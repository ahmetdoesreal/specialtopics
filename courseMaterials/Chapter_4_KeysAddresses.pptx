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notesSlides/notesSlide1.xml" ContentType="application/vnd.openxmlformats-officedocument.presentationml.notesSlide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notesSlides/notesSlide2.xml" ContentType="application/vnd.openxmlformats-officedocument.presentationml.notesSlide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ppt/diagrams/data118.xml" ContentType="application/vnd.openxmlformats-officedocument.drawingml.diagramData+xml"/>
  <Override PartName="/ppt/diagrams/layout118.xml" ContentType="application/vnd.openxmlformats-officedocument.drawingml.diagramLayout+xml"/>
  <Override PartName="/ppt/diagrams/quickStyle118.xml" ContentType="application/vnd.openxmlformats-officedocument.drawingml.diagramStyle+xml"/>
  <Override PartName="/ppt/diagrams/colors118.xml" ContentType="application/vnd.openxmlformats-officedocument.drawingml.diagramColors+xml"/>
  <Override PartName="/ppt/diagrams/drawing118.xml" ContentType="application/vnd.ms-office.drawingml.diagramDrawing+xml"/>
  <Override PartName="/ppt/diagrams/data119.xml" ContentType="application/vnd.openxmlformats-officedocument.drawingml.diagramData+xml"/>
  <Override PartName="/ppt/diagrams/layout119.xml" ContentType="application/vnd.openxmlformats-officedocument.drawingml.diagramLayout+xml"/>
  <Override PartName="/ppt/diagrams/quickStyle119.xml" ContentType="application/vnd.openxmlformats-officedocument.drawingml.diagramStyle+xml"/>
  <Override PartName="/ppt/diagrams/colors119.xml" ContentType="application/vnd.openxmlformats-officedocument.drawingml.diagramColors+xml"/>
  <Override PartName="/ppt/diagrams/drawing119.xml" ContentType="application/vnd.ms-office.drawingml.diagramDrawing+xml"/>
  <Override PartName="/ppt/diagrams/data120.xml" ContentType="application/vnd.openxmlformats-officedocument.drawingml.diagramData+xml"/>
  <Override PartName="/ppt/diagrams/layout120.xml" ContentType="application/vnd.openxmlformats-officedocument.drawingml.diagramLayout+xml"/>
  <Override PartName="/ppt/diagrams/quickStyle120.xml" ContentType="application/vnd.openxmlformats-officedocument.drawingml.diagramStyle+xml"/>
  <Override PartName="/ppt/diagrams/colors120.xml" ContentType="application/vnd.openxmlformats-officedocument.drawingml.diagramColors+xml"/>
  <Override PartName="/ppt/diagrams/drawing120.xml" ContentType="application/vnd.ms-office.drawingml.diagramDrawing+xml"/>
  <Override PartName="/ppt/diagrams/data121.xml" ContentType="application/vnd.openxmlformats-officedocument.drawingml.diagramData+xml"/>
  <Override PartName="/ppt/diagrams/layout121.xml" ContentType="application/vnd.openxmlformats-officedocument.drawingml.diagramLayout+xml"/>
  <Override PartName="/ppt/diagrams/quickStyle121.xml" ContentType="application/vnd.openxmlformats-officedocument.drawingml.diagramStyle+xml"/>
  <Override PartName="/ppt/diagrams/colors121.xml" ContentType="application/vnd.openxmlformats-officedocument.drawingml.diagramColors+xml"/>
  <Override PartName="/ppt/diagrams/drawing12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42"/>
  </p:notesMasterIdLst>
  <p:sldIdLst>
    <p:sldId id="256" r:id="rId2"/>
    <p:sldId id="257" r:id="rId3"/>
    <p:sldId id="268" r:id="rId4"/>
    <p:sldId id="385" r:id="rId5"/>
    <p:sldId id="282" r:id="rId6"/>
    <p:sldId id="386" r:id="rId7"/>
    <p:sldId id="283" r:id="rId8"/>
    <p:sldId id="387" r:id="rId9"/>
    <p:sldId id="284" r:id="rId10"/>
    <p:sldId id="388" r:id="rId11"/>
    <p:sldId id="269" r:id="rId12"/>
    <p:sldId id="370" r:id="rId13"/>
    <p:sldId id="285" r:id="rId14"/>
    <p:sldId id="371" r:id="rId15"/>
    <p:sldId id="286" r:id="rId16"/>
    <p:sldId id="389" r:id="rId17"/>
    <p:sldId id="287" r:id="rId18"/>
    <p:sldId id="270" r:id="rId19"/>
    <p:sldId id="390" r:id="rId20"/>
    <p:sldId id="288" r:id="rId21"/>
    <p:sldId id="289" r:id="rId22"/>
    <p:sldId id="391" r:id="rId23"/>
    <p:sldId id="290" r:id="rId24"/>
    <p:sldId id="379" r:id="rId25"/>
    <p:sldId id="291" r:id="rId26"/>
    <p:sldId id="292" r:id="rId27"/>
    <p:sldId id="392" r:id="rId28"/>
    <p:sldId id="293" r:id="rId29"/>
    <p:sldId id="380" r:id="rId30"/>
    <p:sldId id="294" r:id="rId31"/>
    <p:sldId id="295" r:id="rId32"/>
    <p:sldId id="393" r:id="rId33"/>
    <p:sldId id="296" r:id="rId34"/>
    <p:sldId id="297" r:id="rId35"/>
    <p:sldId id="381" r:id="rId36"/>
    <p:sldId id="298" r:id="rId37"/>
    <p:sldId id="299" r:id="rId38"/>
    <p:sldId id="394" r:id="rId39"/>
    <p:sldId id="271" r:id="rId40"/>
    <p:sldId id="300" r:id="rId41"/>
    <p:sldId id="301" r:id="rId42"/>
    <p:sldId id="395" r:id="rId43"/>
    <p:sldId id="302" r:id="rId44"/>
    <p:sldId id="272" r:id="rId45"/>
    <p:sldId id="368" r:id="rId46"/>
    <p:sldId id="396" r:id="rId47"/>
    <p:sldId id="304" r:id="rId48"/>
    <p:sldId id="397" r:id="rId49"/>
    <p:sldId id="305" r:id="rId50"/>
    <p:sldId id="306" r:id="rId51"/>
    <p:sldId id="273" r:id="rId52"/>
    <p:sldId id="398" r:id="rId53"/>
    <p:sldId id="307" r:id="rId54"/>
    <p:sldId id="399" r:id="rId55"/>
    <p:sldId id="308" r:id="rId56"/>
    <p:sldId id="309" r:id="rId57"/>
    <p:sldId id="416" r:id="rId58"/>
    <p:sldId id="310" r:id="rId59"/>
    <p:sldId id="274" r:id="rId60"/>
    <p:sldId id="400" r:id="rId61"/>
    <p:sldId id="401" r:id="rId62"/>
    <p:sldId id="311" r:id="rId63"/>
    <p:sldId id="403" r:id="rId64"/>
    <p:sldId id="402" r:id="rId65"/>
    <p:sldId id="312" r:id="rId66"/>
    <p:sldId id="315" r:id="rId67"/>
    <p:sldId id="313" r:id="rId68"/>
    <p:sldId id="404" r:id="rId69"/>
    <p:sldId id="314" r:id="rId70"/>
    <p:sldId id="316" r:id="rId71"/>
    <p:sldId id="318" r:id="rId72"/>
    <p:sldId id="275" r:id="rId73"/>
    <p:sldId id="405" r:id="rId74"/>
    <p:sldId id="321" r:id="rId75"/>
    <p:sldId id="406" r:id="rId76"/>
    <p:sldId id="322" r:id="rId77"/>
    <p:sldId id="378" r:id="rId78"/>
    <p:sldId id="324" r:id="rId79"/>
    <p:sldId id="407" r:id="rId80"/>
    <p:sldId id="325" r:id="rId81"/>
    <p:sldId id="326" r:id="rId82"/>
    <p:sldId id="327" r:id="rId83"/>
    <p:sldId id="408" r:id="rId84"/>
    <p:sldId id="328" r:id="rId85"/>
    <p:sldId id="409" r:id="rId86"/>
    <p:sldId id="412" r:id="rId87"/>
    <p:sldId id="411" r:id="rId88"/>
    <p:sldId id="329" r:id="rId89"/>
    <p:sldId id="413" r:id="rId90"/>
    <p:sldId id="414" r:id="rId91"/>
    <p:sldId id="332" r:id="rId92"/>
    <p:sldId id="415" r:id="rId93"/>
    <p:sldId id="330" r:id="rId94"/>
    <p:sldId id="377" r:id="rId95"/>
    <p:sldId id="333" r:id="rId96"/>
    <p:sldId id="334" r:id="rId97"/>
    <p:sldId id="335" r:id="rId98"/>
    <p:sldId id="372" r:id="rId99"/>
    <p:sldId id="336" r:id="rId100"/>
    <p:sldId id="417" r:id="rId101"/>
    <p:sldId id="337" r:id="rId102"/>
    <p:sldId id="418" r:id="rId103"/>
    <p:sldId id="338" r:id="rId104"/>
    <p:sldId id="339" r:id="rId105"/>
    <p:sldId id="419" r:id="rId106"/>
    <p:sldId id="373" r:id="rId107"/>
    <p:sldId id="420" r:id="rId108"/>
    <p:sldId id="340" r:id="rId109"/>
    <p:sldId id="276" r:id="rId110"/>
    <p:sldId id="348" r:id="rId111"/>
    <p:sldId id="374" r:id="rId112"/>
    <p:sldId id="277" r:id="rId113"/>
    <p:sldId id="278" r:id="rId114"/>
    <p:sldId id="349" r:id="rId115"/>
    <p:sldId id="350" r:id="rId116"/>
    <p:sldId id="351" r:id="rId117"/>
    <p:sldId id="421" r:id="rId118"/>
    <p:sldId id="352" r:id="rId119"/>
    <p:sldId id="375" r:id="rId120"/>
    <p:sldId id="353" r:id="rId121"/>
    <p:sldId id="279" r:id="rId122"/>
    <p:sldId id="376" r:id="rId123"/>
    <p:sldId id="354" r:id="rId124"/>
    <p:sldId id="422" r:id="rId125"/>
    <p:sldId id="355" r:id="rId126"/>
    <p:sldId id="356" r:id="rId127"/>
    <p:sldId id="357" r:id="rId128"/>
    <p:sldId id="280" r:id="rId129"/>
    <p:sldId id="358" r:id="rId130"/>
    <p:sldId id="363" r:id="rId131"/>
    <p:sldId id="281" r:id="rId132"/>
    <p:sldId id="382" r:id="rId133"/>
    <p:sldId id="364" r:id="rId134"/>
    <p:sldId id="383" r:id="rId135"/>
    <p:sldId id="365" r:id="rId136"/>
    <p:sldId id="384" r:id="rId137"/>
    <p:sldId id="366" r:id="rId138"/>
    <p:sldId id="367" r:id="rId139"/>
    <p:sldId id="267" r:id="rId140"/>
    <p:sldId id="341" r:id="rId1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4" Type="http://schemas.openxmlformats.org/officeDocument/2006/relationships/image" Target="../media/image6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4" Type="http://schemas.openxmlformats.org/officeDocument/2006/relationships/image" Target="../media/image90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" Type="http://schemas.openxmlformats.org/officeDocument/2006/relationships/image" Target="../media/image102.png"/><Relationship Id="rId4" Type="http://schemas.openxmlformats.org/officeDocument/2006/relationships/image" Target="../media/image105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4" Type="http://schemas.openxmlformats.org/officeDocument/2006/relationships/image" Target="../media/image111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4" Type="http://schemas.openxmlformats.org/officeDocument/2006/relationships/image" Target="../media/image117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svg"/><Relationship Id="rId1" Type="http://schemas.openxmlformats.org/officeDocument/2006/relationships/image" Target="../media/image120.png"/><Relationship Id="rId4" Type="http://schemas.openxmlformats.org/officeDocument/2006/relationships/image" Target="../media/image123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9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svg"/><Relationship Id="rId1" Type="http://schemas.openxmlformats.org/officeDocument/2006/relationships/image" Target="../media/image131.png"/><Relationship Id="rId4" Type="http://schemas.openxmlformats.org/officeDocument/2006/relationships/image" Target="../media/image134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38.svg"/><Relationship Id="rId1" Type="http://schemas.openxmlformats.org/officeDocument/2006/relationships/image" Target="../media/image137.png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39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146.svg"/><Relationship Id="rId5" Type="http://schemas.openxmlformats.org/officeDocument/2006/relationships/image" Target="../media/image145.png"/><Relationship Id="rId4" Type="http://schemas.openxmlformats.org/officeDocument/2006/relationships/image" Target="../media/image144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svg"/><Relationship Id="rId1" Type="http://schemas.openxmlformats.org/officeDocument/2006/relationships/image" Target="../media/image150.png"/><Relationship Id="rId4" Type="http://schemas.openxmlformats.org/officeDocument/2006/relationships/image" Target="../media/image153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57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svg"/><Relationship Id="rId1" Type="http://schemas.openxmlformats.org/officeDocument/2006/relationships/image" Target="../media/image159.png"/><Relationship Id="rId6" Type="http://schemas.openxmlformats.org/officeDocument/2006/relationships/image" Target="../media/image164.svg"/><Relationship Id="rId5" Type="http://schemas.openxmlformats.org/officeDocument/2006/relationships/image" Target="../media/image163.png"/><Relationship Id="rId4" Type="http://schemas.openxmlformats.org/officeDocument/2006/relationships/image" Target="../media/image162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svg"/><Relationship Id="rId1" Type="http://schemas.openxmlformats.org/officeDocument/2006/relationships/image" Target="../media/image166.png"/><Relationship Id="rId6" Type="http://schemas.openxmlformats.org/officeDocument/2006/relationships/image" Target="../media/image171.svg"/><Relationship Id="rId5" Type="http://schemas.openxmlformats.org/officeDocument/2006/relationships/image" Target="../media/image170.png"/><Relationship Id="rId4" Type="http://schemas.openxmlformats.org/officeDocument/2006/relationships/image" Target="../media/image169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78.svg"/><Relationship Id="rId1" Type="http://schemas.openxmlformats.org/officeDocument/2006/relationships/image" Target="../media/image177.png"/><Relationship Id="rId5" Type="http://schemas.openxmlformats.org/officeDocument/2006/relationships/image" Target="../media/image179.png"/><Relationship Id="rId4" Type="http://schemas.openxmlformats.org/officeDocument/2006/relationships/image" Target="../media/image109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svg"/><Relationship Id="rId1" Type="http://schemas.openxmlformats.org/officeDocument/2006/relationships/image" Target="../media/image181.png"/><Relationship Id="rId4" Type="http://schemas.openxmlformats.org/officeDocument/2006/relationships/image" Target="../media/image184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96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svg"/><Relationship Id="rId1" Type="http://schemas.openxmlformats.org/officeDocument/2006/relationships/image" Target="../media/image187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90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88.svg"/><Relationship Id="rId1" Type="http://schemas.openxmlformats.org/officeDocument/2006/relationships/image" Target="../media/image187.png"/><Relationship Id="rId4" Type="http://schemas.openxmlformats.org/officeDocument/2006/relationships/image" Target="../media/image194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4" Type="http://schemas.openxmlformats.org/officeDocument/2006/relationships/image" Target="../media/image199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144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5" Type="http://schemas.openxmlformats.org/officeDocument/2006/relationships/image" Target="../media/image206.svg"/><Relationship Id="rId4" Type="http://schemas.openxmlformats.org/officeDocument/2006/relationships/image" Target="../media/image205.pn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svg"/><Relationship Id="rId1" Type="http://schemas.openxmlformats.org/officeDocument/2006/relationships/image" Target="../media/image208.png"/><Relationship Id="rId6" Type="http://schemas.openxmlformats.org/officeDocument/2006/relationships/image" Target="../media/image213.svg"/><Relationship Id="rId5" Type="http://schemas.openxmlformats.org/officeDocument/2006/relationships/image" Target="../media/image212.png"/><Relationship Id="rId4" Type="http://schemas.openxmlformats.org/officeDocument/2006/relationships/image" Target="../media/image211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4" Type="http://schemas.openxmlformats.org/officeDocument/2006/relationships/image" Target="../media/image223.svg"/></Relationships>
</file>

<file path=ppt/diagrams/_rels/data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svg"/><Relationship Id="rId3" Type="http://schemas.openxmlformats.org/officeDocument/2006/relationships/image" Target="../media/image229.png"/><Relationship Id="rId7" Type="http://schemas.openxmlformats.org/officeDocument/2006/relationships/image" Target="../media/image233.png"/><Relationship Id="rId2" Type="http://schemas.openxmlformats.org/officeDocument/2006/relationships/image" Target="../media/image228.svg"/><Relationship Id="rId1" Type="http://schemas.openxmlformats.org/officeDocument/2006/relationships/image" Target="../media/image227.png"/><Relationship Id="rId6" Type="http://schemas.openxmlformats.org/officeDocument/2006/relationships/image" Target="../media/image232.svg"/><Relationship Id="rId5" Type="http://schemas.openxmlformats.org/officeDocument/2006/relationships/image" Target="../media/image231.png"/><Relationship Id="rId4" Type="http://schemas.openxmlformats.org/officeDocument/2006/relationships/image" Target="../media/image230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40.svg"/><Relationship Id="rId5" Type="http://schemas.openxmlformats.org/officeDocument/2006/relationships/image" Target="../media/image239.png"/><Relationship Id="rId4" Type="http://schemas.openxmlformats.org/officeDocument/2006/relationships/image" Target="../media/image129.svg"/></Relationships>
</file>

<file path=ppt/diagrams/_rels/data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svg"/><Relationship Id="rId3" Type="http://schemas.openxmlformats.org/officeDocument/2006/relationships/image" Target="../media/image50.png"/><Relationship Id="rId7" Type="http://schemas.openxmlformats.org/officeDocument/2006/relationships/image" Target="../media/image244.png"/><Relationship Id="rId2" Type="http://schemas.openxmlformats.org/officeDocument/2006/relationships/image" Target="../media/image209.svg"/><Relationship Id="rId1" Type="http://schemas.openxmlformats.org/officeDocument/2006/relationships/image" Target="../media/image208.png"/><Relationship Id="rId6" Type="http://schemas.openxmlformats.org/officeDocument/2006/relationships/image" Target="../media/image243.svg"/><Relationship Id="rId5" Type="http://schemas.openxmlformats.org/officeDocument/2006/relationships/image" Target="../media/image242.png"/><Relationship Id="rId4" Type="http://schemas.openxmlformats.org/officeDocument/2006/relationships/image" Target="../media/image144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4" Type="http://schemas.openxmlformats.org/officeDocument/2006/relationships/image" Target="../media/image51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svg"/><Relationship Id="rId1" Type="http://schemas.openxmlformats.org/officeDocument/2006/relationships/image" Target="../media/image251.png"/><Relationship Id="rId6" Type="http://schemas.openxmlformats.org/officeDocument/2006/relationships/image" Target="../media/image255.svg"/><Relationship Id="rId5" Type="http://schemas.openxmlformats.org/officeDocument/2006/relationships/image" Target="../media/image128.png"/><Relationship Id="rId4" Type="http://schemas.openxmlformats.org/officeDocument/2006/relationships/image" Target="../media/image254.sv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61.svg"/><Relationship Id="rId1" Type="http://schemas.openxmlformats.org/officeDocument/2006/relationships/image" Target="../media/image260.png"/><Relationship Id="rId4" Type="http://schemas.openxmlformats.org/officeDocument/2006/relationships/image" Target="../media/image263.svg"/></Relationships>
</file>

<file path=ppt/diagrams/_rels/data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269.svg"/><Relationship Id="rId1" Type="http://schemas.openxmlformats.org/officeDocument/2006/relationships/image" Target="../media/image268.png"/><Relationship Id="rId6" Type="http://schemas.openxmlformats.org/officeDocument/2006/relationships/image" Target="../media/image271.svg"/><Relationship Id="rId5" Type="http://schemas.openxmlformats.org/officeDocument/2006/relationships/image" Target="../media/image270.png"/><Relationship Id="rId4" Type="http://schemas.openxmlformats.org/officeDocument/2006/relationships/image" Target="../media/image139.svg"/></Relationships>
</file>

<file path=ppt/diagrams/_rels/data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275.svg"/></Relationships>
</file>

<file path=ppt/diagrams/_rels/data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94.svg"/><Relationship Id="rId1" Type="http://schemas.openxmlformats.org/officeDocument/2006/relationships/image" Target="../media/image93.png"/><Relationship Id="rId6" Type="http://schemas.openxmlformats.org/officeDocument/2006/relationships/image" Target="../media/image280.svg"/><Relationship Id="rId5" Type="http://schemas.openxmlformats.org/officeDocument/2006/relationships/image" Target="../media/image279.png"/><Relationship Id="rId4" Type="http://schemas.openxmlformats.org/officeDocument/2006/relationships/image" Target="../media/image278.svg"/></Relationships>
</file>

<file path=ppt/diagrams/_rels/data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284.svg"/></Relationships>
</file>

<file path=ppt/diagrams/_rels/data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35.svg"/><Relationship Id="rId7" Type="http://schemas.openxmlformats.org/officeDocument/2006/relationships/image" Target="../media/image287.svg"/><Relationship Id="rId2" Type="http://schemas.openxmlformats.org/officeDocument/2006/relationships/image" Target="../media/image34.png"/><Relationship Id="rId1" Type="http://schemas.openxmlformats.org/officeDocument/2006/relationships/hyperlink" Target="https://md5calc.com/hash/ripemd160" TargetMode="External"/><Relationship Id="rId6" Type="http://schemas.openxmlformats.org/officeDocument/2006/relationships/image" Target="../media/image286.png"/><Relationship Id="rId5" Type="http://schemas.openxmlformats.org/officeDocument/2006/relationships/image" Target="../media/image139.svg"/><Relationship Id="rId4" Type="http://schemas.openxmlformats.org/officeDocument/2006/relationships/image" Target="../media/image89.png"/><Relationship Id="rId9" Type="http://schemas.openxmlformats.org/officeDocument/2006/relationships/image" Target="../media/image289.sv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image" Target="../media/image293.svg"/><Relationship Id="rId1" Type="http://schemas.openxmlformats.org/officeDocument/2006/relationships/image" Target="../media/image292.png"/><Relationship Id="rId4" Type="http://schemas.openxmlformats.org/officeDocument/2006/relationships/image" Target="../media/image295.svg"/></Relationships>
</file>

<file path=ppt/diagrams/_rels/data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151.svg"/><Relationship Id="rId1" Type="http://schemas.openxmlformats.org/officeDocument/2006/relationships/image" Target="../media/image150.png"/><Relationship Id="rId6" Type="http://schemas.openxmlformats.org/officeDocument/2006/relationships/image" Target="../media/image287.svg"/><Relationship Id="rId5" Type="http://schemas.openxmlformats.org/officeDocument/2006/relationships/image" Target="../media/image286.png"/><Relationship Id="rId4" Type="http://schemas.openxmlformats.org/officeDocument/2006/relationships/image" Target="../media/image299.svg"/></Relationships>
</file>

<file path=ppt/diagrams/_rels/data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03.svg"/><Relationship Id="rId1" Type="http://schemas.openxmlformats.org/officeDocument/2006/relationships/image" Target="../media/image302.png"/><Relationship Id="rId4" Type="http://schemas.openxmlformats.org/officeDocument/2006/relationships/image" Target="../media/image305.svg"/></Relationships>
</file>

<file path=ppt/diagrams/_rels/data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308.svg"/><Relationship Id="rId1" Type="http://schemas.openxmlformats.org/officeDocument/2006/relationships/image" Target="../media/image307.png"/><Relationship Id="rId4" Type="http://schemas.openxmlformats.org/officeDocument/2006/relationships/image" Target="../media/image310.svg"/></Relationships>
</file>

<file path=ppt/diagrams/_rels/data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4" Type="http://schemas.openxmlformats.org/officeDocument/2006/relationships/image" Target="../media/image314.svg"/></Relationships>
</file>

<file path=ppt/diagrams/_rels/data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17.svg"/><Relationship Id="rId1" Type="http://schemas.openxmlformats.org/officeDocument/2006/relationships/image" Target="../media/image316.png"/><Relationship Id="rId4" Type="http://schemas.openxmlformats.org/officeDocument/2006/relationships/image" Target="../media/image319.svg"/></Relationships>
</file>

<file path=ppt/diagrams/_rels/data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svg"/><Relationship Id="rId1" Type="http://schemas.openxmlformats.org/officeDocument/2006/relationships/image" Target="../media/image322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325.svg"/></Relationships>
</file>

<file path=ppt/diagrams/_rels/data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280.svg"/><Relationship Id="rId5" Type="http://schemas.openxmlformats.org/officeDocument/2006/relationships/image" Target="../media/image279.png"/><Relationship Id="rId4" Type="http://schemas.openxmlformats.org/officeDocument/2006/relationships/image" Target="../media/image278.svg"/></Relationships>
</file>

<file path=ppt/diagrams/_rels/data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image" Target="../media/image209.svg"/><Relationship Id="rId1" Type="http://schemas.openxmlformats.org/officeDocument/2006/relationships/image" Target="../media/image208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330.svg"/></Relationships>
</file>

<file path=ppt/diagrams/_rels/data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33.svg"/><Relationship Id="rId1" Type="http://schemas.openxmlformats.org/officeDocument/2006/relationships/image" Target="../media/image332.png"/><Relationship Id="rId4" Type="http://schemas.openxmlformats.org/officeDocument/2006/relationships/image" Target="../media/image334.svg"/></Relationships>
</file>

<file path=ppt/diagrams/_rels/data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41.svg"/><Relationship Id="rId5" Type="http://schemas.openxmlformats.org/officeDocument/2006/relationships/image" Target="../media/image340.png"/><Relationship Id="rId4" Type="http://schemas.openxmlformats.org/officeDocument/2006/relationships/image" Target="../media/image339.svg"/></Relationships>
</file>

<file path=ppt/diagrams/_rels/data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2" Type="http://schemas.openxmlformats.org/officeDocument/2006/relationships/image" Target="../media/image345.svg"/><Relationship Id="rId1" Type="http://schemas.openxmlformats.org/officeDocument/2006/relationships/image" Target="../media/image344.png"/><Relationship Id="rId6" Type="http://schemas.openxmlformats.org/officeDocument/2006/relationships/image" Target="../media/image349.svg"/><Relationship Id="rId5" Type="http://schemas.openxmlformats.org/officeDocument/2006/relationships/image" Target="../media/image348.png"/><Relationship Id="rId4" Type="http://schemas.openxmlformats.org/officeDocument/2006/relationships/image" Target="../media/image347.svg"/></Relationships>
</file>

<file path=ppt/diagrams/_rels/data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56.svg"/><Relationship Id="rId5" Type="http://schemas.openxmlformats.org/officeDocument/2006/relationships/image" Target="../media/image355.png"/><Relationship Id="rId4" Type="http://schemas.openxmlformats.org/officeDocument/2006/relationships/image" Target="../media/image354.svg"/></Relationships>
</file>

<file path=ppt/diagrams/_rels/data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svg"/><Relationship Id="rId3" Type="http://schemas.openxmlformats.org/officeDocument/2006/relationships/image" Target="../media/image89.png"/><Relationship Id="rId7" Type="http://schemas.openxmlformats.org/officeDocument/2006/relationships/image" Target="../media/image363.png"/><Relationship Id="rId2" Type="http://schemas.openxmlformats.org/officeDocument/2006/relationships/image" Target="../media/image360.svg"/><Relationship Id="rId1" Type="http://schemas.openxmlformats.org/officeDocument/2006/relationships/image" Target="../media/image359.png"/><Relationship Id="rId6" Type="http://schemas.openxmlformats.org/officeDocument/2006/relationships/image" Target="../media/image362.svg"/><Relationship Id="rId5" Type="http://schemas.openxmlformats.org/officeDocument/2006/relationships/image" Target="../media/image361.png"/><Relationship Id="rId4" Type="http://schemas.openxmlformats.org/officeDocument/2006/relationships/image" Target="../media/image139.svg"/></Relationships>
</file>

<file path=ppt/diagrams/_rels/data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370.svg"/><Relationship Id="rId1" Type="http://schemas.openxmlformats.org/officeDocument/2006/relationships/image" Target="../media/image369.png"/><Relationship Id="rId4" Type="http://schemas.openxmlformats.org/officeDocument/2006/relationships/image" Target="../media/image280.svg"/></Relationships>
</file>

<file path=ppt/diagrams/_rels/data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33.svg"/><Relationship Id="rId1" Type="http://schemas.openxmlformats.org/officeDocument/2006/relationships/image" Target="../media/image332.png"/><Relationship Id="rId4" Type="http://schemas.openxmlformats.org/officeDocument/2006/relationships/image" Target="../media/image51.svg"/></Relationships>
</file>

<file path=ppt/diagrams/_rels/data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373.svg"/><Relationship Id="rId1" Type="http://schemas.openxmlformats.org/officeDocument/2006/relationships/image" Target="../media/image372.png"/><Relationship Id="rId4" Type="http://schemas.openxmlformats.org/officeDocument/2006/relationships/image" Target="../media/image203.svg"/></Relationships>
</file>

<file path=ppt/diagrams/_rels/data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9.svg"/><Relationship Id="rId1" Type="http://schemas.openxmlformats.org/officeDocument/2006/relationships/image" Target="../media/image288.png"/><Relationship Id="rId4" Type="http://schemas.openxmlformats.org/officeDocument/2006/relationships/image" Target="../media/image375.svg"/></Relationships>
</file>

<file path=ppt/diagrams/_rels/data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4" Type="http://schemas.openxmlformats.org/officeDocument/2006/relationships/image" Target="../media/image377.svg"/></Relationships>
</file>

<file path=ppt/diagrams/_rels/data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4.svg"/></Relationships>
</file>

<file path=ppt/diagrams/_rels/data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81.svg"/><Relationship Id="rId5" Type="http://schemas.openxmlformats.org/officeDocument/2006/relationships/image" Target="../media/image380.png"/><Relationship Id="rId4" Type="http://schemas.openxmlformats.org/officeDocument/2006/relationships/image" Target="../media/image379.svg"/></Relationships>
</file>

<file path=ppt/diagrams/_rels/data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6" Type="http://schemas.openxmlformats.org/officeDocument/2006/relationships/image" Target="../media/image384.svg"/><Relationship Id="rId5" Type="http://schemas.openxmlformats.org/officeDocument/2006/relationships/image" Target="../media/image383.png"/><Relationship Id="rId4" Type="http://schemas.openxmlformats.org/officeDocument/2006/relationships/image" Target="../media/image144.svg"/></Relationships>
</file>

<file path=ppt/diagrams/_rels/data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image" Target="../media/image209.svg"/><Relationship Id="rId1" Type="http://schemas.openxmlformats.org/officeDocument/2006/relationships/image" Target="../media/image208.png"/><Relationship Id="rId4" Type="http://schemas.openxmlformats.org/officeDocument/2006/relationships/image" Target="../media/image387.svg"/></Relationships>
</file>

<file path=ppt/diagrams/_rels/data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png"/><Relationship Id="rId2" Type="http://schemas.openxmlformats.org/officeDocument/2006/relationships/image" Target="../media/image345.svg"/><Relationship Id="rId1" Type="http://schemas.openxmlformats.org/officeDocument/2006/relationships/image" Target="../media/image344.png"/><Relationship Id="rId4" Type="http://schemas.openxmlformats.org/officeDocument/2006/relationships/image" Target="../media/image377.svg"/></Relationships>
</file>

<file path=ppt/diagrams/_rels/data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6" Type="http://schemas.openxmlformats.org/officeDocument/2006/relationships/image" Target="../media/image392.svg"/><Relationship Id="rId5" Type="http://schemas.openxmlformats.org/officeDocument/2006/relationships/image" Target="../media/image391.png"/><Relationship Id="rId4" Type="http://schemas.openxmlformats.org/officeDocument/2006/relationships/image" Target="../media/image390.svg"/></Relationships>
</file>

<file path=ppt/diagrams/_rels/data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188.svg"/><Relationship Id="rId5" Type="http://schemas.openxmlformats.org/officeDocument/2006/relationships/image" Target="../media/image187.png"/><Relationship Id="rId4" Type="http://schemas.openxmlformats.org/officeDocument/2006/relationships/image" Target="../media/image396.svg"/></Relationships>
</file>

<file path=ppt/diagrams/_rels/data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01.svg"/><Relationship Id="rId5" Type="http://schemas.openxmlformats.org/officeDocument/2006/relationships/image" Target="../media/image400.png"/><Relationship Id="rId4" Type="http://schemas.openxmlformats.org/officeDocument/2006/relationships/image" Target="../media/image399.svg"/></Relationships>
</file>

<file path=ppt/diagrams/_rels/data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svg"/><Relationship Id="rId3" Type="http://schemas.openxmlformats.org/officeDocument/2006/relationships/image" Target="../media/image404.png"/><Relationship Id="rId7" Type="http://schemas.openxmlformats.org/officeDocument/2006/relationships/image" Target="../media/image40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07.svg"/><Relationship Id="rId5" Type="http://schemas.openxmlformats.org/officeDocument/2006/relationships/image" Target="../media/image406.png"/><Relationship Id="rId4" Type="http://schemas.openxmlformats.org/officeDocument/2006/relationships/image" Target="../media/image405.svg"/></Relationships>
</file>

<file path=ppt/diagrams/_rels/data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png"/><Relationship Id="rId2" Type="http://schemas.openxmlformats.org/officeDocument/2006/relationships/image" Target="../media/image414.svg"/><Relationship Id="rId1" Type="http://schemas.openxmlformats.org/officeDocument/2006/relationships/image" Target="../media/image413.png"/></Relationships>
</file>

<file path=ppt/diagrams/_rels/data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418.svg"/><Relationship Id="rId5" Type="http://schemas.openxmlformats.org/officeDocument/2006/relationships/image" Target="../media/image417.png"/><Relationship Id="rId4" Type="http://schemas.openxmlformats.org/officeDocument/2006/relationships/image" Target="../media/image96.svg"/></Relationships>
</file>

<file path=ppt/diagrams/_rels/data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23.svg"/><Relationship Id="rId5" Type="http://schemas.openxmlformats.org/officeDocument/2006/relationships/image" Target="../media/image422.png"/><Relationship Id="rId4" Type="http://schemas.openxmlformats.org/officeDocument/2006/relationships/image" Target="../media/image421.svg"/></Relationships>
</file>

<file path=ppt/diagrams/_rels/data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428.svg"/><Relationship Id="rId1" Type="http://schemas.openxmlformats.org/officeDocument/2006/relationships/image" Target="../media/image427.png"/><Relationship Id="rId6" Type="http://schemas.openxmlformats.org/officeDocument/2006/relationships/image" Target="../media/image431.svg"/><Relationship Id="rId5" Type="http://schemas.openxmlformats.org/officeDocument/2006/relationships/image" Target="../media/image430.png"/><Relationship Id="rId4" Type="http://schemas.openxmlformats.org/officeDocument/2006/relationships/image" Target="../media/image429.svg"/></Relationships>
</file>

<file path=ppt/diagrams/_rels/data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png"/><Relationship Id="rId2" Type="http://schemas.openxmlformats.org/officeDocument/2006/relationships/image" Target="../media/image435.svg"/><Relationship Id="rId1" Type="http://schemas.openxmlformats.org/officeDocument/2006/relationships/image" Target="../media/image434.png"/><Relationship Id="rId6" Type="http://schemas.openxmlformats.org/officeDocument/2006/relationships/image" Target="../media/image439.svg"/><Relationship Id="rId5" Type="http://schemas.openxmlformats.org/officeDocument/2006/relationships/image" Target="../media/image438.png"/><Relationship Id="rId4" Type="http://schemas.openxmlformats.org/officeDocument/2006/relationships/image" Target="../media/image437.svg"/></Relationships>
</file>

<file path=ppt/diagrams/_rels/data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3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46.svg"/><Relationship Id="rId5" Type="http://schemas.openxmlformats.org/officeDocument/2006/relationships/image" Target="../media/image445.png"/><Relationship Id="rId4" Type="http://schemas.openxmlformats.org/officeDocument/2006/relationships/image" Target="../media/image444.svg"/></Relationships>
</file>

<file path=ppt/diagrams/_rels/data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450.svg"/></Relationships>
</file>

<file path=ppt/diagrams/_rels/data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55.svg"/><Relationship Id="rId5" Type="http://schemas.openxmlformats.org/officeDocument/2006/relationships/image" Target="../media/image454.png"/><Relationship Id="rId4" Type="http://schemas.openxmlformats.org/officeDocument/2006/relationships/image" Target="../media/image453.svg"/></Relationships>
</file>

<file path=ppt/diagrams/_rels/data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44.svg"/></Relationships>
</file>

<file path=ppt/diagrams/_rels/data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4" Type="http://schemas.openxmlformats.org/officeDocument/2006/relationships/image" Target="../media/image459.svg"/></Relationships>
</file>

<file path=ppt/diagrams/_rels/data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image" Target="../media/image463.svg"/><Relationship Id="rId1" Type="http://schemas.openxmlformats.org/officeDocument/2006/relationships/image" Target="../media/image462.png"/><Relationship Id="rId4" Type="http://schemas.openxmlformats.org/officeDocument/2006/relationships/image" Target="../media/image465.svg"/></Relationships>
</file>

<file path=ppt/diagrams/_rels/data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8.png"/><Relationship Id="rId2" Type="http://schemas.openxmlformats.org/officeDocument/2006/relationships/image" Target="../media/image228.svg"/><Relationship Id="rId1" Type="http://schemas.openxmlformats.org/officeDocument/2006/relationships/image" Target="../media/image227.png"/><Relationship Id="rId4" Type="http://schemas.openxmlformats.org/officeDocument/2006/relationships/image" Target="../media/image469.svg"/></Relationships>
</file>

<file path=ppt/diagrams/_rels/data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image" Target="../media/image472.svg"/><Relationship Id="rId1" Type="http://schemas.openxmlformats.org/officeDocument/2006/relationships/image" Target="../media/image471.png"/><Relationship Id="rId4" Type="http://schemas.openxmlformats.org/officeDocument/2006/relationships/image" Target="../media/image474.svg"/></Relationships>
</file>

<file path=ppt/diagrams/_rels/data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4" Type="http://schemas.openxmlformats.org/officeDocument/2006/relationships/image" Target="../media/image319.svg"/></Relationships>
</file>

<file path=ppt/diagrams/_rels/data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9.svg"/><Relationship Id="rId2" Type="http://schemas.openxmlformats.org/officeDocument/2006/relationships/image" Target="../media/image478.png"/><Relationship Id="rId1" Type="http://schemas.openxmlformats.org/officeDocument/2006/relationships/hyperlink" Target="https://github.com/primal100/pybitcointools" TargetMode="External"/><Relationship Id="rId5" Type="http://schemas.openxmlformats.org/officeDocument/2006/relationships/image" Target="../media/image295.svg"/><Relationship Id="rId4" Type="http://schemas.openxmlformats.org/officeDocument/2006/relationships/image" Target="../media/image294.png"/></Relationships>
</file>

<file path=ppt/diagrams/_rels/data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483.svg"/><Relationship Id="rId5" Type="http://schemas.openxmlformats.org/officeDocument/2006/relationships/image" Target="../media/image376.png"/><Relationship Id="rId4" Type="http://schemas.openxmlformats.org/officeDocument/2006/relationships/image" Target="../media/image482.svg"/></Relationships>
</file>

<file path=ppt/diagrams/_rels/data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svg"/><Relationship Id="rId3" Type="http://schemas.openxmlformats.org/officeDocument/2006/relationships/image" Target="../media/image487.png"/><Relationship Id="rId7" Type="http://schemas.openxmlformats.org/officeDocument/2006/relationships/image" Target="../media/image491.png"/><Relationship Id="rId2" Type="http://schemas.openxmlformats.org/officeDocument/2006/relationships/image" Target="../media/image486.svg"/><Relationship Id="rId1" Type="http://schemas.openxmlformats.org/officeDocument/2006/relationships/image" Target="../media/image485.png"/><Relationship Id="rId6" Type="http://schemas.openxmlformats.org/officeDocument/2006/relationships/image" Target="../media/image490.svg"/><Relationship Id="rId5" Type="http://schemas.openxmlformats.org/officeDocument/2006/relationships/image" Target="../media/image489.png"/><Relationship Id="rId4" Type="http://schemas.openxmlformats.org/officeDocument/2006/relationships/image" Target="../media/image488.svg"/></Relationships>
</file>

<file path=ppt/diagrams/_rels/data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svg"/><Relationship Id="rId3" Type="http://schemas.openxmlformats.org/officeDocument/2006/relationships/image" Target="../media/image458.png"/><Relationship Id="rId7" Type="http://schemas.openxmlformats.org/officeDocument/2006/relationships/image" Target="../media/image497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59.svg"/></Relationships>
</file>

<file path=ppt/diagrams/_rels/data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svg"/><Relationship Id="rId3" Type="http://schemas.openxmlformats.org/officeDocument/2006/relationships/image" Target="../media/image500.png"/><Relationship Id="rId7" Type="http://schemas.openxmlformats.org/officeDocument/2006/relationships/image" Target="../media/image502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501.sv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507.svg"/><Relationship Id="rId5" Type="http://schemas.openxmlformats.org/officeDocument/2006/relationships/image" Target="../media/image506.png"/><Relationship Id="rId4" Type="http://schemas.openxmlformats.org/officeDocument/2006/relationships/image" Target="../media/image144.svg"/></Relationships>
</file>

<file path=ppt/diagrams/_rels/data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510.svg"/><Relationship Id="rId5" Type="http://schemas.openxmlformats.org/officeDocument/2006/relationships/image" Target="../media/image509.png"/><Relationship Id="rId4" Type="http://schemas.openxmlformats.org/officeDocument/2006/relationships/image" Target="../media/image129.svg"/></Relationships>
</file>

<file path=ppt/diagrams/_rels/data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1.svg"/><Relationship Id="rId5" Type="http://schemas.openxmlformats.org/officeDocument/2006/relationships/image" Target="../media/image270.png"/><Relationship Id="rId4" Type="http://schemas.openxmlformats.org/officeDocument/2006/relationships/image" Target="../media/image387.svg"/></Relationships>
</file>

<file path=ppt/diagrams/_rels/data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svg"/><Relationship Id="rId3" Type="http://schemas.openxmlformats.org/officeDocument/2006/relationships/image" Target="../media/image514.png"/><Relationship Id="rId7" Type="http://schemas.openxmlformats.org/officeDocument/2006/relationships/image" Target="../media/image518.png"/><Relationship Id="rId2" Type="http://schemas.openxmlformats.org/officeDocument/2006/relationships/image" Target="../media/image513.svg"/><Relationship Id="rId1" Type="http://schemas.openxmlformats.org/officeDocument/2006/relationships/image" Target="../media/image512.png"/><Relationship Id="rId6" Type="http://schemas.openxmlformats.org/officeDocument/2006/relationships/image" Target="../media/image517.svg"/><Relationship Id="rId5" Type="http://schemas.openxmlformats.org/officeDocument/2006/relationships/image" Target="../media/image516.png"/><Relationship Id="rId4" Type="http://schemas.openxmlformats.org/officeDocument/2006/relationships/image" Target="../media/image515.svg"/></Relationships>
</file>

<file path=ppt/diagrams/_rels/data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5.svg"/><Relationship Id="rId1" Type="http://schemas.openxmlformats.org/officeDocument/2006/relationships/image" Target="../media/image524.png"/><Relationship Id="rId6" Type="http://schemas.openxmlformats.org/officeDocument/2006/relationships/image" Target="../media/image507.svg"/><Relationship Id="rId5" Type="http://schemas.openxmlformats.org/officeDocument/2006/relationships/image" Target="../media/image506.png"/><Relationship Id="rId4" Type="http://schemas.openxmlformats.org/officeDocument/2006/relationships/image" Target="../media/image144.svg"/></Relationships>
</file>

<file path=ppt/diagrams/_rels/data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7.png"/><Relationship Id="rId2" Type="http://schemas.openxmlformats.org/officeDocument/2006/relationships/image" Target="../media/image435.svg"/><Relationship Id="rId1" Type="http://schemas.openxmlformats.org/officeDocument/2006/relationships/image" Target="../media/image434.png"/><Relationship Id="rId6" Type="http://schemas.openxmlformats.org/officeDocument/2006/relationships/image" Target="../media/image530.svg"/><Relationship Id="rId5" Type="http://schemas.openxmlformats.org/officeDocument/2006/relationships/image" Target="../media/image529.png"/><Relationship Id="rId4" Type="http://schemas.openxmlformats.org/officeDocument/2006/relationships/image" Target="../media/image528.svg"/></Relationships>
</file>

<file path=ppt/diagrams/_rels/data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4.png"/><Relationship Id="rId2" Type="http://schemas.openxmlformats.org/officeDocument/2006/relationships/image" Target="../media/image295.svg"/><Relationship Id="rId1" Type="http://schemas.openxmlformats.org/officeDocument/2006/relationships/image" Target="../media/image294.png"/><Relationship Id="rId4" Type="http://schemas.openxmlformats.org/officeDocument/2006/relationships/image" Target="../media/image535.svg"/></Relationships>
</file>

<file path=ppt/diagrams/_rels/data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453.svg"/></Relationships>
</file>

<file path=ppt/diagrams/_rels/data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9.png"/><Relationship Id="rId2" Type="http://schemas.openxmlformats.org/officeDocument/2006/relationships/image" Target="../media/image538.svg"/><Relationship Id="rId1" Type="http://schemas.openxmlformats.org/officeDocument/2006/relationships/image" Target="../media/image537.png"/><Relationship Id="rId4" Type="http://schemas.openxmlformats.org/officeDocument/2006/relationships/image" Target="../media/image540.svg"/></Relationships>
</file>

<file path=ppt/diagrams/_rels/data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4.png"/><Relationship Id="rId2" Type="http://schemas.openxmlformats.org/officeDocument/2006/relationships/image" Target="../media/image543.svg"/><Relationship Id="rId1" Type="http://schemas.openxmlformats.org/officeDocument/2006/relationships/image" Target="../media/image438.png"/><Relationship Id="rId6" Type="http://schemas.openxmlformats.org/officeDocument/2006/relationships/image" Target="../media/image261.svg"/><Relationship Id="rId5" Type="http://schemas.openxmlformats.org/officeDocument/2006/relationships/image" Target="../media/image260.png"/><Relationship Id="rId4" Type="http://schemas.openxmlformats.org/officeDocument/2006/relationships/image" Target="../media/image545.svg"/></Relationships>
</file>

<file path=ppt/diagrams/_rels/data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png"/><Relationship Id="rId2" Type="http://schemas.openxmlformats.org/officeDocument/2006/relationships/image" Target="../media/image548.svg"/><Relationship Id="rId1" Type="http://schemas.openxmlformats.org/officeDocument/2006/relationships/image" Target="../media/image547.png"/><Relationship Id="rId6" Type="http://schemas.openxmlformats.org/officeDocument/2006/relationships/image" Target="../media/image552.svg"/><Relationship Id="rId5" Type="http://schemas.openxmlformats.org/officeDocument/2006/relationships/image" Target="../media/image551.png"/><Relationship Id="rId4" Type="http://schemas.openxmlformats.org/officeDocument/2006/relationships/image" Target="../media/image550.svg"/></Relationships>
</file>

<file path=ppt/diagrams/_rels/data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486.svg"/><Relationship Id="rId1" Type="http://schemas.openxmlformats.org/officeDocument/2006/relationships/image" Target="../media/image485.png"/><Relationship Id="rId4" Type="http://schemas.openxmlformats.org/officeDocument/2006/relationships/image" Target="../media/image280.svg"/></Relationships>
</file>

<file path=ppt/diagrams/_rels/data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svg"/><Relationship Id="rId3" Type="http://schemas.openxmlformats.org/officeDocument/2006/relationships/image" Target="../media/image89.png"/><Relationship Id="rId7" Type="http://schemas.openxmlformats.org/officeDocument/2006/relationships/image" Target="../media/image560.png"/><Relationship Id="rId2" Type="http://schemas.openxmlformats.org/officeDocument/2006/relationships/image" Target="../media/image557.svg"/><Relationship Id="rId1" Type="http://schemas.openxmlformats.org/officeDocument/2006/relationships/image" Target="../media/image556.png"/><Relationship Id="rId6" Type="http://schemas.openxmlformats.org/officeDocument/2006/relationships/image" Target="../media/image559.svg"/><Relationship Id="rId5" Type="http://schemas.openxmlformats.org/officeDocument/2006/relationships/image" Target="../media/image558.png"/><Relationship Id="rId4" Type="http://schemas.openxmlformats.org/officeDocument/2006/relationships/image" Target="../media/image139.svg"/></Relationships>
</file>

<file path=ppt/diagrams/_rels/data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9.png"/><Relationship Id="rId2" Type="http://schemas.openxmlformats.org/officeDocument/2006/relationships/image" Target="../media/image568.svg"/><Relationship Id="rId1" Type="http://schemas.openxmlformats.org/officeDocument/2006/relationships/image" Target="../media/image567.png"/><Relationship Id="rId6" Type="http://schemas.openxmlformats.org/officeDocument/2006/relationships/image" Target="../media/image572.svg"/><Relationship Id="rId5" Type="http://schemas.openxmlformats.org/officeDocument/2006/relationships/image" Target="../media/image571.png"/><Relationship Id="rId4" Type="http://schemas.openxmlformats.org/officeDocument/2006/relationships/image" Target="../media/image570.svg"/></Relationships>
</file>

<file path=ppt/diagrams/_rels/data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svg"/><Relationship Id="rId3" Type="http://schemas.openxmlformats.org/officeDocument/2006/relationships/image" Target="../media/image152.png"/><Relationship Id="rId7" Type="http://schemas.openxmlformats.org/officeDocument/2006/relationships/image" Target="../media/image580.png"/><Relationship Id="rId2" Type="http://schemas.openxmlformats.org/officeDocument/2006/relationships/image" Target="../media/image577.svg"/><Relationship Id="rId1" Type="http://schemas.openxmlformats.org/officeDocument/2006/relationships/image" Target="../media/image36.png"/><Relationship Id="rId6" Type="http://schemas.openxmlformats.org/officeDocument/2006/relationships/image" Target="../media/image579.svg"/><Relationship Id="rId5" Type="http://schemas.openxmlformats.org/officeDocument/2006/relationships/image" Target="../media/image417.png"/><Relationship Id="rId10" Type="http://schemas.openxmlformats.org/officeDocument/2006/relationships/image" Target="../media/image139.svg"/><Relationship Id="rId4" Type="http://schemas.openxmlformats.org/officeDocument/2006/relationships/image" Target="../media/image578.svg"/><Relationship Id="rId9" Type="http://schemas.openxmlformats.org/officeDocument/2006/relationships/image" Target="../media/image89.png"/></Relationships>
</file>

<file path=ppt/diagrams/_rels/data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583.svg"/><Relationship Id="rId1" Type="http://schemas.openxmlformats.org/officeDocument/2006/relationships/image" Target="../media/image97.png"/><Relationship Id="rId4" Type="http://schemas.openxmlformats.org/officeDocument/2006/relationships/image" Target="../media/image584.svg"/></Relationships>
</file>

<file path=ppt/diagrams/_rels/data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svg"/><Relationship Id="rId3" Type="http://schemas.openxmlformats.org/officeDocument/2006/relationships/image" Target="../media/image587.png"/><Relationship Id="rId7" Type="http://schemas.openxmlformats.org/officeDocument/2006/relationships/image" Target="../media/image591.png"/><Relationship Id="rId2" Type="http://schemas.openxmlformats.org/officeDocument/2006/relationships/image" Target="../media/image586.svg"/><Relationship Id="rId1" Type="http://schemas.openxmlformats.org/officeDocument/2006/relationships/image" Target="../media/image585.png"/><Relationship Id="rId6" Type="http://schemas.openxmlformats.org/officeDocument/2006/relationships/image" Target="../media/image590.svg"/><Relationship Id="rId5" Type="http://schemas.openxmlformats.org/officeDocument/2006/relationships/image" Target="../media/image589.png"/><Relationship Id="rId4" Type="http://schemas.openxmlformats.org/officeDocument/2006/relationships/image" Target="../media/image588.svg"/></Relationships>
</file>

<file path=ppt/diagrams/_rels/data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3.svg"/><Relationship Id="rId3" Type="http://schemas.openxmlformats.org/officeDocument/2006/relationships/image" Target="../media/image598.png"/><Relationship Id="rId7" Type="http://schemas.openxmlformats.org/officeDocument/2006/relationships/image" Target="../media/image602.png"/><Relationship Id="rId12" Type="http://schemas.openxmlformats.org/officeDocument/2006/relationships/image" Target="../media/image607.svg"/><Relationship Id="rId2" Type="http://schemas.openxmlformats.org/officeDocument/2006/relationships/image" Target="../media/image197.svg"/><Relationship Id="rId1" Type="http://schemas.openxmlformats.org/officeDocument/2006/relationships/image" Target="../media/image196.png"/><Relationship Id="rId6" Type="http://schemas.openxmlformats.org/officeDocument/2006/relationships/image" Target="../media/image601.svg"/><Relationship Id="rId11" Type="http://schemas.openxmlformats.org/officeDocument/2006/relationships/image" Target="../media/image606.png"/><Relationship Id="rId5" Type="http://schemas.openxmlformats.org/officeDocument/2006/relationships/image" Target="../media/image600.png"/><Relationship Id="rId10" Type="http://schemas.openxmlformats.org/officeDocument/2006/relationships/image" Target="../media/image605.svg"/><Relationship Id="rId4" Type="http://schemas.openxmlformats.org/officeDocument/2006/relationships/image" Target="../media/image599.svg"/><Relationship Id="rId9" Type="http://schemas.openxmlformats.org/officeDocument/2006/relationships/image" Target="../media/image604.png"/></Relationships>
</file>

<file path=ppt/diagrams/_rels/data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8.svg"/><Relationship Id="rId3" Type="http://schemas.openxmlformats.org/officeDocument/2006/relationships/image" Target="../media/image89.png"/><Relationship Id="rId7" Type="http://schemas.openxmlformats.org/officeDocument/2006/relationships/image" Target="../media/image617.png"/><Relationship Id="rId2" Type="http://schemas.openxmlformats.org/officeDocument/2006/relationships/image" Target="../media/image614.svg"/><Relationship Id="rId1" Type="http://schemas.openxmlformats.org/officeDocument/2006/relationships/image" Target="../media/image613.png"/><Relationship Id="rId6" Type="http://schemas.openxmlformats.org/officeDocument/2006/relationships/image" Target="../media/image616.svg"/><Relationship Id="rId5" Type="http://schemas.openxmlformats.org/officeDocument/2006/relationships/image" Target="../media/image615.png"/><Relationship Id="rId4" Type="http://schemas.openxmlformats.org/officeDocument/2006/relationships/image" Target="../media/image139.svg"/></Relationships>
</file>

<file path=ppt/diagrams/_rels/data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2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623.svg"/></Relationships>
</file>

<file path=ppt/diagrams/_rels/data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4.svg"/><Relationship Id="rId3" Type="http://schemas.openxmlformats.org/officeDocument/2006/relationships/image" Target="../media/image629.png"/><Relationship Id="rId7" Type="http://schemas.openxmlformats.org/officeDocument/2006/relationships/image" Target="../media/image633.png"/><Relationship Id="rId2" Type="http://schemas.openxmlformats.org/officeDocument/2006/relationships/image" Target="../media/image486.svg"/><Relationship Id="rId1" Type="http://schemas.openxmlformats.org/officeDocument/2006/relationships/image" Target="../media/image485.png"/><Relationship Id="rId6" Type="http://schemas.openxmlformats.org/officeDocument/2006/relationships/image" Target="../media/image632.svg"/><Relationship Id="rId5" Type="http://schemas.openxmlformats.org/officeDocument/2006/relationships/image" Target="../media/image631.png"/><Relationship Id="rId4" Type="http://schemas.openxmlformats.org/officeDocument/2006/relationships/image" Target="../media/image6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10.png"/><Relationship Id="rId6" Type="http://schemas.openxmlformats.org/officeDocument/2006/relationships/image" Target="../media/image7.sv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svg"/><Relationship Id="rId1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svg"/><Relationship Id="rId1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image" Target="../media/image55.svg"/><Relationship Id="rId1" Type="http://schemas.openxmlformats.org/officeDocument/2006/relationships/image" Target="../media/image62.png"/><Relationship Id="rId6" Type="http://schemas.openxmlformats.org/officeDocument/2006/relationships/image" Target="../media/image59.svg"/><Relationship Id="rId5" Type="http://schemas.openxmlformats.org/officeDocument/2006/relationships/image" Target="../media/image64.png"/><Relationship Id="rId4" Type="http://schemas.openxmlformats.org/officeDocument/2006/relationships/image" Target="../media/image5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7.svg"/><Relationship Id="rId1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75.svg"/><Relationship Id="rId5" Type="http://schemas.openxmlformats.org/officeDocument/2006/relationships/image" Target="../media/image77.png"/><Relationship Id="rId4" Type="http://schemas.openxmlformats.org/officeDocument/2006/relationships/image" Target="../media/image7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9.svg"/><Relationship Id="rId1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6.png"/><Relationship Id="rId4" Type="http://schemas.openxmlformats.org/officeDocument/2006/relationships/image" Target="../media/image8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90.svg"/><Relationship Id="rId5" Type="http://schemas.openxmlformats.org/officeDocument/2006/relationships/image" Target="../media/image92.png"/><Relationship Id="rId4" Type="http://schemas.openxmlformats.org/officeDocument/2006/relationships/image" Target="../media/image8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4.svg"/><Relationship Id="rId1" Type="http://schemas.openxmlformats.org/officeDocument/2006/relationships/image" Target="../media/image99.png"/><Relationship Id="rId6" Type="http://schemas.openxmlformats.org/officeDocument/2006/relationships/image" Target="../media/image98.svg"/><Relationship Id="rId5" Type="http://schemas.openxmlformats.org/officeDocument/2006/relationships/image" Target="../media/image101.png"/><Relationship Id="rId4" Type="http://schemas.openxmlformats.org/officeDocument/2006/relationships/image" Target="../media/image96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4.svg"/><Relationship Id="rId1" Type="http://schemas.openxmlformats.org/officeDocument/2006/relationships/image" Target="../media/image99.png"/><Relationship Id="rId4" Type="http://schemas.openxmlformats.org/officeDocument/2006/relationships/image" Target="../media/image90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3.svg"/><Relationship Id="rId1" Type="http://schemas.openxmlformats.org/officeDocument/2006/relationships/image" Target="../media/image106.png"/><Relationship Id="rId4" Type="http://schemas.openxmlformats.org/officeDocument/2006/relationships/image" Target="../media/image105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9.svg"/><Relationship Id="rId1" Type="http://schemas.openxmlformats.org/officeDocument/2006/relationships/image" Target="../media/image112.png"/><Relationship Id="rId4" Type="http://schemas.openxmlformats.org/officeDocument/2006/relationships/image" Target="../media/image111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5.svg"/><Relationship Id="rId1" Type="http://schemas.openxmlformats.org/officeDocument/2006/relationships/image" Target="../media/image118.png"/><Relationship Id="rId4" Type="http://schemas.openxmlformats.org/officeDocument/2006/relationships/image" Target="../media/image117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1.svg"/><Relationship Id="rId1" Type="http://schemas.openxmlformats.org/officeDocument/2006/relationships/image" Target="../media/image124.png"/><Relationship Id="rId4" Type="http://schemas.openxmlformats.org/officeDocument/2006/relationships/image" Target="../media/image123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129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2.svg"/><Relationship Id="rId1" Type="http://schemas.openxmlformats.org/officeDocument/2006/relationships/image" Target="../media/image135.png"/><Relationship Id="rId4" Type="http://schemas.openxmlformats.org/officeDocument/2006/relationships/image" Target="../media/image134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38.svg"/><Relationship Id="rId1" Type="http://schemas.openxmlformats.org/officeDocument/2006/relationships/image" Target="../media/image142.png"/><Relationship Id="rId6" Type="http://schemas.openxmlformats.org/officeDocument/2006/relationships/image" Target="../media/image141.svg"/><Relationship Id="rId5" Type="http://schemas.openxmlformats.org/officeDocument/2006/relationships/image" Target="../media/image143.png"/><Relationship Id="rId4" Type="http://schemas.openxmlformats.org/officeDocument/2006/relationships/image" Target="../media/image139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3.svg"/><Relationship Id="rId1" Type="http://schemas.openxmlformats.org/officeDocument/2006/relationships/image" Target="../media/image26.png"/><Relationship Id="rId6" Type="http://schemas.openxmlformats.org/officeDocument/2006/relationships/image" Target="../media/image146.svg"/><Relationship Id="rId5" Type="http://schemas.openxmlformats.org/officeDocument/2006/relationships/image" Target="../media/image147.png"/><Relationship Id="rId4" Type="http://schemas.openxmlformats.org/officeDocument/2006/relationships/image" Target="../media/image144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1.svg"/><Relationship Id="rId1" Type="http://schemas.openxmlformats.org/officeDocument/2006/relationships/image" Target="../media/image154.png"/><Relationship Id="rId4" Type="http://schemas.openxmlformats.org/officeDocument/2006/relationships/image" Target="../media/image153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4" Type="http://schemas.openxmlformats.org/officeDocument/2006/relationships/image" Target="../media/image157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svg"/><Relationship Id="rId1" Type="http://schemas.openxmlformats.org/officeDocument/2006/relationships/image" Target="../media/image165.png"/><Relationship Id="rId6" Type="http://schemas.openxmlformats.org/officeDocument/2006/relationships/image" Target="../media/image164.svg"/><Relationship Id="rId5" Type="http://schemas.openxmlformats.org/officeDocument/2006/relationships/image" Target="../media/image163.png"/><Relationship Id="rId4" Type="http://schemas.openxmlformats.org/officeDocument/2006/relationships/image" Target="../media/image162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67.svg"/><Relationship Id="rId1" Type="http://schemas.openxmlformats.org/officeDocument/2006/relationships/image" Target="../media/image172.png"/><Relationship Id="rId6" Type="http://schemas.openxmlformats.org/officeDocument/2006/relationships/image" Target="../media/image171.svg"/><Relationship Id="rId5" Type="http://schemas.openxmlformats.org/officeDocument/2006/relationships/image" Target="../media/image174.png"/><Relationship Id="rId4" Type="http://schemas.openxmlformats.org/officeDocument/2006/relationships/image" Target="../media/image169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78.svg"/><Relationship Id="rId1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09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2.svg"/><Relationship Id="rId1" Type="http://schemas.openxmlformats.org/officeDocument/2006/relationships/image" Target="../media/image185.png"/><Relationship Id="rId4" Type="http://schemas.openxmlformats.org/officeDocument/2006/relationships/image" Target="../media/image184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9.png"/><Relationship Id="rId4" Type="http://schemas.openxmlformats.org/officeDocument/2006/relationships/image" Target="../media/image96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88.svg"/><Relationship Id="rId1" Type="http://schemas.openxmlformats.org/officeDocument/2006/relationships/image" Target="../media/image191.png"/><Relationship Id="rId6" Type="http://schemas.openxmlformats.org/officeDocument/2006/relationships/image" Target="../media/image51.svg"/><Relationship Id="rId5" Type="http://schemas.openxmlformats.org/officeDocument/2006/relationships/image" Target="../media/image53.png"/><Relationship Id="rId4" Type="http://schemas.openxmlformats.org/officeDocument/2006/relationships/image" Target="../media/image190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88.svg"/><Relationship Id="rId1" Type="http://schemas.openxmlformats.org/officeDocument/2006/relationships/image" Target="../media/image191.png"/><Relationship Id="rId4" Type="http://schemas.openxmlformats.org/officeDocument/2006/relationships/image" Target="../media/image194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4" Type="http://schemas.openxmlformats.org/officeDocument/2006/relationships/image" Target="../media/image199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4" Type="http://schemas.openxmlformats.org/officeDocument/2006/relationships/image" Target="../media/image144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7.png"/><Relationship Id="rId5" Type="http://schemas.openxmlformats.org/officeDocument/2006/relationships/image" Target="../media/image206.svg"/><Relationship Id="rId4" Type="http://schemas.openxmlformats.org/officeDocument/2006/relationships/image" Target="../media/image205.pn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09.svg"/><Relationship Id="rId1" Type="http://schemas.openxmlformats.org/officeDocument/2006/relationships/image" Target="../media/image214.png"/><Relationship Id="rId6" Type="http://schemas.openxmlformats.org/officeDocument/2006/relationships/image" Target="../media/image213.svg"/><Relationship Id="rId5" Type="http://schemas.openxmlformats.org/officeDocument/2006/relationships/image" Target="../media/image216.png"/><Relationship Id="rId4" Type="http://schemas.openxmlformats.org/officeDocument/2006/relationships/image" Target="../media/image211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1.svg"/><Relationship Id="rId1" Type="http://schemas.openxmlformats.org/officeDocument/2006/relationships/image" Target="../media/image224.png"/><Relationship Id="rId4" Type="http://schemas.openxmlformats.org/officeDocument/2006/relationships/image" Target="../media/image223.svg"/></Relationships>
</file>

<file path=ppt/diagrams/_rels/drawing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svg"/><Relationship Id="rId3" Type="http://schemas.openxmlformats.org/officeDocument/2006/relationships/image" Target="../media/image236.png"/><Relationship Id="rId7" Type="http://schemas.openxmlformats.org/officeDocument/2006/relationships/image" Target="../media/image238.png"/><Relationship Id="rId2" Type="http://schemas.openxmlformats.org/officeDocument/2006/relationships/image" Target="../media/image228.svg"/><Relationship Id="rId1" Type="http://schemas.openxmlformats.org/officeDocument/2006/relationships/image" Target="../media/image235.png"/><Relationship Id="rId6" Type="http://schemas.openxmlformats.org/officeDocument/2006/relationships/image" Target="../media/image232.svg"/><Relationship Id="rId5" Type="http://schemas.openxmlformats.org/officeDocument/2006/relationships/image" Target="../media/image237.png"/><Relationship Id="rId4" Type="http://schemas.openxmlformats.org/officeDocument/2006/relationships/image" Target="../media/image230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6" Type="http://schemas.openxmlformats.org/officeDocument/2006/relationships/image" Target="../media/image240.svg"/><Relationship Id="rId5" Type="http://schemas.openxmlformats.org/officeDocument/2006/relationships/image" Target="../media/image241.png"/><Relationship Id="rId4" Type="http://schemas.openxmlformats.org/officeDocument/2006/relationships/image" Target="../media/image129.svg"/></Relationships>
</file>

<file path=ppt/diagrams/_rels/drawing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svg"/><Relationship Id="rId3" Type="http://schemas.openxmlformats.org/officeDocument/2006/relationships/image" Target="../media/image53.png"/><Relationship Id="rId7" Type="http://schemas.openxmlformats.org/officeDocument/2006/relationships/image" Target="../media/image247.png"/><Relationship Id="rId2" Type="http://schemas.openxmlformats.org/officeDocument/2006/relationships/image" Target="../media/image209.svg"/><Relationship Id="rId1" Type="http://schemas.openxmlformats.org/officeDocument/2006/relationships/image" Target="../media/image214.png"/><Relationship Id="rId6" Type="http://schemas.openxmlformats.org/officeDocument/2006/relationships/image" Target="../media/image243.svg"/><Relationship Id="rId5" Type="http://schemas.openxmlformats.org/officeDocument/2006/relationships/image" Target="../media/image246.png"/><Relationship Id="rId4" Type="http://schemas.openxmlformats.org/officeDocument/2006/relationships/image" Target="../media/image144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49.svg"/><Relationship Id="rId1" Type="http://schemas.openxmlformats.org/officeDocument/2006/relationships/image" Target="../media/image250.png"/><Relationship Id="rId4" Type="http://schemas.openxmlformats.org/officeDocument/2006/relationships/image" Target="../media/image51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2.svg"/><Relationship Id="rId1" Type="http://schemas.openxmlformats.org/officeDocument/2006/relationships/image" Target="../media/image256.png"/><Relationship Id="rId6" Type="http://schemas.openxmlformats.org/officeDocument/2006/relationships/image" Target="../media/image255.svg"/><Relationship Id="rId5" Type="http://schemas.openxmlformats.org/officeDocument/2006/relationships/image" Target="../media/image130.png"/><Relationship Id="rId4" Type="http://schemas.openxmlformats.org/officeDocument/2006/relationships/image" Target="../media/image254.sv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1.svg"/><Relationship Id="rId1" Type="http://schemas.openxmlformats.org/officeDocument/2006/relationships/image" Target="../media/image264.png"/><Relationship Id="rId4" Type="http://schemas.openxmlformats.org/officeDocument/2006/relationships/image" Target="../media/image263.svg"/></Relationships>
</file>

<file path=ppt/diagrams/_rels/drawing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269.svg"/><Relationship Id="rId1" Type="http://schemas.openxmlformats.org/officeDocument/2006/relationships/image" Target="../media/image272.png"/><Relationship Id="rId6" Type="http://schemas.openxmlformats.org/officeDocument/2006/relationships/image" Target="../media/image271.svg"/><Relationship Id="rId5" Type="http://schemas.openxmlformats.org/officeDocument/2006/relationships/image" Target="../media/image273.png"/><Relationship Id="rId4" Type="http://schemas.openxmlformats.org/officeDocument/2006/relationships/image" Target="../media/image139.svg"/></Relationships>
</file>

<file path=ppt/diagrams/_rels/drawing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4" Type="http://schemas.openxmlformats.org/officeDocument/2006/relationships/image" Target="../media/image275.svg"/></Relationships>
</file>

<file path=ppt/diagrams/_rels/drawing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94.svg"/><Relationship Id="rId1" Type="http://schemas.openxmlformats.org/officeDocument/2006/relationships/image" Target="../media/image99.png"/><Relationship Id="rId6" Type="http://schemas.openxmlformats.org/officeDocument/2006/relationships/image" Target="../media/image280.svg"/><Relationship Id="rId5" Type="http://schemas.openxmlformats.org/officeDocument/2006/relationships/image" Target="../media/image282.png"/><Relationship Id="rId4" Type="http://schemas.openxmlformats.org/officeDocument/2006/relationships/image" Target="../media/image278.svg"/></Relationships>
</file>

<file path=ppt/diagrams/_rels/drawing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9.svg"/><Relationship Id="rId1" Type="http://schemas.openxmlformats.org/officeDocument/2006/relationships/image" Target="../media/image12.png"/><Relationship Id="rId4" Type="http://schemas.openxmlformats.org/officeDocument/2006/relationships/image" Target="../media/image284.svg"/></Relationships>
</file>

<file path=ppt/diagrams/_rels/drawing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3" Type="http://schemas.openxmlformats.org/officeDocument/2006/relationships/image" Target="../media/image92.png"/><Relationship Id="rId7" Type="http://schemas.openxmlformats.org/officeDocument/2006/relationships/hyperlink" Target="https://md5calc.com/hash/ripemd160" TargetMode="External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287.svg"/><Relationship Id="rId5" Type="http://schemas.openxmlformats.org/officeDocument/2006/relationships/image" Target="../media/image290.png"/><Relationship Id="rId4" Type="http://schemas.openxmlformats.org/officeDocument/2006/relationships/image" Target="../media/image139.svg"/><Relationship Id="rId9" Type="http://schemas.openxmlformats.org/officeDocument/2006/relationships/image" Target="../media/image289.svg"/></Relationships>
</file>

<file path=ppt/diagrams/_rels/drawing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2" Type="http://schemas.openxmlformats.org/officeDocument/2006/relationships/image" Target="../media/image293.svg"/><Relationship Id="rId1" Type="http://schemas.openxmlformats.org/officeDocument/2006/relationships/image" Target="../media/image296.png"/><Relationship Id="rId4" Type="http://schemas.openxmlformats.org/officeDocument/2006/relationships/image" Target="../media/image295.svg"/></Relationships>
</file>

<file path=ppt/diagrams/_rels/drawing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151.svg"/><Relationship Id="rId1" Type="http://schemas.openxmlformats.org/officeDocument/2006/relationships/image" Target="../media/image154.png"/><Relationship Id="rId6" Type="http://schemas.openxmlformats.org/officeDocument/2006/relationships/image" Target="../media/image287.svg"/><Relationship Id="rId5" Type="http://schemas.openxmlformats.org/officeDocument/2006/relationships/image" Target="../media/image290.png"/><Relationship Id="rId4" Type="http://schemas.openxmlformats.org/officeDocument/2006/relationships/image" Target="../media/image299.svg"/></Relationships>
</file>

<file path=ppt/diagrams/_rels/drawing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03.svg"/><Relationship Id="rId1" Type="http://schemas.openxmlformats.org/officeDocument/2006/relationships/image" Target="../media/image306.png"/><Relationship Id="rId4" Type="http://schemas.openxmlformats.org/officeDocument/2006/relationships/image" Target="../media/image305.svg"/></Relationships>
</file>

<file path=ppt/diagrams/_rels/drawing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08.svg"/><Relationship Id="rId1" Type="http://schemas.openxmlformats.org/officeDocument/2006/relationships/image" Target="../media/image311.png"/><Relationship Id="rId4" Type="http://schemas.openxmlformats.org/officeDocument/2006/relationships/image" Target="../media/image310.svg"/></Relationships>
</file>

<file path=ppt/diagrams/_rels/drawing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4" Type="http://schemas.openxmlformats.org/officeDocument/2006/relationships/image" Target="../media/image314.svg"/></Relationships>
</file>

<file path=ppt/diagrams/_rels/drawing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17.svg"/><Relationship Id="rId1" Type="http://schemas.openxmlformats.org/officeDocument/2006/relationships/image" Target="../media/image320.png"/><Relationship Id="rId4" Type="http://schemas.openxmlformats.org/officeDocument/2006/relationships/image" Target="../media/image319.svg"/></Relationships>
</file>

<file path=ppt/diagrams/_rels/drawing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3.svg"/><Relationship Id="rId1" Type="http://schemas.openxmlformats.org/officeDocument/2006/relationships/image" Target="../media/image326.png"/><Relationship Id="rId6" Type="http://schemas.openxmlformats.org/officeDocument/2006/relationships/image" Target="../media/image109.svg"/><Relationship Id="rId5" Type="http://schemas.openxmlformats.org/officeDocument/2006/relationships/image" Target="../media/image112.png"/><Relationship Id="rId4" Type="http://schemas.openxmlformats.org/officeDocument/2006/relationships/image" Target="../media/image325.svg"/></Relationships>
</file>

<file path=ppt/diagrams/_rels/drawing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6" Type="http://schemas.openxmlformats.org/officeDocument/2006/relationships/image" Target="../media/image280.svg"/><Relationship Id="rId5" Type="http://schemas.openxmlformats.org/officeDocument/2006/relationships/image" Target="../media/image282.png"/><Relationship Id="rId4" Type="http://schemas.openxmlformats.org/officeDocument/2006/relationships/image" Target="../media/image278.svg"/></Relationships>
</file>

<file path=ppt/diagrams/_rels/drawing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209.svg"/><Relationship Id="rId1" Type="http://schemas.openxmlformats.org/officeDocument/2006/relationships/image" Target="../media/image214.png"/><Relationship Id="rId6" Type="http://schemas.openxmlformats.org/officeDocument/2006/relationships/image" Target="../media/image90.svg"/><Relationship Id="rId5" Type="http://schemas.openxmlformats.org/officeDocument/2006/relationships/image" Target="../media/image92.png"/><Relationship Id="rId4" Type="http://schemas.openxmlformats.org/officeDocument/2006/relationships/image" Target="../media/image330.svg"/></Relationships>
</file>

<file path=ppt/diagrams/_rels/drawing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33.svg"/><Relationship Id="rId1" Type="http://schemas.openxmlformats.org/officeDocument/2006/relationships/image" Target="../media/image335.png"/><Relationship Id="rId4" Type="http://schemas.openxmlformats.org/officeDocument/2006/relationships/image" Target="../media/image334.svg"/></Relationships>
</file>

<file path=ppt/diagrams/_rels/drawing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341.svg"/><Relationship Id="rId5" Type="http://schemas.openxmlformats.org/officeDocument/2006/relationships/image" Target="../media/image343.png"/><Relationship Id="rId4" Type="http://schemas.openxmlformats.org/officeDocument/2006/relationships/image" Target="../media/image339.svg"/></Relationships>
</file>

<file path=ppt/diagrams/_rels/drawing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45.svg"/><Relationship Id="rId1" Type="http://schemas.openxmlformats.org/officeDocument/2006/relationships/image" Target="../media/image350.png"/><Relationship Id="rId6" Type="http://schemas.openxmlformats.org/officeDocument/2006/relationships/image" Target="../media/image349.svg"/><Relationship Id="rId5" Type="http://schemas.openxmlformats.org/officeDocument/2006/relationships/image" Target="../media/image352.png"/><Relationship Id="rId4" Type="http://schemas.openxmlformats.org/officeDocument/2006/relationships/image" Target="../media/image347.svg"/></Relationships>
</file>

<file path=ppt/diagrams/_rels/drawing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356.svg"/><Relationship Id="rId5" Type="http://schemas.openxmlformats.org/officeDocument/2006/relationships/image" Target="../media/image358.png"/><Relationship Id="rId4" Type="http://schemas.openxmlformats.org/officeDocument/2006/relationships/image" Target="../media/image354.svg"/></Relationships>
</file>

<file path=ppt/diagrams/_rels/drawing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svg"/><Relationship Id="rId3" Type="http://schemas.openxmlformats.org/officeDocument/2006/relationships/image" Target="../media/image92.png"/><Relationship Id="rId7" Type="http://schemas.openxmlformats.org/officeDocument/2006/relationships/image" Target="../media/image363.png"/><Relationship Id="rId2" Type="http://schemas.openxmlformats.org/officeDocument/2006/relationships/image" Target="../media/image360.svg"/><Relationship Id="rId1" Type="http://schemas.openxmlformats.org/officeDocument/2006/relationships/image" Target="../media/image365.png"/><Relationship Id="rId6" Type="http://schemas.openxmlformats.org/officeDocument/2006/relationships/image" Target="../media/image362.svg"/><Relationship Id="rId5" Type="http://schemas.openxmlformats.org/officeDocument/2006/relationships/image" Target="../media/image366.png"/><Relationship Id="rId4" Type="http://schemas.openxmlformats.org/officeDocument/2006/relationships/image" Target="../media/image139.svg"/></Relationships>
</file>

<file path=ppt/diagrams/_rels/drawing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370.svg"/><Relationship Id="rId1" Type="http://schemas.openxmlformats.org/officeDocument/2006/relationships/image" Target="../media/image371.png"/><Relationship Id="rId4" Type="http://schemas.openxmlformats.org/officeDocument/2006/relationships/image" Target="../media/image280.svg"/></Relationships>
</file>

<file path=ppt/diagrams/_rels/drawing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33.svg"/><Relationship Id="rId1" Type="http://schemas.openxmlformats.org/officeDocument/2006/relationships/image" Target="../media/image335.png"/><Relationship Id="rId4" Type="http://schemas.openxmlformats.org/officeDocument/2006/relationships/image" Target="../media/image51.svg"/></Relationships>
</file>

<file path=ppt/diagrams/_rels/drawing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373.svg"/><Relationship Id="rId1" Type="http://schemas.openxmlformats.org/officeDocument/2006/relationships/image" Target="../media/image374.png"/><Relationship Id="rId4" Type="http://schemas.openxmlformats.org/officeDocument/2006/relationships/image" Target="../media/image203.svg"/></Relationships>
</file>

<file path=ppt/diagrams/_rels/drawing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89.svg"/><Relationship Id="rId1" Type="http://schemas.openxmlformats.org/officeDocument/2006/relationships/image" Target="../media/image291.png"/><Relationship Id="rId4" Type="http://schemas.openxmlformats.org/officeDocument/2006/relationships/image" Target="../media/image375.svg"/></Relationships>
</file>

<file path=ppt/diagrams/_rels/drawing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4" Type="http://schemas.openxmlformats.org/officeDocument/2006/relationships/image" Target="../media/image377.svg"/></Relationships>
</file>

<file path=ppt/diagrams/_rels/drawing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144.svg"/></Relationships>
</file>

<file path=ppt/diagrams/_rels/drawing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381.svg"/><Relationship Id="rId5" Type="http://schemas.openxmlformats.org/officeDocument/2006/relationships/image" Target="../media/image382.png"/><Relationship Id="rId4" Type="http://schemas.openxmlformats.org/officeDocument/2006/relationships/image" Target="../media/image379.svg"/></Relationships>
</file>

<file path=ppt/diagrams/_rels/drawing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6" Type="http://schemas.openxmlformats.org/officeDocument/2006/relationships/image" Target="../media/image384.svg"/><Relationship Id="rId5" Type="http://schemas.openxmlformats.org/officeDocument/2006/relationships/image" Target="../media/image385.png"/><Relationship Id="rId4" Type="http://schemas.openxmlformats.org/officeDocument/2006/relationships/image" Target="../media/image144.svg"/></Relationships>
</file>

<file path=ppt/diagrams/_rels/drawing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209.svg"/><Relationship Id="rId1" Type="http://schemas.openxmlformats.org/officeDocument/2006/relationships/image" Target="../media/image214.png"/><Relationship Id="rId4" Type="http://schemas.openxmlformats.org/officeDocument/2006/relationships/image" Target="../media/image387.svg"/></Relationships>
</file>

<file path=ppt/diagrams/_rels/drawing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345.svg"/><Relationship Id="rId1" Type="http://schemas.openxmlformats.org/officeDocument/2006/relationships/image" Target="../media/image350.png"/><Relationship Id="rId4" Type="http://schemas.openxmlformats.org/officeDocument/2006/relationships/image" Target="../media/image377.svg"/></Relationships>
</file>

<file path=ppt/diagrams/_rels/drawing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6" Type="http://schemas.openxmlformats.org/officeDocument/2006/relationships/image" Target="../media/image392.svg"/><Relationship Id="rId5" Type="http://schemas.openxmlformats.org/officeDocument/2006/relationships/image" Target="../media/image394.png"/><Relationship Id="rId4" Type="http://schemas.openxmlformats.org/officeDocument/2006/relationships/image" Target="../media/image390.svg"/></Relationships>
</file>

<file path=ppt/diagrams/_rels/drawing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2" Type="http://schemas.openxmlformats.org/officeDocument/2006/relationships/image" Target="../media/image79.svg"/><Relationship Id="rId1" Type="http://schemas.openxmlformats.org/officeDocument/2006/relationships/image" Target="../media/image84.png"/><Relationship Id="rId6" Type="http://schemas.openxmlformats.org/officeDocument/2006/relationships/image" Target="../media/image188.svg"/><Relationship Id="rId5" Type="http://schemas.openxmlformats.org/officeDocument/2006/relationships/image" Target="../media/image191.png"/><Relationship Id="rId4" Type="http://schemas.openxmlformats.org/officeDocument/2006/relationships/image" Target="../media/image396.svg"/></Relationships>
</file>

<file path=ppt/diagrams/_rels/drawing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2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401.svg"/><Relationship Id="rId5" Type="http://schemas.openxmlformats.org/officeDocument/2006/relationships/image" Target="../media/image403.png"/><Relationship Id="rId4" Type="http://schemas.openxmlformats.org/officeDocument/2006/relationships/image" Target="../media/image399.svg"/></Relationships>
</file>

<file path=ppt/diagrams/_rels/drawing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svg"/><Relationship Id="rId3" Type="http://schemas.openxmlformats.org/officeDocument/2006/relationships/image" Target="../media/image410.png"/><Relationship Id="rId7" Type="http://schemas.openxmlformats.org/officeDocument/2006/relationships/image" Target="../media/image412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407.svg"/><Relationship Id="rId5" Type="http://schemas.openxmlformats.org/officeDocument/2006/relationships/image" Target="../media/image411.png"/><Relationship Id="rId4" Type="http://schemas.openxmlformats.org/officeDocument/2006/relationships/image" Target="../media/image405.svg"/></Relationships>
</file>

<file path=ppt/diagrams/_rels/drawing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5.png"/><Relationship Id="rId2" Type="http://schemas.openxmlformats.org/officeDocument/2006/relationships/image" Target="../media/image414.svg"/><Relationship Id="rId1" Type="http://schemas.openxmlformats.org/officeDocument/2006/relationships/image" Target="../media/image416.png"/></Relationships>
</file>

<file path=ppt/diagrams/_rels/drawing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6" Type="http://schemas.openxmlformats.org/officeDocument/2006/relationships/image" Target="../media/image418.svg"/><Relationship Id="rId5" Type="http://schemas.openxmlformats.org/officeDocument/2006/relationships/image" Target="../media/image419.png"/><Relationship Id="rId4" Type="http://schemas.openxmlformats.org/officeDocument/2006/relationships/image" Target="../media/image96.svg"/></Relationships>
</file>

<file path=ppt/diagrams/_rels/drawing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423.svg"/><Relationship Id="rId5" Type="http://schemas.openxmlformats.org/officeDocument/2006/relationships/image" Target="../media/image425.png"/><Relationship Id="rId4" Type="http://schemas.openxmlformats.org/officeDocument/2006/relationships/image" Target="../media/image421.svg"/></Relationships>
</file>

<file path=ppt/diagrams/_rels/drawing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428.svg"/><Relationship Id="rId1" Type="http://schemas.openxmlformats.org/officeDocument/2006/relationships/image" Target="../media/image432.png"/><Relationship Id="rId6" Type="http://schemas.openxmlformats.org/officeDocument/2006/relationships/image" Target="../media/image431.svg"/><Relationship Id="rId5" Type="http://schemas.openxmlformats.org/officeDocument/2006/relationships/image" Target="../media/image433.png"/><Relationship Id="rId4" Type="http://schemas.openxmlformats.org/officeDocument/2006/relationships/image" Target="../media/image429.svg"/></Relationships>
</file>

<file path=ppt/diagrams/_rels/drawing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35.svg"/><Relationship Id="rId1" Type="http://schemas.openxmlformats.org/officeDocument/2006/relationships/image" Target="../media/image440.png"/><Relationship Id="rId6" Type="http://schemas.openxmlformats.org/officeDocument/2006/relationships/image" Target="../media/image439.svg"/><Relationship Id="rId5" Type="http://schemas.openxmlformats.org/officeDocument/2006/relationships/image" Target="../media/image442.png"/><Relationship Id="rId4" Type="http://schemas.openxmlformats.org/officeDocument/2006/relationships/image" Target="../media/image437.svg"/></Relationships>
</file>

<file path=ppt/diagrams/_rels/drawing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446.svg"/><Relationship Id="rId5" Type="http://schemas.openxmlformats.org/officeDocument/2006/relationships/image" Target="../media/image448.png"/><Relationship Id="rId4" Type="http://schemas.openxmlformats.org/officeDocument/2006/relationships/image" Target="../media/image444.svg"/></Relationships>
</file>

<file path=ppt/diagrams/_rels/drawing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4" Type="http://schemas.openxmlformats.org/officeDocument/2006/relationships/image" Target="../media/image450.svg"/></Relationships>
</file>

<file path=ppt/diagrams/_rels/drawing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455.svg"/><Relationship Id="rId5" Type="http://schemas.openxmlformats.org/officeDocument/2006/relationships/image" Target="../media/image457.png"/><Relationship Id="rId4" Type="http://schemas.openxmlformats.org/officeDocument/2006/relationships/image" Target="../media/image453.svg"/></Relationships>
</file>

<file path=ppt/diagrams/_rels/drawing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4.svg"/><Relationship Id="rId1" Type="http://schemas.openxmlformats.org/officeDocument/2006/relationships/image" Target="../media/image19.png"/><Relationship Id="rId4" Type="http://schemas.openxmlformats.org/officeDocument/2006/relationships/image" Target="../media/image144.svg"/></Relationships>
</file>

<file path=ppt/diagrams/_rels/drawing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4" Type="http://schemas.openxmlformats.org/officeDocument/2006/relationships/image" Target="../media/image459.svg"/></Relationships>
</file>

<file path=ppt/diagrams/_rels/drawing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png"/><Relationship Id="rId2" Type="http://schemas.openxmlformats.org/officeDocument/2006/relationships/image" Target="../media/image463.svg"/><Relationship Id="rId1" Type="http://schemas.openxmlformats.org/officeDocument/2006/relationships/image" Target="../media/image466.png"/><Relationship Id="rId4" Type="http://schemas.openxmlformats.org/officeDocument/2006/relationships/image" Target="../media/image465.svg"/></Relationships>
</file>

<file path=ppt/diagrams/_rels/drawing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228.svg"/><Relationship Id="rId1" Type="http://schemas.openxmlformats.org/officeDocument/2006/relationships/image" Target="../media/image235.png"/><Relationship Id="rId4" Type="http://schemas.openxmlformats.org/officeDocument/2006/relationships/image" Target="../media/image469.svg"/></Relationships>
</file>

<file path=ppt/diagrams/_rels/drawing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2.svg"/><Relationship Id="rId1" Type="http://schemas.openxmlformats.org/officeDocument/2006/relationships/image" Target="../media/image475.png"/><Relationship Id="rId4" Type="http://schemas.openxmlformats.org/officeDocument/2006/relationships/image" Target="../media/image474.svg"/></Relationships>
</file>

<file path=ppt/diagrams/_rels/drawing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4" Type="http://schemas.openxmlformats.org/officeDocument/2006/relationships/image" Target="../media/image319.svg"/></Relationships>
</file>

<file path=ppt/diagrams/_rels/drawing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mal100/pybitcointools" TargetMode="External"/><Relationship Id="rId2" Type="http://schemas.openxmlformats.org/officeDocument/2006/relationships/image" Target="../media/image479.svg"/><Relationship Id="rId1" Type="http://schemas.openxmlformats.org/officeDocument/2006/relationships/image" Target="../media/image480.png"/><Relationship Id="rId5" Type="http://schemas.openxmlformats.org/officeDocument/2006/relationships/image" Target="../media/image295.svg"/><Relationship Id="rId4" Type="http://schemas.openxmlformats.org/officeDocument/2006/relationships/image" Target="../media/image297.png"/></Relationships>
</file>

<file path=ppt/diagrams/_rels/drawing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4.png"/><Relationship Id="rId2" Type="http://schemas.openxmlformats.org/officeDocument/2006/relationships/image" Target="../media/image23.svg"/><Relationship Id="rId1" Type="http://schemas.openxmlformats.org/officeDocument/2006/relationships/image" Target="../media/image26.png"/><Relationship Id="rId6" Type="http://schemas.openxmlformats.org/officeDocument/2006/relationships/image" Target="../media/image483.svg"/><Relationship Id="rId5" Type="http://schemas.openxmlformats.org/officeDocument/2006/relationships/image" Target="../media/image378.png"/><Relationship Id="rId4" Type="http://schemas.openxmlformats.org/officeDocument/2006/relationships/image" Target="../media/image482.svg"/></Relationships>
</file>

<file path=ppt/diagrams/_rels/drawing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svg"/><Relationship Id="rId3" Type="http://schemas.openxmlformats.org/officeDocument/2006/relationships/image" Target="../media/image494.png"/><Relationship Id="rId7" Type="http://schemas.openxmlformats.org/officeDocument/2006/relationships/image" Target="../media/image496.png"/><Relationship Id="rId2" Type="http://schemas.openxmlformats.org/officeDocument/2006/relationships/image" Target="../media/image486.svg"/><Relationship Id="rId1" Type="http://schemas.openxmlformats.org/officeDocument/2006/relationships/image" Target="../media/image493.png"/><Relationship Id="rId6" Type="http://schemas.openxmlformats.org/officeDocument/2006/relationships/image" Target="../media/image490.svg"/><Relationship Id="rId5" Type="http://schemas.openxmlformats.org/officeDocument/2006/relationships/image" Target="../media/image495.png"/><Relationship Id="rId4" Type="http://schemas.openxmlformats.org/officeDocument/2006/relationships/image" Target="../media/image488.svg"/></Relationships>
</file>

<file path=ppt/diagrams/_rels/drawing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svg"/><Relationship Id="rId3" Type="http://schemas.openxmlformats.org/officeDocument/2006/relationships/image" Target="../media/image460.png"/><Relationship Id="rId7" Type="http://schemas.openxmlformats.org/officeDocument/2006/relationships/image" Target="../media/image499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459.svg"/></Relationships>
</file>

<file path=ppt/diagrams/_rels/drawing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svg"/><Relationship Id="rId3" Type="http://schemas.openxmlformats.org/officeDocument/2006/relationships/image" Target="../media/image504.png"/><Relationship Id="rId7" Type="http://schemas.openxmlformats.org/officeDocument/2006/relationships/image" Target="../media/image505.png"/><Relationship Id="rId2" Type="http://schemas.openxmlformats.org/officeDocument/2006/relationships/image" Target="../media/image109.svg"/><Relationship Id="rId1" Type="http://schemas.openxmlformats.org/officeDocument/2006/relationships/image" Target="../media/image112.png"/><Relationship Id="rId6" Type="http://schemas.openxmlformats.org/officeDocument/2006/relationships/image" Target="../media/image111.svg"/><Relationship Id="rId5" Type="http://schemas.openxmlformats.org/officeDocument/2006/relationships/image" Target="../media/image113.png"/><Relationship Id="rId4" Type="http://schemas.openxmlformats.org/officeDocument/2006/relationships/image" Target="../media/image501.sv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3.svg"/><Relationship Id="rId1" Type="http://schemas.openxmlformats.org/officeDocument/2006/relationships/image" Target="../media/image26.png"/><Relationship Id="rId6" Type="http://schemas.openxmlformats.org/officeDocument/2006/relationships/image" Target="../media/image507.svg"/><Relationship Id="rId5" Type="http://schemas.openxmlformats.org/officeDocument/2006/relationships/image" Target="../media/image508.png"/><Relationship Id="rId4" Type="http://schemas.openxmlformats.org/officeDocument/2006/relationships/image" Target="../media/image144.svg"/></Relationships>
</file>

<file path=ppt/diagrams/_rels/drawing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510.svg"/><Relationship Id="rId5" Type="http://schemas.openxmlformats.org/officeDocument/2006/relationships/image" Target="../media/image511.png"/><Relationship Id="rId4" Type="http://schemas.openxmlformats.org/officeDocument/2006/relationships/image" Target="../media/image129.svg"/></Relationships>
</file>

<file path=ppt/diagrams/_rels/drawing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23.svg"/><Relationship Id="rId1" Type="http://schemas.openxmlformats.org/officeDocument/2006/relationships/image" Target="../media/image26.png"/><Relationship Id="rId6" Type="http://schemas.openxmlformats.org/officeDocument/2006/relationships/image" Target="../media/image271.svg"/><Relationship Id="rId5" Type="http://schemas.openxmlformats.org/officeDocument/2006/relationships/image" Target="../media/image273.png"/><Relationship Id="rId4" Type="http://schemas.openxmlformats.org/officeDocument/2006/relationships/image" Target="../media/image387.svg"/></Relationships>
</file>

<file path=ppt/diagrams/_rels/drawing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svg"/><Relationship Id="rId3" Type="http://schemas.openxmlformats.org/officeDocument/2006/relationships/image" Target="../media/image521.png"/><Relationship Id="rId7" Type="http://schemas.openxmlformats.org/officeDocument/2006/relationships/image" Target="../media/image523.png"/><Relationship Id="rId2" Type="http://schemas.openxmlformats.org/officeDocument/2006/relationships/image" Target="../media/image513.svg"/><Relationship Id="rId1" Type="http://schemas.openxmlformats.org/officeDocument/2006/relationships/image" Target="../media/image520.png"/><Relationship Id="rId6" Type="http://schemas.openxmlformats.org/officeDocument/2006/relationships/image" Target="../media/image517.svg"/><Relationship Id="rId5" Type="http://schemas.openxmlformats.org/officeDocument/2006/relationships/image" Target="../media/image522.png"/><Relationship Id="rId4" Type="http://schemas.openxmlformats.org/officeDocument/2006/relationships/image" Target="../media/image515.svg"/></Relationships>
</file>

<file path=ppt/diagrams/_rels/drawing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5.svg"/><Relationship Id="rId1" Type="http://schemas.openxmlformats.org/officeDocument/2006/relationships/image" Target="../media/image526.png"/><Relationship Id="rId6" Type="http://schemas.openxmlformats.org/officeDocument/2006/relationships/image" Target="../media/image507.svg"/><Relationship Id="rId5" Type="http://schemas.openxmlformats.org/officeDocument/2006/relationships/image" Target="../media/image508.png"/><Relationship Id="rId4" Type="http://schemas.openxmlformats.org/officeDocument/2006/relationships/image" Target="../media/image144.svg"/></Relationships>
</file>

<file path=ppt/diagrams/_rels/drawing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image" Target="../media/image435.svg"/><Relationship Id="rId1" Type="http://schemas.openxmlformats.org/officeDocument/2006/relationships/image" Target="../media/image440.png"/><Relationship Id="rId6" Type="http://schemas.openxmlformats.org/officeDocument/2006/relationships/image" Target="../media/image530.svg"/><Relationship Id="rId5" Type="http://schemas.openxmlformats.org/officeDocument/2006/relationships/image" Target="../media/image532.png"/><Relationship Id="rId4" Type="http://schemas.openxmlformats.org/officeDocument/2006/relationships/image" Target="../media/image528.svg"/></Relationships>
</file>

<file path=ppt/diagrams/_rels/drawing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png"/><Relationship Id="rId2" Type="http://schemas.openxmlformats.org/officeDocument/2006/relationships/image" Target="../media/image295.svg"/><Relationship Id="rId1" Type="http://schemas.openxmlformats.org/officeDocument/2006/relationships/image" Target="../media/image297.png"/><Relationship Id="rId4" Type="http://schemas.openxmlformats.org/officeDocument/2006/relationships/image" Target="../media/image535.svg"/></Relationships>
</file>

<file path=ppt/diagrams/_rels/drawing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png"/><Relationship Id="rId2" Type="http://schemas.openxmlformats.org/officeDocument/2006/relationships/image" Target="../media/image29.svg"/><Relationship Id="rId1" Type="http://schemas.openxmlformats.org/officeDocument/2006/relationships/image" Target="../media/image32.png"/><Relationship Id="rId4" Type="http://schemas.openxmlformats.org/officeDocument/2006/relationships/image" Target="../media/image453.svg"/></Relationships>
</file>

<file path=ppt/diagrams/_rels/drawing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2.png"/><Relationship Id="rId2" Type="http://schemas.openxmlformats.org/officeDocument/2006/relationships/image" Target="../media/image538.svg"/><Relationship Id="rId1" Type="http://schemas.openxmlformats.org/officeDocument/2006/relationships/image" Target="../media/image541.png"/><Relationship Id="rId4" Type="http://schemas.openxmlformats.org/officeDocument/2006/relationships/image" Target="../media/image540.svg"/></Relationships>
</file>

<file path=ppt/diagrams/_rels/drawing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png"/><Relationship Id="rId2" Type="http://schemas.openxmlformats.org/officeDocument/2006/relationships/image" Target="../media/image543.svg"/><Relationship Id="rId1" Type="http://schemas.openxmlformats.org/officeDocument/2006/relationships/image" Target="../media/image442.png"/><Relationship Id="rId6" Type="http://schemas.openxmlformats.org/officeDocument/2006/relationships/image" Target="../media/image261.svg"/><Relationship Id="rId5" Type="http://schemas.openxmlformats.org/officeDocument/2006/relationships/image" Target="../media/image264.png"/><Relationship Id="rId4" Type="http://schemas.openxmlformats.org/officeDocument/2006/relationships/image" Target="../media/image545.svg"/></Relationships>
</file>

<file path=ppt/diagrams/_rels/drawing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4.png"/><Relationship Id="rId2" Type="http://schemas.openxmlformats.org/officeDocument/2006/relationships/image" Target="../media/image548.svg"/><Relationship Id="rId1" Type="http://schemas.openxmlformats.org/officeDocument/2006/relationships/image" Target="../media/image553.png"/><Relationship Id="rId6" Type="http://schemas.openxmlformats.org/officeDocument/2006/relationships/image" Target="../media/image552.svg"/><Relationship Id="rId5" Type="http://schemas.openxmlformats.org/officeDocument/2006/relationships/image" Target="../media/image555.png"/><Relationship Id="rId4" Type="http://schemas.openxmlformats.org/officeDocument/2006/relationships/image" Target="../media/image550.svg"/></Relationships>
</file>

<file path=ppt/diagrams/_rels/drawing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486.svg"/><Relationship Id="rId1" Type="http://schemas.openxmlformats.org/officeDocument/2006/relationships/image" Target="../media/image493.png"/><Relationship Id="rId4" Type="http://schemas.openxmlformats.org/officeDocument/2006/relationships/image" Target="../media/image280.svg"/></Relationships>
</file>

<file path=ppt/diagrams/_rels/drawing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1.svg"/><Relationship Id="rId3" Type="http://schemas.openxmlformats.org/officeDocument/2006/relationships/image" Target="../media/image92.png"/><Relationship Id="rId7" Type="http://schemas.openxmlformats.org/officeDocument/2006/relationships/image" Target="../media/image564.png"/><Relationship Id="rId2" Type="http://schemas.openxmlformats.org/officeDocument/2006/relationships/image" Target="../media/image557.svg"/><Relationship Id="rId1" Type="http://schemas.openxmlformats.org/officeDocument/2006/relationships/image" Target="../media/image562.png"/><Relationship Id="rId6" Type="http://schemas.openxmlformats.org/officeDocument/2006/relationships/image" Target="../media/image559.svg"/><Relationship Id="rId5" Type="http://schemas.openxmlformats.org/officeDocument/2006/relationships/image" Target="../media/image563.png"/><Relationship Id="rId4" Type="http://schemas.openxmlformats.org/officeDocument/2006/relationships/image" Target="../media/image139.svg"/></Relationships>
</file>

<file path=ppt/diagrams/_rels/drawing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4.png"/><Relationship Id="rId2" Type="http://schemas.openxmlformats.org/officeDocument/2006/relationships/image" Target="../media/image568.svg"/><Relationship Id="rId1" Type="http://schemas.openxmlformats.org/officeDocument/2006/relationships/image" Target="../media/image573.png"/><Relationship Id="rId6" Type="http://schemas.openxmlformats.org/officeDocument/2006/relationships/image" Target="../media/image572.svg"/><Relationship Id="rId5" Type="http://schemas.openxmlformats.org/officeDocument/2006/relationships/image" Target="../media/image575.png"/><Relationship Id="rId4" Type="http://schemas.openxmlformats.org/officeDocument/2006/relationships/image" Target="../media/image570.svg"/></Relationships>
</file>

<file path=ppt/diagrams/_rels/drawing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svg"/><Relationship Id="rId3" Type="http://schemas.openxmlformats.org/officeDocument/2006/relationships/image" Target="../media/image155.png"/><Relationship Id="rId7" Type="http://schemas.openxmlformats.org/officeDocument/2006/relationships/image" Target="../media/image582.png"/><Relationship Id="rId2" Type="http://schemas.openxmlformats.org/officeDocument/2006/relationships/image" Target="../media/image577.svg"/><Relationship Id="rId1" Type="http://schemas.openxmlformats.org/officeDocument/2006/relationships/image" Target="../media/image39.png"/><Relationship Id="rId6" Type="http://schemas.openxmlformats.org/officeDocument/2006/relationships/image" Target="../media/image579.svg"/><Relationship Id="rId5" Type="http://schemas.openxmlformats.org/officeDocument/2006/relationships/image" Target="../media/image419.png"/><Relationship Id="rId10" Type="http://schemas.openxmlformats.org/officeDocument/2006/relationships/image" Target="../media/image139.svg"/><Relationship Id="rId4" Type="http://schemas.openxmlformats.org/officeDocument/2006/relationships/image" Target="../media/image578.svg"/><Relationship Id="rId9" Type="http://schemas.openxmlformats.org/officeDocument/2006/relationships/image" Target="../media/image92.png"/></Relationships>
</file>

<file path=ppt/diagrams/_rels/drawing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583.svg"/><Relationship Id="rId1" Type="http://schemas.openxmlformats.org/officeDocument/2006/relationships/image" Target="../media/image101.png"/><Relationship Id="rId4" Type="http://schemas.openxmlformats.org/officeDocument/2006/relationships/image" Target="../media/image584.svg"/></Relationships>
</file>

<file path=ppt/diagrams/_rels/drawing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svg"/><Relationship Id="rId3" Type="http://schemas.openxmlformats.org/officeDocument/2006/relationships/image" Target="../media/image594.png"/><Relationship Id="rId7" Type="http://schemas.openxmlformats.org/officeDocument/2006/relationships/image" Target="../media/image596.png"/><Relationship Id="rId2" Type="http://schemas.openxmlformats.org/officeDocument/2006/relationships/image" Target="../media/image586.svg"/><Relationship Id="rId1" Type="http://schemas.openxmlformats.org/officeDocument/2006/relationships/image" Target="../media/image593.png"/><Relationship Id="rId6" Type="http://schemas.openxmlformats.org/officeDocument/2006/relationships/image" Target="../media/image590.svg"/><Relationship Id="rId5" Type="http://schemas.openxmlformats.org/officeDocument/2006/relationships/image" Target="../media/image595.png"/><Relationship Id="rId4" Type="http://schemas.openxmlformats.org/officeDocument/2006/relationships/image" Target="../media/image588.svg"/></Relationships>
</file>

<file path=ppt/diagrams/_rels/drawing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3.svg"/><Relationship Id="rId3" Type="http://schemas.openxmlformats.org/officeDocument/2006/relationships/image" Target="../media/image608.png"/><Relationship Id="rId7" Type="http://schemas.openxmlformats.org/officeDocument/2006/relationships/image" Target="../media/image610.png"/><Relationship Id="rId12" Type="http://schemas.openxmlformats.org/officeDocument/2006/relationships/image" Target="../media/image607.svg"/><Relationship Id="rId2" Type="http://schemas.openxmlformats.org/officeDocument/2006/relationships/image" Target="../media/image197.svg"/><Relationship Id="rId1" Type="http://schemas.openxmlformats.org/officeDocument/2006/relationships/image" Target="../media/image200.png"/><Relationship Id="rId6" Type="http://schemas.openxmlformats.org/officeDocument/2006/relationships/image" Target="../media/image601.svg"/><Relationship Id="rId11" Type="http://schemas.openxmlformats.org/officeDocument/2006/relationships/image" Target="../media/image612.png"/><Relationship Id="rId5" Type="http://schemas.openxmlformats.org/officeDocument/2006/relationships/image" Target="../media/image609.png"/><Relationship Id="rId10" Type="http://schemas.openxmlformats.org/officeDocument/2006/relationships/image" Target="../media/image605.svg"/><Relationship Id="rId4" Type="http://schemas.openxmlformats.org/officeDocument/2006/relationships/image" Target="../media/image599.svg"/><Relationship Id="rId9" Type="http://schemas.openxmlformats.org/officeDocument/2006/relationships/image" Target="../media/image611.png"/></Relationships>
</file>

<file path=ppt/diagrams/_rels/drawing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8.svg"/><Relationship Id="rId3" Type="http://schemas.openxmlformats.org/officeDocument/2006/relationships/image" Target="../media/image92.png"/><Relationship Id="rId7" Type="http://schemas.openxmlformats.org/officeDocument/2006/relationships/image" Target="../media/image621.png"/><Relationship Id="rId2" Type="http://schemas.openxmlformats.org/officeDocument/2006/relationships/image" Target="../media/image614.svg"/><Relationship Id="rId1" Type="http://schemas.openxmlformats.org/officeDocument/2006/relationships/image" Target="../media/image619.png"/><Relationship Id="rId6" Type="http://schemas.openxmlformats.org/officeDocument/2006/relationships/image" Target="../media/image616.svg"/><Relationship Id="rId5" Type="http://schemas.openxmlformats.org/officeDocument/2006/relationships/image" Target="../media/image620.png"/><Relationship Id="rId4" Type="http://schemas.openxmlformats.org/officeDocument/2006/relationships/image" Target="../media/image139.svg"/></Relationships>
</file>

<file path=ppt/diagrams/_rels/drawing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4.png"/><Relationship Id="rId2" Type="http://schemas.openxmlformats.org/officeDocument/2006/relationships/image" Target="../media/image35.svg"/><Relationship Id="rId1" Type="http://schemas.openxmlformats.org/officeDocument/2006/relationships/image" Target="../media/image38.png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623.svg"/></Relationships>
</file>

<file path=ppt/diagrams/_rels/drawing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4.svg"/><Relationship Id="rId3" Type="http://schemas.openxmlformats.org/officeDocument/2006/relationships/image" Target="../media/image629.png"/><Relationship Id="rId7" Type="http://schemas.openxmlformats.org/officeDocument/2006/relationships/image" Target="../media/image636.png"/><Relationship Id="rId2" Type="http://schemas.openxmlformats.org/officeDocument/2006/relationships/image" Target="../media/image486.svg"/><Relationship Id="rId1" Type="http://schemas.openxmlformats.org/officeDocument/2006/relationships/image" Target="../media/image493.png"/><Relationship Id="rId6" Type="http://schemas.openxmlformats.org/officeDocument/2006/relationships/image" Target="../media/image632.svg"/><Relationship Id="rId5" Type="http://schemas.openxmlformats.org/officeDocument/2006/relationships/image" Target="../media/image635.png"/><Relationship Id="rId4" Type="http://schemas.openxmlformats.org/officeDocument/2006/relationships/image" Target="../media/image6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Introduction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Addresses</a:t>
          </a:r>
          <a:endParaRPr lang="en-US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CB0B1BDC-2A45-45D6-BD84-A6DF529AFF9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Implementation</a:t>
          </a:r>
          <a:endParaRPr lang="en-US"/>
        </a:p>
      </dgm:t>
    </dgm:pt>
    <dgm:pt modelId="{F2600DCF-6151-4396-9C32-4ADE46902E1F}" type="parTrans" cxnId="{73E8D27E-C9B9-4780-B823-342429C5D87C}">
      <dgm:prSet/>
      <dgm:spPr/>
      <dgm:t>
        <a:bodyPr/>
        <a:lstStyle/>
        <a:p>
          <a:endParaRPr lang="tr-TR"/>
        </a:p>
      </dgm:t>
    </dgm:pt>
    <dgm:pt modelId="{A8916437-EBC3-4341-8568-5D11CB10A766}" type="sibTrans" cxnId="{73E8D27E-C9B9-4780-B823-342429C5D87C}">
      <dgm:prSet/>
      <dgm:spPr/>
      <dgm:t>
        <a:bodyPr/>
        <a:lstStyle/>
        <a:p>
          <a:endParaRPr lang="tr-TR"/>
        </a:p>
      </dgm:t>
    </dgm:pt>
    <dgm:pt modelId="{34B65201-BB06-4CD5-A54B-5EABCF9BDB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Advanced Keys and Addresses</a:t>
          </a:r>
          <a:endParaRPr lang="en-US"/>
        </a:p>
      </dgm:t>
    </dgm:pt>
    <dgm:pt modelId="{2EFE79D2-C3A8-41A8-9D04-E4D9CC1DD75C}" type="parTrans" cxnId="{32BD6941-5093-43A2-9CB9-C7DBC72D5840}">
      <dgm:prSet/>
      <dgm:spPr/>
      <dgm:t>
        <a:bodyPr/>
        <a:lstStyle/>
        <a:p>
          <a:endParaRPr lang="tr-TR"/>
        </a:p>
      </dgm:t>
    </dgm:pt>
    <dgm:pt modelId="{D4426EB3-E23D-4770-8BD4-265E3EAC8EB6}" type="sibTrans" cxnId="{32BD6941-5093-43A2-9CB9-C7DBC72D5840}">
      <dgm:prSet/>
      <dgm:spPr/>
      <dgm:t>
        <a:bodyPr/>
        <a:lstStyle/>
        <a:p>
          <a:endParaRPr lang="tr-TR"/>
        </a:p>
      </dgm:t>
    </dgm:pt>
    <dgm:pt modelId="{8D0CCCE4-3A31-4105-B2FB-688FDC3A9C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Public Key Cryptography &amp; Cryptocurrency</a:t>
          </a:r>
        </a:p>
        <a:p>
          <a:pPr>
            <a:lnSpc>
              <a:spcPct val="100000"/>
            </a:lnSpc>
          </a:pPr>
          <a:r>
            <a:rPr lang="tr-TR" dirty="0"/>
            <a:t>Private and Public Keys</a:t>
          </a:r>
        </a:p>
        <a:p>
          <a:pPr>
            <a:lnSpc>
              <a:spcPct val="100000"/>
            </a:lnSpc>
          </a:pPr>
          <a:r>
            <a:rPr lang="tr-TR" dirty="0"/>
            <a:t>Elliptic Curve Cryptography</a:t>
          </a:r>
        </a:p>
        <a:p>
          <a:pPr>
            <a:lnSpc>
              <a:spcPct val="100000"/>
            </a:lnSpc>
          </a:pPr>
          <a:r>
            <a:rPr lang="tr-TR" dirty="0"/>
            <a:t>Generating a Public Key</a:t>
          </a:r>
          <a:endParaRPr lang="en-US" dirty="0"/>
        </a:p>
      </dgm:t>
    </dgm:pt>
    <dgm:pt modelId="{C6AE8047-E77D-49CF-89BF-AA8930386688}" type="parTrans" cxnId="{35566BD6-894E-4D32-999E-D5112912BDE4}">
      <dgm:prSet/>
      <dgm:spPr/>
      <dgm:t>
        <a:bodyPr/>
        <a:lstStyle/>
        <a:p>
          <a:endParaRPr lang="tr-TR"/>
        </a:p>
      </dgm:t>
    </dgm:pt>
    <dgm:pt modelId="{F3072EA2-4020-4DEA-B028-BA1044870969}" type="sibTrans" cxnId="{35566BD6-894E-4D32-999E-D5112912BDE4}">
      <dgm:prSet/>
      <dgm:spPr/>
      <dgm:t>
        <a:bodyPr/>
        <a:lstStyle/>
        <a:p>
          <a:endParaRPr lang="tr-TR"/>
        </a:p>
      </dgm:t>
    </dgm:pt>
    <dgm:pt modelId="{9A07F1E8-B329-421D-80F6-CF0A0F995D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Base58 &amp; Base58Check Encoding</a:t>
          </a:r>
          <a:endParaRPr lang="en-US" dirty="0"/>
        </a:p>
      </dgm:t>
    </dgm:pt>
    <dgm:pt modelId="{8577367E-48C3-448D-B250-971C815C2E91}" type="parTrans" cxnId="{7894F552-5363-4CAF-ACDA-281CBCA411CC}">
      <dgm:prSet/>
      <dgm:spPr/>
      <dgm:t>
        <a:bodyPr/>
        <a:lstStyle/>
        <a:p>
          <a:endParaRPr lang="tr-TR"/>
        </a:p>
      </dgm:t>
    </dgm:pt>
    <dgm:pt modelId="{0E72B614-4C53-48EE-A0E5-F31496814064}" type="sibTrans" cxnId="{7894F552-5363-4CAF-ACDA-281CBCA411CC}">
      <dgm:prSet/>
      <dgm:spPr/>
      <dgm:t>
        <a:bodyPr/>
        <a:lstStyle/>
        <a:p>
          <a:endParaRPr lang="tr-TR"/>
        </a:p>
      </dgm:t>
    </dgm:pt>
    <dgm:pt modelId="{9E04961A-3B7F-4700-84AC-28F80BFF642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 Formats</a:t>
          </a:r>
          <a:endParaRPr lang="en-US" dirty="0"/>
        </a:p>
      </dgm:t>
    </dgm:pt>
    <dgm:pt modelId="{79D594F8-0ACC-414E-8D2D-1F54DA5649EA}" type="parTrans" cxnId="{04170DA4-BE77-4595-BBA4-8B24CB2C230E}">
      <dgm:prSet/>
      <dgm:spPr/>
      <dgm:t>
        <a:bodyPr/>
        <a:lstStyle/>
        <a:p>
          <a:endParaRPr lang="tr-TR"/>
        </a:p>
      </dgm:t>
    </dgm:pt>
    <dgm:pt modelId="{52A8FB37-914E-4F51-9549-E80D0836045B}" type="sibTrans" cxnId="{04170DA4-BE77-4595-BBA4-8B24CB2C230E}">
      <dgm:prSet/>
      <dgm:spPr/>
      <dgm:t>
        <a:bodyPr/>
        <a:lstStyle/>
        <a:p>
          <a:endParaRPr lang="tr-TR"/>
        </a:p>
      </dgm:t>
    </dgm:pt>
    <dgm:pt modelId="{44D78A10-B938-45A4-9E0A-90205A5286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Encrypted Private Keys</a:t>
          </a:r>
          <a:endParaRPr lang="en-US" dirty="0"/>
        </a:p>
      </dgm:t>
    </dgm:pt>
    <dgm:pt modelId="{BA911141-90B3-4422-B6B5-E1080CE24419}" type="parTrans" cxnId="{27175AEE-458E-43E6-8053-6CCD84AF681F}">
      <dgm:prSet/>
      <dgm:spPr/>
      <dgm:t>
        <a:bodyPr/>
        <a:lstStyle/>
        <a:p>
          <a:endParaRPr lang="tr-TR"/>
        </a:p>
      </dgm:t>
    </dgm:pt>
    <dgm:pt modelId="{18C1C07D-F45D-447B-91DE-9C06F51F8DF3}" type="sibTrans" cxnId="{27175AEE-458E-43E6-8053-6CCD84AF681F}">
      <dgm:prSet/>
      <dgm:spPr/>
      <dgm:t>
        <a:bodyPr/>
        <a:lstStyle/>
        <a:p>
          <a:endParaRPr lang="tr-TR"/>
        </a:p>
      </dgm:t>
    </dgm:pt>
    <dgm:pt modelId="{FED413BF-2266-498F-A901-BDDEE57D10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Pay-to-Script Hash (P2SH) &amp; Multisig Addresses</a:t>
          </a:r>
          <a:endParaRPr lang="en-US" dirty="0"/>
        </a:p>
      </dgm:t>
    </dgm:pt>
    <dgm:pt modelId="{D7326639-0908-4895-9092-379D72DD089C}" type="parTrans" cxnId="{0C08FE6D-6D8E-4359-8DE0-D13499122260}">
      <dgm:prSet/>
      <dgm:spPr/>
      <dgm:t>
        <a:bodyPr/>
        <a:lstStyle/>
        <a:p>
          <a:endParaRPr lang="tr-TR"/>
        </a:p>
      </dgm:t>
    </dgm:pt>
    <dgm:pt modelId="{BC50EB79-4D60-483F-B205-811B317647E1}" type="sibTrans" cxnId="{0C08FE6D-6D8E-4359-8DE0-D13499122260}">
      <dgm:prSet/>
      <dgm:spPr/>
      <dgm:t>
        <a:bodyPr/>
        <a:lstStyle/>
        <a:p>
          <a:endParaRPr lang="tr-TR"/>
        </a:p>
      </dgm:t>
    </dgm:pt>
    <dgm:pt modelId="{CA4D7F88-0DF8-4B3D-B884-824B627083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Vanity Addresses</a:t>
          </a:r>
          <a:endParaRPr lang="en-US" dirty="0"/>
        </a:p>
      </dgm:t>
    </dgm:pt>
    <dgm:pt modelId="{8CB27BE0-3CF5-4A3E-9283-85506544B59F}" type="parTrans" cxnId="{B4E5CA8C-2101-4C37-A54B-3A105451BCFF}">
      <dgm:prSet/>
      <dgm:spPr/>
      <dgm:t>
        <a:bodyPr/>
        <a:lstStyle/>
        <a:p>
          <a:endParaRPr lang="tr-TR"/>
        </a:p>
      </dgm:t>
    </dgm:pt>
    <dgm:pt modelId="{6C01295D-AE48-4C2F-ADFB-BBDFFE0FC75E}" type="sibTrans" cxnId="{B4E5CA8C-2101-4C37-A54B-3A105451BCFF}">
      <dgm:prSet/>
      <dgm:spPr/>
      <dgm:t>
        <a:bodyPr/>
        <a:lstStyle/>
        <a:p>
          <a:endParaRPr lang="tr-TR"/>
        </a:p>
      </dgm:t>
    </dgm:pt>
    <dgm:pt modelId="{B7AD0E0E-8DE5-4E20-B172-9CE0B4EF5ED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Paper Wallets</a:t>
          </a:r>
          <a:endParaRPr lang="en-US" dirty="0"/>
        </a:p>
      </dgm:t>
    </dgm:pt>
    <dgm:pt modelId="{0A8A3F5C-B3C8-45DC-A98E-981B330EBF0E}" type="parTrans" cxnId="{8460A37F-66C6-4B5E-9472-5AE1F1FB6939}">
      <dgm:prSet/>
      <dgm:spPr/>
      <dgm:t>
        <a:bodyPr/>
        <a:lstStyle/>
        <a:p>
          <a:endParaRPr lang="tr-TR"/>
        </a:p>
      </dgm:t>
    </dgm:pt>
    <dgm:pt modelId="{E6200EB0-4B89-4428-BB52-6004479B03EA}" type="sibTrans" cxnId="{8460A37F-66C6-4B5E-9472-5AE1F1FB6939}">
      <dgm:prSet/>
      <dgm:spPr/>
      <dgm:t>
        <a:bodyPr/>
        <a:lstStyle/>
        <a:p>
          <a:endParaRPr lang="tr-TR"/>
        </a:p>
      </dgm:t>
    </dgm:pt>
    <dgm:pt modelId="{4F8B35EC-0D22-40E2-AB9A-EE22FE213FA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Implementing </a:t>
          </a:r>
          <a:r>
            <a:rPr lang="tr-TR" dirty="0"/>
            <a:t>Keys and Addresses in Python</a:t>
          </a:r>
          <a:endParaRPr lang="en-US" dirty="0"/>
        </a:p>
      </dgm:t>
    </dgm:pt>
    <dgm:pt modelId="{BC316803-2969-49A6-AA8F-DAAEC8B464E2}" type="parTrans" cxnId="{6F4A7FD5-304C-4113-9A43-7D0FB3B09A93}">
      <dgm:prSet/>
      <dgm:spPr/>
      <dgm:t>
        <a:bodyPr/>
        <a:lstStyle/>
        <a:p>
          <a:endParaRPr lang="tr-TR"/>
        </a:p>
      </dgm:t>
    </dgm:pt>
    <dgm:pt modelId="{6BA3EBD9-E276-4665-ACC1-81A2B8A1855F}" type="sibTrans" cxnId="{6F4A7FD5-304C-4113-9A43-7D0FB3B09A93}">
      <dgm:prSet/>
      <dgm:spPr/>
      <dgm:t>
        <a:bodyPr/>
        <a:lstStyle/>
        <a:p>
          <a:endParaRPr lang="tr-TR"/>
        </a:p>
      </dgm:t>
    </dgm:pt>
    <dgm:pt modelId="{DDB421C0-4130-4F76-922A-DEC343C386E9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8BAA2BAF-646B-44CD-ACAC-1F17D796161E}" type="pres">
      <dgm:prSet presAssocID="{90E7B55B-2F54-4B65-A7B8-F4AF9093BE76}" presName="compNode" presStyleCnt="0"/>
      <dgm:spPr/>
    </dgm:pt>
    <dgm:pt modelId="{D7227537-27A4-4C86-B32C-3C62E22D7114}" type="pres">
      <dgm:prSet presAssocID="{90E7B55B-2F54-4B65-A7B8-F4AF9093BE7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cryption"/>
        </a:ext>
      </dgm:extLst>
    </dgm:pt>
    <dgm:pt modelId="{FC007AC2-6354-41CD-B145-26EAE0E7B375}" type="pres">
      <dgm:prSet presAssocID="{90E7B55B-2F54-4B65-A7B8-F4AF9093BE76}" presName="iconSpace" presStyleCnt="0"/>
      <dgm:spPr/>
    </dgm:pt>
    <dgm:pt modelId="{80A3355D-35F9-4ABE-9B70-1522B88940BD}" type="pres">
      <dgm:prSet presAssocID="{90E7B55B-2F54-4B65-A7B8-F4AF9093BE76}" presName="parTx" presStyleLbl="revTx" presStyleIdx="0" presStyleCnt="8">
        <dgm:presLayoutVars>
          <dgm:chMax val="0"/>
          <dgm:chPref val="0"/>
        </dgm:presLayoutVars>
      </dgm:prSet>
      <dgm:spPr/>
    </dgm:pt>
    <dgm:pt modelId="{406FF18F-14FE-44F2-94CA-A71E8CCCE8E3}" type="pres">
      <dgm:prSet presAssocID="{90E7B55B-2F54-4B65-A7B8-F4AF9093BE76}" presName="txSpace" presStyleCnt="0"/>
      <dgm:spPr/>
    </dgm:pt>
    <dgm:pt modelId="{458DDBFC-AAC2-42A4-AA4D-0370CF271E2E}" type="pres">
      <dgm:prSet presAssocID="{90E7B55B-2F54-4B65-A7B8-F4AF9093BE76}" presName="desTx" presStyleLbl="revTx" presStyleIdx="1" presStyleCnt="8">
        <dgm:presLayoutVars/>
      </dgm:prSet>
      <dgm:spPr/>
    </dgm:pt>
    <dgm:pt modelId="{62C31C06-8112-440C-A33F-BD9F8BC56F91}" type="pres">
      <dgm:prSet presAssocID="{517D497B-61E3-43CE-BF3A-370F6596D438}" presName="sibTrans" presStyleCnt="0"/>
      <dgm:spPr/>
    </dgm:pt>
    <dgm:pt modelId="{8282CCDA-96BB-492E-9946-57A78A6807DE}" type="pres">
      <dgm:prSet presAssocID="{8E7782D7-80F6-4BA3-9B8A-2EC91E772ACE}" presName="compNode" presStyleCnt="0"/>
      <dgm:spPr/>
    </dgm:pt>
    <dgm:pt modelId="{AE97D5F5-D9E9-4C63-BCCD-64FD71DFA508}" type="pres">
      <dgm:prSet presAssocID="{8E7782D7-80F6-4BA3-9B8A-2EC91E772A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7F6D540D-D5E5-4E60-ADDD-8B4177F0F825}" type="pres">
      <dgm:prSet presAssocID="{8E7782D7-80F6-4BA3-9B8A-2EC91E772ACE}" presName="iconSpace" presStyleCnt="0"/>
      <dgm:spPr/>
    </dgm:pt>
    <dgm:pt modelId="{2618A5B7-C9AD-4679-853D-8D1EC62E0F5C}" type="pres">
      <dgm:prSet presAssocID="{8E7782D7-80F6-4BA3-9B8A-2EC91E772ACE}" presName="parTx" presStyleLbl="revTx" presStyleIdx="2" presStyleCnt="8">
        <dgm:presLayoutVars>
          <dgm:chMax val="0"/>
          <dgm:chPref val="0"/>
        </dgm:presLayoutVars>
      </dgm:prSet>
      <dgm:spPr/>
    </dgm:pt>
    <dgm:pt modelId="{482CBF08-981C-44F0-ADB5-9C57275239C1}" type="pres">
      <dgm:prSet presAssocID="{8E7782D7-80F6-4BA3-9B8A-2EC91E772ACE}" presName="txSpace" presStyleCnt="0"/>
      <dgm:spPr/>
    </dgm:pt>
    <dgm:pt modelId="{D02688C2-84A7-4329-B191-3CB7016CE781}" type="pres">
      <dgm:prSet presAssocID="{8E7782D7-80F6-4BA3-9B8A-2EC91E772ACE}" presName="desTx" presStyleLbl="revTx" presStyleIdx="3" presStyleCnt="8">
        <dgm:presLayoutVars/>
      </dgm:prSet>
      <dgm:spPr/>
    </dgm:pt>
    <dgm:pt modelId="{99282B94-71CF-40FA-86AE-9A23F0AF8365}" type="pres">
      <dgm:prSet presAssocID="{954B563A-FDB8-43A4-9E7B-D7FC6E4AC68E}" presName="sibTrans" presStyleCnt="0"/>
      <dgm:spPr/>
    </dgm:pt>
    <dgm:pt modelId="{A45FFA4B-DE80-4B8A-B554-1CA1795A5817}" type="pres">
      <dgm:prSet presAssocID="{CB0B1BDC-2A45-45D6-BD84-A6DF529AFF93}" presName="compNode" presStyleCnt="0"/>
      <dgm:spPr/>
    </dgm:pt>
    <dgm:pt modelId="{66621D9C-5B61-48F6-BF46-14735F4ED068}" type="pres">
      <dgm:prSet presAssocID="{CB0B1BDC-2A45-45D6-BD84-A6DF529AFF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counts"/>
        </a:ext>
      </dgm:extLst>
    </dgm:pt>
    <dgm:pt modelId="{D0B4CBE7-29A9-4EE8-AA4E-ED36839E820F}" type="pres">
      <dgm:prSet presAssocID="{CB0B1BDC-2A45-45D6-BD84-A6DF529AFF93}" presName="iconSpace" presStyleCnt="0"/>
      <dgm:spPr/>
    </dgm:pt>
    <dgm:pt modelId="{B39457A0-DDFC-46EB-A489-1CE5F38EE5A9}" type="pres">
      <dgm:prSet presAssocID="{CB0B1BDC-2A45-45D6-BD84-A6DF529AFF93}" presName="parTx" presStyleLbl="revTx" presStyleIdx="4" presStyleCnt="8">
        <dgm:presLayoutVars>
          <dgm:chMax val="0"/>
          <dgm:chPref val="0"/>
        </dgm:presLayoutVars>
      </dgm:prSet>
      <dgm:spPr/>
    </dgm:pt>
    <dgm:pt modelId="{6A04CD67-D959-4BC7-8801-8CB6BE42DADD}" type="pres">
      <dgm:prSet presAssocID="{CB0B1BDC-2A45-45D6-BD84-A6DF529AFF93}" presName="txSpace" presStyleCnt="0"/>
      <dgm:spPr/>
    </dgm:pt>
    <dgm:pt modelId="{19761382-9FA3-40EC-B7BC-88CBD5C8EA0C}" type="pres">
      <dgm:prSet presAssocID="{CB0B1BDC-2A45-45D6-BD84-A6DF529AFF93}" presName="desTx" presStyleLbl="revTx" presStyleIdx="5" presStyleCnt="8">
        <dgm:presLayoutVars/>
      </dgm:prSet>
      <dgm:spPr/>
    </dgm:pt>
    <dgm:pt modelId="{C2BAC61F-5F54-4995-B1FA-5627042129E8}" type="pres">
      <dgm:prSet presAssocID="{A8916437-EBC3-4341-8568-5D11CB10A766}" presName="sibTrans" presStyleCnt="0"/>
      <dgm:spPr/>
    </dgm:pt>
    <dgm:pt modelId="{73ACCB70-D3F1-4DA2-86E3-589C14DA1F40}" type="pres">
      <dgm:prSet presAssocID="{34B65201-BB06-4CD5-A54B-5EABCF9BDB91}" presName="compNode" presStyleCnt="0"/>
      <dgm:spPr/>
    </dgm:pt>
    <dgm:pt modelId="{4CECF6C4-F4E7-45FD-966D-14997CEF955E}" type="pres">
      <dgm:prSet presAssocID="{34B65201-BB06-4CD5-A54B-5EABCF9BDB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43075138-6573-4CAC-BA13-08505FC37716}" type="pres">
      <dgm:prSet presAssocID="{34B65201-BB06-4CD5-A54B-5EABCF9BDB91}" presName="iconSpace" presStyleCnt="0"/>
      <dgm:spPr/>
    </dgm:pt>
    <dgm:pt modelId="{D42CBE41-C32F-45D5-BBBD-CBC69ED6AAF6}" type="pres">
      <dgm:prSet presAssocID="{34B65201-BB06-4CD5-A54B-5EABCF9BDB91}" presName="parTx" presStyleLbl="revTx" presStyleIdx="6" presStyleCnt="8">
        <dgm:presLayoutVars>
          <dgm:chMax val="0"/>
          <dgm:chPref val="0"/>
        </dgm:presLayoutVars>
      </dgm:prSet>
      <dgm:spPr/>
    </dgm:pt>
    <dgm:pt modelId="{B6A8BDED-9B0B-4F92-9732-326167EBDA29}" type="pres">
      <dgm:prSet presAssocID="{34B65201-BB06-4CD5-A54B-5EABCF9BDB91}" presName="txSpace" presStyleCnt="0"/>
      <dgm:spPr/>
    </dgm:pt>
    <dgm:pt modelId="{E614D973-9649-4C1F-ACF7-D6DE91F67EBB}" type="pres">
      <dgm:prSet presAssocID="{34B65201-BB06-4CD5-A54B-5EABCF9BDB91}" presName="desTx" presStyleLbl="revTx" presStyleIdx="7" presStyleCnt="8">
        <dgm:presLayoutVars/>
      </dgm:prSet>
      <dgm:spPr/>
    </dgm:pt>
  </dgm:ptLst>
  <dgm:cxnLst>
    <dgm:cxn modelId="{CF5E5A17-2299-4D84-8490-594A95777868}" type="presOf" srcId="{FED413BF-2266-498F-A901-BDDEE57D107D}" destId="{E614D973-9649-4C1F-ACF7-D6DE91F67EBB}" srcOrd="0" destOrd="1" presId="urn:microsoft.com/office/officeart/2018/2/layout/IconLabelDescriptionList"/>
    <dgm:cxn modelId="{DB7AEC1C-9D3B-4627-8076-BAAB6C7A493B}" type="presOf" srcId="{44D78A10-B938-45A4-9E0A-90205A52860E}" destId="{E614D973-9649-4C1F-ACF7-D6DE91F67EBB}" srcOrd="0" destOrd="0" presId="urn:microsoft.com/office/officeart/2018/2/layout/IconLabelDescriptionList"/>
    <dgm:cxn modelId="{09BF4839-61E5-4FFC-AD33-AFCFF3FFBAF1}" type="presOf" srcId="{90E7B55B-2F54-4B65-A7B8-F4AF9093BE76}" destId="{80A3355D-35F9-4ABE-9B70-1522B88940BD}" srcOrd="0" destOrd="0" presId="urn:microsoft.com/office/officeart/2018/2/layout/IconLabelDescriptionList"/>
    <dgm:cxn modelId="{32BD6941-5093-43A2-9CB9-C7DBC72D5840}" srcId="{A133FCAE-E73A-4F6E-AAE2-9B409B02E4EB}" destId="{34B65201-BB06-4CD5-A54B-5EABCF9BDB91}" srcOrd="3" destOrd="0" parTransId="{2EFE79D2-C3A8-41A8-9D04-E4D9CC1DD75C}" sibTransId="{D4426EB3-E23D-4770-8BD4-265E3EAC8EB6}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49279B4C-3BA9-40BB-8C74-ADECE33B30FE}" type="presOf" srcId="{4F8B35EC-0D22-40E2-AB9A-EE22FE213FA4}" destId="{19761382-9FA3-40EC-B7BC-88CBD5C8EA0C}" srcOrd="0" destOrd="0" presId="urn:microsoft.com/office/officeart/2018/2/layout/IconLabelDescriptionList"/>
    <dgm:cxn modelId="{E3FDBF6C-CBB5-4AAB-984D-6390FB4F5528}" type="presOf" srcId="{9E04961A-3B7F-4700-84AC-28F80BFF642C}" destId="{D02688C2-84A7-4329-B191-3CB7016CE781}" srcOrd="0" destOrd="1" presId="urn:microsoft.com/office/officeart/2018/2/layout/IconLabelDescriptionList"/>
    <dgm:cxn modelId="{0C08FE6D-6D8E-4359-8DE0-D13499122260}" srcId="{34B65201-BB06-4CD5-A54B-5EABCF9BDB91}" destId="{FED413BF-2266-498F-A901-BDDEE57D107D}" srcOrd="1" destOrd="0" parTransId="{D7326639-0908-4895-9092-379D72DD089C}" sibTransId="{BC50EB79-4D60-483F-B205-811B317647E1}"/>
    <dgm:cxn modelId="{7894F552-5363-4CAF-ACDA-281CBCA411CC}" srcId="{8E7782D7-80F6-4BA3-9B8A-2EC91E772ACE}" destId="{9A07F1E8-B329-421D-80F6-CF0A0F995D1C}" srcOrd="0" destOrd="0" parTransId="{8577367E-48C3-448D-B250-971C815C2E91}" sibTransId="{0E72B614-4C53-48EE-A0E5-F31496814064}"/>
    <dgm:cxn modelId="{1B5D9A7E-1B13-42A2-910E-4F2B0C083883}" type="presOf" srcId="{8E7782D7-80F6-4BA3-9B8A-2EC91E772ACE}" destId="{2618A5B7-C9AD-4679-853D-8D1EC62E0F5C}" srcOrd="0" destOrd="0" presId="urn:microsoft.com/office/officeart/2018/2/layout/IconLabelDescriptionList"/>
    <dgm:cxn modelId="{73E8D27E-C9B9-4780-B823-342429C5D87C}" srcId="{A133FCAE-E73A-4F6E-AAE2-9B409B02E4EB}" destId="{CB0B1BDC-2A45-45D6-BD84-A6DF529AFF93}" srcOrd="2" destOrd="0" parTransId="{F2600DCF-6151-4396-9C32-4ADE46902E1F}" sibTransId="{A8916437-EBC3-4341-8568-5D11CB10A766}"/>
    <dgm:cxn modelId="{8460A37F-66C6-4B5E-9472-5AE1F1FB6939}" srcId="{34B65201-BB06-4CD5-A54B-5EABCF9BDB91}" destId="{B7AD0E0E-8DE5-4E20-B172-9CE0B4EF5ED8}" srcOrd="3" destOrd="0" parTransId="{0A8A3F5C-B3C8-45DC-A98E-981B330EBF0E}" sibTransId="{E6200EB0-4B89-4428-BB52-6004479B03EA}"/>
    <dgm:cxn modelId="{5E555B89-5256-4F94-B007-5AA0008362F9}" type="presOf" srcId="{8D0CCCE4-3A31-4105-B2FB-688FDC3A9CE2}" destId="{458DDBFC-AAC2-42A4-AA4D-0370CF271E2E}" srcOrd="0" destOrd="0" presId="urn:microsoft.com/office/officeart/2018/2/layout/IconLabelDescriptionList"/>
    <dgm:cxn modelId="{B4E5CA8C-2101-4C37-A54B-3A105451BCFF}" srcId="{34B65201-BB06-4CD5-A54B-5EABCF9BDB91}" destId="{CA4D7F88-0DF8-4B3D-B884-824B62708358}" srcOrd="2" destOrd="0" parTransId="{8CB27BE0-3CF5-4A3E-9283-85506544B59F}" sibTransId="{6C01295D-AE48-4C2F-ADFB-BBDFFE0FC75E}"/>
    <dgm:cxn modelId="{5495309E-59C5-4FE0-98AF-E54AB0F3CB97}" type="presOf" srcId="{A133FCAE-E73A-4F6E-AAE2-9B409B02E4EB}" destId="{DDB421C0-4130-4F76-922A-DEC343C386E9}" srcOrd="0" destOrd="0" presId="urn:microsoft.com/office/officeart/2018/2/layout/IconLabelDescription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04170DA4-BE77-4595-BBA4-8B24CB2C230E}" srcId="{8E7782D7-80F6-4BA3-9B8A-2EC91E772ACE}" destId="{9E04961A-3B7F-4700-84AC-28F80BFF642C}" srcOrd="1" destOrd="0" parTransId="{79D594F8-0ACC-414E-8D2D-1F54DA5649EA}" sibTransId="{52A8FB37-914E-4F51-9549-E80D0836045B}"/>
    <dgm:cxn modelId="{8A03F5AE-A4E6-435A-B9AA-EF52619177FA}" type="presOf" srcId="{CB0B1BDC-2A45-45D6-BD84-A6DF529AFF93}" destId="{B39457A0-DDFC-46EB-A489-1CE5F38EE5A9}" srcOrd="0" destOrd="0" presId="urn:microsoft.com/office/officeart/2018/2/layout/IconLabelDescriptionList"/>
    <dgm:cxn modelId="{C5139FB8-08E1-4F93-8595-82834207A2D2}" type="presOf" srcId="{34B65201-BB06-4CD5-A54B-5EABCF9BDB91}" destId="{D42CBE41-C32F-45D5-BBBD-CBC69ED6AAF6}" srcOrd="0" destOrd="0" presId="urn:microsoft.com/office/officeart/2018/2/layout/IconLabelDescriptionList"/>
    <dgm:cxn modelId="{A3F8C1CE-5416-44E8-A137-D8D97FE398DB}" type="presOf" srcId="{B7AD0E0E-8DE5-4E20-B172-9CE0B4EF5ED8}" destId="{E614D973-9649-4C1F-ACF7-D6DE91F67EBB}" srcOrd="0" destOrd="3" presId="urn:microsoft.com/office/officeart/2018/2/layout/IconLabelDescriptionList"/>
    <dgm:cxn modelId="{6F4A7FD5-304C-4113-9A43-7D0FB3B09A93}" srcId="{CB0B1BDC-2A45-45D6-BD84-A6DF529AFF93}" destId="{4F8B35EC-0D22-40E2-AB9A-EE22FE213FA4}" srcOrd="0" destOrd="0" parTransId="{BC316803-2969-49A6-AA8F-DAAEC8B464E2}" sibTransId="{6BA3EBD9-E276-4665-ACC1-81A2B8A1855F}"/>
    <dgm:cxn modelId="{35566BD6-894E-4D32-999E-D5112912BDE4}" srcId="{90E7B55B-2F54-4B65-A7B8-F4AF9093BE76}" destId="{8D0CCCE4-3A31-4105-B2FB-688FDC3A9CE2}" srcOrd="0" destOrd="0" parTransId="{C6AE8047-E77D-49CF-89BF-AA8930386688}" sibTransId="{F3072EA2-4020-4DEA-B028-BA1044870969}"/>
    <dgm:cxn modelId="{2F8F97EB-3390-4B50-9B70-E1710E112D0B}" type="presOf" srcId="{CA4D7F88-0DF8-4B3D-B884-824B62708358}" destId="{E614D973-9649-4C1F-ACF7-D6DE91F67EBB}" srcOrd="0" destOrd="2" presId="urn:microsoft.com/office/officeart/2018/2/layout/IconLabelDescriptionList"/>
    <dgm:cxn modelId="{27175AEE-458E-43E6-8053-6CCD84AF681F}" srcId="{34B65201-BB06-4CD5-A54B-5EABCF9BDB91}" destId="{44D78A10-B938-45A4-9E0A-90205A52860E}" srcOrd="0" destOrd="0" parTransId="{BA911141-90B3-4422-B6B5-E1080CE24419}" sibTransId="{18C1C07D-F45D-447B-91DE-9C06F51F8DF3}"/>
    <dgm:cxn modelId="{92C056FE-2D26-48F6-A5AA-F3D0C05B8CEE}" type="presOf" srcId="{9A07F1E8-B329-421D-80F6-CF0A0F995D1C}" destId="{D02688C2-84A7-4329-B191-3CB7016CE781}" srcOrd="0" destOrd="0" presId="urn:microsoft.com/office/officeart/2018/2/layout/IconLabelDescriptionList"/>
    <dgm:cxn modelId="{B28E4115-FC28-4C82-87EF-C26B8F535AC2}" type="presParOf" srcId="{DDB421C0-4130-4F76-922A-DEC343C386E9}" destId="{8BAA2BAF-646B-44CD-ACAC-1F17D796161E}" srcOrd="0" destOrd="0" presId="urn:microsoft.com/office/officeart/2018/2/layout/IconLabelDescriptionList"/>
    <dgm:cxn modelId="{58ACCB2A-4E60-4C5F-81B9-0614BB4EE0FB}" type="presParOf" srcId="{8BAA2BAF-646B-44CD-ACAC-1F17D796161E}" destId="{D7227537-27A4-4C86-B32C-3C62E22D7114}" srcOrd="0" destOrd="0" presId="urn:microsoft.com/office/officeart/2018/2/layout/IconLabelDescriptionList"/>
    <dgm:cxn modelId="{34EC4535-B599-4B02-A4D4-2CF6BFB1F755}" type="presParOf" srcId="{8BAA2BAF-646B-44CD-ACAC-1F17D796161E}" destId="{FC007AC2-6354-41CD-B145-26EAE0E7B375}" srcOrd="1" destOrd="0" presId="urn:microsoft.com/office/officeart/2018/2/layout/IconLabelDescriptionList"/>
    <dgm:cxn modelId="{72B12C19-D353-4B6C-85FB-F0D4F2222BD8}" type="presParOf" srcId="{8BAA2BAF-646B-44CD-ACAC-1F17D796161E}" destId="{80A3355D-35F9-4ABE-9B70-1522B88940BD}" srcOrd="2" destOrd="0" presId="urn:microsoft.com/office/officeart/2018/2/layout/IconLabelDescriptionList"/>
    <dgm:cxn modelId="{3B84C16B-8084-45CF-AA38-BD95D2E79B43}" type="presParOf" srcId="{8BAA2BAF-646B-44CD-ACAC-1F17D796161E}" destId="{406FF18F-14FE-44F2-94CA-A71E8CCCE8E3}" srcOrd="3" destOrd="0" presId="urn:microsoft.com/office/officeart/2018/2/layout/IconLabelDescriptionList"/>
    <dgm:cxn modelId="{27CAB8F8-B0DB-41A3-BF51-BE1FA8E1B6F5}" type="presParOf" srcId="{8BAA2BAF-646B-44CD-ACAC-1F17D796161E}" destId="{458DDBFC-AAC2-42A4-AA4D-0370CF271E2E}" srcOrd="4" destOrd="0" presId="urn:microsoft.com/office/officeart/2018/2/layout/IconLabelDescriptionList"/>
    <dgm:cxn modelId="{47714FE7-ACA2-494F-ADD3-D25B1E63236A}" type="presParOf" srcId="{DDB421C0-4130-4F76-922A-DEC343C386E9}" destId="{62C31C06-8112-440C-A33F-BD9F8BC56F91}" srcOrd="1" destOrd="0" presId="urn:microsoft.com/office/officeart/2018/2/layout/IconLabelDescriptionList"/>
    <dgm:cxn modelId="{A651DADF-5C3A-46B4-980E-DE83457032F1}" type="presParOf" srcId="{DDB421C0-4130-4F76-922A-DEC343C386E9}" destId="{8282CCDA-96BB-492E-9946-57A78A6807DE}" srcOrd="2" destOrd="0" presId="urn:microsoft.com/office/officeart/2018/2/layout/IconLabelDescriptionList"/>
    <dgm:cxn modelId="{BEE2A308-3AAB-4803-B85A-D4CAD266DD8B}" type="presParOf" srcId="{8282CCDA-96BB-492E-9946-57A78A6807DE}" destId="{AE97D5F5-D9E9-4C63-BCCD-64FD71DFA508}" srcOrd="0" destOrd="0" presId="urn:microsoft.com/office/officeart/2018/2/layout/IconLabelDescriptionList"/>
    <dgm:cxn modelId="{A07DBA31-5665-4806-9346-F044B933FFC9}" type="presParOf" srcId="{8282CCDA-96BB-492E-9946-57A78A6807DE}" destId="{7F6D540D-D5E5-4E60-ADDD-8B4177F0F825}" srcOrd="1" destOrd="0" presId="urn:microsoft.com/office/officeart/2018/2/layout/IconLabelDescriptionList"/>
    <dgm:cxn modelId="{92C2D4AD-D925-4A94-A059-35AFB89C09B1}" type="presParOf" srcId="{8282CCDA-96BB-492E-9946-57A78A6807DE}" destId="{2618A5B7-C9AD-4679-853D-8D1EC62E0F5C}" srcOrd="2" destOrd="0" presId="urn:microsoft.com/office/officeart/2018/2/layout/IconLabelDescriptionList"/>
    <dgm:cxn modelId="{FFECBF88-5E60-4E3A-9448-E538F5750E58}" type="presParOf" srcId="{8282CCDA-96BB-492E-9946-57A78A6807DE}" destId="{482CBF08-981C-44F0-ADB5-9C57275239C1}" srcOrd="3" destOrd="0" presId="urn:microsoft.com/office/officeart/2018/2/layout/IconLabelDescriptionList"/>
    <dgm:cxn modelId="{19306B12-BA1D-4E5B-990E-6F360014C3AF}" type="presParOf" srcId="{8282CCDA-96BB-492E-9946-57A78A6807DE}" destId="{D02688C2-84A7-4329-B191-3CB7016CE781}" srcOrd="4" destOrd="0" presId="urn:microsoft.com/office/officeart/2018/2/layout/IconLabelDescriptionList"/>
    <dgm:cxn modelId="{156B2283-96C9-4B0C-9D42-D57D59D56880}" type="presParOf" srcId="{DDB421C0-4130-4F76-922A-DEC343C386E9}" destId="{99282B94-71CF-40FA-86AE-9A23F0AF8365}" srcOrd="3" destOrd="0" presId="urn:microsoft.com/office/officeart/2018/2/layout/IconLabelDescriptionList"/>
    <dgm:cxn modelId="{4787D5EE-8BE6-4DB9-B0FE-2F0F39DFF456}" type="presParOf" srcId="{DDB421C0-4130-4F76-922A-DEC343C386E9}" destId="{A45FFA4B-DE80-4B8A-B554-1CA1795A5817}" srcOrd="4" destOrd="0" presId="urn:microsoft.com/office/officeart/2018/2/layout/IconLabelDescriptionList"/>
    <dgm:cxn modelId="{19274DCA-0B7C-4879-B0C2-4E8D7E9344D7}" type="presParOf" srcId="{A45FFA4B-DE80-4B8A-B554-1CA1795A5817}" destId="{66621D9C-5B61-48F6-BF46-14735F4ED068}" srcOrd="0" destOrd="0" presId="urn:microsoft.com/office/officeart/2018/2/layout/IconLabelDescriptionList"/>
    <dgm:cxn modelId="{8FAD8502-30EB-4820-82F0-AE904E7B0446}" type="presParOf" srcId="{A45FFA4B-DE80-4B8A-B554-1CA1795A5817}" destId="{D0B4CBE7-29A9-4EE8-AA4E-ED36839E820F}" srcOrd="1" destOrd="0" presId="urn:microsoft.com/office/officeart/2018/2/layout/IconLabelDescriptionList"/>
    <dgm:cxn modelId="{7010D488-1565-499A-9FBB-0A27D51FBD40}" type="presParOf" srcId="{A45FFA4B-DE80-4B8A-B554-1CA1795A5817}" destId="{B39457A0-DDFC-46EB-A489-1CE5F38EE5A9}" srcOrd="2" destOrd="0" presId="urn:microsoft.com/office/officeart/2018/2/layout/IconLabelDescriptionList"/>
    <dgm:cxn modelId="{3EB92E65-4504-4E60-8ED1-BB347FC53C30}" type="presParOf" srcId="{A45FFA4B-DE80-4B8A-B554-1CA1795A5817}" destId="{6A04CD67-D959-4BC7-8801-8CB6BE42DADD}" srcOrd="3" destOrd="0" presId="urn:microsoft.com/office/officeart/2018/2/layout/IconLabelDescriptionList"/>
    <dgm:cxn modelId="{B873CFF4-693C-4BF0-A430-294F61E5C7B6}" type="presParOf" srcId="{A45FFA4B-DE80-4B8A-B554-1CA1795A5817}" destId="{19761382-9FA3-40EC-B7BC-88CBD5C8EA0C}" srcOrd="4" destOrd="0" presId="urn:microsoft.com/office/officeart/2018/2/layout/IconLabelDescriptionList"/>
    <dgm:cxn modelId="{A68BA0C8-B473-4EDD-BD1D-9B024E79FD5F}" type="presParOf" srcId="{DDB421C0-4130-4F76-922A-DEC343C386E9}" destId="{C2BAC61F-5F54-4995-B1FA-5627042129E8}" srcOrd="5" destOrd="0" presId="urn:microsoft.com/office/officeart/2018/2/layout/IconLabelDescriptionList"/>
    <dgm:cxn modelId="{B009E98A-12C1-44EC-83BF-994C5ACA702F}" type="presParOf" srcId="{DDB421C0-4130-4F76-922A-DEC343C386E9}" destId="{73ACCB70-D3F1-4DA2-86E3-589C14DA1F40}" srcOrd="6" destOrd="0" presId="urn:microsoft.com/office/officeart/2018/2/layout/IconLabelDescriptionList"/>
    <dgm:cxn modelId="{B4CE9A49-4759-492A-A73D-FA517765EEB2}" type="presParOf" srcId="{73ACCB70-D3F1-4DA2-86E3-589C14DA1F40}" destId="{4CECF6C4-F4E7-45FD-966D-14997CEF955E}" srcOrd="0" destOrd="0" presId="urn:microsoft.com/office/officeart/2018/2/layout/IconLabelDescriptionList"/>
    <dgm:cxn modelId="{E97EBB86-B04C-46BF-A814-481B4964667B}" type="presParOf" srcId="{73ACCB70-D3F1-4DA2-86E3-589C14DA1F40}" destId="{43075138-6573-4CAC-BA13-08505FC37716}" srcOrd="1" destOrd="0" presId="urn:microsoft.com/office/officeart/2018/2/layout/IconLabelDescriptionList"/>
    <dgm:cxn modelId="{202D26E5-A44A-4B70-814E-FF10EA209EC1}" type="presParOf" srcId="{73ACCB70-D3F1-4DA2-86E3-589C14DA1F40}" destId="{D42CBE41-C32F-45D5-BBBD-CBC69ED6AAF6}" srcOrd="2" destOrd="0" presId="urn:microsoft.com/office/officeart/2018/2/layout/IconLabelDescriptionList"/>
    <dgm:cxn modelId="{96A2CE6A-DE98-4E5E-998E-A5099CA9D8E8}" type="presParOf" srcId="{73ACCB70-D3F1-4DA2-86E3-589C14DA1F40}" destId="{B6A8BDED-9B0B-4F92-9732-326167EBDA29}" srcOrd="3" destOrd="0" presId="urn:microsoft.com/office/officeart/2018/2/layout/IconLabelDescriptionList"/>
    <dgm:cxn modelId="{E7A99E00-07AC-443D-8F6D-1533786F942A}" type="presParOf" srcId="{73ACCB70-D3F1-4DA2-86E3-589C14DA1F40}" destId="{E614D973-9649-4C1F-ACF7-D6DE91F67EB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810DEB-DE15-41EB-BA06-12DEC18228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FDEFCED5-6CFE-4FCB-AE38-6BD90D2719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cryptography </a:t>
          </a:r>
          <a:endParaRPr lang="tr-TR"/>
        </a:p>
      </dgm:t>
    </dgm:pt>
    <dgm:pt modelId="{29DAB229-EF7F-416F-9A6A-A816D7F70F8B}" type="parTrans" cxnId="{DE1D5BAB-13D8-48D8-A04E-F39EA9F99901}">
      <dgm:prSet/>
      <dgm:spPr/>
      <dgm:t>
        <a:bodyPr/>
        <a:lstStyle/>
        <a:p>
          <a:endParaRPr lang="tr-TR"/>
        </a:p>
      </dgm:t>
    </dgm:pt>
    <dgm:pt modelId="{086B5022-D3B1-4499-93D1-FDA5BE5B3BFE}" type="sibTrans" cxnId="{DE1D5BAB-13D8-48D8-A04E-F39EA9F99901}">
      <dgm:prSet/>
      <dgm:spPr/>
      <dgm:t>
        <a:bodyPr/>
        <a:lstStyle/>
        <a:p>
          <a:endParaRPr lang="tr-TR"/>
        </a:p>
      </dgm:t>
    </dgm:pt>
    <dgm:pt modelId="{3DCF979F-3AC4-4B5A-9D85-D890F021D5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branch of mathematics</a:t>
          </a:r>
          <a:endParaRPr lang="tr-TR"/>
        </a:p>
      </dgm:t>
    </dgm:pt>
    <dgm:pt modelId="{214E997E-757A-4F35-AC24-2B3052D705D5}" type="parTrans" cxnId="{CA87B90D-38C0-467F-B2A6-FFEA5A5E643C}">
      <dgm:prSet/>
      <dgm:spPr/>
      <dgm:t>
        <a:bodyPr/>
        <a:lstStyle/>
        <a:p>
          <a:endParaRPr lang="tr-TR"/>
        </a:p>
      </dgm:t>
    </dgm:pt>
    <dgm:pt modelId="{7A4E1D25-3647-469C-BB43-49B9B201FFB9}" type="sibTrans" cxnId="{CA87B90D-38C0-467F-B2A6-FFEA5A5E643C}">
      <dgm:prSet/>
      <dgm:spPr/>
      <dgm:t>
        <a:bodyPr/>
        <a:lstStyle/>
        <a:p>
          <a:endParaRPr lang="tr-TR"/>
        </a:p>
      </dgm:t>
    </dgm:pt>
    <dgm:pt modelId="{FCB4FFE8-4FE2-4A51-B403-AE7D0DB4D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extensively in computer security. </a:t>
          </a:r>
          <a:endParaRPr lang="tr-TR"/>
        </a:p>
      </dgm:t>
    </dgm:pt>
    <dgm:pt modelId="{857F2289-9816-4A10-AAB1-A8EE0EE33A5C}" type="parTrans" cxnId="{A5ED3E35-E97F-4F31-B0FD-9B9261241BAC}">
      <dgm:prSet/>
      <dgm:spPr/>
      <dgm:t>
        <a:bodyPr/>
        <a:lstStyle/>
        <a:p>
          <a:endParaRPr lang="tr-TR"/>
        </a:p>
      </dgm:t>
    </dgm:pt>
    <dgm:pt modelId="{4ABCE66B-8346-40FD-AB28-2BEF67649396}" type="sibTrans" cxnId="{A5ED3E35-E97F-4F31-B0FD-9B9261241BAC}">
      <dgm:prSet/>
      <dgm:spPr/>
      <dgm:t>
        <a:bodyPr/>
        <a:lstStyle/>
        <a:p>
          <a:endParaRPr lang="tr-TR"/>
        </a:p>
      </dgm:t>
    </dgm:pt>
    <dgm:pt modelId="{2C1F12B7-C98A-4969-929C-A647F578CF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Greek</a:t>
          </a:r>
          <a:r>
            <a:rPr lang="en-US"/>
            <a:t> </a:t>
          </a:r>
          <a:endParaRPr lang="tr-TR"/>
        </a:p>
      </dgm:t>
    </dgm:pt>
    <dgm:pt modelId="{BC9CB863-873B-4D8E-A056-D07E43400B8E}" type="parTrans" cxnId="{1EEC3D74-896E-4B38-BE0B-A07ADA6A198B}">
      <dgm:prSet/>
      <dgm:spPr/>
      <dgm:t>
        <a:bodyPr/>
        <a:lstStyle/>
        <a:p>
          <a:endParaRPr lang="tr-TR"/>
        </a:p>
      </dgm:t>
    </dgm:pt>
    <dgm:pt modelId="{B1EE8EF9-A79E-4235-AD1D-E9A51B3CDDD9}" type="sibTrans" cxnId="{1EEC3D74-896E-4B38-BE0B-A07ADA6A198B}">
      <dgm:prSet/>
      <dgm:spPr/>
      <dgm:t>
        <a:bodyPr/>
        <a:lstStyle/>
        <a:p>
          <a:endParaRPr lang="tr-TR"/>
        </a:p>
      </dgm:t>
    </dgm:pt>
    <dgm:pt modelId="{9455D747-C1D1-4BDC-9918-EFBA022D0C3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«</a:t>
          </a:r>
          <a:r>
            <a:rPr lang="en-US"/>
            <a:t>secret writing</a:t>
          </a:r>
          <a:r>
            <a:rPr lang="tr-TR"/>
            <a:t>» </a:t>
          </a:r>
          <a:r>
            <a:rPr lang="en-US"/>
            <a:t>in Greek, </a:t>
          </a:r>
          <a:endParaRPr lang="tr-TR"/>
        </a:p>
      </dgm:t>
    </dgm:pt>
    <dgm:pt modelId="{02102448-021F-4299-8442-E207990200A6}" type="parTrans" cxnId="{3F255199-376E-49C3-89E0-3E0E9E3D5ACF}">
      <dgm:prSet/>
      <dgm:spPr/>
      <dgm:t>
        <a:bodyPr/>
        <a:lstStyle/>
        <a:p>
          <a:endParaRPr lang="tr-TR"/>
        </a:p>
      </dgm:t>
    </dgm:pt>
    <dgm:pt modelId="{2CB2BB0A-A238-4D1C-832F-2B6E24297BF2}" type="sibTrans" cxnId="{3F255199-376E-49C3-89E0-3E0E9E3D5ACF}">
      <dgm:prSet/>
      <dgm:spPr/>
      <dgm:t>
        <a:bodyPr/>
        <a:lstStyle/>
        <a:p>
          <a:endParaRPr lang="tr-TR"/>
        </a:p>
      </dgm:t>
    </dgm:pt>
    <dgm:pt modelId="{E7D0F707-2FCE-48B2-AC67-3887CB16B2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encryption </a:t>
          </a:r>
          <a:endParaRPr lang="tr-TR"/>
        </a:p>
      </dgm:t>
    </dgm:pt>
    <dgm:pt modelId="{6DB0F8C0-5F8D-460E-9380-041A6A261C17}" type="parTrans" cxnId="{882A7C13-52DE-4EAC-AE34-5CA5E10BB539}">
      <dgm:prSet/>
      <dgm:spPr/>
      <dgm:t>
        <a:bodyPr/>
        <a:lstStyle/>
        <a:p>
          <a:endParaRPr lang="tr-TR"/>
        </a:p>
      </dgm:t>
    </dgm:pt>
    <dgm:pt modelId="{8EB445C7-6AAF-413B-BB0D-295EC7DAA5B6}" type="sibTrans" cxnId="{882A7C13-52DE-4EAC-AE34-5CA5E10BB539}">
      <dgm:prSet/>
      <dgm:spPr/>
      <dgm:t>
        <a:bodyPr/>
        <a:lstStyle/>
        <a:p>
          <a:endParaRPr lang="tr-TR"/>
        </a:p>
      </dgm:t>
    </dgm:pt>
    <dgm:pt modelId="{8B382E4B-3E12-417C-9AC2-795886E0E4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science of cryptography </a:t>
          </a:r>
          <a:endParaRPr lang="tr-TR"/>
        </a:p>
      </dgm:t>
    </dgm:pt>
    <dgm:pt modelId="{487CC718-4797-491C-84BF-7138DFAF93DA}" type="parTrans" cxnId="{7CA729F7-711E-4F7D-8D0D-C02753054941}">
      <dgm:prSet/>
      <dgm:spPr/>
      <dgm:t>
        <a:bodyPr/>
        <a:lstStyle/>
        <a:p>
          <a:endParaRPr lang="tr-TR"/>
        </a:p>
      </dgm:t>
    </dgm:pt>
    <dgm:pt modelId="{85FAE6FE-C7A0-4496-92F1-CE5F05354959}" type="sibTrans" cxnId="{7CA729F7-711E-4F7D-8D0D-C02753054941}">
      <dgm:prSet/>
      <dgm:spPr/>
      <dgm:t>
        <a:bodyPr/>
        <a:lstStyle/>
        <a:p>
          <a:endParaRPr lang="tr-TR"/>
        </a:p>
      </dgm:t>
    </dgm:pt>
    <dgm:pt modelId="{1AE56BCB-A745-498D-840E-8C4CAA2B06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encompasses more than just </a:t>
          </a:r>
          <a:r>
            <a:rPr lang="tr-TR"/>
            <a:t>«</a:t>
          </a:r>
          <a:r>
            <a:rPr lang="en-US"/>
            <a:t>secret writing</a:t>
          </a:r>
          <a:r>
            <a:rPr lang="tr-TR"/>
            <a:t>»</a:t>
          </a:r>
        </a:p>
      </dgm:t>
    </dgm:pt>
    <dgm:pt modelId="{80E698A6-0A5D-4BC5-83F1-3D9F8D566781}" type="parTrans" cxnId="{551E68A4-3533-42EC-AB0A-4663C4E4497D}">
      <dgm:prSet/>
      <dgm:spPr/>
      <dgm:t>
        <a:bodyPr/>
        <a:lstStyle/>
        <a:p>
          <a:endParaRPr lang="tr-TR"/>
        </a:p>
      </dgm:t>
    </dgm:pt>
    <dgm:pt modelId="{32B73C8B-01B2-4CAA-B40C-1B0C153306D8}" type="sibTrans" cxnId="{551E68A4-3533-42EC-AB0A-4663C4E4497D}">
      <dgm:prSet/>
      <dgm:spPr/>
      <dgm:t>
        <a:bodyPr/>
        <a:lstStyle/>
        <a:p>
          <a:endParaRPr lang="tr-TR"/>
        </a:p>
      </dgm:t>
    </dgm:pt>
    <dgm:pt modelId="{BB1ADFE2-985A-4D75-BEA2-F2E3F58DE3D3}" type="pres">
      <dgm:prSet presAssocID="{93810DEB-DE15-41EB-BA06-12DEC1822897}" presName="root" presStyleCnt="0">
        <dgm:presLayoutVars>
          <dgm:dir/>
          <dgm:resizeHandles val="exact"/>
        </dgm:presLayoutVars>
      </dgm:prSet>
      <dgm:spPr/>
    </dgm:pt>
    <dgm:pt modelId="{85D376B5-E3BE-4223-AE70-1FC3C5DF0CF4}" type="pres">
      <dgm:prSet presAssocID="{FDEFCED5-6CFE-4FCB-AE38-6BD90D271915}" presName="compNode" presStyleCnt="0"/>
      <dgm:spPr/>
    </dgm:pt>
    <dgm:pt modelId="{C12DD7D3-D5FD-40AE-B773-85DA6221C4BB}" type="pres">
      <dgm:prSet presAssocID="{FDEFCED5-6CFE-4FCB-AE38-6BD90D2719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ED1EFB6-E0E4-4850-A0E0-AF168C3F5C0E}" type="pres">
      <dgm:prSet presAssocID="{FDEFCED5-6CFE-4FCB-AE38-6BD90D271915}" presName="iconSpace" presStyleCnt="0"/>
      <dgm:spPr/>
    </dgm:pt>
    <dgm:pt modelId="{A2234E5B-6578-479F-B05F-3767F31087F5}" type="pres">
      <dgm:prSet presAssocID="{FDEFCED5-6CFE-4FCB-AE38-6BD90D271915}" presName="parTx" presStyleLbl="revTx" presStyleIdx="0" presStyleCnt="6">
        <dgm:presLayoutVars>
          <dgm:chMax val="0"/>
          <dgm:chPref val="0"/>
        </dgm:presLayoutVars>
      </dgm:prSet>
      <dgm:spPr/>
    </dgm:pt>
    <dgm:pt modelId="{6618B9E1-C9D8-40FF-9624-65F44081D51C}" type="pres">
      <dgm:prSet presAssocID="{FDEFCED5-6CFE-4FCB-AE38-6BD90D271915}" presName="txSpace" presStyleCnt="0"/>
      <dgm:spPr/>
    </dgm:pt>
    <dgm:pt modelId="{4CFD91EA-8DB8-48DC-BAA6-6F1E0F2A4D13}" type="pres">
      <dgm:prSet presAssocID="{FDEFCED5-6CFE-4FCB-AE38-6BD90D271915}" presName="desTx" presStyleLbl="revTx" presStyleIdx="1" presStyleCnt="6">
        <dgm:presLayoutVars/>
      </dgm:prSet>
      <dgm:spPr/>
    </dgm:pt>
    <dgm:pt modelId="{21F11DB3-6F46-42B8-9DC7-FA6D9359F938}" type="pres">
      <dgm:prSet presAssocID="{086B5022-D3B1-4499-93D1-FDA5BE5B3BFE}" presName="sibTrans" presStyleCnt="0"/>
      <dgm:spPr/>
    </dgm:pt>
    <dgm:pt modelId="{E9B603C0-4B94-44E6-8647-A0F8F67B057E}" type="pres">
      <dgm:prSet presAssocID="{2C1F12B7-C98A-4969-929C-A647F578CF43}" presName="compNode" presStyleCnt="0"/>
      <dgm:spPr/>
    </dgm:pt>
    <dgm:pt modelId="{1280882D-155A-4AFB-9AC6-AF47FA395774}" type="pres">
      <dgm:prSet presAssocID="{2C1F12B7-C98A-4969-929C-A647F578CF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reath"/>
        </a:ext>
      </dgm:extLst>
    </dgm:pt>
    <dgm:pt modelId="{F9EB3413-8775-459C-A3F2-20A974535A06}" type="pres">
      <dgm:prSet presAssocID="{2C1F12B7-C98A-4969-929C-A647F578CF43}" presName="iconSpace" presStyleCnt="0"/>
      <dgm:spPr/>
    </dgm:pt>
    <dgm:pt modelId="{D740C70A-7CCE-4F44-97E2-C94B27712139}" type="pres">
      <dgm:prSet presAssocID="{2C1F12B7-C98A-4969-929C-A647F578CF43}" presName="parTx" presStyleLbl="revTx" presStyleIdx="2" presStyleCnt="6">
        <dgm:presLayoutVars>
          <dgm:chMax val="0"/>
          <dgm:chPref val="0"/>
        </dgm:presLayoutVars>
      </dgm:prSet>
      <dgm:spPr/>
    </dgm:pt>
    <dgm:pt modelId="{866034E6-1074-474C-BCF4-51DDCEA33141}" type="pres">
      <dgm:prSet presAssocID="{2C1F12B7-C98A-4969-929C-A647F578CF43}" presName="txSpace" presStyleCnt="0"/>
      <dgm:spPr/>
    </dgm:pt>
    <dgm:pt modelId="{3B0D3E55-2E5A-4A7A-8DFB-C88282C2D8E3}" type="pres">
      <dgm:prSet presAssocID="{2C1F12B7-C98A-4969-929C-A647F578CF43}" presName="desTx" presStyleLbl="revTx" presStyleIdx="3" presStyleCnt="6">
        <dgm:presLayoutVars/>
      </dgm:prSet>
      <dgm:spPr/>
    </dgm:pt>
    <dgm:pt modelId="{60DFCBF9-04A4-434B-83CA-D7DE54147500}" type="pres">
      <dgm:prSet presAssocID="{B1EE8EF9-A79E-4235-AD1D-E9A51B3CDDD9}" presName="sibTrans" presStyleCnt="0"/>
      <dgm:spPr/>
    </dgm:pt>
    <dgm:pt modelId="{41A0D308-E0D6-4800-BFE8-B874E11CEF82}" type="pres">
      <dgm:prSet presAssocID="{E7D0F707-2FCE-48B2-AC67-3887CB16B253}" presName="compNode" presStyleCnt="0"/>
      <dgm:spPr/>
    </dgm:pt>
    <dgm:pt modelId="{AD652C67-0A2C-4810-B415-7E8E440FDD9A}" type="pres">
      <dgm:prSet presAssocID="{E7D0F707-2FCE-48B2-AC67-3887CB16B2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7EDEE1C-E98B-495D-A5AD-2D70ACA027AF}" type="pres">
      <dgm:prSet presAssocID="{E7D0F707-2FCE-48B2-AC67-3887CB16B253}" presName="iconSpace" presStyleCnt="0"/>
      <dgm:spPr/>
    </dgm:pt>
    <dgm:pt modelId="{3E36F128-3DE6-4257-906E-0FFBBEA3A254}" type="pres">
      <dgm:prSet presAssocID="{E7D0F707-2FCE-48B2-AC67-3887CB16B253}" presName="parTx" presStyleLbl="revTx" presStyleIdx="4" presStyleCnt="6">
        <dgm:presLayoutVars>
          <dgm:chMax val="0"/>
          <dgm:chPref val="0"/>
        </dgm:presLayoutVars>
      </dgm:prSet>
      <dgm:spPr/>
    </dgm:pt>
    <dgm:pt modelId="{9E16B7AA-80E1-414E-B84C-81C225F2E627}" type="pres">
      <dgm:prSet presAssocID="{E7D0F707-2FCE-48B2-AC67-3887CB16B253}" presName="txSpace" presStyleCnt="0"/>
      <dgm:spPr/>
    </dgm:pt>
    <dgm:pt modelId="{F9032688-9721-48F5-844D-9FB30B1F4DFC}" type="pres">
      <dgm:prSet presAssocID="{E7D0F707-2FCE-48B2-AC67-3887CB16B253}" presName="desTx" presStyleLbl="revTx" presStyleIdx="5" presStyleCnt="6">
        <dgm:presLayoutVars/>
      </dgm:prSet>
      <dgm:spPr/>
    </dgm:pt>
  </dgm:ptLst>
  <dgm:cxnLst>
    <dgm:cxn modelId="{607BDC02-634E-41C5-8B79-A6B8072D67F4}" type="presOf" srcId="{FCB4FFE8-4FE2-4A51-B403-AE7D0DB4DA49}" destId="{4CFD91EA-8DB8-48DC-BAA6-6F1E0F2A4D13}" srcOrd="0" destOrd="1" presId="urn:microsoft.com/office/officeart/2018/5/layout/CenteredIconLabelDescriptionList"/>
    <dgm:cxn modelId="{CA87B90D-38C0-467F-B2A6-FFEA5A5E643C}" srcId="{FDEFCED5-6CFE-4FCB-AE38-6BD90D271915}" destId="{3DCF979F-3AC4-4B5A-9D85-D890F021D58C}" srcOrd="0" destOrd="0" parTransId="{214E997E-757A-4F35-AC24-2B3052D705D5}" sibTransId="{7A4E1D25-3647-469C-BB43-49B9B201FFB9}"/>
    <dgm:cxn modelId="{882A7C13-52DE-4EAC-AE34-5CA5E10BB539}" srcId="{93810DEB-DE15-41EB-BA06-12DEC1822897}" destId="{E7D0F707-2FCE-48B2-AC67-3887CB16B253}" srcOrd="2" destOrd="0" parTransId="{6DB0F8C0-5F8D-460E-9380-041A6A261C17}" sibTransId="{8EB445C7-6AAF-413B-BB0D-295EC7DAA5B6}"/>
    <dgm:cxn modelId="{8D945F2E-B8B7-4B4D-9C36-6ED8DB4B0FF3}" type="presOf" srcId="{93810DEB-DE15-41EB-BA06-12DEC1822897}" destId="{BB1ADFE2-985A-4D75-BEA2-F2E3F58DE3D3}" srcOrd="0" destOrd="0" presId="urn:microsoft.com/office/officeart/2018/5/layout/CenteredIconLabelDescriptionList"/>
    <dgm:cxn modelId="{A5ED3E35-E97F-4F31-B0FD-9B9261241BAC}" srcId="{FDEFCED5-6CFE-4FCB-AE38-6BD90D271915}" destId="{FCB4FFE8-4FE2-4A51-B403-AE7D0DB4DA49}" srcOrd="1" destOrd="0" parTransId="{857F2289-9816-4A10-AAB1-A8EE0EE33A5C}" sibTransId="{4ABCE66B-8346-40FD-AB28-2BEF67649396}"/>
    <dgm:cxn modelId="{B3837C62-AE7A-4111-84DA-BFD3488D3A6D}" type="presOf" srcId="{8B382E4B-3E12-417C-9AC2-795886E0E48B}" destId="{F9032688-9721-48F5-844D-9FB30B1F4DFC}" srcOrd="0" destOrd="0" presId="urn:microsoft.com/office/officeart/2018/5/layout/CenteredIconLabelDescriptionList"/>
    <dgm:cxn modelId="{71B1EE6B-F560-4174-9BC8-B6200BB5893A}" type="presOf" srcId="{1AE56BCB-A745-498D-840E-8C4CAA2B0681}" destId="{F9032688-9721-48F5-844D-9FB30B1F4DFC}" srcOrd="0" destOrd="1" presId="urn:microsoft.com/office/officeart/2018/5/layout/CenteredIconLabelDescriptionList"/>
    <dgm:cxn modelId="{99CB5351-1067-4D1F-9207-A4645E082D80}" type="presOf" srcId="{9455D747-C1D1-4BDC-9918-EFBA022D0C38}" destId="{3B0D3E55-2E5A-4A7A-8DFB-C88282C2D8E3}" srcOrd="0" destOrd="0" presId="urn:microsoft.com/office/officeart/2018/5/layout/CenteredIconLabelDescriptionList"/>
    <dgm:cxn modelId="{1EEC3D74-896E-4B38-BE0B-A07ADA6A198B}" srcId="{93810DEB-DE15-41EB-BA06-12DEC1822897}" destId="{2C1F12B7-C98A-4969-929C-A647F578CF43}" srcOrd="1" destOrd="0" parTransId="{BC9CB863-873B-4D8E-A056-D07E43400B8E}" sibTransId="{B1EE8EF9-A79E-4235-AD1D-E9A51B3CDDD9}"/>
    <dgm:cxn modelId="{B88D8556-CE8A-4401-9FCD-71F62BACB2CD}" type="presOf" srcId="{3DCF979F-3AC4-4B5A-9D85-D890F021D58C}" destId="{4CFD91EA-8DB8-48DC-BAA6-6F1E0F2A4D13}" srcOrd="0" destOrd="0" presId="urn:microsoft.com/office/officeart/2018/5/layout/CenteredIconLabelDescriptionList"/>
    <dgm:cxn modelId="{3F255199-376E-49C3-89E0-3E0E9E3D5ACF}" srcId="{2C1F12B7-C98A-4969-929C-A647F578CF43}" destId="{9455D747-C1D1-4BDC-9918-EFBA022D0C38}" srcOrd="0" destOrd="0" parTransId="{02102448-021F-4299-8442-E207990200A6}" sibTransId="{2CB2BB0A-A238-4D1C-832F-2B6E24297BF2}"/>
    <dgm:cxn modelId="{551E68A4-3533-42EC-AB0A-4663C4E4497D}" srcId="{E7D0F707-2FCE-48B2-AC67-3887CB16B253}" destId="{1AE56BCB-A745-498D-840E-8C4CAA2B0681}" srcOrd="1" destOrd="0" parTransId="{80E698A6-0A5D-4BC5-83F1-3D9F8D566781}" sibTransId="{32B73C8B-01B2-4CAA-B40C-1B0C153306D8}"/>
    <dgm:cxn modelId="{DE1D5BAB-13D8-48D8-A04E-F39EA9F99901}" srcId="{93810DEB-DE15-41EB-BA06-12DEC1822897}" destId="{FDEFCED5-6CFE-4FCB-AE38-6BD90D271915}" srcOrd="0" destOrd="0" parTransId="{29DAB229-EF7F-416F-9A6A-A816D7F70F8B}" sibTransId="{086B5022-D3B1-4499-93D1-FDA5BE5B3BFE}"/>
    <dgm:cxn modelId="{2B38CABB-FFA3-4616-A772-E161996E0EF6}" type="presOf" srcId="{2C1F12B7-C98A-4969-929C-A647F578CF43}" destId="{D740C70A-7CCE-4F44-97E2-C94B27712139}" srcOrd="0" destOrd="0" presId="urn:microsoft.com/office/officeart/2018/5/layout/CenteredIconLabelDescriptionList"/>
    <dgm:cxn modelId="{6AF17DC4-3DAC-483D-9975-FFE4440ABBE3}" type="presOf" srcId="{FDEFCED5-6CFE-4FCB-AE38-6BD90D271915}" destId="{A2234E5B-6578-479F-B05F-3767F31087F5}" srcOrd="0" destOrd="0" presId="urn:microsoft.com/office/officeart/2018/5/layout/CenteredIconLabelDescriptionList"/>
    <dgm:cxn modelId="{815B25DF-A679-4350-BF15-FC8EFC912AC1}" type="presOf" srcId="{E7D0F707-2FCE-48B2-AC67-3887CB16B253}" destId="{3E36F128-3DE6-4257-906E-0FFBBEA3A254}" srcOrd="0" destOrd="0" presId="urn:microsoft.com/office/officeart/2018/5/layout/CenteredIconLabelDescriptionList"/>
    <dgm:cxn modelId="{7CA729F7-711E-4F7D-8D0D-C02753054941}" srcId="{E7D0F707-2FCE-48B2-AC67-3887CB16B253}" destId="{8B382E4B-3E12-417C-9AC2-795886E0E48B}" srcOrd="0" destOrd="0" parTransId="{487CC718-4797-491C-84BF-7138DFAF93DA}" sibTransId="{85FAE6FE-C7A0-4496-92F1-CE5F05354959}"/>
    <dgm:cxn modelId="{287BC4CA-7416-4D70-9689-F0C604D85801}" type="presParOf" srcId="{BB1ADFE2-985A-4D75-BEA2-F2E3F58DE3D3}" destId="{85D376B5-E3BE-4223-AE70-1FC3C5DF0CF4}" srcOrd="0" destOrd="0" presId="urn:microsoft.com/office/officeart/2018/5/layout/CenteredIconLabelDescriptionList"/>
    <dgm:cxn modelId="{BBD350B5-A0C4-4883-8C5E-8A6D4EA4C03C}" type="presParOf" srcId="{85D376B5-E3BE-4223-AE70-1FC3C5DF0CF4}" destId="{C12DD7D3-D5FD-40AE-B773-85DA6221C4BB}" srcOrd="0" destOrd="0" presId="urn:microsoft.com/office/officeart/2018/5/layout/CenteredIconLabelDescriptionList"/>
    <dgm:cxn modelId="{E22368D9-C27C-417C-9606-00F391D3E87E}" type="presParOf" srcId="{85D376B5-E3BE-4223-AE70-1FC3C5DF0CF4}" destId="{0ED1EFB6-E0E4-4850-A0E0-AF168C3F5C0E}" srcOrd="1" destOrd="0" presId="urn:microsoft.com/office/officeart/2018/5/layout/CenteredIconLabelDescriptionList"/>
    <dgm:cxn modelId="{DF4F7720-26CA-4BF5-BFA8-75F6A7D2DDA4}" type="presParOf" srcId="{85D376B5-E3BE-4223-AE70-1FC3C5DF0CF4}" destId="{A2234E5B-6578-479F-B05F-3767F31087F5}" srcOrd="2" destOrd="0" presId="urn:microsoft.com/office/officeart/2018/5/layout/CenteredIconLabelDescriptionList"/>
    <dgm:cxn modelId="{93B043F1-7F8F-4762-AE12-C5E8AF95C79D}" type="presParOf" srcId="{85D376B5-E3BE-4223-AE70-1FC3C5DF0CF4}" destId="{6618B9E1-C9D8-40FF-9624-65F44081D51C}" srcOrd="3" destOrd="0" presId="urn:microsoft.com/office/officeart/2018/5/layout/CenteredIconLabelDescriptionList"/>
    <dgm:cxn modelId="{DCA5BDBA-6611-4D66-80EF-24825FF62504}" type="presParOf" srcId="{85D376B5-E3BE-4223-AE70-1FC3C5DF0CF4}" destId="{4CFD91EA-8DB8-48DC-BAA6-6F1E0F2A4D13}" srcOrd="4" destOrd="0" presId="urn:microsoft.com/office/officeart/2018/5/layout/CenteredIconLabelDescriptionList"/>
    <dgm:cxn modelId="{C3C287EC-AF7A-4A43-89D0-0820E38CA903}" type="presParOf" srcId="{BB1ADFE2-985A-4D75-BEA2-F2E3F58DE3D3}" destId="{21F11DB3-6F46-42B8-9DC7-FA6D9359F938}" srcOrd="1" destOrd="0" presId="urn:microsoft.com/office/officeart/2018/5/layout/CenteredIconLabelDescriptionList"/>
    <dgm:cxn modelId="{D92BDD58-1712-4A61-9CB9-61B43BC5784C}" type="presParOf" srcId="{BB1ADFE2-985A-4D75-BEA2-F2E3F58DE3D3}" destId="{E9B603C0-4B94-44E6-8647-A0F8F67B057E}" srcOrd="2" destOrd="0" presId="urn:microsoft.com/office/officeart/2018/5/layout/CenteredIconLabelDescriptionList"/>
    <dgm:cxn modelId="{EC05731B-A93B-4B24-B82D-A93EAAE0840F}" type="presParOf" srcId="{E9B603C0-4B94-44E6-8647-A0F8F67B057E}" destId="{1280882D-155A-4AFB-9AC6-AF47FA395774}" srcOrd="0" destOrd="0" presId="urn:microsoft.com/office/officeart/2018/5/layout/CenteredIconLabelDescriptionList"/>
    <dgm:cxn modelId="{FA3D443B-7F1E-4C6C-AE79-7A942553E24D}" type="presParOf" srcId="{E9B603C0-4B94-44E6-8647-A0F8F67B057E}" destId="{F9EB3413-8775-459C-A3F2-20A974535A06}" srcOrd="1" destOrd="0" presId="urn:microsoft.com/office/officeart/2018/5/layout/CenteredIconLabelDescriptionList"/>
    <dgm:cxn modelId="{AA733949-D4FF-41A4-BD28-0A350CFBAE02}" type="presParOf" srcId="{E9B603C0-4B94-44E6-8647-A0F8F67B057E}" destId="{D740C70A-7CCE-4F44-97E2-C94B27712139}" srcOrd="2" destOrd="0" presId="urn:microsoft.com/office/officeart/2018/5/layout/CenteredIconLabelDescriptionList"/>
    <dgm:cxn modelId="{16A4457C-4641-41E6-BEFE-50CEC235A8ED}" type="presParOf" srcId="{E9B603C0-4B94-44E6-8647-A0F8F67B057E}" destId="{866034E6-1074-474C-BCF4-51DDCEA33141}" srcOrd="3" destOrd="0" presId="urn:microsoft.com/office/officeart/2018/5/layout/CenteredIconLabelDescriptionList"/>
    <dgm:cxn modelId="{AC4C6FBA-A563-4E15-BE97-8CC75E763161}" type="presParOf" srcId="{E9B603C0-4B94-44E6-8647-A0F8F67B057E}" destId="{3B0D3E55-2E5A-4A7A-8DFB-C88282C2D8E3}" srcOrd="4" destOrd="0" presId="urn:microsoft.com/office/officeart/2018/5/layout/CenteredIconLabelDescriptionList"/>
    <dgm:cxn modelId="{EB5DD7E9-3406-480B-B284-A8BB94A2D151}" type="presParOf" srcId="{BB1ADFE2-985A-4D75-BEA2-F2E3F58DE3D3}" destId="{60DFCBF9-04A4-434B-83CA-D7DE54147500}" srcOrd="3" destOrd="0" presId="urn:microsoft.com/office/officeart/2018/5/layout/CenteredIconLabelDescriptionList"/>
    <dgm:cxn modelId="{6BF63CF4-80C5-45C2-BD87-7E3E5360460B}" type="presParOf" srcId="{BB1ADFE2-985A-4D75-BEA2-F2E3F58DE3D3}" destId="{41A0D308-E0D6-4800-BFE8-B874E11CEF82}" srcOrd="4" destOrd="0" presId="urn:microsoft.com/office/officeart/2018/5/layout/CenteredIconLabelDescriptionList"/>
    <dgm:cxn modelId="{56A56E9D-77E3-48AA-927B-99101949F73E}" type="presParOf" srcId="{41A0D308-E0D6-4800-BFE8-B874E11CEF82}" destId="{AD652C67-0A2C-4810-B415-7E8E440FDD9A}" srcOrd="0" destOrd="0" presId="urn:microsoft.com/office/officeart/2018/5/layout/CenteredIconLabelDescriptionList"/>
    <dgm:cxn modelId="{32C75B70-DED4-4200-9964-9652130B6EE5}" type="presParOf" srcId="{41A0D308-E0D6-4800-BFE8-B874E11CEF82}" destId="{C7EDEE1C-E98B-495D-A5AD-2D70ACA027AF}" srcOrd="1" destOrd="0" presId="urn:microsoft.com/office/officeart/2018/5/layout/CenteredIconLabelDescriptionList"/>
    <dgm:cxn modelId="{8F0FB731-08E0-4CF8-BB1F-B22628D9D34C}" type="presParOf" srcId="{41A0D308-E0D6-4800-BFE8-B874E11CEF82}" destId="{3E36F128-3DE6-4257-906E-0FFBBEA3A254}" srcOrd="2" destOrd="0" presId="urn:microsoft.com/office/officeart/2018/5/layout/CenteredIconLabelDescriptionList"/>
    <dgm:cxn modelId="{C284FC1E-FBBF-461F-9509-C207C98804D6}" type="presParOf" srcId="{41A0D308-E0D6-4800-BFE8-B874E11CEF82}" destId="{9E16B7AA-80E1-414E-B84C-81C225F2E627}" srcOrd="3" destOrd="0" presId="urn:microsoft.com/office/officeart/2018/5/layout/CenteredIconLabelDescriptionList"/>
    <dgm:cxn modelId="{F06AFC42-A6BC-48AF-95B5-31F519750D56}" type="presParOf" srcId="{41A0D308-E0D6-4800-BFE8-B874E11CEF82}" destId="{F9032688-9721-48F5-844D-9FB30B1F4DF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810DEB-DE15-41EB-BA06-12DEC18228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FAF49F51-B075-4962-8935-F3468DE84E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digital signature</a:t>
          </a:r>
          <a:endParaRPr lang="tr-TR"/>
        </a:p>
      </dgm:t>
    </dgm:pt>
    <dgm:pt modelId="{15F1B8FB-D3D3-4938-96FD-E480DF19B452}" type="parTrans" cxnId="{4CC757C9-9AB4-473E-BE2E-84B90088B7D4}">
      <dgm:prSet/>
      <dgm:spPr/>
      <dgm:t>
        <a:bodyPr/>
        <a:lstStyle/>
        <a:p>
          <a:endParaRPr lang="tr-TR"/>
        </a:p>
      </dgm:t>
    </dgm:pt>
    <dgm:pt modelId="{A0F599C1-E8D9-4542-AC9C-340E1BA8B685}" type="sibTrans" cxnId="{4CC757C9-9AB4-473E-BE2E-84B90088B7D4}">
      <dgm:prSet/>
      <dgm:spPr/>
      <dgm:t>
        <a:bodyPr/>
        <a:lstStyle/>
        <a:p>
          <a:endParaRPr lang="tr-TR"/>
        </a:p>
      </dgm:t>
    </dgm:pt>
    <dgm:pt modelId="{D7DC4817-1BB1-4097-9FE5-DF93F556BF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prove knowledge</a:t>
          </a:r>
          <a:r>
            <a:rPr lang="tr-TR" dirty="0"/>
            <a:t> </a:t>
          </a:r>
          <a:r>
            <a:rPr lang="en-US" dirty="0"/>
            <a:t>of a secret</a:t>
          </a:r>
          <a:endParaRPr lang="tr-TR" dirty="0"/>
        </a:p>
      </dgm:t>
    </dgm:pt>
    <dgm:pt modelId="{55DB2ACF-1824-4EAF-AD49-F11A11B7DFD5}" type="parTrans" cxnId="{E582D89C-4F91-4BE5-B902-FE19F946F33B}">
      <dgm:prSet/>
      <dgm:spPr/>
      <dgm:t>
        <a:bodyPr/>
        <a:lstStyle/>
        <a:p>
          <a:endParaRPr lang="tr-TR"/>
        </a:p>
      </dgm:t>
    </dgm:pt>
    <dgm:pt modelId="{2E9DBD66-044F-40F8-9730-2D9A7B6AFF52}" type="sibTrans" cxnId="{E582D89C-4F91-4BE5-B902-FE19F946F33B}">
      <dgm:prSet/>
      <dgm:spPr/>
      <dgm:t>
        <a:bodyPr/>
        <a:lstStyle/>
        <a:p>
          <a:endParaRPr lang="tr-TR"/>
        </a:p>
      </dgm:t>
    </dgm:pt>
    <dgm:pt modelId="{A43A28E5-B15D-401D-92AF-A66DA62ED4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digital fingerprint</a:t>
          </a:r>
          <a:endParaRPr lang="tr-TR"/>
        </a:p>
      </dgm:t>
    </dgm:pt>
    <dgm:pt modelId="{948A2556-52AA-43C1-BC9F-A910A4798E64}" type="parTrans" cxnId="{2CF128E9-8F10-474A-92BD-A859D9584968}">
      <dgm:prSet/>
      <dgm:spPr/>
      <dgm:t>
        <a:bodyPr/>
        <a:lstStyle/>
        <a:p>
          <a:endParaRPr lang="tr-TR"/>
        </a:p>
      </dgm:t>
    </dgm:pt>
    <dgm:pt modelId="{ADB5098C-8FB2-4EB2-A26D-D4B9D6348075}" type="sibTrans" cxnId="{2CF128E9-8F10-474A-92BD-A859D9584968}">
      <dgm:prSet/>
      <dgm:spPr/>
      <dgm:t>
        <a:bodyPr/>
        <a:lstStyle/>
        <a:p>
          <a:endParaRPr lang="tr-TR"/>
        </a:p>
      </dgm:t>
    </dgm:pt>
    <dgm:pt modelId="{5AB803BC-9993-43A6-9A52-C24D00D383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Prove</a:t>
          </a:r>
          <a:r>
            <a:rPr lang="tr-TR" dirty="0"/>
            <a:t>s </a:t>
          </a:r>
          <a:r>
            <a:rPr lang="en-US" dirty="0"/>
            <a:t>the authenticity</a:t>
          </a:r>
          <a:r>
            <a:rPr lang="tr-TR" dirty="0"/>
            <a:t> </a:t>
          </a:r>
          <a:r>
            <a:rPr lang="en-US" dirty="0"/>
            <a:t>of data</a:t>
          </a:r>
          <a:endParaRPr lang="tr-TR" dirty="0"/>
        </a:p>
      </dgm:t>
    </dgm:pt>
    <dgm:pt modelId="{898EAADB-9CE9-4B34-800A-224E950AA610}" type="parTrans" cxnId="{7BE6FFA6-D204-48CE-9381-B12E49055881}">
      <dgm:prSet/>
      <dgm:spPr/>
      <dgm:t>
        <a:bodyPr/>
        <a:lstStyle/>
        <a:p>
          <a:endParaRPr lang="tr-TR"/>
        </a:p>
      </dgm:t>
    </dgm:pt>
    <dgm:pt modelId="{087FB346-DA26-42A8-AA86-228ACAD05E3C}" type="sibTrans" cxnId="{7BE6FFA6-D204-48CE-9381-B12E49055881}">
      <dgm:prSet/>
      <dgm:spPr/>
      <dgm:t>
        <a:bodyPr/>
        <a:lstStyle/>
        <a:p>
          <a:endParaRPr lang="tr-TR"/>
        </a:p>
      </dgm:t>
    </dgm:pt>
    <dgm:pt modelId="{B1205DC5-C662-4B9A-A602-8CA996A28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without revealing that secret </a:t>
          </a:r>
          <a:endParaRPr lang="tr-TR" dirty="0"/>
        </a:p>
      </dgm:t>
    </dgm:pt>
    <dgm:pt modelId="{CF7A8828-2EC0-4A2B-BCEE-89AF7A0342D8}" type="parTrans" cxnId="{0B759A1D-543B-4FD1-9E4A-DBE81AB2D3C7}">
      <dgm:prSet/>
      <dgm:spPr/>
      <dgm:t>
        <a:bodyPr/>
        <a:lstStyle/>
        <a:p>
          <a:endParaRPr lang="tr-TR"/>
        </a:p>
      </dgm:t>
    </dgm:pt>
    <dgm:pt modelId="{8618EA7C-7C04-4F64-8399-12BF6134131A}" type="sibTrans" cxnId="{0B759A1D-543B-4FD1-9E4A-DBE81AB2D3C7}">
      <dgm:prSet/>
      <dgm:spPr/>
      <dgm:t>
        <a:bodyPr/>
        <a:lstStyle/>
        <a:p>
          <a:endParaRPr lang="tr-TR"/>
        </a:p>
      </dgm:t>
    </dgm:pt>
    <dgm:pt modelId="{BB1ADFE2-985A-4D75-BEA2-F2E3F58DE3D3}" type="pres">
      <dgm:prSet presAssocID="{93810DEB-DE15-41EB-BA06-12DEC1822897}" presName="root" presStyleCnt="0">
        <dgm:presLayoutVars>
          <dgm:dir/>
          <dgm:resizeHandles val="exact"/>
        </dgm:presLayoutVars>
      </dgm:prSet>
      <dgm:spPr/>
    </dgm:pt>
    <dgm:pt modelId="{AC3B344D-A9B6-4A47-93B2-401F558111D1}" type="pres">
      <dgm:prSet presAssocID="{FAF49F51-B075-4962-8935-F3468DE84E1D}" presName="compNode" presStyleCnt="0"/>
      <dgm:spPr/>
    </dgm:pt>
    <dgm:pt modelId="{F6680391-F084-45B5-8ED5-1FCCF00CAAD9}" type="pres">
      <dgm:prSet presAssocID="{FAF49F51-B075-4962-8935-F3468DE84E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DA85BCD-DA15-41B5-B741-316AC9246507}" type="pres">
      <dgm:prSet presAssocID="{FAF49F51-B075-4962-8935-F3468DE84E1D}" presName="iconSpace" presStyleCnt="0"/>
      <dgm:spPr/>
    </dgm:pt>
    <dgm:pt modelId="{83AF51B9-02EC-4BAB-96DD-E2C39D27EC49}" type="pres">
      <dgm:prSet presAssocID="{FAF49F51-B075-4962-8935-F3468DE84E1D}" presName="parTx" presStyleLbl="revTx" presStyleIdx="0" presStyleCnt="4">
        <dgm:presLayoutVars>
          <dgm:chMax val="0"/>
          <dgm:chPref val="0"/>
        </dgm:presLayoutVars>
      </dgm:prSet>
      <dgm:spPr/>
    </dgm:pt>
    <dgm:pt modelId="{992A4AE9-A885-4500-9054-58E14D43242E}" type="pres">
      <dgm:prSet presAssocID="{FAF49F51-B075-4962-8935-F3468DE84E1D}" presName="txSpace" presStyleCnt="0"/>
      <dgm:spPr/>
    </dgm:pt>
    <dgm:pt modelId="{D292BDC4-383C-4128-A6ED-D92491FC2187}" type="pres">
      <dgm:prSet presAssocID="{FAF49F51-B075-4962-8935-F3468DE84E1D}" presName="desTx" presStyleLbl="revTx" presStyleIdx="1" presStyleCnt="4">
        <dgm:presLayoutVars/>
      </dgm:prSet>
      <dgm:spPr/>
    </dgm:pt>
    <dgm:pt modelId="{259413B8-16D8-4CA2-8B3D-BAAB6E3B5903}" type="pres">
      <dgm:prSet presAssocID="{A0F599C1-E8D9-4542-AC9C-340E1BA8B685}" presName="sibTrans" presStyleCnt="0"/>
      <dgm:spPr/>
    </dgm:pt>
    <dgm:pt modelId="{F11BD2D3-585D-40B2-A193-78BDE8DA14C0}" type="pres">
      <dgm:prSet presAssocID="{A43A28E5-B15D-401D-92AF-A66DA62ED422}" presName="compNode" presStyleCnt="0"/>
      <dgm:spPr/>
    </dgm:pt>
    <dgm:pt modelId="{85DDE2C0-C1EF-42DF-87A6-9842DDC3C393}" type="pres">
      <dgm:prSet presAssocID="{A43A28E5-B15D-401D-92AF-A66DA62ED4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88B1F247-CBEA-41D1-971D-512B9AF71C83}" type="pres">
      <dgm:prSet presAssocID="{A43A28E5-B15D-401D-92AF-A66DA62ED422}" presName="iconSpace" presStyleCnt="0"/>
      <dgm:spPr/>
    </dgm:pt>
    <dgm:pt modelId="{34D4CB72-0318-4257-A664-C3AD04D872A9}" type="pres">
      <dgm:prSet presAssocID="{A43A28E5-B15D-401D-92AF-A66DA62ED422}" presName="parTx" presStyleLbl="revTx" presStyleIdx="2" presStyleCnt="4">
        <dgm:presLayoutVars>
          <dgm:chMax val="0"/>
          <dgm:chPref val="0"/>
        </dgm:presLayoutVars>
      </dgm:prSet>
      <dgm:spPr/>
    </dgm:pt>
    <dgm:pt modelId="{FCAECE88-8A1A-4876-BE85-1429A55E25E7}" type="pres">
      <dgm:prSet presAssocID="{A43A28E5-B15D-401D-92AF-A66DA62ED422}" presName="txSpace" presStyleCnt="0"/>
      <dgm:spPr/>
    </dgm:pt>
    <dgm:pt modelId="{C0BB656A-71BA-4D74-B78C-508ABCA4DEA7}" type="pres">
      <dgm:prSet presAssocID="{A43A28E5-B15D-401D-92AF-A66DA62ED422}" presName="desTx" presStyleLbl="revTx" presStyleIdx="3" presStyleCnt="4">
        <dgm:presLayoutVars/>
      </dgm:prSet>
      <dgm:spPr/>
    </dgm:pt>
  </dgm:ptLst>
  <dgm:cxnLst>
    <dgm:cxn modelId="{0B759A1D-543B-4FD1-9E4A-DBE81AB2D3C7}" srcId="{FAF49F51-B075-4962-8935-F3468DE84E1D}" destId="{B1205DC5-C662-4B9A-A602-8CA996A289B5}" srcOrd="1" destOrd="0" parTransId="{CF7A8828-2EC0-4A2B-BCEE-89AF7A0342D8}" sibTransId="{8618EA7C-7C04-4F64-8399-12BF6134131A}"/>
    <dgm:cxn modelId="{8D945F2E-B8B7-4B4D-9C36-6ED8DB4B0FF3}" type="presOf" srcId="{93810DEB-DE15-41EB-BA06-12DEC1822897}" destId="{BB1ADFE2-985A-4D75-BEA2-F2E3F58DE3D3}" srcOrd="0" destOrd="0" presId="urn:microsoft.com/office/officeart/2018/5/layout/CenteredIconLabelDescriptionList"/>
    <dgm:cxn modelId="{B9454C60-0E83-45C9-A000-19735419441F}" type="presOf" srcId="{5AB803BC-9993-43A6-9A52-C24D00D3832B}" destId="{C0BB656A-71BA-4D74-B78C-508ABCA4DEA7}" srcOrd="0" destOrd="0" presId="urn:microsoft.com/office/officeart/2018/5/layout/CenteredIconLabelDescriptionList"/>
    <dgm:cxn modelId="{5B2E9494-E024-468B-A53E-2106CB6C49DB}" type="presOf" srcId="{D7DC4817-1BB1-4097-9FE5-DF93F556BF4D}" destId="{D292BDC4-383C-4128-A6ED-D92491FC2187}" srcOrd="0" destOrd="0" presId="urn:microsoft.com/office/officeart/2018/5/layout/CenteredIconLabelDescriptionList"/>
    <dgm:cxn modelId="{E582D89C-4F91-4BE5-B902-FE19F946F33B}" srcId="{FAF49F51-B075-4962-8935-F3468DE84E1D}" destId="{D7DC4817-1BB1-4097-9FE5-DF93F556BF4D}" srcOrd="0" destOrd="0" parTransId="{55DB2ACF-1824-4EAF-AD49-F11A11B7DFD5}" sibTransId="{2E9DBD66-044F-40F8-9730-2D9A7B6AFF52}"/>
    <dgm:cxn modelId="{7BE6FFA6-D204-48CE-9381-B12E49055881}" srcId="{A43A28E5-B15D-401D-92AF-A66DA62ED422}" destId="{5AB803BC-9993-43A6-9A52-C24D00D3832B}" srcOrd="0" destOrd="0" parTransId="{898EAADB-9CE9-4B34-800A-224E950AA610}" sibTransId="{087FB346-DA26-42A8-AA86-228ACAD05E3C}"/>
    <dgm:cxn modelId="{D02062A9-32BF-4EC3-85EC-A2331D6EA453}" type="presOf" srcId="{B1205DC5-C662-4B9A-A602-8CA996A289B5}" destId="{D292BDC4-383C-4128-A6ED-D92491FC2187}" srcOrd="0" destOrd="1" presId="urn:microsoft.com/office/officeart/2018/5/layout/CenteredIconLabelDescriptionList"/>
    <dgm:cxn modelId="{4CC757C9-9AB4-473E-BE2E-84B90088B7D4}" srcId="{93810DEB-DE15-41EB-BA06-12DEC1822897}" destId="{FAF49F51-B075-4962-8935-F3468DE84E1D}" srcOrd="0" destOrd="0" parTransId="{15F1B8FB-D3D3-4938-96FD-E480DF19B452}" sibTransId="{A0F599C1-E8D9-4542-AC9C-340E1BA8B685}"/>
    <dgm:cxn modelId="{79C709CA-17DC-46E9-949E-C2A4BDE583FB}" type="presOf" srcId="{FAF49F51-B075-4962-8935-F3468DE84E1D}" destId="{83AF51B9-02EC-4BAB-96DD-E2C39D27EC49}" srcOrd="0" destOrd="0" presId="urn:microsoft.com/office/officeart/2018/5/layout/CenteredIconLabelDescriptionList"/>
    <dgm:cxn modelId="{3C6A92DB-3481-45D7-9CF6-E6DC16946C8C}" type="presOf" srcId="{A43A28E5-B15D-401D-92AF-A66DA62ED422}" destId="{34D4CB72-0318-4257-A664-C3AD04D872A9}" srcOrd="0" destOrd="0" presId="urn:microsoft.com/office/officeart/2018/5/layout/CenteredIconLabelDescriptionList"/>
    <dgm:cxn modelId="{2CF128E9-8F10-474A-92BD-A859D9584968}" srcId="{93810DEB-DE15-41EB-BA06-12DEC1822897}" destId="{A43A28E5-B15D-401D-92AF-A66DA62ED422}" srcOrd="1" destOrd="0" parTransId="{948A2556-52AA-43C1-BC9F-A910A4798E64}" sibTransId="{ADB5098C-8FB2-4EB2-A26D-D4B9D6348075}"/>
    <dgm:cxn modelId="{1B619447-A98B-4CDC-B199-D26EE502F2CD}" type="presParOf" srcId="{BB1ADFE2-985A-4D75-BEA2-F2E3F58DE3D3}" destId="{AC3B344D-A9B6-4A47-93B2-401F558111D1}" srcOrd="0" destOrd="0" presId="urn:microsoft.com/office/officeart/2018/5/layout/CenteredIconLabelDescriptionList"/>
    <dgm:cxn modelId="{469C036B-F66B-4148-B36E-6B15632687EF}" type="presParOf" srcId="{AC3B344D-A9B6-4A47-93B2-401F558111D1}" destId="{F6680391-F084-45B5-8ED5-1FCCF00CAAD9}" srcOrd="0" destOrd="0" presId="urn:microsoft.com/office/officeart/2018/5/layout/CenteredIconLabelDescriptionList"/>
    <dgm:cxn modelId="{53FEE18A-1913-4F4E-B42E-3502A41F41AA}" type="presParOf" srcId="{AC3B344D-A9B6-4A47-93B2-401F558111D1}" destId="{0DA85BCD-DA15-41B5-B741-316AC9246507}" srcOrd="1" destOrd="0" presId="urn:microsoft.com/office/officeart/2018/5/layout/CenteredIconLabelDescriptionList"/>
    <dgm:cxn modelId="{DCB1EA9F-5C5D-4450-8CE4-29A035D32FDD}" type="presParOf" srcId="{AC3B344D-A9B6-4A47-93B2-401F558111D1}" destId="{83AF51B9-02EC-4BAB-96DD-E2C39D27EC49}" srcOrd="2" destOrd="0" presId="urn:microsoft.com/office/officeart/2018/5/layout/CenteredIconLabelDescriptionList"/>
    <dgm:cxn modelId="{55A1B249-6D3B-427E-B5B1-A87A2844B3B2}" type="presParOf" srcId="{AC3B344D-A9B6-4A47-93B2-401F558111D1}" destId="{992A4AE9-A885-4500-9054-58E14D43242E}" srcOrd="3" destOrd="0" presId="urn:microsoft.com/office/officeart/2018/5/layout/CenteredIconLabelDescriptionList"/>
    <dgm:cxn modelId="{FD94B367-A075-4B66-BFA2-3A97DDA37C35}" type="presParOf" srcId="{AC3B344D-A9B6-4A47-93B2-401F558111D1}" destId="{D292BDC4-383C-4128-A6ED-D92491FC2187}" srcOrd="4" destOrd="0" presId="urn:microsoft.com/office/officeart/2018/5/layout/CenteredIconLabelDescriptionList"/>
    <dgm:cxn modelId="{0684E452-E549-491D-8B03-466FF68A87C6}" type="presParOf" srcId="{BB1ADFE2-985A-4D75-BEA2-F2E3F58DE3D3}" destId="{259413B8-16D8-4CA2-8B3D-BAAB6E3B5903}" srcOrd="1" destOrd="0" presId="urn:microsoft.com/office/officeart/2018/5/layout/CenteredIconLabelDescriptionList"/>
    <dgm:cxn modelId="{FE62C55D-ED87-4E99-B190-FDD3981CD125}" type="presParOf" srcId="{BB1ADFE2-985A-4D75-BEA2-F2E3F58DE3D3}" destId="{F11BD2D3-585D-40B2-A193-78BDE8DA14C0}" srcOrd="2" destOrd="0" presId="urn:microsoft.com/office/officeart/2018/5/layout/CenteredIconLabelDescriptionList"/>
    <dgm:cxn modelId="{BDC54B27-F770-4324-9F0C-A7F9857FF920}" type="presParOf" srcId="{F11BD2D3-585D-40B2-A193-78BDE8DA14C0}" destId="{85DDE2C0-C1EF-42DF-87A6-9842DDC3C393}" srcOrd="0" destOrd="0" presId="urn:microsoft.com/office/officeart/2018/5/layout/CenteredIconLabelDescriptionList"/>
    <dgm:cxn modelId="{3CECB4C9-3D76-493C-B423-3E9E0E0F8AF0}" type="presParOf" srcId="{F11BD2D3-585D-40B2-A193-78BDE8DA14C0}" destId="{88B1F247-CBEA-41D1-971D-512B9AF71C83}" srcOrd="1" destOrd="0" presId="urn:microsoft.com/office/officeart/2018/5/layout/CenteredIconLabelDescriptionList"/>
    <dgm:cxn modelId="{CA048675-EA9A-4214-9D12-3032CDAC1F0D}" type="presParOf" srcId="{F11BD2D3-585D-40B2-A193-78BDE8DA14C0}" destId="{34D4CB72-0318-4257-A664-C3AD04D872A9}" srcOrd="2" destOrd="0" presId="urn:microsoft.com/office/officeart/2018/5/layout/CenteredIconLabelDescriptionList"/>
    <dgm:cxn modelId="{01ADD101-DDCF-4755-B17F-BD08B9A4014F}" type="presParOf" srcId="{F11BD2D3-585D-40B2-A193-78BDE8DA14C0}" destId="{FCAECE88-8A1A-4876-BE85-1429A55E25E7}" srcOrd="3" destOrd="0" presId="urn:microsoft.com/office/officeart/2018/5/layout/CenteredIconLabelDescriptionList"/>
    <dgm:cxn modelId="{2B06695A-665B-46A5-8E1D-75E84DB111DE}" type="presParOf" srcId="{F11BD2D3-585D-40B2-A193-78BDE8DA14C0}" destId="{C0BB656A-71BA-4D74-B78C-508ABCA4DEA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8EAFA4-6AB9-46E0-93CC-915FC7150DF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85466EC8-0DDE-42BC-BE10-4907F63911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</a:t>
          </a:r>
        </a:p>
      </dgm:t>
    </dgm:pt>
    <dgm:pt modelId="{B0EB61CA-CB90-4B04-B0B7-11DBA3A9EFA5}" type="parTrans" cxnId="{1EEA5A6B-5F02-4E4C-BF97-3078785A50EA}">
      <dgm:prSet/>
      <dgm:spPr/>
      <dgm:t>
        <a:bodyPr/>
        <a:lstStyle/>
        <a:p>
          <a:endParaRPr lang="tr-TR" sz="2400"/>
        </a:p>
      </dgm:t>
    </dgm:pt>
    <dgm:pt modelId="{A914620C-6564-4BEB-A9ED-DA5C9B991B16}" type="sibTrans" cxnId="{1EEA5A6B-5F02-4E4C-BF97-3078785A50EA}">
      <dgm:prSet/>
      <dgm:spPr/>
      <dgm:t>
        <a:bodyPr/>
        <a:lstStyle/>
        <a:p>
          <a:endParaRPr lang="tr-TR"/>
        </a:p>
      </dgm:t>
    </dgm:pt>
    <dgm:pt modelId="{46D47D13-19FB-4D4A-816F-DB93D2255E0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Bitcoin ownership is </a:t>
          </a:r>
          <a:r>
            <a:rPr lang="en-US"/>
            <a:t>established through</a:t>
          </a:r>
          <a:endParaRPr lang="tr-TR"/>
        </a:p>
      </dgm:t>
    </dgm:pt>
    <dgm:pt modelId="{F8BF6F7C-6A6A-48C2-A647-45A620C22517}" type="parTrans" cxnId="{0896CD08-2CE0-4FA4-9F89-D05E335D71D6}">
      <dgm:prSet/>
      <dgm:spPr/>
      <dgm:t>
        <a:bodyPr/>
        <a:lstStyle/>
        <a:p>
          <a:endParaRPr lang="tr-TR" sz="2400"/>
        </a:p>
      </dgm:t>
    </dgm:pt>
    <dgm:pt modelId="{761E60EE-4350-4153-8B95-18E7A6EE81BD}" type="sibTrans" cxnId="{0896CD08-2CE0-4FA4-9F89-D05E335D71D6}">
      <dgm:prSet/>
      <dgm:spPr/>
      <dgm:t>
        <a:bodyPr/>
        <a:lstStyle/>
        <a:p>
          <a:endParaRPr lang="tr-TR"/>
        </a:p>
      </dgm:t>
    </dgm:pt>
    <dgm:pt modelId="{8D26CD11-83EF-4C8E-9558-B63B539F53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digital keys</a:t>
          </a:r>
          <a:endParaRPr lang="tr-TR"/>
        </a:p>
      </dgm:t>
    </dgm:pt>
    <dgm:pt modelId="{3756687A-6761-4D1F-B140-230589630CFF}" type="parTrans" cxnId="{B3832F20-E82A-446C-AB63-1B63BCFAFEF2}">
      <dgm:prSet/>
      <dgm:spPr/>
      <dgm:t>
        <a:bodyPr/>
        <a:lstStyle/>
        <a:p>
          <a:endParaRPr lang="tr-TR" sz="2400"/>
        </a:p>
      </dgm:t>
    </dgm:pt>
    <dgm:pt modelId="{C5A314CE-179A-46CB-81DD-30E1FF8429E5}" type="sibTrans" cxnId="{B3832F20-E82A-446C-AB63-1B63BCFAFEF2}">
      <dgm:prSet/>
      <dgm:spPr/>
      <dgm:t>
        <a:bodyPr/>
        <a:lstStyle/>
        <a:p>
          <a:endParaRPr lang="tr-TR"/>
        </a:p>
      </dgm:t>
    </dgm:pt>
    <dgm:pt modelId="{A706837E-7C8F-497D-B90D-A92D98A3D8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independent of the bitcoin protocol</a:t>
          </a:r>
          <a:endParaRPr lang="tr-TR" dirty="0"/>
        </a:p>
      </dgm:t>
    </dgm:pt>
    <dgm:pt modelId="{F9B2B50A-7B48-487A-A937-1C432FE3DB71}" type="parTrans" cxnId="{AECCD77E-8EFC-4889-8FB6-31CB14BEC54F}">
      <dgm:prSet/>
      <dgm:spPr/>
      <dgm:t>
        <a:bodyPr/>
        <a:lstStyle/>
        <a:p>
          <a:endParaRPr lang="tr-TR" sz="2400"/>
        </a:p>
      </dgm:t>
    </dgm:pt>
    <dgm:pt modelId="{0B41C220-EF0B-43DC-B77D-E47D8D69273B}" type="sibTrans" cxnId="{AECCD77E-8EFC-4889-8FB6-31CB14BEC54F}">
      <dgm:prSet/>
      <dgm:spPr/>
      <dgm:t>
        <a:bodyPr/>
        <a:lstStyle/>
        <a:p>
          <a:endParaRPr lang="tr-TR"/>
        </a:p>
      </dgm:t>
    </dgm:pt>
    <dgm:pt modelId="{450876C1-1D41-44AF-9822-E2DEA59937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maintained </a:t>
          </a:r>
          <a:r>
            <a:rPr lang="en-US"/>
            <a:t>by the user’s wallet software </a:t>
          </a:r>
          <a:endParaRPr lang="tr-TR"/>
        </a:p>
      </dgm:t>
    </dgm:pt>
    <dgm:pt modelId="{A4158397-0BE8-47E8-A49F-D0ED22D6F7F7}" type="parTrans" cxnId="{8AAF270D-3812-4408-A601-D92EFFCBF739}">
      <dgm:prSet/>
      <dgm:spPr/>
      <dgm:t>
        <a:bodyPr/>
        <a:lstStyle/>
        <a:p>
          <a:endParaRPr lang="tr-TR" sz="2400"/>
        </a:p>
      </dgm:t>
    </dgm:pt>
    <dgm:pt modelId="{90CFFD88-2426-4749-95AD-C15944280B83}" type="sibTrans" cxnId="{8AAF270D-3812-4408-A601-D92EFFCBF739}">
      <dgm:prSet/>
      <dgm:spPr/>
      <dgm:t>
        <a:bodyPr/>
        <a:lstStyle/>
        <a:p>
          <a:endParaRPr lang="tr-TR"/>
        </a:p>
      </dgm:t>
    </dgm:pt>
    <dgm:pt modelId="{174A1B52-F7BE-4276-9A7C-A0EFEF471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digital keys</a:t>
          </a:r>
          <a:r>
            <a:rPr lang="en-US"/>
            <a:t>, </a:t>
          </a:r>
          <a:r>
            <a:rPr lang="en-US" i="1"/>
            <a:t>bitcoin addresses</a:t>
          </a:r>
          <a:r>
            <a:rPr lang="en-US"/>
            <a:t>, and </a:t>
          </a:r>
          <a:r>
            <a:rPr lang="en-US" i="1"/>
            <a:t>digital</a:t>
          </a:r>
          <a:r>
            <a:rPr lang="tr-TR" i="1"/>
            <a:t> signatures</a:t>
          </a:r>
          <a:r>
            <a:rPr lang="tr-TR"/>
            <a:t>.</a:t>
          </a:r>
        </a:p>
      </dgm:t>
    </dgm:pt>
    <dgm:pt modelId="{9FE27E38-A483-429E-987F-365BA72B4BD3}" type="parTrans" cxnId="{3375B0EB-776A-4326-B911-98B7E4A58A33}">
      <dgm:prSet/>
      <dgm:spPr/>
      <dgm:t>
        <a:bodyPr/>
        <a:lstStyle/>
        <a:p>
          <a:endParaRPr lang="tr-TR"/>
        </a:p>
      </dgm:t>
    </dgm:pt>
    <dgm:pt modelId="{FCAC54BF-FDBF-407B-8D08-15427F7A299F}" type="sibTrans" cxnId="{3375B0EB-776A-4326-B911-98B7E4A58A33}">
      <dgm:prSet/>
      <dgm:spPr/>
      <dgm:t>
        <a:bodyPr/>
        <a:lstStyle/>
        <a:p>
          <a:endParaRPr lang="tr-TR"/>
        </a:p>
      </dgm:t>
    </dgm:pt>
    <dgm:pt modelId="{1DF36EA3-9456-44F2-B703-519BA3FF385B}" type="pres">
      <dgm:prSet presAssocID="{8C8EAFA4-6AB9-46E0-93CC-915FC7150DFD}" presName="root" presStyleCnt="0">
        <dgm:presLayoutVars>
          <dgm:dir/>
          <dgm:resizeHandles val="exact"/>
        </dgm:presLayoutVars>
      </dgm:prSet>
      <dgm:spPr/>
    </dgm:pt>
    <dgm:pt modelId="{79C09D84-284C-4675-863A-AE71F152D324}" type="pres">
      <dgm:prSet presAssocID="{85466EC8-0DDE-42BC-BE10-4907F6391185}" presName="compNode" presStyleCnt="0"/>
      <dgm:spPr/>
    </dgm:pt>
    <dgm:pt modelId="{60392741-F269-4E53-83A4-79028794CC8D}" type="pres">
      <dgm:prSet presAssocID="{85466EC8-0DDE-42BC-BE10-4907F639118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F88CAA5-703D-4E0E-9598-4434DD670912}" type="pres">
      <dgm:prSet presAssocID="{85466EC8-0DDE-42BC-BE10-4907F6391185}" presName="iconSpace" presStyleCnt="0"/>
      <dgm:spPr/>
    </dgm:pt>
    <dgm:pt modelId="{013B1E5A-B7A7-479A-AD61-C9B584ACFCAE}" type="pres">
      <dgm:prSet presAssocID="{85466EC8-0DDE-42BC-BE10-4907F6391185}" presName="parTx" presStyleLbl="revTx" presStyleIdx="0" presStyleCnt="4">
        <dgm:presLayoutVars>
          <dgm:chMax val="0"/>
          <dgm:chPref val="0"/>
        </dgm:presLayoutVars>
      </dgm:prSet>
      <dgm:spPr/>
    </dgm:pt>
    <dgm:pt modelId="{C7D8B4B0-7B61-4D58-9CE4-9A3C90E7ABB0}" type="pres">
      <dgm:prSet presAssocID="{85466EC8-0DDE-42BC-BE10-4907F6391185}" presName="txSpace" presStyleCnt="0"/>
      <dgm:spPr/>
    </dgm:pt>
    <dgm:pt modelId="{9190841E-10DA-40DA-B36F-A81E62759253}" type="pres">
      <dgm:prSet presAssocID="{85466EC8-0DDE-42BC-BE10-4907F6391185}" presName="desTx" presStyleLbl="revTx" presStyleIdx="1" presStyleCnt="4">
        <dgm:presLayoutVars/>
      </dgm:prSet>
      <dgm:spPr/>
    </dgm:pt>
    <dgm:pt modelId="{F626FC40-D418-45D0-B304-482C1806E5DD}" type="pres">
      <dgm:prSet presAssocID="{A914620C-6564-4BEB-A9ED-DA5C9B991B16}" presName="sibTrans" presStyleCnt="0"/>
      <dgm:spPr/>
    </dgm:pt>
    <dgm:pt modelId="{4F7636D9-7759-41A0-A5F3-ACB8253C486D}" type="pres">
      <dgm:prSet presAssocID="{8D26CD11-83EF-4C8E-9558-B63B539F533B}" presName="compNode" presStyleCnt="0"/>
      <dgm:spPr/>
    </dgm:pt>
    <dgm:pt modelId="{24E1FA63-E682-4422-996F-02B9381A15B9}" type="pres">
      <dgm:prSet presAssocID="{8D26CD11-83EF-4C8E-9558-B63B539F53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3A6B3B9-2EFA-4D62-9A11-3EEAF8BEEF93}" type="pres">
      <dgm:prSet presAssocID="{8D26CD11-83EF-4C8E-9558-B63B539F533B}" presName="iconSpace" presStyleCnt="0"/>
      <dgm:spPr/>
    </dgm:pt>
    <dgm:pt modelId="{E35E1CE3-C30A-4E73-8724-FD1FE587A9EB}" type="pres">
      <dgm:prSet presAssocID="{8D26CD11-83EF-4C8E-9558-B63B539F533B}" presName="parTx" presStyleLbl="revTx" presStyleIdx="2" presStyleCnt="4">
        <dgm:presLayoutVars>
          <dgm:chMax val="0"/>
          <dgm:chPref val="0"/>
        </dgm:presLayoutVars>
      </dgm:prSet>
      <dgm:spPr/>
    </dgm:pt>
    <dgm:pt modelId="{6950F739-EADA-4C54-B497-039E23B13367}" type="pres">
      <dgm:prSet presAssocID="{8D26CD11-83EF-4C8E-9558-B63B539F533B}" presName="txSpace" presStyleCnt="0"/>
      <dgm:spPr/>
    </dgm:pt>
    <dgm:pt modelId="{7097786C-BE56-44E3-881F-167CD6D29D83}" type="pres">
      <dgm:prSet presAssocID="{8D26CD11-83EF-4C8E-9558-B63B539F533B}" presName="desTx" presStyleLbl="revTx" presStyleIdx="3" presStyleCnt="4">
        <dgm:presLayoutVars/>
      </dgm:prSet>
      <dgm:spPr/>
    </dgm:pt>
  </dgm:ptLst>
  <dgm:cxnLst>
    <dgm:cxn modelId="{0896CD08-2CE0-4FA4-9F89-D05E335D71D6}" srcId="{85466EC8-0DDE-42BC-BE10-4907F6391185}" destId="{46D47D13-19FB-4D4A-816F-DB93D2255E03}" srcOrd="0" destOrd="0" parTransId="{F8BF6F7C-6A6A-48C2-A647-45A620C22517}" sibTransId="{761E60EE-4350-4153-8B95-18E7A6EE81BD}"/>
    <dgm:cxn modelId="{8AAF270D-3812-4408-A601-D92EFFCBF739}" srcId="{8D26CD11-83EF-4C8E-9558-B63B539F533B}" destId="{450876C1-1D41-44AF-9822-E2DEA599375B}" srcOrd="1" destOrd="0" parTransId="{A4158397-0BE8-47E8-A49F-D0ED22D6F7F7}" sibTransId="{90CFFD88-2426-4749-95AD-C15944280B83}"/>
    <dgm:cxn modelId="{A13D570F-8CE8-4BE3-8781-251D95E966E6}" type="presOf" srcId="{85466EC8-0DDE-42BC-BE10-4907F6391185}" destId="{013B1E5A-B7A7-479A-AD61-C9B584ACFCAE}" srcOrd="0" destOrd="0" presId="urn:microsoft.com/office/officeart/2018/5/layout/CenteredIconLabelDescriptionList"/>
    <dgm:cxn modelId="{B3832F20-E82A-446C-AB63-1B63BCFAFEF2}" srcId="{8C8EAFA4-6AB9-46E0-93CC-915FC7150DFD}" destId="{8D26CD11-83EF-4C8E-9558-B63B539F533B}" srcOrd="1" destOrd="0" parTransId="{3756687A-6761-4D1F-B140-230589630CFF}" sibTransId="{C5A314CE-179A-46CB-81DD-30E1FF8429E5}"/>
    <dgm:cxn modelId="{0C744A28-9118-4D28-9208-0982282C67FE}" type="presOf" srcId="{46D47D13-19FB-4D4A-816F-DB93D2255E03}" destId="{9190841E-10DA-40DA-B36F-A81E62759253}" srcOrd="0" destOrd="0" presId="urn:microsoft.com/office/officeart/2018/5/layout/CenteredIconLabelDescriptionList"/>
    <dgm:cxn modelId="{54C76E3C-3D80-4FDF-BD3C-4E2C476C90F2}" type="presOf" srcId="{450876C1-1D41-44AF-9822-E2DEA599375B}" destId="{7097786C-BE56-44E3-881F-167CD6D29D83}" srcOrd="0" destOrd="1" presId="urn:microsoft.com/office/officeart/2018/5/layout/CenteredIconLabelDescriptionList"/>
    <dgm:cxn modelId="{1EEA5A6B-5F02-4E4C-BF97-3078785A50EA}" srcId="{8C8EAFA4-6AB9-46E0-93CC-915FC7150DFD}" destId="{85466EC8-0DDE-42BC-BE10-4907F6391185}" srcOrd="0" destOrd="0" parTransId="{B0EB61CA-CB90-4B04-B0B7-11DBA3A9EFA5}" sibTransId="{A914620C-6564-4BEB-A9ED-DA5C9B991B16}"/>
    <dgm:cxn modelId="{7C98F654-5C1C-474D-B23E-9BEF5AE6F041}" type="presOf" srcId="{8D26CD11-83EF-4C8E-9558-B63B539F533B}" destId="{E35E1CE3-C30A-4E73-8724-FD1FE587A9EB}" srcOrd="0" destOrd="0" presId="urn:microsoft.com/office/officeart/2018/5/layout/CenteredIconLabelDescriptionList"/>
    <dgm:cxn modelId="{E2105A56-D537-4494-9D4F-869324383F2B}" type="presOf" srcId="{8C8EAFA4-6AB9-46E0-93CC-915FC7150DFD}" destId="{1DF36EA3-9456-44F2-B703-519BA3FF385B}" srcOrd="0" destOrd="0" presId="urn:microsoft.com/office/officeart/2018/5/layout/CenteredIconLabelDescriptionList"/>
    <dgm:cxn modelId="{2B67AD59-DAC3-42B4-89F5-B8D7F048D8FB}" type="presOf" srcId="{A706837E-7C8F-497D-B90D-A92D98A3D83B}" destId="{7097786C-BE56-44E3-881F-167CD6D29D83}" srcOrd="0" destOrd="0" presId="urn:microsoft.com/office/officeart/2018/5/layout/CenteredIconLabelDescriptionList"/>
    <dgm:cxn modelId="{AECCD77E-8EFC-4889-8FB6-31CB14BEC54F}" srcId="{8D26CD11-83EF-4C8E-9558-B63B539F533B}" destId="{A706837E-7C8F-497D-B90D-A92D98A3D83B}" srcOrd="0" destOrd="0" parTransId="{F9B2B50A-7B48-487A-A937-1C432FE3DB71}" sibTransId="{0B41C220-EF0B-43DC-B77D-E47D8D69273B}"/>
    <dgm:cxn modelId="{947721AA-8D0E-47A6-8B98-2E1B0AA5EC1C}" type="presOf" srcId="{174A1B52-F7BE-4276-9A7C-A0EFEF471EAD}" destId="{9190841E-10DA-40DA-B36F-A81E62759253}" srcOrd="0" destOrd="1" presId="urn:microsoft.com/office/officeart/2018/5/layout/CenteredIconLabelDescriptionList"/>
    <dgm:cxn modelId="{3375B0EB-776A-4326-B911-98B7E4A58A33}" srcId="{85466EC8-0DDE-42BC-BE10-4907F6391185}" destId="{174A1B52-F7BE-4276-9A7C-A0EFEF471EAD}" srcOrd="1" destOrd="0" parTransId="{9FE27E38-A483-429E-987F-365BA72B4BD3}" sibTransId="{FCAC54BF-FDBF-407B-8D08-15427F7A299F}"/>
    <dgm:cxn modelId="{CA34E4D2-E275-4C8F-82F1-612C9DF0766F}" type="presParOf" srcId="{1DF36EA3-9456-44F2-B703-519BA3FF385B}" destId="{79C09D84-284C-4675-863A-AE71F152D324}" srcOrd="0" destOrd="0" presId="urn:microsoft.com/office/officeart/2018/5/layout/CenteredIconLabelDescriptionList"/>
    <dgm:cxn modelId="{A82C0383-C768-43A5-A2FF-411658C2920A}" type="presParOf" srcId="{79C09D84-284C-4675-863A-AE71F152D324}" destId="{60392741-F269-4E53-83A4-79028794CC8D}" srcOrd="0" destOrd="0" presId="urn:microsoft.com/office/officeart/2018/5/layout/CenteredIconLabelDescriptionList"/>
    <dgm:cxn modelId="{AE1F9B65-5313-451B-862A-7F1FF9412CB4}" type="presParOf" srcId="{79C09D84-284C-4675-863A-AE71F152D324}" destId="{0F88CAA5-703D-4E0E-9598-4434DD670912}" srcOrd="1" destOrd="0" presId="urn:microsoft.com/office/officeart/2018/5/layout/CenteredIconLabelDescriptionList"/>
    <dgm:cxn modelId="{BFADB837-554B-4A2F-A233-28EE77E4D2B8}" type="presParOf" srcId="{79C09D84-284C-4675-863A-AE71F152D324}" destId="{013B1E5A-B7A7-479A-AD61-C9B584ACFCAE}" srcOrd="2" destOrd="0" presId="urn:microsoft.com/office/officeart/2018/5/layout/CenteredIconLabelDescriptionList"/>
    <dgm:cxn modelId="{6CDD0346-B44B-45E1-9B20-1BD2E163335E}" type="presParOf" srcId="{79C09D84-284C-4675-863A-AE71F152D324}" destId="{C7D8B4B0-7B61-4D58-9CE4-9A3C90E7ABB0}" srcOrd="3" destOrd="0" presId="urn:microsoft.com/office/officeart/2018/5/layout/CenteredIconLabelDescriptionList"/>
    <dgm:cxn modelId="{43BA5B7F-E8AB-412C-A688-6EB76AAC9C21}" type="presParOf" srcId="{79C09D84-284C-4675-863A-AE71F152D324}" destId="{9190841E-10DA-40DA-B36F-A81E62759253}" srcOrd="4" destOrd="0" presId="urn:microsoft.com/office/officeart/2018/5/layout/CenteredIconLabelDescriptionList"/>
    <dgm:cxn modelId="{6DFBDEAE-7220-4C3E-AE18-06E275258155}" type="presParOf" srcId="{1DF36EA3-9456-44F2-B703-519BA3FF385B}" destId="{F626FC40-D418-45D0-B304-482C1806E5DD}" srcOrd="1" destOrd="0" presId="urn:microsoft.com/office/officeart/2018/5/layout/CenteredIconLabelDescriptionList"/>
    <dgm:cxn modelId="{489DB69A-F427-4A0A-87F6-C1460EB3D6B3}" type="presParOf" srcId="{1DF36EA3-9456-44F2-B703-519BA3FF385B}" destId="{4F7636D9-7759-41A0-A5F3-ACB8253C486D}" srcOrd="2" destOrd="0" presId="urn:microsoft.com/office/officeart/2018/5/layout/CenteredIconLabelDescriptionList"/>
    <dgm:cxn modelId="{FD118F48-C9BC-4689-BA75-EAE4C6892DB9}" type="presParOf" srcId="{4F7636D9-7759-41A0-A5F3-ACB8253C486D}" destId="{24E1FA63-E682-4422-996F-02B9381A15B9}" srcOrd="0" destOrd="0" presId="urn:microsoft.com/office/officeart/2018/5/layout/CenteredIconLabelDescriptionList"/>
    <dgm:cxn modelId="{89DF2385-E199-4236-8A6A-CBDEC3D31BA1}" type="presParOf" srcId="{4F7636D9-7759-41A0-A5F3-ACB8253C486D}" destId="{C3A6B3B9-2EFA-4D62-9A11-3EEAF8BEEF93}" srcOrd="1" destOrd="0" presId="urn:microsoft.com/office/officeart/2018/5/layout/CenteredIconLabelDescriptionList"/>
    <dgm:cxn modelId="{B775F4EC-7576-4407-A655-B33B5CB59EF6}" type="presParOf" srcId="{4F7636D9-7759-41A0-A5F3-ACB8253C486D}" destId="{E35E1CE3-C30A-4E73-8724-FD1FE587A9EB}" srcOrd="2" destOrd="0" presId="urn:microsoft.com/office/officeart/2018/5/layout/CenteredIconLabelDescriptionList"/>
    <dgm:cxn modelId="{15DBBE22-89B6-4399-BF22-0505B11973FB}" type="presParOf" srcId="{4F7636D9-7759-41A0-A5F3-ACB8253C486D}" destId="{6950F739-EADA-4C54-B497-039E23B13367}" srcOrd="3" destOrd="0" presId="urn:microsoft.com/office/officeart/2018/5/layout/CenteredIconLabelDescriptionList"/>
    <dgm:cxn modelId="{5B86E2F9-601A-42E7-9BBA-99DFA84FE817}" type="presParOf" srcId="{4F7636D9-7759-41A0-A5F3-ACB8253C486D}" destId="{7097786C-BE56-44E3-881F-167CD6D29D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8EAFA4-6AB9-46E0-93CC-915FC7150DF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0A1BECF2-0BD1-419C-A1B3-A004ECF3B6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Keys</a:t>
          </a:r>
          <a:endParaRPr lang="tr-TR" dirty="0"/>
        </a:p>
      </dgm:t>
    </dgm:pt>
    <dgm:pt modelId="{E4886B11-AD53-40B6-81AB-886BD0A839BE}" type="parTrans" cxnId="{C725DCFB-B65E-4488-BFB3-55E23866FF01}">
      <dgm:prSet/>
      <dgm:spPr/>
      <dgm:t>
        <a:bodyPr/>
        <a:lstStyle/>
        <a:p>
          <a:endParaRPr lang="tr-TR" sz="2400"/>
        </a:p>
      </dgm:t>
    </dgm:pt>
    <dgm:pt modelId="{327316A0-D723-463E-840A-D5108CD9364D}" type="sibTrans" cxnId="{C725DCFB-B65E-4488-BFB3-55E23866FF01}">
      <dgm:prSet/>
      <dgm:spPr/>
      <dgm:t>
        <a:bodyPr/>
        <a:lstStyle/>
        <a:p>
          <a:endParaRPr lang="tr-TR"/>
        </a:p>
      </dgm:t>
    </dgm:pt>
    <dgm:pt modelId="{1CF86FE7-7CC3-4AFA-9654-38119186D8E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for </a:t>
          </a:r>
          <a:r>
            <a:rPr lang="en-US" dirty="0"/>
            <a:t>decentralized trust and control</a:t>
          </a:r>
          <a:endParaRPr lang="tr-TR" dirty="0"/>
        </a:p>
      </dgm:t>
    </dgm:pt>
    <dgm:pt modelId="{B0C9CAE0-BB7A-417F-9C12-AFE5F9DA1295}" type="parTrans" cxnId="{AB057E04-2C6B-466C-8838-91AAEBADEAD4}">
      <dgm:prSet/>
      <dgm:spPr/>
      <dgm:t>
        <a:bodyPr/>
        <a:lstStyle/>
        <a:p>
          <a:endParaRPr lang="tr-TR" sz="2400"/>
        </a:p>
      </dgm:t>
    </dgm:pt>
    <dgm:pt modelId="{9DB3B8E9-D680-428D-9841-7E0A2249C43D}" type="sibTrans" cxnId="{AB057E04-2C6B-466C-8838-91AAEBADEAD4}">
      <dgm:prSet/>
      <dgm:spPr/>
      <dgm:t>
        <a:bodyPr/>
        <a:lstStyle/>
        <a:p>
          <a:endParaRPr lang="tr-TR"/>
        </a:p>
      </dgm:t>
    </dgm:pt>
    <dgm:pt modelId="{DCB95AC6-E97D-4A7D-BE5E-F2C5F0AC2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ownership attestation </a:t>
          </a:r>
          <a:endParaRPr lang="tr-TR" dirty="0"/>
        </a:p>
      </dgm:t>
    </dgm:pt>
    <dgm:pt modelId="{67680178-82C5-4124-A649-46680C295C99}" type="parTrans" cxnId="{098D5D8C-497F-4181-AA40-B71F434E1B93}">
      <dgm:prSet/>
      <dgm:spPr/>
      <dgm:t>
        <a:bodyPr/>
        <a:lstStyle/>
        <a:p>
          <a:endParaRPr lang="tr-TR" sz="2400"/>
        </a:p>
      </dgm:t>
    </dgm:pt>
    <dgm:pt modelId="{F4C5F48B-16E7-4A86-875A-09DDA088C456}" type="sibTrans" cxnId="{098D5D8C-497F-4181-AA40-B71F434E1B93}">
      <dgm:prSet/>
      <dgm:spPr/>
      <dgm:t>
        <a:bodyPr/>
        <a:lstStyle/>
        <a:p>
          <a:endParaRPr lang="tr-TR"/>
        </a:p>
      </dgm:t>
    </dgm:pt>
    <dgm:pt modelId="{D958721B-D714-4146-AEEF-2E1BDEE75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cryptographic-proof security model</a:t>
          </a:r>
          <a:endParaRPr lang="tr-TR"/>
        </a:p>
      </dgm:t>
    </dgm:pt>
    <dgm:pt modelId="{603045F2-AA68-47DC-93F1-2DA8DA323D12}" type="parTrans" cxnId="{3B5A0CDF-5CA0-4914-9CA7-54ED67AD068D}">
      <dgm:prSet/>
      <dgm:spPr/>
      <dgm:t>
        <a:bodyPr/>
        <a:lstStyle/>
        <a:p>
          <a:endParaRPr lang="tr-TR" sz="2400"/>
        </a:p>
      </dgm:t>
    </dgm:pt>
    <dgm:pt modelId="{4FC50B00-2B7F-4BE5-8203-4A703ABB012E}" type="sibTrans" cxnId="{3B5A0CDF-5CA0-4914-9CA7-54ED67AD068D}">
      <dgm:prSet/>
      <dgm:spPr/>
      <dgm:t>
        <a:bodyPr/>
        <a:lstStyle/>
        <a:p>
          <a:endParaRPr lang="tr-TR"/>
        </a:p>
      </dgm:t>
    </dgm:pt>
    <dgm:pt modelId="{A36E3E92-B5B2-449B-B71E-974E738D6D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</a:p>
      </dgm:t>
    </dgm:pt>
    <dgm:pt modelId="{16110AD0-C09F-47C4-9415-70A5BF0C97AB}" type="parTrans" cxnId="{8579EDF1-3398-493C-94B5-A93DD2A676C3}">
      <dgm:prSet/>
      <dgm:spPr/>
      <dgm:t>
        <a:bodyPr/>
        <a:lstStyle/>
        <a:p>
          <a:endParaRPr lang="tr-TR"/>
        </a:p>
      </dgm:t>
    </dgm:pt>
    <dgm:pt modelId="{EB4DCAAA-0D0A-4E81-9371-A6DF68F4C9DE}" type="sibTrans" cxnId="{8579EDF1-3398-493C-94B5-A93DD2A676C3}">
      <dgm:prSet/>
      <dgm:spPr/>
      <dgm:t>
        <a:bodyPr/>
        <a:lstStyle/>
        <a:p>
          <a:endParaRPr lang="tr-TR"/>
        </a:p>
      </dgm:t>
    </dgm:pt>
    <dgm:pt modelId="{8A3288B8-8E41-4159-A161-31165B9E7D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Keyse are </a:t>
          </a:r>
          <a:r>
            <a:rPr lang="en-US" dirty="0"/>
            <a:t>created</a:t>
          </a:r>
          <a:r>
            <a:rPr lang="tr-TR" dirty="0"/>
            <a:t> </a:t>
          </a:r>
          <a:r>
            <a:rPr lang="en-US" dirty="0"/>
            <a:t>and stored by users</a:t>
          </a:r>
          <a:endParaRPr lang="tr-TR" dirty="0"/>
        </a:p>
      </dgm:t>
    </dgm:pt>
    <dgm:pt modelId="{14B22EEB-2AC7-428B-82E9-8981B7748A45}" type="parTrans" cxnId="{E0687C3B-8301-43C1-B697-DD702C0E00B3}">
      <dgm:prSet/>
      <dgm:spPr/>
      <dgm:t>
        <a:bodyPr/>
        <a:lstStyle/>
        <a:p>
          <a:endParaRPr lang="tr-TR"/>
        </a:p>
      </dgm:t>
    </dgm:pt>
    <dgm:pt modelId="{F54E74E5-A155-4362-A8A1-028CF3892C90}" type="sibTrans" cxnId="{E0687C3B-8301-43C1-B697-DD702C0E00B3}">
      <dgm:prSet/>
      <dgm:spPr/>
      <dgm:t>
        <a:bodyPr/>
        <a:lstStyle/>
        <a:p>
          <a:endParaRPr lang="tr-TR"/>
        </a:p>
      </dgm:t>
    </dgm:pt>
    <dgm:pt modelId="{97EF58F9-1E1C-4BFB-98F1-0156ABCCAF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called a </a:t>
          </a:r>
          <a:r>
            <a:rPr lang="en-US" i="1" dirty="0"/>
            <a:t>wallet</a:t>
          </a:r>
          <a:r>
            <a:rPr lang="en-US" dirty="0"/>
            <a:t>.</a:t>
          </a:r>
          <a:endParaRPr lang="tr-TR" dirty="0"/>
        </a:p>
      </dgm:t>
    </dgm:pt>
    <dgm:pt modelId="{472CACC4-1605-477E-922A-E75D39B53207}" type="parTrans" cxnId="{279491BA-FD3C-43D5-92E7-E29E588CD9F3}">
      <dgm:prSet/>
      <dgm:spPr/>
      <dgm:t>
        <a:bodyPr/>
        <a:lstStyle/>
        <a:p>
          <a:endParaRPr lang="tr-TR"/>
        </a:p>
      </dgm:t>
    </dgm:pt>
    <dgm:pt modelId="{88BA9DA8-D214-438A-AA23-A25D753DCE87}" type="sibTrans" cxnId="{279491BA-FD3C-43D5-92E7-E29E588CD9F3}">
      <dgm:prSet/>
      <dgm:spPr/>
      <dgm:t>
        <a:bodyPr/>
        <a:lstStyle/>
        <a:p>
          <a:endParaRPr lang="tr-TR"/>
        </a:p>
      </dgm:t>
    </dgm:pt>
    <dgm:pt modelId="{A297A89E-269D-4B38-926A-EBE50C2076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file 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or simple database </a:t>
          </a:r>
          <a:endParaRPr lang="tr-TR" dirty="0"/>
        </a:p>
      </dgm:t>
    </dgm:pt>
    <dgm:pt modelId="{D4431BB2-6B70-4E53-AF42-F60E5E6CB60A}" type="parTrans" cxnId="{30F888D4-6AD6-44C2-B513-159C1EACC1FF}">
      <dgm:prSet/>
      <dgm:spPr/>
      <dgm:t>
        <a:bodyPr/>
        <a:lstStyle/>
        <a:p>
          <a:endParaRPr lang="tr-TR"/>
        </a:p>
      </dgm:t>
    </dgm:pt>
    <dgm:pt modelId="{A6CE93AE-D5A1-4CD8-9A7A-016CDDA83AF3}" type="sibTrans" cxnId="{30F888D4-6AD6-44C2-B513-159C1EACC1FF}">
      <dgm:prSet/>
      <dgm:spPr/>
      <dgm:t>
        <a:bodyPr/>
        <a:lstStyle/>
        <a:p>
          <a:endParaRPr lang="tr-TR"/>
        </a:p>
      </dgm:t>
    </dgm:pt>
    <dgm:pt modelId="{1DF36EA3-9456-44F2-B703-519BA3FF385B}" type="pres">
      <dgm:prSet presAssocID="{8C8EAFA4-6AB9-46E0-93CC-915FC7150DFD}" presName="root" presStyleCnt="0">
        <dgm:presLayoutVars>
          <dgm:dir/>
          <dgm:resizeHandles val="exact"/>
        </dgm:presLayoutVars>
      </dgm:prSet>
      <dgm:spPr/>
    </dgm:pt>
    <dgm:pt modelId="{AC4E6464-28A8-40D6-A544-ADF28BEF9312}" type="pres">
      <dgm:prSet presAssocID="{0A1BECF2-0BD1-419C-A1B3-A004ECF3B649}" presName="compNode" presStyleCnt="0"/>
      <dgm:spPr/>
    </dgm:pt>
    <dgm:pt modelId="{2E4EF3E5-70F7-47B0-8461-B3C1187529C6}" type="pres">
      <dgm:prSet presAssocID="{0A1BECF2-0BD1-419C-A1B3-A004ECF3B64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0CB3C93-9304-45B6-A795-2F5D15DD3726}" type="pres">
      <dgm:prSet presAssocID="{0A1BECF2-0BD1-419C-A1B3-A004ECF3B649}" presName="iconSpace" presStyleCnt="0"/>
      <dgm:spPr/>
    </dgm:pt>
    <dgm:pt modelId="{E5D58CB9-390D-44D1-AB8B-CD43A422A9A0}" type="pres">
      <dgm:prSet presAssocID="{0A1BECF2-0BD1-419C-A1B3-A004ECF3B649}" presName="parTx" presStyleLbl="revTx" presStyleIdx="0" presStyleCnt="4">
        <dgm:presLayoutVars>
          <dgm:chMax val="0"/>
          <dgm:chPref val="0"/>
        </dgm:presLayoutVars>
      </dgm:prSet>
      <dgm:spPr/>
    </dgm:pt>
    <dgm:pt modelId="{9DEDD769-C1E9-4CE5-8A07-22F5C9CAC35A}" type="pres">
      <dgm:prSet presAssocID="{0A1BECF2-0BD1-419C-A1B3-A004ECF3B649}" presName="txSpace" presStyleCnt="0"/>
      <dgm:spPr/>
    </dgm:pt>
    <dgm:pt modelId="{E8EAFEC8-7306-4282-9D34-613238FB4010}" type="pres">
      <dgm:prSet presAssocID="{0A1BECF2-0BD1-419C-A1B3-A004ECF3B649}" presName="desTx" presStyleLbl="revTx" presStyleIdx="1" presStyleCnt="4">
        <dgm:presLayoutVars/>
      </dgm:prSet>
      <dgm:spPr/>
    </dgm:pt>
    <dgm:pt modelId="{9AE8A2DD-CF0B-4D58-B3F4-11EC61A8FA35}" type="pres">
      <dgm:prSet presAssocID="{327316A0-D723-463E-840A-D5108CD9364D}" presName="sibTrans" presStyleCnt="0"/>
      <dgm:spPr/>
    </dgm:pt>
    <dgm:pt modelId="{717A150C-32D2-41BC-9AC7-080CBBB5BD7C}" type="pres">
      <dgm:prSet presAssocID="{A36E3E92-B5B2-449B-B71E-974E738D6D68}" presName="compNode" presStyleCnt="0"/>
      <dgm:spPr/>
    </dgm:pt>
    <dgm:pt modelId="{1A99535A-E5C4-4A7D-8714-D2E3EE8D27BB}" type="pres">
      <dgm:prSet presAssocID="{A36E3E92-B5B2-449B-B71E-974E738D6D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BCFAAE81-1094-41C1-B9C6-19CCDB22DDE5}" type="pres">
      <dgm:prSet presAssocID="{A36E3E92-B5B2-449B-B71E-974E738D6D68}" presName="iconSpace" presStyleCnt="0"/>
      <dgm:spPr/>
    </dgm:pt>
    <dgm:pt modelId="{58B24E2A-981D-441A-A662-ABAFD6CFC0FD}" type="pres">
      <dgm:prSet presAssocID="{A36E3E92-B5B2-449B-B71E-974E738D6D68}" presName="parTx" presStyleLbl="revTx" presStyleIdx="2" presStyleCnt="4">
        <dgm:presLayoutVars>
          <dgm:chMax val="0"/>
          <dgm:chPref val="0"/>
        </dgm:presLayoutVars>
      </dgm:prSet>
      <dgm:spPr/>
    </dgm:pt>
    <dgm:pt modelId="{90065390-A395-4E32-BBC2-EB3CC0635D85}" type="pres">
      <dgm:prSet presAssocID="{A36E3E92-B5B2-449B-B71E-974E738D6D68}" presName="txSpace" presStyleCnt="0"/>
      <dgm:spPr/>
    </dgm:pt>
    <dgm:pt modelId="{B82B4E21-96C6-4346-942F-162A13312968}" type="pres">
      <dgm:prSet presAssocID="{A36E3E92-B5B2-449B-B71E-974E738D6D68}" presName="desTx" presStyleLbl="revTx" presStyleIdx="3" presStyleCnt="4">
        <dgm:presLayoutVars/>
      </dgm:prSet>
      <dgm:spPr/>
    </dgm:pt>
  </dgm:ptLst>
  <dgm:cxnLst>
    <dgm:cxn modelId="{AB057E04-2C6B-466C-8838-91AAEBADEAD4}" srcId="{0A1BECF2-0BD1-419C-A1B3-A004ECF3B649}" destId="{1CF86FE7-7CC3-4AFA-9654-38119186D8E6}" srcOrd="0" destOrd="0" parTransId="{B0C9CAE0-BB7A-417F-9C12-AFE5F9DA1295}" sibTransId="{9DB3B8E9-D680-428D-9841-7E0A2249C43D}"/>
    <dgm:cxn modelId="{53FEB410-2606-43FD-8FE9-A7867829340E}" type="presOf" srcId="{D958721B-D714-4146-AEEF-2E1BDEE75598}" destId="{E8EAFEC8-7306-4282-9D34-613238FB4010}" srcOrd="0" destOrd="2" presId="urn:microsoft.com/office/officeart/2018/5/layout/CenteredIconLabelDescriptionList"/>
    <dgm:cxn modelId="{13397915-83E5-4AE3-B5D6-24D9389E9778}" type="presOf" srcId="{DCB95AC6-E97D-4A7D-BE5E-F2C5F0AC29B0}" destId="{E8EAFEC8-7306-4282-9D34-613238FB4010}" srcOrd="0" destOrd="1" presId="urn:microsoft.com/office/officeart/2018/5/layout/CenteredIconLabelDescriptionList"/>
    <dgm:cxn modelId="{8C47701E-15C5-417A-ABFB-76A1AD273510}" type="presOf" srcId="{A297A89E-269D-4B38-926A-EBE50C207604}" destId="{B82B4E21-96C6-4346-942F-162A13312968}" srcOrd="0" destOrd="1" presId="urn:microsoft.com/office/officeart/2018/5/layout/CenteredIconLabelDescriptionList"/>
    <dgm:cxn modelId="{50AB8022-2AB8-44A9-B0A8-692DBD1F69C8}" type="presOf" srcId="{A36E3E92-B5B2-449B-B71E-974E738D6D68}" destId="{58B24E2A-981D-441A-A662-ABAFD6CFC0FD}" srcOrd="0" destOrd="0" presId="urn:microsoft.com/office/officeart/2018/5/layout/CenteredIconLabelDescriptionList"/>
    <dgm:cxn modelId="{EB05C42B-9CCE-46E4-ACB6-0A44DD40B56E}" type="presOf" srcId="{97EF58F9-1E1C-4BFB-98F1-0156ABCCAF62}" destId="{B82B4E21-96C6-4346-942F-162A13312968}" srcOrd="0" destOrd="2" presId="urn:microsoft.com/office/officeart/2018/5/layout/CenteredIconLabelDescriptionList"/>
    <dgm:cxn modelId="{D84C0F33-8256-4526-8276-ADDD04D3EA8E}" type="presOf" srcId="{8A3288B8-8E41-4159-A161-31165B9E7DE2}" destId="{B82B4E21-96C6-4346-942F-162A13312968}" srcOrd="0" destOrd="0" presId="urn:microsoft.com/office/officeart/2018/5/layout/CenteredIconLabelDescriptionList"/>
    <dgm:cxn modelId="{B590B536-C3F1-4EEA-9927-175E9F4DF7BB}" type="presOf" srcId="{1CF86FE7-7CC3-4AFA-9654-38119186D8E6}" destId="{E8EAFEC8-7306-4282-9D34-613238FB4010}" srcOrd="0" destOrd="0" presId="urn:microsoft.com/office/officeart/2018/5/layout/CenteredIconLabelDescriptionList"/>
    <dgm:cxn modelId="{E0687C3B-8301-43C1-B697-DD702C0E00B3}" srcId="{A36E3E92-B5B2-449B-B71E-974E738D6D68}" destId="{8A3288B8-8E41-4159-A161-31165B9E7DE2}" srcOrd="0" destOrd="0" parTransId="{14B22EEB-2AC7-428B-82E9-8981B7748A45}" sibTransId="{F54E74E5-A155-4362-A8A1-028CF3892C90}"/>
    <dgm:cxn modelId="{E2105A56-D537-4494-9D4F-869324383F2B}" type="presOf" srcId="{8C8EAFA4-6AB9-46E0-93CC-915FC7150DFD}" destId="{1DF36EA3-9456-44F2-B703-519BA3FF385B}" srcOrd="0" destOrd="0" presId="urn:microsoft.com/office/officeart/2018/5/layout/CenteredIconLabelDescriptionList"/>
    <dgm:cxn modelId="{5161CA87-674D-453D-A8E2-F007227D739C}" type="presOf" srcId="{0A1BECF2-0BD1-419C-A1B3-A004ECF3B649}" destId="{E5D58CB9-390D-44D1-AB8B-CD43A422A9A0}" srcOrd="0" destOrd="0" presId="urn:microsoft.com/office/officeart/2018/5/layout/CenteredIconLabelDescriptionList"/>
    <dgm:cxn modelId="{098D5D8C-497F-4181-AA40-B71F434E1B93}" srcId="{0A1BECF2-0BD1-419C-A1B3-A004ECF3B649}" destId="{DCB95AC6-E97D-4A7D-BE5E-F2C5F0AC29B0}" srcOrd="1" destOrd="0" parTransId="{67680178-82C5-4124-A649-46680C295C99}" sibTransId="{F4C5F48B-16E7-4A86-875A-09DDA088C456}"/>
    <dgm:cxn modelId="{279491BA-FD3C-43D5-92E7-E29E588CD9F3}" srcId="{A36E3E92-B5B2-449B-B71E-974E738D6D68}" destId="{97EF58F9-1E1C-4BFB-98F1-0156ABCCAF62}" srcOrd="2" destOrd="0" parTransId="{472CACC4-1605-477E-922A-E75D39B53207}" sibTransId="{88BA9DA8-D214-438A-AA23-A25D753DCE87}"/>
    <dgm:cxn modelId="{30F888D4-6AD6-44C2-B513-159C1EACC1FF}" srcId="{A36E3E92-B5B2-449B-B71E-974E738D6D68}" destId="{A297A89E-269D-4B38-926A-EBE50C207604}" srcOrd="1" destOrd="0" parTransId="{D4431BB2-6B70-4E53-AF42-F60E5E6CB60A}" sibTransId="{A6CE93AE-D5A1-4CD8-9A7A-016CDDA83AF3}"/>
    <dgm:cxn modelId="{3B5A0CDF-5CA0-4914-9CA7-54ED67AD068D}" srcId="{0A1BECF2-0BD1-419C-A1B3-A004ECF3B649}" destId="{D958721B-D714-4146-AEEF-2E1BDEE75598}" srcOrd="2" destOrd="0" parTransId="{603045F2-AA68-47DC-93F1-2DA8DA323D12}" sibTransId="{4FC50B00-2B7F-4BE5-8203-4A703ABB012E}"/>
    <dgm:cxn modelId="{8579EDF1-3398-493C-94B5-A93DD2A676C3}" srcId="{8C8EAFA4-6AB9-46E0-93CC-915FC7150DFD}" destId="{A36E3E92-B5B2-449B-B71E-974E738D6D68}" srcOrd="1" destOrd="0" parTransId="{16110AD0-C09F-47C4-9415-70A5BF0C97AB}" sibTransId="{EB4DCAAA-0D0A-4E81-9371-A6DF68F4C9DE}"/>
    <dgm:cxn modelId="{C725DCFB-B65E-4488-BFB3-55E23866FF01}" srcId="{8C8EAFA4-6AB9-46E0-93CC-915FC7150DFD}" destId="{0A1BECF2-0BD1-419C-A1B3-A004ECF3B649}" srcOrd="0" destOrd="0" parTransId="{E4886B11-AD53-40B6-81AB-886BD0A839BE}" sibTransId="{327316A0-D723-463E-840A-D5108CD9364D}"/>
    <dgm:cxn modelId="{6128FB3B-A93A-4FC4-ADE8-7A54394881B4}" type="presParOf" srcId="{1DF36EA3-9456-44F2-B703-519BA3FF385B}" destId="{AC4E6464-28A8-40D6-A544-ADF28BEF9312}" srcOrd="0" destOrd="0" presId="urn:microsoft.com/office/officeart/2018/5/layout/CenteredIconLabelDescriptionList"/>
    <dgm:cxn modelId="{BDD559E8-5B2D-42E3-BDE0-976E2FBD722B}" type="presParOf" srcId="{AC4E6464-28A8-40D6-A544-ADF28BEF9312}" destId="{2E4EF3E5-70F7-47B0-8461-B3C1187529C6}" srcOrd="0" destOrd="0" presId="urn:microsoft.com/office/officeart/2018/5/layout/CenteredIconLabelDescriptionList"/>
    <dgm:cxn modelId="{D2EBF1DD-36FA-46A9-8F8A-FD48772E0F19}" type="presParOf" srcId="{AC4E6464-28A8-40D6-A544-ADF28BEF9312}" destId="{C0CB3C93-9304-45B6-A795-2F5D15DD3726}" srcOrd="1" destOrd="0" presId="urn:microsoft.com/office/officeart/2018/5/layout/CenteredIconLabelDescriptionList"/>
    <dgm:cxn modelId="{FC805404-9EC4-449E-AE51-60418333E6E1}" type="presParOf" srcId="{AC4E6464-28A8-40D6-A544-ADF28BEF9312}" destId="{E5D58CB9-390D-44D1-AB8B-CD43A422A9A0}" srcOrd="2" destOrd="0" presId="urn:microsoft.com/office/officeart/2018/5/layout/CenteredIconLabelDescriptionList"/>
    <dgm:cxn modelId="{FEB6F58A-0006-48AB-8216-67120AD58246}" type="presParOf" srcId="{AC4E6464-28A8-40D6-A544-ADF28BEF9312}" destId="{9DEDD769-C1E9-4CE5-8A07-22F5C9CAC35A}" srcOrd="3" destOrd="0" presId="urn:microsoft.com/office/officeart/2018/5/layout/CenteredIconLabelDescriptionList"/>
    <dgm:cxn modelId="{46314CB7-297F-446E-ABF2-1BE9B1848A2C}" type="presParOf" srcId="{AC4E6464-28A8-40D6-A544-ADF28BEF9312}" destId="{E8EAFEC8-7306-4282-9D34-613238FB4010}" srcOrd="4" destOrd="0" presId="urn:microsoft.com/office/officeart/2018/5/layout/CenteredIconLabelDescriptionList"/>
    <dgm:cxn modelId="{C7FAA885-20AE-4993-A901-5F487766A2FA}" type="presParOf" srcId="{1DF36EA3-9456-44F2-B703-519BA3FF385B}" destId="{9AE8A2DD-CF0B-4D58-B3F4-11EC61A8FA35}" srcOrd="1" destOrd="0" presId="urn:microsoft.com/office/officeart/2018/5/layout/CenteredIconLabelDescriptionList"/>
    <dgm:cxn modelId="{6F332D60-E7BF-4DDD-9303-B91BC5465330}" type="presParOf" srcId="{1DF36EA3-9456-44F2-B703-519BA3FF385B}" destId="{717A150C-32D2-41BC-9AC7-080CBBB5BD7C}" srcOrd="2" destOrd="0" presId="urn:microsoft.com/office/officeart/2018/5/layout/CenteredIconLabelDescriptionList"/>
    <dgm:cxn modelId="{67532439-E978-478C-A812-A2607217AA64}" type="presParOf" srcId="{717A150C-32D2-41BC-9AC7-080CBBB5BD7C}" destId="{1A99535A-E5C4-4A7D-8714-D2E3EE8D27BB}" srcOrd="0" destOrd="0" presId="urn:microsoft.com/office/officeart/2018/5/layout/CenteredIconLabelDescriptionList"/>
    <dgm:cxn modelId="{143C8DA8-676F-499F-9893-A437BCCB2CD6}" type="presParOf" srcId="{717A150C-32D2-41BC-9AC7-080CBBB5BD7C}" destId="{BCFAAE81-1094-41C1-B9C6-19CCDB22DDE5}" srcOrd="1" destOrd="0" presId="urn:microsoft.com/office/officeart/2018/5/layout/CenteredIconLabelDescriptionList"/>
    <dgm:cxn modelId="{6DFF9B01-91EB-44C2-85B6-4E7A8590068E}" type="presParOf" srcId="{717A150C-32D2-41BC-9AC7-080CBBB5BD7C}" destId="{58B24E2A-981D-441A-A662-ABAFD6CFC0FD}" srcOrd="2" destOrd="0" presId="urn:microsoft.com/office/officeart/2018/5/layout/CenteredIconLabelDescriptionList"/>
    <dgm:cxn modelId="{D48D08B8-4DFD-467C-A51D-3E95D86554C4}" type="presParOf" srcId="{717A150C-32D2-41BC-9AC7-080CBBB5BD7C}" destId="{90065390-A395-4E32-BBC2-EB3CC0635D85}" srcOrd="3" destOrd="0" presId="urn:microsoft.com/office/officeart/2018/5/layout/CenteredIconLabelDescriptionList"/>
    <dgm:cxn modelId="{8558B2F5-F508-42F9-A6F8-CC74C0042DD0}" type="presParOf" srcId="{717A150C-32D2-41BC-9AC7-080CBBB5BD7C}" destId="{B82B4E21-96C6-4346-942F-162A133129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2B80E6-59B3-43A9-B0BA-3327269CC85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6D156E3-C606-426E-B5FF-04CE41A22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validity</a:t>
          </a:r>
        </a:p>
      </dgm:t>
    </dgm:pt>
    <dgm:pt modelId="{38BFF604-5810-4BD9-9081-8993D7977C7A}" type="parTrans" cxnId="{FCAEB557-DD6E-40E7-85BE-C703F9713BDE}">
      <dgm:prSet/>
      <dgm:spPr/>
      <dgm:t>
        <a:bodyPr/>
        <a:lstStyle/>
        <a:p>
          <a:endParaRPr lang="tr-TR" sz="1600"/>
        </a:p>
      </dgm:t>
    </dgm:pt>
    <dgm:pt modelId="{32F552BC-CE81-4CFC-83D3-C6F6DC11A10E}" type="sibTrans" cxnId="{FCAEB557-DD6E-40E7-85BE-C703F9713BDE}">
      <dgm:prSet/>
      <dgm:spPr/>
      <dgm:t>
        <a:bodyPr/>
        <a:lstStyle/>
        <a:p>
          <a:endParaRPr lang="tr-TR"/>
        </a:p>
      </dgm:t>
    </dgm:pt>
    <dgm:pt modelId="{EA7969D2-CD64-4B6B-A539-33AA835396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valid digital signature</a:t>
          </a:r>
          <a:endParaRPr lang="tr-TR"/>
        </a:p>
      </dgm:t>
    </dgm:pt>
    <dgm:pt modelId="{510A56DA-9D87-4073-9F82-3A839C0D9C2E}" type="parTrans" cxnId="{75FAED1B-3D42-4751-9C68-A171A3FC9C56}">
      <dgm:prSet/>
      <dgm:spPr/>
      <dgm:t>
        <a:bodyPr/>
        <a:lstStyle/>
        <a:p>
          <a:endParaRPr lang="tr-TR" sz="1600"/>
        </a:p>
      </dgm:t>
    </dgm:pt>
    <dgm:pt modelId="{04D8916E-F439-4212-8775-9D07D9818542}" type="sibTrans" cxnId="{75FAED1B-3D42-4751-9C68-A171A3FC9C56}">
      <dgm:prSet/>
      <dgm:spPr/>
      <dgm:t>
        <a:bodyPr/>
        <a:lstStyle/>
        <a:p>
          <a:endParaRPr lang="tr-TR"/>
        </a:p>
      </dgm:t>
    </dgm:pt>
    <dgm:pt modelId="{CAA245E1-EBE7-43F0-8B0B-524D2403A1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Proves the ownership</a:t>
          </a:r>
        </a:p>
        <a:p>
          <a:pPr>
            <a:lnSpc>
              <a:spcPct val="100000"/>
            </a:lnSpc>
          </a:pPr>
          <a:r>
            <a:rPr lang="tr-TR"/>
            <a:t>without revealing the private key</a:t>
          </a:r>
        </a:p>
      </dgm:t>
    </dgm:pt>
    <dgm:pt modelId="{50209407-AC41-4BD8-84BA-5DE3057B696F}" type="parTrans" cxnId="{D12D4A12-8132-46D8-A241-898BD6811555}">
      <dgm:prSet/>
      <dgm:spPr/>
      <dgm:t>
        <a:bodyPr/>
        <a:lstStyle/>
        <a:p>
          <a:endParaRPr lang="tr-TR" sz="1600"/>
        </a:p>
      </dgm:t>
    </dgm:pt>
    <dgm:pt modelId="{38E3F30C-7683-48CC-A09F-7599C2979AA9}" type="sibTrans" cxnId="{D12D4A12-8132-46D8-A241-898BD6811555}">
      <dgm:prSet/>
      <dgm:spPr/>
      <dgm:t>
        <a:bodyPr/>
        <a:lstStyle/>
        <a:p>
          <a:endParaRPr lang="tr-TR"/>
        </a:p>
      </dgm:t>
    </dgm:pt>
    <dgm:pt modelId="{E7BFDE7C-A80A-4A3F-BCEA-C3DB875288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Control</a:t>
          </a:r>
        </a:p>
      </dgm:t>
    </dgm:pt>
    <dgm:pt modelId="{DE4FF557-F4E7-43F2-A8DC-9EBDE972512F}" type="parTrans" cxnId="{53A42AC1-6B5A-4A68-AB74-8C5B823E77A9}">
      <dgm:prSet/>
      <dgm:spPr/>
      <dgm:t>
        <a:bodyPr/>
        <a:lstStyle/>
        <a:p>
          <a:endParaRPr lang="tr-TR" sz="1600"/>
        </a:p>
      </dgm:t>
    </dgm:pt>
    <dgm:pt modelId="{EFF6DC17-BA3B-4363-BC5D-42E82112F015}" type="sibTrans" cxnId="{53A42AC1-6B5A-4A68-AB74-8C5B823E77A9}">
      <dgm:prSet/>
      <dgm:spPr/>
      <dgm:t>
        <a:bodyPr/>
        <a:lstStyle/>
        <a:p>
          <a:endParaRPr lang="tr-TR"/>
        </a:p>
      </dgm:t>
    </dgm:pt>
    <dgm:pt modelId="{44BFFD8C-3598-4B10-896E-F25B85A1BA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</a:p>
      </dgm:t>
    </dgm:pt>
    <dgm:pt modelId="{6BF99C6E-331A-4D14-83C7-3ECF981B4FB2}" type="sibTrans" cxnId="{1D3B90CF-9964-4D5A-98EE-1A21970724F7}">
      <dgm:prSet/>
      <dgm:spPr/>
      <dgm:t>
        <a:bodyPr/>
        <a:lstStyle/>
        <a:p>
          <a:endParaRPr lang="tr-TR"/>
        </a:p>
      </dgm:t>
    </dgm:pt>
    <dgm:pt modelId="{BC597D85-36DC-4C46-A94D-27D20627A305}" type="parTrans" cxnId="{1D3B90CF-9964-4D5A-98EE-1A21970724F7}">
      <dgm:prSet/>
      <dgm:spPr/>
      <dgm:t>
        <a:bodyPr/>
        <a:lstStyle/>
        <a:p>
          <a:endParaRPr lang="tr-TR" sz="1600"/>
        </a:p>
      </dgm:t>
    </dgm:pt>
    <dgm:pt modelId="{8F363751-9170-4D37-A1BC-20355A9835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be included</a:t>
          </a:r>
          <a:r>
            <a:rPr lang="tr-TR"/>
            <a:t> in the transaction</a:t>
          </a:r>
        </a:p>
      </dgm:t>
    </dgm:pt>
    <dgm:pt modelId="{6E95899C-FFFC-4F9D-86BA-30F20AE26EA5}" type="parTrans" cxnId="{2D593B0F-8766-4FEE-B7FE-DA180483B108}">
      <dgm:prSet/>
      <dgm:spPr/>
      <dgm:t>
        <a:bodyPr/>
        <a:lstStyle/>
        <a:p>
          <a:endParaRPr lang="tr-TR"/>
        </a:p>
      </dgm:t>
    </dgm:pt>
    <dgm:pt modelId="{3C7D1D42-90FF-4C74-9CC0-AF4D2AE54781}" type="sibTrans" cxnId="{2D593B0F-8766-4FEE-B7FE-DA180483B108}">
      <dgm:prSet/>
      <dgm:spPr/>
      <dgm:t>
        <a:bodyPr/>
        <a:lstStyle/>
        <a:p>
          <a:endParaRPr lang="tr-TR"/>
        </a:p>
      </dgm:t>
    </dgm:pt>
    <dgm:pt modelId="{DA09FECE-CAD6-4FE1-84FD-3987860C8C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Signature can only be generated</a:t>
          </a:r>
        </a:p>
        <a:p>
          <a:pPr>
            <a:lnSpc>
              <a:spcPct val="100000"/>
            </a:lnSpc>
          </a:pPr>
          <a:r>
            <a:rPr lang="tr-TR"/>
            <a:t>if the private key is knwon</a:t>
          </a:r>
        </a:p>
      </dgm:t>
    </dgm:pt>
    <dgm:pt modelId="{5D96F425-EC9C-4D48-BF94-EA9E9BF0D2BC}" type="parTrans" cxnId="{9A26BCD6-45ED-484E-BD94-CC794D77D877}">
      <dgm:prSet/>
      <dgm:spPr/>
      <dgm:t>
        <a:bodyPr/>
        <a:lstStyle/>
        <a:p>
          <a:endParaRPr lang="tr-TR"/>
        </a:p>
      </dgm:t>
    </dgm:pt>
    <dgm:pt modelId="{231036EF-EF2E-4554-9D2D-AD87331EBB1B}" type="sibTrans" cxnId="{9A26BCD6-45ED-484E-BD94-CC794D77D877}">
      <dgm:prSet/>
      <dgm:spPr/>
      <dgm:t>
        <a:bodyPr/>
        <a:lstStyle/>
        <a:p>
          <a:endParaRPr lang="tr-TR"/>
        </a:p>
      </dgm:t>
    </dgm:pt>
    <dgm:pt modelId="{CDDD3F1F-1E90-4FDE-BCDF-31D5245E6E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</a:t>
          </a:r>
        </a:p>
      </dgm:t>
    </dgm:pt>
    <dgm:pt modelId="{AE6248A6-E618-454D-9F3C-A12055B64764}" type="parTrans" cxnId="{6B504C81-20B3-4B6D-A69E-D1555FF7643D}">
      <dgm:prSet/>
      <dgm:spPr/>
      <dgm:t>
        <a:bodyPr/>
        <a:lstStyle/>
        <a:p>
          <a:endParaRPr lang="tr-TR"/>
        </a:p>
      </dgm:t>
    </dgm:pt>
    <dgm:pt modelId="{344C11B0-0DF1-4F0B-909F-A49D044B2B99}" type="sibTrans" cxnId="{6B504C81-20B3-4B6D-A69E-D1555FF7643D}">
      <dgm:prSet/>
      <dgm:spPr/>
      <dgm:t>
        <a:bodyPr/>
        <a:lstStyle/>
        <a:p>
          <a:endParaRPr lang="tr-TR"/>
        </a:p>
      </dgm:t>
    </dgm:pt>
    <dgm:pt modelId="{16337204-A404-40AA-BE01-1376FBD260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control of the bitcoin</a:t>
          </a:r>
          <a:endParaRPr lang="tr-TR"/>
        </a:p>
      </dgm:t>
    </dgm:pt>
    <dgm:pt modelId="{F5262B5D-745C-48BA-A08E-049FBA7B67A5}" type="parTrans" cxnId="{E778D396-6A81-4A07-BA34-30B57E747DDE}">
      <dgm:prSet/>
      <dgm:spPr/>
      <dgm:t>
        <a:bodyPr/>
        <a:lstStyle/>
        <a:p>
          <a:endParaRPr lang="tr-TR"/>
        </a:p>
      </dgm:t>
    </dgm:pt>
    <dgm:pt modelId="{14678F89-199F-477F-AEF6-904578BF211A}" type="sibTrans" cxnId="{E778D396-6A81-4A07-BA34-30B57E747DDE}">
      <dgm:prSet/>
      <dgm:spPr/>
      <dgm:t>
        <a:bodyPr/>
        <a:lstStyle/>
        <a:p>
          <a:endParaRPr lang="tr-TR"/>
        </a:p>
      </dgm:t>
    </dgm:pt>
    <dgm:pt modelId="{08F0C7F1-C938-4E8D-A544-AD09EE33DB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with a</a:t>
          </a:r>
          <a:r>
            <a:rPr lang="tr-TR"/>
            <a:t> </a:t>
          </a:r>
          <a:r>
            <a:rPr lang="en-US"/>
            <a:t>copy of that key</a:t>
          </a:r>
          <a:endParaRPr lang="tr-TR"/>
        </a:p>
      </dgm:t>
    </dgm:pt>
    <dgm:pt modelId="{EB976A5D-B1F9-47BE-9186-8937E19A73AD}" type="parTrans" cxnId="{2831C998-DE91-44ED-B068-E78B2BBD6B4A}">
      <dgm:prSet/>
      <dgm:spPr/>
      <dgm:t>
        <a:bodyPr/>
        <a:lstStyle/>
        <a:p>
          <a:endParaRPr lang="tr-TR"/>
        </a:p>
      </dgm:t>
    </dgm:pt>
    <dgm:pt modelId="{1EEE13D4-EBE5-4FE8-BC50-06AC0E58BC3C}" type="sibTrans" cxnId="{2831C998-DE91-44ED-B068-E78B2BBD6B4A}">
      <dgm:prSet/>
      <dgm:spPr/>
      <dgm:t>
        <a:bodyPr/>
        <a:lstStyle/>
        <a:p>
          <a:endParaRPr lang="tr-TR"/>
        </a:p>
      </dgm:t>
    </dgm:pt>
    <dgm:pt modelId="{181C322E-D6C7-44B7-9145-2DC6BBBFE14D}" type="pres">
      <dgm:prSet presAssocID="{252B80E6-59B3-43A9-B0BA-3327269CC857}" presName="root" presStyleCnt="0">
        <dgm:presLayoutVars>
          <dgm:dir/>
          <dgm:resizeHandles val="exact"/>
        </dgm:presLayoutVars>
      </dgm:prSet>
      <dgm:spPr/>
    </dgm:pt>
    <dgm:pt modelId="{077EC6BA-DEBC-481C-B171-EE13249866A5}" type="pres">
      <dgm:prSet presAssocID="{E6D156E3-C606-426E-B5FF-04CE41A22582}" presName="compNode" presStyleCnt="0"/>
      <dgm:spPr/>
    </dgm:pt>
    <dgm:pt modelId="{3D99E8DA-A096-46EE-A918-8BDA8B238517}" type="pres">
      <dgm:prSet presAssocID="{E6D156E3-C606-426E-B5FF-04CE41A225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87F1907B-95ED-4F2B-BF34-9FAD53708D8A}" type="pres">
      <dgm:prSet presAssocID="{E6D156E3-C606-426E-B5FF-04CE41A22582}" presName="iconSpace" presStyleCnt="0"/>
      <dgm:spPr/>
    </dgm:pt>
    <dgm:pt modelId="{948715BC-A5AC-4470-9F6B-995AEE9E8887}" type="pres">
      <dgm:prSet presAssocID="{E6D156E3-C606-426E-B5FF-04CE41A22582}" presName="parTx" presStyleLbl="revTx" presStyleIdx="0" presStyleCnt="8">
        <dgm:presLayoutVars>
          <dgm:chMax val="0"/>
          <dgm:chPref val="0"/>
        </dgm:presLayoutVars>
      </dgm:prSet>
      <dgm:spPr/>
    </dgm:pt>
    <dgm:pt modelId="{66F3EB0E-0684-44AE-968A-545537F9DD9E}" type="pres">
      <dgm:prSet presAssocID="{E6D156E3-C606-426E-B5FF-04CE41A22582}" presName="txSpace" presStyleCnt="0"/>
      <dgm:spPr/>
    </dgm:pt>
    <dgm:pt modelId="{3EBB2783-73A4-478F-9BFC-932432E034F6}" type="pres">
      <dgm:prSet presAssocID="{E6D156E3-C606-426E-B5FF-04CE41A22582}" presName="desTx" presStyleLbl="revTx" presStyleIdx="1" presStyleCnt="8">
        <dgm:presLayoutVars/>
      </dgm:prSet>
      <dgm:spPr/>
    </dgm:pt>
    <dgm:pt modelId="{B105C456-22C9-4D03-8B99-8202451F1EDC}" type="pres">
      <dgm:prSet presAssocID="{32F552BC-CE81-4CFC-83D3-C6F6DC11A10E}" presName="sibTrans" presStyleCnt="0"/>
      <dgm:spPr/>
    </dgm:pt>
    <dgm:pt modelId="{05247A6A-23AC-4341-B2DB-85FA49CB9FDE}" type="pres">
      <dgm:prSet presAssocID="{44BFFD8C-3598-4B10-896E-F25B85A1BA73}" presName="compNode" presStyleCnt="0"/>
      <dgm:spPr/>
    </dgm:pt>
    <dgm:pt modelId="{93C1D9FF-6F24-46DA-8020-AD4BEDBEA229}" type="pres">
      <dgm:prSet presAssocID="{44BFFD8C-3598-4B10-896E-F25B85A1BA73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C1669C-57EC-414B-99B2-E0B9774FC0DF}" type="pres">
      <dgm:prSet presAssocID="{44BFFD8C-3598-4B10-896E-F25B85A1BA73}" presName="iconSpace" presStyleCnt="0"/>
      <dgm:spPr/>
    </dgm:pt>
    <dgm:pt modelId="{066E4357-8DE0-4319-B7FC-AF691A269D78}" type="pres">
      <dgm:prSet presAssocID="{44BFFD8C-3598-4B10-896E-F25B85A1BA73}" presName="parTx" presStyleLbl="revTx" presStyleIdx="2" presStyleCnt="8">
        <dgm:presLayoutVars>
          <dgm:chMax val="0"/>
          <dgm:chPref val="0"/>
        </dgm:presLayoutVars>
      </dgm:prSet>
      <dgm:spPr/>
    </dgm:pt>
    <dgm:pt modelId="{93A6D0F1-8457-407F-8E89-26E8F30E26C1}" type="pres">
      <dgm:prSet presAssocID="{44BFFD8C-3598-4B10-896E-F25B85A1BA73}" presName="txSpace" presStyleCnt="0"/>
      <dgm:spPr/>
    </dgm:pt>
    <dgm:pt modelId="{AA95F83D-3C94-4B7C-AB60-D3D98878BCDD}" type="pres">
      <dgm:prSet presAssocID="{44BFFD8C-3598-4B10-896E-F25B85A1BA73}" presName="desTx" presStyleLbl="revTx" presStyleIdx="3" presStyleCnt="8">
        <dgm:presLayoutVars/>
      </dgm:prSet>
      <dgm:spPr/>
    </dgm:pt>
    <dgm:pt modelId="{0B7EA77C-564A-4172-B24B-1BEAFA2ACD6D}" type="pres">
      <dgm:prSet presAssocID="{6BF99C6E-331A-4D14-83C7-3ECF981B4FB2}" presName="sibTrans" presStyleCnt="0"/>
      <dgm:spPr/>
    </dgm:pt>
    <dgm:pt modelId="{4626F060-DA0E-4612-95AA-E6869961635D}" type="pres">
      <dgm:prSet presAssocID="{E7BFDE7C-A80A-4A3F-BCEA-C3DB87528857}" presName="compNode" presStyleCnt="0"/>
      <dgm:spPr/>
    </dgm:pt>
    <dgm:pt modelId="{B881F613-4C66-4DAF-ABB0-0EDA96FD31EF}" type="pres">
      <dgm:prSet presAssocID="{E7BFDE7C-A80A-4A3F-BCEA-C3DB875288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9E6EEE1-A241-4CD2-8E7D-1DE26FAEFB65}" type="pres">
      <dgm:prSet presAssocID="{E7BFDE7C-A80A-4A3F-BCEA-C3DB87528857}" presName="iconSpace" presStyleCnt="0"/>
      <dgm:spPr/>
    </dgm:pt>
    <dgm:pt modelId="{609892FE-0033-4A7B-A1DA-B832C71AA7F0}" type="pres">
      <dgm:prSet presAssocID="{E7BFDE7C-A80A-4A3F-BCEA-C3DB87528857}" presName="parTx" presStyleLbl="revTx" presStyleIdx="4" presStyleCnt="8">
        <dgm:presLayoutVars>
          <dgm:chMax val="0"/>
          <dgm:chPref val="0"/>
        </dgm:presLayoutVars>
      </dgm:prSet>
      <dgm:spPr/>
    </dgm:pt>
    <dgm:pt modelId="{6368CAEF-CC6C-4241-AE2C-763595134BD3}" type="pres">
      <dgm:prSet presAssocID="{E7BFDE7C-A80A-4A3F-BCEA-C3DB87528857}" presName="txSpace" presStyleCnt="0"/>
      <dgm:spPr/>
    </dgm:pt>
    <dgm:pt modelId="{75147705-13B9-4E43-BE47-9448A83BF8FB}" type="pres">
      <dgm:prSet presAssocID="{E7BFDE7C-A80A-4A3F-BCEA-C3DB87528857}" presName="desTx" presStyleLbl="revTx" presStyleIdx="5" presStyleCnt="8">
        <dgm:presLayoutVars/>
      </dgm:prSet>
      <dgm:spPr/>
    </dgm:pt>
    <dgm:pt modelId="{F528CF08-649D-4EEB-A278-2D21EBB9BEDC}" type="pres">
      <dgm:prSet presAssocID="{EFF6DC17-BA3B-4363-BC5D-42E82112F015}" presName="sibTrans" presStyleCnt="0"/>
      <dgm:spPr/>
    </dgm:pt>
    <dgm:pt modelId="{2249AF0A-49B1-4B09-AC2C-AAD96EB8817C}" type="pres">
      <dgm:prSet presAssocID="{CDDD3F1F-1E90-4FDE-BCDF-31D5245E6E51}" presName="compNode" presStyleCnt="0"/>
      <dgm:spPr/>
    </dgm:pt>
    <dgm:pt modelId="{C6C88BB7-B7E5-4247-A8FB-C1AF74B88815}" type="pres">
      <dgm:prSet presAssocID="{CDDD3F1F-1E90-4FDE-BCDF-31D5245E6E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D05CFE-EB1F-4832-A9E9-D6A48C31B62F}" type="pres">
      <dgm:prSet presAssocID="{CDDD3F1F-1E90-4FDE-BCDF-31D5245E6E51}" presName="iconSpace" presStyleCnt="0"/>
      <dgm:spPr/>
    </dgm:pt>
    <dgm:pt modelId="{6A57D407-C7A4-498A-87BA-5B6BA552A3AB}" type="pres">
      <dgm:prSet presAssocID="{CDDD3F1F-1E90-4FDE-BCDF-31D5245E6E51}" presName="parTx" presStyleLbl="revTx" presStyleIdx="6" presStyleCnt="8">
        <dgm:presLayoutVars>
          <dgm:chMax val="0"/>
          <dgm:chPref val="0"/>
        </dgm:presLayoutVars>
      </dgm:prSet>
      <dgm:spPr/>
    </dgm:pt>
    <dgm:pt modelId="{80BCEACE-3F67-420B-9C75-5D75597C42F5}" type="pres">
      <dgm:prSet presAssocID="{CDDD3F1F-1E90-4FDE-BCDF-31D5245E6E51}" presName="txSpace" presStyleCnt="0"/>
      <dgm:spPr/>
    </dgm:pt>
    <dgm:pt modelId="{19857F08-BF88-428E-B2F5-24530456948C}" type="pres">
      <dgm:prSet presAssocID="{CDDD3F1F-1E90-4FDE-BCDF-31D5245E6E51}" presName="desTx" presStyleLbl="revTx" presStyleIdx="7" presStyleCnt="8">
        <dgm:presLayoutVars/>
      </dgm:prSet>
      <dgm:spPr/>
    </dgm:pt>
  </dgm:ptLst>
  <dgm:cxnLst>
    <dgm:cxn modelId="{2D593B0F-8766-4FEE-B7FE-DA180483B108}" srcId="{E6D156E3-C606-426E-B5FF-04CE41A22582}" destId="{8F363751-9170-4D37-A1BC-20355A983582}" srcOrd="1" destOrd="0" parTransId="{6E95899C-FFFC-4F9D-86BA-30F20AE26EA5}" sibTransId="{3C7D1D42-90FF-4C74-9CC0-AF4D2AE54781}"/>
    <dgm:cxn modelId="{4633BB11-AE3E-4C86-8A65-642AA2660DAD}" type="presOf" srcId="{E6D156E3-C606-426E-B5FF-04CE41A22582}" destId="{948715BC-A5AC-4470-9F6B-995AEE9E8887}" srcOrd="0" destOrd="0" presId="urn:microsoft.com/office/officeart/2018/5/layout/CenteredIconLabelDescriptionList"/>
    <dgm:cxn modelId="{D12D4A12-8132-46D8-A241-898BD6811555}" srcId="{44BFFD8C-3598-4B10-896E-F25B85A1BA73}" destId="{CAA245E1-EBE7-43F0-8B0B-524D2403A10A}" srcOrd="0" destOrd="0" parTransId="{50209407-AC41-4BD8-84BA-5DE3057B696F}" sibTransId="{38E3F30C-7683-48CC-A09F-7599C2979AA9}"/>
    <dgm:cxn modelId="{75FAED1B-3D42-4751-9C68-A171A3FC9C56}" srcId="{E6D156E3-C606-426E-B5FF-04CE41A22582}" destId="{EA7969D2-CD64-4B6B-A539-33AA83539678}" srcOrd="0" destOrd="0" parTransId="{510A56DA-9D87-4073-9F82-3A839C0D9C2E}" sibTransId="{04D8916E-F439-4212-8775-9D07D9818542}"/>
    <dgm:cxn modelId="{40BAAD65-EDAC-4A9B-B7BE-71F17BB06219}" type="presOf" srcId="{8F363751-9170-4D37-A1BC-20355A983582}" destId="{3EBB2783-73A4-478F-9BFC-932432E034F6}" srcOrd="0" destOrd="1" presId="urn:microsoft.com/office/officeart/2018/5/layout/CenteredIconLabelDescriptionList"/>
    <dgm:cxn modelId="{E65FB973-4902-45E8-BE90-7C7167EE6380}" type="presOf" srcId="{08F0C7F1-C938-4E8D-A544-AD09EE33DB1B}" destId="{19857F08-BF88-428E-B2F5-24530456948C}" srcOrd="0" destOrd="0" presId="urn:microsoft.com/office/officeart/2018/5/layout/CenteredIconLabelDescriptionList"/>
    <dgm:cxn modelId="{FCAEB557-DD6E-40E7-85BE-C703F9713BDE}" srcId="{252B80E6-59B3-43A9-B0BA-3327269CC857}" destId="{E6D156E3-C606-426E-B5FF-04CE41A22582}" srcOrd="0" destOrd="0" parTransId="{38BFF604-5810-4BD9-9081-8993D7977C7A}" sibTransId="{32F552BC-CE81-4CFC-83D3-C6F6DC11A10E}"/>
    <dgm:cxn modelId="{6B504C81-20B3-4B6D-A69E-D1555FF7643D}" srcId="{252B80E6-59B3-43A9-B0BA-3327269CC857}" destId="{CDDD3F1F-1E90-4FDE-BCDF-31D5245E6E51}" srcOrd="3" destOrd="0" parTransId="{AE6248A6-E618-454D-9F3C-A12055B64764}" sibTransId="{344C11B0-0DF1-4F0B-909F-A49D044B2B99}"/>
    <dgm:cxn modelId="{26664386-5392-4C07-8162-58AC99ADDCA4}" type="presOf" srcId="{CDDD3F1F-1E90-4FDE-BCDF-31D5245E6E51}" destId="{6A57D407-C7A4-498A-87BA-5B6BA552A3AB}" srcOrd="0" destOrd="0" presId="urn:microsoft.com/office/officeart/2018/5/layout/CenteredIconLabelDescriptionList"/>
    <dgm:cxn modelId="{E6236D86-9B71-4835-B733-2AF6EA9BDE22}" type="presOf" srcId="{DA09FECE-CAD6-4FE1-84FD-3987860C8CFD}" destId="{75147705-13B9-4E43-BE47-9448A83BF8FB}" srcOrd="0" destOrd="0" presId="urn:microsoft.com/office/officeart/2018/5/layout/CenteredIconLabelDescriptionList"/>
    <dgm:cxn modelId="{E778D396-6A81-4A07-BA34-30B57E747DDE}" srcId="{CDDD3F1F-1E90-4FDE-BCDF-31D5245E6E51}" destId="{16337204-A404-40AA-BE01-1376FBD26090}" srcOrd="1" destOrd="0" parTransId="{F5262B5D-745C-48BA-A08E-049FBA7B67A5}" sibTransId="{14678F89-199F-477F-AEF6-904578BF211A}"/>
    <dgm:cxn modelId="{2831C998-DE91-44ED-B068-E78B2BBD6B4A}" srcId="{CDDD3F1F-1E90-4FDE-BCDF-31D5245E6E51}" destId="{08F0C7F1-C938-4E8D-A544-AD09EE33DB1B}" srcOrd="0" destOrd="0" parTransId="{EB976A5D-B1F9-47BE-9186-8937E19A73AD}" sibTransId="{1EEE13D4-EBE5-4FE8-BC50-06AC0E58BC3C}"/>
    <dgm:cxn modelId="{223F979D-59C2-4079-B791-E85D902BC24A}" type="presOf" srcId="{16337204-A404-40AA-BE01-1376FBD26090}" destId="{19857F08-BF88-428E-B2F5-24530456948C}" srcOrd="0" destOrd="1" presId="urn:microsoft.com/office/officeart/2018/5/layout/CenteredIconLabelDescriptionList"/>
    <dgm:cxn modelId="{F7E7219F-9CB6-497C-A025-65E348EA213E}" type="presOf" srcId="{44BFFD8C-3598-4B10-896E-F25B85A1BA73}" destId="{066E4357-8DE0-4319-B7FC-AF691A269D78}" srcOrd="0" destOrd="0" presId="urn:microsoft.com/office/officeart/2018/5/layout/CenteredIconLabelDescriptionList"/>
    <dgm:cxn modelId="{A50D46B3-9028-4198-B1BE-8D4EDD289DA7}" type="presOf" srcId="{CAA245E1-EBE7-43F0-8B0B-524D2403A10A}" destId="{AA95F83D-3C94-4B7C-AB60-D3D98878BCDD}" srcOrd="0" destOrd="0" presId="urn:microsoft.com/office/officeart/2018/5/layout/CenteredIconLabelDescriptionList"/>
    <dgm:cxn modelId="{53A42AC1-6B5A-4A68-AB74-8C5B823E77A9}" srcId="{252B80E6-59B3-43A9-B0BA-3327269CC857}" destId="{E7BFDE7C-A80A-4A3F-BCEA-C3DB87528857}" srcOrd="2" destOrd="0" parTransId="{DE4FF557-F4E7-43F2-A8DC-9EBDE972512F}" sibTransId="{EFF6DC17-BA3B-4363-BC5D-42E82112F015}"/>
    <dgm:cxn modelId="{6A1BD6C3-871E-48A8-BE16-E0641649E2B5}" type="presOf" srcId="{EA7969D2-CD64-4B6B-A539-33AA83539678}" destId="{3EBB2783-73A4-478F-9BFC-932432E034F6}" srcOrd="0" destOrd="0" presId="urn:microsoft.com/office/officeart/2018/5/layout/CenteredIconLabelDescriptionList"/>
    <dgm:cxn modelId="{1D3B90CF-9964-4D5A-98EE-1A21970724F7}" srcId="{252B80E6-59B3-43A9-B0BA-3327269CC857}" destId="{44BFFD8C-3598-4B10-896E-F25B85A1BA73}" srcOrd="1" destOrd="0" parTransId="{BC597D85-36DC-4C46-A94D-27D20627A305}" sibTransId="{6BF99C6E-331A-4D14-83C7-3ECF981B4FB2}"/>
    <dgm:cxn modelId="{9A26BCD6-45ED-484E-BD94-CC794D77D877}" srcId="{E7BFDE7C-A80A-4A3F-BCEA-C3DB87528857}" destId="{DA09FECE-CAD6-4FE1-84FD-3987860C8CFD}" srcOrd="0" destOrd="0" parTransId="{5D96F425-EC9C-4D48-BF94-EA9E9BF0D2BC}" sibTransId="{231036EF-EF2E-4554-9D2D-AD87331EBB1B}"/>
    <dgm:cxn modelId="{AC306FE1-A914-48A5-97C2-2687A9C45239}" type="presOf" srcId="{E7BFDE7C-A80A-4A3F-BCEA-C3DB87528857}" destId="{609892FE-0033-4A7B-A1DA-B832C71AA7F0}" srcOrd="0" destOrd="0" presId="urn:microsoft.com/office/officeart/2018/5/layout/CenteredIconLabelDescriptionList"/>
    <dgm:cxn modelId="{54FD81FD-0126-40BA-9F61-B2305D4BDC4C}" type="presOf" srcId="{252B80E6-59B3-43A9-B0BA-3327269CC857}" destId="{181C322E-D6C7-44B7-9145-2DC6BBBFE14D}" srcOrd="0" destOrd="0" presId="urn:microsoft.com/office/officeart/2018/5/layout/CenteredIconLabelDescriptionList"/>
    <dgm:cxn modelId="{86904DDA-4C31-4A49-A592-4D4678222232}" type="presParOf" srcId="{181C322E-D6C7-44B7-9145-2DC6BBBFE14D}" destId="{077EC6BA-DEBC-481C-B171-EE13249866A5}" srcOrd="0" destOrd="0" presId="urn:microsoft.com/office/officeart/2018/5/layout/CenteredIconLabelDescriptionList"/>
    <dgm:cxn modelId="{4C621DD0-ACBF-4795-A4F2-56B7AEDF62FF}" type="presParOf" srcId="{077EC6BA-DEBC-481C-B171-EE13249866A5}" destId="{3D99E8DA-A096-46EE-A918-8BDA8B238517}" srcOrd="0" destOrd="0" presId="urn:microsoft.com/office/officeart/2018/5/layout/CenteredIconLabelDescriptionList"/>
    <dgm:cxn modelId="{03F4E4D6-C346-4271-BF8A-652212C6B702}" type="presParOf" srcId="{077EC6BA-DEBC-481C-B171-EE13249866A5}" destId="{87F1907B-95ED-4F2B-BF34-9FAD53708D8A}" srcOrd="1" destOrd="0" presId="urn:microsoft.com/office/officeart/2018/5/layout/CenteredIconLabelDescriptionList"/>
    <dgm:cxn modelId="{12BB6DCA-7F14-4F14-A468-D90C14B6B081}" type="presParOf" srcId="{077EC6BA-DEBC-481C-B171-EE13249866A5}" destId="{948715BC-A5AC-4470-9F6B-995AEE9E8887}" srcOrd="2" destOrd="0" presId="urn:microsoft.com/office/officeart/2018/5/layout/CenteredIconLabelDescriptionList"/>
    <dgm:cxn modelId="{371CCA3A-614C-42D1-93F9-8ED6F282701D}" type="presParOf" srcId="{077EC6BA-DEBC-481C-B171-EE13249866A5}" destId="{66F3EB0E-0684-44AE-968A-545537F9DD9E}" srcOrd="3" destOrd="0" presId="urn:microsoft.com/office/officeart/2018/5/layout/CenteredIconLabelDescriptionList"/>
    <dgm:cxn modelId="{75F252E9-1268-471C-B10B-FE163EFEEDAF}" type="presParOf" srcId="{077EC6BA-DEBC-481C-B171-EE13249866A5}" destId="{3EBB2783-73A4-478F-9BFC-932432E034F6}" srcOrd="4" destOrd="0" presId="urn:microsoft.com/office/officeart/2018/5/layout/CenteredIconLabelDescriptionList"/>
    <dgm:cxn modelId="{377FFC53-B6D7-4DC7-9F31-1133013A6BFC}" type="presParOf" srcId="{181C322E-D6C7-44B7-9145-2DC6BBBFE14D}" destId="{B105C456-22C9-4D03-8B99-8202451F1EDC}" srcOrd="1" destOrd="0" presId="urn:microsoft.com/office/officeart/2018/5/layout/CenteredIconLabelDescriptionList"/>
    <dgm:cxn modelId="{DF888472-500B-41E2-BB4D-1AEE429F19B5}" type="presParOf" srcId="{181C322E-D6C7-44B7-9145-2DC6BBBFE14D}" destId="{05247A6A-23AC-4341-B2DB-85FA49CB9FDE}" srcOrd="2" destOrd="0" presId="urn:microsoft.com/office/officeart/2018/5/layout/CenteredIconLabelDescriptionList"/>
    <dgm:cxn modelId="{C614D96A-D720-4EA0-9E6A-50A549B336EF}" type="presParOf" srcId="{05247A6A-23AC-4341-B2DB-85FA49CB9FDE}" destId="{93C1D9FF-6F24-46DA-8020-AD4BEDBEA229}" srcOrd="0" destOrd="0" presId="urn:microsoft.com/office/officeart/2018/5/layout/CenteredIconLabelDescriptionList"/>
    <dgm:cxn modelId="{48F15FE0-E8F9-4EBF-B4D5-DFE7F11CE6D4}" type="presParOf" srcId="{05247A6A-23AC-4341-B2DB-85FA49CB9FDE}" destId="{EFC1669C-57EC-414B-99B2-E0B9774FC0DF}" srcOrd="1" destOrd="0" presId="urn:microsoft.com/office/officeart/2018/5/layout/CenteredIconLabelDescriptionList"/>
    <dgm:cxn modelId="{B92F311A-2880-48D4-825B-E5EC78DB3C8C}" type="presParOf" srcId="{05247A6A-23AC-4341-B2DB-85FA49CB9FDE}" destId="{066E4357-8DE0-4319-B7FC-AF691A269D78}" srcOrd="2" destOrd="0" presId="urn:microsoft.com/office/officeart/2018/5/layout/CenteredIconLabelDescriptionList"/>
    <dgm:cxn modelId="{7EAEAAD4-3248-4E07-B701-08E5473B2F59}" type="presParOf" srcId="{05247A6A-23AC-4341-B2DB-85FA49CB9FDE}" destId="{93A6D0F1-8457-407F-8E89-26E8F30E26C1}" srcOrd="3" destOrd="0" presId="urn:microsoft.com/office/officeart/2018/5/layout/CenteredIconLabelDescriptionList"/>
    <dgm:cxn modelId="{FFC784C9-8964-42B8-8438-13D064E0B03F}" type="presParOf" srcId="{05247A6A-23AC-4341-B2DB-85FA49CB9FDE}" destId="{AA95F83D-3C94-4B7C-AB60-D3D98878BCDD}" srcOrd="4" destOrd="0" presId="urn:microsoft.com/office/officeart/2018/5/layout/CenteredIconLabelDescriptionList"/>
    <dgm:cxn modelId="{857DAC65-2F87-4A5D-9B8D-96CE50EFC733}" type="presParOf" srcId="{181C322E-D6C7-44B7-9145-2DC6BBBFE14D}" destId="{0B7EA77C-564A-4172-B24B-1BEAFA2ACD6D}" srcOrd="3" destOrd="0" presId="urn:microsoft.com/office/officeart/2018/5/layout/CenteredIconLabelDescriptionList"/>
    <dgm:cxn modelId="{078193AF-4DDA-41DB-B65E-60005F562FB4}" type="presParOf" srcId="{181C322E-D6C7-44B7-9145-2DC6BBBFE14D}" destId="{4626F060-DA0E-4612-95AA-E6869961635D}" srcOrd="4" destOrd="0" presId="urn:microsoft.com/office/officeart/2018/5/layout/CenteredIconLabelDescriptionList"/>
    <dgm:cxn modelId="{9875DFBB-2C27-449F-A1FC-ADA5B3CEB487}" type="presParOf" srcId="{4626F060-DA0E-4612-95AA-E6869961635D}" destId="{B881F613-4C66-4DAF-ABB0-0EDA96FD31EF}" srcOrd="0" destOrd="0" presId="urn:microsoft.com/office/officeart/2018/5/layout/CenteredIconLabelDescriptionList"/>
    <dgm:cxn modelId="{F8115173-3541-4084-8EF8-9DD9DD7E7DAA}" type="presParOf" srcId="{4626F060-DA0E-4612-95AA-E6869961635D}" destId="{A9E6EEE1-A241-4CD2-8E7D-1DE26FAEFB65}" srcOrd="1" destOrd="0" presId="urn:microsoft.com/office/officeart/2018/5/layout/CenteredIconLabelDescriptionList"/>
    <dgm:cxn modelId="{651116C3-16E7-4FAA-B339-FB86CF351A2C}" type="presParOf" srcId="{4626F060-DA0E-4612-95AA-E6869961635D}" destId="{609892FE-0033-4A7B-A1DA-B832C71AA7F0}" srcOrd="2" destOrd="0" presId="urn:microsoft.com/office/officeart/2018/5/layout/CenteredIconLabelDescriptionList"/>
    <dgm:cxn modelId="{BFAD083B-2250-4245-AED7-6B4793E776D6}" type="presParOf" srcId="{4626F060-DA0E-4612-95AA-E6869961635D}" destId="{6368CAEF-CC6C-4241-AE2C-763595134BD3}" srcOrd="3" destOrd="0" presId="urn:microsoft.com/office/officeart/2018/5/layout/CenteredIconLabelDescriptionList"/>
    <dgm:cxn modelId="{E57BB7DE-F03D-4AD1-BFBD-B2C0EA41AE13}" type="presParOf" srcId="{4626F060-DA0E-4612-95AA-E6869961635D}" destId="{75147705-13B9-4E43-BE47-9448A83BF8FB}" srcOrd="4" destOrd="0" presId="urn:microsoft.com/office/officeart/2018/5/layout/CenteredIconLabelDescriptionList"/>
    <dgm:cxn modelId="{E3696B2C-BDE1-4205-9986-30605A0895D8}" type="presParOf" srcId="{181C322E-D6C7-44B7-9145-2DC6BBBFE14D}" destId="{F528CF08-649D-4EEB-A278-2D21EBB9BEDC}" srcOrd="5" destOrd="0" presId="urn:microsoft.com/office/officeart/2018/5/layout/CenteredIconLabelDescriptionList"/>
    <dgm:cxn modelId="{866B61EA-94B2-4134-B258-E89BACA4741E}" type="presParOf" srcId="{181C322E-D6C7-44B7-9145-2DC6BBBFE14D}" destId="{2249AF0A-49B1-4B09-AC2C-AAD96EB8817C}" srcOrd="6" destOrd="0" presId="urn:microsoft.com/office/officeart/2018/5/layout/CenteredIconLabelDescriptionList"/>
    <dgm:cxn modelId="{8D432A19-3ADE-4332-AB34-E7B388972847}" type="presParOf" srcId="{2249AF0A-49B1-4B09-AC2C-AAD96EB8817C}" destId="{C6C88BB7-B7E5-4247-A8FB-C1AF74B88815}" srcOrd="0" destOrd="0" presId="urn:microsoft.com/office/officeart/2018/5/layout/CenteredIconLabelDescriptionList"/>
    <dgm:cxn modelId="{ADA943D9-269B-4949-B439-23B23B8204E7}" type="presParOf" srcId="{2249AF0A-49B1-4B09-AC2C-AAD96EB8817C}" destId="{6DD05CFE-EB1F-4832-A9E9-D6A48C31B62F}" srcOrd="1" destOrd="0" presId="urn:microsoft.com/office/officeart/2018/5/layout/CenteredIconLabelDescriptionList"/>
    <dgm:cxn modelId="{44ECEE15-A4C6-4BD6-8522-4F2C91977E3B}" type="presParOf" srcId="{2249AF0A-49B1-4B09-AC2C-AAD96EB8817C}" destId="{6A57D407-C7A4-498A-87BA-5B6BA552A3AB}" srcOrd="2" destOrd="0" presId="urn:microsoft.com/office/officeart/2018/5/layout/CenteredIconLabelDescriptionList"/>
    <dgm:cxn modelId="{2EFA5B2C-28AB-4902-98FB-745063630604}" type="presParOf" srcId="{2249AF0A-49B1-4B09-AC2C-AAD96EB8817C}" destId="{80BCEACE-3F67-420B-9C75-5D75597C42F5}" srcOrd="3" destOrd="0" presId="urn:microsoft.com/office/officeart/2018/5/layout/CenteredIconLabelDescriptionList"/>
    <dgm:cxn modelId="{5223789F-8970-4503-A5CA-0E47F78F69FD}" type="presParOf" srcId="{2249AF0A-49B1-4B09-AC2C-AAD96EB8817C}" destId="{19857F08-BF88-428E-B2F5-2453045694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2B80E6-59B3-43A9-B0BA-3327269CC85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8C76028-F0C0-472F-BE39-950B8C5C76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Witness</a:t>
          </a:r>
          <a:r>
            <a:rPr lang="tr-TR"/>
            <a:t> </a:t>
          </a:r>
        </a:p>
      </dgm:t>
    </dgm:pt>
    <dgm:pt modelId="{A8D67585-9B17-4D60-9397-511E5587E655}" type="parTrans" cxnId="{E1210FDF-68BB-4309-8244-25CB288D0817}">
      <dgm:prSet/>
      <dgm:spPr/>
      <dgm:t>
        <a:bodyPr/>
        <a:lstStyle/>
        <a:p>
          <a:endParaRPr lang="tr-TR" sz="1600"/>
        </a:p>
      </dgm:t>
    </dgm:pt>
    <dgm:pt modelId="{85951EB8-3D29-4F69-B21B-BD95E1D8C7FE}" type="sibTrans" cxnId="{E1210FDF-68BB-4309-8244-25CB288D0817}">
      <dgm:prSet/>
      <dgm:spPr/>
      <dgm:t>
        <a:bodyPr/>
        <a:lstStyle/>
        <a:p>
          <a:endParaRPr lang="tr-TR"/>
        </a:p>
      </dgm:t>
    </dgm:pt>
    <dgm:pt modelId="{A9510F73-364C-4144-9051-723FB20266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term used in cryptography </a:t>
          </a:r>
          <a:endParaRPr lang="tr-TR" dirty="0"/>
        </a:p>
      </dgm:t>
    </dgm:pt>
    <dgm:pt modelId="{741BADF2-F9AD-4DF9-B248-31A64CB969FC}" type="parTrans" cxnId="{B47E094B-015A-43E3-A85E-7CED18DC9CF6}">
      <dgm:prSet/>
      <dgm:spPr/>
      <dgm:t>
        <a:bodyPr/>
        <a:lstStyle/>
        <a:p>
          <a:endParaRPr lang="tr-TR" sz="1600"/>
        </a:p>
      </dgm:t>
    </dgm:pt>
    <dgm:pt modelId="{0A235BE4-CA0F-4C93-9D21-BD0858591C88}" type="sibTrans" cxnId="{B47E094B-015A-43E3-A85E-7CED18DC9CF6}">
      <dgm:prSet/>
      <dgm:spPr/>
      <dgm:t>
        <a:bodyPr/>
        <a:lstStyle/>
        <a:p>
          <a:endParaRPr lang="tr-TR"/>
        </a:p>
      </dgm:t>
    </dgm:pt>
    <dgm:pt modelId="{75A2CE25-C9DB-408A-A58A-E1642A977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digital signature used to spend funds </a:t>
          </a:r>
          <a:endParaRPr lang="tr-TR"/>
        </a:p>
      </dgm:t>
    </dgm:pt>
    <dgm:pt modelId="{047FBCA0-1CFF-4B43-AB5E-E1685B437CFD}" type="parTrans" cxnId="{09818B56-1ED4-46EE-B04F-C2B3882F23D2}">
      <dgm:prSet/>
      <dgm:spPr/>
      <dgm:t>
        <a:bodyPr/>
        <a:lstStyle/>
        <a:p>
          <a:endParaRPr lang="tr-TR" sz="1600"/>
        </a:p>
      </dgm:t>
    </dgm:pt>
    <dgm:pt modelId="{7B563DD0-EC1C-420E-A535-4314B1B4F836}" type="sibTrans" cxnId="{09818B56-1ED4-46EE-B04F-C2B3882F23D2}">
      <dgm:prSet/>
      <dgm:spPr/>
      <dgm:t>
        <a:bodyPr/>
        <a:lstStyle/>
        <a:p>
          <a:endParaRPr lang="tr-TR"/>
        </a:p>
      </dgm:t>
    </dgm:pt>
    <dgm:pt modelId="{060F8F7C-D757-4EB9-8B66-6BA0FD598E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True</a:t>
          </a:r>
          <a:r>
            <a:rPr lang="tr-TR"/>
            <a:t> </a:t>
          </a:r>
          <a:r>
            <a:rPr lang="en-US"/>
            <a:t>ownership</a:t>
          </a:r>
          <a:endParaRPr lang="tr-TR"/>
        </a:p>
      </dgm:t>
    </dgm:pt>
    <dgm:pt modelId="{3EA9ECC0-BE3D-45D6-9EA6-E3675B552F8E}" type="parTrans" cxnId="{5D48D3D1-3F43-40F8-907A-E8BAFF46A228}">
      <dgm:prSet/>
      <dgm:spPr/>
      <dgm:t>
        <a:bodyPr/>
        <a:lstStyle/>
        <a:p>
          <a:endParaRPr lang="tr-TR" sz="1600"/>
        </a:p>
      </dgm:t>
    </dgm:pt>
    <dgm:pt modelId="{11DDD9B0-C593-411D-BA0F-63BF3B6C7DA4}" type="sibTrans" cxnId="{5D48D3D1-3F43-40F8-907A-E8BAFF46A228}">
      <dgm:prSet/>
      <dgm:spPr/>
      <dgm:t>
        <a:bodyPr/>
        <a:lstStyle/>
        <a:p>
          <a:endParaRPr lang="tr-TR"/>
        </a:p>
      </dgm:t>
    </dgm:pt>
    <dgm:pt modelId="{4C7B4BDA-6F3E-4D86-A106-00A37A9EED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witness data in a bitcoin</a:t>
          </a:r>
          <a:r>
            <a:rPr lang="tr-TR"/>
            <a:t> </a:t>
          </a:r>
          <a:r>
            <a:rPr lang="en-US"/>
            <a:t>transaction testifies</a:t>
          </a:r>
          <a:endParaRPr lang="tr-TR"/>
        </a:p>
      </dgm:t>
    </dgm:pt>
    <dgm:pt modelId="{CFDC104C-5EF2-461B-AD9A-81187CE39779}" type="parTrans" cxnId="{5878A5CA-64C1-47CD-B107-E7649BA51840}">
      <dgm:prSet/>
      <dgm:spPr/>
      <dgm:t>
        <a:bodyPr/>
        <a:lstStyle/>
        <a:p>
          <a:endParaRPr lang="tr-TR" sz="1600"/>
        </a:p>
      </dgm:t>
    </dgm:pt>
    <dgm:pt modelId="{53BC6FC6-BD2D-4855-A915-7034B74F88C8}" type="sibTrans" cxnId="{5878A5CA-64C1-47CD-B107-E7649BA51840}">
      <dgm:prSet/>
      <dgm:spPr/>
      <dgm:t>
        <a:bodyPr/>
        <a:lstStyle/>
        <a:p>
          <a:endParaRPr lang="tr-TR"/>
        </a:p>
      </dgm:t>
    </dgm:pt>
    <dgm:pt modelId="{33317AAB-7011-4609-A426-43FBF6EBC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true ownership of the funds being spent</a:t>
          </a:r>
          <a:endParaRPr lang="tr-TR"/>
        </a:p>
      </dgm:t>
    </dgm:pt>
    <dgm:pt modelId="{76846E52-C2DC-4B53-B851-5984534532FE}" type="parTrans" cxnId="{12F77127-9794-466A-BD59-EA1C52A756BA}">
      <dgm:prSet/>
      <dgm:spPr/>
      <dgm:t>
        <a:bodyPr/>
        <a:lstStyle/>
        <a:p>
          <a:endParaRPr lang="tr-TR" sz="1600"/>
        </a:p>
      </dgm:t>
    </dgm:pt>
    <dgm:pt modelId="{3D065599-FB6F-4D09-993F-C99414B96472}" type="sibTrans" cxnId="{12F77127-9794-466A-BD59-EA1C52A756BA}">
      <dgm:prSet/>
      <dgm:spPr/>
      <dgm:t>
        <a:bodyPr/>
        <a:lstStyle/>
        <a:p>
          <a:endParaRPr lang="tr-TR"/>
        </a:p>
      </dgm:t>
    </dgm:pt>
    <dgm:pt modelId="{181C322E-D6C7-44B7-9145-2DC6BBBFE14D}" type="pres">
      <dgm:prSet presAssocID="{252B80E6-59B3-43A9-B0BA-3327269CC857}" presName="root" presStyleCnt="0">
        <dgm:presLayoutVars>
          <dgm:dir/>
          <dgm:resizeHandles val="exact"/>
        </dgm:presLayoutVars>
      </dgm:prSet>
      <dgm:spPr/>
    </dgm:pt>
    <dgm:pt modelId="{A843B83C-57A8-4938-9B4B-6F5FFE09EC16}" type="pres">
      <dgm:prSet presAssocID="{28C76028-F0C0-472F-BE39-950B8C5C7625}" presName="compNode" presStyleCnt="0"/>
      <dgm:spPr/>
    </dgm:pt>
    <dgm:pt modelId="{F641ADFD-8A83-4001-8014-4C6F38D89F7F}" type="pres">
      <dgm:prSet presAssocID="{28C76028-F0C0-472F-BE39-950B8C5C76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DF63989-C8EA-4885-8F29-D4202010AD11}" type="pres">
      <dgm:prSet presAssocID="{28C76028-F0C0-472F-BE39-950B8C5C7625}" presName="iconSpace" presStyleCnt="0"/>
      <dgm:spPr/>
    </dgm:pt>
    <dgm:pt modelId="{73D63270-395E-4829-B2C2-B508C5349309}" type="pres">
      <dgm:prSet presAssocID="{28C76028-F0C0-472F-BE39-950B8C5C7625}" presName="parTx" presStyleLbl="revTx" presStyleIdx="0" presStyleCnt="4">
        <dgm:presLayoutVars>
          <dgm:chMax val="0"/>
          <dgm:chPref val="0"/>
        </dgm:presLayoutVars>
      </dgm:prSet>
      <dgm:spPr/>
    </dgm:pt>
    <dgm:pt modelId="{52227D9F-E611-486A-BAE6-3BD0F94CDDCC}" type="pres">
      <dgm:prSet presAssocID="{28C76028-F0C0-472F-BE39-950B8C5C7625}" presName="txSpace" presStyleCnt="0"/>
      <dgm:spPr/>
    </dgm:pt>
    <dgm:pt modelId="{6EAA180E-A282-4A54-B808-18DC6395AAC0}" type="pres">
      <dgm:prSet presAssocID="{28C76028-F0C0-472F-BE39-950B8C5C7625}" presName="desTx" presStyleLbl="revTx" presStyleIdx="1" presStyleCnt="4">
        <dgm:presLayoutVars/>
      </dgm:prSet>
      <dgm:spPr/>
    </dgm:pt>
    <dgm:pt modelId="{56FD0464-05E4-4441-A350-40F5525252DF}" type="pres">
      <dgm:prSet presAssocID="{85951EB8-3D29-4F69-B21B-BD95E1D8C7FE}" presName="sibTrans" presStyleCnt="0"/>
      <dgm:spPr/>
    </dgm:pt>
    <dgm:pt modelId="{F6948866-613C-4930-A1B5-B5FC89F1F6A2}" type="pres">
      <dgm:prSet presAssocID="{060F8F7C-D757-4EB9-8B66-6BA0FD598EEA}" presName="compNode" presStyleCnt="0"/>
      <dgm:spPr/>
    </dgm:pt>
    <dgm:pt modelId="{CC8DFF23-25E4-4468-9274-FB7031A36B31}" type="pres">
      <dgm:prSet presAssocID="{060F8F7C-D757-4EB9-8B66-6BA0FD598EE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1AB482C-2B4F-4248-B868-6F48354A3039}" type="pres">
      <dgm:prSet presAssocID="{060F8F7C-D757-4EB9-8B66-6BA0FD598EEA}" presName="iconSpace" presStyleCnt="0"/>
      <dgm:spPr/>
    </dgm:pt>
    <dgm:pt modelId="{A7209A6E-D52E-4294-B138-057BB7842A91}" type="pres">
      <dgm:prSet presAssocID="{060F8F7C-D757-4EB9-8B66-6BA0FD598EEA}" presName="parTx" presStyleLbl="revTx" presStyleIdx="2" presStyleCnt="4">
        <dgm:presLayoutVars>
          <dgm:chMax val="0"/>
          <dgm:chPref val="0"/>
        </dgm:presLayoutVars>
      </dgm:prSet>
      <dgm:spPr/>
    </dgm:pt>
    <dgm:pt modelId="{575D8F87-E7D0-4012-A1F0-415D2914DDFD}" type="pres">
      <dgm:prSet presAssocID="{060F8F7C-D757-4EB9-8B66-6BA0FD598EEA}" presName="txSpace" presStyleCnt="0"/>
      <dgm:spPr/>
    </dgm:pt>
    <dgm:pt modelId="{DE14B2AE-CF47-410A-9F90-E409AF179E61}" type="pres">
      <dgm:prSet presAssocID="{060F8F7C-D757-4EB9-8B66-6BA0FD598EEA}" presName="desTx" presStyleLbl="revTx" presStyleIdx="3" presStyleCnt="4">
        <dgm:presLayoutVars/>
      </dgm:prSet>
      <dgm:spPr/>
    </dgm:pt>
  </dgm:ptLst>
  <dgm:cxnLst>
    <dgm:cxn modelId="{12F77127-9794-466A-BD59-EA1C52A756BA}" srcId="{060F8F7C-D757-4EB9-8B66-6BA0FD598EEA}" destId="{33317AAB-7011-4609-A426-43FBF6EBC76C}" srcOrd="1" destOrd="0" parTransId="{76846E52-C2DC-4B53-B851-5984534532FE}" sibTransId="{3D065599-FB6F-4D09-993F-C99414B96472}"/>
    <dgm:cxn modelId="{72036C3E-EC26-4CB2-B89B-F29240FE0D1C}" type="presOf" srcId="{4C7B4BDA-6F3E-4D86-A106-00A37A9EEDAD}" destId="{DE14B2AE-CF47-410A-9F90-E409AF179E61}" srcOrd="0" destOrd="0" presId="urn:microsoft.com/office/officeart/2018/5/layout/CenteredIconLabelDescriptionList"/>
    <dgm:cxn modelId="{C271B767-2594-4E5B-973D-3CE27BDC1A7C}" type="presOf" srcId="{A9510F73-364C-4144-9051-723FB20266C0}" destId="{6EAA180E-A282-4A54-B808-18DC6395AAC0}" srcOrd="0" destOrd="0" presId="urn:microsoft.com/office/officeart/2018/5/layout/CenteredIconLabelDescriptionList"/>
    <dgm:cxn modelId="{B47E094B-015A-43E3-A85E-7CED18DC9CF6}" srcId="{28C76028-F0C0-472F-BE39-950B8C5C7625}" destId="{A9510F73-364C-4144-9051-723FB20266C0}" srcOrd="0" destOrd="0" parTransId="{741BADF2-F9AD-4DF9-B248-31A64CB969FC}" sibTransId="{0A235BE4-CA0F-4C93-9D21-BD0858591C88}"/>
    <dgm:cxn modelId="{09818B56-1ED4-46EE-B04F-C2B3882F23D2}" srcId="{28C76028-F0C0-472F-BE39-950B8C5C7625}" destId="{75A2CE25-C9DB-408A-A58A-E1642A977992}" srcOrd="1" destOrd="0" parTransId="{047FBCA0-1CFF-4B43-AB5E-E1685B437CFD}" sibTransId="{7B563DD0-EC1C-420E-A535-4314B1B4F836}"/>
    <dgm:cxn modelId="{0AA7F497-2A81-4BD0-877F-3028871EBAA9}" type="presOf" srcId="{33317AAB-7011-4609-A426-43FBF6EBC76C}" destId="{DE14B2AE-CF47-410A-9F90-E409AF179E61}" srcOrd="0" destOrd="1" presId="urn:microsoft.com/office/officeart/2018/5/layout/CenteredIconLabelDescriptionList"/>
    <dgm:cxn modelId="{71A2C6B9-7ECC-4610-9C8F-8833C02D026F}" type="presOf" srcId="{75A2CE25-C9DB-408A-A58A-E1642A977992}" destId="{6EAA180E-A282-4A54-B808-18DC6395AAC0}" srcOrd="0" destOrd="1" presId="urn:microsoft.com/office/officeart/2018/5/layout/CenteredIconLabelDescriptionList"/>
    <dgm:cxn modelId="{698287C5-BCBF-48FB-BF66-A98F9345AA46}" type="presOf" srcId="{060F8F7C-D757-4EB9-8B66-6BA0FD598EEA}" destId="{A7209A6E-D52E-4294-B138-057BB7842A91}" srcOrd="0" destOrd="0" presId="urn:microsoft.com/office/officeart/2018/5/layout/CenteredIconLabelDescriptionList"/>
    <dgm:cxn modelId="{5878A5CA-64C1-47CD-B107-E7649BA51840}" srcId="{060F8F7C-D757-4EB9-8B66-6BA0FD598EEA}" destId="{4C7B4BDA-6F3E-4D86-A106-00A37A9EEDAD}" srcOrd="0" destOrd="0" parTransId="{CFDC104C-5EF2-461B-AD9A-81187CE39779}" sibTransId="{53BC6FC6-BD2D-4855-A915-7034B74F88C8}"/>
    <dgm:cxn modelId="{BB73F8CA-75F6-420C-99DA-3496DCC8CDC4}" type="presOf" srcId="{28C76028-F0C0-472F-BE39-950B8C5C7625}" destId="{73D63270-395E-4829-B2C2-B508C5349309}" srcOrd="0" destOrd="0" presId="urn:microsoft.com/office/officeart/2018/5/layout/CenteredIconLabelDescriptionList"/>
    <dgm:cxn modelId="{5D48D3D1-3F43-40F8-907A-E8BAFF46A228}" srcId="{252B80E6-59B3-43A9-B0BA-3327269CC857}" destId="{060F8F7C-D757-4EB9-8B66-6BA0FD598EEA}" srcOrd="1" destOrd="0" parTransId="{3EA9ECC0-BE3D-45D6-9EA6-E3675B552F8E}" sibTransId="{11DDD9B0-C593-411D-BA0F-63BF3B6C7DA4}"/>
    <dgm:cxn modelId="{E1210FDF-68BB-4309-8244-25CB288D0817}" srcId="{252B80E6-59B3-43A9-B0BA-3327269CC857}" destId="{28C76028-F0C0-472F-BE39-950B8C5C7625}" srcOrd="0" destOrd="0" parTransId="{A8D67585-9B17-4D60-9397-511E5587E655}" sibTransId="{85951EB8-3D29-4F69-B21B-BD95E1D8C7FE}"/>
    <dgm:cxn modelId="{54FD81FD-0126-40BA-9F61-B2305D4BDC4C}" type="presOf" srcId="{252B80E6-59B3-43A9-B0BA-3327269CC857}" destId="{181C322E-D6C7-44B7-9145-2DC6BBBFE14D}" srcOrd="0" destOrd="0" presId="urn:microsoft.com/office/officeart/2018/5/layout/CenteredIconLabelDescriptionList"/>
    <dgm:cxn modelId="{38AF9119-3F0D-433E-A39E-EF97BD7A7B6A}" type="presParOf" srcId="{181C322E-D6C7-44B7-9145-2DC6BBBFE14D}" destId="{A843B83C-57A8-4938-9B4B-6F5FFE09EC16}" srcOrd="0" destOrd="0" presId="urn:microsoft.com/office/officeart/2018/5/layout/CenteredIconLabelDescriptionList"/>
    <dgm:cxn modelId="{A0394DA2-6BC2-437F-8885-15A0CC5AEF33}" type="presParOf" srcId="{A843B83C-57A8-4938-9B4B-6F5FFE09EC16}" destId="{F641ADFD-8A83-4001-8014-4C6F38D89F7F}" srcOrd="0" destOrd="0" presId="urn:microsoft.com/office/officeart/2018/5/layout/CenteredIconLabelDescriptionList"/>
    <dgm:cxn modelId="{6C6CEB15-08CF-4648-9454-E1A499EFDB8E}" type="presParOf" srcId="{A843B83C-57A8-4938-9B4B-6F5FFE09EC16}" destId="{3DF63989-C8EA-4885-8F29-D4202010AD11}" srcOrd="1" destOrd="0" presId="urn:microsoft.com/office/officeart/2018/5/layout/CenteredIconLabelDescriptionList"/>
    <dgm:cxn modelId="{98AC62C0-D212-45C9-90B0-7AC1657509E7}" type="presParOf" srcId="{A843B83C-57A8-4938-9B4B-6F5FFE09EC16}" destId="{73D63270-395E-4829-B2C2-B508C5349309}" srcOrd="2" destOrd="0" presId="urn:microsoft.com/office/officeart/2018/5/layout/CenteredIconLabelDescriptionList"/>
    <dgm:cxn modelId="{A6BD79D7-BEFB-4E09-8AFF-01FEF5198A98}" type="presParOf" srcId="{A843B83C-57A8-4938-9B4B-6F5FFE09EC16}" destId="{52227D9F-E611-486A-BAE6-3BD0F94CDDCC}" srcOrd="3" destOrd="0" presId="urn:microsoft.com/office/officeart/2018/5/layout/CenteredIconLabelDescriptionList"/>
    <dgm:cxn modelId="{58FB0FC6-719A-4DCE-A782-5CEF943D07AB}" type="presParOf" srcId="{A843B83C-57A8-4938-9B4B-6F5FFE09EC16}" destId="{6EAA180E-A282-4A54-B808-18DC6395AAC0}" srcOrd="4" destOrd="0" presId="urn:microsoft.com/office/officeart/2018/5/layout/CenteredIconLabelDescriptionList"/>
    <dgm:cxn modelId="{2E338214-0AAD-4D3C-8848-BBDFB318BDBB}" type="presParOf" srcId="{181C322E-D6C7-44B7-9145-2DC6BBBFE14D}" destId="{56FD0464-05E4-4441-A350-40F5525252DF}" srcOrd="1" destOrd="0" presId="urn:microsoft.com/office/officeart/2018/5/layout/CenteredIconLabelDescriptionList"/>
    <dgm:cxn modelId="{C4993B36-EB51-456F-8972-8333AADC80B2}" type="presParOf" srcId="{181C322E-D6C7-44B7-9145-2DC6BBBFE14D}" destId="{F6948866-613C-4930-A1B5-B5FC89F1F6A2}" srcOrd="2" destOrd="0" presId="urn:microsoft.com/office/officeart/2018/5/layout/CenteredIconLabelDescriptionList"/>
    <dgm:cxn modelId="{983B1039-C969-4091-82CE-E8E30D459F4D}" type="presParOf" srcId="{F6948866-613C-4930-A1B5-B5FC89F1F6A2}" destId="{CC8DFF23-25E4-4468-9274-FB7031A36B31}" srcOrd="0" destOrd="0" presId="urn:microsoft.com/office/officeart/2018/5/layout/CenteredIconLabelDescriptionList"/>
    <dgm:cxn modelId="{B858AD8B-6E6C-4F15-A3E4-E19E0A959CC4}" type="presParOf" srcId="{F6948866-613C-4930-A1B5-B5FC89F1F6A2}" destId="{01AB482C-2B4F-4248-B868-6F48354A3039}" srcOrd="1" destOrd="0" presId="urn:microsoft.com/office/officeart/2018/5/layout/CenteredIconLabelDescriptionList"/>
    <dgm:cxn modelId="{EF731E1A-D74D-4257-AA3B-C7C6FF6CA21E}" type="presParOf" srcId="{F6948866-613C-4930-A1B5-B5FC89F1F6A2}" destId="{A7209A6E-D52E-4294-B138-057BB7842A91}" srcOrd="2" destOrd="0" presId="urn:microsoft.com/office/officeart/2018/5/layout/CenteredIconLabelDescriptionList"/>
    <dgm:cxn modelId="{0EBA94A0-E7F4-40DD-A144-9F9754E04797}" type="presParOf" srcId="{F6948866-613C-4930-A1B5-B5FC89F1F6A2}" destId="{575D8F87-E7D0-4012-A1F0-415D2914DDFD}" srcOrd="3" destOrd="0" presId="urn:microsoft.com/office/officeart/2018/5/layout/CenteredIconLabelDescriptionList"/>
    <dgm:cxn modelId="{78F7CCAA-D540-487E-B233-40A010D62841}" type="presParOf" srcId="{F6948866-613C-4930-A1B5-B5FC89F1F6A2}" destId="{DE14B2AE-CF47-410A-9F90-E409AF179E6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CBC97C-0D9A-4C42-9A63-FE042A0B01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30FCFBF1-D315-4D64-8870-D9D85E1876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pairs</a:t>
          </a:r>
        </a:p>
      </dgm:t>
    </dgm:pt>
    <dgm:pt modelId="{80F24FC8-1895-4C22-B558-7597896E1D5B}" type="parTrans" cxnId="{45FD37FC-4662-4E90-BE01-0F5F1C601DCF}">
      <dgm:prSet/>
      <dgm:spPr/>
      <dgm:t>
        <a:bodyPr/>
        <a:lstStyle/>
        <a:p>
          <a:endParaRPr lang="tr-TR"/>
        </a:p>
      </dgm:t>
    </dgm:pt>
    <dgm:pt modelId="{DFB15B97-F69C-4D50-A55F-82D66C440668}" type="sibTrans" cxnId="{45FD37FC-4662-4E90-BE01-0F5F1C601DCF}">
      <dgm:prSet/>
      <dgm:spPr/>
      <dgm:t>
        <a:bodyPr/>
        <a:lstStyle/>
        <a:p>
          <a:endParaRPr lang="tr-TR"/>
        </a:p>
      </dgm:t>
    </dgm:pt>
    <dgm:pt modelId="{FC2ABBC2-23EE-4AB7-82B3-D7E9283726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Keys come in pairs</a:t>
          </a:r>
          <a:endParaRPr lang="tr-TR" dirty="0"/>
        </a:p>
      </dgm:t>
    </dgm:pt>
    <dgm:pt modelId="{3D461CD2-7FF6-4726-853C-4E58F32D01AB}" type="parTrans" cxnId="{56ABFF8C-CE9E-43B1-B832-B5F99C6A2793}">
      <dgm:prSet/>
      <dgm:spPr/>
      <dgm:t>
        <a:bodyPr/>
        <a:lstStyle/>
        <a:p>
          <a:endParaRPr lang="tr-TR"/>
        </a:p>
      </dgm:t>
    </dgm:pt>
    <dgm:pt modelId="{22AEBEDD-6467-401C-B97E-996258D9150E}" type="sibTrans" cxnId="{56ABFF8C-CE9E-43B1-B832-B5F99C6A2793}">
      <dgm:prSet/>
      <dgm:spPr/>
      <dgm:t>
        <a:bodyPr/>
        <a:lstStyle/>
        <a:p>
          <a:endParaRPr lang="tr-TR"/>
        </a:p>
      </dgm:t>
    </dgm:pt>
    <dgm:pt modelId="{F7436675-32B8-4463-A84E-355C89BDB6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private (secret) key</a:t>
          </a:r>
          <a:endParaRPr lang="tr-TR" dirty="0"/>
        </a:p>
      </dgm:t>
    </dgm:pt>
    <dgm:pt modelId="{63124AD3-E0AF-4FF2-A275-8A9169085E8D}" type="parTrans" cxnId="{59F5D19C-23D9-47F4-B998-18C596AF2105}">
      <dgm:prSet/>
      <dgm:spPr/>
      <dgm:t>
        <a:bodyPr/>
        <a:lstStyle/>
        <a:p>
          <a:endParaRPr lang="tr-TR"/>
        </a:p>
      </dgm:t>
    </dgm:pt>
    <dgm:pt modelId="{FAF759F0-04DC-4284-8A0E-3495E176A8EF}" type="sibTrans" cxnId="{59F5D19C-23D9-47F4-B998-18C596AF2105}">
      <dgm:prSet/>
      <dgm:spPr/>
      <dgm:t>
        <a:bodyPr/>
        <a:lstStyle/>
        <a:p>
          <a:endParaRPr lang="tr-TR"/>
        </a:p>
      </dgm:t>
    </dgm:pt>
    <dgm:pt modelId="{FCE4F6B6-5A6B-47B5-816C-FF430942D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public key</a:t>
          </a:r>
          <a:endParaRPr lang="tr-TR"/>
        </a:p>
      </dgm:t>
    </dgm:pt>
    <dgm:pt modelId="{F68CA751-14CA-4AF9-B576-87CA6B465C9F}" type="parTrans" cxnId="{9702C828-3333-44C8-B1A3-2A532CE26C08}">
      <dgm:prSet/>
      <dgm:spPr/>
      <dgm:t>
        <a:bodyPr/>
        <a:lstStyle/>
        <a:p>
          <a:endParaRPr lang="tr-TR"/>
        </a:p>
      </dgm:t>
    </dgm:pt>
    <dgm:pt modelId="{9A0F2616-6F1D-4543-8DF8-CAF606C71C88}" type="sibTrans" cxnId="{9702C828-3333-44C8-B1A3-2A532CE26C08}">
      <dgm:prSet/>
      <dgm:spPr/>
      <dgm:t>
        <a:bodyPr/>
        <a:lstStyle/>
        <a:p>
          <a:endParaRPr lang="tr-TR"/>
        </a:p>
      </dgm:t>
    </dgm:pt>
    <dgm:pt modelId="{A738EF3E-88F7-4877-9FB6-91AF92254C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</a:t>
          </a:r>
        </a:p>
      </dgm:t>
    </dgm:pt>
    <dgm:pt modelId="{7320EF26-E28B-47E4-B8A8-BF2DDE1A82FD}" type="parTrans" cxnId="{8AA14B3A-7381-45A9-A2AF-172EC311379A}">
      <dgm:prSet/>
      <dgm:spPr/>
      <dgm:t>
        <a:bodyPr/>
        <a:lstStyle/>
        <a:p>
          <a:endParaRPr lang="tr-TR"/>
        </a:p>
      </dgm:t>
    </dgm:pt>
    <dgm:pt modelId="{9500412C-D266-4C84-BE23-E07EA821C409}" type="sibTrans" cxnId="{8AA14B3A-7381-45A9-A2AF-172EC311379A}">
      <dgm:prSet/>
      <dgm:spPr/>
      <dgm:t>
        <a:bodyPr/>
        <a:lstStyle/>
        <a:p>
          <a:endParaRPr lang="tr-TR"/>
        </a:p>
      </dgm:t>
    </dgm:pt>
    <dgm:pt modelId="{2424C426-61DF-464A-89EF-4B0444D74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similar to a bank account number</a:t>
          </a:r>
          <a:endParaRPr lang="tr-TR"/>
        </a:p>
      </dgm:t>
    </dgm:pt>
    <dgm:pt modelId="{C5E92FD3-50AC-4AAA-A95E-378C432E77DC}" type="parTrans" cxnId="{C789E0BA-2EAA-4931-9A73-196E8E9C78FA}">
      <dgm:prSet/>
      <dgm:spPr/>
      <dgm:t>
        <a:bodyPr/>
        <a:lstStyle/>
        <a:p>
          <a:endParaRPr lang="tr-TR"/>
        </a:p>
      </dgm:t>
    </dgm:pt>
    <dgm:pt modelId="{7B8C807C-8454-4E51-B4D5-985EAF02EEEF}" type="sibTrans" cxnId="{C789E0BA-2EAA-4931-9A73-196E8E9C78FA}">
      <dgm:prSet/>
      <dgm:spPr/>
      <dgm:t>
        <a:bodyPr/>
        <a:lstStyle/>
        <a:p>
          <a:endParaRPr lang="tr-TR"/>
        </a:p>
      </dgm:t>
    </dgm:pt>
    <dgm:pt modelId="{8E40DC3B-8FDB-411C-BCCC-5BA5BD407A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</a:t>
          </a:r>
        </a:p>
      </dgm:t>
    </dgm:pt>
    <dgm:pt modelId="{341A8140-07C5-4BD7-99FD-B56E5690EB4D}" type="parTrans" cxnId="{F51DF06D-072B-4379-9AA6-E6D0FBBB5ED5}">
      <dgm:prSet/>
      <dgm:spPr/>
      <dgm:t>
        <a:bodyPr/>
        <a:lstStyle/>
        <a:p>
          <a:endParaRPr lang="tr-TR"/>
        </a:p>
      </dgm:t>
    </dgm:pt>
    <dgm:pt modelId="{FD2CB277-3A3F-4531-8B03-2AAEDA2BB824}" type="sibTrans" cxnId="{F51DF06D-072B-4379-9AA6-E6D0FBBB5ED5}">
      <dgm:prSet/>
      <dgm:spPr/>
      <dgm:t>
        <a:bodyPr/>
        <a:lstStyle/>
        <a:p>
          <a:endParaRPr lang="tr-TR"/>
        </a:p>
      </dgm:t>
    </dgm:pt>
    <dgm:pt modelId="{F5323BEA-4CC2-43AF-80F8-69F603D29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similar to the</a:t>
          </a:r>
          <a:r>
            <a:rPr lang="tr-TR"/>
            <a:t> </a:t>
          </a:r>
          <a:r>
            <a:rPr lang="en-US"/>
            <a:t>secret PIN, or signature on a check </a:t>
          </a:r>
          <a:endParaRPr lang="tr-TR"/>
        </a:p>
      </dgm:t>
    </dgm:pt>
    <dgm:pt modelId="{B50F4708-45D0-4149-AD7D-FA45995622F7}" type="parTrans" cxnId="{4AEF3A00-063A-4033-AA1B-FD3101C4D24D}">
      <dgm:prSet/>
      <dgm:spPr/>
      <dgm:t>
        <a:bodyPr/>
        <a:lstStyle/>
        <a:p>
          <a:endParaRPr lang="tr-TR"/>
        </a:p>
      </dgm:t>
    </dgm:pt>
    <dgm:pt modelId="{3CCA2986-C3E4-4314-B275-D6B413614AF5}" type="sibTrans" cxnId="{4AEF3A00-063A-4033-AA1B-FD3101C4D24D}">
      <dgm:prSet/>
      <dgm:spPr/>
      <dgm:t>
        <a:bodyPr/>
        <a:lstStyle/>
        <a:p>
          <a:endParaRPr lang="tr-TR"/>
        </a:p>
      </dgm:t>
    </dgm:pt>
    <dgm:pt modelId="{E45B8D58-41D9-4921-A54D-1F01DF016C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control over the account. </a:t>
          </a:r>
          <a:endParaRPr lang="tr-TR"/>
        </a:p>
      </dgm:t>
    </dgm:pt>
    <dgm:pt modelId="{928AA5DC-A564-4545-BB90-D2768D2F8D8D}" type="parTrans" cxnId="{B8BA7463-F3AD-4700-9D18-4862D4B833A0}">
      <dgm:prSet/>
      <dgm:spPr/>
      <dgm:t>
        <a:bodyPr/>
        <a:lstStyle/>
        <a:p>
          <a:endParaRPr lang="tr-TR"/>
        </a:p>
      </dgm:t>
    </dgm:pt>
    <dgm:pt modelId="{EC0C70E5-6AE8-479B-A8BD-B1D28AC02531}" type="sibTrans" cxnId="{B8BA7463-F3AD-4700-9D18-4862D4B833A0}">
      <dgm:prSet/>
      <dgm:spPr/>
      <dgm:t>
        <a:bodyPr/>
        <a:lstStyle/>
        <a:p>
          <a:endParaRPr lang="tr-TR"/>
        </a:p>
      </dgm:t>
    </dgm:pt>
    <dgm:pt modelId="{6863E678-7260-4247-8374-862C2ABD2A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</a:t>
          </a:r>
        </a:p>
      </dgm:t>
    </dgm:pt>
    <dgm:pt modelId="{278A1F1D-FFC5-47C2-B487-75A2E2BDEEAA}" type="parTrans" cxnId="{F86A138A-1758-49D4-95FF-8F7EF5C58475}">
      <dgm:prSet/>
      <dgm:spPr/>
      <dgm:t>
        <a:bodyPr/>
        <a:lstStyle/>
        <a:p>
          <a:endParaRPr lang="tr-TR"/>
        </a:p>
      </dgm:t>
    </dgm:pt>
    <dgm:pt modelId="{800F444B-E7A8-41E5-87B3-9A4962BD5586}" type="sibTrans" cxnId="{F86A138A-1758-49D4-95FF-8F7EF5C58475}">
      <dgm:prSet/>
      <dgm:spPr/>
      <dgm:t>
        <a:bodyPr/>
        <a:lstStyle/>
        <a:p>
          <a:endParaRPr lang="tr-TR"/>
        </a:p>
      </dgm:t>
    </dgm:pt>
    <dgm:pt modelId="{070616CF-14B4-4BBB-98B5-753839677551}" type="pres">
      <dgm:prSet presAssocID="{77CBC97C-0D9A-4C42-9A63-FE042A0B01BC}" presName="root" presStyleCnt="0">
        <dgm:presLayoutVars>
          <dgm:dir/>
          <dgm:resizeHandles val="exact"/>
        </dgm:presLayoutVars>
      </dgm:prSet>
      <dgm:spPr/>
    </dgm:pt>
    <dgm:pt modelId="{E83B4ADB-A5AA-4CAF-85FA-A738AC319B34}" type="pres">
      <dgm:prSet presAssocID="{30FCFBF1-D315-4D64-8870-D9D85E1876E4}" presName="compNode" presStyleCnt="0"/>
      <dgm:spPr/>
    </dgm:pt>
    <dgm:pt modelId="{93A87408-60BC-4CD2-948A-74C7A268325C}" type="pres">
      <dgm:prSet presAssocID="{30FCFBF1-D315-4D64-8870-D9D85E1876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CEFC088E-0C20-4E8E-8962-CF4F7BA0F8FD}" type="pres">
      <dgm:prSet presAssocID="{30FCFBF1-D315-4D64-8870-D9D85E1876E4}" presName="iconSpace" presStyleCnt="0"/>
      <dgm:spPr/>
    </dgm:pt>
    <dgm:pt modelId="{92F3297C-AF1C-4A79-B4D0-040EBA778352}" type="pres">
      <dgm:prSet presAssocID="{30FCFBF1-D315-4D64-8870-D9D85E1876E4}" presName="parTx" presStyleLbl="revTx" presStyleIdx="0" presStyleCnt="8">
        <dgm:presLayoutVars>
          <dgm:chMax val="0"/>
          <dgm:chPref val="0"/>
        </dgm:presLayoutVars>
      </dgm:prSet>
      <dgm:spPr/>
    </dgm:pt>
    <dgm:pt modelId="{9FB222BA-394B-40EF-BC84-1F4810C297DF}" type="pres">
      <dgm:prSet presAssocID="{30FCFBF1-D315-4D64-8870-D9D85E1876E4}" presName="txSpace" presStyleCnt="0"/>
      <dgm:spPr/>
    </dgm:pt>
    <dgm:pt modelId="{A009C2FD-AA53-420A-B004-086E195B5F4A}" type="pres">
      <dgm:prSet presAssocID="{30FCFBF1-D315-4D64-8870-D9D85E1876E4}" presName="desTx" presStyleLbl="revTx" presStyleIdx="1" presStyleCnt="8">
        <dgm:presLayoutVars/>
      </dgm:prSet>
      <dgm:spPr/>
    </dgm:pt>
    <dgm:pt modelId="{F9D1BFC8-D998-466E-8566-156ED6DCE64A}" type="pres">
      <dgm:prSet presAssocID="{DFB15B97-F69C-4D50-A55F-82D66C440668}" presName="sibTrans" presStyleCnt="0"/>
      <dgm:spPr/>
    </dgm:pt>
    <dgm:pt modelId="{4BBD0658-90C2-4903-B47D-508B22B0FCCF}" type="pres">
      <dgm:prSet presAssocID="{6863E678-7260-4247-8374-862C2ABD2A3B}" presName="compNode" presStyleCnt="0"/>
      <dgm:spPr/>
    </dgm:pt>
    <dgm:pt modelId="{02D02E84-1195-496B-954C-8F3161FE6CC9}" type="pres">
      <dgm:prSet presAssocID="{6863E678-7260-4247-8374-862C2ABD2A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4BCAEFC-D571-4DB1-939D-EDD9570E6DAA}" type="pres">
      <dgm:prSet presAssocID="{6863E678-7260-4247-8374-862C2ABD2A3B}" presName="iconSpace" presStyleCnt="0"/>
      <dgm:spPr/>
    </dgm:pt>
    <dgm:pt modelId="{071EADC0-6EC3-484E-BC3A-FE2AD8115BB1}" type="pres">
      <dgm:prSet presAssocID="{6863E678-7260-4247-8374-862C2ABD2A3B}" presName="parTx" presStyleLbl="revTx" presStyleIdx="2" presStyleCnt="8">
        <dgm:presLayoutVars>
          <dgm:chMax val="0"/>
          <dgm:chPref val="0"/>
        </dgm:presLayoutVars>
      </dgm:prSet>
      <dgm:spPr/>
    </dgm:pt>
    <dgm:pt modelId="{6B832F61-3A41-419F-8516-E8019FEFAF60}" type="pres">
      <dgm:prSet presAssocID="{6863E678-7260-4247-8374-862C2ABD2A3B}" presName="txSpace" presStyleCnt="0"/>
      <dgm:spPr/>
    </dgm:pt>
    <dgm:pt modelId="{86726360-4518-4224-BD1F-8A0FF7FBFB8C}" type="pres">
      <dgm:prSet presAssocID="{6863E678-7260-4247-8374-862C2ABD2A3B}" presName="desTx" presStyleLbl="revTx" presStyleIdx="3" presStyleCnt="8">
        <dgm:presLayoutVars/>
      </dgm:prSet>
      <dgm:spPr/>
    </dgm:pt>
    <dgm:pt modelId="{18FFED7C-AC0A-41FA-9F64-60FCBE0A1CB7}" type="pres">
      <dgm:prSet presAssocID="{800F444B-E7A8-41E5-87B3-9A4962BD5586}" presName="sibTrans" presStyleCnt="0"/>
      <dgm:spPr/>
    </dgm:pt>
    <dgm:pt modelId="{A57A3645-3D55-4929-AFAA-7A93895B17C1}" type="pres">
      <dgm:prSet presAssocID="{A738EF3E-88F7-4877-9FB6-91AF92254C31}" presName="compNode" presStyleCnt="0"/>
      <dgm:spPr/>
    </dgm:pt>
    <dgm:pt modelId="{F4384BD2-7BE5-48E6-B4E8-4B2C17999E3D}" type="pres">
      <dgm:prSet presAssocID="{A738EF3E-88F7-4877-9FB6-91AF92254C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97F6176-F75F-42BF-9C5F-662D25CE1490}" type="pres">
      <dgm:prSet presAssocID="{A738EF3E-88F7-4877-9FB6-91AF92254C31}" presName="iconSpace" presStyleCnt="0"/>
      <dgm:spPr/>
    </dgm:pt>
    <dgm:pt modelId="{575BC7D0-88D4-41AA-A7C2-627209FD6DEC}" type="pres">
      <dgm:prSet presAssocID="{A738EF3E-88F7-4877-9FB6-91AF92254C31}" presName="parTx" presStyleLbl="revTx" presStyleIdx="4" presStyleCnt="8">
        <dgm:presLayoutVars>
          <dgm:chMax val="0"/>
          <dgm:chPref val="0"/>
        </dgm:presLayoutVars>
      </dgm:prSet>
      <dgm:spPr/>
    </dgm:pt>
    <dgm:pt modelId="{40B7F814-55BF-4354-BD2A-A92E3ACFF105}" type="pres">
      <dgm:prSet presAssocID="{A738EF3E-88F7-4877-9FB6-91AF92254C31}" presName="txSpace" presStyleCnt="0"/>
      <dgm:spPr/>
    </dgm:pt>
    <dgm:pt modelId="{45D62EB0-994B-4EA0-A651-1E1B2D88853C}" type="pres">
      <dgm:prSet presAssocID="{A738EF3E-88F7-4877-9FB6-91AF92254C31}" presName="desTx" presStyleLbl="revTx" presStyleIdx="5" presStyleCnt="8">
        <dgm:presLayoutVars/>
      </dgm:prSet>
      <dgm:spPr/>
    </dgm:pt>
    <dgm:pt modelId="{DE907CCA-CF53-40E5-B5F7-57466AD4A9F2}" type="pres">
      <dgm:prSet presAssocID="{9500412C-D266-4C84-BE23-E07EA821C409}" presName="sibTrans" presStyleCnt="0"/>
      <dgm:spPr/>
    </dgm:pt>
    <dgm:pt modelId="{75CF02C3-950C-49B7-8B8A-DBE1005F401D}" type="pres">
      <dgm:prSet presAssocID="{8E40DC3B-8FDB-411C-BCCC-5BA5BD407A31}" presName="compNode" presStyleCnt="0"/>
      <dgm:spPr/>
    </dgm:pt>
    <dgm:pt modelId="{ABA6C781-B0E7-48FD-84D1-D686AAD560E5}" type="pres">
      <dgm:prSet presAssocID="{8E40DC3B-8FDB-411C-BCCC-5BA5BD407A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Down"/>
        </a:ext>
      </dgm:extLst>
    </dgm:pt>
    <dgm:pt modelId="{6B955534-05E3-4E3B-AF5B-37C662EB6238}" type="pres">
      <dgm:prSet presAssocID="{8E40DC3B-8FDB-411C-BCCC-5BA5BD407A31}" presName="iconSpace" presStyleCnt="0"/>
      <dgm:spPr/>
    </dgm:pt>
    <dgm:pt modelId="{1C95E4AB-8659-4693-A842-534A06E3EDDB}" type="pres">
      <dgm:prSet presAssocID="{8E40DC3B-8FDB-411C-BCCC-5BA5BD407A31}" presName="parTx" presStyleLbl="revTx" presStyleIdx="6" presStyleCnt="8">
        <dgm:presLayoutVars>
          <dgm:chMax val="0"/>
          <dgm:chPref val="0"/>
        </dgm:presLayoutVars>
      </dgm:prSet>
      <dgm:spPr/>
    </dgm:pt>
    <dgm:pt modelId="{F8D06A96-1F6F-471D-995C-AD162E6871E8}" type="pres">
      <dgm:prSet presAssocID="{8E40DC3B-8FDB-411C-BCCC-5BA5BD407A31}" presName="txSpace" presStyleCnt="0"/>
      <dgm:spPr/>
    </dgm:pt>
    <dgm:pt modelId="{B1E6CAC8-D547-4592-8EB0-B47348A594E2}" type="pres">
      <dgm:prSet presAssocID="{8E40DC3B-8FDB-411C-BCCC-5BA5BD407A31}" presName="desTx" presStyleLbl="revTx" presStyleIdx="7" presStyleCnt="8">
        <dgm:presLayoutVars/>
      </dgm:prSet>
      <dgm:spPr/>
    </dgm:pt>
  </dgm:ptLst>
  <dgm:cxnLst>
    <dgm:cxn modelId="{4AEF3A00-063A-4033-AA1B-FD3101C4D24D}" srcId="{8E40DC3B-8FDB-411C-BCCC-5BA5BD407A31}" destId="{F5323BEA-4CC2-43AF-80F8-69F603D2935A}" srcOrd="0" destOrd="0" parTransId="{B50F4708-45D0-4149-AD7D-FA45995622F7}" sibTransId="{3CCA2986-C3E4-4314-B275-D6B413614AF5}"/>
    <dgm:cxn modelId="{3F4B9D20-D3E7-4104-815B-4591D71D0CDC}" type="presOf" srcId="{77CBC97C-0D9A-4C42-9A63-FE042A0B01BC}" destId="{070616CF-14B4-4BBB-98B5-753839677551}" srcOrd="0" destOrd="0" presId="urn:microsoft.com/office/officeart/2018/5/layout/CenteredIconLabelDescriptionList"/>
    <dgm:cxn modelId="{9702C828-3333-44C8-B1A3-2A532CE26C08}" srcId="{6863E678-7260-4247-8374-862C2ABD2A3B}" destId="{FCE4F6B6-5A6B-47B5-816C-FF430942D2FB}" srcOrd="1" destOrd="0" parTransId="{F68CA751-14CA-4AF9-B576-87CA6B465C9F}" sibTransId="{9A0F2616-6F1D-4543-8DF8-CAF606C71C88}"/>
    <dgm:cxn modelId="{8AA14B3A-7381-45A9-A2AF-172EC311379A}" srcId="{77CBC97C-0D9A-4C42-9A63-FE042A0B01BC}" destId="{A738EF3E-88F7-4877-9FB6-91AF92254C31}" srcOrd="2" destOrd="0" parTransId="{7320EF26-E28B-47E4-B8A8-BF2DDE1A82FD}" sibTransId="{9500412C-D266-4C84-BE23-E07EA821C409}"/>
    <dgm:cxn modelId="{94F4193F-7E05-406C-853E-0AE4DBCF08FC}" type="presOf" srcId="{F7436675-32B8-4463-A84E-355C89BDB6E3}" destId="{86726360-4518-4224-BD1F-8A0FF7FBFB8C}" srcOrd="0" destOrd="0" presId="urn:microsoft.com/office/officeart/2018/5/layout/CenteredIconLabelDescriptionList"/>
    <dgm:cxn modelId="{0AB2615C-4EC8-44ED-A53F-5BA203C5EF19}" type="presOf" srcId="{8E40DC3B-8FDB-411C-BCCC-5BA5BD407A31}" destId="{1C95E4AB-8659-4693-A842-534A06E3EDDB}" srcOrd="0" destOrd="0" presId="urn:microsoft.com/office/officeart/2018/5/layout/CenteredIconLabelDescriptionList"/>
    <dgm:cxn modelId="{B8BA7463-F3AD-4700-9D18-4862D4B833A0}" srcId="{8E40DC3B-8FDB-411C-BCCC-5BA5BD407A31}" destId="{E45B8D58-41D9-4921-A54D-1F01DF016C01}" srcOrd="1" destOrd="0" parTransId="{928AA5DC-A564-4545-BB90-D2768D2F8D8D}" sibTransId="{EC0C70E5-6AE8-479B-A8BD-B1D28AC02531}"/>
    <dgm:cxn modelId="{12920F68-23E0-4AA2-AE29-588BABEAB903}" type="presOf" srcId="{30FCFBF1-D315-4D64-8870-D9D85E1876E4}" destId="{92F3297C-AF1C-4A79-B4D0-040EBA778352}" srcOrd="0" destOrd="0" presId="urn:microsoft.com/office/officeart/2018/5/layout/CenteredIconLabelDescriptionList"/>
    <dgm:cxn modelId="{F51DF06D-072B-4379-9AA6-E6D0FBBB5ED5}" srcId="{77CBC97C-0D9A-4C42-9A63-FE042A0B01BC}" destId="{8E40DC3B-8FDB-411C-BCCC-5BA5BD407A31}" srcOrd="3" destOrd="0" parTransId="{341A8140-07C5-4BD7-99FD-B56E5690EB4D}" sibTransId="{FD2CB277-3A3F-4531-8B03-2AAEDA2BB824}"/>
    <dgm:cxn modelId="{34D7D66E-4B35-4E5B-AFE3-6E1665239D67}" type="presOf" srcId="{6863E678-7260-4247-8374-862C2ABD2A3B}" destId="{071EADC0-6EC3-484E-BC3A-FE2AD8115BB1}" srcOrd="0" destOrd="0" presId="urn:microsoft.com/office/officeart/2018/5/layout/CenteredIconLabelDescriptionList"/>
    <dgm:cxn modelId="{D438DE5A-3636-49D3-BD69-A8104F25DDB9}" type="presOf" srcId="{2424C426-61DF-464A-89EF-4B0444D74F16}" destId="{45D62EB0-994B-4EA0-A651-1E1B2D88853C}" srcOrd="0" destOrd="0" presId="urn:microsoft.com/office/officeart/2018/5/layout/CenteredIconLabelDescriptionList"/>
    <dgm:cxn modelId="{F86A138A-1758-49D4-95FF-8F7EF5C58475}" srcId="{77CBC97C-0D9A-4C42-9A63-FE042A0B01BC}" destId="{6863E678-7260-4247-8374-862C2ABD2A3B}" srcOrd="1" destOrd="0" parTransId="{278A1F1D-FFC5-47C2-B487-75A2E2BDEEAA}" sibTransId="{800F444B-E7A8-41E5-87B3-9A4962BD5586}"/>
    <dgm:cxn modelId="{56ABFF8C-CE9E-43B1-B832-B5F99C6A2793}" srcId="{30FCFBF1-D315-4D64-8870-D9D85E1876E4}" destId="{FC2ABBC2-23EE-4AB7-82B3-D7E9283726A3}" srcOrd="0" destOrd="0" parTransId="{3D461CD2-7FF6-4726-853C-4E58F32D01AB}" sibTransId="{22AEBEDD-6467-401C-B97E-996258D9150E}"/>
    <dgm:cxn modelId="{59F5D19C-23D9-47F4-B998-18C596AF2105}" srcId="{6863E678-7260-4247-8374-862C2ABD2A3B}" destId="{F7436675-32B8-4463-A84E-355C89BDB6E3}" srcOrd="0" destOrd="0" parTransId="{63124AD3-E0AF-4FF2-A275-8A9169085E8D}" sibTransId="{FAF759F0-04DC-4284-8A0E-3495E176A8EF}"/>
    <dgm:cxn modelId="{4E5DBAAE-F7B5-419F-AE56-CDC511EE7B9A}" type="presOf" srcId="{E45B8D58-41D9-4921-A54D-1F01DF016C01}" destId="{B1E6CAC8-D547-4592-8EB0-B47348A594E2}" srcOrd="0" destOrd="1" presId="urn:microsoft.com/office/officeart/2018/5/layout/CenteredIconLabelDescriptionList"/>
    <dgm:cxn modelId="{FB9C5AB6-5647-4177-A822-F131BAA2CE34}" type="presOf" srcId="{FCE4F6B6-5A6B-47B5-816C-FF430942D2FB}" destId="{86726360-4518-4224-BD1F-8A0FF7FBFB8C}" srcOrd="0" destOrd="1" presId="urn:microsoft.com/office/officeart/2018/5/layout/CenteredIconLabelDescriptionList"/>
    <dgm:cxn modelId="{C789E0BA-2EAA-4931-9A73-196E8E9C78FA}" srcId="{A738EF3E-88F7-4877-9FB6-91AF92254C31}" destId="{2424C426-61DF-464A-89EF-4B0444D74F16}" srcOrd="0" destOrd="0" parTransId="{C5E92FD3-50AC-4AAA-A95E-378C432E77DC}" sibTransId="{7B8C807C-8454-4E51-B4D5-985EAF02EEEF}"/>
    <dgm:cxn modelId="{6702B8CD-1754-46FE-B074-32BB2088E2B9}" type="presOf" srcId="{F5323BEA-4CC2-43AF-80F8-69F603D2935A}" destId="{B1E6CAC8-D547-4592-8EB0-B47348A594E2}" srcOrd="0" destOrd="0" presId="urn:microsoft.com/office/officeart/2018/5/layout/CenteredIconLabelDescriptionList"/>
    <dgm:cxn modelId="{97DCF1D3-4C87-4521-A3A8-DBCE8D43EFC3}" type="presOf" srcId="{FC2ABBC2-23EE-4AB7-82B3-D7E9283726A3}" destId="{A009C2FD-AA53-420A-B004-086E195B5F4A}" srcOrd="0" destOrd="0" presId="urn:microsoft.com/office/officeart/2018/5/layout/CenteredIconLabelDescriptionList"/>
    <dgm:cxn modelId="{39F612ED-15EE-401B-AA42-2FDF38E88190}" type="presOf" srcId="{A738EF3E-88F7-4877-9FB6-91AF92254C31}" destId="{575BC7D0-88D4-41AA-A7C2-627209FD6DEC}" srcOrd="0" destOrd="0" presId="urn:microsoft.com/office/officeart/2018/5/layout/CenteredIconLabelDescriptionList"/>
    <dgm:cxn modelId="{45FD37FC-4662-4E90-BE01-0F5F1C601DCF}" srcId="{77CBC97C-0D9A-4C42-9A63-FE042A0B01BC}" destId="{30FCFBF1-D315-4D64-8870-D9D85E1876E4}" srcOrd="0" destOrd="0" parTransId="{80F24FC8-1895-4C22-B558-7597896E1D5B}" sibTransId="{DFB15B97-F69C-4D50-A55F-82D66C440668}"/>
    <dgm:cxn modelId="{14A7C086-2086-49F3-80E9-74B768ED3F58}" type="presParOf" srcId="{070616CF-14B4-4BBB-98B5-753839677551}" destId="{E83B4ADB-A5AA-4CAF-85FA-A738AC319B34}" srcOrd="0" destOrd="0" presId="urn:microsoft.com/office/officeart/2018/5/layout/CenteredIconLabelDescriptionList"/>
    <dgm:cxn modelId="{E7A1CA03-ADC8-432A-82B5-1580DBBF7AC1}" type="presParOf" srcId="{E83B4ADB-A5AA-4CAF-85FA-A738AC319B34}" destId="{93A87408-60BC-4CD2-948A-74C7A268325C}" srcOrd="0" destOrd="0" presId="urn:microsoft.com/office/officeart/2018/5/layout/CenteredIconLabelDescriptionList"/>
    <dgm:cxn modelId="{00F074C7-8BC9-4C0D-A2FD-4C460E7F5AC9}" type="presParOf" srcId="{E83B4ADB-A5AA-4CAF-85FA-A738AC319B34}" destId="{CEFC088E-0C20-4E8E-8962-CF4F7BA0F8FD}" srcOrd="1" destOrd="0" presId="urn:microsoft.com/office/officeart/2018/5/layout/CenteredIconLabelDescriptionList"/>
    <dgm:cxn modelId="{9AE1EB69-94E8-4E06-B207-2E8CBE62C711}" type="presParOf" srcId="{E83B4ADB-A5AA-4CAF-85FA-A738AC319B34}" destId="{92F3297C-AF1C-4A79-B4D0-040EBA778352}" srcOrd="2" destOrd="0" presId="urn:microsoft.com/office/officeart/2018/5/layout/CenteredIconLabelDescriptionList"/>
    <dgm:cxn modelId="{D47B0553-479E-4ED3-93A8-B23B8670E09D}" type="presParOf" srcId="{E83B4ADB-A5AA-4CAF-85FA-A738AC319B34}" destId="{9FB222BA-394B-40EF-BC84-1F4810C297DF}" srcOrd="3" destOrd="0" presId="urn:microsoft.com/office/officeart/2018/5/layout/CenteredIconLabelDescriptionList"/>
    <dgm:cxn modelId="{88EFF883-4A71-4737-BFE8-6E7D893D5529}" type="presParOf" srcId="{E83B4ADB-A5AA-4CAF-85FA-A738AC319B34}" destId="{A009C2FD-AA53-420A-B004-086E195B5F4A}" srcOrd="4" destOrd="0" presId="urn:microsoft.com/office/officeart/2018/5/layout/CenteredIconLabelDescriptionList"/>
    <dgm:cxn modelId="{28DECC11-23FB-4EAA-BB33-5DD9E28CC06E}" type="presParOf" srcId="{070616CF-14B4-4BBB-98B5-753839677551}" destId="{F9D1BFC8-D998-466E-8566-156ED6DCE64A}" srcOrd="1" destOrd="0" presId="urn:microsoft.com/office/officeart/2018/5/layout/CenteredIconLabelDescriptionList"/>
    <dgm:cxn modelId="{6ADEF95B-004F-40C3-B965-E46F0804038F}" type="presParOf" srcId="{070616CF-14B4-4BBB-98B5-753839677551}" destId="{4BBD0658-90C2-4903-B47D-508B22B0FCCF}" srcOrd="2" destOrd="0" presId="urn:microsoft.com/office/officeart/2018/5/layout/CenteredIconLabelDescriptionList"/>
    <dgm:cxn modelId="{B26EE24B-4F1B-4F71-BEA0-1AD70C91A82D}" type="presParOf" srcId="{4BBD0658-90C2-4903-B47D-508B22B0FCCF}" destId="{02D02E84-1195-496B-954C-8F3161FE6CC9}" srcOrd="0" destOrd="0" presId="urn:microsoft.com/office/officeart/2018/5/layout/CenteredIconLabelDescriptionList"/>
    <dgm:cxn modelId="{0194D6CD-A8BB-44F5-8AC1-9D6ECFC8FB92}" type="presParOf" srcId="{4BBD0658-90C2-4903-B47D-508B22B0FCCF}" destId="{54BCAEFC-D571-4DB1-939D-EDD9570E6DAA}" srcOrd="1" destOrd="0" presId="urn:microsoft.com/office/officeart/2018/5/layout/CenteredIconLabelDescriptionList"/>
    <dgm:cxn modelId="{AEF41CB7-6EC3-452F-80E7-A3CAB31F83E4}" type="presParOf" srcId="{4BBD0658-90C2-4903-B47D-508B22B0FCCF}" destId="{071EADC0-6EC3-484E-BC3A-FE2AD8115BB1}" srcOrd="2" destOrd="0" presId="urn:microsoft.com/office/officeart/2018/5/layout/CenteredIconLabelDescriptionList"/>
    <dgm:cxn modelId="{2171C390-EDD7-45FE-8181-6C3178AE07CE}" type="presParOf" srcId="{4BBD0658-90C2-4903-B47D-508B22B0FCCF}" destId="{6B832F61-3A41-419F-8516-E8019FEFAF60}" srcOrd="3" destOrd="0" presId="urn:microsoft.com/office/officeart/2018/5/layout/CenteredIconLabelDescriptionList"/>
    <dgm:cxn modelId="{00F93450-CB92-413E-9A21-DFF79843DEA8}" type="presParOf" srcId="{4BBD0658-90C2-4903-B47D-508B22B0FCCF}" destId="{86726360-4518-4224-BD1F-8A0FF7FBFB8C}" srcOrd="4" destOrd="0" presId="urn:microsoft.com/office/officeart/2018/5/layout/CenteredIconLabelDescriptionList"/>
    <dgm:cxn modelId="{BCEC9588-7894-40FA-92BC-57A591F7C8F5}" type="presParOf" srcId="{070616CF-14B4-4BBB-98B5-753839677551}" destId="{18FFED7C-AC0A-41FA-9F64-60FCBE0A1CB7}" srcOrd="3" destOrd="0" presId="urn:microsoft.com/office/officeart/2018/5/layout/CenteredIconLabelDescriptionList"/>
    <dgm:cxn modelId="{CB354F6C-4405-4578-81E6-A6D40DA68EAA}" type="presParOf" srcId="{070616CF-14B4-4BBB-98B5-753839677551}" destId="{A57A3645-3D55-4929-AFAA-7A93895B17C1}" srcOrd="4" destOrd="0" presId="urn:microsoft.com/office/officeart/2018/5/layout/CenteredIconLabelDescriptionList"/>
    <dgm:cxn modelId="{829510D3-0781-4690-BBD1-F3E1B283F006}" type="presParOf" srcId="{A57A3645-3D55-4929-AFAA-7A93895B17C1}" destId="{F4384BD2-7BE5-48E6-B4E8-4B2C17999E3D}" srcOrd="0" destOrd="0" presId="urn:microsoft.com/office/officeart/2018/5/layout/CenteredIconLabelDescriptionList"/>
    <dgm:cxn modelId="{17408317-EC36-40F2-B749-7B268A95324D}" type="presParOf" srcId="{A57A3645-3D55-4929-AFAA-7A93895B17C1}" destId="{C97F6176-F75F-42BF-9C5F-662D25CE1490}" srcOrd="1" destOrd="0" presId="urn:microsoft.com/office/officeart/2018/5/layout/CenteredIconLabelDescriptionList"/>
    <dgm:cxn modelId="{31EB1548-3FA2-4B91-82F4-ECEC0E2B0D30}" type="presParOf" srcId="{A57A3645-3D55-4929-AFAA-7A93895B17C1}" destId="{575BC7D0-88D4-41AA-A7C2-627209FD6DEC}" srcOrd="2" destOrd="0" presId="urn:microsoft.com/office/officeart/2018/5/layout/CenteredIconLabelDescriptionList"/>
    <dgm:cxn modelId="{5A2DE2D8-0946-45D1-821A-CB9E41D7EA6F}" type="presParOf" srcId="{A57A3645-3D55-4929-AFAA-7A93895B17C1}" destId="{40B7F814-55BF-4354-BD2A-A92E3ACFF105}" srcOrd="3" destOrd="0" presId="urn:microsoft.com/office/officeart/2018/5/layout/CenteredIconLabelDescriptionList"/>
    <dgm:cxn modelId="{FAADEDDE-3B5A-4A27-9702-34BA443A89E5}" type="presParOf" srcId="{A57A3645-3D55-4929-AFAA-7A93895B17C1}" destId="{45D62EB0-994B-4EA0-A651-1E1B2D88853C}" srcOrd="4" destOrd="0" presId="urn:microsoft.com/office/officeart/2018/5/layout/CenteredIconLabelDescriptionList"/>
    <dgm:cxn modelId="{D95C8547-4419-4498-8214-F405AEC6487D}" type="presParOf" srcId="{070616CF-14B4-4BBB-98B5-753839677551}" destId="{DE907CCA-CF53-40E5-B5F7-57466AD4A9F2}" srcOrd="5" destOrd="0" presId="urn:microsoft.com/office/officeart/2018/5/layout/CenteredIconLabelDescriptionList"/>
    <dgm:cxn modelId="{BF141EC1-32E7-4AC7-801A-255433C6E583}" type="presParOf" srcId="{070616CF-14B4-4BBB-98B5-753839677551}" destId="{75CF02C3-950C-49B7-8B8A-DBE1005F401D}" srcOrd="6" destOrd="0" presId="urn:microsoft.com/office/officeart/2018/5/layout/CenteredIconLabelDescriptionList"/>
    <dgm:cxn modelId="{2DE9190B-DE93-4565-9AC3-3CBB68030798}" type="presParOf" srcId="{75CF02C3-950C-49B7-8B8A-DBE1005F401D}" destId="{ABA6C781-B0E7-48FD-84D1-D686AAD560E5}" srcOrd="0" destOrd="0" presId="urn:microsoft.com/office/officeart/2018/5/layout/CenteredIconLabelDescriptionList"/>
    <dgm:cxn modelId="{9FAA72E7-0DEB-42C4-B6C3-E921C8D17722}" type="presParOf" srcId="{75CF02C3-950C-49B7-8B8A-DBE1005F401D}" destId="{6B955534-05E3-4E3B-AF5B-37C662EB6238}" srcOrd="1" destOrd="0" presId="urn:microsoft.com/office/officeart/2018/5/layout/CenteredIconLabelDescriptionList"/>
    <dgm:cxn modelId="{70EDC8BB-6D5E-4813-9DE0-E46A47289865}" type="presParOf" srcId="{75CF02C3-950C-49B7-8B8A-DBE1005F401D}" destId="{1C95E4AB-8659-4693-A842-534A06E3EDDB}" srcOrd="2" destOrd="0" presId="urn:microsoft.com/office/officeart/2018/5/layout/CenteredIconLabelDescriptionList"/>
    <dgm:cxn modelId="{74DB9E35-8658-4876-9064-D0A3F7DE8DB2}" type="presParOf" srcId="{75CF02C3-950C-49B7-8B8A-DBE1005F401D}" destId="{F8D06A96-1F6F-471D-995C-AD162E6871E8}" srcOrd="3" destOrd="0" presId="urn:microsoft.com/office/officeart/2018/5/layout/CenteredIconLabelDescriptionList"/>
    <dgm:cxn modelId="{FE7ADBD8-6F20-4144-93AC-7C04F9AAC4EF}" type="presParOf" srcId="{75CF02C3-950C-49B7-8B8A-DBE1005F401D}" destId="{B1E6CAC8-D547-4592-8EB0-B47348A594E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CBC97C-0D9A-4C42-9A63-FE042A0B01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8857270-B1FB-4F99-A08B-A096F29249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Visibility</a:t>
          </a:r>
        </a:p>
      </dgm:t>
    </dgm:pt>
    <dgm:pt modelId="{D982B6A7-9E79-4784-AE8B-3CA569E0CD0B}" type="parTrans" cxnId="{4CB7914C-4420-4203-A6B0-401E42A2AA90}">
      <dgm:prSet/>
      <dgm:spPr/>
      <dgm:t>
        <a:bodyPr/>
        <a:lstStyle/>
        <a:p>
          <a:endParaRPr lang="tr-TR"/>
        </a:p>
      </dgm:t>
    </dgm:pt>
    <dgm:pt modelId="{CCCFD3AC-90DB-452E-9F53-0BE8B0994769}" type="sibTrans" cxnId="{4CB7914C-4420-4203-A6B0-401E42A2AA90}">
      <dgm:prSet/>
      <dgm:spPr/>
      <dgm:t>
        <a:bodyPr/>
        <a:lstStyle/>
        <a:p>
          <a:endParaRPr lang="tr-TR"/>
        </a:p>
      </dgm:t>
    </dgm:pt>
    <dgm:pt modelId="{18543533-7252-4CDC-A3CE-A7211C817E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digital keys are very rarely seen</a:t>
          </a:r>
          <a:endParaRPr lang="tr-TR" dirty="0"/>
        </a:p>
      </dgm:t>
    </dgm:pt>
    <dgm:pt modelId="{E369E1B0-DCBD-4C7C-8846-E00FD06D1128}" type="parTrans" cxnId="{B34DB83D-9A02-442A-BB46-BF9CDF072E70}">
      <dgm:prSet/>
      <dgm:spPr/>
      <dgm:t>
        <a:bodyPr/>
        <a:lstStyle/>
        <a:p>
          <a:endParaRPr lang="tr-TR"/>
        </a:p>
      </dgm:t>
    </dgm:pt>
    <dgm:pt modelId="{5ED98FFE-1DFC-434F-BAFE-68DFF4F18F2A}" type="sibTrans" cxnId="{B34DB83D-9A02-442A-BB46-BF9CDF072E70}">
      <dgm:prSet/>
      <dgm:spPr/>
      <dgm:t>
        <a:bodyPr/>
        <a:lstStyle/>
        <a:p>
          <a:endParaRPr lang="tr-TR"/>
        </a:p>
      </dgm:t>
    </dgm:pt>
    <dgm:pt modelId="{BCCAC3BF-2FFB-4F11-8A77-FED2A821A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 are</a:t>
          </a:r>
          <a:r>
            <a:rPr lang="tr-TR" dirty="0"/>
            <a:t> </a:t>
          </a:r>
          <a:r>
            <a:rPr lang="en-US" dirty="0"/>
            <a:t>stored inside the wallet file </a:t>
          </a:r>
          <a:endParaRPr lang="tr-TR" dirty="0"/>
        </a:p>
      </dgm:t>
    </dgm:pt>
    <dgm:pt modelId="{FD3C613C-65B7-4ADE-BEBB-D36D442D7FE5}" type="parTrans" cxnId="{09461C47-CCE6-4CCC-97F0-C8043EBB12A2}">
      <dgm:prSet/>
      <dgm:spPr/>
      <dgm:t>
        <a:bodyPr/>
        <a:lstStyle/>
        <a:p>
          <a:endParaRPr lang="tr-TR"/>
        </a:p>
      </dgm:t>
    </dgm:pt>
    <dgm:pt modelId="{7552B044-D1AC-4827-9325-D9112B905140}" type="sibTrans" cxnId="{09461C47-CCE6-4CCC-97F0-C8043EBB12A2}">
      <dgm:prSet/>
      <dgm:spPr/>
      <dgm:t>
        <a:bodyPr/>
        <a:lstStyle/>
        <a:p>
          <a:endParaRPr lang="tr-TR"/>
        </a:p>
      </dgm:t>
    </dgm:pt>
    <dgm:pt modelId="{1322C9BD-884C-4EEA-98F3-2B8B76DD82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managed by the bitcoin wallet software.</a:t>
          </a:r>
          <a:endParaRPr lang="tr-TR"/>
        </a:p>
      </dgm:t>
    </dgm:pt>
    <dgm:pt modelId="{F37C6FAC-4E4C-4A2B-932C-5E9FC31ACB91}" type="parTrans" cxnId="{960E54DA-19DF-4402-8596-A5B023281E4D}">
      <dgm:prSet/>
      <dgm:spPr/>
      <dgm:t>
        <a:bodyPr/>
        <a:lstStyle/>
        <a:p>
          <a:endParaRPr lang="tr-TR"/>
        </a:p>
      </dgm:t>
    </dgm:pt>
    <dgm:pt modelId="{F83B5239-07E7-4081-B298-4CF1C6CC03C2}" type="sibTrans" cxnId="{960E54DA-19DF-4402-8596-A5B023281E4D}">
      <dgm:prSet/>
      <dgm:spPr/>
      <dgm:t>
        <a:bodyPr/>
        <a:lstStyle/>
        <a:p>
          <a:endParaRPr lang="tr-TR"/>
        </a:p>
      </dgm:t>
    </dgm:pt>
    <dgm:pt modelId="{5444ADE1-DC1D-446D-8C36-6D225788E4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Storage</a:t>
          </a:r>
        </a:p>
      </dgm:t>
    </dgm:pt>
    <dgm:pt modelId="{DD6C8582-5B21-4C41-B0C5-2FE7C27B3B97}" type="parTrans" cxnId="{87922C5C-874F-4301-A261-7C41D4154CA7}">
      <dgm:prSet/>
      <dgm:spPr/>
      <dgm:t>
        <a:bodyPr/>
        <a:lstStyle/>
        <a:p>
          <a:endParaRPr lang="tr-TR"/>
        </a:p>
      </dgm:t>
    </dgm:pt>
    <dgm:pt modelId="{9BE03DD2-E3BB-44BB-8222-46E5E7D26676}" type="sibTrans" cxnId="{87922C5C-874F-4301-A261-7C41D4154CA7}">
      <dgm:prSet/>
      <dgm:spPr/>
      <dgm:t>
        <a:bodyPr/>
        <a:lstStyle/>
        <a:p>
          <a:endParaRPr lang="tr-TR"/>
        </a:p>
      </dgm:t>
    </dgm:pt>
    <dgm:pt modelId="{3C884470-5A3C-4FCF-B339-311A1F43AC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the users of bitcoin. </a:t>
          </a:r>
          <a:endParaRPr lang="tr-TR" dirty="0"/>
        </a:p>
      </dgm:t>
    </dgm:pt>
    <dgm:pt modelId="{6BA67E33-2CCC-4CFD-9168-04708D56A9F1}" type="parTrans" cxnId="{6DCF8E5F-932B-49AB-8BC9-C9B5472E5C64}">
      <dgm:prSet/>
      <dgm:spPr/>
      <dgm:t>
        <a:bodyPr/>
        <a:lstStyle/>
        <a:p>
          <a:endParaRPr lang="tr-TR"/>
        </a:p>
      </dgm:t>
    </dgm:pt>
    <dgm:pt modelId="{8FF92694-121C-49DF-9477-64A4E88BB769}" type="sibTrans" cxnId="{6DCF8E5F-932B-49AB-8BC9-C9B5472E5C64}">
      <dgm:prSet/>
      <dgm:spPr/>
      <dgm:t>
        <a:bodyPr/>
        <a:lstStyle/>
        <a:p>
          <a:endParaRPr lang="tr-TR"/>
        </a:p>
      </dgm:t>
    </dgm:pt>
    <dgm:pt modelId="{070616CF-14B4-4BBB-98B5-753839677551}" type="pres">
      <dgm:prSet presAssocID="{77CBC97C-0D9A-4C42-9A63-FE042A0B01BC}" presName="root" presStyleCnt="0">
        <dgm:presLayoutVars>
          <dgm:dir/>
          <dgm:resizeHandles val="exact"/>
        </dgm:presLayoutVars>
      </dgm:prSet>
      <dgm:spPr/>
    </dgm:pt>
    <dgm:pt modelId="{8733AD89-755E-4CAA-959B-18337618663D}" type="pres">
      <dgm:prSet presAssocID="{28857270-B1FB-4F99-A08B-A096F29249CE}" presName="compNode" presStyleCnt="0"/>
      <dgm:spPr/>
    </dgm:pt>
    <dgm:pt modelId="{B384445A-7BCC-40FA-9843-E4A6B1C52EEC}" type="pres">
      <dgm:prSet presAssocID="{28857270-B1FB-4F99-A08B-A096F29249C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cryption"/>
        </a:ext>
      </dgm:extLst>
    </dgm:pt>
    <dgm:pt modelId="{A8BAB3CB-09ED-4CE6-8082-92CD0A1DE89B}" type="pres">
      <dgm:prSet presAssocID="{28857270-B1FB-4F99-A08B-A096F29249CE}" presName="iconSpace" presStyleCnt="0"/>
      <dgm:spPr/>
    </dgm:pt>
    <dgm:pt modelId="{25DE5E92-7B58-41CD-A853-65188E57FA15}" type="pres">
      <dgm:prSet presAssocID="{28857270-B1FB-4F99-A08B-A096F29249CE}" presName="parTx" presStyleLbl="revTx" presStyleIdx="0" presStyleCnt="4">
        <dgm:presLayoutVars>
          <dgm:chMax val="0"/>
          <dgm:chPref val="0"/>
        </dgm:presLayoutVars>
      </dgm:prSet>
      <dgm:spPr/>
    </dgm:pt>
    <dgm:pt modelId="{3720BD33-C0D7-4F04-8390-367D3F508007}" type="pres">
      <dgm:prSet presAssocID="{28857270-B1FB-4F99-A08B-A096F29249CE}" presName="txSpace" presStyleCnt="0"/>
      <dgm:spPr/>
    </dgm:pt>
    <dgm:pt modelId="{EC48CE8D-EA3E-48C1-83A3-BDD6C44CD28D}" type="pres">
      <dgm:prSet presAssocID="{28857270-B1FB-4F99-A08B-A096F29249CE}" presName="desTx" presStyleLbl="revTx" presStyleIdx="1" presStyleCnt="4">
        <dgm:presLayoutVars/>
      </dgm:prSet>
      <dgm:spPr/>
    </dgm:pt>
    <dgm:pt modelId="{9D040485-8389-4A66-B129-E3F427C4836E}" type="pres">
      <dgm:prSet presAssocID="{CCCFD3AC-90DB-452E-9F53-0BE8B0994769}" presName="sibTrans" presStyleCnt="0"/>
      <dgm:spPr/>
    </dgm:pt>
    <dgm:pt modelId="{AAC47B58-30D1-482F-BBF4-765125B62A58}" type="pres">
      <dgm:prSet presAssocID="{5444ADE1-DC1D-446D-8C36-6D225788E418}" presName="compNode" presStyleCnt="0"/>
      <dgm:spPr/>
    </dgm:pt>
    <dgm:pt modelId="{05CC4B56-35B3-473E-9F4B-BF61D453E126}" type="pres">
      <dgm:prSet presAssocID="{5444ADE1-DC1D-446D-8C36-6D225788E41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sword Field"/>
        </a:ext>
      </dgm:extLst>
    </dgm:pt>
    <dgm:pt modelId="{A808BDF4-2E89-49CB-B096-954337A07434}" type="pres">
      <dgm:prSet presAssocID="{5444ADE1-DC1D-446D-8C36-6D225788E418}" presName="iconSpace" presStyleCnt="0"/>
      <dgm:spPr/>
    </dgm:pt>
    <dgm:pt modelId="{7A560F03-1C4A-493C-924A-82BA7058595C}" type="pres">
      <dgm:prSet presAssocID="{5444ADE1-DC1D-446D-8C36-6D225788E418}" presName="parTx" presStyleLbl="revTx" presStyleIdx="2" presStyleCnt="4">
        <dgm:presLayoutVars>
          <dgm:chMax val="0"/>
          <dgm:chPref val="0"/>
        </dgm:presLayoutVars>
      </dgm:prSet>
      <dgm:spPr/>
    </dgm:pt>
    <dgm:pt modelId="{B77DDC05-EC13-42C7-9348-E6FBF95F0932}" type="pres">
      <dgm:prSet presAssocID="{5444ADE1-DC1D-446D-8C36-6D225788E418}" presName="txSpace" presStyleCnt="0"/>
      <dgm:spPr/>
    </dgm:pt>
    <dgm:pt modelId="{4B262A45-5E15-4160-AD12-5198E46FDFF9}" type="pres">
      <dgm:prSet presAssocID="{5444ADE1-DC1D-446D-8C36-6D225788E418}" presName="desTx" presStyleLbl="revTx" presStyleIdx="3" presStyleCnt="4">
        <dgm:presLayoutVars/>
      </dgm:prSet>
      <dgm:spPr/>
    </dgm:pt>
  </dgm:ptLst>
  <dgm:cxnLst>
    <dgm:cxn modelId="{3F4B9D20-D3E7-4104-815B-4591D71D0CDC}" type="presOf" srcId="{77CBC97C-0D9A-4C42-9A63-FE042A0B01BC}" destId="{070616CF-14B4-4BBB-98B5-753839677551}" srcOrd="0" destOrd="0" presId="urn:microsoft.com/office/officeart/2018/5/layout/CenteredIconLabelDescriptionList"/>
    <dgm:cxn modelId="{B34DB83D-9A02-442A-BB46-BF9CDF072E70}" srcId="{28857270-B1FB-4F99-A08B-A096F29249CE}" destId="{18543533-7252-4CDC-A3CE-A7211C817E74}" srcOrd="0" destOrd="0" parTransId="{E369E1B0-DCBD-4C7C-8846-E00FD06D1128}" sibTransId="{5ED98FFE-1DFC-434F-BAFE-68DFF4F18F2A}"/>
    <dgm:cxn modelId="{87922C5C-874F-4301-A261-7C41D4154CA7}" srcId="{77CBC97C-0D9A-4C42-9A63-FE042A0B01BC}" destId="{5444ADE1-DC1D-446D-8C36-6D225788E418}" srcOrd="1" destOrd="0" parTransId="{DD6C8582-5B21-4C41-B0C5-2FE7C27B3B97}" sibTransId="{9BE03DD2-E3BB-44BB-8222-46E5E7D26676}"/>
    <dgm:cxn modelId="{6DCF8E5F-932B-49AB-8BC9-C9B5472E5C64}" srcId="{28857270-B1FB-4F99-A08B-A096F29249CE}" destId="{3C884470-5A3C-4FCF-B339-311A1F43AC35}" srcOrd="1" destOrd="0" parTransId="{6BA67E33-2CCC-4CFD-9168-04708D56A9F1}" sibTransId="{8FF92694-121C-49DF-9477-64A4E88BB769}"/>
    <dgm:cxn modelId="{09461C47-CCE6-4CCC-97F0-C8043EBB12A2}" srcId="{5444ADE1-DC1D-446D-8C36-6D225788E418}" destId="{BCCAC3BF-2FFB-4F11-8A77-FED2A821AF29}" srcOrd="0" destOrd="0" parTransId="{FD3C613C-65B7-4ADE-BEBB-D36D442D7FE5}" sibTransId="{7552B044-D1AC-4827-9325-D9112B905140}"/>
    <dgm:cxn modelId="{4CB7914C-4420-4203-A6B0-401E42A2AA90}" srcId="{77CBC97C-0D9A-4C42-9A63-FE042A0B01BC}" destId="{28857270-B1FB-4F99-A08B-A096F29249CE}" srcOrd="0" destOrd="0" parTransId="{D982B6A7-9E79-4784-AE8B-3CA569E0CD0B}" sibTransId="{CCCFD3AC-90DB-452E-9F53-0BE8B0994769}"/>
    <dgm:cxn modelId="{FAF4CC71-0288-4A7D-A0B4-54F26E365322}" type="presOf" srcId="{3C884470-5A3C-4FCF-B339-311A1F43AC35}" destId="{EC48CE8D-EA3E-48C1-83A3-BDD6C44CD28D}" srcOrd="0" destOrd="1" presId="urn:microsoft.com/office/officeart/2018/5/layout/CenteredIconLabelDescriptionList"/>
    <dgm:cxn modelId="{9D722F79-3AC5-46B5-9B3E-EC14A2122854}" type="presOf" srcId="{5444ADE1-DC1D-446D-8C36-6D225788E418}" destId="{7A560F03-1C4A-493C-924A-82BA7058595C}" srcOrd="0" destOrd="0" presId="urn:microsoft.com/office/officeart/2018/5/layout/CenteredIconLabelDescriptionList"/>
    <dgm:cxn modelId="{7F6AA68A-D3AF-41CE-ACFA-D04E4E35A2ED}" type="presOf" srcId="{1322C9BD-884C-4EEA-98F3-2B8B76DD82B1}" destId="{4B262A45-5E15-4160-AD12-5198E46FDFF9}" srcOrd="0" destOrd="1" presId="urn:microsoft.com/office/officeart/2018/5/layout/CenteredIconLabelDescriptionList"/>
    <dgm:cxn modelId="{8E983FA7-9B02-4FB4-BF66-6CA00EFB07D1}" type="presOf" srcId="{18543533-7252-4CDC-A3CE-A7211C817E74}" destId="{EC48CE8D-EA3E-48C1-83A3-BDD6C44CD28D}" srcOrd="0" destOrd="0" presId="urn:microsoft.com/office/officeart/2018/5/layout/CenteredIconLabelDescriptionList"/>
    <dgm:cxn modelId="{D05A9AD1-7DA4-4A8A-9B36-A73D3BBA3A39}" type="presOf" srcId="{28857270-B1FB-4F99-A08B-A096F29249CE}" destId="{25DE5E92-7B58-41CD-A853-65188E57FA15}" srcOrd="0" destOrd="0" presId="urn:microsoft.com/office/officeart/2018/5/layout/CenteredIconLabelDescriptionList"/>
    <dgm:cxn modelId="{20D370D7-02A8-4FFD-8C4F-7344FD071F86}" type="presOf" srcId="{BCCAC3BF-2FFB-4F11-8A77-FED2A821AF29}" destId="{4B262A45-5E15-4160-AD12-5198E46FDFF9}" srcOrd="0" destOrd="0" presId="urn:microsoft.com/office/officeart/2018/5/layout/CenteredIconLabelDescriptionList"/>
    <dgm:cxn modelId="{960E54DA-19DF-4402-8596-A5B023281E4D}" srcId="{5444ADE1-DC1D-446D-8C36-6D225788E418}" destId="{1322C9BD-884C-4EEA-98F3-2B8B76DD82B1}" srcOrd="1" destOrd="0" parTransId="{F37C6FAC-4E4C-4A2B-932C-5E9FC31ACB91}" sibTransId="{F83B5239-07E7-4081-B298-4CF1C6CC03C2}"/>
    <dgm:cxn modelId="{BE8C0348-37D5-4FFE-ACFB-4BA96BD0A0E6}" type="presParOf" srcId="{070616CF-14B4-4BBB-98B5-753839677551}" destId="{8733AD89-755E-4CAA-959B-18337618663D}" srcOrd="0" destOrd="0" presId="urn:microsoft.com/office/officeart/2018/5/layout/CenteredIconLabelDescriptionList"/>
    <dgm:cxn modelId="{5A062F22-FF01-4F2C-8A85-FA8905683041}" type="presParOf" srcId="{8733AD89-755E-4CAA-959B-18337618663D}" destId="{B384445A-7BCC-40FA-9843-E4A6B1C52EEC}" srcOrd="0" destOrd="0" presId="urn:microsoft.com/office/officeart/2018/5/layout/CenteredIconLabelDescriptionList"/>
    <dgm:cxn modelId="{4B9F66F7-F8C4-4350-84D5-CC721B8DB2CE}" type="presParOf" srcId="{8733AD89-755E-4CAA-959B-18337618663D}" destId="{A8BAB3CB-09ED-4CE6-8082-92CD0A1DE89B}" srcOrd="1" destOrd="0" presId="urn:microsoft.com/office/officeart/2018/5/layout/CenteredIconLabelDescriptionList"/>
    <dgm:cxn modelId="{2A50EEDB-16DB-4F2F-8F99-6BA9A217FE7F}" type="presParOf" srcId="{8733AD89-755E-4CAA-959B-18337618663D}" destId="{25DE5E92-7B58-41CD-A853-65188E57FA15}" srcOrd="2" destOrd="0" presId="urn:microsoft.com/office/officeart/2018/5/layout/CenteredIconLabelDescriptionList"/>
    <dgm:cxn modelId="{6FF2626B-07E4-45A3-B8E6-56F9EBA5A866}" type="presParOf" srcId="{8733AD89-755E-4CAA-959B-18337618663D}" destId="{3720BD33-C0D7-4F04-8390-367D3F508007}" srcOrd="3" destOrd="0" presId="urn:microsoft.com/office/officeart/2018/5/layout/CenteredIconLabelDescriptionList"/>
    <dgm:cxn modelId="{79EE7EAA-D156-44A6-A81B-4478D61A79E3}" type="presParOf" srcId="{8733AD89-755E-4CAA-959B-18337618663D}" destId="{EC48CE8D-EA3E-48C1-83A3-BDD6C44CD28D}" srcOrd="4" destOrd="0" presId="urn:microsoft.com/office/officeart/2018/5/layout/CenteredIconLabelDescriptionList"/>
    <dgm:cxn modelId="{47FF6495-F1B4-4AE5-A0CA-7F038F7890CD}" type="presParOf" srcId="{070616CF-14B4-4BBB-98B5-753839677551}" destId="{9D040485-8389-4A66-B129-E3F427C4836E}" srcOrd="1" destOrd="0" presId="urn:microsoft.com/office/officeart/2018/5/layout/CenteredIconLabelDescriptionList"/>
    <dgm:cxn modelId="{13B51BF7-BA1A-4F18-A8B7-39F87A1320B0}" type="presParOf" srcId="{070616CF-14B4-4BBB-98B5-753839677551}" destId="{AAC47B58-30D1-482F-BBF4-765125B62A58}" srcOrd="2" destOrd="0" presId="urn:microsoft.com/office/officeart/2018/5/layout/CenteredIconLabelDescriptionList"/>
    <dgm:cxn modelId="{D96BD9F3-92BA-44DE-86B0-7FB048448C2F}" type="presParOf" srcId="{AAC47B58-30D1-482F-BBF4-765125B62A58}" destId="{05CC4B56-35B3-473E-9F4B-BF61D453E126}" srcOrd="0" destOrd="0" presId="urn:microsoft.com/office/officeart/2018/5/layout/CenteredIconLabelDescriptionList"/>
    <dgm:cxn modelId="{3B91434B-81C0-45BC-A195-41F86523F89B}" type="presParOf" srcId="{AAC47B58-30D1-482F-BBF4-765125B62A58}" destId="{A808BDF4-2E89-49CB-B096-954337A07434}" srcOrd="1" destOrd="0" presId="urn:microsoft.com/office/officeart/2018/5/layout/CenteredIconLabelDescriptionList"/>
    <dgm:cxn modelId="{BA0F9CC5-379D-4364-9E88-F7B1CB5E5778}" type="presParOf" srcId="{AAC47B58-30D1-482F-BBF4-765125B62A58}" destId="{7A560F03-1C4A-493C-924A-82BA7058595C}" srcOrd="2" destOrd="0" presId="urn:microsoft.com/office/officeart/2018/5/layout/CenteredIconLabelDescriptionList"/>
    <dgm:cxn modelId="{252BCFBD-15E5-46A4-9FCE-386A5AE9A56E}" type="presParOf" srcId="{AAC47B58-30D1-482F-BBF4-765125B62A58}" destId="{B77DDC05-EC13-42C7-9348-E6FBF95F0932}" srcOrd="3" destOrd="0" presId="urn:microsoft.com/office/officeart/2018/5/layout/CenteredIconLabelDescriptionList"/>
    <dgm:cxn modelId="{D435FAA6-29A9-4D52-A1D2-2618361AB8D6}" type="presParOf" srcId="{AAC47B58-30D1-482F-BBF4-765125B62A58}" destId="{4B262A45-5E15-4160-AD12-5198E46FDF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921BD5-217E-4C6A-8DFB-E092E875CA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D6200F0-E004-41CB-90E2-D7329C9F0D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 cryptography</a:t>
          </a:r>
          <a:endParaRPr lang="tr-TR"/>
        </a:p>
      </dgm:t>
    </dgm:pt>
    <dgm:pt modelId="{F473B421-2A87-4690-9802-875F30ED5C93}" type="parTrans" cxnId="{0D8A79DC-2E0D-4EEF-A315-C108DF05350E}">
      <dgm:prSet/>
      <dgm:spPr/>
      <dgm:t>
        <a:bodyPr/>
        <a:lstStyle/>
        <a:p>
          <a:endParaRPr lang="tr-TR"/>
        </a:p>
      </dgm:t>
    </dgm:pt>
    <dgm:pt modelId="{7DBEF3F5-2DA1-41C3-8DCB-FA7DFDB8B63E}" type="sibTrans" cxnId="{0D8A79DC-2E0D-4EEF-A315-C108DF05350E}">
      <dgm:prSet/>
      <dgm:spPr/>
      <dgm:t>
        <a:bodyPr/>
        <a:lstStyle/>
        <a:p>
          <a:endParaRPr lang="tr-TR"/>
        </a:p>
      </dgm:t>
    </dgm:pt>
    <dgm:pt modelId="{92610CBC-18F1-4A12-8DA4-E40F586B48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was invented in the 1970s </a:t>
          </a:r>
          <a:endParaRPr lang="tr-TR" dirty="0"/>
        </a:p>
      </dgm:t>
    </dgm:pt>
    <dgm:pt modelId="{55CCF84F-CCBE-4206-8172-6ACE1BA2134B}" type="parTrans" cxnId="{1CC0D375-0598-4A95-A004-D40047494AAE}">
      <dgm:prSet/>
      <dgm:spPr/>
      <dgm:t>
        <a:bodyPr/>
        <a:lstStyle/>
        <a:p>
          <a:endParaRPr lang="tr-TR"/>
        </a:p>
      </dgm:t>
    </dgm:pt>
    <dgm:pt modelId="{88E29DAC-1E86-4B64-87E8-B9F180CB5DFF}" type="sibTrans" cxnId="{1CC0D375-0598-4A95-A004-D40047494AAE}">
      <dgm:prSet/>
      <dgm:spPr/>
      <dgm:t>
        <a:bodyPr/>
        <a:lstStyle/>
        <a:p>
          <a:endParaRPr lang="tr-TR"/>
        </a:p>
      </dgm:t>
    </dgm:pt>
    <dgm:pt modelId="{E8373C50-A746-4CE6-A50C-95C161D5A1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mathematical foundation</a:t>
          </a:r>
          <a:endParaRPr lang="tr-TR" dirty="0"/>
        </a:p>
      </dgm:t>
    </dgm:pt>
    <dgm:pt modelId="{3BE6B0D0-EE19-43FE-8EDE-B3F91851A083}" type="parTrans" cxnId="{B3A03374-5725-423F-B0CA-A4DC6BCD5252}">
      <dgm:prSet/>
      <dgm:spPr/>
      <dgm:t>
        <a:bodyPr/>
        <a:lstStyle/>
        <a:p>
          <a:endParaRPr lang="tr-TR"/>
        </a:p>
      </dgm:t>
    </dgm:pt>
    <dgm:pt modelId="{AA220C30-1A6D-4839-BB50-01D2C83A5394}" type="sibTrans" cxnId="{B3A03374-5725-423F-B0CA-A4DC6BCD5252}">
      <dgm:prSet/>
      <dgm:spPr/>
      <dgm:t>
        <a:bodyPr/>
        <a:lstStyle/>
        <a:p>
          <a:endParaRPr lang="tr-TR"/>
        </a:p>
      </dgm:t>
    </dgm:pt>
    <dgm:pt modelId="{7A4DF46B-9AB5-4D40-9CCF-7CE8147390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Later discoveries</a:t>
          </a:r>
        </a:p>
      </dgm:t>
    </dgm:pt>
    <dgm:pt modelId="{FCA414BD-9061-4B05-AB81-5A973573AEFC}" type="parTrans" cxnId="{039549B7-926C-415E-A856-7501BDE02B58}">
      <dgm:prSet/>
      <dgm:spPr/>
      <dgm:t>
        <a:bodyPr/>
        <a:lstStyle/>
        <a:p>
          <a:endParaRPr lang="tr-TR"/>
        </a:p>
      </dgm:t>
    </dgm:pt>
    <dgm:pt modelId="{E1BD32A7-B78F-4820-B669-D3B17C7BFA6E}" type="sibTrans" cxnId="{039549B7-926C-415E-A856-7501BDE02B58}">
      <dgm:prSet/>
      <dgm:spPr/>
      <dgm:t>
        <a:bodyPr/>
        <a:lstStyle/>
        <a:p>
          <a:endParaRPr lang="tr-TR"/>
        </a:p>
      </dgm:t>
    </dgm:pt>
    <dgm:pt modelId="{3EF57CBB-15D5-4360-9665-5DF1C7C00F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prime number exponentiation </a:t>
          </a:r>
          <a:endParaRPr lang="tr-TR"/>
        </a:p>
      </dgm:t>
    </dgm:pt>
    <dgm:pt modelId="{B82C7ACF-01DE-462E-8F88-1DFAFD59159C}" type="parTrans" cxnId="{AE24736F-AB8F-40E5-9372-326F0E0FBCD2}">
      <dgm:prSet/>
      <dgm:spPr/>
      <dgm:t>
        <a:bodyPr/>
        <a:lstStyle/>
        <a:p>
          <a:endParaRPr lang="tr-TR"/>
        </a:p>
      </dgm:t>
    </dgm:pt>
    <dgm:pt modelId="{01AC7907-577C-4839-9873-C61D308F2E37}" type="sibTrans" cxnId="{AE24736F-AB8F-40E5-9372-326F0E0FBCD2}">
      <dgm:prSet/>
      <dgm:spPr/>
      <dgm:t>
        <a:bodyPr/>
        <a:lstStyle/>
        <a:p>
          <a:endParaRPr lang="tr-TR"/>
        </a:p>
      </dgm:t>
    </dgm:pt>
    <dgm:pt modelId="{D6103221-007A-421B-A811-64ABC722C0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elliptic curve multiplication</a:t>
          </a:r>
          <a:endParaRPr lang="tr-TR"/>
        </a:p>
      </dgm:t>
    </dgm:pt>
    <dgm:pt modelId="{E488DB91-9DAF-496C-82B3-4693BE301590}" type="parTrans" cxnId="{8843B718-B560-4A4B-8062-946B82B7989B}">
      <dgm:prSet/>
      <dgm:spPr/>
      <dgm:t>
        <a:bodyPr/>
        <a:lstStyle/>
        <a:p>
          <a:endParaRPr lang="tr-TR"/>
        </a:p>
      </dgm:t>
    </dgm:pt>
    <dgm:pt modelId="{A7883FEB-731D-4AD4-9BBB-9199DEC14C18}" type="sibTrans" cxnId="{8843B718-B560-4A4B-8062-946B82B7989B}">
      <dgm:prSet/>
      <dgm:spPr/>
      <dgm:t>
        <a:bodyPr/>
        <a:lstStyle/>
        <a:p>
          <a:endParaRPr lang="tr-TR"/>
        </a:p>
      </dgm:t>
    </dgm:pt>
    <dgm:pt modelId="{F256D123-BDB0-4EBC-A45D-B6CD1E43C2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computer and information security</a:t>
          </a:r>
          <a:endParaRPr lang="tr-TR" dirty="0"/>
        </a:p>
      </dgm:t>
    </dgm:pt>
    <dgm:pt modelId="{EAFE3EA4-53D7-4CD4-86A5-7D6CC0DF3C5B}" type="parTrans" cxnId="{009F9C73-263D-443A-A787-B4ECB020A05F}">
      <dgm:prSet/>
      <dgm:spPr/>
      <dgm:t>
        <a:bodyPr/>
        <a:lstStyle/>
        <a:p>
          <a:endParaRPr lang="tr-TR"/>
        </a:p>
      </dgm:t>
    </dgm:pt>
    <dgm:pt modelId="{2916E0ED-78A7-414E-8BF7-882A2F9DD413}" type="sibTrans" cxnId="{009F9C73-263D-443A-A787-B4ECB020A05F}">
      <dgm:prSet/>
      <dgm:spPr/>
      <dgm:t>
        <a:bodyPr/>
        <a:lstStyle/>
        <a:p>
          <a:endParaRPr lang="tr-TR"/>
        </a:p>
      </dgm:t>
    </dgm:pt>
    <dgm:pt modelId="{BF595F12-5F2F-4B8B-BC34-390EBE9BA9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Mathematics</a:t>
          </a:r>
        </a:p>
      </dgm:t>
    </dgm:pt>
    <dgm:pt modelId="{7DA378ED-507F-4A90-B6C8-97068D0EA397}" type="sibTrans" cxnId="{CE14C774-E7F4-4C7D-A2DA-CA07BEF777F0}">
      <dgm:prSet/>
      <dgm:spPr/>
      <dgm:t>
        <a:bodyPr/>
        <a:lstStyle/>
        <a:p>
          <a:endParaRPr lang="tr-TR"/>
        </a:p>
      </dgm:t>
    </dgm:pt>
    <dgm:pt modelId="{15EF948E-11E8-4AB3-9759-D260716F0C73}" type="parTrans" cxnId="{CE14C774-E7F4-4C7D-A2DA-CA07BEF777F0}">
      <dgm:prSet/>
      <dgm:spPr/>
      <dgm:t>
        <a:bodyPr/>
        <a:lstStyle/>
        <a:p>
          <a:endParaRPr lang="tr-TR"/>
        </a:p>
      </dgm:t>
    </dgm:pt>
    <dgm:pt modelId="{E76EAEB2-623C-4A01-A030-0B1DAACAED68}" type="pres">
      <dgm:prSet presAssocID="{8F921BD5-217E-4C6A-8DFB-E092E875CAD9}" presName="root" presStyleCnt="0">
        <dgm:presLayoutVars>
          <dgm:dir/>
          <dgm:resizeHandles val="exact"/>
        </dgm:presLayoutVars>
      </dgm:prSet>
      <dgm:spPr/>
    </dgm:pt>
    <dgm:pt modelId="{2AD7DDDD-A3AF-4348-92BA-1029B3A4F743}" type="pres">
      <dgm:prSet presAssocID="{AD6200F0-E004-41CB-90E2-D7329C9F0D2E}" presName="compNode" presStyleCnt="0"/>
      <dgm:spPr/>
    </dgm:pt>
    <dgm:pt modelId="{FD143E04-F456-4254-80F7-67132F9345E3}" type="pres">
      <dgm:prSet presAssocID="{AD6200F0-E004-41CB-90E2-D7329C9F0D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4700C6E-CE58-4531-AE53-2BC73A179C87}" type="pres">
      <dgm:prSet presAssocID="{AD6200F0-E004-41CB-90E2-D7329C9F0D2E}" presName="iconSpace" presStyleCnt="0"/>
      <dgm:spPr/>
    </dgm:pt>
    <dgm:pt modelId="{DE71490A-D0F1-43A0-B595-4EEA37F45FB5}" type="pres">
      <dgm:prSet presAssocID="{AD6200F0-E004-41CB-90E2-D7329C9F0D2E}" presName="parTx" presStyleLbl="revTx" presStyleIdx="0" presStyleCnt="6">
        <dgm:presLayoutVars>
          <dgm:chMax val="0"/>
          <dgm:chPref val="0"/>
        </dgm:presLayoutVars>
      </dgm:prSet>
      <dgm:spPr/>
    </dgm:pt>
    <dgm:pt modelId="{778CBDAF-A17E-459F-A3F2-6A20279DDD0E}" type="pres">
      <dgm:prSet presAssocID="{AD6200F0-E004-41CB-90E2-D7329C9F0D2E}" presName="txSpace" presStyleCnt="0"/>
      <dgm:spPr/>
    </dgm:pt>
    <dgm:pt modelId="{C9245252-EC03-4384-8C11-7AA0E01F5AF3}" type="pres">
      <dgm:prSet presAssocID="{AD6200F0-E004-41CB-90E2-D7329C9F0D2E}" presName="desTx" presStyleLbl="revTx" presStyleIdx="1" presStyleCnt="6">
        <dgm:presLayoutVars/>
      </dgm:prSet>
      <dgm:spPr/>
    </dgm:pt>
    <dgm:pt modelId="{2B507EDB-1048-46C7-979A-9650B8499A37}" type="pres">
      <dgm:prSet presAssocID="{7DBEF3F5-2DA1-41C3-8DCB-FA7DFDB8B63E}" presName="sibTrans" presStyleCnt="0"/>
      <dgm:spPr/>
    </dgm:pt>
    <dgm:pt modelId="{BED217AE-30FC-4C78-87F8-744D47757815}" type="pres">
      <dgm:prSet presAssocID="{BF595F12-5F2F-4B8B-BC34-390EBE9BA97E}" presName="compNode" presStyleCnt="0"/>
      <dgm:spPr/>
    </dgm:pt>
    <dgm:pt modelId="{A1D351EE-C6AC-4570-86DE-ED85BCD4B0A8}" type="pres">
      <dgm:prSet presAssocID="{BF595F12-5F2F-4B8B-BC34-390EBE9BA9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F499E4C-9C7D-4860-847D-9372E5501450}" type="pres">
      <dgm:prSet presAssocID="{BF595F12-5F2F-4B8B-BC34-390EBE9BA97E}" presName="iconSpace" presStyleCnt="0"/>
      <dgm:spPr/>
    </dgm:pt>
    <dgm:pt modelId="{1E47206A-0E9C-4D30-A2EA-50E8B5ADAC47}" type="pres">
      <dgm:prSet presAssocID="{BF595F12-5F2F-4B8B-BC34-390EBE9BA97E}" presName="parTx" presStyleLbl="revTx" presStyleIdx="2" presStyleCnt="6">
        <dgm:presLayoutVars>
          <dgm:chMax val="0"/>
          <dgm:chPref val="0"/>
        </dgm:presLayoutVars>
      </dgm:prSet>
      <dgm:spPr/>
    </dgm:pt>
    <dgm:pt modelId="{08B69D2D-6CD3-40A8-86A1-5C8F44E51C19}" type="pres">
      <dgm:prSet presAssocID="{BF595F12-5F2F-4B8B-BC34-390EBE9BA97E}" presName="txSpace" presStyleCnt="0"/>
      <dgm:spPr/>
    </dgm:pt>
    <dgm:pt modelId="{CA250D0B-F8A3-4866-A0B0-9209F8DAFCFC}" type="pres">
      <dgm:prSet presAssocID="{BF595F12-5F2F-4B8B-BC34-390EBE9BA97E}" presName="desTx" presStyleLbl="revTx" presStyleIdx="3" presStyleCnt="6">
        <dgm:presLayoutVars/>
      </dgm:prSet>
      <dgm:spPr/>
    </dgm:pt>
    <dgm:pt modelId="{B6888BFC-9512-4030-9F82-4E817CCC5E1A}" type="pres">
      <dgm:prSet presAssocID="{7DA378ED-507F-4A90-B6C8-97068D0EA397}" presName="sibTrans" presStyleCnt="0"/>
      <dgm:spPr/>
    </dgm:pt>
    <dgm:pt modelId="{111664B7-7909-49B5-9F85-CA18DA232D34}" type="pres">
      <dgm:prSet presAssocID="{7A4DF46B-9AB5-4D40-9CCF-7CE814739085}" presName="compNode" presStyleCnt="0"/>
      <dgm:spPr/>
    </dgm:pt>
    <dgm:pt modelId="{CC9D02E9-A0D3-40B6-8940-66AE8254FB88}" type="pres">
      <dgm:prSet presAssocID="{7A4DF46B-9AB5-4D40-9CCF-7CE8147390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9259089-4B0E-496D-AD9F-2CF099036628}" type="pres">
      <dgm:prSet presAssocID="{7A4DF46B-9AB5-4D40-9CCF-7CE814739085}" presName="iconSpace" presStyleCnt="0"/>
      <dgm:spPr/>
    </dgm:pt>
    <dgm:pt modelId="{FE88901F-431B-4DE1-B7D1-7701DF17C020}" type="pres">
      <dgm:prSet presAssocID="{7A4DF46B-9AB5-4D40-9CCF-7CE814739085}" presName="parTx" presStyleLbl="revTx" presStyleIdx="4" presStyleCnt="6">
        <dgm:presLayoutVars>
          <dgm:chMax val="0"/>
          <dgm:chPref val="0"/>
        </dgm:presLayoutVars>
      </dgm:prSet>
      <dgm:spPr/>
    </dgm:pt>
    <dgm:pt modelId="{40DB2A78-73F9-4B1E-81E2-48322165034A}" type="pres">
      <dgm:prSet presAssocID="{7A4DF46B-9AB5-4D40-9CCF-7CE814739085}" presName="txSpace" presStyleCnt="0"/>
      <dgm:spPr/>
    </dgm:pt>
    <dgm:pt modelId="{0EBF130F-2697-484B-99C7-3EBAEFAE1035}" type="pres">
      <dgm:prSet presAssocID="{7A4DF46B-9AB5-4D40-9CCF-7CE814739085}" presName="desTx" presStyleLbl="revTx" presStyleIdx="5" presStyleCnt="6">
        <dgm:presLayoutVars/>
      </dgm:prSet>
      <dgm:spPr/>
    </dgm:pt>
  </dgm:ptLst>
  <dgm:cxnLst>
    <dgm:cxn modelId="{FADA6903-995A-43AC-957A-9702FF697BC8}" type="presOf" srcId="{7A4DF46B-9AB5-4D40-9CCF-7CE814739085}" destId="{FE88901F-431B-4DE1-B7D1-7701DF17C020}" srcOrd="0" destOrd="0" presId="urn:microsoft.com/office/officeart/2018/5/layout/CenteredIconLabelDescriptionList"/>
    <dgm:cxn modelId="{8843B718-B560-4A4B-8062-946B82B7989B}" srcId="{7A4DF46B-9AB5-4D40-9CCF-7CE814739085}" destId="{D6103221-007A-421B-A811-64ABC722C07D}" srcOrd="1" destOrd="0" parTransId="{E488DB91-9DAF-496C-82B3-4693BE301590}" sibTransId="{A7883FEB-731D-4AD4-9BBB-9199DEC14C18}"/>
    <dgm:cxn modelId="{D14A0A31-63B6-4749-A142-5B9C2804CE21}" type="presOf" srcId="{F256D123-BDB0-4EBC-A45D-B6CD1E43C2FC}" destId="{CA250D0B-F8A3-4866-A0B0-9209F8DAFCFC}" srcOrd="0" destOrd="1" presId="urn:microsoft.com/office/officeart/2018/5/layout/CenteredIconLabelDescriptionList"/>
    <dgm:cxn modelId="{AE24736F-AB8F-40E5-9372-326F0E0FBCD2}" srcId="{7A4DF46B-9AB5-4D40-9CCF-7CE814739085}" destId="{3EF57CBB-15D5-4360-9665-5DF1C7C00FCF}" srcOrd="0" destOrd="0" parTransId="{B82C7ACF-01DE-462E-8F88-1DFAFD59159C}" sibTransId="{01AC7907-577C-4839-9873-C61D308F2E37}"/>
    <dgm:cxn modelId="{009F9C73-263D-443A-A787-B4ECB020A05F}" srcId="{BF595F12-5F2F-4B8B-BC34-390EBE9BA97E}" destId="{F256D123-BDB0-4EBC-A45D-B6CD1E43C2FC}" srcOrd="1" destOrd="0" parTransId="{EAFE3EA4-53D7-4CD4-86A5-7D6CC0DF3C5B}" sibTransId="{2916E0ED-78A7-414E-8BF7-882A2F9DD413}"/>
    <dgm:cxn modelId="{B3A03374-5725-423F-B0CA-A4DC6BCD5252}" srcId="{BF595F12-5F2F-4B8B-BC34-390EBE9BA97E}" destId="{E8373C50-A746-4CE6-A50C-95C161D5A149}" srcOrd="0" destOrd="0" parTransId="{3BE6B0D0-EE19-43FE-8EDE-B3F91851A083}" sibTransId="{AA220C30-1A6D-4839-BB50-01D2C83A5394}"/>
    <dgm:cxn modelId="{CE14C774-E7F4-4C7D-A2DA-CA07BEF777F0}" srcId="{8F921BD5-217E-4C6A-8DFB-E092E875CAD9}" destId="{BF595F12-5F2F-4B8B-BC34-390EBE9BA97E}" srcOrd="1" destOrd="0" parTransId="{15EF948E-11E8-4AB3-9759-D260716F0C73}" sibTransId="{7DA378ED-507F-4A90-B6C8-97068D0EA397}"/>
    <dgm:cxn modelId="{1CC0D375-0598-4A95-A004-D40047494AAE}" srcId="{AD6200F0-E004-41CB-90E2-D7329C9F0D2E}" destId="{92610CBC-18F1-4A12-8DA4-E40F586B4873}" srcOrd="0" destOrd="0" parTransId="{55CCF84F-CCBE-4206-8172-6ACE1BA2134B}" sibTransId="{88E29DAC-1E86-4B64-87E8-B9F180CB5DFF}"/>
    <dgm:cxn modelId="{AEADF09B-7BF3-4900-B48B-832A04F36BFF}" type="presOf" srcId="{D6103221-007A-421B-A811-64ABC722C07D}" destId="{0EBF130F-2697-484B-99C7-3EBAEFAE1035}" srcOrd="0" destOrd="1" presId="urn:microsoft.com/office/officeart/2018/5/layout/CenteredIconLabelDescriptionList"/>
    <dgm:cxn modelId="{D13561AC-C5E8-4502-8A2C-3EB4E012FAF9}" type="presOf" srcId="{BF595F12-5F2F-4B8B-BC34-390EBE9BA97E}" destId="{1E47206A-0E9C-4D30-A2EA-50E8B5ADAC47}" srcOrd="0" destOrd="0" presId="urn:microsoft.com/office/officeart/2018/5/layout/CenteredIconLabelDescriptionList"/>
    <dgm:cxn modelId="{039549B7-926C-415E-A856-7501BDE02B58}" srcId="{8F921BD5-217E-4C6A-8DFB-E092E875CAD9}" destId="{7A4DF46B-9AB5-4D40-9CCF-7CE814739085}" srcOrd="2" destOrd="0" parTransId="{FCA414BD-9061-4B05-AB81-5A973573AEFC}" sibTransId="{E1BD32A7-B78F-4820-B669-D3B17C7BFA6E}"/>
    <dgm:cxn modelId="{9962DDDA-BAB6-4B7F-AD18-AC0FE4672654}" type="presOf" srcId="{E8373C50-A746-4CE6-A50C-95C161D5A149}" destId="{CA250D0B-F8A3-4866-A0B0-9209F8DAFCFC}" srcOrd="0" destOrd="0" presId="urn:microsoft.com/office/officeart/2018/5/layout/CenteredIconLabelDescriptionList"/>
    <dgm:cxn modelId="{0D8A79DC-2E0D-4EEF-A315-C108DF05350E}" srcId="{8F921BD5-217E-4C6A-8DFB-E092E875CAD9}" destId="{AD6200F0-E004-41CB-90E2-D7329C9F0D2E}" srcOrd="0" destOrd="0" parTransId="{F473B421-2A87-4690-9802-875F30ED5C93}" sibTransId="{7DBEF3F5-2DA1-41C3-8DCB-FA7DFDB8B63E}"/>
    <dgm:cxn modelId="{04FA55ED-5EB7-476F-ACC0-E0CDF5D42AB6}" type="presOf" srcId="{92610CBC-18F1-4A12-8DA4-E40F586B4873}" destId="{C9245252-EC03-4384-8C11-7AA0E01F5AF3}" srcOrd="0" destOrd="0" presId="urn:microsoft.com/office/officeart/2018/5/layout/CenteredIconLabelDescriptionList"/>
    <dgm:cxn modelId="{55E8B7F2-2D1D-4FB4-A811-44A4C0AD745E}" type="presOf" srcId="{AD6200F0-E004-41CB-90E2-D7329C9F0D2E}" destId="{DE71490A-D0F1-43A0-B595-4EEA37F45FB5}" srcOrd="0" destOrd="0" presId="urn:microsoft.com/office/officeart/2018/5/layout/CenteredIconLabelDescriptionList"/>
    <dgm:cxn modelId="{1C4681F5-7BAF-455C-843A-5FA3047848B9}" type="presOf" srcId="{3EF57CBB-15D5-4360-9665-5DF1C7C00FCF}" destId="{0EBF130F-2697-484B-99C7-3EBAEFAE1035}" srcOrd="0" destOrd="0" presId="urn:microsoft.com/office/officeart/2018/5/layout/CenteredIconLabelDescriptionList"/>
    <dgm:cxn modelId="{FDD5E7FF-D227-4C67-8022-7E30195C7CE9}" type="presOf" srcId="{8F921BD5-217E-4C6A-8DFB-E092E875CAD9}" destId="{E76EAEB2-623C-4A01-A030-0B1DAACAED68}" srcOrd="0" destOrd="0" presId="urn:microsoft.com/office/officeart/2018/5/layout/CenteredIconLabelDescriptionList"/>
    <dgm:cxn modelId="{27725BE0-4793-4D77-97FB-1231A68E6AE4}" type="presParOf" srcId="{E76EAEB2-623C-4A01-A030-0B1DAACAED68}" destId="{2AD7DDDD-A3AF-4348-92BA-1029B3A4F743}" srcOrd="0" destOrd="0" presId="urn:microsoft.com/office/officeart/2018/5/layout/CenteredIconLabelDescriptionList"/>
    <dgm:cxn modelId="{94C5E8DC-6D67-46DC-BE58-FA8D32D89ADD}" type="presParOf" srcId="{2AD7DDDD-A3AF-4348-92BA-1029B3A4F743}" destId="{FD143E04-F456-4254-80F7-67132F9345E3}" srcOrd="0" destOrd="0" presId="urn:microsoft.com/office/officeart/2018/5/layout/CenteredIconLabelDescriptionList"/>
    <dgm:cxn modelId="{1A1E373C-3B05-4700-AC92-42E38D6A320D}" type="presParOf" srcId="{2AD7DDDD-A3AF-4348-92BA-1029B3A4F743}" destId="{E4700C6E-CE58-4531-AE53-2BC73A179C87}" srcOrd="1" destOrd="0" presId="urn:microsoft.com/office/officeart/2018/5/layout/CenteredIconLabelDescriptionList"/>
    <dgm:cxn modelId="{33B86F23-5372-4049-A7BA-24BE1A6F6733}" type="presParOf" srcId="{2AD7DDDD-A3AF-4348-92BA-1029B3A4F743}" destId="{DE71490A-D0F1-43A0-B595-4EEA37F45FB5}" srcOrd="2" destOrd="0" presId="urn:microsoft.com/office/officeart/2018/5/layout/CenteredIconLabelDescriptionList"/>
    <dgm:cxn modelId="{6406C715-A12E-4EF3-A622-E85F513524F7}" type="presParOf" srcId="{2AD7DDDD-A3AF-4348-92BA-1029B3A4F743}" destId="{778CBDAF-A17E-459F-A3F2-6A20279DDD0E}" srcOrd="3" destOrd="0" presId="urn:microsoft.com/office/officeart/2018/5/layout/CenteredIconLabelDescriptionList"/>
    <dgm:cxn modelId="{85248EA1-9947-439A-8382-84683352FD9F}" type="presParOf" srcId="{2AD7DDDD-A3AF-4348-92BA-1029B3A4F743}" destId="{C9245252-EC03-4384-8C11-7AA0E01F5AF3}" srcOrd="4" destOrd="0" presId="urn:microsoft.com/office/officeart/2018/5/layout/CenteredIconLabelDescriptionList"/>
    <dgm:cxn modelId="{DA27DEF2-0B60-43D4-9AF9-04F8C39B680D}" type="presParOf" srcId="{E76EAEB2-623C-4A01-A030-0B1DAACAED68}" destId="{2B507EDB-1048-46C7-979A-9650B8499A37}" srcOrd="1" destOrd="0" presId="urn:microsoft.com/office/officeart/2018/5/layout/CenteredIconLabelDescriptionList"/>
    <dgm:cxn modelId="{5A93819A-3642-4512-AC0E-62307A8CDD3F}" type="presParOf" srcId="{E76EAEB2-623C-4A01-A030-0B1DAACAED68}" destId="{BED217AE-30FC-4C78-87F8-744D47757815}" srcOrd="2" destOrd="0" presId="urn:microsoft.com/office/officeart/2018/5/layout/CenteredIconLabelDescriptionList"/>
    <dgm:cxn modelId="{9C8B6619-7F42-47E3-A59C-F33057872AE7}" type="presParOf" srcId="{BED217AE-30FC-4C78-87F8-744D47757815}" destId="{A1D351EE-C6AC-4570-86DE-ED85BCD4B0A8}" srcOrd="0" destOrd="0" presId="urn:microsoft.com/office/officeart/2018/5/layout/CenteredIconLabelDescriptionList"/>
    <dgm:cxn modelId="{C3FB3892-A244-4DAA-AFA5-A5A3EE028A70}" type="presParOf" srcId="{BED217AE-30FC-4C78-87F8-744D47757815}" destId="{4F499E4C-9C7D-4860-847D-9372E5501450}" srcOrd="1" destOrd="0" presId="urn:microsoft.com/office/officeart/2018/5/layout/CenteredIconLabelDescriptionList"/>
    <dgm:cxn modelId="{AF3C14E1-99FB-4F66-AC8D-7E600E0CB4A7}" type="presParOf" srcId="{BED217AE-30FC-4C78-87F8-744D47757815}" destId="{1E47206A-0E9C-4D30-A2EA-50E8B5ADAC47}" srcOrd="2" destOrd="0" presId="urn:microsoft.com/office/officeart/2018/5/layout/CenteredIconLabelDescriptionList"/>
    <dgm:cxn modelId="{F7362A18-4C95-4A34-BB6C-10A452FE356D}" type="presParOf" srcId="{BED217AE-30FC-4C78-87F8-744D47757815}" destId="{08B69D2D-6CD3-40A8-86A1-5C8F44E51C19}" srcOrd="3" destOrd="0" presId="urn:microsoft.com/office/officeart/2018/5/layout/CenteredIconLabelDescriptionList"/>
    <dgm:cxn modelId="{DBD367E5-551F-431B-BAEC-17E146140C7F}" type="presParOf" srcId="{BED217AE-30FC-4C78-87F8-744D47757815}" destId="{CA250D0B-F8A3-4866-A0B0-9209F8DAFCFC}" srcOrd="4" destOrd="0" presId="urn:microsoft.com/office/officeart/2018/5/layout/CenteredIconLabelDescriptionList"/>
    <dgm:cxn modelId="{B6A14B1D-C08A-4BFE-9DBE-C5D6D7B670AC}" type="presParOf" srcId="{E76EAEB2-623C-4A01-A030-0B1DAACAED68}" destId="{B6888BFC-9512-4030-9F82-4E817CCC5E1A}" srcOrd="3" destOrd="0" presId="urn:microsoft.com/office/officeart/2018/5/layout/CenteredIconLabelDescriptionList"/>
    <dgm:cxn modelId="{C62EF67F-532B-4C11-8963-57981AD1C7A8}" type="presParOf" srcId="{E76EAEB2-623C-4A01-A030-0B1DAACAED68}" destId="{111664B7-7909-49B5-9F85-CA18DA232D34}" srcOrd="4" destOrd="0" presId="urn:microsoft.com/office/officeart/2018/5/layout/CenteredIconLabelDescriptionList"/>
    <dgm:cxn modelId="{867C5606-9A28-475C-9099-3A619C671850}" type="presParOf" srcId="{111664B7-7909-49B5-9F85-CA18DA232D34}" destId="{CC9D02E9-A0D3-40B6-8940-66AE8254FB88}" srcOrd="0" destOrd="0" presId="urn:microsoft.com/office/officeart/2018/5/layout/CenteredIconLabelDescriptionList"/>
    <dgm:cxn modelId="{BD189D5D-F6CB-4EB6-977C-5AC2348CAB42}" type="presParOf" srcId="{111664B7-7909-49B5-9F85-CA18DA232D34}" destId="{B9259089-4B0E-496D-AD9F-2CF099036628}" srcOrd="1" destOrd="0" presId="urn:microsoft.com/office/officeart/2018/5/layout/CenteredIconLabelDescriptionList"/>
    <dgm:cxn modelId="{4F1DB8CF-11C2-40BD-9B29-2376F0C66538}" type="presParOf" srcId="{111664B7-7909-49B5-9F85-CA18DA232D34}" destId="{FE88901F-431B-4DE1-B7D1-7701DF17C020}" srcOrd="2" destOrd="0" presId="urn:microsoft.com/office/officeart/2018/5/layout/CenteredIconLabelDescriptionList"/>
    <dgm:cxn modelId="{20B9DC4D-B618-4BB0-BFE1-474286DDCA4D}" type="presParOf" srcId="{111664B7-7909-49B5-9F85-CA18DA232D34}" destId="{40DB2A78-73F9-4B1E-81E2-48322165034A}" srcOrd="3" destOrd="0" presId="urn:microsoft.com/office/officeart/2018/5/layout/CenteredIconLabelDescriptionList"/>
    <dgm:cxn modelId="{48032F58-810A-4A77-AB0A-3196A46C17D1}" type="presParOf" srcId="{111664B7-7909-49B5-9F85-CA18DA232D34}" destId="{0EBF130F-2697-484B-99C7-3EBAEFAE10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921BD5-217E-4C6A-8DFB-E092E875CA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014867FD-FB82-4C90-BCDC-CC09CE8F76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Irreversability</a:t>
          </a:r>
        </a:p>
      </dgm:t>
    </dgm:pt>
    <dgm:pt modelId="{7FE1B118-6F57-4D72-8078-6B21043FF63F}" type="parTrans" cxnId="{04A1007E-376A-4E42-BAAE-BE03615694B5}">
      <dgm:prSet/>
      <dgm:spPr/>
      <dgm:t>
        <a:bodyPr/>
        <a:lstStyle/>
        <a:p>
          <a:endParaRPr lang="tr-TR"/>
        </a:p>
      </dgm:t>
    </dgm:pt>
    <dgm:pt modelId="{A0CA6857-DFED-4B92-93A5-947132774850}" type="sibTrans" cxnId="{04A1007E-376A-4E42-BAAE-BE03615694B5}">
      <dgm:prSet/>
      <dgm:spPr/>
      <dgm:t>
        <a:bodyPr/>
        <a:lstStyle/>
        <a:p>
          <a:endParaRPr lang="tr-TR"/>
        </a:p>
      </dgm:t>
    </dgm:pt>
    <dgm:pt modelId="{DAC95C1D-6C5E-4513-81CE-5E60A43474E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Ecliptic curve </a:t>
          </a:r>
          <a:r>
            <a:rPr lang="en-US" dirty="0"/>
            <a:t>functions are practically irreversible</a:t>
          </a:r>
          <a:endParaRPr lang="tr-TR" dirty="0"/>
        </a:p>
      </dgm:t>
    </dgm:pt>
    <dgm:pt modelId="{1D0FBE18-F43B-446D-8F4B-DB152798D0B2}" type="parTrans" cxnId="{6606FE8F-12F7-4B2A-A79B-FDEB09182C85}">
      <dgm:prSet/>
      <dgm:spPr/>
      <dgm:t>
        <a:bodyPr/>
        <a:lstStyle/>
        <a:p>
          <a:endParaRPr lang="tr-TR"/>
        </a:p>
      </dgm:t>
    </dgm:pt>
    <dgm:pt modelId="{70371912-8250-46AE-8988-FB5C18A82F6F}" type="sibTrans" cxnId="{6606FE8F-12F7-4B2A-A79B-FDEB09182C85}">
      <dgm:prSet/>
      <dgm:spPr/>
      <dgm:t>
        <a:bodyPr/>
        <a:lstStyle/>
        <a:p>
          <a:endParaRPr lang="tr-TR"/>
        </a:p>
      </dgm:t>
    </dgm:pt>
    <dgm:pt modelId="{225E588C-6DEE-40D2-9571-C55BE90E0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calculate in one direction</a:t>
          </a:r>
          <a:endParaRPr lang="tr-TR" dirty="0"/>
        </a:p>
      </dgm:t>
    </dgm:pt>
    <dgm:pt modelId="{42DEB4E2-5480-475A-B9D9-70C3506071D9}" type="parTrans" cxnId="{F2359C7D-DD72-463D-997E-E91F6BE6101D}">
      <dgm:prSet/>
      <dgm:spPr/>
      <dgm:t>
        <a:bodyPr/>
        <a:lstStyle/>
        <a:p>
          <a:endParaRPr lang="tr-TR"/>
        </a:p>
      </dgm:t>
    </dgm:pt>
    <dgm:pt modelId="{4F292BDC-5065-4FFD-9A0F-BE7BFFDBE1AE}" type="sibTrans" cxnId="{F2359C7D-DD72-463D-997E-E91F6BE6101D}">
      <dgm:prSet/>
      <dgm:spPr/>
      <dgm:t>
        <a:bodyPr/>
        <a:lstStyle/>
        <a:p>
          <a:endParaRPr lang="tr-TR"/>
        </a:p>
      </dgm:t>
    </dgm:pt>
    <dgm:pt modelId="{B09BBF58-50FC-492A-8D47-57578E3D4A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infeasible to calculate in the opposite</a:t>
          </a:r>
          <a:r>
            <a:rPr lang="tr-TR"/>
            <a:t> </a:t>
          </a:r>
          <a:r>
            <a:rPr lang="en-US"/>
            <a:t>direction</a:t>
          </a:r>
          <a:endParaRPr lang="tr-TR"/>
        </a:p>
      </dgm:t>
    </dgm:pt>
    <dgm:pt modelId="{77D4A047-2130-44BB-8A40-89EFDA70CBCF}" type="parTrans" cxnId="{E6330DD9-97BB-4B29-B1DF-051BA543AD7A}">
      <dgm:prSet/>
      <dgm:spPr/>
      <dgm:t>
        <a:bodyPr/>
        <a:lstStyle/>
        <a:p>
          <a:endParaRPr lang="tr-TR"/>
        </a:p>
      </dgm:t>
    </dgm:pt>
    <dgm:pt modelId="{67806981-7B60-4327-9F27-6D01FA5EFBD8}" type="sibTrans" cxnId="{E6330DD9-97BB-4B29-B1DF-051BA543AD7A}">
      <dgm:prSet/>
      <dgm:spPr/>
      <dgm:t>
        <a:bodyPr/>
        <a:lstStyle/>
        <a:p>
          <a:endParaRPr lang="tr-TR"/>
        </a:p>
      </dgm:t>
    </dgm:pt>
    <dgm:pt modelId="{98968FEB-4678-4F49-A8C3-968143BB40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Cryptography </a:t>
          </a:r>
        </a:p>
      </dgm:t>
    </dgm:pt>
    <dgm:pt modelId="{DC00D1E0-C7CA-4DAD-80EB-704A714712D3}" type="parTrans" cxnId="{BC248AFF-C3F0-4933-BB51-17AC40832A26}">
      <dgm:prSet/>
      <dgm:spPr/>
      <dgm:t>
        <a:bodyPr/>
        <a:lstStyle/>
        <a:p>
          <a:endParaRPr lang="tr-TR"/>
        </a:p>
      </dgm:t>
    </dgm:pt>
    <dgm:pt modelId="{9EDDE5C9-527F-4E9F-B851-F9DC33F0625A}" type="sibTrans" cxnId="{BC248AFF-C3F0-4933-BB51-17AC40832A26}">
      <dgm:prSet/>
      <dgm:spPr/>
      <dgm:t>
        <a:bodyPr/>
        <a:lstStyle/>
        <a:p>
          <a:endParaRPr lang="tr-TR"/>
        </a:p>
      </dgm:t>
    </dgm:pt>
    <dgm:pt modelId="{02C4E8FD-E85F-4796-83EA-B0DBE30A20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Enables the creation </a:t>
          </a:r>
          <a:r>
            <a:rPr lang="en-US" dirty="0"/>
            <a:t>of digital secrets </a:t>
          </a:r>
          <a:endParaRPr lang="tr-TR" dirty="0"/>
        </a:p>
      </dgm:t>
    </dgm:pt>
    <dgm:pt modelId="{B4DA821A-B186-4A9E-8318-F8FDDBAC151F}" type="parTrans" cxnId="{6DFDB1BC-A854-480D-8AB9-0B795108140A}">
      <dgm:prSet/>
      <dgm:spPr/>
      <dgm:t>
        <a:bodyPr/>
        <a:lstStyle/>
        <a:p>
          <a:endParaRPr lang="tr-TR"/>
        </a:p>
      </dgm:t>
    </dgm:pt>
    <dgm:pt modelId="{4DE1ECE2-030B-43A6-9821-CB895313DF5F}" type="sibTrans" cxnId="{6DFDB1BC-A854-480D-8AB9-0B795108140A}">
      <dgm:prSet/>
      <dgm:spPr/>
      <dgm:t>
        <a:bodyPr/>
        <a:lstStyle/>
        <a:p>
          <a:endParaRPr lang="tr-TR"/>
        </a:p>
      </dgm:t>
    </dgm:pt>
    <dgm:pt modelId="{174FB2D1-0A9A-4888-94D8-4A22C2040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unforgeable digital signatures. </a:t>
          </a:r>
          <a:endParaRPr lang="tr-TR"/>
        </a:p>
      </dgm:t>
    </dgm:pt>
    <dgm:pt modelId="{CAD429A5-0D55-412C-96D1-4F6507537F10}" type="parTrans" cxnId="{EA1E95F0-A2A9-4E3C-B389-07FED68906FC}">
      <dgm:prSet/>
      <dgm:spPr/>
      <dgm:t>
        <a:bodyPr/>
        <a:lstStyle/>
        <a:p>
          <a:endParaRPr lang="tr-TR"/>
        </a:p>
      </dgm:t>
    </dgm:pt>
    <dgm:pt modelId="{F345F18E-5095-4C60-A825-708CC51B745A}" type="sibTrans" cxnId="{EA1E95F0-A2A9-4E3C-B389-07FED68906FC}">
      <dgm:prSet/>
      <dgm:spPr/>
      <dgm:t>
        <a:bodyPr/>
        <a:lstStyle/>
        <a:p>
          <a:endParaRPr lang="tr-TR"/>
        </a:p>
      </dgm:t>
    </dgm:pt>
    <dgm:pt modelId="{3B3609FC-ADC2-484D-89FF-11430647AA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Meaning</a:t>
          </a:r>
        </a:p>
      </dgm:t>
    </dgm:pt>
    <dgm:pt modelId="{351CEC05-8E68-4D27-92AB-19CD348699E8}" type="parTrans" cxnId="{E995623B-D09A-4C41-8F55-72AE48F06E6B}">
      <dgm:prSet/>
      <dgm:spPr/>
      <dgm:t>
        <a:bodyPr/>
        <a:lstStyle/>
        <a:p>
          <a:endParaRPr lang="tr-TR"/>
        </a:p>
      </dgm:t>
    </dgm:pt>
    <dgm:pt modelId="{7703FBEC-25A0-4657-9CFF-DA5C2D20192F}" type="sibTrans" cxnId="{E995623B-D09A-4C41-8F55-72AE48F06E6B}">
      <dgm:prSet/>
      <dgm:spPr/>
      <dgm:t>
        <a:bodyPr/>
        <a:lstStyle/>
        <a:p>
          <a:endParaRPr lang="tr-TR"/>
        </a:p>
      </dgm:t>
    </dgm:pt>
    <dgm:pt modelId="{CB038200-20DA-4DB4-A000-7379A8A36C62}" type="pres">
      <dgm:prSet presAssocID="{8F921BD5-217E-4C6A-8DFB-E092E875CAD9}" presName="root" presStyleCnt="0">
        <dgm:presLayoutVars>
          <dgm:dir/>
          <dgm:resizeHandles val="exact"/>
        </dgm:presLayoutVars>
      </dgm:prSet>
      <dgm:spPr/>
    </dgm:pt>
    <dgm:pt modelId="{6B835EB5-FABF-45A1-933A-402810B11D47}" type="pres">
      <dgm:prSet presAssocID="{014867FD-FB82-4C90-BCDC-CC09CE8F76B7}" presName="compNode" presStyleCnt="0"/>
      <dgm:spPr/>
    </dgm:pt>
    <dgm:pt modelId="{257031E2-20F9-4EBC-ADAE-ECDD80088AD7}" type="pres">
      <dgm:prSet presAssocID="{014867FD-FB82-4C90-BCDC-CC09CE8F76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97B0B1E9-9995-4BF3-BBF5-400339D9402C}" type="pres">
      <dgm:prSet presAssocID="{014867FD-FB82-4C90-BCDC-CC09CE8F76B7}" presName="iconSpace" presStyleCnt="0"/>
      <dgm:spPr/>
    </dgm:pt>
    <dgm:pt modelId="{C6BEFB9B-0D49-4BCB-8FE6-630625521C2A}" type="pres">
      <dgm:prSet presAssocID="{014867FD-FB82-4C90-BCDC-CC09CE8F76B7}" presName="parTx" presStyleLbl="revTx" presStyleIdx="0" presStyleCnt="6">
        <dgm:presLayoutVars>
          <dgm:chMax val="0"/>
          <dgm:chPref val="0"/>
        </dgm:presLayoutVars>
      </dgm:prSet>
      <dgm:spPr/>
    </dgm:pt>
    <dgm:pt modelId="{0C25F52D-7A55-4D1A-866A-16B62A9D1014}" type="pres">
      <dgm:prSet presAssocID="{014867FD-FB82-4C90-BCDC-CC09CE8F76B7}" presName="txSpace" presStyleCnt="0"/>
      <dgm:spPr/>
    </dgm:pt>
    <dgm:pt modelId="{0972CA0F-DF8D-4096-9667-231913491330}" type="pres">
      <dgm:prSet presAssocID="{014867FD-FB82-4C90-BCDC-CC09CE8F76B7}" presName="desTx" presStyleLbl="revTx" presStyleIdx="1" presStyleCnt="6">
        <dgm:presLayoutVars/>
      </dgm:prSet>
      <dgm:spPr/>
    </dgm:pt>
    <dgm:pt modelId="{30B95379-420A-49D0-8780-DE96204DE616}" type="pres">
      <dgm:prSet presAssocID="{A0CA6857-DFED-4B92-93A5-947132774850}" presName="sibTrans" presStyleCnt="0"/>
      <dgm:spPr/>
    </dgm:pt>
    <dgm:pt modelId="{B68D60D8-C715-4460-9467-3A193B7B4D4E}" type="pres">
      <dgm:prSet presAssocID="{3B3609FC-ADC2-484D-89FF-11430647AA62}" presName="compNode" presStyleCnt="0"/>
      <dgm:spPr/>
    </dgm:pt>
    <dgm:pt modelId="{74AFEB6B-6A0E-4547-8E26-50CDED2E97B8}" type="pres">
      <dgm:prSet presAssocID="{3B3609FC-ADC2-484D-89FF-11430647AA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F5D2D17C-6036-4599-B241-7BA59C31E4A7}" type="pres">
      <dgm:prSet presAssocID="{3B3609FC-ADC2-484D-89FF-11430647AA62}" presName="iconSpace" presStyleCnt="0"/>
      <dgm:spPr/>
    </dgm:pt>
    <dgm:pt modelId="{3B25ADEF-B7DB-434E-8C94-C307EA647CD2}" type="pres">
      <dgm:prSet presAssocID="{3B3609FC-ADC2-484D-89FF-11430647AA62}" presName="parTx" presStyleLbl="revTx" presStyleIdx="2" presStyleCnt="6">
        <dgm:presLayoutVars>
          <dgm:chMax val="0"/>
          <dgm:chPref val="0"/>
        </dgm:presLayoutVars>
      </dgm:prSet>
      <dgm:spPr/>
    </dgm:pt>
    <dgm:pt modelId="{37291A91-5CA6-4BBD-B72F-436D49558098}" type="pres">
      <dgm:prSet presAssocID="{3B3609FC-ADC2-484D-89FF-11430647AA62}" presName="txSpace" presStyleCnt="0"/>
      <dgm:spPr/>
    </dgm:pt>
    <dgm:pt modelId="{B0F9B7D0-027E-4DDE-AC64-353979B7E849}" type="pres">
      <dgm:prSet presAssocID="{3B3609FC-ADC2-484D-89FF-11430647AA62}" presName="desTx" presStyleLbl="revTx" presStyleIdx="3" presStyleCnt="6">
        <dgm:presLayoutVars/>
      </dgm:prSet>
      <dgm:spPr/>
    </dgm:pt>
    <dgm:pt modelId="{A043DD59-D155-4AC3-8421-D02D46ABA1AD}" type="pres">
      <dgm:prSet presAssocID="{7703FBEC-25A0-4657-9CFF-DA5C2D20192F}" presName="sibTrans" presStyleCnt="0"/>
      <dgm:spPr/>
    </dgm:pt>
    <dgm:pt modelId="{CB6B834D-69CC-4E4D-9E82-428BBD6F0CC4}" type="pres">
      <dgm:prSet presAssocID="{98968FEB-4678-4F49-A8C3-968143BB407B}" presName="compNode" presStyleCnt="0"/>
      <dgm:spPr/>
    </dgm:pt>
    <dgm:pt modelId="{F50A8525-3700-4903-864B-299A8E8CD4B7}" type="pres">
      <dgm:prSet presAssocID="{98968FEB-4678-4F49-A8C3-968143BB40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E255B25E-2846-405E-9F38-F0AC9F189626}" type="pres">
      <dgm:prSet presAssocID="{98968FEB-4678-4F49-A8C3-968143BB407B}" presName="iconSpace" presStyleCnt="0"/>
      <dgm:spPr/>
    </dgm:pt>
    <dgm:pt modelId="{69A026AE-77A4-4234-BA72-00DD7CF64D19}" type="pres">
      <dgm:prSet presAssocID="{98968FEB-4678-4F49-A8C3-968143BB407B}" presName="parTx" presStyleLbl="revTx" presStyleIdx="4" presStyleCnt="6">
        <dgm:presLayoutVars>
          <dgm:chMax val="0"/>
          <dgm:chPref val="0"/>
        </dgm:presLayoutVars>
      </dgm:prSet>
      <dgm:spPr/>
    </dgm:pt>
    <dgm:pt modelId="{2B84D5C6-6955-4FA7-B3E7-242F46BCE380}" type="pres">
      <dgm:prSet presAssocID="{98968FEB-4678-4F49-A8C3-968143BB407B}" presName="txSpace" presStyleCnt="0"/>
      <dgm:spPr/>
    </dgm:pt>
    <dgm:pt modelId="{26919D2F-E771-44A8-B023-FCABCB8FA6B5}" type="pres">
      <dgm:prSet presAssocID="{98968FEB-4678-4F49-A8C3-968143BB407B}" presName="desTx" presStyleLbl="revTx" presStyleIdx="5" presStyleCnt="6">
        <dgm:presLayoutVars/>
      </dgm:prSet>
      <dgm:spPr/>
    </dgm:pt>
  </dgm:ptLst>
  <dgm:cxnLst>
    <dgm:cxn modelId="{E96BCD03-FA99-432B-9618-45A6834F6A5E}" type="presOf" srcId="{3B3609FC-ADC2-484D-89FF-11430647AA62}" destId="{3B25ADEF-B7DB-434E-8C94-C307EA647CD2}" srcOrd="0" destOrd="0" presId="urn:microsoft.com/office/officeart/2018/5/layout/CenteredIconLabelDescriptionList"/>
    <dgm:cxn modelId="{E8A62817-D5B6-4A06-BA4E-238B5174302E}" type="presOf" srcId="{8F921BD5-217E-4C6A-8DFB-E092E875CAD9}" destId="{CB038200-20DA-4DB4-A000-7379A8A36C62}" srcOrd="0" destOrd="0" presId="urn:microsoft.com/office/officeart/2018/5/layout/CenteredIconLabelDescriptionList"/>
    <dgm:cxn modelId="{6A81761A-4391-42F1-B243-588765B5EE80}" type="presOf" srcId="{B09BBF58-50FC-492A-8D47-57578E3D4AF7}" destId="{B0F9B7D0-027E-4DDE-AC64-353979B7E849}" srcOrd="0" destOrd="1" presId="urn:microsoft.com/office/officeart/2018/5/layout/CenteredIconLabelDescriptionList"/>
    <dgm:cxn modelId="{77DA331F-4E5F-4007-A245-F3C0E7806BD9}" type="presOf" srcId="{DAC95C1D-6C5E-4513-81CE-5E60A43474E3}" destId="{0972CA0F-DF8D-4096-9667-231913491330}" srcOrd="0" destOrd="0" presId="urn:microsoft.com/office/officeart/2018/5/layout/CenteredIconLabelDescriptionList"/>
    <dgm:cxn modelId="{B9793237-3EEF-406B-A7A5-FC768A4A9AAC}" type="presOf" srcId="{174FB2D1-0A9A-4888-94D8-4A22C2040FC8}" destId="{26919D2F-E771-44A8-B023-FCABCB8FA6B5}" srcOrd="0" destOrd="1" presId="urn:microsoft.com/office/officeart/2018/5/layout/CenteredIconLabelDescriptionList"/>
    <dgm:cxn modelId="{E995623B-D09A-4C41-8F55-72AE48F06E6B}" srcId="{8F921BD5-217E-4C6A-8DFB-E092E875CAD9}" destId="{3B3609FC-ADC2-484D-89FF-11430647AA62}" srcOrd="1" destOrd="0" parTransId="{351CEC05-8E68-4D27-92AB-19CD348699E8}" sibTransId="{7703FBEC-25A0-4657-9CFF-DA5C2D20192F}"/>
    <dgm:cxn modelId="{B863DC73-BC4D-4A2E-AEBF-2C6D9ACC72DC}" type="presOf" srcId="{014867FD-FB82-4C90-BCDC-CC09CE8F76B7}" destId="{C6BEFB9B-0D49-4BCB-8FE6-630625521C2A}" srcOrd="0" destOrd="0" presId="urn:microsoft.com/office/officeart/2018/5/layout/CenteredIconLabelDescriptionList"/>
    <dgm:cxn modelId="{50E28378-AEE0-4E5B-AE31-04F858B9E3AF}" type="presOf" srcId="{225E588C-6DEE-40D2-9571-C55BE90E04F3}" destId="{B0F9B7D0-027E-4DDE-AC64-353979B7E849}" srcOrd="0" destOrd="0" presId="urn:microsoft.com/office/officeart/2018/5/layout/CenteredIconLabelDescriptionList"/>
    <dgm:cxn modelId="{F2359C7D-DD72-463D-997E-E91F6BE6101D}" srcId="{3B3609FC-ADC2-484D-89FF-11430647AA62}" destId="{225E588C-6DEE-40D2-9571-C55BE90E04F3}" srcOrd="0" destOrd="0" parTransId="{42DEB4E2-5480-475A-B9D9-70C3506071D9}" sibTransId="{4F292BDC-5065-4FFD-9A0F-BE7BFFDBE1AE}"/>
    <dgm:cxn modelId="{04A1007E-376A-4E42-BAAE-BE03615694B5}" srcId="{8F921BD5-217E-4C6A-8DFB-E092E875CAD9}" destId="{014867FD-FB82-4C90-BCDC-CC09CE8F76B7}" srcOrd="0" destOrd="0" parTransId="{7FE1B118-6F57-4D72-8078-6B21043FF63F}" sibTransId="{A0CA6857-DFED-4B92-93A5-947132774850}"/>
    <dgm:cxn modelId="{6606FE8F-12F7-4B2A-A79B-FDEB09182C85}" srcId="{014867FD-FB82-4C90-BCDC-CC09CE8F76B7}" destId="{DAC95C1D-6C5E-4513-81CE-5E60A43474E3}" srcOrd="0" destOrd="0" parTransId="{1D0FBE18-F43B-446D-8F4B-DB152798D0B2}" sibTransId="{70371912-8250-46AE-8988-FB5C18A82F6F}"/>
    <dgm:cxn modelId="{6DFDB1BC-A854-480D-8AB9-0B795108140A}" srcId="{98968FEB-4678-4F49-A8C3-968143BB407B}" destId="{02C4E8FD-E85F-4796-83EA-B0DBE30A20D9}" srcOrd="0" destOrd="0" parTransId="{B4DA821A-B186-4A9E-8318-F8FDDBAC151F}" sibTransId="{4DE1ECE2-030B-43A6-9821-CB895313DF5F}"/>
    <dgm:cxn modelId="{ECA2BFC0-60C9-4172-89F5-C52F8EF83546}" type="presOf" srcId="{02C4E8FD-E85F-4796-83EA-B0DBE30A20D9}" destId="{26919D2F-E771-44A8-B023-FCABCB8FA6B5}" srcOrd="0" destOrd="0" presId="urn:microsoft.com/office/officeart/2018/5/layout/CenteredIconLabelDescriptionList"/>
    <dgm:cxn modelId="{E6330DD9-97BB-4B29-B1DF-051BA543AD7A}" srcId="{3B3609FC-ADC2-484D-89FF-11430647AA62}" destId="{B09BBF58-50FC-492A-8D47-57578E3D4AF7}" srcOrd="1" destOrd="0" parTransId="{77D4A047-2130-44BB-8A40-89EFDA70CBCF}" sibTransId="{67806981-7B60-4327-9F27-6D01FA5EFBD8}"/>
    <dgm:cxn modelId="{DFF572E2-0F75-4FAE-8260-E00F42863A43}" type="presOf" srcId="{98968FEB-4678-4F49-A8C3-968143BB407B}" destId="{69A026AE-77A4-4234-BA72-00DD7CF64D19}" srcOrd="0" destOrd="0" presId="urn:microsoft.com/office/officeart/2018/5/layout/CenteredIconLabelDescriptionList"/>
    <dgm:cxn modelId="{EA1E95F0-A2A9-4E3C-B389-07FED68906FC}" srcId="{98968FEB-4678-4F49-A8C3-968143BB407B}" destId="{174FB2D1-0A9A-4888-94D8-4A22C2040FC8}" srcOrd="1" destOrd="0" parTransId="{CAD429A5-0D55-412C-96D1-4F6507537F10}" sibTransId="{F345F18E-5095-4C60-A825-708CC51B745A}"/>
    <dgm:cxn modelId="{BC248AFF-C3F0-4933-BB51-17AC40832A26}" srcId="{8F921BD5-217E-4C6A-8DFB-E092E875CAD9}" destId="{98968FEB-4678-4F49-A8C3-968143BB407B}" srcOrd="2" destOrd="0" parTransId="{DC00D1E0-C7CA-4DAD-80EB-704A714712D3}" sibTransId="{9EDDE5C9-527F-4E9F-B851-F9DC33F0625A}"/>
    <dgm:cxn modelId="{89C6CC5A-E101-496E-8DFF-0AB06F3225D7}" type="presParOf" srcId="{CB038200-20DA-4DB4-A000-7379A8A36C62}" destId="{6B835EB5-FABF-45A1-933A-402810B11D47}" srcOrd="0" destOrd="0" presId="urn:microsoft.com/office/officeart/2018/5/layout/CenteredIconLabelDescriptionList"/>
    <dgm:cxn modelId="{1B4F5049-FA3B-4632-A82E-39E040A7BC90}" type="presParOf" srcId="{6B835EB5-FABF-45A1-933A-402810B11D47}" destId="{257031E2-20F9-4EBC-ADAE-ECDD80088AD7}" srcOrd="0" destOrd="0" presId="urn:microsoft.com/office/officeart/2018/5/layout/CenteredIconLabelDescriptionList"/>
    <dgm:cxn modelId="{646686FA-A064-4C65-B061-82525D08B660}" type="presParOf" srcId="{6B835EB5-FABF-45A1-933A-402810B11D47}" destId="{97B0B1E9-9995-4BF3-BBF5-400339D9402C}" srcOrd="1" destOrd="0" presId="urn:microsoft.com/office/officeart/2018/5/layout/CenteredIconLabelDescriptionList"/>
    <dgm:cxn modelId="{C70CD8CF-9D33-4CDF-8537-4B61FA3DEE0D}" type="presParOf" srcId="{6B835EB5-FABF-45A1-933A-402810B11D47}" destId="{C6BEFB9B-0D49-4BCB-8FE6-630625521C2A}" srcOrd="2" destOrd="0" presId="urn:microsoft.com/office/officeart/2018/5/layout/CenteredIconLabelDescriptionList"/>
    <dgm:cxn modelId="{C4C2DF6C-A623-4C6B-BA5B-02C92AA16E87}" type="presParOf" srcId="{6B835EB5-FABF-45A1-933A-402810B11D47}" destId="{0C25F52D-7A55-4D1A-866A-16B62A9D1014}" srcOrd="3" destOrd="0" presId="urn:microsoft.com/office/officeart/2018/5/layout/CenteredIconLabelDescriptionList"/>
    <dgm:cxn modelId="{F8E21367-1340-4DB2-AE6D-B28F2BD8DBA5}" type="presParOf" srcId="{6B835EB5-FABF-45A1-933A-402810B11D47}" destId="{0972CA0F-DF8D-4096-9667-231913491330}" srcOrd="4" destOrd="0" presId="urn:microsoft.com/office/officeart/2018/5/layout/CenteredIconLabelDescriptionList"/>
    <dgm:cxn modelId="{A06D2CD6-F3E5-4C98-BE4B-ED300F840453}" type="presParOf" srcId="{CB038200-20DA-4DB4-A000-7379A8A36C62}" destId="{30B95379-420A-49D0-8780-DE96204DE616}" srcOrd="1" destOrd="0" presId="urn:microsoft.com/office/officeart/2018/5/layout/CenteredIconLabelDescriptionList"/>
    <dgm:cxn modelId="{AC2104F1-48A5-41CB-8085-BB0C648432E2}" type="presParOf" srcId="{CB038200-20DA-4DB4-A000-7379A8A36C62}" destId="{B68D60D8-C715-4460-9467-3A193B7B4D4E}" srcOrd="2" destOrd="0" presId="urn:microsoft.com/office/officeart/2018/5/layout/CenteredIconLabelDescriptionList"/>
    <dgm:cxn modelId="{54CE7F7F-A947-48FF-ABDB-ABAD049376AD}" type="presParOf" srcId="{B68D60D8-C715-4460-9467-3A193B7B4D4E}" destId="{74AFEB6B-6A0E-4547-8E26-50CDED2E97B8}" srcOrd="0" destOrd="0" presId="urn:microsoft.com/office/officeart/2018/5/layout/CenteredIconLabelDescriptionList"/>
    <dgm:cxn modelId="{21A6589C-D38F-4242-AE69-F5820D27D982}" type="presParOf" srcId="{B68D60D8-C715-4460-9467-3A193B7B4D4E}" destId="{F5D2D17C-6036-4599-B241-7BA59C31E4A7}" srcOrd="1" destOrd="0" presId="urn:microsoft.com/office/officeart/2018/5/layout/CenteredIconLabelDescriptionList"/>
    <dgm:cxn modelId="{CFBA185E-744A-4CC4-ACB6-4C45A3728263}" type="presParOf" srcId="{B68D60D8-C715-4460-9467-3A193B7B4D4E}" destId="{3B25ADEF-B7DB-434E-8C94-C307EA647CD2}" srcOrd="2" destOrd="0" presId="urn:microsoft.com/office/officeart/2018/5/layout/CenteredIconLabelDescriptionList"/>
    <dgm:cxn modelId="{382AB539-79BF-4E05-B57B-0442A6B032C5}" type="presParOf" srcId="{B68D60D8-C715-4460-9467-3A193B7B4D4E}" destId="{37291A91-5CA6-4BBD-B72F-436D49558098}" srcOrd="3" destOrd="0" presId="urn:microsoft.com/office/officeart/2018/5/layout/CenteredIconLabelDescriptionList"/>
    <dgm:cxn modelId="{AE80CB7A-673F-4874-A586-2534DF0D3A7A}" type="presParOf" srcId="{B68D60D8-C715-4460-9467-3A193B7B4D4E}" destId="{B0F9B7D0-027E-4DDE-AC64-353979B7E849}" srcOrd="4" destOrd="0" presId="urn:microsoft.com/office/officeart/2018/5/layout/CenteredIconLabelDescriptionList"/>
    <dgm:cxn modelId="{23026BE5-4704-4441-BC82-253616D2E16A}" type="presParOf" srcId="{CB038200-20DA-4DB4-A000-7379A8A36C62}" destId="{A043DD59-D155-4AC3-8421-D02D46ABA1AD}" srcOrd="3" destOrd="0" presId="urn:microsoft.com/office/officeart/2018/5/layout/CenteredIconLabelDescriptionList"/>
    <dgm:cxn modelId="{3364FDFF-7A67-4A3A-9986-EA4CB816D7EA}" type="presParOf" srcId="{CB038200-20DA-4DB4-A000-7379A8A36C62}" destId="{CB6B834D-69CC-4E4D-9E82-428BBD6F0CC4}" srcOrd="4" destOrd="0" presId="urn:microsoft.com/office/officeart/2018/5/layout/CenteredIconLabelDescriptionList"/>
    <dgm:cxn modelId="{9C0253E4-665E-4ED6-860D-68AF663C725B}" type="presParOf" srcId="{CB6B834D-69CC-4E4D-9E82-428BBD6F0CC4}" destId="{F50A8525-3700-4903-864B-299A8E8CD4B7}" srcOrd="0" destOrd="0" presId="urn:microsoft.com/office/officeart/2018/5/layout/CenteredIconLabelDescriptionList"/>
    <dgm:cxn modelId="{58249202-F479-4D3E-8750-CA4ECE77EAFE}" type="presParOf" srcId="{CB6B834D-69CC-4E4D-9E82-428BBD6F0CC4}" destId="{E255B25E-2846-405E-9F38-F0AC9F189626}" srcOrd="1" destOrd="0" presId="urn:microsoft.com/office/officeart/2018/5/layout/CenteredIconLabelDescriptionList"/>
    <dgm:cxn modelId="{EE45613C-F0F4-471D-AE7F-09F87B5DA2C0}" type="presParOf" srcId="{CB6B834D-69CC-4E4D-9E82-428BBD6F0CC4}" destId="{69A026AE-77A4-4234-BA72-00DD7CF64D19}" srcOrd="2" destOrd="0" presId="urn:microsoft.com/office/officeart/2018/5/layout/CenteredIconLabelDescriptionList"/>
    <dgm:cxn modelId="{39242620-50AD-40EE-9D2A-8025464F1069}" type="presParOf" srcId="{CB6B834D-69CC-4E4D-9E82-428BBD6F0CC4}" destId="{2B84D5C6-6955-4FA7-B3E7-242F46BCE380}" srcOrd="3" destOrd="0" presId="urn:microsoft.com/office/officeart/2018/5/layout/CenteredIconLabelDescriptionList"/>
    <dgm:cxn modelId="{DD35BB52-4AF9-4402-8DE9-5F9661C832C0}" type="presParOf" srcId="{CB6B834D-69CC-4E4D-9E82-428BBD6F0CC4}" destId="{26919D2F-E771-44A8-B023-FCABCB8FA6B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21DA965-01FC-467F-ADF7-0673192FE28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BD82904-DF03-4B98-9736-BEE04A12CA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pair in Bitcoin</a:t>
          </a:r>
        </a:p>
      </dgm:t>
    </dgm:pt>
    <dgm:pt modelId="{7A8BA902-3695-4A44-B0F5-DAA5E7DCB27B}" type="parTrans" cxnId="{C60AAFC6-ACC6-48AA-9736-61C4393809D5}">
      <dgm:prSet/>
      <dgm:spPr/>
      <dgm:t>
        <a:bodyPr/>
        <a:lstStyle/>
        <a:p>
          <a:endParaRPr lang="tr-TR"/>
        </a:p>
      </dgm:t>
    </dgm:pt>
    <dgm:pt modelId="{1D7A3CA2-54E0-4730-907B-EFDB2B9E77E7}" type="sibTrans" cxnId="{C60AAFC6-ACC6-48AA-9736-61C4393809D5}">
      <dgm:prSet/>
      <dgm:spPr/>
      <dgm:t>
        <a:bodyPr/>
        <a:lstStyle/>
        <a:p>
          <a:endParaRPr lang="tr-TR"/>
        </a:p>
      </dgm:t>
    </dgm:pt>
    <dgm:pt modelId="{28637AAB-70FB-4493-A85B-4A8C27402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key pair consists of a private key</a:t>
          </a:r>
          <a:endParaRPr lang="tr-TR" dirty="0"/>
        </a:p>
      </dgm:t>
    </dgm:pt>
    <dgm:pt modelId="{1D9FFFB7-56C1-43F8-91C4-B42FC7A42C4B}" type="parTrans" cxnId="{76738FAF-02B2-4A55-ABFD-5BFA37878FC9}">
      <dgm:prSet/>
      <dgm:spPr/>
      <dgm:t>
        <a:bodyPr/>
        <a:lstStyle/>
        <a:p>
          <a:endParaRPr lang="tr-TR"/>
        </a:p>
      </dgm:t>
    </dgm:pt>
    <dgm:pt modelId="{76272390-095D-49AA-AFE7-DD354B9A9DAE}" type="sibTrans" cxnId="{76738FAF-02B2-4A55-ABFD-5BFA37878FC9}">
      <dgm:prSet/>
      <dgm:spPr/>
      <dgm:t>
        <a:bodyPr/>
        <a:lstStyle/>
        <a:p>
          <a:endParaRPr lang="tr-TR"/>
        </a:p>
      </dgm:t>
    </dgm:pt>
    <dgm:pt modelId="{7CCE5DAE-15C8-4627-B3B4-AA210E427E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public key </a:t>
          </a:r>
          <a:endParaRPr lang="tr-TR"/>
        </a:p>
      </dgm:t>
    </dgm:pt>
    <dgm:pt modelId="{D2F22AE8-EC74-4387-B4BC-B20E43366FA9}" type="parTrans" cxnId="{92050100-01A7-4E0D-B7D5-541ADC93ED16}">
      <dgm:prSet/>
      <dgm:spPr/>
      <dgm:t>
        <a:bodyPr/>
        <a:lstStyle/>
        <a:p>
          <a:endParaRPr lang="tr-TR"/>
        </a:p>
      </dgm:t>
    </dgm:pt>
    <dgm:pt modelId="{347E5FD6-A465-4605-A948-7007A6247759}" type="sibTrans" cxnId="{92050100-01A7-4E0D-B7D5-541ADC93ED16}">
      <dgm:prSet/>
      <dgm:spPr/>
      <dgm:t>
        <a:bodyPr/>
        <a:lstStyle/>
        <a:p>
          <a:endParaRPr lang="tr-TR"/>
        </a:p>
      </dgm:t>
    </dgm:pt>
    <dgm:pt modelId="{473A32F0-A603-4DB2-9D75-BA23384D71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used to receive funds</a:t>
          </a:r>
          <a:endParaRPr lang="tr-TR" dirty="0"/>
        </a:p>
      </dgm:t>
    </dgm:pt>
    <dgm:pt modelId="{E082D91E-9EDF-450D-95A3-091D0A262790}" type="parTrans" cxnId="{5BEE9D3C-C747-4291-93EB-D36A381E2B8E}">
      <dgm:prSet/>
      <dgm:spPr/>
      <dgm:t>
        <a:bodyPr/>
        <a:lstStyle/>
        <a:p>
          <a:endParaRPr lang="tr-TR"/>
        </a:p>
      </dgm:t>
    </dgm:pt>
    <dgm:pt modelId="{79176C02-E931-4B4D-9CFD-9077DD084DE4}" type="sibTrans" cxnId="{5BEE9D3C-C747-4291-93EB-D36A381E2B8E}">
      <dgm:prSet/>
      <dgm:spPr/>
      <dgm:t>
        <a:bodyPr/>
        <a:lstStyle/>
        <a:p>
          <a:endParaRPr lang="tr-TR"/>
        </a:p>
      </dgm:t>
    </dgm:pt>
    <dgm:pt modelId="{F8C72C1B-2CD0-4E43-99C7-0974CD6EEF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</a:t>
          </a:r>
          <a:r>
            <a:rPr lang="tr-TR"/>
            <a:t> </a:t>
          </a:r>
          <a:r>
            <a:rPr lang="en-US"/>
            <a:t>private key</a:t>
          </a:r>
          <a:endParaRPr lang="tr-TR"/>
        </a:p>
      </dgm:t>
    </dgm:pt>
    <dgm:pt modelId="{B0208886-23DF-49ED-8D52-2E15E34ADF45}" type="parTrans" cxnId="{33D02129-733C-4D24-B16D-7C1686A409BA}">
      <dgm:prSet/>
      <dgm:spPr/>
      <dgm:t>
        <a:bodyPr/>
        <a:lstStyle/>
        <a:p>
          <a:endParaRPr lang="tr-TR"/>
        </a:p>
      </dgm:t>
    </dgm:pt>
    <dgm:pt modelId="{FB899141-7000-4E4B-8584-DA1F675756D7}" type="sibTrans" cxnId="{33D02129-733C-4D24-B16D-7C1686A409BA}">
      <dgm:prSet/>
      <dgm:spPr/>
      <dgm:t>
        <a:bodyPr/>
        <a:lstStyle/>
        <a:p>
          <a:endParaRPr lang="tr-TR"/>
        </a:p>
      </dgm:t>
    </dgm:pt>
    <dgm:pt modelId="{16F6C61F-A0EC-45E7-BC1F-7FAD44880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used to sign transactions</a:t>
          </a:r>
          <a:r>
            <a:rPr lang="tr-TR"/>
            <a:t> </a:t>
          </a:r>
          <a:r>
            <a:rPr lang="en-US"/>
            <a:t>to spend the funds</a:t>
          </a:r>
          <a:endParaRPr lang="tr-TR"/>
        </a:p>
      </dgm:t>
    </dgm:pt>
    <dgm:pt modelId="{54A47640-327E-4A83-81E3-EBE67A27F156}" type="parTrans" cxnId="{59EB5312-9D8C-4F0F-AFF6-D1E0F032D633}">
      <dgm:prSet/>
      <dgm:spPr/>
      <dgm:t>
        <a:bodyPr/>
        <a:lstStyle/>
        <a:p>
          <a:endParaRPr lang="tr-TR"/>
        </a:p>
      </dgm:t>
    </dgm:pt>
    <dgm:pt modelId="{2E168F52-C4C8-4731-80D6-027FF5B530E4}" type="sibTrans" cxnId="{59EB5312-9D8C-4F0F-AFF6-D1E0F032D633}">
      <dgm:prSet/>
      <dgm:spPr/>
      <dgm:t>
        <a:bodyPr/>
        <a:lstStyle/>
        <a:p>
          <a:endParaRPr lang="tr-TR"/>
        </a:p>
      </dgm:t>
    </dgm:pt>
    <dgm:pt modelId="{F9789B5E-B562-4411-BC0A-66A841FC05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from it—a unique public</a:t>
          </a:r>
          <a:r>
            <a:rPr lang="tr-TR" dirty="0"/>
            <a:t> </a:t>
          </a:r>
          <a:r>
            <a:rPr lang="en-US" dirty="0"/>
            <a:t>key. </a:t>
          </a:r>
          <a:endParaRPr lang="tr-TR" dirty="0"/>
        </a:p>
      </dgm:t>
    </dgm:pt>
    <dgm:pt modelId="{12793DE1-0AE9-45C7-8AD5-004946B3E75B}" type="parTrans" cxnId="{FE5E8259-8BA9-4620-8AF5-08D8E874E642}">
      <dgm:prSet/>
      <dgm:spPr/>
      <dgm:t>
        <a:bodyPr/>
        <a:lstStyle/>
        <a:p>
          <a:endParaRPr lang="tr-TR"/>
        </a:p>
      </dgm:t>
    </dgm:pt>
    <dgm:pt modelId="{149AE960-A375-41DE-9E31-4641EA243DBA}" type="sibTrans" cxnId="{FE5E8259-8BA9-4620-8AF5-08D8E874E642}">
      <dgm:prSet/>
      <dgm:spPr/>
      <dgm:t>
        <a:bodyPr/>
        <a:lstStyle/>
        <a:p>
          <a:endParaRPr lang="tr-TR"/>
        </a:p>
      </dgm:t>
    </dgm:pt>
    <dgm:pt modelId="{3B617FE8-28F4-4E4B-8093-4A3F6427F772}" type="pres">
      <dgm:prSet presAssocID="{E21DA965-01FC-467F-ADF7-0673192FE28E}" presName="root" presStyleCnt="0">
        <dgm:presLayoutVars>
          <dgm:dir/>
          <dgm:resizeHandles val="exact"/>
        </dgm:presLayoutVars>
      </dgm:prSet>
      <dgm:spPr/>
    </dgm:pt>
    <dgm:pt modelId="{4EF1F0D2-F7BE-4565-8FF8-17C75E316470}" type="pres">
      <dgm:prSet presAssocID="{5BD82904-DF03-4B98-9736-BEE04A12CA3F}" presName="compNode" presStyleCnt="0"/>
      <dgm:spPr/>
    </dgm:pt>
    <dgm:pt modelId="{569DE592-97A3-4689-95B4-D1A8D5CF7877}" type="pres">
      <dgm:prSet presAssocID="{5BD82904-DF03-4B98-9736-BEE04A12C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1B6B856-4BD6-48E3-A5E9-39C80C1E4485}" type="pres">
      <dgm:prSet presAssocID="{5BD82904-DF03-4B98-9736-BEE04A12CA3F}" presName="iconSpace" presStyleCnt="0"/>
      <dgm:spPr/>
    </dgm:pt>
    <dgm:pt modelId="{4ACD68AF-51EE-49F7-9A81-98AE646A5625}" type="pres">
      <dgm:prSet presAssocID="{5BD82904-DF03-4B98-9736-BEE04A12CA3F}" presName="parTx" presStyleLbl="revTx" presStyleIdx="0" presStyleCnt="6">
        <dgm:presLayoutVars>
          <dgm:chMax val="0"/>
          <dgm:chPref val="0"/>
        </dgm:presLayoutVars>
      </dgm:prSet>
      <dgm:spPr/>
    </dgm:pt>
    <dgm:pt modelId="{9EFFAB34-2450-40A7-BC7E-3A88B8507F50}" type="pres">
      <dgm:prSet presAssocID="{5BD82904-DF03-4B98-9736-BEE04A12CA3F}" presName="txSpace" presStyleCnt="0"/>
      <dgm:spPr/>
    </dgm:pt>
    <dgm:pt modelId="{6B511409-B2B5-4C8E-AD39-2E166BB8E344}" type="pres">
      <dgm:prSet presAssocID="{5BD82904-DF03-4B98-9736-BEE04A12CA3F}" presName="desTx" presStyleLbl="revTx" presStyleIdx="1" presStyleCnt="6">
        <dgm:presLayoutVars/>
      </dgm:prSet>
      <dgm:spPr/>
    </dgm:pt>
    <dgm:pt modelId="{C4A05CFE-B6F6-4D66-88C1-0BFC06593253}" type="pres">
      <dgm:prSet presAssocID="{1D7A3CA2-54E0-4730-907B-EFDB2B9E77E7}" presName="sibTrans" presStyleCnt="0"/>
      <dgm:spPr/>
    </dgm:pt>
    <dgm:pt modelId="{A0AF99EE-5CB3-416C-A2FD-E9C09AB9189C}" type="pres">
      <dgm:prSet presAssocID="{7CCE5DAE-15C8-4627-B3B4-AA210E427E55}" presName="compNode" presStyleCnt="0"/>
      <dgm:spPr/>
    </dgm:pt>
    <dgm:pt modelId="{DBD9635F-E030-4146-A01A-7121F918C6C3}" type="pres">
      <dgm:prSet presAssocID="{7CCE5DAE-15C8-4627-B3B4-AA210E427E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250587DD-200B-46B1-9F95-80B6F877A49F}" type="pres">
      <dgm:prSet presAssocID="{7CCE5DAE-15C8-4627-B3B4-AA210E427E55}" presName="iconSpace" presStyleCnt="0"/>
      <dgm:spPr/>
    </dgm:pt>
    <dgm:pt modelId="{3B67D10C-19BC-48F7-AD6F-03567768298D}" type="pres">
      <dgm:prSet presAssocID="{7CCE5DAE-15C8-4627-B3B4-AA210E427E55}" presName="parTx" presStyleLbl="revTx" presStyleIdx="2" presStyleCnt="6">
        <dgm:presLayoutVars>
          <dgm:chMax val="0"/>
          <dgm:chPref val="0"/>
        </dgm:presLayoutVars>
      </dgm:prSet>
      <dgm:spPr/>
    </dgm:pt>
    <dgm:pt modelId="{AFF62B10-30F2-4C31-924C-7455B3C91D9A}" type="pres">
      <dgm:prSet presAssocID="{7CCE5DAE-15C8-4627-B3B4-AA210E427E55}" presName="txSpace" presStyleCnt="0"/>
      <dgm:spPr/>
    </dgm:pt>
    <dgm:pt modelId="{4D211019-BDCB-45B6-9715-C7794C644B16}" type="pres">
      <dgm:prSet presAssocID="{7CCE5DAE-15C8-4627-B3B4-AA210E427E55}" presName="desTx" presStyleLbl="revTx" presStyleIdx="3" presStyleCnt="6">
        <dgm:presLayoutVars/>
      </dgm:prSet>
      <dgm:spPr/>
    </dgm:pt>
    <dgm:pt modelId="{64AEEB70-BA52-4994-9AB2-2EC8D623A240}" type="pres">
      <dgm:prSet presAssocID="{347E5FD6-A465-4605-A948-7007A6247759}" presName="sibTrans" presStyleCnt="0"/>
      <dgm:spPr/>
    </dgm:pt>
    <dgm:pt modelId="{B8182A63-9B08-4EC0-A43D-1EECCFC4D111}" type="pres">
      <dgm:prSet presAssocID="{F8C72C1B-2CD0-4E43-99C7-0974CD6EEF3F}" presName="compNode" presStyleCnt="0"/>
      <dgm:spPr/>
    </dgm:pt>
    <dgm:pt modelId="{07A06E55-9245-4BA2-9F67-4A05BFA5A9C6}" type="pres">
      <dgm:prSet presAssocID="{F8C72C1B-2CD0-4E43-99C7-0974CD6EEF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C2E4A69-8179-4646-AD76-82F2D5C2336C}" type="pres">
      <dgm:prSet presAssocID="{F8C72C1B-2CD0-4E43-99C7-0974CD6EEF3F}" presName="iconSpace" presStyleCnt="0"/>
      <dgm:spPr/>
    </dgm:pt>
    <dgm:pt modelId="{DACD3783-46CB-47C2-AA29-C5B35AD096B7}" type="pres">
      <dgm:prSet presAssocID="{F8C72C1B-2CD0-4E43-99C7-0974CD6EEF3F}" presName="parTx" presStyleLbl="revTx" presStyleIdx="4" presStyleCnt="6">
        <dgm:presLayoutVars>
          <dgm:chMax val="0"/>
          <dgm:chPref val="0"/>
        </dgm:presLayoutVars>
      </dgm:prSet>
      <dgm:spPr/>
    </dgm:pt>
    <dgm:pt modelId="{B3D5AE2B-5AC4-4B6D-9FE0-AB73C3572AFF}" type="pres">
      <dgm:prSet presAssocID="{F8C72C1B-2CD0-4E43-99C7-0974CD6EEF3F}" presName="txSpace" presStyleCnt="0"/>
      <dgm:spPr/>
    </dgm:pt>
    <dgm:pt modelId="{B58583B9-A8FE-42B7-8CFF-65335549B08C}" type="pres">
      <dgm:prSet presAssocID="{F8C72C1B-2CD0-4E43-99C7-0974CD6EEF3F}" presName="desTx" presStyleLbl="revTx" presStyleIdx="5" presStyleCnt="6">
        <dgm:presLayoutVars/>
      </dgm:prSet>
      <dgm:spPr/>
    </dgm:pt>
  </dgm:ptLst>
  <dgm:cxnLst>
    <dgm:cxn modelId="{92050100-01A7-4E0D-B7D5-541ADC93ED16}" srcId="{E21DA965-01FC-467F-ADF7-0673192FE28E}" destId="{7CCE5DAE-15C8-4627-B3B4-AA210E427E55}" srcOrd="1" destOrd="0" parTransId="{D2F22AE8-EC74-4387-B4BC-B20E43366FA9}" sibTransId="{347E5FD6-A465-4605-A948-7007A6247759}"/>
    <dgm:cxn modelId="{59EB5312-9D8C-4F0F-AFF6-D1E0F032D633}" srcId="{F8C72C1B-2CD0-4E43-99C7-0974CD6EEF3F}" destId="{16F6C61F-A0EC-45E7-BC1F-7FAD44880D1B}" srcOrd="0" destOrd="0" parTransId="{54A47640-327E-4A83-81E3-EBE67A27F156}" sibTransId="{2E168F52-C4C8-4731-80D6-027FF5B530E4}"/>
    <dgm:cxn modelId="{7482EB13-526E-4A80-BCD0-AD0D39BCE3D1}" type="presOf" srcId="{F8C72C1B-2CD0-4E43-99C7-0974CD6EEF3F}" destId="{DACD3783-46CB-47C2-AA29-C5B35AD096B7}" srcOrd="0" destOrd="0" presId="urn:microsoft.com/office/officeart/2018/5/layout/CenteredIconLabelDescriptionList"/>
    <dgm:cxn modelId="{A7A55428-0ECF-40A2-A000-266FD6A942ED}" type="presOf" srcId="{16F6C61F-A0EC-45E7-BC1F-7FAD44880D1B}" destId="{B58583B9-A8FE-42B7-8CFF-65335549B08C}" srcOrd="0" destOrd="0" presId="urn:microsoft.com/office/officeart/2018/5/layout/CenteredIconLabelDescriptionList"/>
    <dgm:cxn modelId="{33D02129-733C-4D24-B16D-7C1686A409BA}" srcId="{E21DA965-01FC-467F-ADF7-0673192FE28E}" destId="{F8C72C1B-2CD0-4E43-99C7-0974CD6EEF3F}" srcOrd="2" destOrd="0" parTransId="{B0208886-23DF-49ED-8D52-2E15E34ADF45}" sibTransId="{FB899141-7000-4E4B-8584-DA1F675756D7}"/>
    <dgm:cxn modelId="{F3B4F43B-80D2-4A74-9D66-A979FB9112C3}" type="presOf" srcId="{7CCE5DAE-15C8-4627-B3B4-AA210E427E55}" destId="{3B67D10C-19BC-48F7-AD6F-03567768298D}" srcOrd="0" destOrd="0" presId="urn:microsoft.com/office/officeart/2018/5/layout/CenteredIconLabelDescriptionList"/>
    <dgm:cxn modelId="{5BEE9D3C-C747-4291-93EB-D36A381E2B8E}" srcId="{7CCE5DAE-15C8-4627-B3B4-AA210E427E55}" destId="{473A32F0-A603-4DB2-9D75-BA23384D7196}" srcOrd="0" destOrd="0" parTransId="{E082D91E-9EDF-450D-95A3-091D0A262790}" sibTransId="{79176C02-E931-4B4D-9CFD-9077DD084DE4}"/>
    <dgm:cxn modelId="{95BA7068-62AC-457D-BEFB-BDE361264E51}" type="presOf" srcId="{28637AAB-70FB-4493-A85B-4A8C274025CC}" destId="{6B511409-B2B5-4C8E-AD39-2E166BB8E344}" srcOrd="0" destOrd="0" presId="urn:microsoft.com/office/officeart/2018/5/layout/CenteredIconLabelDescriptionList"/>
    <dgm:cxn modelId="{75BD5B4B-FA28-4884-9B7D-B7639BDA1368}" type="presOf" srcId="{E21DA965-01FC-467F-ADF7-0673192FE28E}" destId="{3B617FE8-28F4-4E4B-8093-4A3F6427F772}" srcOrd="0" destOrd="0" presId="urn:microsoft.com/office/officeart/2018/5/layout/CenteredIconLabelDescriptionList"/>
    <dgm:cxn modelId="{6290E96C-06A6-4FD1-A448-496A33072770}" type="presOf" srcId="{F9789B5E-B562-4411-BC0A-66A841FC052E}" destId="{6B511409-B2B5-4C8E-AD39-2E166BB8E344}" srcOrd="0" destOrd="1" presId="urn:microsoft.com/office/officeart/2018/5/layout/CenteredIconLabelDescriptionList"/>
    <dgm:cxn modelId="{782C4C6D-7F11-423D-A348-A003598D94F5}" type="presOf" srcId="{5BD82904-DF03-4B98-9736-BEE04A12CA3F}" destId="{4ACD68AF-51EE-49F7-9A81-98AE646A5625}" srcOrd="0" destOrd="0" presId="urn:microsoft.com/office/officeart/2018/5/layout/CenteredIconLabelDescriptionList"/>
    <dgm:cxn modelId="{FE5E8259-8BA9-4620-8AF5-08D8E874E642}" srcId="{5BD82904-DF03-4B98-9736-BEE04A12CA3F}" destId="{F9789B5E-B562-4411-BC0A-66A841FC052E}" srcOrd="1" destOrd="0" parTransId="{12793DE1-0AE9-45C7-8AD5-004946B3E75B}" sibTransId="{149AE960-A375-41DE-9E31-4641EA243DBA}"/>
    <dgm:cxn modelId="{76738FAF-02B2-4A55-ABFD-5BFA37878FC9}" srcId="{5BD82904-DF03-4B98-9736-BEE04A12CA3F}" destId="{28637AAB-70FB-4493-A85B-4A8C274025CC}" srcOrd="0" destOrd="0" parTransId="{1D9FFFB7-56C1-43F8-91C4-B42FC7A42C4B}" sibTransId="{76272390-095D-49AA-AFE7-DD354B9A9DAE}"/>
    <dgm:cxn modelId="{A5A47EB6-3748-4E86-8C7F-7AB0431A7223}" type="presOf" srcId="{473A32F0-A603-4DB2-9D75-BA23384D7196}" destId="{4D211019-BDCB-45B6-9715-C7794C644B16}" srcOrd="0" destOrd="0" presId="urn:microsoft.com/office/officeart/2018/5/layout/CenteredIconLabelDescriptionList"/>
    <dgm:cxn modelId="{C60AAFC6-ACC6-48AA-9736-61C4393809D5}" srcId="{E21DA965-01FC-467F-ADF7-0673192FE28E}" destId="{5BD82904-DF03-4B98-9736-BEE04A12CA3F}" srcOrd="0" destOrd="0" parTransId="{7A8BA902-3695-4A44-B0F5-DAA5E7DCB27B}" sibTransId="{1D7A3CA2-54E0-4730-907B-EFDB2B9E77E7}"/>
    <dgm:cxn modelId="{C68A0063-1B08-4800-967F-95E5163E6847}" type="presParOf" srcId="{3B617FE8-28F4-4E4B-8093-4A3F6427F772}" destId="{4EF1F0D2-F7BE-4565-8FF8-17C75E316470}" srcOrd="0" destOrd="0" presId="urn:microsoft.com/office/officeart/2018/5/layout/CenteredIconLabelDescriptionList"/>
    <dgm:cxn modelId="{179848F3-9087-4BB5-8C30-68F4130FF4E8}" type="presParOf" srcId="{4EF1F0D2-F7BE-4565-8FF8-17C75E316470}" destId="{569DE592-97A3-4689-95B4-D1A8D5CF7877}" srcOrd="0" destOrd="0" presId="urn:microsoft.com/office/officeart/2018/5/layout/CenteredIconLabelDescriptionList"/>
    <dgm:cxn modelId="{58B343AB-BC35-40CA-9EE0-ADD1BE18EC93}" type="presParOf" srcId="{4EF1F0D2-F7BE-4565-8FF8-17C75E316470}" destId="{F1B6B856-4BD6-48E3-A5E9-39C80C1E4485}" srcOrd="1" destOrd="0" presId="urn:microsoft.com/office/officeart/2018/5/layout/CenteredIconLabelDescriptionList"/>
    <dgm:cxn modelId="{54E46BBD-7099-4131-9F01-5B0D308300AC}" type="presParOf" srcId="{4EF1F0D2-F7BE-4565-8FF8-17C75E316470}" destId="{4ACD68AF-51EE-49F7-9A81-98AE646A5625}" srcOrd="2" destOrd="0" presId="urn:microsoft.com/office/officeart/2018/5/layout/CenteredIconLabelDescriptionList"/>
    <dgm:cxn modelId="{FBCFB08A-9F58-49F5-9A0D-12DF0DF9CF67}" type="presParOf" srcId="{4EF1F0D2-F7BE-4565-8FF8-17C75E316470}" destId="{9EFFAB34-2450-40A7-BC7E-3A88B8507F50}" srcOrd="3" destOrd="0" presId="urn:microsoft.com/office/officeart/2018/5/layout/CenteredIconLabelDescriptionList"/>
    <dgm:cxn modelId="{8B89B55C-D173-4D6F-9B06-7D8CB4AFD3D1}" type="presParOf" srcId="{4EF1F0D2-F7BE-4565-8FF8-17C75E316470}" destId="{6B511409-B2B5-4C8E-AD39-2E166BB8E344}" srcOrd="4" destOrd="0" presId="urn:microsoft.com/office/officeart/2018/5/layout/CenteredIconLabelDescriptionList"/>
    <dgm:cxn modelId="{5F005861-3EC6-441A-9EC2-9CDEC7F5073F}" type="presParOf" srcId="{3B617FE8-28F4-4E4B-8093-4A3F6427F772}" destId="{C4A05CFE-B6F6-4D66-88C1-0BFC06593253}" srcOrd="1" destOrd="0" presId="urn:microsoft.com/office/officeart/2018/5/layout/CenteredIconLabelDescriptionList"/>
    <dgm:cxn modelId="{334F7AE3-829B-428C-A7A0-E01CE81BF2CA}" type="presParOf" srcId="{3B617FE8-28F4-4E4B-8093-4A3F6427F772}" destId="{A0AF99EE-5CB3-416C-A2FD-E9C09AB9189C}" srcOrd="2" destOrd="0" presId="urn:microsoft.com/office/officeart/2018/5/layout/CenteredIconLabelDescriptionList"/>
    <dgm:cxn modelId="{C9EC61E3-99F9-402C-9EC2-F8DE19B5BB28}" type="presParOf" srcId="{A0AF99EE-5CB3-416C-A2FD-E9C09AB9189C}" destId="{DBD9635F-E030-4146-A01A-7121F918C6C3}" srcOrd="0" destOrd="0" presId="urn:microsoft.com/office/officeart/2018/5/layout/CenteredIconLabelDescriptionList"/>
    <dgm:cxn modelId="{DC68DA9D-8084-404C-A76B-13E8FDD080FD}" type="presParOf" srcId="{A0AF99EE-5CB3-416C-A2FD-E9C09AB9189C}" destId="{250587DD-200B-46B1-9F95-80B6F877A49F}" srcOrd="1" destOrd="0" presId="urn:microsoft.com/office/officeart/2018/5/layout/CenteredIconLabelDescriptionList"/>
    <dgm:cxn modelId="{A8B8CFB4-28CE-4FFA-89F0-49F928074D8D}" type="presParOf" srcId="{A0AF99EE-5CB3-416C-A2FD-E9C09AB9189C}" destId="{3B67D10C-19BC-48F7-AD6F-03567768298D}" srcOrd="2" destOrd="0" presId="urn:microsoft.com/office/officeart/2018/5/layout/CenteredIconLabelDescriptionList"/>
    <dgm:cxn modelId="{61BE239C-E537-4DCD-AC22-8B7944123E48}" type="presParOf" srcId="{A0AF99EE-5CB3-416C-A2FD-E9C09AB9189C}" destId="{AFF62B10-30F2-4C31-924C-7455B3C91D9A}" srcOrd="3" destOrd="0" presId="urn:microsoft.com/office/officeart/2018/5/layout/CenteredIconLabelDescriptionList"/>
    <dgm:cxn modelId="{136F1B45-C6E1-4CA1-A6B9-4826A16BF858}" type="presParOf" srcId="{A0AF99EE-5CB3-416C-A2FD-E9C09AB9189C}" destId="{4D211019-BDCB-45B6-9715-C7794C644B16}" srcOrd="4" destOrd="0" presId="urn:microsoft.com/office/officeart/2018/5/layout/CenteredIconLabelDescriptionList"/>
    <dgm:cxn modelId="{EA7828AF-77E4-4BEB-B1FC-38476E1DE98C}" type="presParOf" srcId="{3B617FE8-28F4-4E4B-8093-4A3F6427F772}" destId="{64AEEB70-BA52-4994-9AB2-2EC8D623A240}" srcOrd="3" destOrd="0" presId="urn:microsoft.com/office/officeart/2018/5/layout/CenteredIconLabelDescriptionList"/>
    <dgm:cxn modelId="{721A094E-0C52-4DEB-A823-DEA8C39C40B8}" type="presParOf" srcId="{3B617FE8-28F4-4E4B-8093-4A3F6427F772}" destId="{B8182A63-9B08-4EC0-A43D-1EECCFC4D111}" srcOrd="4" destOrd="0" presId="urn:microsoft.com/office/officeart/2018/5/layout/CenteredIconLabelDescriptionList"/>
    <dgm:cxn modelId="{B13816E5-05C3-4E66-9A06-918917B84185}" type="presParOf" srcId="{B8182A63-9B08-4EC0-A43D-1EECCFC4D111}" destId="{07A06E55-9245-4BA2-9F67-4A05BFA5A9C6}" srcOrd="0" destOrd="0" presId="urn:microsoft.com/office/officeart/2018/5/layout/CenteredIconLabelDescriptionList"/>
    <dgm:cxn modelId="{3F472893-2C90-473C-9B50-03CC9F19DA3D}" type="presParOf" srcId="{B8182A63-9B08-4EC0-A43D-1EECCFC4D111}" destId="{1C2E4A69-8179-4646-AD76-82F2D5C2336C}" srcOrd="1" destOrd="0" presId="urn:microsoft.com/office/officeart/2018/5/layout/CenteredIconLabelDescriptionList"/>
    <dgm:cxn modelId="{8B8A4B85-E928-4253-BE69-8256739CC970}" type="presParOf" srcId="{B8182A63-9B08-4EC0-A43D-1EECCFC4D111}" destId="{DACD3783-46CB-47C2-AA29-C5B35AD096B7}" srcOrd="2" destOrd="0" presId="urn:microsoft.com/office/officeart/2018/5/layout/CenteredIconLabelDescriptionList"/>
    <dgm:cxn modelId="{0E49CFD7-FF6C-48C3-907A-741842CC89E3}" type="presParOf" srcId="{B8182A63-9B08-4EC0-A43D-1EECCFC4D111}" destId="{B3D5AE2B-5AC4-4B6D-9FE0-AB73C3572AFF}" srcOrd="3" destOrd="0" presId="urn:microsoft.com/office/officeart/2018/5/layout/CenteredIconLabelDescriptionList"/>
    <dgm:cxn modelId="{76612955-8023-42F7-8E87-8FCE74682295}" type="presParOf" srcId="{B8182A63-9B08-4EC0-A43D-1EECCFC4D111}" destId="{B58583B9-A8FE-42B7-8CFF-65335549B0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21DA965-01FC-467F-ADF7-0673192FE28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93843AA-884E-4FEE-83B2-83314E0252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Signatures on Messages</a:t>
          </a:r>
        </a:p>
      </dgm:t>
    </dgm:pt>
    <dgm:pt modelId="{5FC6F462-2FE7-4817-BF8C-63ECB8712391}" type="parTrans" cxnId="{ED738141-0761-4A78-8119-F2DF8CD8E8C0}">
      <dgm:prSet/>
      <dgm:spPr/>
      <dgm:t>
        <a:bodyPr/>
        <a:lstStyle/>
        <a:p>
          <a:endParaRPr lang="tr-TR"/>
        </a:p>
      </dgm:t>
    </dgm:pt>
    <dgm:pt modelId="{811C72DD-D8CA-416C-9A5D-CBD5FB3D4498}" type="sibTrans" cxnId="{ED738141-0761-4A78-8119-F2DF8CD8E8C0}">
      <dgm:prSet/>
      <dgm:spPr/>
      <dgm:t>
        <a:bodyPr/>
        <a:lstStyle/>
        <a:p>
          <a:endParaRPr lang="tr-TR"/>
        </a:p>
      </dgm:t>
    </dgm:pt>
    <dgm:pt modelId="{894353DE-498D-4BA4-980C-C26FEF8C5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is a mathematical relationship</a:t>
          </a:r>
          <a:endParaRPr lang="tr-TR" dirty="0"/>
        </a:p>
      </dgm:t>
    </dgm:pt>
    <dgm:pt modelId="{8C6F865E-B121-44E4-AE63-5E4D3ABB9750}" type="parTrans" cxnId="{408ABC80-4DFD-4EF8-95FD-CD87B0FD00C9}">
      <dgm:prSet/>
      <dgm:spPr/>
      <dgm:t>
        <a:bodyPr/>
        <a:lstStyle/>
        <a:p>
          <a:endParaRPr lang="tr-TR"/>
        </a:p>
      </dgm:t>
    </dgm:pt>
    <dgm:pt modelId="{6C96E210-5A0B-4D4B-ADEF-7715654AC305}" type="sibTrans" cxnId="{408ABC80-4DFD-4EF8-95FD-CD87B0FD00C9}">
      <dgm:prSet/>
      <dgm:spPr/>
      <dgm:t>
        <a:bodyPr/>
        <a:lstStyle/>
        <a:p>
          <a:endParaRPr lang="tr-TR"/>
        </a:p>
      </dgm:t>
    </dgm:pt>
    <dgm:pt modelId="{CC78551E-27E1-426B-9857-C0C095D952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</a:t>
          </a:r>
          <a:r>
            <a:rPr lang="tr-TR" dirty="0"/>
            <a:t>is</a:t>
          </a:r>
          <a:r>
            <a:rPr lang="en-US" dirty="0"/>
            <a:t> used</a:t>
          </a:r>
          <a:endParaRPr lang="tr-TR" dirty="0"/>
        </a:p>
      </dgm:t>
    </dgm:pt>
    <dgm:pt modelId="{8D29B87B-DC23-456D-8643-04D1CE249691}" type="parTrans" cxnId="{4C1B64E3-564E-4B62-A50A-EA42E5A1D4F5}">
      <dgm:prSet/>
      <dgm:spPr/>
      <dgm:t>
        <a:bodyPr/>
        <a:lstStyle/>
        <a:p>
          <a:endParaRPr lang="tr-TR"/>
        </a:p>
      </dgm:t>
    </dgm:pt>
    <dgm:pt modelId="{0BF44111-CAA8-4B32-99AB-15EF6F813F09}" type="sibTrans" cxnId="{4C1B64E3-564E-4B62-A50A-EA42E5A1D4F5}">
      <dgm:prSet/>
      <dgm:spPr/>
      <dgm:t>
        <a:bodyPr/>
        <a:lstStyle/>
        <a:p>
          <a:endParaRPr lang="tr-TR"/>
        </a:p>
      </dgm:t>
    </dgm:pt>
    <dgm:pt modelId="{5E0F7994-100B-4AA9-AE8A-34C8B43F6C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signature</a:t>
          </a:r>
          <a:r>
            <a:rPr lang="tr-TR" dirty="0"/>
            <a:t> </a:t>
          </a:r>
          <a:r>
            <a:rPr lang="en-US" dirty="0"/>
            <a:t>can be validated against the public key</a:t>
          </a:r>
          <a:endParaRPr lang="tr-TR" dirty="0"/>
        </a:p>
      </dgm:t>
    </dgm:pt>
    <dgm:pt modelId="{C303C189-1B5C-4FD9-9128-52B498529C5B}" type="parTrans" cxnId="{0E04C585-ED73-41C6-B158-E0B132B87F44}">
      <dgm:prSet/>
      <dgm:spPr/>
      <dgm:t>
        <a:bodyPr/>
        <a:lstStyle/>
        <a:p>
          <a:endParaRPr lang="tr-TR"/>
        </a:p>
      </dgm:t>
    </dgm:pt>
    <dgm:pt modelId="{482EFA50-34B1-4FCD-9172-765F751F4759}" type="sibTrans" cxnId="{0E04C585-ED73-41C6-B158-E0B132B87F44}">
      <dgm:prSet/>
      <dgm:spPr/>
      <dgm:t>
        <a:bodyPr/>
        <a:lstStyle/>
        <a:p>
          <a:endParaRPr lang="tr-TR"/>
        </a:p>
      </dgm:t>
    </dgm:pt>
    <dgm:pt modelId="{5FB153A2-7276-4E61-9CF7-682A699E63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Signatures from private key</a:t>
          </a:r>
        </a:p>
      </dgm:t>
    </dgm:pt>
    <dgm:pt modelId="{5D1B1CC5-0DC2-408B-B5CD-CE271A4A2ED4}" type="parTrans" cxnId="{A43DD555-4FE5-46D9-BB77-C623A643DB11}">
      <dgm:prSet/>
      <dgm:spPr/>
      <dgm:t>
        <a:bodyPr/>
        <a:lstStyle/>
        <a:p>
          <a:endParaRPr lang="tr-TR"/>
        </a:p>
      </dgm:t>
    </dgm:pt>
    <dgm:pt modelId="{26B6A624-1FF8-4B70-B5CF-ABBC65108FDE}" type="sibTrans" cxnId="{A43DD555-4FE5-46D9-BB77-C623A643DB11}">
      <dgm:prSet/>
      <dgm:spPr/>
      <dgm:t>
        <a:bodyPr/>
        <a:lstStyle/>
        <a:p>
          <a:endParaRPr lang="tr-TR"/>
        </a:p>
      </dgm:t>
    </dgm:pt>
    <dgm:pt modelId="{6119E28A-BF14-4D86-B190-950B0F3AB3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 of Signature</a:t>
          </a:r>
        </a:p>
      </dgm:t>
    </dgm:pt>
    <dgm:pt modelId="{5881EA44-1ED3-4E4C-BBA3-70CC863EC2EB}" type="parTrans" cxnId="{FD3B5BDF-A715-4BAC-8AD8-F5DB28927715}">
      <dgm:prSet/>
      <dgm:spPr/>
      <dgm:t>
        <a:bodyPr/>
        <a:lstStyle/>
        <a:p>
          <a:endParaRPr lang="tr-TR"/>
        </a:p>
      </dgm:t>
    </dgm:pt>
    <dgm:pt modelId="{147DB4AD-B340-4A69-B189-03D87E6BF76F}" type="sibTrans" cxnId="{FD3B5BDF-A715-4BAC-8AD8-F5DB28927715}">
      <dgm:prSet/>
      <dgm:spPr/>
      <dgm:t>
        <a:bodyPr/>
        <a:lstStyle/>
        <a:p>
          <a:endParaRPr lang="tr-TR"/>
        </a:p>
      </dgm:t>
    </dgm:pt>
    <dgm:pt modelId="{67200103-AD6C-4619-951A-B3F54CD19D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between </a:t>
          </a:r>
          <a:r>
            <a:rPr lang="en-US" dirty="0"/>
            <a:t>the public and the private key</a:t>
          </a:r>
          <a:endParaRPr lang="tr-TR" dirty="0"/>
        </a:p>
      </dgm:t>
    </dgm:pt>
    <dgm:pt modelId="{BEB0B040-B8B5-4D04-A8B1-CD0B5D55813F}" type="parTrans" cxnId="{7CB32704-FBB1-4D8A-BBA4-F11F3552C4AD}">
      <dgm:prSet/>
      <dgm:spPr/>
      <dgm:t>
        <a:bodyPr/>
        <a:lstStyle/>
        <a:p>
          <a:endParaRPr lang="tr-TR"/>
        </a:p>
      </dgm:t>
    </dgm:pt>
    <dgm:pt modelId="{6D001C44-3321-4692-BE96-E9CAAE73D51B}" type="sibTrans" cxnId="{7CB32704-FBB1-4D8A-BBA4-F11F3552C4AD}">
      <dgm:prSet/>
      <dgm:spPr/>
      <dgm:t>
        <a:bodyPr/>
        <a:lstStyle/>
        <a:p>
          <a:endParaRPr lang="tr-TR"/>
        </a:p>
      </dgm:t>
    </dgm:pt>
    <dgm:pt modelId="{DEF74B60-0E77-4E7B-A522-6B80C0B58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generate signatures on messages. </a:t>
          </a:r>
          <a:endParaRPr lang="tr-TR" dirty="0"/>
        </a:p>
      </dgm:t>
    </dgm:pt>
    <dgm:pt modelId="{58FCA54B-1570-4D45-B325-72D59BDFC337}" type="parTrans" cxnId="{B7C20AB7-BF6C-49B0-949C-1444231E73A3}">
      <dgm:prSet/>
      <dgm:spPr/>
      <dgm:t>
        <a:bodyPr/>
        <a:lstStyle/>
        <a:p>
          <a:endParaRPr lang="tr-TR"/>
        </a:p>
      </dgm:t>
    </dgm:pt>
    <dgm:pt modelId="{990B6BBD-7560-444F-99B3-55695AD9409C}" type="sibTrans" cxnId="{B7C20AB7-BF6C-49B0-949C-1444231E73A3}">
      <dgm:prSet/>
      <dgm:spPr/>
      <dgm:t>
        <a:bodyPr/>
        <a:lstStyle/>
        <a:p>
          <a:endParaRPr lang="tr-TR"/>
        </a:p>
      </dgm:t>
    </dgm:pt>
    <dgm:pt modelId="{0AB3F779-17D2-426C-9E21-0A207A606D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without revealing the private key.</a:t>
          </a:r>
          <a:endParaRPr lang="tr-TR" dirty="0"/>
        </a:p>
      </dgm:t>
    </dgm:pt>
    <dgm:pt modelId="{CE7ADD90-F989-4023-B454-4442668E4460}" type="parTrans" cxnId="{B82C3416-626F-44C9-8602-45821CA07C2F}">
      <dgm:prSet/>
      <dgm:spPr/>
      <dgm:t>
        <a:bodyPr/>
        <a:lstStyle/>
        <a:p>
          <a:endParaRPr lang="tr-TR"/>
        </a:p>
      </dgm:t>
    </dgm:pt>
    <dgm:pt modelId="{96A3DC40-156D-4FA2-8B45-8C4C912679F9}" type="sibTrans" cxnId="{B82C3416-626F-44C9-8602-45821CA07C2F}">
      <dgm:prSet/>
      <dgm:spPr/>
      <dgm:t>
        <a:bodyPr/>
        <a:lstStyle/>
        <a:p>
          <a:endParaRPr lang="tr-TR"/>
        </a:p>
      </dgm:t>
    </dgm:pt>
    <dgm:pt modelId="{91C758BC-A70D-4EEB-8A1A-71370268E507}" type="pres">
      <dgm:prSet presAssocID="{E21DA965-01FC-467F-ADF7-0673192FE28E}" presName="root" presStyleCnt="0">
        <dgm:presLayoutVars>
          <dgm:dir/>
          <dgm:resizeHandles val="exact"/>
        </dgm:presLayoutVars>
      </dgm:prSet>
      <dgm:spPr/>
    </dgm:pt>
    <dgm:pt modelId="{70A82BEB-AEC0-41F7-A87D-7989358CEA5B}" type="pres">
      <dgm:prSet presAssocID="{593843AA-884E-4FEE-83B2-83314E0252B4}" presName="compNode" presStyleCnt="0"/>
      <dgm:spPr/>
    </dgm:pt>
    <dgm:pt modelId="{6394886F-98A7-44C4-B7E8-A339837B470C}" type="pres">
      <dgm:prSet presAssocID="{593843AA-884E-4FEE-83B2-83314E0252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9D43769-8066-489F-9AE1-43AA3FF216D7}" type="pres">
      <dgm:prSet presAssocID="{593843AA-884E-4FEE-83B2-83314E0252B4}" presName="iconSpace" presStyleCnt="0"/>
      <dgm:spPr/>
    </dgm:pt>
    <dgm:pt modelId="{5C333D8A-C5C6-46EB-BE91-2BD3B2BF884A}" type="pres">
      <dgm:prSet presAssocID="{593843AA-884E-4FEE-83B2-83314E0252B4}" presName="parTx" presStyleLbl="revTx" presStyleIdx="0" presStyleCnt="6">
        <dgm:presLayoutVars>
          <dgm:chMax val="0"/>
          <dgm:chPref val="0"/>
        </dgm:presLayoutVars>
      </dgm:prSet>
      <dgm:spPr/>
    </dgm:pt>
    <dgm:pt modelId="{418A5886-4D75-4678-A08F-3E3310F71F86}" type="pres">
      <dgm:prSet presAssocID="{593843AA-884E-4FEE-83B2-83314E0252B4}" presName="txSpace" presStyleCnt="0"/>
      <dgm:spPr/>
    </dgm:pt>
    <dgm:pt modelId="{2E24FFB5-5B1A-4AC8-803C-6E34481C4B09}" type="pres">
      <dgm:prSet presAssocID="{593843AA-884E-4FEE-83B2-83314E0252B4}" presName="desTx" presStyleLbl="revTx" presStyleIdx="1" presStyleCnt="6">
        <dgm:presLayoutVars/>
      </dgm:prSet>
      <dgm:spPr/>
    </dgm:pt>
    <dgm:pt modelId="{BA83651E-92C7-49FA-9C35-3664BB8C4DDE}" type="pres">
      <dgm:prSet presAssocID="{811C72DD-D8CA-416C-9A5D-CBD5FB3D4498}" presName="sibTrans" presStyleCnt="0"/>
      <dgm:spPr/>
    </dgm:pt>
    <dgm:pt modelId="{ED24EB13-8E75-4CFE-A858-F85711996867}" type="pres">
      <dgm:prSet presAssocID="{5FB153A2-7276-4E61-9CF7-682A699E6379}" presName="compNode" presStyleCnt="0"/>
      <dgm:spPr/>
    </dgm:pt>
    <dgm:pt modelId="{B705E8AD-0068-4000-A26C-089A0CA7285A}" type="pres">
      <dgm:prSet presAssocID="{5FB153A2-7276-4E61-9CF7-682A699E63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E7B9441-CA45-4CE9-B5BC-26BF01A3D869}" type="pres">
      <dgm:prSet presAssocID="{5FB153A2-7276-4E61-9CF7-682A699E6379}" presName="iconSpace" presStyleCnt="0"/>
      <dgm:spPr/>
    </dgm:pt>
    <dgm:pt modelId="{A618717B-E9BE-4EFD-811F-6BAA343CF7F9}" type="pres">
      <dgm:prSet presAssocID="{5FB153A2-7276-4E61-9CF7-682A699E6379}" presName="parTx" presStyleLbl="revTx" presStyleIdx="2" presStyleCnt="6">
        <dgm:presLayoutVars>
          <dgm:chMax val="0"/>
          <dgm:chPref val="0"/>
        </dgm:presLayoutVars>
      </dgm:prSet>
      <dgm:spPr/>
    </dgm:pt>
    <dgm:pt modelId="{588EA33D-02C9-4141-97F9-B2324C59811F}" type="pres">
      <dgm:prSet presAssocID="{5FB153A2-7276-4E61-9CF7-682A699E6379}" presName="txSpace" presStyleCnt="0"/>
      <dgm:spPr/>
    </dgm:pt>
    <dgm:pt modelId="{96E05FF0-C983-42AF-891A-BA83C5EC7425}" type="pres">
      <dgm:prSet presAssocID="{5FB153A2-7276-4E61-9CF7-682A699E6379}" presName="desTx" presStyleLbl="revTx" presStyleIdx="3" presStyleCnt="6">
        <dgm:presLayoutVars/>
      </dgm:prSet>
      <dgm:spPr/>
    </dgm:pt>
    <dgm:pt modelId="{2EA7A744-64F4-4602-B192-029F9ED3BDCB}" type="pres">
      <dgm:prSet presAssocID="{26B6A624-1FF8-4B70-B5CF-ABBC65108FDE}" presName="sibTrans" presStyleCnt="0"/>
      <dgm:spPr/>
    </dgm:pt>
    <dgm:pt modelId="{39C18009-90C1-40EA-A555-FDAE4C4D1545}" type="pres">
      <dgm:prSet presAssocID="{6119E28A-BF14-4D86-B190-950B0F3AB3E7}" presName="compNode" presStyleCnt="0"/>
      <dgm:spPr/>
    </dgm:pt>
    <dgm:pt modelId="{251E4530-8778-411C-9C0D-0B3987B99A07}" type="pres">
      <dgm:prSet presAssocID="{6119E28A-BF14-4D86-B190-950B0F3AB3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C741DAA-0D27-4EA7-9FCF-51C0CA8F6D74}" type="pres">
      <dgm:prSet presAssocID="{6119E28A-BF14-4D86-B190-950B0F3AB3E7}" presName="iconSpace" presStyleCnt="0"/>
      <dgm:spPr/>
    </dgm:pt>
    <dgm:pt modelId="{01E9AAD7-694A-4E7D-A261-3C1C9DFC3EC0}" type="pres">
      <dgm:prSet presAssocID="{6119E28A-BF14-4D86-B190-950B0F3AB3E7}" presName="parTx" presStyleLbl="revTx" presStyleIdx="4" presStyleCnt="6">
        <dgm:presLayoutVars>
          <dgm:chMax val="0"/>
          <dgm:chPref val="0"/>
        </dgm:presLayoutVars>
      </dgm:prSet>
      <dgm:spPr/>
    </dgm:pt>
    <dgm:pt modelId="{4873B132-96F4-4FEA-913E-4C20A27E8793}" type="pres">
      <dgm:prSet presAssocID="{6119E28A-BF14-4D86-B190-950B0F3AB3E7}" presName="txSpace" presStyleCnt="0"/>
      <dgm:spPr/>
    </dgm:pt>
    <dgm:pt modelId="{C9E16FC9-ABCE-4555-9F1E-8F86D1C73AB0}" type="pres">
      <dgm:prSet presAssocID="{6119E28A-BF14-4D86-B190-950B0F3AB3E7}" presName="desTx" presStyleLbl="revTx" presStyleIdx="5" presStyleCnt="6">
        <dgm:presLayoutVars/>
      </dgm:prSet>
      <dgm:spPr/>
    </dgm:pt>
  </dgm:ptLst>
  <dgm:cxnLst>
    <dgm:cxn modelId="{7CB32704-FBB1-4D8A-BBA4-F11F3552C4AD}" srcId="{593843AA-884E-4FEE-83B2-83314E0252B4}" destId="{67200103-AD6C-4619-951A-B3F54CD19D92}" srcOrd="1" destOrd="0" parTransId="{BEB0B040-B8B5-4D04-A8B1-CD0B5D55813F}" sibTransId="{6D001C44-3321-4692-BE96-E9CAAE73D51B}"/>
    <dgm:cxn modelId="{CD4E4404-DA8D-4FE7-BDF9-6902201FAF82}" type="presOf" srcId="{67200103-AD6C-4619-951A-B3F54CD19D92}" destId="{2E24FFB5-5B1A-4AC8-803C-6E34481C4B09}" srcOrd="0" destOrd="1" presId="urn:microsoft.com/office/officeart/2018/5/layout/CenteredIconLabelDescriptionList"/>
    <dgm:cxn modelId="{D9610B16-BECF-448F-B4EC-C1820D3A9FE6}" type="presOf" srcId="{6119E28A-BF14-4D86-B190-950B0F3AB3E7}" destId="{01E9AAD7-694A-4E7D-A261-3C1C9DFC3EC0}" srcOrd="0" destOrd="0" presId="urn:microsoft.com/office/officeart/2018/5/layout/CenteredIconLabelDescriptionList"/>
    <dgm:cxn modelId="{B82C3416-626F-44C9-8602-45821CA07C2F}" srcId="{6119E28A-BF14-4D86-B190-950B0F3AB3E7}" destId="{0AB3F779-17D2-426C-9E21-0A207A606D66}" srcOrd="1" destOrd="0" parTransId="{CE7ADD90-F989-4023-B454-4442668E4460}" sibTransId="{96A3DC40-156D-4FA2-8B45-8C4C912679F9}"/>
    <dgm:cxn modelId="{A4179A1E-E345-422B-A8BE-7A3C165AE5EE}" type="presOf" srcId="{CC78551E-27E1-426B-9857-C0C095D952FE}" destId="{96E05FF0-C983-42AF-891A-BA83C5EC7425}" srcOrd="0" destOrd="0" presId="urn:microsoft.com/office/officeart/2018/5/layout/CenteredIconLabelDescriptionList"/>
    <dgm:cxn modelId="{BF1FBC2C-4314-40AB-AFC4-6F999DB5AE70}" type="presOf" srcId="{DEF74B60-0E77-4E7B-A522-6B80C0B58AFB}" destId="{96E05FF0-C983-42AF-891A-BA83C5EC7425}" srcOrd="0" destOrd="1" presId="urn:microsoft.com/office/officeart/2018/5/layout/CenteredIconLabelDescriptionList"/>
    <dgm:cxn modelId="{1F4AA840-473C-4CE6-A0CE-F620D0CC18D1}" type="presOf" srcId="{0AB3F779-17D2-426C-9E21-0A207A606D66}" destId="{C9E16FC9-ABCE-4555-9F1E-8F86D1C73AB0}" srcOrd="0" destOrd="1" presId="urn:microsoft.com/office/officeart/2018/5/layout/CenteredIconLabelDescriptionList"/>
    <dgm:cxn modelId="{ED738141-0761-4A78-8119-F2DF8CD8E8C0}" srcId="{E21DA965-01FC-467F-ADF7-0673192FE28E}" destId="{593843AA-884E-4FEE-83B2-83314E0252B4}" srcOrd="0" destOrd="0" parTransId="{5FC6F462-2FE7-4817-BF8C-63ECB8712391}" sibTransId="{811C72DD-D8CA-416C-9A5D-CBD5FB3D4498}"/>
    <dgm:cxn modelId="{FF971746-CCED-4967-866F-586A48310BF7}" type="presOf" srcId="{593843AA-884E-4FEE-83B2-83314E0252B4}" destId="{5C333D8A-C5C6-46EB-BE91-2BD3B2BF884A}" srcOrd="0" destOrd="0" presId="urn:microsoft.com/office/officeart/2018/5/layout/CenteredIconLabelDescriptionList"/>
    <dgm:cxn modelId="{61D58C4E-3DBD-433F-A432-3BA63CC6B118}" type="presOf" srcId="{5FB153A2-7276-4E61-9CF7-682A699E6379}" destId="{A618717B-E9BE-4EFD-811F-6BAA343CF7F9}" srcOrd="0" destOrd="0" presId="urn:microsoft.com/office/officeart/2018/5/layout/CenteredIconLabelDescriptionList"/>
    <dgm:cxn modelId="{A43DD555-4FE5-46D9-BB77-C623A643DB11}" srcId="{E21DA965-01FC-467F-ADF7-0673192FE28E}" destId="{5FB153A2-7276-4E61-9CF7-682A699E6379}" srcOrd="1" destOrd="0" parTransId="{5D1B1CC5-0DC2-408B-B5CD-CE271A4A2ED4}" sibTransId="{26B6A624-1FF8-4B70-B5CF-ABBC65108FDE}"/>
    <dgm:cxn modelId="{408ABC80-4DFD-4EF8-95FD-CD87B0FD00C9}" srcId="{593843AA-884E-4FEE-83B2-83314E0252B4}" destId="{894353DE-498D-4BA4-980C-C26FEF8C54B9}" srcOrd="0" destOrd="0" parTransId="{8C6F865E-B121-44E4-AE63-5E4D3ABB9750}" sibTransId="{6C96E210-5A0B-4D4B-ADEF-7715654AC305}"/>
    <dgm:cxn modelId="{0E04C585-ED73-41C6-B158-E0B132B87F44}" srcId="{6119E28A-BF14-4D86-B190-950B0F3AB3E7}" destId="{5E0F7994-100B-4AA9-AE8A-34C8B43F6C99}" srcOrd="0" destOrd="0" parTransId="{C303C189-1B5C-4FD9-9128-52B498529C5B}" sibTransId="{482EFA50-34B1-4FCD-9172-765F751F4759}"/>
    <dgm:cxn modelId="{5662F693-E333-4D08-97AA-802D35D0FD82}" type="presOf" srcId="{894353DE-498D-4BA4-980C-C26FEF8C54B9}" destId="{2E24FFB5-5B1A-4AC8-803C-6E34481C4B09}" srcOrd="0" destOrd="0" presId="urn:microsoft.com/office/officeart/2018/5/layout/CenteredIconLabelDescriptionList"/>
    <dgm:cxn modelId="{B7C20AB7-BF6C-49B0-949C-1444231E73A3}" srcId="{5FB153A2-7276-4E61-9CF7-682A699E6379}" destId="{DEF74B60-0E77-4E7B-A522-6B80C0B58AFB}" srcOrd="1" destOrd="0" parTransId="{58FCA54B-1570-4D45-B325-72D59BDFC337}" sibTransId="{990B6BBD-7560-444F-99B3-55695AD9409C}"/>
    <dgm:cxn modelId="{C08C8AC9-A563-4434-B6F9-7468610AC1E1}" type="presOf" srcId="{E21DA965-01FC-467F-ADF7-0673192FE28E}" destId="{91C758BC-A70D-4EEB-8A1A-71370268E507}" srcOrd="0" destOrd="0" presId="urn:microsoft.com/office/officeart/2018/5/layout/CenteredIconLabelDescriptionList"/>
    <dgm:cxn modelId="{885FB7D2-5D52-4B47-8C09-5E223A8BA8E2}" type="presOf" srcId="{5E0F7994-100B-4AA9-AE8A-34C8B43F6C99}" destId="{C9E16FC9-ABCE-4555-9F1E-8F86D1C73AB0}" srcOrd="0" destOrd="0" presId="urn:microsoft.com/office/officeart/2018/5/layout/CenteredIconLabelDescriptionList"/>
    <dgm:cxn modelId="{FD3B5BDF-A715-4BAC-8AD8-F5DB28927715}" srcId="{E21DA965-01FC-467F-ADF7-0673192FE28E}" destId="{6119E28A-BF14-4D86-B190-950B0F3AB3E7}" srcOrd="2" destOrd="0" parTransId="{5881EA44-1ED3-4E4C-BBA3-70CC863EC2EB}" sibTransId="{147DB4AD-B340-4A69-B189-03D87E6BF76F}"/>
    <dgm:cxn modelId="{4C1B64E3-564E-4B62-A50A-EA42E5A1D4F5}" srcId="{5FB153A2-7276-4E61-9CF7-682A699E6379}" destId="{CC78551E-27E1-426B-9857-C0C095D952FE}" srcOrd="0" destOrd="0" parTransId="{8D29B87B-DC23-456D-8643-04D1CE249691}" sibTransId="{0BF44111-CAA8-4B32-99AB-15EF6F813F09}"/>
    <dgm:cxn modelId="{0868BC4C-031F-45F9-8AA2-0F91F18C0FEB}" type="presParOf" srcId="{91C758BC-A70D-4EEB-8A1A-71370268E507}" destId="{70A82BEB-AEC0-41F7-A87D-7989358CEA5B}" srcOrd="0" destOrd="0" presId="urn:microsoft.com/office/officeart/2018/5/layout/CenteredIconLabelDescriptionList"/>
    <dgm:cxn modelId="{166F772C-4835-4E56-B9A0-3F62ABC41BA7}" type="presParOf" srcId="{70A82BEB-AEC0-41F7-A87D-7989358CEA5B}" destId="{6394886F-98A7-44C4-B7E8-A339837B470C}" srcOrd="0" destOrd="0" presId="urn:microsoft.com/office/officeart/2018/5/layout/CenteredIconLabelDescriptionList"/>
    <dgm:cxn modelId="{DC78F838-B6BA-4B0E-94BC-728E97B1B91E}" type="presParOf" srcId="{70A82BEB-AEC0-41F7-A87D-7989358CEA5B}" destId="{79D43769-8066-489F-9AE1-43AA3FF216D7}" srcOrd="1" destOrd="0" presId="urn:microsoft.com/office/officeart/2018/5/layout/CenteredIconLabelDescriptionList"/>
    <dgm:cxn modelId="{8899A50C-47D6-42CC-99E1-1E6A1BF553E2}" type="presParOf" srcId="{70A82BEB-AEC0-41F7-A87D-7989358CEA5B}" destId="{5C333D8A-C5C6-46EB-BE91-2BD3B2BF884A}" srcOrd="2" destOrd="0" presId="urn:microsoft.com/office/officeart/2018/5/layout/CenteredIconLabelDescriptionList"/>
    <dgm:cxn modelId="{3E17F11A-E3AA-4DFF-92EE-FC0D49DCC54D}" type="presParOf" srcId="{70A82BEB-AEC0-41F7-A87D-7989358CEA5B}" destId="{418A5886-4D75-4678-A08F-3E3310F71F86}" srcOrd="3" destOrd="0" presId="urn:microsoft.com/office/officeart/2018/5/layout/CenteredIconLabelDescriptionList"/>
    <dgm:cxn modelId="{66C3C953-1F88-4E38-91FA-2451B0AF8936}" type="presParOf" srcId="{70A82BEB-AEC0-41F7-A87D-7989358CEA5B}" destId="{2E24FFB5-5B1A-4AC8-803C-6E34481C4B09}" srcOrd="4" destOrd="0" presId="urn:microsoft.com/office/officeart/2018/5/layout/CenteredIconLabelDescriptionList"/>
    <dgm:cxn modelId="{97FCFDB7-2D26-4905-8F4D-7E76B6E2C91E}" type="presParOf" srcId="{91C758BC-A70D-4EEB-8A1A-71370268E507}" destId="{BA83651E-92C7-49FA-9C35-3664BB8C4DDE}" srcOrd="1" destOrd="0" presId="urn:microsoft.com/office/officeart/2018/5/layout/CenteredIconLabelDescriptionList"/>
    <dgm:cxn modelId="{C64B052C-4A9A-4240-8092-4915298F54E8}" type="presParOf" srcId="{91C758BC-A70D-4EEB-8A1A-71370268E507}" destId="{ED24EB13-8E75-4CFE-A858-F85711996867}" srcOrd="2" destOrd="0" presId="urn:microsoft.com/office/officeart/2018/5/layout/CenteredIconLabelDescriptionList"/>
    <dgm:cxn modelId="{4CC0D86C-77CE-4CC5-802F-77C639D2EC75}" type="presParOf" srcId="{ED24EB13-8E75-4CFE-A858-F85711996867}" destId="{B705E8AD-0068-4000-A26C-089A0CA7285A}" srcOrd="0" destOrd="0" presId="urn:microsoft.com/office/officeart/2018/5/layout/CenteredIconLabelDescriptionList"/>
    <dgm:cxn modelId="{FFE3D68E-1FB7-4526-9834-66BDF3871FFF}" type="presParOf" srcId="{ED24EB13-8E75-4CFE-A858-F85711996867}" destId="{2E7B9441-CA45-4CE9-B5BC-26BF01A3D869}" srcOrd="1" destOrd="0" presId="urn:microsoft.com/office/officeart/2018/5/layout/CenteredIconLabelDescriptionList"/>
    <dgm:cxn modelId="{17B707EB-6DD5-4E36-AF71-541F16B8D983}" type="presParOf" srcId="{ED24EB13-8E75-4CFE-A858-F85711996867}" destId="{A618717B-E9BE-4EFD-811F-6BAA343CF7F9}" srcOrd="2" destOrd="0" presId="urn:microsoft.com/office/officeart/2018/5/layout/CenteredIconLabelDescriptionList"/>
    <dgm:cxn modelId="{49963FEE-50BF-4CF0-AE83-B439D587683F}" type="presParOf" srcId="{ED24EB13-8E75-4CFE-A858-F85711996867}" destId="{588EA33D-02C9-4141-97F9-B2324C59811F}" srcOrd="3" destOrd="0" presId="urn:microsoft.com/office/officeart/2018/5/layout/CenteredIconLabelDescriptionList"/>
    <dgm:cxn modelId="{D0FAE0B9-BE6B-4DE0-B2AC-FDF279D5A4EF}" type="presParOf" srcId="{ED24EB13-8E75-4CFE-A858-F85711996867}" destId="{96E05FF0-C983-42AF-891A-BA83C5EC7425}" srcOrd="4" destOrd="0" presId="urn:microsoft.com/office/officeart/2018/5/layout/CenteredIconLabelDescriptionList"/>
    <dgm:cxn modelId="{5D459137-724A-49A8-9FAD-8E7F04255F13}" type="presParOf" srcId="{91C758BC-A70D-4EEB-8A1A-71370268E507}" destId="{2EA7A744-64F4-4602-B192-029F9ED3BDCB}" srcOrd="3" destOrd="0" presId="urn:microsoft.com/office/officeart/2018/5/layout/CenteredIconLabelDescriptionList"/>
    <dgm:cxn modelId="{1126230F-746B-4694-A1F5-5C8DB3754B2C}" type="presParOf" srcId="{91C758BC-A70D-4EEB-8A1A-71370268E507}" destId="{39C18009-90C1-40EA-A555-FDAE4C4D1545}" srcOrd="4" destOrd="0" presId="urn:microsoft.com/office/officeart/2018/5/layout/CenteredIconLabelDescriptionList"/>
    <dgm:cxn modelId="{B7113052-9D82-45DC-8B14-3FDF50E28EF4}" type="presParOf" srcId="{39C18009-90C1-40EA-A555-FDAE4C4D1545}" destId="{251E4530-8778-411C-9C0D-0B3987B99A07}" srcOrd="0" destOrd="0" presId="urn:microsoft.com/office/officeart/2018/5/layout/CenteredIconLabelDescriptionList"/>
    <dgm:cxn modelId="{F39923CE-9B98-4825-9D19-EB2AD8798D76}" type="presParOf" srcId="{39C18009-90C1-40EA-A555-FDAE4C4D1545}" destId="{6C741DAA-0D27-4EA7-9FCF-51C0CA8F6D74}" srcOrd="1" destOrd="0" presId="urn:microsoft.com/office/officeart/2018/5/layout/CenteredIconLabelDescriptionList"/>
    <dgm:cxn modelId="{A8189718-1E29-4C54-BA2C-0502B40751ED}" type="presParOf" srcId="{39C18009-90C1-40EA-A555-FDAE4C4D1545}" destId="{01E9AAD7-694A-4E7D-A261-3C1C9DFC3EC0}" srcOrd="2" destOrd="0" presId="urn:microsoft.com/office/officeart/2018/5/layout/CenteredIconLabelDescriptionList"/>
    <dgm:cxn modelId="{8F38CB3F-663D-46BA-A1D5-29EED3237076}" type="presParOf" srcId="{39C18009-90C1-40EA-A555-FDAE4C4D1545}" destId="{4873B132-96F4-4FEA-913E-4C20A27E8793}" srcOrd="3" destOrd="0" presId="urn:microsoft.com/office/officeart/2018/5/layout/CenteredIconLabelDescriptionList"/>
    <dgm:cxn modelId="{980FBEBC-64FD-4D12-925C-7E9F0267A4B7}" type="presParOf" srcId="{39C18009-90C1-40EA-A555-FDAE4C4D1545}" destId="{C9E16FC9-ABCE-4555-9F1E-8F86D1C73A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EC24CB1-313B-4449-B7BE-BECD857AD13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763AE366-162F-4E55-B77A-6F6CD2B2F4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 bitcoin</a:t>
          </a:r>
        </a:p>
      </dgm:t>
    </dgm:pt>
    <dgm:pt modelId="{F4213488-69BD-49E4-B68A-A082B299A3D2}" type="parTrans" cxnId="{3087ED86-74C8-4A2E-B5B8-4405F7546C6E}">
      <dgm:prSet/>
      <dgm:spPr/>
      <dgm:t>
        <a:bodyPr/>
        <a:lstStyle/>
        <a:p>
          <a:endParaRPr lang="tr-TR"/>
        </a:p>
      </dgm:t>
    </dgm:pt>
    <dgm:pt modelId="{3D4F53FB-E018-483B-AD88-2514A4CCFF62}" type="sibTrans" cxnId="{3087ED86-74C8-4A2E-B5B8-4405F7546C6E}">
      <dgm:prSet/>
      <dgm:spPr/>
      <dgm:t>
        <a:bodyPr/>
        <a:lstStyle/>
        <a:p>
          <a:endParaRPr lang="tr-TR"/>
        </a:p>
      </dgm:t>
    </dgm:pt>
    <dgm:pt modelId="{1FAC1AD0-E711-48BC-999C-4DCCCB0807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Signature</a:t>
          </a:r>
          <a:r>
            <a:rPr lang="tr-TR"/>
            <a:t> </a:t>
          </a:r>
        </a:p>
      </dgm:t>
    </dgm:pt>
    <dgm:pt modelId="{5F24189D-486D-4863-8285-E398BB35DAC4}" type="parTrans" cxnId="{43201F4A-9CD5-409E-BA55-32059D5CE352}">
      <dgm:prSet/>
      <dgm:spPr/>
      <dgm:t>
        <a:bodyPr/>
        <a:lstStyle/>
        <a:p>
          <a:endParaRPr lang="tr-TR"/>
        </a:p>
      </dgm:t>
    </dgm:pt>
    <dgm:pt modelId="{8CB304C1-29C0-4DC0-A49F-3971066E6DD3}" type="sibTrans" cxnId="{43201F4A-9CD5-409E-BA55-32059D5CE352}">
      <dgm:prSet/>
      <dgm:spPr/>
      <dgm:t>
        <a:bodyPr/>
        <a:lstStyle/>
        <a:p>
          <a:endParaRPr lang="tr-TR"/>
        </a:p>
      </dgm:t>
    </dgm:pt>
    <dgm:pt modelId="{6B7540C7-31EC-42D3-A951-BE83A3D480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</a:t>
          </a:r>
          <a:r>
            <a:rPr lang="tr-TR" dirty="0"/>
            <a:t> </a:t>
          </a:r>
          <a:r>
            <a:rPr lang="en-US" dirty="0"/>
            <a:t>time</a:t>
          </a:r>
          <a:r>
            <a:rPr lang="tr-TR" dirty="0"/>
            <a:t> is </a:t>
          </a:r>
          <a:r>
            <a:rPr lang="en-US" dirty="0"/>
            <a:t>different </a:t>
          </a:r>
          <a:endParaRPr lang="tr-TR" dirty="0"/>
        </a:p>
      </dgm:t>
    </dgm:pt>
    <dgm:pt modelId="{5DEC914E-6B9E-43A2-A3A1-87EE07168824}" type="parTrans" cxnId="{60B021E6-FAEF-4083-92D0-2C53F2411655}">
      <dgm:prSet/>
      <dgm:spPr/>
      <dgm:t>
        <a:bodyPr/>
        <a:lstStyle/>
        <a:p>
          <a:endParaRPr lang="tr-TR"/>
        </a:p>
      </dgm:t>
    </dgm:pt>
    <dgm:pt modelId="{2C5EE0FB-8AC0-4D5B-9A6E-6E0FD6036B3E}" type="sibTrans" cxnId="{60B021E6-FAEF-4083-92D0-2C53F2411655}">
      <dgm:prSet/>
      <dgm:spPr/>
      <dgm:t>
        <a:bodyPr/>
        <a:lstStyle/>
        <a:p>
          <a:endParaRPr lang="tr-TR"/>
        </a:p>
      </dgm:t>
    </dgm:pt>
    <dgm:pt modelId="{68EE8371-04A6-40D0-829A-6D95C1A4CC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current bitcoin owner presents</a:t>
          </a:r>
          <a:endParaRPr lang="tr-TR" dirty="0"/>
        </a:p>
      </dgm:t>
    </dgm:pt>
    <dgm:pt modelId="{8EED12D5-5B06-442E-8341-0896DED5CE9B}" type="parTrans" cxnId="{28EE37D2-A86A-43A1-9232-B81EA5F6216C}">
      <dgm:prSet/>
      <dgm:spPr/>
      <dgm:t>
        <a:bodyPr/>
        <a:lstStyle/>
        <a:p>
          <a:endParaRPr lang="tr-TR"/>
        </a:p>
      </dgm:t>
    </dgm:pt>
    <dgm:pt modelId="{9BAE661F-B3A9-41D1-89E1-B10AA1CB4EB0}" type="sibTrans" cxnId="{28EE37D2-A86A-43A1-9232-B81EA5F6216C}">
      <dgm:prSet/>
      <dgm:spPr/>
      <dgm:t>
        <a:bodyPr/>
        <a:lstStyle/>
        <a:p>
          <a:endParaRPr lang="tr-TR"/>
        </a:p>
      </dgm:t>
    </dgm:pt>
    <dgm:pt modelId="{0EE6C2A0-9B4E-4518-9514-3F5211EF10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but created from the same private key.</a:t>
          </a:r>
          <a:endParaRPr lang="tr-TR" dirty="0"/>
        </a:p>
      </dgm:t>
    </dgm:pt>
    <dgm:pt modelId="{51407AFB-F5C6-426C-BAF4-1C19EC377470}" type="parTrans" cxnId="{A14A5A65-86B3-4FE6-AF8F-4B3A8F5E9B4E}">
      <dgm:prSet/>
      <dgm:spPr/>
      <dgm:t>
        <a:bodyPr/>
        <a:lstStyle/>
        <a:p>
          <a:endParaRPr lang="tr-TR"/>
        </a:p>
      </dgm:t>
    </dgm:pt>
    <dgm:pt modelId="{FC1E348F-098D-49C7-A40C-2AC48E44122D}" type="sibTrans" cxnId="{A14A5A65-86B3-4FE6-AF8F-4B3A8F5E9B4E}">
      <dgm:prSet/>
      <dgm:spPr/>
      <dgm:t>
        <a:bodyPr/>
        <a:lstStyle/>
        <a:p>
          <a:endParaRPr lang="tr-TR"/>
        </a:p>
      </dgm:t>
    </dgm:pt>
    <dgm:pt modelId="{12336EDF-2917-4325-AF9D-41A3E0C9FD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key and a </a:t>
          </a:r>
          <a:r>
            <a:rPr lang="tr-TR" dirty="0"/>
            <a:t>signature </a:t>
          </a:r>
          <a:r>
            <a:rPr lang="en-US" dirty="0"/>
            <a:t>in a transaction</a:t>
          </a:r>
          <a:endParaRPr lang="tr-TR" dirty="0"/>
        </a:p>
      </dgm:t>
    </dgm:pt>
    <dgm:pt modelId="{3BA75DF7-1D6C-4768-8A03-9D4F2C7EB6A0}" type="parTrans" cxnId="{B9DDB476-4E35-4C47-9903-67572A0319BE}">
      <dgm:prSet/>
      <dgm:spPr/>
      <dgm:t>
        <a:bodyPr/>
        <a:lstStyle/>
        <a:p>
          <a:endParaRPr lang="tr-TR"/>
        </a:p>
      </dgm:t>
    </dgm:pt>
    <dgm:pt modelId="{20CCC2F5-31C5-4DA3-9F2A-70D959748134}" type="sibTrans" cxnId="{B9DDB476-4E35-4C47-9903-67572A0319BE}">
      <dgm:prSet/>
      <dgm:spPr/>
      <dgm:t>
        <a:bodyPr/>
        <a:lstStyle/>
        <a:p>
          <a:endParaRPr lang="tr-TR"/>
        </a:p>
      </dgm:t>
    </dgm:pt>
    <dgm:pt modelId="{877F3656-B14B-4284-8E19-D18E600DAA11}" type="pres">
      <dgm:prSet presAssocID="{BEC24CB1-313B-4449-B7BE-BECD857AD134}" presName="root" presStyleCnt="0">
        <dgm:presLayoutVars>
          <dgm:dir/>
          <dgm:resizeHandles val="exact"/>
        </dgm:presLayoutVars>
      </dgm:prSet>
      <dgm:spPr/>
    </dgm:pt>
    <dgm:pt modelId="{64A5B36A-5254-44B5-83DB-EE9E37123BB3}" type="pres">
      <dgm:prSet presAssocID="{763AE366-162F-4E55-B77A-6F6CD2B2F45E}" presName="compNode" presStyleCnt="0"/>
      <dgm:spPr/>
    </dgm:pt>
    <dgm:pt modelId="{1EC135F0-AF66-4A38-82B2-7758E5C83EAE}" type="pres">
      <dgm:prSet presAssocID="{763AE366-162F-4E55-B77A-6F6CD2B2F45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CE04AEE-1FE4-4562-944B-7DAEA7C4BA15}" type="pres">
      <dgm:prSet presAssocID="{763AE366-162F-4E55-B77A-6F6CD2B2F45E}" presName="iconSpace" presStyleCnt="0"/>
      <dgm:spPr/>
    </dgm:pt>
    <dgm:pt modelId="{44C9551A-67E1-418B-87E5-6379A2719C9D}" type="pres">
      <dgm:prSet presAssocID="{763AE366-162F-4E55-B77A-6F6CD2B2F45E}" presName="parTx" presStyleLbl="revTx" presStyleIdx="0" presStyleCnt="4">
        <dgm:presLayoutVars>
          <dgm:chMax val="0"/>
          <dgm:chPref val="0"/>
        </dgm:presLayoutVars>
      </dgm:prSet>
      <dgm:spPr/>
    </dgm:pt>
    <dgm:pt modelId="{FBE16588-15B7-4CAF-9953-E36641AE76A8}" type="pres">
      <dgm:prSet presAssocID="{763AE366-162F-4E55-B77A-6F6CD2B2F45E}" presName="txSpace" presStyleCnt="0"/>
      <dgm:spPr/>
    </dgm:pt>
    <dgm:pt modelId="{E5E8FE11-C70E-4F60-8604-9E1FEE6B39CF}" type="pres">
      <dgm:prSet presAssocID="{763AE366-162F-4E55-B77A-6F6CD2B2F45E}" presName="desTx" presStyleLbl="revTx" presStyleIdx="1" presStyleCnt="4">
        <dgm:presLayoutVars/>
      </dgm:prSet>
      <dgm:spPr/>
    </dgm:pt>
    <dgm:pt modelId="{D40EC68A-54AF-49B4-9B67-D1D376BC98EC}" type="pres">
      <dgm:prSet presAssocID="{3D4F53FB-E018-483B-AD88-2514A4CCFF62}" presName="sibTrans" presStyleCnt="0"/>
      <dgm:spPr/>
    </dgm:pt>
    <dgm:pt modelId="{F0FB4148-79F4-4CD0-841C-7DB342E88F3B}" type="pres">
      <dgm:prSet presAssocID="{1FAC1AD0-E711-48BC-999C-4DCCCB0807D1}" presName="compNode" presStyleCnt="0"/>
      <dgm:spPr/>
    </dgm:pt>
    <dgm:pt modelId="{8C968105-E2F3-4215-B543-45C5F455F72D}" type="pres">
      <dgm:prSet presAssocID="{1FAC1AD0-E711-48BC-999C-4DCCCB0807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E4F550-333B-448E-B9C6-36490D755F91}" type="pres">
      <dgm:prSet presAssocID="{1FAC1AD0-E711-48BC-999C-4DCCCB0807D1}" presName="iconSpace" presStyleCnt="0"/>
      <dgm:spPr/>
    </dgm:pt>
    <dgm:pt modelId="{8B1490E9-B51A-4DA1-A3CD-21F56603EE30}" type="pres">
      <dgm:prSet presAssocID="{1FAC1AD0-E711-48BC-999C-4DCCCB0807D1}" presName="parTx" presStyleLbl="revTx" presStyleIdx="2" presStyleCnt="4">
        <dgm:presLayoutVars>
          <dgm:chMax val="0"/>
          <dgm:chPref val="0"/>
        </dgm:presLayoutVars>
      </dgm:prSet>
      <dgm:spPr/>
    </dgm:pt>
    <dgm:pt modelId="{994256E3-382A-4C4C-92AD-9DEF52BE3AD1}" type="pres">
      <dgm:prSet presAssocID="{1FAC1AD0-E711-48BC-999C-4DCCCB0807D1}" presName="txSpace" presStyleCnt="0"/>
      <dgm:spPr/>
    </dgm:pt>
    <dgm:pt modelId="{7F76F408-CED2-4730-A28D-C51441BF565C}" type="pres">
      <dgm:prSet presAssocID="{1FAC1AD0-E711-48BC-999C-4DCCCB0807D1}" presName="desTx" presStyleLbl="revTx" presStyleIdx="3" presStyleCnt="4">
        <dgm:presLayoutVars/>
      </dgm:prSet>
      <dgm:spPr/>
    </dgm:pt>
  </dgm:ptLst>
  <dgm:cxnLst>
    <dgm:cxn modelId="{343D0D2B-F575-47B0-8CB6-EA5C51B74FFD}" type="presOf" srcId="{BEC24CB1-313B-4449-B7BE-BECD857AD134}" destId="{877F3656-B14B-4284-8E19-D18E600DAA11}" srcOrd="0" destOrd="0" presId="urn:microsoft.com/office/officeart/2018/5/layout/CenteredIconLabelDescriptionList"/>
    <dgm:cxn modelId="{D0CAFC3C-0F5B-4ACA-B340-0137F58B3622}" type="presOf" srcId="{6B7540C7-31EC-42D3-A951-BE83A3D4809C}" destId="{7F76F408-CED2-4730-A28D-C51441BF565C}" srcOrd="0" destOrd="0" presId="urn:microsoft.com/office/officeart/2018/5/layout/CenteredIconLabelDescriptionList"/>
    <dgm:cxn modelId="{2F57CE43-8347-443A-BF38-531451D08067}" type="presOf" srcId="{1FAC1AD0-E711-48BC-999C-4DCCCB0807D1}" destId="{8B1490E9-B51A-4DA1-A3CD-21F56603EE30}" srcOrd="0" destOrd="0" presId="urn:microsoft.com/office/officeart/2018/5/layout/CenteredIconLabelDescriptionList"/>
    <dgm:cxn modelId="{A14A5A65-86B3-4FE6-AF8F-4B3A8F5E9B4E}" srcId="{1FAC1AD0-E711-48BC-999C-4DCCCB0807D1}" destId="{0EE6C2A0-9B4E-4518-9514-3F5211EF10DB}" srcOrd="1" destOrd="0" parTransId="{51407AFB-F5C6-426C-BAF4-1C19EC377470}" sibTransId="{FC1E348F-098D-49C7-A40C-2AC48E44122D}"/>
    <dgm:cxn modelId="{43201F4A-9CD5-409E-BA55-32059D5CE352}" srcId="{BEC24CB1-313B-4449-B7BE-BECD857AD134}" destId="{1FAC1AD0-E711-48BC-999C-4DCCCB0807D1}" srcOrd="1" destOrd="0" parTransId="{5F24189D-486D-4863-8285-E398BB35DAC4}" sibTransId="{8CB304C1-29C0-4DC0-A49F-3971066E6DD3}"/>
    <dgm:cxn modelId="{B9DDB476-4E35-4C47-9903-67572A0319BE}" srcId="{763AE366-162F-4E55-B77A-6F6CD2B2F45E}" destId="{12336EDF-2917-4325-AF9D-41A3E0C9FDE2}" srcOrd="1" destOrd="0" parTransId="{3BA75DF7-1D6C-4768-8A03-9D4F2C7EB6A0}" sibTransId="{20CCC2F5-31C5-4DA3-9F2A-70D959748134}"/>
    <dgm:cxn modelId="{3087ED86-74C8-4A2E-B5B8-4405F7546C6E}" srcId="{BEC24CB1-313B-4449-B7BE-BECD857AD134}" destId="{763AE366-162F-4E55-B77A-6F6CD2B2F45E}" srcOrd="0" destOrd="0" parTransId="{F4213488-69BD-49E4-B68A-A082B299A3D2}" sibTransId="{3D4F53FB-E018-483B-AD88-2514A4CCFF62}"/>
    <dgm:cxn modelId="{DC2CDAC1-3D0B-4104-A30B-84230C8F517C}" type="presOf" srcId="{0EE6C2A0-9B4E-4518-9514-3F5211EF10DB}" destId="{7F76F408-CED2-4730-A28D-C51441BF565C}" srcOrd="0" destOrd="1" presId="urn:microsoft.com/office/officeart/2018/5/layout/CenteredIconLabelDescriptionList"/>
    <dgm:cxn modelId="{28EE37D2-A86A-43A1-9232-B81EA5F6216C}" srcId="{763AE366-162F-4E55-B77A-6F6CD2B2F45E}" destId="{68EE8371-04A6-40D0-829A-6D95C1A4CCAC}" srcOrd="0" destOrd="0" parTransId="{8EED12D5-5B06-442E-8341-0896DED5CE9B}" sibTransId="{9BAE661F-B3A9-41D1-89E1-B10AA1CB4EB0}"/>
    <dgm:cxn modelId="{60B021E6-FAEF-4083-92D0-2C53F2411655}" srcId="{1FAC1AD0-E711-48BC-999C-4DCCCB0807D1}" destId="{6B7540C7-31EC-42D3-A951-BE83A3D4809C}" srcOrd="0" destOrd="0" parTransId="{5DEC914E-6B9E-43A2-A3A1-87EE07168824}" sibTransId="{2C5EE0FB-8AC0-4D5B-9A6E-6E0FD6036B3E}"/>
    <dgm:cxn modelId="{AFBE9CE8-FDC5-409A-9DE6-D01F6A04FAE9}" type="presOf" srcId="{68EE8371-04A6-40D0-829A-6D95C1A4CCAC}" destId="{E5E8FE11-C70E-4F60-8604-9E1FEE6B39CF}" srcOrd="0" destOrd="0" presId="urn:microsoft.com/office/officeart/2018/5/layout/CenteredIconLabelDescriptionList"/>
    <dgm:cxn modelId="{3D4E91F1-DEE7-4FA6-BE8C-E867FF9C8745}" type="presOf" srcId="{12336EDF-2917-4325-AF9D-41A3E0C9FDE2}" destId="{E5E8FE11-C70E-4F60-8604-9E1FEE6B39CF}" srcOrd="0" destOrd="1" presId="urn:microsoft.com/office/officeart/2018/5/layout/CenteredIconLabelDescriptionList"/>
    <dgm:cxn modelId="{14CEE0FB-1DF2-49E1-9670-28DCDF325349}" type="presOf" srcId="{763AE366-162F-4E55-B77A-6F6CD2B2F45E}" destId="{44C9551A-67E1-418B-87E5-6379A2719C9D}" srcOrd="0" destOrd="0" presId="urn:microsoft.com/office/officeart/2018/5/layout/CenteredIconLabelDescriptionList"/>
    <dgm:cxn modelId="{7378EFD9-3315-49DB-B115-C000CF0989C6}" type="presParOf" srcId="{877F3656-B14B-4284-8E19-D18E600DAA11}" destId="{64A5B36A-5254-44B5-83DB-EE9E37123BB3}" srcOrd="0" destOrd="0" presId="urn:microsoft.com/office/officeart/2018/5/layout/CenteredIconLabelDescriptionList"/>
    <dgm:cxn modelId="{0305435D-BD96-485C-9B48-F0CFB0940C45}" type="presParOf" srcId="{64A5B36A-5254-44B5-83DB-EE9E37123BB3}" destId="{1EC135F0-AF66-4A38-82B2-7758E5C83EAE}" srcOrd="0" destOrd="0" presId="urn:microsoft.com/office/officeart/2018/5/layout/CenteredIconLabelDescriptionList"/>
    <dgm:cxn modelId="{FE863DD7-A14B-4B6B-8676-F3E96F2D38D5}" type="presParOf" srcId="{64A5B36A-5254-44B5-83DB-EE9E37123BB3}" destId="{BCE04AEE-1FE4-4562-944B-7DAEA7C4BA15}" srcOrd="1" destOrd="0" presId="urn:microsoft.com/office/officeart/2018/5/layout/CenteredIconLabelDescriptionList"/>
    <dgm:cxn modelId="{E17C299D-36C4-4EAE-AA5B-A6F7AF1EDD94}" type="presParOf" srcId="{64A5B36A-5254-44B5-83DB-EE9E37123BB3}" destId="{44C9551A-67E1-418B-87E5-6379A2719C9D}" srcOrd="2" destOrd="0" presId="urn:microsoft.com/office/officeart/2018/5/layout/CenteredIconLabelDescriptionList"/>
    <dgm:cxn modelId="{91819CEF-CA90-41CA-BB22-05F272E2F37E}" type="presParOf" srcId="{64A5B36A-5254-44B5-83DB-EE9E37123BB3}" destId="{FBE16588-15B7-4CAF-9953-E36641AE76A8}" srcOrd="3" destOrd="0" presId="urn:microsoft.com/office/officeart/2018/5/layout/CenteredIconLabelDescriptionList"/>
    <dgm:cxn modelId="{1CBD3AEA-D73B-4999-8941-4AB6911303CF}" type="presParOf" srcId="{64A5B36A-5254-44B5-83DB-EE9E37123BB3}" destId="{E5E8FE11-C70E-4F60-8604-9E1FEE6B39CF}" srcOrd="4" destOrd="0" presId="urn:microsoft.com/office/officeart/2018/5/layout/CenteredIconLabelDescriptionList"/>
    <dgm:cxn modelId="{F1DC73E8-9CB3-4803-8C32-2FA202C532D3}" type="presParOf" srcId="{877F3656-B14B-4284-8E19-D18E600DAA11}" destId="{D40EC68A-54AF-49B4-9B67-D1D376BC98EC}" srcOrd="1" destOrd="0" presId="urn:microsoft.com/office/officeart/2018/5/layout/CenteredIconLabelDescriptionList"/>
    <dgm:cxn modelId="{F29E69D5-A2D4-4A0F-AC35-ACA4C56CC4D5}" type="presParOf" srcId="{877F3656-B14B-4284-8E19-D18E600DAA11}" destId="{F0FB4148-79F4-4CD0-841C-7DB342E88F3B}" srcOrd="2" destOrd="0" presId="urn:microsoft.com/office/officeart/2018/5/layout/CenteredIconLabelDescriptionList"/>
    <dgm:cxn modelId="{B577829F-CCF8-4519-9ACF-B9201240576B}" type="presParOf" srcId="{F0FB4148-79F4-4CD0-841C-7DB342E88F3B}" destId="{8C968105-E2F3-4215-B543-45C5F455F72D}" srcOrd="0" destOrd="0" presId="urn:microsoft.com/office/officeart/2018/5/layout/CenteredIconLabelDescriptionList"/>
    <dgm:cxn modelId="{6FC15062-A6D8-4015-9CC0-8A0A12F9E5B7}" type="presParOf" srcId="{F0FB4148-79F4-4CD0-841C-7DB342E88F3B}" destId="{8FE4F550-333B-448E-B9C6-36490D755F91}" srcOrd="1" destOrd="0" presId="urn:microsoft.com/office/officeart/2018/5/layout/CenteredIconLabelDescriptionList"/>
    <dgm:cxn modelId="{649B635B-E7A9-477F-9258-3D5A8CFA9D38}" type="presParOf" srcId="{F0FB4148-79F4-4CD0-841C-7DB342E88F3B}" destId="{8B1490E9-B51A-4DA1-A3CD-21F56603EE30}" srcOrd="2" destOrd="0" presId="urn:microsoft.com/office/officeart/2018/5/layout/CenteredIconLabelDescriptionList"/>
    <dgm:cxn modelId="{10FD7DFC-C4B1-443C-83B3-4BD038673227}" type="presParOf" srcId="{F0FB4148-79F4-4CD0-841C-7DB342E88F3B}" destId="{994256E3-382A-4C4C-92AD-9DEF52BE3AD1}" srcOrd="3" destOrd="0" presId="urn:microsoft.com/office/officeart/2018/5/layout/CenteredIconLabelDescriptionList"/>
    <dgm:cxn modelId="{42197CAF-F407-4D11-9AE9-E47B2F61E393}" type="presParOf" srcId="{F0FB4148-79F4-4CD0-841C-7DB342E88F3B}" destId="{7F76F408-CED2-4730-A28D-C51441BF5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EC24CB1-313B-4449-B7BE-BECD857AD13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848EE04-2589-4CB3-B313-1B62B653FE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</a:p>
      </dgm:t>
    </dgm:pt>
    <dgm:pt modelId="{87859D40-A31C-4977-9368-B01D3721EB6E}" type="parTrans" cxnId="{8EF42455-56E0-4DAF-84D7-12E828DB7A9E}">
      <dgm:prSet/>
      <dgm:spPr/>
      <dgm:t>
        <a:bodyPr/>
        <a:lstStyle/>
        <a:p>
          <a:endParaRPr lang="tr-TR"/>
        </a:p>
      </dgm:t>
    </dgm:pt>
    <dgm:pt modelId="{E793D85D-A987-4C26-8485-23640B0FC3B1}" type="sibTrans" cxnId="{8EF42455-56E0-4DAF-84D7-12E828DB7A9E}">
      <dgm:prSet/>
      <dgm:spPr/>
      <dgm:t>
        <a:bodyPr/>
        <a:lstStyle/>
        <a:p>
          <a:endParaRPr lang="tr-TR"/>
        </a:p>
      </dgm:t>
    </dgm:pt>
    <dgm:pt modelId="{E7AB7CFD-91BE-4B37-B920-FBABC80102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everyone</a:t>
          </a:r>
          <a:r>
            <a:rPr lang="tr-TR" dirty="0"/>
            <a:t> </a:t>
          </a:r>
          <a:r>
            <a:rPr lang="en-US" dirty="0"/>
            <a:t>in the bitcoin network</a:t>
          </a:r>
          <a:endParaRPr lang="tr-TR" dirty="0"/>
        </a:p>
      </dgm:t>
    </dgm:pt>
    <dgm:pt modelId="{EC08EA5D-48FA-4503-A5F4-64F43F696DD2}" type="parTrans" cxnId="{C1E8616A-A30E-4009-91FA-3E4D5C71551A}">
      <dgm:prSet/>
      <dgm:spPr/>
      <dgm:t>
        <a:bodyPr/>
        <a:lstStyle/>
        <a:p>
          <a:endParaRPr lang="tr-TR"/>
        </a:p>
      </dgm:t>
    </dgm:pt>
    <dgm:pt modelId="{BE8533E6-FF2A-40D2-9B5A-BF5C68DBC317}" type="sibTrans" cxnId="{C1E8616A-A30E-4009-91FA-3E4D5C71551A}">
      <dgm:prSet/>
      <dgm:spPr/>
      <dgm:t>
        <a:bodyPr/>
        <a:lstStyle/>
        <a:p>
          <a:endParaRPr lang="tr-TR"/>
        </a:p>
      </dgm:t>
    </dgm:pt>
    <dgm:pt modelId="{D0019606-49CA-43F0-B790-3399FE65D1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person transferring the bitcoin</a:t>
          </a:r>
          <a:endParaRPr lang="tr-TR" dirty="0"/>
        </a:p>
      </dgm:t>
    </dgm:pt>
    <dgm:pt modelId="{FC32DFE9-346B-47D4-BFEC-74B49EE8631C}" type="parTrans" cxnId="{85E409F1-E438-4DFB-8D9D-8DA6526BF6CD}">
      <dgm:prSet/>
      <dgm:spPr/>
      <dgm:t>
        <a:bodyPr/>
        <a:lstStyle/>
        <a:p>
          <a:endParaRPr lang="tr-TR"/>
        </a:p>
      </dgm:t>
    </dgm:pt>
    <dgm:pt modelId="{6646A7D0-B01A-482F-A32B-FAADABCC9C1B}" type="sibTrans" cxnId="{85E409F1-E438-4DFB-8D9D-8DA6526BF6CD}">
      <dgm:prSet/>
      <dgm:spPr/>
      <dgm:t>
        <a:bodyPr/>
        <a:lstStyle/>
        <a:p>
          <a:endParaRPr lang="tr-TR"/>
        </a:p>
      </dgm:t>
    </dgm:pt>
    <dgm:pt modelId="{D14E7B3B-4293-402E-995A-14E9FC6E28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verify and accept the transaction as valid </a:t>
          </a:r>
          <a:endParaRPr lang="tr-TR" dirty="0"/>
        </a:p>
      </dgm:t>
    </dgm:pt>
    <dgm:pt modelId="{0F4DA83B-F14A-44D7-BB11-1552B666DDC3}" type="parTrans" cxnId="{25559B14-DC94-4F0C-A65E-04D45F552834}">
      <dgm:prSet/>
      <dgm:spPr/>
      <dgm:t>
        <a:bodyPr/>
        <a:lstStyle/>
        <a:p>
          <a:endParaRPr lang="tr-TR"/>
        </a:p>
      </dgm:t>
    </dgm:pt>
    <dgm:pt modelId="{84F4248A-37A6-48F0-AC46-94AED03B5EFE}" type="sibTrans" cxnId="{25559B14-DC94-4F0C-A65E-04D45F552834}">
      <dgm:prSet/>
      <dgm:spPr/>
      <dgm:t>
        <a:bodyPr/>
        <a:lstStyle/>
        <a:p>
          <a:endParaRPr lang="tr-TR"/>
        </a:p>
      </dgm:t>
    </dgm:pt>
    <dgm:pt modelId="{5B7B90DE-0FAB-4049-865C-8614E1DB84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owned them at the time of the transfer.</a:t>
          </a:r>
          <a:endParaRPr lang="tr-TR" dirty="0"/>
        </a:p>
      </dgm:t>
    </dgm:pt>
    <dgm:pt modelId="{46628E55-4302-40C0-A506-3CAFAD0F56CC}" type="parTrans" cxnId="{CA33BB71-DF3D-476A-8E4F-231C74E27CC5}">
      <dgm:prSet/>
      <dgm:spPr/>
      <dgm:t>
        <a:bodyPr/>
        <a:lstStyle/>
        <a:p>
          <a:endParaRPr lang="tr-TR"/>
        </a:p>
      </dgm:t>
    </dgm:pt>
    <dgm:pt modelId="{1622D663-504A-4B86-9FA9-92057F909A5F}" type="sibTrans" cxnId="{CA33BB71-DF3D-476A-8E4F-231C74E27CC5}">
      <dgm:prSet/>
      <dgm:spPr/>
      <dgm:t>
        <a:bodyPr/>
        <a:lstStyle/>
        <a:p>
          <a:endParaRPr lang="tr-TR"/>
        </a:p>
      </dgm:t>
    </dgm:pt>
    <dgm:pt modelId="{C0258513-1031-4B9C-8ECF-B68D52AA2F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Shows</a:t>
          </a:r>
        </a:p>
      </dgm:t>
    </dgm:pt>
    <dgm:pt modelId="{6FAAEE3C-4BB8-4717-B053-D3A86FFE6F70}" type="parTrans" cxnId="{D39F919C-2F9F-4104-A3CF-BCD07CFA60F1}">
      <dgm:prSet/>
      <dgm:spPr/>
      <dgm:t>
        <a:bodyPr/>
        <a:lstStyle/>
        <a:p>
          <a:endParaRPr lang="tr-TR"/>
        </a:p>
      </dgm:t>
    </dgm:pt>
    <dgm:pt modelId="{A8BE6A71-7047-47CE-B751-A5F7F27F6527}" type="sibTrans" cxnId="{D39F919C-2F9F-4104-A3CF-BCD07CFA60F1}">
      <dgm:prSet/>
      <dgm:spPr/>
      <dgm:t>
        <a:bodyPr/>
        <a:lstStyle/>
        <a:p>
          <a:endParaRPr lang="tr-TR"/>
        </a:p>
      </dgm:t>
    </dgm:pt>
    <dgm:pt modelId="{877F3656-B14B-4284-8E19-D18E600DAA11}" type="pres">
      <dgm:prSet presAssocID="{BEC24CB1-313B-4449-B7BE-BECD857AD134}" presName="root" presStyleCnt="0">
        <dgm:presLayoutVars>
          <dgm:dir/>
          <dgm:resizeHandles val="exact"/>
        </dgm:presLayoutVars>
      </dgm:prSet>
      <dgm:spPr/>
    </dgm:pt>
    <dgm:pt modelId="{7F127270-5CA6-4BA3-AAB5-CB6D63AF8E65}" type="pres">
      <dgm:prSet presAssocID="{5848EE04-2589-4CB3-B313-1B62B653FE6B}" presName="compNode" presStyleCnt="0"/>
      <dgm:spPr/>
    </dgm:pt>
    <dgm:pt modelId="{9D97F323-871F-4192-B200-2827D402F275}" type="pres">
      <dgm:prSet presAssocID="{5848EE04-2589-4CB3-B313-1B62B653FE6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B9E0676-9ED9-42F4-9468-91100054A31F}" type="pres">
      <dgm:prSet presAssocID="{5848EE04-2589-4CB3-B313-1B62B653FE6B}" presName="iconSpace" presStyleCnt="0"/>
      <dgm:spPr/>
    </dgm:pt>
    <dgm:pt modelId="{6B157540-533E-4DDC-B701-2EF521604084}" type="pres">
      <dgm:prSet presAssocID="{5848EE04-2589-4CB3-B313-1B62B653FE6B}" presName="parTx" presStyleLbl="revTx" presStyleIdx="0" presStyleCnt="4">
        <dgm:presLayoutVars>
          <dgm:chMax val="0"/>
          <dgm:chPref val="0"/>
        </dgm:presLayoutVars>
      </dgm:prSet>
      <dgm:spPr/>
    </dgm:pt>
    <dgm:pt modelId="{6E26CE3F-6A5B-440A-A0C6-59D5ECC97574}" type="pres">
      <dgm:prSet presAssocID="{5848EE04-2589-4CB3-B313-1B62B653FE6B}" presName="txSpace" presStyleCnt="0"/>
      <dgm:spPr/>
    </dgm:pt>
    <dgm:pt modelId="{D4CB6586-0FEA-445A-8961-9A4D47A31674}" type="pres">
      <dgm:prSet presAssocID="{5848EE04-2589-4CB3-B313-1B62B653FE6B}" presName="desTx" presStyleLbl="revTx" presStyleIdx="1" presStyleCnt="4">
        <dgm:presLayoutVars/>
      </dgm:prSet>
      <dgm:spPr/>
    </dgm:pt>
    <dgm:pt modelId="{3B117B28-B772-455D-BFE9-7D54ED90F9CB}" type="pres">
      <dgm:prSet presAssocID="{E793D85D-A987-4C26-8485-23640B0FC3B1}" presName="sibTrans" presStyleCnt="0"/>
      <dgm:spPr/>
    </dgm:pt>
    <dgm:pt modelId="{E222CBD2-5A90-41E9-A8EB-46CF57339A30}" type="pres">
      <dgm:prSet presAssocID="{C0258513-1031-4B9C-8ECF-B68D52AA2FED}" presName="compNode" presStyleCnt="0"/>
      <dgm:spPr/>
    </dgm:pt>
    <dgm:pt modelId="{DDB476BA-9D6E-4D47-8B05-A903FA13D068}" type="pres">
      <dgm:prSet presAssocID="{C0258513-1031-4B9C-8ECF-B68D52AA2FE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C5CBDB5-9294-43A1-B4F1-F866A6F4C9F9}" type="pres">
      <dgm:prSet presAssocID="{C0258513-1031-4B9C-8ECF-B68D52AA2FED}" presName="iconSpace" presStyleCnt="0"/>
      <dgm:spPr/>
    </dgm:pt>
    <dgm:pt modelId="{D3154456-9488-45CB-9D49-070D35EF65E9}" type="pres">
      <dgm:prSet presAssocID="{C0258513-1031-4B9C-8ECF-B68D52AA2FED}" presName="parTx" presStyleLbl="revTx" presStyleIdx="2" presStyleCnt="4">
        <dgm:presLayoutVars>
          <dgm:chMax val="0"/>
          <dgm:chPref val="0"/>
        </dgm:presLayoutVars>
      </dgm:prSet>
      <dgm:spPr/>
    </dgm:pt>
    <dgm:pt modelId="{3F532A1C-C0C5-4A0B-819C-CB628689E11A}" type="pres">
      <dgm:prSet presAssocID="{C0258513-1031-4B9C-8ECF-B68D52AA2FED}" presName="txSpace" presStyleCnt="0"/>
      <dgm:spPr/>
    </dgm:pt>
    <dgm:pt modelId="{32DA5871-37F6-46F8-8590-26510902FBA5}" type="pres">
      <dgm:prSet presAssocID="{C0258513-1031-4B9C-8ECF-B68D52AA2FED}" presName="desTx" presStyleLbl="revTx" presStyleIdx="3" presStyleCnt="4">
        <dgm:presLayoutVars/>
      </dgm:prSet>
      <dgm:spPr/>
    </dgm:pt>
  </dgm:ptLst>
  <dgm:cxnLst>
    <dgm:cxn modelId="{25559B14-DC94-4F0C-A65E-04D45F552834}" srcId="{5848EE04-2589-4CB3-B313-1B62B653FE6B}" destId="{D14E7B3B-4293-402E-995A-14E9FC6E2821}" srcOrd="1" destOrd="0" parTransId="{0F4DA83B-F14A-44D7-BB11-1552B666DDC3}" sibTransId="{84F4248A-37A6-48F0-AC46-94AED03B5EFE}"/>
    <dgm:cxn modelId="{343D0D2B-F575-47B0-8CB6-EA5C51B74FFD}" type="presOf" srcId="{BEC24CB1-313B-4449-B7BE-BECD857AD134}" destId="{877F3656-B14B-4284-8E19-D18E600DAA11}" srcOrd="0" destOrd="0" presId="urn:microsoft.com/office/officeart/2018/5/layout/CenteredIconLabelDescriptionList"/>
    <dgm:cxn modelId="{263DA139-3699-47BF-B305-A6A0D1FBF39B}" type="presOf" srcId="{C0258513-1031-4B9C-8ECF-B68D52AA2FED}" destId="{D3154456-9488-45CB-9D49-070D35EF65E9}" srcOrd="0" destOrd="0" presId="urn:microsoft.com/office/officeart/2018/5/layout/CenteredIconLabelDescriptionList"/>
    <dgm:cxn modelId="{C1E8616A-A30E-4009-91FA-3E4D5C71551A}" srcId="{5848EE04-2589-4CB3-B313-1B62B653FE6B}" destId="{E7AB7CFD-91BE-4B37-B920-FBABC8010267}" srcOrd="0" destOrd="0" parTransId="{EC08EA5D-48FA-4503-A5F4-64F43F696DD2}" sibTransId="{BE8533E6-FF2A-40D2-9B5A-BF5C68DBC317}"/>
    <dgm:cxn modelId="{CA33BB71-DF3D-476A-8E4F-231C74E27CC5}" srcId="{C0258513-1031-4B9C-8ECF-B68D52AA2FED}" destId="{5B7B90DE-0FAB-4049-865C-8614E1DB84A6}" srcOrd="1" destOrd="0" parTransId="{46628E55-4302-40C0-A506-3CAFAD0F56CC}" sibTransId="{1622D663-504A-4B86-9FA9-92057F909A5F}"/>
    <dgm:cxn modelId="{8EF42455-56E0-4DAF-84D7-12E828DB7A9E}" srcId="{BEC24CB1-313B-4449-B7BE-BECD857AD134}" destId="{5848EE04-2589-4CB3-B313-1B62B653FE6B}" srcOrd="0" destOrd="0" parTransId="{87859D40-A31C-4977-9368-B01D3721EB6E}" sibTransId="{E793D85D-A987-4C26-8485-23640B0FC3B1}"/>
    <dgm:cxn modelId="{6A196D57-D748-412D-9CA0-D0F5BE2BDBEA}" type="presOf" srcId="{5848EE04-2589-4CB3-B313-1B62B653FE6B}" destId="{6B157540-533E-4DDC-B701-2EF521604084}" srcOrd="0" destOrd="0" presId="urn:microsoft.com/office/officeart/2018/5/layout/CenteredIconLabelDescriptionList"/>
    <dgm:cxn modelId="{1E43588E-6134-45E3-9405-4894C40AC990}" type="presOf" srcId="{D14E7B3B-4293-402E-995A-14E9FC6E2821}" destId="{D4CB6586-0FEA-445A-8961-9A4D47A31674}" srcOrd="0" destOrd="1" presId="urn:microsoft.com/office/officeart/2018/5/layout/CenteredIconLabelDescriptionList"/>
    <dgm:cxn modelId="{D39F919C-2F9F-4104-A3CF-BCD07CFA60F1}" srcId="{BEC24CB1-313B-4449-B7BE-BECD857AD134}" destId="{C0258513-1031-4B9C-8ECF-B68D52AA2FED}" srcOrd="1" destOrd="0" parTransId="{6FAAEE3C-4BB8-4717-B053-D3A86FFE6F70}" sibTransId="{A8BE6A71-7047-47CE-B751-A5F7F27F6527}"/>
    <dgm:cxn modelId="{E5F9AAB4-DEB3-48D3-B83C-986F35A16BC8}" type="presOf" srcId="{D0019606-49CA-43F0-B790-3399FE65D17A}" destId="{32DA5871-37F6-46F8-8590-26510902FBA5}" srcOrd="0" destOrd="0" presId="urn:microsoft.com/office/officeart/2018/5/layout/CenteredIconLabelDescriptionList"/>
    <dgm:cxn modelId="{0FF6E4D4-8A50-4A58-8950-CF3231582893}" type="presOf" srcId="{E7AB7CFD-91BE-4B37-B920-FBABC8010267}" destId="{D4CB6586-0FEA-445A-8961-9A4D47A31674}" srcOrd="0" destOrd="0" presId="urn:microsoft.com/office/officeart/2018/5/layout/CenteredIconLabelDescriptionList"/>
    <dgm:cxn modelId="{70735DEC-4511-4A67-B0B9-DEE95B2CFB6D}" type="presOf" srcId="{5B7B90DE-0FAB-4049-865C-8614E1DB84A6}" destId="{32DA5871-37F6-46F8-8590-26510902FBA5}" srcOrd="0" destOrd="1" presId="urn:microsoft.com/office/officeart/2018/5/layout/CenteredIconLabelDescriptionList"/>
    <dgm:cxn modelId="{85E409F1-E438-4DFB-8D9D-8DA6526BF6CD}" srcId="{C0258513-1031-4B9C-8ECF-B68D52AA2FED}" destId="{D0019606-49CA-43F0-B790-3399FE65D17A}" srcOrd="0" destOrd="0" parTransId="{FC32DFE9-346B-47D4-BFEC-74B49EE8631C}" sibTransId="{6646A7D0-B01A-482F-A32B-FAADABCC9C1B}"/>
    <dgm:cxn modelId="{8B301347-6888-4680-8A07-4483B21AFC16}" type="presParOf" srcId="{877F3656-B14B-4284-8E19-D18E600DAA11}" destId="{7F127270-5CA6-4BA3-AAB5-CB6D63AF8E65}" srcOrd="0" destOrd="0" presId="urn:microsoft.com/office/officeart/2018/5/layout/CenteredIconLabelDescriptionList"/>
    <dgm:cxn modelId="{24F770F6-FFCE-4A71-9AF7-7ABB9E3C032D}" type="presParOf" srcId="{7F127270-5CA6-4BA3-AAB5-CB6D63AF8E65}" destId="{9D97F323-871F-4192-B200-2827D402F275}" srcOrd="0" destOrd="0" presId="urn:microsoft.com/office/officeart/2018/5/layout/CenteredIconLabelDescriptionList"/>
    <dgm:cxn modelId="{5D7C7C4D-5CB8-49EE-BBFF-3A7D47C70309}" type="presParOf" srcId="{7F127270-5CA6-4BA3-AAB5-CB6D63AF8E65}" destId="{2B9E0676-9ED9-42F4-9468-91100054A31F}" srcOrd="1" destOrd="0" presId="urn:microsoft.com/office/officeart/2018/5/layout/CenteredIconLabelDescriptionList"/>
    <dgm:cxn modelId="{F6ACB65F-C164-4D87-9238-D5FD8C181823}" type="presParOf" srcId="{7F127270-5CA6-4BA3-AAB5-CB6D63AF8E65}" destId="{6B157540-533E-4DDC-B701-2EF521604084}" srcOrd="2" destOrd="0" presId="urn:microsoft.com/office/officeart/2018/5/layout/CenteredIconLabelDescriptionList"/>
    <dgm:cxn modelId="{34AB5AD2-7A20-4D27-811D-76D342D06C0E}" type="presParOf" srcId="{7F127270-5CA6-4BA3-AAB5-CB6D63AF8E65}" destId="{6E26CE3F-6A5B-440A-A0C6-59D5ECC97574}" srcOrd="3" destOrd="0" presId="urn:microsoft.com/office/officeart/2018/5/layout/CenteredIconLabelDescriptionList"/>
    <dgm:cxn modelId="{791C0B75-2694-4994-9916-92AD789B754B}" type="presParOf" srcId="{7F127270-5CA6-4BA3-AAB5-CB6D63AF8E65}" destId="{D4CB6586-0FEA-445A-8961-9A4D47A31674}" srcOrd="4" destOrd="0" presId="urn:microsoft.com/office/officeart/2018/5/layout/CenteredIconLabelDescriptionList"/>
    <dgm:cxn modelId="{BFDADB67-E70D-49EE-BBC2-970EAE776DEB}" type="presParOf" srcId="{877F3656-B14B-4284-8E19-D18E600DAA11}" destId="{3B117B28-B772-455D-BFE9-7D54ED90F9CB}" srcOrd="1" destOrd="0" presId="urn:microsoft.com/office/officeart/2018/5/layout/CenteredIconLabelDescriptionList"/>
    <dgm:cxn modelId="{83369C3B-254B-4D4D-BCD2-DE9C2ED9C4D2}" type="presParOf" srcId="{877F3656-B14B-4284-8E19-D18E600DAA11}" destId="{E222CBD2-5A90-41E9-A8EB-46CF57339A30}" srcOrd="2" destOrd="0" presId="urn:microsoft.com/office/officeart/2018/5/layout/CenteredIconLabelDescriptionList"/>
    <dgm:cxn modelId="{67C48819-80ED-4510-8DCA-EF404132C8AB}" type="presParOf" srcId="{E222CBD2-5A90-41E9-A8EB-46CF57339A30}" destId="{DDB476BA-9D6E-4D47-8B05-A903FA13D068}" srcOrd="0" destOrd="0" presId="urn:microsoft.com/office/officeart/2018/5/layout/CenteredIconLabelDescriptionList"/>
    <dgm:cxn modelId="{A467FD81-0A62-4C74-924A-03AB982B3C38}" type="presParOf" srcId="{E222CBD2-5A90-41E9-A8EB-46CF57339A30}" destId="{BC5CBDB5-9294-43A1-B4F1-F866A6F4C9F9}" srcOrd="1" destOrd="0" presId="urn:microsoft.com/office/officeart/2018/5/layout/CenteredIconLabelDescriptionList"/>
    <dgm:cxn modelId="{DCE7819B-1086-4764-8217-288C10E36117}" type="presParOf" srcId="{E222CBD2-5A90-41E9-A8EB-46CF57339A30}" destId="{D3154456-9488-45CB-9D49-070D35EF65E9}" srcOrd="2" destOrd="0" presId="urn:microsoft.com/office/officeart/2018/5/layout/CenteredIconLabelDescriptionList"/>
    <dgm:cxn modelId="{BB3EFD35-42A2-4F9C-8DCA-33FE30BE3835}" type="presParOf" srcId="{E222CBD2-5A90-41E9-A8EB-46CF57339A30}" destId="{3F532A1C-C0C5-4A0B-819C-CB628689E11A}" srcOrd="3" destOrd="0" presId="urn:microsoft.com/office/officeart/2018/5/layout/CenteredIconLabelDescriptionList"/>
    <dgm:cxn modelId="{ED5409E0-68AE-4419-A304-989A69138F94}" type="presParOf" srcId="{E222CBD2-5A90-41E9-A8EB-46CF57339A30}" destId="{32DA5871-37F6-46F8-8590-26510902FB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FFA821A-B5A1-47E8-AFF4-14BA9E3D111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7BE5DC35-64F0-419B-923F-158EC2E93A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Usual Storage Strategy</a:t>
          </a:r>
        </a:p>
      </dgm:t>
    </dgm:pt>
    <dgm:pt modelId="{04F4C151-E8F1-4370-9F87-B7235FDE0EED}" type="parTrans" cxnId="{ABD3E742-83E7-406D-AB47-FCBC7F7F4FD8}">
      <dgm:prSet/>
      <dgm:spPr/>
      <dgm:t>
        <a:bodyPr/>
        <a:lstStyle/>
        <a:p>
          <a:endParaRPr lang="tr-TR"/>
        </a:p>
      </dgm:t>
    </dgm:pt>
    <dgm:pt modelId="{448E2836-D1E5-43E4-9253-B2570E38C257}" type="sibTrans" cxnId="{ABD3E742-83E7-406D-AB47-FCBC7F7F4FD8}">
      <dgm:prSet/>
      <dgm:spPr/>
      <dgm:t>
        <a:bodyPr/>
        <a:lstStyle/>
        <a:p>
          <a:endParaRPr lang="tr-TR"/>
        </a:p>
      </dgm:t>
    </dgm:pt>
    <dgm:pt modelId="{10F843AD-3326-4EF0-B90B-1E984A987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and public keys </a:t>
          </a:r>
          <a:endParaRPr lang="tr-TR" dirty="0"/>
        </a:p>
      </dgm:t>
    </dgm:pt>
    <dgm:pt modelId="{A04FC144-04D2-4C73-994A-010C44DDAFB9}" type="parTrans" cxnId="{1AA1FDCA-D05B-4262-A785-1AB4ADAF2F67}">
      <dgm:prSet/>
      <dgm:spPr/>
      <dgm:t>
        <a:bodyPr/>
        <a:lstStyle/>
        <a:p>
          <a:endParaRPr lang="tr-TR"/>
        </a:p>
      </dgm:t>
    </dgm:pt>
    <dgm:pt modelId="{E8DD6B82-D19F-408B-8C92-CCF4A1F6596F}" type="sibTrans" cxnId="{1AA1FDCA-D05B-4262-A785-1AB4ADAF2F67}">
      <dgm:prSet/>
      <dgm:spPr/>
      <dgm:t>
        <a:bodyPr/>
        <a:lstStyle/>
        <a:p>
          <a:endParaRPr lang="tr-TR"/>
        </a:p>
      </dgm:t>
    </dgm:pt>
    <dgm:pt modelId="{1BF45994-453F-49A8-96FA-1D980F55EE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</a:t>
          </a:r>
          <a:r>
            <a:rPr lang="tr-TR"/>
            <a:t> </a:t>
          </a:r>
          <a:r>
            <a:rPr lang="en-US"/>
            <a:t>stored together as a key pair for convenience. </a:t>
          </a:r>
          <a:endParaRPr lang="tr-TR"/>
        </a:p>
      </dgm:t>
    </dgm:pt>
    <dgm:pt modelId="{D698CAA1-A244-4B3D-B46D-837286DB2833}" type="parTrans" cxnId="{033918BE-5FEC-484C-8BEE-72EFCDD4B293}">
      <dgm:prSet/>
      <dgm:spPr/>
      <dgm:t>
        <a:bodyPr/>
        <a:lstStyle/>
        <a:p>
          <a:endParaRPr lang="tr-TR"/>
        </a:p>
      </dgm:t>
    </dgm:pt>
    <dgm:pt modelId="{54B5700E-50FA-432F-87D4-C2930882DACA}" type="sibTrans" cxnId="{033918BE-5FEC-484C-8BEE-72EFCDD4B293}">
      <dgm:prSet/>
      <dgm:spPr/>
      <dgm:t>
        <a:bodyPr/>
        <a:lstStyle/>
        <a:p>
          <a:endParaRPr lang="tr-TR"/>
        </a:p>
      </dgm:t>
    </dgm:pt>
    <dgm:pt modelId="{2DA44FE2-9D87-49E3-9869-2E7A9285E2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 of Public Key</a:t>
          </a:r>
        </a:p>
      </dgm:t>
    </dgm:pt>
    <dgm:pt modelId="{8F508E83-14CF-4385-827F-742E8CAA2E93}" type="parTrans" cxnId="{CA018D53-7514-4BC0-A180-2E7629837D71}">
      <dgm:prSet/>
      <dgm:spPr/>
      <dgm:t>
        <a:bodyPr/>
        <a:lstStyle/>
        <a:p>
          <a:endParaRPr lang="tr-TR"/>
        </a:p>
      </dgm:t>
    </dgm:pt>
    <dgm:pt modelId="{EE9E7C0C-8F6B-4617-A658-270613FDC426}" type="sibTrans" cxnId="{CA018D53-7514-4BC0-A180-2E7629837D71}">
      <dgm:prSet/>
      <dgm:spPr/>
      <dgm:t>
        <a:bodyPr/>
        <a:lstStyle/>
        <a:p>
          <a:endParaRPr lang="tr-TR"/>
        </a:p>
      </dgm:t>
    </dgm:pt>
    <dgm:pt modelId="{E1146E6A-87D5-4F95-99D4-1111A8696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</a:t>
          </a:r>
          <a:r>
            <a:rPr lang="tr-TR" dirty="0"/>
            <a:t> </a:t>
          </a:r>
          <a:r>
            <a:rPr lang="en-US" dirty="0"/>
            <a:t>key can be calculated from the private key </a:t>
          </a:r>
          <a:endParaRPr lang="tr-TR" dirty="0"/>
        </a:p>
      </dgm:t>
    </dgm:pt>
    <dgm:pt modelId="{0302366F-0549-41E0-A9D0-CD1CC221DDB0}" type="parTrans" cxnId="{EBBF1D4F-D22D-4A1C-928B-29EAFEEC31A7}">
      <dgm:prSet/>
      <dgm:spPr/>
      <dgm:t>
        <a:bodyPr/>
        <a:lstStyle/>
        <a:p>
          <a:endParaRPr lang="tr-TR"/>
        </a:p>
      </dgm:t>
    </dgm:pt>
    <dgm:pt modelId="{E9D427E0-50C2-4FD2-8DE9-6C14031C32AF}" type="sibTrans" cxnId="{EBBF1D4F-D22D-4A1C-928B-29EAFEEC31A7}">
      <dgm:prSet/>
      <dgm:spPr/>
      <dgm:t>
        <a:bodyPr/>
        <a:lstStyle/>
        <a:p>
          <a:endParaRPr lang="tr-TR"/>
        </a:p>
      </dgm:t>
    </dgm:pt>
    <dgm:pt modelId="{3C5A92F4-634F-4310-9475-C85269CDD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 storing only the private</a:t>
          </a:r>
          <a:r>
            <a:rPr lang="tr-TR"/>
            <a:t> </a:t>
          </a:r>
          <a:r>
            <a:rPr lang="en-US"/>
            <a:t>key is also possible.</a:t>
          </a:r>
          <a:endParaRPr lang="tr-TR"/>
        </a:p>
      </dgm:t>
    </dgm:pt>
    <dgm:pt modelId="{0570210A-5153-497C-9863-E53457FC7D13}" type="parTrans" cxnId="{97036FF9-CDC3-4124-9AD0-6752169C12AE}">
      <dgm:prSet/>
      <dgm:spPr/>
      <dgm:t>
        <a:bodyPr/>
        <a:lstStyle/>
        <a:p>
          <a:endParaRPr lang="tr-TR"/>
        </a:p>
      </dgm:t>
    </dgm:pt>
    <dgm:pt modelId="{764369BB-D3B4-411C-8BAF-34D9D31C960D}" type="sibTrans" cxnId="{97036FF9-CDC3-4124-9AD0-6752169C12AE}">
      <dgm:prSet/>
      <dgm:spPr/>
      <dgm:t>
        <a:bodyPr/>
        <a:lstStyle/>
        <a:p>
          <a:endParaRPr lang="tr-TR"/>
        </a:p>
      </dgm:t>
    </dgm:pt>
    <dgm:pt modelId="{1B388398-2234-4E8B-867E-52FA37E7482E}" type="pres">
      <dgm:prSet presAssocID="{6FFA821A-B5A1-47E8-AFF4-14BA9E3D1114}" presName="root" presStyleCnt="0">
        <dgm:presLayoutVars>
          <dgm:dir/>
          <dgm:resizeHandles val="exact"/>
        </dgm:presLayoutVars>
      </dgm:prSet>
      <dgm:spPr/>
    </dgm:pt>
    <dgm:pt modelId="{092488D7-917F-45BE-B215-733ED6571D5B}" type="pres">
      <dgm:prSet presAssocID="{7BE5DC35-64F0-419B-923F-158EC2E93A52}" presName="compNode" presStyleCnt="0"/>
      <dgm:spPr/>
    </dgm:pt>
    <dgm:pt modelId="{FA26651D-6ADF-4052-8967-A62E503A7A1D}" type="pres">
      <dgm:prSet presAssocID="{7BE5DC35-64F0-419B-923F-158EC2E93A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42BCAC5-909A-4EA0-B81A-5B86779EE691}" type="pres">
      <dgm:prSet presAssocID="{7BE5DC35-64F0-419B-923F-158EC2E93A52}" presName="iconSpace" presStyleCnt="0"/>
      <dgm:spPr/>
    </dgm:pt>
    <dgm:pt modelId="{E3CA86AD-DA90-45C8-9A85-FAF345C70125}" type="pres">
      <dgm:prSet presAssocID="{7BE5DC35-64F0-419B-923F-158EC2E93A52}" presName="parTx" presStyleLbl="revTx" presStyleIdx="0" presStyleCnt="4">
        <dgm:presLayoutVars>
          <dgm:chMax val="0"/>
          <dgm:chPref val="0"/>
        </dgm:presLayoutVars>
      </dgm:prSet>
      <dgm:spPr/>
    </dgm:pt>
    <dgm:pt modelId="{E78E6BEA-CDB8-40E6-B004-278544354C89}" type="pres">
      <dgm:prSet presAssocID="{7BE5DC35-64F0-419B-923F-158EC2E93A52}" presName="txSpace" presStyleCnt="0"/>
      <dgm:spPr/>
    </dgm:pt>
    <dgm:pt modelId="{BD2E0C30-8C29-4DA8-8B82-64413B183B8D}" type="pres">
      <dgm:prSet presAssocID="{7BE5DC35-64F0-419B-923F-158EC2E93A52}" presName="desTx" presStyleLbl="revTx" presStyleIdx="1" presStyleCnt="4">
        <dgm:presLayoutVars/>
      </dgm:prSet>
      <dgm:spPr/>
    </dgm:pt>
    <dgm:pt modelId="{494436A4-19D2-4DF5-A223-6F7C1194D393}" type="pres">
      <dgm:prSet presAssocID="{448E2836-D1E5-43E4-9253-B2570E38C257}" presName="sibTrans" presStyleCnt="0"/>
      <dgm:spPr/>
    </dgm:pt>
    <dgm:pt modelId="{04CA4910-FDC3-4033-8E97-5A9DA4198644}" type="pres">
      <dgm:prSet presAssocID="{2DA44FE2-9D87-49E3-9869-2E7A9285E20D}" presName="compNode" presStyleCnt="0"/>
      <dgm:spPr/>
    </dgm:pt>
    <dgm:pt modelId="{545D4C3E-2370-482F-8802-E14675EB233E}" type="pres">
      <dgm:prSet presAssocID="{2DA44FE2-9D87-49E3-9869-2E7A9285E2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3FDDEBE-D440-4F82-A2EA-1EC22142B58D}" type="pres">
      <dgm:prSet presAssocID="{2DA44FE2-9D87-49E3-9869-2E7A9285E20D}" presName="iconSpace" presStyleCnt="0"/>
      <dgm:spPr/>
    </dgm:pt>
    <dgm:pt modelId="{1A647169-37B3-4FA7-9BDB-7DA908C0DAF9}" type="pres">
      <dgm:prSet presAssocID="{2DA44FE2-9D87-49E3-9869-2E7A9285E20D}" presName="parTx" presStyleLbl="revTx" presStyleIdx="2" presStyleCnt="4">
        <dgm:presLayoutVars>
          <dgm:chMax val="0"/>
          <dgm:chPref val="0"/>
        </dgm:presLayoutVars>
      </dgm:prSet>
      <dgm:spPr/>
    </dgm:pt>
    <dgm:pt modelId="{70EABBC0-D669-4855-90BF-040886919762}" type="pres">
      <dgm:prSet presAssocID="{2DA44FE2-9D87-49E3-9869-2E7A9285E20D}" presName="txSpace" presStyleCnt="0"/>
      <dgm:spPr/>
    </dgm:pt>
    <dgm:pt modelId="{0DA5F4A8-2176-4B3B-9964-1EE0CE172071}" type="pres">
      <dgm:prSet presAssocID="{2DA44FE2-9D87-49E3-9869-2E7A9285E20D}" presName="desTx" presStyleLbl="revTx" presStyleIdx="3" presStyleCnt="4">
        <dgm:presLayoutVars/>
      </dgm:prSet>
      <dgm:spPr/>
    </dgm:pt>
  </dgm:ptLst>
  <dgm:cxnLst>
    <dgm:cxn modelId="{AF09390F-FD56-4337-AC9B-F8C8F13048E8}" type="presOf" srcId="{6FFA821A-B5A1-47E8-AFF4-14BA9E3D1114}" destId="{1B388398-2234-4E8B-867E-52FA37E7482E}" srcOrd="0" destOrd="0" presId="urn:microsoft.com/office/officeart/2018/5/layout/CenteredIconLabelDescriptionList"/>
    <dgm:cxn modelId="{ABD3E742-83E7-406D-AB47-FCBC7F7F4FD8}" srcId="{6FFA821A-B5A1-47E8-AFF4-14BA9E3D1114}" destId="{7BE5DC35-64F0-419B-923F-158EC2E93A52}" srcOrd="0" destOrd="0" parTransId="{04F4C151-E8F1-4370-9F87-B7235FDE0EED}" sibTransId="{448E2836-D1E5-43E4-9253-B2570E38C257}"/>
    <dgm:cxn modelId="{EBBF1D4F-D22D-4A1C-928B-29EAFEEC31A7}" srcId="{2DA44FE2-9D87-49E3-9869-2E7A9285E20D}" destId="{E1146E6A-87D5-4F95-99D4-1111A869624A}" srcOrd="0" destOrd="0" parTransId="{0302366F-0549-41E0-A9D0-CD1CC221DDB0}" sibTransId="{E9D427E0-50C2-4FD2-8DE9-6C14031C32AF}"/>
    <dgm:cxn modelId="{CA018D53-7514-4BC0-A180-2E7629837D71}" srcId="{6FFA821A-B5A1-47E8-AFF4-14BA9E3D1114}" destId="{2DA44FE2-9D87-49E3-9869-2E7A9285E20D}" srcOrd="1" destOrd="0" parTransId="{8F508E83-14CF-4385-827F-742E8CAA2E93}" sibTransId="{EE9E7C0C-8F6B-4617-A658-270613FDC426}"/>
    <dgm:cxn modelId="{47DC8280-7C85-454B-B9DC-7316BD0F991A}" type="presOf" srcId="{2DA44FE2-9D87-49E3-9869-2E7A9285E20D}" destId="{1A647169-37B3-4FA7-9BDB-7DA908C0DAF9}" srcOrd="0" destOrd="0" presId="urn:microsoft.com/office/officeart/2018/5/layout/CenteredIconLabelDescriptionList"/>
    <dgm:cxn modelId="{C3D81891-0FD3-4567-8060-20215B48B6F3}" type="presOf" srcId="{E1146E6A-87D5-4F95-99D4-1111A869624A}" destId="{0DA5F4A8-2176-4B3B-9964-1EE0CE172071}" srcOrd="0" destOrd="0" presId="urn:microsoft.com/office/officeart/2018/5/layout/CenteredIconLabelDescriptionList"/>
    <dgm:cxn modelId="{DD3A4C9F-1FDB-4344-BFCB-A54F5042AE6D}" type="presOf" srcId="{1BF45994-453F-49A8-96FA-1D980F55EE00}" destId="{BD2E0C30-8C29-4DA8-8B82-64413B183B8D}" srcOrd="0" destOrd="1" presId="urn:microsoft.com/office/officeart/2018/5/layout/CenteredIconLabelDescriptionList"/>
    <dgm:cxn modelId="{033918BE-5FEC-484C-8BEE-72EFCDD4B293}" srcId="{7BE5DC35-64F0-419B-923F-158EC2E93A52}" destId="{1BF45994-453F-49A8-96FA-1D980F55EE00}" srcOrd="1" destOrd="0" parTransId="{D698CAA1-A244-4B3D-B46D-837286DB2833}" sibTransId="{54B5700E-50FA-432F-87D4-C2930882DACA}"/>
    <dgm:cxn modelId="{22DCDAC4-1E4F-4DFD-953F-F93B2FD1D50D}" type="presOf" srcId="{7BE5DC35-64F0-419B-923F-158EC2E93A52}" destId="{E3CA86AD-DA90-45C8-9A85-FAF345C70125}" srcOrd="0" destOrd="0" presId="urn:microsoft.com/office/officeart/2018/5/layout/CenteredIconLabelDescriptionList"/>
    <dgm:cxn modelId="{1AA1FDCA-D05B-4262-A785-1AB4ADAF2F67}" srcId="{7BE5DC35-64F0-419B-923F-158EC2E93A52}" destId="{10F843AD-3326-4EF0-B90B-1E984A987612}" srcOrd="0" destOrd="0" parTransId="{A04FC144-04D2-4C73-994A-010C44DDAFB9}" sibTransId="{E8DD6B82-D19F-408B-8C92-CCF4A1F6596F}"/>
    <dgm:cxn modelId="{42FB8ED0-A22D-478D-B54D-B716181F96E1}" type="presOf" srcId="{3C5A92F4-634F-4310-9475-C85269CDD98F}" destId="{0DA5F4A8-2176-4B3B-9964-1EE0CE172071}" srcOrd="0" destOrd="1" presId="urn:microsoft.com/office/officeart/2018/5/layout/CenteredIconLabelDescriptionList"/>
    <dgm:cxn modelId="{8E6FE3DC-EA36-4F1A-8AE2-AFA3FC31AEB7}" type="presOf" srcId="{10F843AD-3326-4EF0-B90B-1E984A987612}" destId="{BD2E0C30-8C29-4DA8-8B82-64413B183B8D}" srcOrd="0" destOrd="0" presId="urn:microsoft.com/office/officeart/2018/5/layout/CenteredIconLabelDescriptionList"/>
    <dgm:cxn modelId="{97036FF9-CDC3-4124-9AD0-6752169C12AE}" srcId="{2DA44FE2-9D87-49E3-9869-2E7A9285E20D}" destId="{3C5A92F4-634F-4310-9475-C85269CDD98F}" srcOrd="1" destOrd="0" parTransId="{0570210A-5153-497C-9863-E53457FC7D13}" sibTransId="{764369BB-D3B4-411C-8BAF-34D9D31C960D}"/>
    <dgm:cxn modelId="{F3E4937F-5684-4B53-83E7-5BF23F1459C8}" type="presParOf" srcId="{1B388398-2234-4E8B-867E-52FA37E7482E}" destId="{092488D7-917F-45BE-B215-733ED6571D5B}" srcOrd="0" destOrd="0" presId="urn:microsoft.com/office/officeart/2018/5/layout/CenteredIconLabelDescriptionList"/>
    <dgm:cxn modelId="{F27E34D2-4006-4122-8952-D460EAC49A1B}" type="presParOf" srcId="{092488D7-917F-45BE-B215-733ED6571D5B}" destId="{FA26651D-6ADF-4052-8967-A62E503A7A1D}" srcOrd="0" destOrd="0" presId="urn:microsoft.com/office/officeart/2018/5/layout/CenteredIconLabelDescriptionList"/>
    <dgm:cxn modelId="{BD5A26E2-BD0F-41BB-8CD3-6F3CE2B442EF}" type="presParOf" srcId="{092488D7-917F-45BE-B215-733ED6571D5B}" destId="{F42BCAC5-909A-4EA0-B81A-5B86779EE691}" srcOrd="1" destOrd="0" presId="urn:microsoft.com/office/officeart/2018/5/layout/CenteredIconLabelDescriptionList"/>
    <dgm:cxn modelId="{CEC46FF8-1AC0-4AC7-B6A3-D029E979445C}" type="presParOf" srcId="{092488D7-917F-45BE-B215-733ED6571D5B}" destId="{E3CA86AD-DA90-45C8-9A85-FAF345C70125}" srcOrd="2" destOrd="0" presId="urn:microsoft.com/office/officeart/2018/5/layout/CenteredIconLabelDescriptionList"/>
    <dgm:cxn modelId="{20FC1D9E-B5D7-4084-823A-195A63559C12}" type="presParOf" srcId="{092488D7-917F-45BE-B215-733ED6571D5B}" destId="{E78E6BEA-CDB8-40E6-B004-278544354C89}" srcOrd="3" destOrd="0" presId="urn:microsoft.com/office/officeart/2018/5/layout/CenteredIconLabelDescriptionList"/>
    <dgm:cxn modelId="{16827ED1-14D2-445C-AA22-832FBA566510}" type="presParOf" srcId="{092488D7-917F-45BE-B215-733ED6571D5B}" destId="{BD2E0C30-8C29-4DA8-8B82-64413B183B8D}" srcOrd="4" destOrd="0" presId="urn:microsoft.com/office/officeart/2018/5/layout/CenteredIconLabelDescriptionList"/>
    <dgm:cxn modelId="{197D465C-6241-4021-86AA-DC230CC822C9}" type="presParOf" srcId="{1B388398-2234-4E8B-867E-52FA37E7482E}" destId="{494436A4-19D2-4DF5-A223-6F7C1194D393}" srcOrd="1" destOrd="0" presId="urn:microsoft.com/office/officeart/2018/5/layout/CenteredIconLabelDescriptionList"/>
    <dgm:cxn modelId="{5AB13B62-FB61-4FC5-8AAF-8D6F1D2417BA}" type="presParOf" srcId="{1B388398-2234-4E8B-867E-52FA37E7482E}" destId="{04CA4910-FDC3-4033-8E97-5A9DA4198644}" srcOrd="2" destOrd="0" presId="urn:microsoft.com/office/officeart/2018/5/layout/CenteredIconLabelDescriptionList"/>
    <dgm:cxn modelId="{37DD3E8D-0CE0-4B24-876F-246B6558C28C}" type="presParOf" srcId="{04CA4910-FDC3-4033-8E97-5A9DA4198644}" destId="{545D4C3E-2370-482F-8802-E14675EB233E}" srcOrd="0" destOrd="0" presId="urn:microsoft.com/office/officeart/2018/5/layout/CenteredIconLabelDescriptionList"/>
    <dgm:cxn modelId="{50CFAAD8-6E70-4FE2-8DC3-47149D65D7D5}" type="presParOf" srcId="{04CA4910-FDC3-4033-8E97-5A9DA4198644}" destId="{43FDDEBE-D440-4F82-A2EA-1EC22142B58D}" srcOrd="1" destOrd="0" presId="urn:microsoft.com/office/officeart/2018/5/layout/CenteredIconLabelDescriptionList"/>
    <dgm:cxn modelId="{E27D9BF8-1ACA-47DB-BC13-A7001F9ABDB5}" type="presParOf" srcId="{04CA4910-FDC3-4033-8E97-5A9DA4198644}" destId="{1A647169-37B3-4FA7-9BDB-7DA908C0DAF9}" srcOrd="2" destOrd="0" presId="urn:microsoft.com/office/officeart/2018/5/layout/CenteredIconLabelDescriptionList"/>
    <dgm:cxn modelId="{74598718-90AA-4BF5-910E-0F8622754B98}" type="presParOf" srcId="{04CA4910-FDC3-4033-8E97-5A9DA4198644}" destId="{70EABBC0-D669-4855-90BF-040886919762}" srcOrd="3" destOrd="0" presId="urn:microsoft.com/office/officeart/2018/5/layout/CenteredIconLabelDescriptionList"/>
    <dgm:cxn modelId="{DD35DF78-B656-4B35-B221-A4EC2D124676}" type="presParOf" srcId="{04CA4910-FDC3-4033-8E97-5A9DA4198644}" destId="{0DA5F4A8-2176-4B3B-9964-1EE0CE1720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9C628C6-2862-45C7-B450-8C9B56DF3A2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03995B5-87B7-4434-B20B-1A70E20828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- k</a:t>
          </a:r>
        </a:p>
      </dgm:t>
    </dgm:pt>
    <dgm:pt modelId="{1725F95A-0D6E-46B1-AE1A-A5DF7B3E9EDF}" type="parTrans" cxnId="{2BEFAB42-F537-494F-AFB3-C7A266687F46}">
      <dgm:prSet/>
      <dgm:spPr/>
      <dgm:t>
        <a:bodyPr/>
        <a:lstStyle/>
        <a:p>
          <a:endParaRPr lang="tr-TR"/>
        </a:p>
      </dgm:t>
    </dgm:pt>
    <dgm:pt modelId="{6A19A73D-9AF0-4864-88AD-461D93F56AEF}" type="sibTrans" cxnId="{2BEFAB42-F537-494F-AFB3-C7A266687F46}">
      <dgm:prSet/>
      <dgm:spPr/>
      <dgm:t>
        <a:bodyPr/>
        <a:lstStyle/>
        <a:p>
          <a:endParaRPr lang="tr-TR"/>
        </a:p>
      </dgm:t>
    </dgm:pt>
    <dgm:pt modelId="{2D26F623-B1B9-4D66-9BE8-BD1A795D44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 key (k) is a number, usually picked at random. </a:t>
          </a:r>
          <a:endParaRPr lang="tr-TR"/>
        </a:p>
      </dgm:t>
    </dgm:pt>
    <dgm:pt modelId="{78B959D8-688E-46AF-9542-971BED9A3F86}" type="parTrans" cxnId="{EB9A3E19-1A34-4688-BD65-7DF87E67AC4A}">
      <dgm:prSet/>
      <dgm:spPr/>
      <dgm:t>
        <a:bodyPr/>
        <a:lstStyle/>
        <a:p>
          <a:endParaRPr lang="tr-TR"/>
        </a:p>
      </dgm:t>
    </dgm:pt>
    <dgm:pt modelId="{7F884ABB-E28E-45AE-BD14-965B7DA46FE8}" type="sibTrans" cxnId="{EB9A3E19-1A34-4688-BD65-7DF87E67AC4A}">
      <dgm:prSet/>
      <dgm:spPr/>
      <dgm:t>
        <a:bodyPr/>
        <a:lstStyle/>
        <a:p>
          <a:endParaRPr lang="tr-TR"/>
        </a:p>
      </dgm:t>
    </dgm:pt>
    <dgm:pt modelId="{F456A151-86B0-4886-A190-F456FA37BC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 - K</a:t>
          </a:r>
        </a:p>
      </dgm:t>
    </dgm:pt>
    <dgm:pt modelId="{47F26687-D263-4AA8-8F32-73A0B9AE55E1}" type="parTrans" cxnId="{7573EED3-ECD7-4C8F-86D3-FF53E9D778A4}">
      <dgm:prSet/>
      <dgm:spPr/>
      <dgm:t>
        <a:bodyPr/>
        <a:lstStyle/>
        <a:p>
          <a:endParaRPr lang="tr-TR"/>
        </a:p>
      </dgm:t>
    </dgm:pt>
    <dgm:pt modelId="{8785170F-E5B5-437F-BECD-7C5E57BBC7F7}" type="sibTrans" cxnId="{7573EED3-ECD7-4C8F-86D3-FF53E9D778A4}">
      <dgm:prSet/>
      <dgm:spPr/>
      <dgm:t>
        <a:bodyPr/>
        <a:lstStyle/>
        <a:p>
          <a:endParaRPr lang="tr-TR"/>
        </a:p>
      </dgm:t>
    </dgm:pt>
    <dgm:pt modelId="{8DAD5A18-BAEC-4B10-AF9D-7256EF432D3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Generated f</a:t>
          </a:r>
          <a:r>
            <a:rPr lang="en-US"/>
            <a:t>rom the private</a:t>
          </a:r>
          <a:r>
            <a:rPr lang="tr-TR"/>
            <a:t> </a:t>
          </a:r>
          <a:r>
            <a:rPr lang="en-US"/>
            <a:t>key </a:t>
          </a:r>
          <a:endParaRPr lang="tr-TR"/>
        </a:p>
      </dgm:t>
    </dgm:pt>
    <dgm:pt modelId="{7E352155-ED40-4805-9105-B525C311E2EC}" type="parTrans" cxnId="{75B13066-ED26-43E2-846A-F76C5189F4E4}">
      <dgm:prSet/>
      <dgm:spPr/>
      <dgm:t>
        <a:bodyPr/>
        <a:lstStyle/>
        <a:p>
          <a:endParaRPr lang="tr-TR"/>
        </a:p>
      </dgm:t>
    </dgm:pt>
    <dgm:pt modelId="{9253CE5D-28E0-4DDC-82CB-A4EFC49D731F}" type="sibTrans" cxnId="{75B13066-ED26-43E2-846A-F76C5189F4E4}">
      <dgm:prSet/>
      <dgm:spPr/>
      <dgm:t>
        <a:bodyPr/>
        <a:lstStyle/>
        <a:p>
          <a:endParaRPr lang="tr-TR"/>
        </a:p>
      </dgm:t>
    </dgm:pt>
    <dgm:pt modelId="{4401C2B8-B1B0-45D4-AF5E-135A4C3A00CB}" type="pres">
      <dgm:prSet presAssocID="{19C628C6-2862-45C7-B450-8C9B56DF3A2A}" presName="root" presStyleCnt="0">
        <dgm:presLayoutVars>
          <dgm:dir/>
          <dgm:resizeHandles val="exact"/>
        </dgm:presLayoutVars>
      </dgm:prSet>
      <dgm:spPr/>
    </dgm:pt>
    <dgm:pt modelId="{DBDA9A62-3BB2-47E4-B05F-D4BC04F54569}" type="pres">
      <dgm:prSet presAssocID="{D03995B5-87B7-4434-B20B-1A70E2082811}" presName="compNode" presStyleCnt="0"/>
      <dgm:spPr/>
    </dgm:pt>
    <dgm:pt modelId="{9483EC12-5F74-428D-9B9E-38F3A1D379DD}" type="pres">
      <dgm:prSet presAssocID="{D03995B5-87B7-4434-B20B-1A70E208281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F64356A3-F995-4B08-94B0-57782C5C7BBE}" type="pres">
      <dgm:prSet presAssocID="{D03995B5-87B7-4434-B20B-1A70E2082811}" presName="iconSpace" presStyleCnt="0"/>
      <dgm:spPr/>
    </dgm:pt>
    <dgm:pt modelId="{B3048DAE-26C1-486B-91FE-F2BE28BF8791}" type="pres">
      <dgm:prSet presAssocID="{D03995B5-87B7-4434-B20B-1A70E2082811}" presName="parTx" presStyleLbl="revTx" presStyleIdx="0" presStyleCnt="4">
        <dgm:presLayoutVars>
          <dgm:chMax val="0"/>
          <dgm:chPref val="0"/>
        </dgm:presLayoutVars>
      </dgm:prSet>
      <dgm:spPr/>
    </dgm:pt>
    <dgm:pt modelId="{314CAAAA-333F-4AD0-BCB4-555014665E4E}" type="pres">
      <dgm:prSet presAssocID="{D03995B5-87B7-4434-B20B-1A70E2082811}" presName="txSpace" presStyleCnt="0"/>
      <dgm:spPr/>
    </dgm:pt>
    <dgm:pt modelId="{5B6D2B03-F079-4515-9603-05BE4C9AF7A0}" type="pres">
      <dgm:prSet presAssocID="{D03995B5-87B7-4434-B20B-1A70E2082811}" presName="desTx" presStyleLbl="revTx" presStyleIdx="1" presStyleCnt="4">
        <dgm:presLayoutVars/>
      </dgm:prSet>
      <dgm:spPr/>
    </dgm:pt>
    <dgm:pt modelId="{833D6DEF-9D8E-453F-9CCC-AD103174B079}" type="pres">
      <dgm:prSet presAssocID="{6A19A73D-9AF0-4864-88AD-461D93F56AEF}" presName="sibTrans" presStyleCnt="0"/>
      <dgm:spPr/>
    </dgm:pt>
    <dgm:pt modelId="{8539549A-1C4F-4639-9961-FE6ACA49CFB2}" type="pres">
      <dgm:prSet presAssocID="{F456A151-86B0-4886-A190-F456FA37BCD4}" presName="compNode" presStyleCnt="0"/>
      <dgm:spPr/>
    </dgm:pt>
    <dgm:pt modelId="{765C5028-D70A-4854-A843-AC0C3042D394}" type="pres">
      <dgm:prSet presAssocID="{F456A151-86B0-4886-A190-F456FA37BC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E63C744-8B0D-42C8-B54D-B9F2066E1C24}" type="pres">
      <dgm:prSet presAssocID="{F456A151-86B0-4886-A190-F456FA37BCD4}" presName="iconSpace" presStyleCnt="0"/>
      <dgm:spPr/>
    </dgm:pt>
    <dgm:pt modelId="{2C637DC0-491E-433A-9DE6-E56C15D7D461}" type="pres">
      <dgm:prSet presAssocID="{F456A151-86B0-4886-A190-F456FA37BCD4}" presName="parTx" presStyleLbl="revTx" presStyleIdx="2" presStyleCnt="4">
        <dgm:presLayoutVars>
          <dgm:chMax val="0"/>
          <dgm:chPref val="0"/>
        </dgm:presLayoutVars>
      </dgm:prSet>
      <dgm:spPr/>
    </dgm:pt>
    <dgm:pt modelId="{8A3345FE-C2F3-44B1-8C10-87BDA547EEF8}" type="pres">
      <dgm:prSet presAssocID="{F456A151-86B0-4886-A190-F456FA37BCD4}" presName="txSpace" presStyleCnt="0"/>
      <dgm:spPr/>
    </dgm:pt>
    <dgm:pt modelId="{7F5453C2-3C44-4524-B914-942E97B0FAA3}" type="pres">
      <dgm:prSet presAssocID="{F456A151-86B0-4886-A190-F456FA37BCD4}" presName="desTx" presStyleLbl="revTx" presStyleIdx="3" presStyleCnt="4">
        <dgm:presLayoutVars/>
      </dgm:prSet>
      <dgm:spPr/>
    </dgm:pt>
  </dgm:ptLst>
  <dgm:cxnLst>
    <dgm:cxn modelId="{EB9A3E19-1A34-4688-BD65-7DF87E67AC4A}" srcId="{D03995B5-87B7-4434-B20B-1A70E2082811}" destId="{2D26F623-B1B9-4D66-9BE8-BD1A795D4499}" srcOrd="0" destOrd="0" parTransId="{78B959D8-688E-46AF-9542-971BED9A3F86}" sibTransId="{7F884ABB-E28E-45AE-BD14-965B7DA46FE8}"/>
    <dgm:cxn modelId="{47876B5C-6C82-4291-BB21-7E18CE39B402}" type="presOf" srcId="{19C628C6-2862-45C7-B450-8C9B56DF3A2A}" destId="{4401C2B8-B1B0-45D4-AF5E-135A4C3A00CB}" srcOrd="0" destOrd="0" presId="urn:microsoft.com/office/officeart/2018/5/layout/CenteredIconLabelDescriptionList"/>
    <dgm:cxn modelId="{2BEFAB42-F537-494F-AFB3-C7A266687F46}" srcId="{19C628C6-2862-45C7-B450-8C9B56DF3A2A}" destId="{D03995B5-87B7-4434-B20B-1A70E2082811}" srcOrd="0" destOrd="0" parTransId="{1725F95A-0D6E-46B1-AE1A-A5DF7B3E9EDF}" sibTransId="{6A19A73D-9AF0-4864-88AD-461D93F56AEF}"/>
    <dgm:cxn modelId="{75B13066-ED26-43E2-846A-F76C5189F4E4}" srcId="{F456A151-86B0-4886-A190-F456FA37BCD4}" destId="{8DAD5A18-BAEC-4B10-AF9D-7256EF432D34}" srcOrd="0" destOrd="0" parTransId="{7E352155-ED40-4805-9105-B525C311E2EC}" sibTransId="{9253CE5D-28E0-4DDC-82CB-A4EFC49D731F}"/>
    <dgm:cxn modelId="{72E0878B-6503-48B1-B715-4D07FE189CEF}" type="presOf" srcId="{D03995B5-87B7-4434-B20B-1A70E2082811}" destId="{B3048DAE-26C1-486B-91FE-F2BE28BF8791}" srcOrd="0" destOrd="0" presId="urn:microsoft.com/office/officeart/2018/5/layout/CenteredIconLabelDescriptionList"/>
    <dgm:cxn modelId="{1D049CAF-09E5-467D-B0D5-434214DAA72B}" type="presOf" srcId="{8DAD5A18-BAEC-4B10-AF9D-7256EF432D34}" destId="{7F5453C2-3C44-4524-B914-942E97B0FAA3}" srcOrd="0" destOrd="0" presId="urn:microsoft.com/office/officeart/2018/5/layout/CenteredIconLabelDescriptionList"/>
    <dgm:cxn modelId="{7573EED3-ECD7-4C8F-86D3-FF53E9D778A4}" srcId="{19C628C6-2862-45C7-B450-8C9B56DF3A2A}" destId="{F456A151-86B0-4886-A190-F456FA37BCD4}" srcOrd="1" destOrd="0" parTransId="{47F26687-D263-4AA8-8F32-73A0B9AE55E1}" sibTransId="{8785170F-E5B5-437F-BECD-7C5E57BBC7F7}"/>
    <dgm:cxn modelId="{39AD2FF1-03A9-4BCE-A016-4021666C1D4E}" type="presOf" srcId="{2D26F623-B1B9-4D66-9BE8-BD1A795D4499}" destId="{5B6D2B03-F079-4515-9603-05BE4C9AF7A0}" srcOrd="0" destOrd="0" presId="urn:microsoft.com/office/officeart/2018/5/layout/CenteredIconLabelDescriptionList"/>
    <dgm:cxn modelId="{C5B3B1F3-8B1B-4D2D-9BE0-EC5EC74CA541}" type="presOf" srcId="{F456A151-86B0-4886-A190-F456FA37BCD4}" destId="{2C637DC0-491E-433A-9DE6-E56C15D7D461}" srcOrd="0" destOrd="0" presId="urn:microsoft.com/office/officeart/2018/5/layout/CenteredIconLabelDescriptionList"/>
    <dgm:cxn modelId="{3AFE6FB4-599B-4F57-946B-F2372051A99C}" type="presParOf" srcId="{4401C2B8-B1B0-45D4-AF5E-135A4C3A00CB}" destId="{DBDA9A62-3BB2-47E4-B05F-D4BC04F54569}" srcOrd="0" destOrd="0" presId="urn:microsoft.com/office/officeart/2018/5/layout/CenteredIconLabelDescriptionList"/>
    <dgm:cxn modelId="{1611E5AE-E867-43FC-91C7-E65FD2CC0468}" type="presParOf" srcId="{DBDA9A62-3BB2-47E4-B05F-D4BC04F54569}" destId="{9483EC12-5F74-428D-9B9E-38F3A1D379DD}" srcOrd="0" destOrd="0" presId="urn:microsoft.com/office/officeart/2018/5/layout/CenteredIconLabelDescriptionList"/>
    <dgm:cxn modelId="{9DDF005B-620F-4CCF-A8FF-0802B18B4BB2}" type="presParOf" srcId="{DBDA9A62-3BB2-47E4-B05F-D4BC04F54569}" destId="{F64356A3-F995-4B08-94B0-57782C5C7BBE}" srcOrd="1" destOrd="0" presId="urn:microsoft.com/office/officeart/2018/5/layout/CenteredIconLabelDescriptionList"/>
    <dgm:cxn modelId="{0BE2104A-35EC-4207-B148-21F9A5FC7194}" type="presParOf" srcId="{DBDA9A62-3BB2-47E4-B05F-D4BC04F54569}" destId="{B3048DAE-26C1-486B-91FE-F2BE28BF8791}" srcOrd="2" destOrd="0" presId="urn:microsoft.com/office/officeart/2018/5/layout/CenteredIconLabelDescriptionList"/>
    <dgm:cxn modelId="{F4322203-5403-4EBB-A6F5-A8313E0D171F}" type="presParOf" srcId="{DBDA9A62-3BB2-47E4-B05F-D4BC04F54569}" destId="{314CAAAA-333F-4AD0-BCB4-555014665E4E}" srcOrd="3" destOrd="0" presId="urn:microsoft.com/office/officeart/2018/5/layout/CenteredIconLabelDescriptionList"/>
    <dgm:cxn modelId="{BD5E5BAC-EC15-495F-86A2-EFF0424DE6A2}" type="presParOf" srcId="{DBDA9A62-3BB2-47E4-B05F-D4BC04F54569}" destId="{5B6D2B03-F079-4515-9603-05BE4C9AF7A0}" srcOrd="4" destOrd="0" presId="urn:microsoft.com/office/officeart/2018/5/layout/CenteredIconLabelDescriptionList"/>
    <dgm:cxn modelId="{9FB10351-856F-4C9D-ABFA-86562E9E10B4}" type="presParOf" srcId="{4401C2B8-B1B0-45D4-AF5E-135A4C3A00CB}" destId="{833D6DEF-9D8E-453F-9CCC-AD103174B079}" srcOrd="1" destOrd="0" presId="urn:microsoft.com/office/officeart/2018/5/layout/CenteredIconLabelDescriptionList"/>
    <dgm:cxn modelId="{B1EE0693-9139-48B4-BC51-488EBC9D74AE}" type="presParOf" srcId="{4401C2B8-B1B0-45D4-AF5E-135A4C3A00CB}" destId="{8539549A-1C4F-4639-9961-FE6ACA49CFB2}" srcOrd="2" destOrd="0" presId="urn:microsoft.com/office/officeart/2018/5/layout/CenteredIconLabelDescriptionList"/>
    <dgm:cxn modelId="{B6D3EF40-595C-440C-AD8E-BF00E23DF239}" type="presParOf" srcId="{8539549A-1C4F-4639-9961-FE6ACA49CFB2}" destId="{765C5028-D70A-4854-A843-AC0C3042D394}" srcOrd="0" destOrd="0" presId="urn:microsoft.com/office/officeart/2018/5/layout/CenteredIconLabelDescriptionList"/>
    <dgm:cxn modelId="{57821384-D72F-47D8-84A6-194D30D1DC1E}" type="presParOf" srcId="{8539549A-1C4F-4639-9961-FE6ACA49CFB2}" destId="{CE63C744-8B0D-42C8-B54D-B9F2066E1C24}" srcOrd="1" destOrd="0" presId="urn:microsoft.com/office/officeart/2018/5/layout/CenteredIconLabelDescriptionList"/>
    <dgm:cxn modelId="{178A2B90-8CE2-472B-BAF0-778C201CD419}" type="presParOf" srcId="{8539549A-1C4F-4639-9961-FE6ACA49CFB2}" destId="{2C637DC0-491E-433A-9DE6-E56C15D7D461}" srcOrd="2" destOrd="0" presId="urn:microsoft.com/office/officeart/2018/5/layout/CenteredIconLabelDescriptionList"/>
    <dgm:cxn modelId="{077C27C5-AB08-4ED9-823E-3DF379D9E525}" type="presParOf" srcId="{8539549A-1C4F-4639-9961-FE6ACA49CFB2}" destId="{8A3345FE-C2F3-44B1-8C10-87BDA547EEF8}" srcOrd="3" destOrd="0" presId="urn:microsoft.com/office/officeart/2018/5/layout/CenteredIconLabelDescriptionList"/>
    <dgm:cxn modelId="{2D40C603-F24D-4D2B-B451-D5AD750D80F9}" type="presParOf" srcId="{8539549A-1C4F-4639-9961-FE6ACA49CFB2}" destId="{7F5453C2-3C44-4524-B914-942E97B0FA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9C628C6-2862-45C7-B450-8C9B56DF3A2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8376E38-82B2-4039-A109-D478BBE2CB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Elliptic curve multiplication</a:t>
          </a:r>
        </a:p>
      </dgm:t>
    </dgm:pt>
    <dgm:pt modelId="{B0696401-7B7D-487C-A967-2FD649521989}" type="parTrans" cxnId="{84E9CBB7-EC09-451C-9750-7F77C8750E9C}">
      <dgm:prSet/>
      <dgm:spPr/>
      <dgm:t>
        <a:bodyPr/>
        <a:lstStyle/>
        <a:p>
          <a:endParaRPr lang="tr-TR"/>
        </a:p>
      </dgm:t>
    </dgm:pt>
    <dgm:pt modelId="{D2BCC5BC-E009-489D-B6DA-B8DAAD50C0DF}" type="sibTrans" cxnId="{84E9CBB7-EC09-451C-9750-7F77C8750E9C}">
      <dgm:prSet/>
      <dgm:spPr/>
      <dgm:t>
        <a:bodyPr/>
        <a:lstStyle/>
        <a:p>
          <a:endParaRPr lang="tr-TR"/>
        </a:p>
      </dgm:t>
    </dgm:pt>
    <dgm:pt modelId="{6B41298E-D5E1-49D8-A4CC-3F05FBEE1D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one-way cryptographic function </a:t>
          </a:r>
          <a:endParaRPr lang="tr-TR"/>
        </a:p>
      </dgm:t>
    </dgm:pt>
    <dgm:pt modelId="{B997ACC8-0D51-455D-A154-D93CB40D1839}" type="parTrans" cxnId="{4C0969F5-C192-4A61-BAC4-A76EEB13F1FC}">
      <dgm:prSet/>
      <dgm:spPr/>
      <dgm:t>
        <a:bodyPr/>
        <a:lstStyle/>
        <a:p>
          <a:endParaRPr lang="tr-TR"/>
        </a:p>
      </dgm:t>
    </dgm:pt>
    <dgm:pt modelId="{2D5FFD68-3E96-491B-A5A7-8A5F50D3FBC8}" type="sibTrans" cxnId="{4C0969F5-C192-4A61-BAC4-A76EEB13F1FC}">
      <dgm:prSet/>
      <dgm:spPr/>
      <dgm:t>
        <a:bodyPr/>
        <a:lstStyle/>
        <a:p>
          <a:endParaRPr lang="tr-TR"/>
        </a:p>
      </dgm:t>
    </dgm:pt>
    <dgm:pt modelId="{CA92F0EB-D7E5-4CF7-B476-0B0229B350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address - A</a:t>
          </a:r>
        </a:p>
      </dgm:t>
    </dgm:pt>
    <dgm:pt modelId="{FA6960BC-2315-4224-B430-3371D11A346A}" type="parTrans" cxnId="{30ED9768-EFF8-4736-B1B0-11665F979D6F}">
      <dgm:prSet/>
      <dgm:spPr/>
      <dgm:t>
        <a:bodyPr/>
        <a:lstStyle/>
        <a:p>
          <a:endParaRPr lang="tr-TR"/>
        </a:p>
      </dgm:t>
    </dgm:pt>
    <dgm:pt modelId="{7197525A-D478-4889-AA5C-01BCBF39D672}" type="sibTrans" cxnId="{30ED9768-EFF8-4736-B1B0-11665F979D6F}">
      <dgm:prSet/>
      <dgm:spPr/>
      <dgm:t>
        <a:bodyPr/>
        <a:lstStyle/>
        <a:p>
          <a:endParaRPr lang="tr-TR"/>
        </a:p>
      </dgm:t>
    </dgm:pt>
    <dgm:pt modelId="{C753C28B-2BDB-4E21-9F3F-4C2618AF5C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Generated f</a:t>
          </a:r>
          <a:r>
            <a:rPr lang="en-US"/>
            <a:t>rom the public key (K), </a:t>
          </a:r>
          <a:endParaRPr lang="tr-TR"/>
        </a:p>
      </dgm:t>
    </dgm:pt>
    <dgm:pt modelId="{9B40924F-C6B4-4D0A-B323-552828D25870}" type="parTrans" cxnId="{2DF216B2-A27E-46AF-95AB-37D762B1F1EB}">
      <dgm:prSet/>
      <dgm:spPr/>
      <dgm:t>
        <a:bodyPr/>
        <a:lstStyle/>
        <a:p>
          <a:endParaRPr lang="tr-TR"/>
        </a:p>
      </dgm:t>
    </dgm:pt>
    <dgm:pt modelId="{487EC1EB-23D0-42D4-A447-ED11F947B8A8}" type="sibTrans" cxnId="{2DF216B2-A27E-46AF-95AB-37D762B1F1EB}">
      <dgm:prSet/>
      <dgm:spPr/>
      <dgm:t>
        <a:bodyPr/>
        <a:lstStyle/>
        <a:p>
          <a:endParaRPr lang="tr-TR"/>
        </a:p>
      </dgm:t>
    </dgm:pt>
    <dgm:pt modelId="{68BB0D04-E239-4242-93A5-70D9163621D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 </a:t>
          </a:r>
          <a:r>
            <a:rPr lang="en-US"/>
            <a:t>a one-way cryptographic</a:t>
          </a:r>
          <a:r>
            <a:rPr lang="tr-TR"/>
            <a:t> </a:t>
          </a:r>
          <a:r>
            <a:rPr lang="en-US"/>
            <a:t>hash function</a:t>
          </a:r>
          <a:endParaRPr lang="tr-TR"/>
        </a:p>
      </dgm:t>
    </dgm:pt>
    <dgm:pt modelId="{B0EE6B0F-1C99-4237-B18D-4BDF02F52107}" type="parTrans" cxnId="{54F8BABB-ECF2-4BF1-A5E6-5D098C6782E8}">
      <dgm:prSet/>
      <dgm:spPr/>
      <dgm:t>
        <a:bodyPr/>
        <a:lstStyle/>
        <a:p>
          <a:endParaRPr lang="tr-TR"/>
        </a:p>
      </dgm:t>
    </dgm:pt>
    <dgm:pt modelId="{B266869E-FE57-4474-9190-2D99F254E146}" type="sibTrans" cxnId="{54F8BABB-ECF2-4BF1-A5E6-5D098C6782E8}">
      <dgm:prSet/>
      <dgm:spPr/>
      <dgm:t>
        <a:bodyPr/>
        <a:lstStyle/>
        <a:p>
          <a:endParaRPr lang="tr-TR"/>
        </a:p>
      </dgm:t>
    </dgm:pt>
    <dgm:pt modelId="{4401C2B8-B1B0-45D4-AF5E-135A4C3A00CB}" type="pres">
      <dgm:prSet presAssocID="{19C628C6-2862-45C7-B450-8C9B56DF3A2A}" presName="root" presStyleCnt="0">
        <dgm:presLayoutVars>
          <dgm:dir/>
          <dgm:resizeHandles val="exact"/>
        </dgm:presLayoutVars>
      </dgm:prSet>
      <dgm:spPr/>
    </dgm:pt>
    <dgm:pt modelId="{08737F7F-83D7-48B2-BFBE-B461D31FB3F0}" type="pres">
      <dgm:prSet presAssocID="{48376E38-82B2-4039-A109-D478BBE2CB27}" presName="compNode" presStyleCnt="0"/>
      <dgm:spPr/>
    </dgm:pt>
    <dgm:pt modelId="{BA2BFD8C-C3BE-41FF-A0FB-1F42CD94FD96}" type="pres">
      <dgm:prSet presAssocID="{48376E38-82B2-4039-A109-D478BBE2CB2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lipse"/>
        </a:ext>
      </dgm:extLst>
    </dgm:pt>
    <dgm:pt modelId="{D364CA2F-6C3A-4B33-8F81-6C99C02307FC}" type="pres">
      <dgm:prSet presAssocID="{48376E38-82B2-4039-A109-D478BBE2CB27}" presName="iconSpace" presStyleCnt="0"/>
      <dgm:spPr/>
    </dgm:pt>
    <dgm:pt modelId="{0A89F4AB-9EAF-46E1-ACAF-A07B21B35B93}" type="pres">
      <dgm:prSet presAssocID="{48376E38-82B2-4039-A109-D478BBE2CB27}" presName="parTx" presStyleLbl="revTx" presStyleIdx="0" presStyleCnt="4">
        <dgm:presLayoutVars>
          <dgm:chMax val="0"/>
          <dgm:chPref val="0"/>
        </dgm:presLayoutVars>
      </dgm:prSet>
      <dgm:spPr/>
    </dgm:pt>
    <dgm:pt modelId="{543702ED-C867-4812-BA95-571DE4FEE271}" type="pres">
      <dgm:prSet presAssocID="{48376E38-82B2-4039-A109-D478BBE2CB27}" presName="txSpace" presStyleCnt="0"/>
      <dgm:spPr/>
    </dgm:pt>
    <dgm:pt modelId="{1C85EB1D-114B-408B-A3E1-4D3B086E064C}" type="pres">
      <dgm:prSet presAssocID="{48376E38-82B2-4039-A109-D478BBE2CB27}" presName="desTx" presStyleLbl="revTx" presStyleIdx="1" presStyleCnt="4">
        <dgm:presLayoutVars/>
      </dgm:prSet>
      <dgm:spPr/>
    </dgm:pt>
    <dgm:pt modelId="{BEF2DA5E-55F7-40E8-B82D-FCC9AB773345}" type="pres">
      <dgm:prSet presAssocID="{D2BCC5BC-E009-489D-B6DA-B8DAAD50C0DF}" presName="sibTrans" presStyleCnt="0"/>
      <dgm:spPr/>
    </dgm:pt>
    <dgm:pt modelId="{C24DE46A-3ECD-482E-9091-72B37043805B}" type="pres">
      <dgm:prSet presAssocID="{CA92F0EB-D7E5-4CF7-B476-0B0229B350EB}" presName="compNode" presStyleCnt="0"/>
      <dgm:spPr/>
    </dgm:pt>
    <dgm:pt modelId="{754F8164-F69E-4330-901B-A124FCCDAEFE}" type="pres">
      <dgm:prSet presAssocID="{CA92F0EB-D7E5-4CF7-B476-0B0229B350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0E89103F-7B29-4DFC-A7D9-BA6FEE0BE5CA}" type="pres">
      <dgm:prSet presAssocID="{CA92F0EB-D7E5-4CF7-B476-0B0229B350EB}" presName="iconSpace" presStyleCnt="0"/>
      <dgm:spPr/>
    </dgm:pt>
    <dgm:pt modelId="{0AC47A26-216D-48BB-A717-30EECD3CC59B}" type="pres">
      <dgm:prSet presAssocID="{CA92F0EB-D7E5-4CF7-B476-0B0229B350EB}" presName="parTx" presStyleLbl="revTx" presStyleIdx="2" presStyleCnt="4">
        <dgm:presLayoutVars>
          <dgm:chMax val="0"/>
          <dgm:chPref val="0"/>
        </dgm:presLayoutVars>
      </dgm:prSet>
      <dgm:spPr/>
    </dgm:pt>
    <dgm:pt modelId="{0255C788-3EAF-4DCF-88C0-1AD60C88379B}" type="pres">
      <dgm:prSet presAssocID="{CA92F0EB-D7E5-4CF7-B476-0B0229B350EB}" presName="txSpace" presStyleCnt="0"/>
      <dgm:spPr/>
    </dgm:pt>
    <dgm:pt modelId="{7FA467B6-5C74-4020-9EE1-3EFA2908AAFD}" type="pres">
      <dgm:prSet presAssocID="{CA92F0EB-D7E5-4CF7-B476-0B0229B350EB}" presName="desTx" presStyleLbl="revTx" presStyleIdx="3" presStyleCnt="4">
        <dgm:presLayoutVars/>
      </dgm:prSet>
      <dgm:spPr/>
    </dgm:pt>
  </dgm:ptLst>
  <dgm:cxnLst>
    <dgm:cxn modelId="{47876B5C-6C82-4291-BB21-7E18CE39B402}" type="presOf" srcId="{19C628C6-2862-45C7-B450-8C9B56DF3A2A}" destId="{4401C2B8-B1B0-45D4-AF5E-135A4C3A00CB}" srcOrd="0" destOrd="0" presId="urn:microsoft.com/office/officeart/2018/5/layout/CenteredIconLabelDescriptionList"/>
    <dgm:cxn modelId="{B83F7968-45C7-425C-8B39-907A32806167}" type="presOf" srcId="{CA92F0EB-D7E5-4CF7-B476-0B0229B350EB}" destId="{0AC47A26-216D-48BB-A717-30EECD3CC59B}" srcOrd="0" destOrd="0" presId="urn:microsoft.com/office/officeart/2018/5/layout/CenteredIconLabelDescriptionList"/>
    <dgm:cxn modelId="{30ED9768-EFF8-4736-B1B0-11665F979D6F}" srcId="{19C628C6-2862-45C7-B450-8C9B56DF3A2A}" destId="{CA92F0EB-D7E5-4CF7-B476-0B0229B350EB}" srcOrd="1" destOrd="0" parTransId="{FA6960BC-2315-4224-B430-3371D11A346A}" sibTransId="{7197525A-D478-4889-AA5C-01BCBF39D672}"/>
    <dgm:cxn modelId="{50ABDB4F-6053-459C-88E3-200C70E0826C}" type="presOf" srcId="{C753C28B-2BDB-4E21-9F3F-4C2618AF5C73}" destId="{7FA467B6-5C74-4020-9EE1-3EFA2908AAFD}" srcOrd="0" destOrd="0" presId="urn:microsoft.com/office/officeart/2018/5/layout/CenteredIconLabelDescriptionList"/>
    <dgm:cxn modelId="{C5FB9195-2692-4A1B-AC08-92332CBA612F}" type="presOf" srcId="{48376E38-82B2-4039-A109-D478BBE2CB27}" destId="{0A89F4AB-9EAF-46E1-ACAF-A07B21B35B93}" srcOrd="0" destOrd="0" presId="urn:microsoft.com/office/officeart/2018/5/layout/CenteredIconLabelDescriptionList"/>
    <dgm:cxn modelId="{2DF216B2-A27E-46AF-95AB-37D762B1F1EB}" srcId="{CA92F0EB-D7E5-4CF7-B476-0B0229B350EB}" destId="{C753C28B-2BDB-4E21-9F3F-4C2618AF5C73}" srcOrd="0" destOrd="0" parTransId="{9B40924F-C6B4-4D0A-B323-552828D25870}" sibTransId="{487EC1EB-23D0-42D4-A447-ED11F947B8A8}"/>
    <dgm:cxn modelId="{84E9CBB7-EC09-451C-9750-7F77C8750E9C}" srcId="{19C628C6-2862-45C7-B450-8C9B56DF3A2A}" destId="{48376E38-82B2-4039-A109-D478BBE2CB27}" srcOrd="0" destOrd="0" parTransId="{B0696401-7B7D-487C-A967-2FD649521989}" sibTransId="{D2BCC5BC-E009-489D-B6DA-B8DAAD50C0DF}"/>
    <dgm:cxn modelId="{54F8BABB-ECF2-4BF1-A5E6-5D098C6782E8}" srcId="{CA92F0EB-D7E5-4CF7-B476-0B0229B350EB}" destId="{68BB0D04-E239-4242-93A5-70D9163621DA}" srcOrd="1" destOrd="0" parTransId="{B0EE6B0F-1C99-4237-B18D-4BDF02F52107}" sibTransId="{B266869E-FE57-4474-9190-2D99F254E146}"/>
    <dgm:cxn modelId="{6A3562BD-76B8-43CF-AFCA-70CB7D02BB44}" type="presOf" srcId="{68BB0D04-E239-4242-93A5-70D9163621DA}" destId="{7FA467B6-5C74-4020-9EE1-3EFA2908AAFD}" srcOrd="0" destOrd="1" presId="urn:microsoft.com/office/officeart/2018/5/layout/CenteredIconLabelDescriptionList"/>
    <dgm:cxn modelId="{4BDA47CD-A041-4005-B727-6F23B6DB8CB8}" type="presOf" srcId="{6B41298E-D5E1-49D8-A4CC-3F05FBEE1D34}" destId="{1C85EB1D-114B-408B-A3E1-4D3B086E064C}" srcOrd="0" destOrd="0" presId="urn:microsoft.com/office/officeart/2018/5/layout/CenteredIconLabelDescriptionList"/>
    <dgm:cxn modelId="{4C0969F5-C192-4A61-BAC4-A76EEB13F1FC}" srcId="{48376E38-82B2-4039-A109-D478BBE2CB27}" destId="{6B41298E-D5E1-49D8-A4CC-3F05FBEE1D34}" srcOrd="0" destOrd="0" parTransId="{B997ACC8-0D51-455D-A154-D93CB40D1839}" sibTransId="{2D5FFD68-3E96-491B-A5A7-8A5F50D3FBC8}"/>
    <dgm:cxn modelId="{51C5E092-94FF-4C8A-B5CD-175C7B8D9B63}" type="presParOf" srcId="{4401C2B8-B1B0-45D4-AF5E-135A4C3A00CB}" destId="{08737F7F-83D7-48B2-BFBE-B461D31FB3F0}" srcOrd="0" destOrd="0" presId="urn:microsoft.com/office/officeart/2018/5/layout/CenteredIconLabelDescriptionList"/>
    <dgm:cxn modelId="{6759F093-97BB-4F3E-ABC8-817888F34190}" type="presParOf" srcId="{08737F7F-83D7-48B2-BFBE-B461D31FB3F0}" destId="{BA2BFD8C-C3BE-41FF-A0FB-1F42CD94FD96}" srcOrd="0" destOrd="0" presId="urn:microsoft.com/office/officeart/2018/5/layout/CenteredIconLabelDescriptionList"/>
    <dgm:cxn modelId="{A3429517-F8D6-4CE3-8D55-5511F8353A50}" type="presParOf" srcId="{08737F7F-83D7-48B2-BFBE-B461D31FB3F0}" destId="{D364CA2F-6C3A-4B33-8F81-6C99C02307FC}" srcOrd="1" destOrd="0" presId="urn:microsoft.com/office/officeart/2018/5/layout/CenteredIconLabelDescriptionList"/>
    <dgm:cxn modelId="{6B5E50C9-07A7-493D-B4E4-AC9487EC053C}" type="presParOf" srcId="{08737F7F-83D7-48B2-BFBE-B461D31FB3F0}" destId="{0A89F4AB-9EAF-46E1-ACAF-A07B21B35B93}" srcOrd="2" destOrd="0" presId="urn:microsoft.com/office/officeart/2018/5/layout/CenteredIconLabelDescriptionList"/>
    <dgm:cxn modelId="{0E396962-D004-4F6D-ABE6-EC5458FA501E}" type="presParOf" srcId="{08737F7F-83D7-48B2-BFBE-B461D31FB3F0}" destId="{543702ED-C867-4812-BA95-571DE4FEE271}" srcOrd="3" destOrd="0" presId="urn:microsoft.com/office/officeart/2018/5/layout/CenteredIconLabelDescriptionList"/>
    <dgm:cxn modelId="{6C552F65-E576-4C16-8C5A-018C84B52996}" type="presParOf" srcId="{08737F7F-83D7-48B2-BFBE-B461D31FB3F0}" destId="{1C85EB1D-114B-408B-A3E1-4D3B086E064C}" srcOrd="4" destOrd="0" presId="urn:microsoft.com/office/officeart/2018/5/layout/CenteredIconLabelDescriptionList"/>
    <dgm:cxn modelId="{AEEAECBB-B478-4926-B91C-4E2327689615}" type="presParOf" srcId="{4401C2B8-B1B0-45D4-AF5E-135A4C3A00CB}" destId="{BEF2DA5E-55F7-40E8-B82D-FCC9AB773345}" srcOrd="1" destOrd="0" presId="urn:microsoft.com/office/officeart/2018/5/layout/CenteredIconLabelDescriptionList"/>
    <dgm:cxn modelId="{3502A518-EF43-4A4B-AF8A-462FE17D40C3}" type="presParOf" srcId="{4401C2B8-B1B0-45D4-AF5E-135A4C3A00CB}" destId="{C24DE46A-3ECD-482E-9091-72B37043805B}" srcOrd="2" destOrd="0" presId="urn:microsoft.com/office/officeart/2018/5/layout/CenteredIconLabelDescriptionList"/>
    <dgm:cxn modelId="{42BE97EA-A803-4B50-80D4-C88CC4321E53}" type="presParOf" srcId="{C24DE46A-3ECD-482E-9091-72B37043805B}" destId="{754F8164-F69E-4330-901B-A124FCCDAEFE}" srcOrd="0" destOrd="0" presId="urn:microsoft.com/office/officeart/2018/5/layout/CenteredIconLabelDescriptionList"/>
    <dgm:cxn modelId="{F22A0BAC-81D3-4C23-ACFC-EF1836E6F075}" type="presParOf" srcId="{C24DE46A-3ECD-482E-9091-72B37043805B}" destId="{0E89103F-7B29-4DFC-A7D9-BA6FEE0BE5CA}" srcOrd="1" destOrd="0" presId="urn:microsoft.com/office/officeart/2018/5/layout/CenteredIconLabelDescriptionList"/>
    <dgm:cxn modelId="{F530628D-E1B2-471C-84DE-6138CD1930E1}" type="presParOf" srcId="{C24DE46A-3ECD-482E-9091-72B37043805B}" destId="{0AC47A26-216D-48BB-A717-30EECD3CC59B}" srcOrd="2" destOrd="0" presId="urn:microsoft.com/office/officeart/2018/5/layout/CenteredIconLabelDescriptionList"/>
    <dgm:cxn modelId="{1328DB24-0588-4D68-B654-42D9CEE87A77}" type="presParOf" srcId="{C24DE46A-3ECD-482E-9091-72B37043805B}" destId="{0255C788-3EAF-4DCF-88C0-1AD60C88379B}" srcOrd="3" destOrd="0" presId="urn:microsoft.com/office/officeart/2018/5/layout/CenteredIconLabelDescriptionList"/>
    <dgm:cxn modelId="{08F2A365-AF71-43DE-BD36-33B765570A03}" type="presParOf" srcId="{C24DE46A-3ECD-482E-9091-72B37043805B}" destId="{7FA467B6-5C74-4020-9EE1-3EFA2908AA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0218357-5DCE-424F-BAD4-F88ECE24C6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492B82FE-030C-4DEA-9218-6FCCDAFBE6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Asymmetric</a:t>
          </a:r>
          <a:r>
            <a:rPr lang="tr-TR"/>
            <a:t> </a:t>
          </a:r>
          <a:r>
            <a:rPr lang="en-US"/>
            <a:t>cryptography </a:t>
          </a:r>
          <a:endParaRPr lang="tr-TR"/>
        </a:p>
      </dgm:t>
    </dgm:pt>
    <dgm:pt modelId="{00CEE182-DE29-48D9-B0BB-23235892CB8E}" type="parTrans" cxnId="{018F396B-F3A5-489F-952D-60D809B8C6B3}">
      <dgm:prSet/>
      <dgm:spPr/>
      <dgm:t>
        <a:bodyPr/>
        <a:lstStyle/>
        <a:p>
          <a:endParaRPr lang="tr-TR"/>
        </a:p>
      </dgm:t>
    </dgm:pt>
    <dgm:pt modelId="{68FE087B-80AA-4464-9CD7-0C8511BE8DF7}" type="sibTrans" cxnId="{018F396B-F3A5-489F-952D-60D809B8C6B3}">
      <dgm:prSet/>
      <dgm:spPr/>
      <dgm:t>
        <a:bodyPr/>
        <a:lstStyle/>
        <a:p>
          <a:endParaRPr lang="tr-TR"/>
        </a:p>
      </dgm:t>
    </dgm:pt>
    <dgm:pt modelId="{E444E6F7-EF2B-40A6-A22D-56A7A75396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anyone</a:t>
          </a:r>
          <a:r>
            <a:rPr lang="tr-TR" dirty="0"/>
            <a:t> can</a:t>
          </a:r>
          <a:r>
            <a:rPr lang="en-US" dirty="0"/>
            <a:t> verify</a:t>
          </a:r>
          <a:r>
            <a:rPr lang="tr-TR" dirty="0"/>
            <a:t> </a:t>
          </a:r>
          <a:r>
            <a:rPr lang="en-US" dirty="0"/>
            <a:t>every signature</a:t>
          </a:r>
          <a:endParaRPr lang="tr-TR" dirty="0"/>
        </a:p>
      </dgm:t>
    </dgm:pt>
    <dgm:pt modelId="{A2AF6331-BFE0-4B61-A498-65E9E2CDC816}" type="parTrans" cxnId="{6DD8BF61-D7C0-4BA3-BF29-F5944C85C677}">
      <dgm:prSet/>
      <dgm:spPr/>
      <dgm:t>
        <a:bodyPr/>
        <a:lstStyle/>
        <a:p>
          <a:endParaRPr lang="tr-TR"/>
        </a:p>
      </dgm:t>
    </dgm:pt>
    <dgm:pt modelId="{63D23BF0-48D5-4DBD-807B-934F41413B4B}" type="sibTrans" cxnId="{6DD8BF61-D7C0-4BA3-BF29-F5944C85C677}">
      <dgm:prSet/>
      <dgm:spPr/>
      <dgm:t>
        <a:bodyPr/>
        <a:lstStyle/>
        <a:p>
          <a:endParaRPr lang="tr-TR"/>
        </a:p>
      </dgm:t>
    </dgm:pt>
    <dgm:pt modelId="{AE0BA29C-7131-4D47-BCD0-1E727449E5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the owners of</a:t>
          </a:r>
          <a:r>
            <a:rPr lang="tr-TR" dirty="0"/>
            <a:t> </a:t>
          </a:r>
          <a:r>
            <a:rPr lang="en-US" dirty="0"/>
            <a:t>private keys</a:t>
          </a:r>
          <a:endParaRPr lang="tr-TR" dirty="0"/>
        </a:p>
      </dgm:t>
    </dgm:pt>
    <dgm:pt modelId="{FF7B8E7B-D4D7-447E-82A9-2B59E7F8EC2C}" type="parTrans" cxnId="{FD2F725D-8ED7-4991-B492-53496F255555}">
      <dgm:prSet/>
      <dgm:spPr/>
      <dgm:t>
        <a:bodyPr/>
        <a:lstStyle/>
        <a:p>
          <a:endParaRPr lang="tr-TR"/>
        </a:p>
      </dgm:t>
    </dgm:pt>
    <dgm:pt modelId="{15EDE389-C140-4BC0-AE30-B453827AC403}" type="sibTrans" cxnId="{FD2F725D-8ED7-4991-B492-53496F255555}">
      <dgm:prSet/>
      <dgm:spPr/>
      <dgm:t>
        <a:bodyPr/>
        <a:lstStyle/>
        <a:p>
          <a:endParaRPr lang="tr-TR"/>
        </a:p>
      </dgm:t>
    </dgm:pt>
    <dgm:pt modelId="{DFB1C24F-9FEB-4966-9155-A23480FEF8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Authority to produce</a:t>
          </a:r>
        </a:p>
      </dgm:t>
    </dgm:pt>
    <dgm:pt modelId="{2C47B134-1421-44DC-AA74-0CB1271F9374}" type="parTrans" cxnId="{81567AE8-A424-4DF9-8252-45045FB4C212}">
      <dgm:prSet/>
      <dgm:spPr/>
      <dgm:t>
        <a:bodyPr/>
        <a:lstStyle/>
        <a:p>
          <a:endParaRPr lang="tr-TR"/>
        </a:p>
      </dgm:t>
    </dgm:pt>
    <dgm:pt modelId="{7FD40437-CCC9-4A3E-89F1-70A84C6DB5E8}" type="sibTrans" cxnId="{81567AE8-A424-4DF9-8252-45045FB4C212}">
      <dgm:prSet/>
      <dgm:spPr/>
      <dgm:t>
        <a:bodyPr/>
        <a:lstStyle/>
        <a:p>
          <a:endParaRPr lang="tr-TR"/>
        </a:p>
      </dgm:t>
    </dgm:pt>
    <dgm:pt modelId="{A0BB9BE0-C32D-492B-8D5B-6146D6E19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</a:t>
          </a:r>
          <a:r>
            <a:rPr lang="en-US" dirty="0"/>
            <a:t>produce valid signatures</a:t>
          </a:r>
          <a:endParaRPr lang="tr-TR" dirty="0"/>
        </a:p>
      </dgm:t>
    </dgm:pt>
    <dgm:pt modelId="{8A55AD5C-3AEB-44C3-AAC5-6AE4E360785D}" type="parTrans" cxnId="{AD44D7BB-6D79-463C-87B4-8BE2335E5FD3}">
      <dgm:prSet/>
      <dgm:spPr/>
      <dgm:t>
        <a:bodyPr/>
        <a:lstStyle/>
        <a:p>
          <a:endParaRPr lang="tr-TR"/>
        </a:p>
      </dgm:t>
    </dgm:pt>
    <dgm:pt modelId="{27C4AA72-772A-4523-A8E4-89724584C636}" type="sibTrans" cxnId="{AD44D7BB-6D79-463C-87B4-8BE2335E5FD3}">
      <dgm:prSet/>
      <dgm:spPr/>
      <dgm:t>
        <a:bodyPr/>
        <a:lstStyle/>
        <a:p>
          <a:endParaRPr lang="tr-TR"/>
        </a:p>
      </dgm:t>
    </dgm:pt>
    <dgm:pt modelId="{173F04F2-9D36-415D-8696-314E56F97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every transaction </a:t>
          </a:r>
          <a:endParaRPr lang="tr-TR" dirty="0"/>
        </a:p>
      </dgm:t>
    </dgm:pt>
    <dgm:pt modelId="{EE633D78-7A2F-47E2-BE68-B9DA16540846}" type="parTrans" cxnId="{E7F7F010-9A38-43AE-853C-5F46FF5E169E}">
      <dgm:prSet/>
      <dgm:spPr/>
      <dgm:t>
        <a:bodyPr/>
        <a:lstStyle/>
        <a:p>
          <a:endParaRPr lang="en-US"/>
        </a:p>
      </dgm:t>
    </dgm:pt>
    <dgm:pt modelId="{096EA203-3E82-447A-A8E0-4A03EEE87871}" type="sibTrans" cxnId="{E7F7F010-9A38-43AE-853C-5F46FF5E169E}">
      <dgm:prSet/>
      <dgm:spPr/>
      <dgm:t>
        <a:bodyPr/>
        <a:lstStyle/>
        <a:p>
          <a:endParaRPr lang="en-US"/>
        </a:p>
      </dgm:t>
    </dgm:pt>
    <dgm:pt modelId="{EFDBC8C3-9DF0-4F05-B346-E83DA70C2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Public/Private Keys</a:t>
          </a:r>
          <a:endParaRPr lang="tr-TR" dirty="0"/>
        </a:p>
      </dgm:t>
    </dgm:pt>
    <dgm:pt modelId="{C11F17FA-5C48-4BEB-B94C-52ADDBCB27D2}" type="parTrans" cxnId="{170EFCF1-8B58-4D82-A021-752806DD0E80}">
      <dgm:prSet/>
      <dgm:spPr/>
      <dgm:t>
        <a:bodyPr/>
        <a:lstStyle/>
        <a:p>
          <a:endParaRPr lang="tr-TR"/>
        </a:p>
      </dgm:t>
    </dgm:pt>
    <dgm:pt modelId="{225A904D-C30E-4AE6-B2B5-7CC5C6600EC7}" type="sibTrans" cxnId="{170EFCF1-8B58-4D82-A021-752806DD0E80}">
      <dgm:prSet/>
      <dgm:spPr/>
      <dgm:t>
        <a:bodyPr/>
        <a:lstStyle/>
        <a:p>
          <a:endParaRPr lang="tr-TR"/>
        </a:p>
      </dgm:t>
    </dgm:pt>
    <dgm:pt modelId="{14396E37-9C11-4BE8-9FAA-F3F22E9B7C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Verification</a:t>
          </a:r>
        </a:p>
      </dgm:t>
    </dgm:pt>
    <dgm:pt modelId="{489E727C-F867-4D58-9F97-E23931037768}" type="parTrans" cxnId="{D777DA32-0338-4E06-A871-FA1CF84B6852}">
      <dgm:prSet/>
      <dgm:spPr/>
      <dgm:t>
        <a:bodyPr/>
        <a:lstStyle/>
        <a:p>
          <a:endParaRPr lang="tr-TR"/>
        </a:p>
      </dgm:t>
    </dgm:pt>
    <dgm:pt modelId="{367C62CA-F9E0-4980-83B8-5AD577AEFA1A}" type="sibTrans" cxnId="{D777DA32-0338-4E06-A871-FA1CF84B6852}">
      <dgm:prSet/>
      <dgm:spPr/>
      <dgm:t>
        <a:bodyPr/>
        <a:lstStyle/>
        <a:p>
          <a:endParaRPr lang="tr-TR"/>
        </a:p>
      </dgm:t>
    </dgm:pt>
    <dgm:pt modelId="{10693F81-AD66-445B-A837-D2A1D71E547D}" type="pres">
      <dgm:prSet presAssocID="{E0218357-5DCE-424F-BAD4-F88ECE24C6A0}" presName="root" presStyleCnt="0">
        <dgm:presLayoutVars>
          <dgm:dir/>
          <dgm:resizeHandles val="exact"/>
        </dgm:presLayoutVars>
      </dgm:prSet>
      <dgm:spPr/>
    </dgm:pt>
    <dgm:pt modelId="{1B2C6906-76DF-4DE1-A051-E41DD8786A05}" type="pres">
      <dgm:prSet presAssocID="{492B82FE-030C-4DEA-9218-6FCCDAFBE6AD}" presName="compNode" presStyleCnt="0"/>
      <dgm:spPr/>
    </dgm:pt>
    <dgm:pt modelId="{A1C04A62-88FB-41C4-8961-CCA432D8BD6D}" type="pres">
      <dgm:prSet presAssocID="{492B82FE-030C-4DEA-9218-6FCCDAFBE6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3AE7375-0C96-46A2-B913-78A87B5328FB}" type="pres">
      <dgm:prSet presAssocID="{492B82FE-030C-4DEA-9218-6FCCDAFBE6AD}" presName="iconSpace" presStyleCnt="0"/>
      <dgm:spPr/>
    </dgm:pt>
    <dgm:pt modelId="{7614A98A-2405-4718-8290-855798CF096F}" type="pres">
      <dgm:prSet presAssocID="{492B82FE-030C-4DEA-9218-6FCCDAFBE6AD}" presName="parTx" presStyleLbl="revTx" presStyleIdx="0" presStyleCnt="6">
        <dgm:presLayoutVars>
          <dgm:chMax val="0"/>
          <dgm:chPref val="0"/>
        </dgm:presLayoutVars>
      </dgm:prSet>
      <dgm:spPr/>
    </dgm:pt>
    <dgm:pt modelId="{D8C01E37-0197-49DE-A32C-6D7FD8711855}" type="pres">
      <dgm:prSet presAssocID="{492B82FE-030C-4DEA-9218-6FCCDAFBE6AD}" presName="txSpace" presStyleCnt="0"/>
      <dgm:spPr/>
    </dgm:pt>
    <dgm:pt modelId="{90B5C708-74C6-4CF2-8506-13F1BC6E6D33}" type="pres">
      <dgm:prSet presAssocID="{492B82FE-030C-4DEA-9218-6FCCDAFBE6AD}" presName="desTx" presStyleLbl="revTx" presStyleIdx="1" presStyleCnt="6">
        <dgm:presLayoutVars/>
      </dgm:prSet>
      <dgm:spPr/>
    </dgm:pt>
    <dgm:pt modelId="{7C16C4A9-523F-4429-AB16-6401FAA8CFDC}" type="pres">
      <dgm:prSet presAssocID="{68FE087B-80AA-4464-9CD7-0C8511BE8DF7}" presName="sibTrans" presStyleCnt="0"/>
      <dgm:spPr/>
    </dgm:pt>
    <dgm:pt modelId="{E680DD09-BC17-4E6B-B481-30891CE1A554}" type="pres">
      <dgm:prSet presAssocID="{14396E37-9C11-4BE8-9FAA-F3F22E9B7C95}" presName="compNode" presStyleCnt="0"/>
      <dgm:spPr/>
    </dgm:pt>
    <dgm:pt modelId="{CBA8D555-0384-49AD-A6DE-C91131B1C936}" type="pres">
      <dgm:prSet presAssocID="{14396E37-9C11-4BE8-9FAA-F3F22E9B7C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1FD6F8-2296-49C5-B4C4-2EFEEA8D81AB}" type="pres">
      <dgm:prSet presAssocID="{14396E37-9C11-4BE8-9FAA-F3F22E9B7C95}" presName="iconSpace" presStyleCnt="0"/>
      <dgm:spPr/>
    </dgm:pt>
    <dgm:pt modelId="{5AC1F4FA-3218-43F3-9186-0968B24AF5D9}" type="pres">
      <dgm:prSet presAssocID="{14396E37-9C11-4BE8-9FAA-F3F22E9B7C95}" presName="parTx" presStyleLbl="revTx" presStyleIdx="2" presStyleCnt="6">
        <dgm:presLayoutVars>
          <dgm:chMax val="0"/>
          <dgm:chPref val="0"/>
        </dgm:presLayoutVars>
      </dgm:prSet>
      <dgm:spPr/>
    </dgm:pt>
    <dgm:pt modelId="{9FF80E3D-20A6-4D1B-8B99-87831CEE19D3}" type="pres">
      <dgm:prSet presAssocID="{14396E37-9C11-4BE8-9FAA-F3F22E9B7C95}" presName="txSpace" presStyleCnt="0"/>
      <dgm:spPr/>
    </dgm:pt>
    <dgm:pt modelId="{1F9D1273-593A-4235-8862-B0AADE16091D}" type="pres">
      <dgm:prSet presAssocID="{14396E37-9C11-4BE8-9FAA-F3F22E9B7C95}" presName="desTx" presStyleLbl="revTx" presStyleIdx="3" presStyleCnt="6">
        <dgm:presLayoutVars/>
      </dgm:prSet>
      <dgm:spPr/>
    </dgm:pt>
    <dgm:pt modelId="{740F7153-868F-428F-AC58-CD9EC1259E67}" type="pres">
      <dgm:prSet presAssocID="{367C62CA-F9E0-4980-83B8-5AD577AEFA1A}" presName="sibTrans" presStyleCnt="0"/>
      <dgm:spPr/>
    </dgm:pt>
    <dgm:pt modelId="{C8A12E79-2725-44E7-A873-C6325A076C72}" type="pres">
      <dgm:prSet presAssocID="{DFB1C24F-9FEB-4966-9155-A23480FEF845}" presName="compNode" presStyleCnt="0"/>
      <dgm:spPr/>
    </dgm:pt>
    <dgm:pt modelId="{D93E3689-BF00-451E-8715-5BA97C00DD1C}" type="pres">
      <dgm:prSet presAssocID="{DFB1C24F-9FEB-4966-9155-A23480FEF8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DE6A652-C6DE-4E3D-B3FA-79933FBCE3BA}" type="pres">
      <dgm:prSet presAssocID="{DFB1C24F-9FEB-4966-9155-A23480FEF845}" presName="iconSpace" presStyleCnt="0"/>
      <dgm:spPr/>
    </dgm:pt>
    <dgm:pt modelId="{10B5DD36-B01C-40C9-B151-AB31D21FE228}" type="pres">
      <dgm:prSet presAssocID="{DFB1C24F-9FEB-4966-9155-A23480FEF845}" presName="parTx" presStyleLbl="revTx" presStyleIdx="4" presStyleCnt="6">
        <dgm:presLayoutVars>
          <dgm:chMax val="0"/>
          <dgm:chPref val="0"/>
        </dgm:presLayoutVars>
      </dgm:prSet>
      <dgm:spPr/>
    </dgm:pt>
    <dgm:pt modelId="{217C6818-430A-4958-84A6-DEC8649B6BC8}" type="pres">
      <dgm:prSet presAssocID="{DFB1C24F-9FEB-4966-9155-A23480FEF845}" presName="txSpace" presStyleCnt="0"/>
      <dgm:spPr/>
    </dgm:pt>
    <dgm:pt modelId="{F8A32E0E-A5F8-41B8-B4C8-BDAA4520A029}" type="pres">
      <dgm:prSet presAssocID="{DFB1C24F-9FEB-4966-9155-A23480FEF845}" presName="desTx" presStyleLbl="revTx" presStyleIdx="5" presStyleCnt="6">
        <dgm:presLayoutVars/>
      </dgm:prSet>
      <dgm:spPr/>
    </dgm:pt>
  </dgm:ptLst>
  <dgm:cxnLst>
    <dgm:cxn modelId="{FB0A6C0D-A9CD-4E10-A687-06472B6DE015}" type="presOf" srcId="{E0218357-5DCE-424F-BAD4-F88ECE24C6A0}" destId="{10693F81-AD66-445B-A837-D2A1D71E547D}" srcOrd="0" destOrd="0" presId="urn:microsoft.com/office/officeart/2018/5/layout/CenteredIconLabelDescriptionList"/>
    <dgm:cxn modelId="{E7F7F010-9A38-43AE-853C-5F46FF5E169E}" srcId="{14396E37-9C11-4BE8-9FAA-F3F22E9B7C95}" destId="{173F04F2-9D36-415D-8696-314E56F979F3}" srcOrd="1" destOrd="0" parTransId="{EE633D78-7A2F-47E2-BE68-B9DA16540846}" sibTransId="{096EA203-3E82-447A-A8E0-4A03EEE87871}"/>
    <dgm:cxn modelId="{D777DA32-0338-4E06-A871-FA1CF84B6852}" srcId="{E0218357-5DCE-424F-BAD4-F88ECE24C6A0}" destId="{14396E37-9C11-4BE8-9FAA-F3F22E9B7C95}" srcOrd="1" destOrd="0" parTransId="{489E727C-F867-4D58-9F97-E23931037768}" sibTransId="{367C62CA-F9E0-4980-83B8-5AD577AEFA1A}"/>
    <dgm:cxn modelId="{BE1C2A3C-7B86-4F67-93C4-AF3F80A262D8}" type="presOf" srcId="{492B82FE-030C-4DEA-9218-6FCCDAFBE6AD}" destId="{7614A98A-2405-4718-8290-855798CF096F}" srcOrd="0" destOrd="0" presId="urn:microsoft.com/office/officeart/2018/5/layout/CenteredIconLabelDescriptionList"/>
    <dgm:cxn modelId="{FD2F725D-8ED7-4991-B492-53496F255555}" srcId="{DFB1C24F-9FEB-4966-9155-A23480FEF845}" destId="{AE0BA29C-7131-4D47-BCD0-1E727449E5CB}" srcOrd="0" destOrd="0" parTransId="{FF7B8E7B-D4D7-447E-82A9-2B59E7F8EC2C}" sibTransId="{15EDE389-C140-4BC0-AE30-B453827AC403}"/>
    <dgm:cxn modelId="{6DD8BF61-D7C0-4BA3-BF29-F5944C85C677}" srcId="{14396E37-9C11-4BE8-9FAA-F3F22E9B7C95}" destId="{E444E6F7-EF2B-40A6-A22D-56A7A753961B}" srcOrd="0" destOrd="0" parTransId="{A2AF6331-BFE0-4B61-A498-65E9E2CDC816}" sibTransId="{63D23BF0-48D5-4DBD-807B-934F41413B4B}"/>
    <dgm:cxn modelId="{3F185F65-C0FF-48A8-894C-A02737817FE7}" type="presOf" srcId="{E444E6F7-EF2B-40A6-A22D-56A7A753961B}" destId="{1F9D1273-593A-4235-8862-B0AADE16091D}" srcOrd="0" destOrd="0" presId="urn:microsoft.com/office/officeart/2018/5/layout/CenteredIconLabelDescriptionList"/>
    <dgm:cxn modelId="{018F396B-F3A5-489F-952D-60D809B8C6B3}" srcId="{E0218357-5DCE-424F-BAD4-F88ECE24C6A0}" destId="{492B82FE-030C-4DEA-9218-6FCCDAFBE6AD}" srcOrd="0" destOrd="0" parTransId="{00CEE182-DE29-48D9-B0BB-23235892CB8E}" sibTransId="{68FE087B-80AA-4464-9CD7-0C8511BE8DF7}"/>
    <dgm:cxn modelId="{2F95B74E-6763-404C-899E-0F9B066A01CE}" type="presOf" srcId="{AE0BA29C-7131-4D47-BCD0-1E727449E5CB}" destId="{F8A32E0E-A5F8-41B8-B4C8-BDAA4520A029}" srcOrd="0" destOrd="0" presId="urn:microsoft.com/office/officeart/2018/5/layout/CenteredIconLabelDescriptionList"/>
    <dgm:cxn modelId="{528E6D51-9B7C-4B90-A7B7-EFFCD5CA831B}" type="presOf" srcId="{DFB1C24F-9FEB-4966-9155-A23480FEF845}" destId="{10B5DD36-B01C-40C9-B151-AB31D21FE228}" srcOrd="0" destOrd="0" presId="urn:microsoft.com/office/officeart/2018/5/layout/CenteredIconLabelDescriptionList"/>
    <dgm:cxn modelId="{AD44D7BB-6D79-463C-87B4-8BE2335E5FD3}" srcId="{DFB1C24F-9FEB-4966-9155-A23480FEF845}" destId="{A0BB9BE0-C32D-492B-8D5B-6146D6E19D5D}" srcOrd="1" destOrd="0" parTransId="{8A55AD5C-3AEB-44C3-AAC5-6AE4E360785D}" sibTransId="{27C4AA72-772A-4523-A8E4-89724584C636}"/>
    <dgm:cxn modelId="{639219C6-2BE1-4344-B7B0-FA0071F37601}" type="presOf" srcId="{14396E37-9C11-4BE8-9FAA-F3F22E9B7C95}" destId="{5AC1F4FA-3218-43F3-9186-0968B24AF5D9}" srcOrd="0" destOrd="0" presId="urn:microsoft.com/office/officeart/2018/5/layout/CenteredIconLabelDescriptionList"/>
    <dgm:cxn modelId="{A76BF1E2-C21D-4306-82D5-F6F86FA2E4CB}" type="presOf" srcId="{EFDBC8C3-9DF0-4F05-B346-E83DA70C2144}" destId="{90B5C708-74C6-4CF2-8506-13F1BC6E6D33}" srcOrd="0" destOrd="0" presId="urn:microsoft.com/office/officeart/2018/5/layout/CenteredIconLabelDescriptionList"/>
    <dgm:cxn modelId="{81567AE8-A424-4DF9-8252-45045FB4C212}" srcId="{E0218357-5DCE-424F-BAD4-F88ECE24C6A0}" destId="{DFB1C24F-9FEB-4966-9155-A23480FEF845}" srcOrd="2" destOrd="0" parTransId="{2C47B134-1421-44DC-AA74-0CB1271F9374}" sibTransId="{7FD40437-CCC9-4A3E-89F1-70A84C6DB5E8}"/>
    <dgm:cxn modelId="{5D8764E9-3CD3-437C-8378-297B29CE9089}" type="presOf" srcId="{173F04F2-9D36-415D-8696-314E56F979F3}" destId="{1F9D1273-593A-4235-8862-B0AADE16091D}" srcOrd="0" destOrd="1" presId="urn:microsoft.com/office/officeart/2018/5/layout/CenteredIconLabelDescriptionList"/>
    <dgm:cxn modelId="{7715B9EA-F82A-4459-9E68-691A32526679}" type="presOf" srcId="{A0BB9BE0-C32D-492B-8D5B-6146D6E19D5D}" destId="{F8A32E0E-A5F8-41B8-B4C8-BDAA4520A029}" srcOrd="0" destOrd="1" presId="urn:microsoft.com/office/officeart/2018/5/layout/CenteredIconLabelDescriptionList"/>
    <dgm:cxn modelId="{170EFCF1-8B58-4D82-A021-752806DD0E80}" srcId="{492B82FE-030C-4DEA-9218-6FCCDAFBE6AD}" destId="{EFDBC8C3-9DF0-4F05-B346-E83DA70C2144}" srcOrd="0" destOrd="0" parTransId="{C11F17FA-5C48-4BEB-B94C-52ADDBCB27D2}" sibTransId="{225A904D-C30E-4AE6-B2B5-7CC5C6600EC7}"/>
    <dgm:cxn modelId="{44CF13E0-FDD7-4DFD-80AE-8992FD267164}" type="presParOf" srcId="{10693F81-AD66-445B-A837-D2A1D71E547D}" destId="{1B2C6906-76DF-4DE1-A051-E41DD8786A05}" srcOrd="0" destOrd="0" presId="urn:microsoft.com/office/officeart/2018/5/layout/CenteredIconLabelDescriptionList"/>
    <dgm:cxn modelId="{8FDB153C-51AE-4100-B748-13C860D72B1F}" type="presParOf" srcId="{1B2C6906-76DF-4DE1-A051-E41DD8786A05}" destId="{A1C04A62-88FB-41C4-8961-CCA432D8BD6D}" srcOrd="0" destOrd="0" presId="urn:microsoft.com/office/officeart/2018/5/layout/CenteredIconLabelDescriptionList"/>
    <dgm:cxn modelId="{9517A547-7BD2-4B30-9A64-5861989EAEEE}" type="presParOf" srcId="{1B2C6906-76DF-4DE1-A051-E41DD8786A05}" destId="{23AE7375-0C96-46A2-B913-78A87B5328FB}" srcOrd="1" destOrd="0" presId="urn:microsoft.com/office/officeart/2018/5/layout/CenteredIconLabelDescriptionList"/>
    <dgm:cxn modelId="{3A9208F0-1891-4EE3-8905-D0817EA9F398}" type="presParOf" srcId="{1B2C6906-76DF-4DE1-A051-E41DD8786A05}" destId="{7614A98A-2405-4718-8290-855798CF096F}" srcOrd="2" destOrd="0" presId="urn:microsoft.com/office/officeart/2018/5/layout/CenteredIconLabelDescriptionList"/>
    <dgm:cxn modelId="{850DAF17-BE55-41D1-B78D-DCAAAC902239}" type="presParOf" srcId="{1B2C6906-76DF-4DE1-A051-E41DD8786A05}" destId="{D8C01E37-0197-49DE-A32C-6D7FD8711855}" srcOrd="3" destOrd="0" presId="urn:microsoft.com/office/officeart/2018/5/layout/CenteredIconLabelDescriptionList"/>
    <dgm:cxn modelId="{72BD6BAB-8C05-474B-9D3D-0801E78F60BC}" type="presParOf" srcId="{1B2C6906-76DF-4DE1-A051-E41DD8786A05}" destId="{90B5C708-74C6-4CF2-8506-13F1BC6E6D33}" srcOrd="4" destOrd="0" presId="urn:microsoft.com/office/officeart/2018/5/layout/CenteredIconLabelDescriptionList"/>
    <dgm:cxn modelId="{A3D49E73-AD26-4389-85E3-D8218B177F1D}" type="presParOf" srcId="{10693F81-AD66-445B-A837-D2A1D71E547D}" destId="{7C16C4A9-523F-4429-AB16-6401FAA8CFDC}" srcOrd="1" destOrd="0" presId="urn:microsoft.com/office/officeart/2018/5/layout/CenteredIconLabelDescriptionList"/>
    <dgm:cxn modelId="{9EF4EF10-5182-4450-9508-B55FE5BEF213}" type="presParOf" srcId="{10693F81-AD66-445B-A837-D2A1D71E547D}" destId="{E680DD09-BC17-4E6B-B481-30891CE1A554}" srcOrd="2" destOrd="0" presId="urn:microsoft.com/office/officeart/2018/5/layout/CenteredIconLabelDescriptionList"/>
    <dgm:cxn modelId="{DF7DA273-DE1D-4CA3-A1F3-9837F83A94F8}" type="presParOf" srcId="{E680DD09-BC17-4E6B-B481-30891CE1A554}" destId="{CBA8D555-0384-49AD-A6DE-C91131B1C936}" srcOrd="0" destOrd="0" presId="urn:microsoft.com/office/officeart/2018/5/layout/CenteredIconLabelDescriptionList"/>
    <dgm:cxn modelId="{586390D6-EB19-4C14-BF4A-54A1EC2E73DC}" type="presParOf" srcId="{E680DD09-BC17-4E6B-B481-30891CE1A554}" destId="{CB1FD6F8-2296-49C5-B4C4-2EFEEA8D81AB}" srcOrd="1" destOrd="0" presId="urn:microsoft.com/office/officeart/2018/5/layout/CenteredIconLabelDescriptionList"/>
    <dgm:cxn modelId="{743209EB-F429-42F1-BCE2-3B3C1731BC7D}" type="presParOf" srcId="{E680DD09-BC17-4E6B-B481-30891CE1A554}" destId="{5AC1F4FA-3218-43F3-9186-0968B24AF5D9}" srcOrd="2" destOrd="0" presId="urn:microsoft.com/office/officeart/2018/5/layout/CenteredIconLabelDescriptionList"/>
    <dgm:cxn modelId="{B18612DD-236D-456C-A6E0-66A93ACE48E1}" type="presParOf" srcId="{E680DD09-BC17-4E6B-B481-30891CE1A554}" destId="{9FF80E3D-20A6-4D1B-8B99-87831CEE19D3}" srcOrd="3" destOrd="0" presId="urn:microsoft.com/office/officeart/2018/5/layout/CenteredIconLabelDescriptionList"/>
    <dgm:cxn modelId="{0E196F65-4268-4BD2-A289-6A4DC9F0AC49}" type="presParOf" srcId="{E680DD09-BC17-4E6B-B481-30891CE1A554}" destId="{1F9D1273-593A-4235-8862-B0AADE16091D}" srcOrd="4" destOrd="0" presId="urn:microsoft.com/office/officeart/2018/5/layout/CenteredIconLabelDescriptionList"/>
    <dgm:cxn modelId="{A4387237-084C-4FE1-A1FF-A670F6F5E7EB}" type="presParOf" srcId="{10693F81-AD66-445B-A837-D2A1D71E547D}" destId="{740F7153-868F-428F-AC58-CD9EC1259E67}" srcOrd="3" destOrd="0" presId="urn:microsoft.com/office/officeart/2018/5/layout/CenteredIconLabelDescriptionList"/>
    <dgm:cxn modelId="{84D6AAF5-45B4-4DE5-A3AD-624255D913CB}" type="presParOf" srcId="{10693F81-AD66-445B-A837-D2A1D71E547D}" destId="{C8A12E79-2725-44E7-A873-C6325A076C72}" srcOrd="4" destOrd="0" presId="urn:microsoft.com/office/officeart/2018/5/layout/CenteredIconLabelDescriptionList"/>
    <dgm:cxn modelId="{EB74C590-C353-4886-A73F-6DBB6AF45031}" type="presParOf" srcId="{C8A12E79-2725-44E7-A873-C6325A076C72}" destId="{D93E3689-BF00-451E-8715-5BA97C00DD1C}" srcOrd="0" destOrd="0" presId="urn:microsoft.com/office/officeart/2018/5/layout/CenteredIconLabelDescriptionList"/>
    <dgm:cxn modelId="{DA231478-E910-4D21-AAF2-1126E79730F1}" type="presParOf" srcId="{C8A12E79-2725-44E7-A873-C6325A076C72}" destId="{4DE6A652-C6DE-4E3D-B3FA-79933FBCE3BA}" srcOrd="1" destOrd="0" presId="urn:microsoft.com/office/officeart/2018/5/layout/CenteredIconLabelDescriptionList"/>
    <dgm:cxn modelId="{50FCA106-6ED3-4D2C-9D3F-825E486CF7BF}" type="presParOf" srcId="{C8A12E79-2725-44E7-A873-C6325A076C72}" destId="{10B5DD36-B01C-40C9-B151-AB31D21FE228}" srcOrd="2" destOrd="0" presId="urn:microsoft.com/office/officeart/2018/5/layout/CenteredIconLabelDescriptionList"/>
    <dgm:cxn modelId="{65EDF376-2D8C-4C86-AA0B-9C509A3243C3}" type="presParOf" srcId="{C8A12E79-2725-44E7-A873-C6325A076C72}" destId="{217C6818-430A-4958-84A6-DEC8649B6BC8}" srcOrd="3" destOrd="0" presId="urn:microsoft.com/office/officeart/2018/5/layout/CenteredIconLabelDescriptionList"/>
    <dgm:cxn modelId="{65A0DF4B-FFE0-4EEC-977B-265181CC6AE3}" type="presParOf" srcId="{C8A12E79-2725-44E7-A873-C6325A076C72}" destId="{F8A32E0E-A5F8-41B8-B4C8-BDAA4520A0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0218357-5DCE-424F-BAD4-F88ECE24C6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EACE6931-9E45-4103-AB7C-92B73C0EF2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</a:p>
      </dgm:t>
    </dgm:pt>
    <dgm:pt modelId="{9AEAF550-8178-4590-BCC0-DF217409C172}" type="parTrans" cxnId="{6A55A445-0E57-4091-98F2-4766A2D91881}">
      <dgm:prSet/>
      <dgm:spPr/>
      <dgm:t>
        <a:bodyPr/>
        <a:lstStyle/>
        <a:p>
          <a:endParaRPr lang="tr-TR"/>
        </a:p>
      </dgm:t>
    </dgm:pt>
    <dgm:pt modelId="{5330CE5B-7FD0-4E35-B8B1-29B52D6EFE40}" type="sibTrans" cxnId="{6A55A445-0E57-4091-98F2-4766A2D91881}">
      <dgm:prSet/>
      <dgm:spPr/>
      <dgm:t>
        <a:bodyPr/>
        <a:lstStyle/>
        <a:p>
          <a:endParaRPr lang="tr-TR"/>
        </a:p>
      </dgm:t>
    </dgm:pt>
    <dgm:pt modelId="{E16B0D86-93A7-4F2B-B524-E0D2421DEDD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r>
            <a:rPr lang="tr-TR" dirty="0"/>
            <a:t> </a:t>
          </a:r>
          <a:r>
            <a:rPr lang="tr-TR" dirty="0" err="1"/>
            <a:t>and</a:t>
          </a:r>
          <a:r>
            <a:rPr lang="tr-TR" dirty="0"/>
            <a:t> </a:t>
          </a:r>
          <a:r>
            <a:rPr lang="tr-TR" dirty="0" err="1"/>
            <a:t>transaction</a:t>
          </a:r>
          <a:r>
            <a:rPr lang="tr-TR" dirty="0"/>
            <a:t> </a:t>
          </a:r>
          <a:r>
            <a:rPr lang="tr-TR" dirty="0" err="1"/>
            <a:t>fingerprint</a:t>
          </a:r>
          <a:endParaRPr lang="tr-TR" dirty="0"/>
        </a:p>
      </dgm:t>
    </dgm:pt>
    <dgm:pt modelId="{B5C8AB48-D317-40CC-AE4A-8D1EBE3D2003}" type="parTrans" cxnId="{B5712FD3-30B8-409B-BC16-48A66580B6AC}">
      <dgm:prSet/>
      <dgm:spPr/>
      <dgm:t>
        <a:bodyPr/>
        <a:lstStyle/>
        <a:p>
          <a:endParaRPr lang="tr-TR"/>
        </a:p>
      </dgm:t>
    </dgm:pt>
    <dgm:pt modelId="{3028D54A-2B84-4B60-9952-A66B04B28F9E}" type="sibTrans" cxnId="{B5712FD3-30B8-409B-BC16-48A66580B6AC}">
      <dgm:prSet/>
      <dgm:spPr/>
      <dgm:t>
        <a:bodyPr/>
        <a:lstStyle/>
        <a:p>
          <a:endParaRPr lang="tr-TR"/>
        </a:p>
      </dgm:t>
    </dgm:pt>
    <dgm:pt modelId="{088AE8B4-1947-4997-BFEF-CBB3628BA8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</a:t>
          </a:r>
        </a:p>
      </dgm:t>
    </dgm:pt>
    <dgm:pt modelId="{DAE6EEA1-BF56-4824-AA3D-89302C1E4C01}" type="parTrans" cxnId="{6E2EA024-8DAE-446F-949D-2C100D1D5B8E}">
      <dgm:prSet/>
      <dgm:spPr/>
      <dgm:t>
        <a:bodyPr/>
        <a:lstStyle/>
        <a:p>
          <a:endParaRPr lang="tr-TR"/>
        </a:p>
      </dgm:t>
    </dgm:pt>
    <dgm:pt modelId="{75401C5D-F3D3-464E-9879-5A38DDAA0FEB}" type="sibTrans" cxnId="{6E2EA024-8DAE-446F-949D-2C100D1D5B8E}">
      <dgm:prSet/>
      <dgm:spPr/>
      <dgm:t>
        <a:bodyPr/>
        <a:lstStyle/>
        <a:p>
          <a:endParaRPr lang="tr-TR"/>
        </a:p>
      </dgm:t>
    </dgm:pt>
    <dgm:pt modelId="{096505B6-B1BD-42B8-A081-67AC704C05C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Anyone</a:t>
          </a:r>
          <a:r>
            <a:rPr lang="tr-TR" dirty="0"/>
            <a:t> can </a:t>
          </a:r>
          <a:r>
            <a:rPr lang="tr-TR" dirty="0" err="1"/>
            <a:t>verify</a:t>
          </a:r>
          <a:endParaRPr lang="tr-TR" dirty="0"/>
        </a:p>
      </dgm:t>
    </dgm:pt>
    <dgm:pt modelId="{592DACF0-5029-48F4-97E4-FE77CE19BBE0}" type="parTrans" cxnId="{7E7A002D-06DB-4025-910A-E4592282AFF6}">
      <dgm:prSet/>
      <dgm:spPr/>
      <dgm:t>
        <a:bodyPr/>
        <a:lstStyle/>
        <a:p>
          <a:endParaRPr lang="tr-TR"/>
        </a:p>
      </dgm:t>
    </dgm:pt>
    <dgm:pt modelId="{F07B3946-EFFE-4349-868F-3357568A2D25}" type="sibTrans" cxnId="{7E7A002D-06DB-4025-910A-E4592282AFF6}">
      <dgm:prSet/>
      <dgm:spPr/>
      <dgm:t>
        <a:bodyPr/>
        <a:lstStyle/>
        <a:p>
          <a:endParaRPr lang="tr-TR"/>
        </a:p>
      </dgm:t>
    </dgm:pt>
    <dgm:pt modelId="{40241028-4047-4792-A0A1-1E62F78E3F2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every</a:t>
          </a:r>
          <a:r>
            <a:rPr lang="tr-TR" dirty="0"/>
            <a:t> </a:t>
          </a:r>
          <a:r>
            <a:rPr lang="tr-TR" dirty="0" err="1"/>
            <a:t>signature</a:t>
          </a:r>
          <a:endParaRPr lang="tr-TR" dirty="0"/>
        </a:p>
      </dgm:t>
    </dgm:pt>
    <dgm:pt modelId="{169A30AC-8904-4CBB-A97B-519CE6AB0F18}" type="parTrans" cxnId="{D04A60E3-9E05-40FC-8181-DAB5EED75A18}">
      <dgm:prSet/>
      <dgm:spPr/>
      <dgm:t>
        <a:bodyPr/>
        <a:lstStyle/>
        <a:p>
          <a:endParaRPr lang="tr-TR"/>
        </a:p>
      </dgm:t>
    </dgm:pt>
    <dgm:pt modelId="{CC781541-A74A-4774-9F74-B3EE144D6CBA}" type="sibTrans" cxnId="{D04A60E3-9E05-40FC-8181-DAB5EED75A18}">
      <dgm:prSet/>
      <dgm:spPr/>
      <dgm:t>
        <a:bodyPr/>
        <a:lstStyle/>
        <a:p>
          <a:endParaRPr lang="tr-TR"/>
        </a:p>
      </dgm:t>
    </dgm:pt>
    <dgm:pt modelId="{601ED3D0-C691-4AAC-8ACA-D0DA8FDF32F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</a:t>
          </a:r>
          <a:r>
            <a:rPr lang="tr-TR" dirty="0" err="1"/>
            <a:t>every</a:t>
          </a:r>
          <a:r>
            <a:rPr lang="tr-TR" dirty="0"/>
            <a:t> </a:t>
          </a:r>
          <a:r>
            <a:rPr lang="tr-TR" dirty="0" err="1"/>
            <a:t>transaction</a:t>
          </a:r>
          <a:endParaRPr lang="tr-TR" dirty="0"/>
        </a:p>
      </dgm:t>
    </dgm:pt>
    <dgm:pt modelId="{BA6BBEC0-3289-48E1-AFC0-6F3C721F2EF2}" type="parTrans" cxnId="{BC25A7B2-ADA2-4F9A-8B45-0208004A74F8}">
      <dgm:prSet/>
      <dgm:spPr/>
      <dgm:t>
        <a:bodyPr/>
        <a:lstStyle/>
        <a:p>
          <a:endParaRPr lang="tr-TR"/>
        </a:p>
      </dgm:t>
    </dgm:pt>
    <dgm:pt modelId="{2352C828-37AB-4035-81B3-D56D9D65A1E1}" type="sibTrans" cxnId="{BC25A7B2-ADA2-4F9A-8B45-0208004A74F8}">
      <dgm:prSet/>
      <dgm:spPr/>
      <dgm:t>
        <a:bodyPr/>
        <a:lstStyle/>
        <a:p>
          <a:endParaRPr lang="tr-TR"/>
        </a:p>
      </dgm:t>
    </dgm:pt>
    <dgm:pt modelId="{10693F81-AD66-445B-A837-D2A1D71E547D}" type="pres">
      <dgm:prSet presAssocID="{E0218357-5DCE-424F-BAD4-F88ECE24C6A0}" presName="root" presStyleCnt="0">
        <dgm:presLayoutVars>
          <dgm:dir/>
          <dgm:resizeHandles val="exact"/>
        </dgm:presLayoutVars>
      </dgm:prSet>
      <dgm:spPr/>
    </dgm:pt>
    <dgm:pt modelId="{7A14929F-9510-4075-AAC1-AECCEA7BB45A}" type="pres">
      <dgm:prSet presAssocID="{EACE6931-9E45-4103-AB7C-92B73C0EF201}" presName="compNode" presStyleCnt="0"/>
      <dgm:spPr/>
    </dgm:pt>
    <dgm:pt modelId="{7D556B27-CF7E-4675-B654-AD02F781144A}" type="pres">
      <dgm:prSet presAssocID="{EACE6931-9E45-4103-AB7C-92B73C0EF2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E2F46C8B-C4F5-4579-8300-074BD6D3BBB3}" type="pres">
      <dgm:prSet presAssocID="{EACE6931-9E45-4103-AB7C-92B73C0EF201}" presName="iconSpace" presStyleCnt="0"/>
      <dgm:spPr/>
    </dgm:pt>
    <dgm:pt modelId="{584A467B-3525-44E1-947C-9A15C8720CCF}" type="pres">
      <dgm:prSet presAssocID="{EACE6931-9E45-4103-AB7C-92B73C0EF201}" presName="parTx" presStyleLbl="revTx" presStyleIdx="0" presStyleCnt="4">
        <dgm:presLayoutVars>
          <dgm:chMax val="0"/>
          <dgm:chPref val="0"/>
        </dgm:presLayoutVars>
      </dgm:prSet>
      <dgm:spPr/>
    </dgm:pt>
    <dgm:pt modelId="{2EEB9575-2FCF-4E07-8CE0-A42545131942}" type="pres">
      <dgm:prSet presAssocID="{EACE6931-9E45-4103-AB7C-92B73C0EF201}" presName="txSpace" presStyleCnt="0"/>
      <dgm:spPr/>
    </dgm:pt>
    <dgm:pt modelId="{984ABD9B-EF3C-4A8D-9D7E-40E4593B2E55}" type="pres">
      <dgm:prSet presAssocID="{EACE6931-9E45-4103-AB7C-92B73C0EF201}" presName="desTx" presStyleLbl="revTx" presStyleIdx="1" presStyleCnt="4">
        <dgm:presLayoutVars/>
      </dgm:prSet>
      <dgm:spPr/>
    </dgm:pt>
    <dgm:pt modelId="{CC5FFE0E-5792-4A26-B95D-33EDFA96D35B}" type="pres">
      <dgm:prSet presAssocID="{5330CE5B-7FD0-4E35-B8B1-29B52D6EFE40}" presName="sibTrans" presStyleCnt="0"/>
      <dgm:spPr/>
    </dgm:pt>
    <dgm:pt modelId="{E3093FD4-1CA2-4ADC-9908-11C8D6ED35A5}" type="pres">
      <dgm:prSet presAssocID="{088AE8B4-1947-4997-BFEF-CBB3628BA8DC}" presName="compNode" presStyleCnt="0"/>
      <dgm:spPr/>
    </dgm:pt>
    <dgm:pt modelId="{CF684305-947B-41B9-86FB-35D02976090B}" type="pres">
      <dgm:prSet presAssocID="{088AE8B4-1947-4997-BFEF-CBB3628BA8D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65FB10A-7C37-4F07-8979-6E4C1BDDBF87}" type="pres">
      <dgm:prSet presAssocID="{088AE8B4-1947-4997-BFEF-CBB3628BA8DC}" presName="iconSpace" presStyleCnt="0"/>
      <dgm:spPr/>
    </dgm:pt>
    <dgm:pt modelId="{5B65D618-866D-4F61-98F9-08DCF03E11CF}" type="pres">
      <dgm:prSet presAssocID="{088AE8B4-1947-4997-BFEF-CBB3628BA8DC}" presName="parTx" presStyleLbl="revTx" presStyleIdx="2" presStyleCnt="4">
        <dgm:presLayoutVars>
          <dgm:chMax val="0"/>
          <dgm:chPref val="0"/>
        </dgm:presLayoutVars>
      </dgm:prSet>
      <dgm:spPr/>
    </dgm:pt>
    <dgm:pt modelId="{917D69A9-CB24-489D-AB22-BDD09E29009E}" type="pres">
      <dgm:prSet presAssocID="{088AE8B4-1947-4997-BFEF-CBB3628BA8DC}" presName="txSpace" presStyleCnt="0"/>
      <dgm:spPr/>
    </dgm:pt>
    <dgm:pt modelId="{6A3D7B8A-8327-4AF3-8007-581EAB58A6AE}" type="pres">
      <dgm:prSet presAssocID="{088AE8B4-1947-4997-BFEF-CBB3628BA8DC}" presName="desTx" presStyleLbl="revTx" presStyleIdx="3" presStyleCnt="4">
        <dgm:presLayoutVars/>
      </dgm:prSet>
      <dgm:spPr/>
    </dgm:pt>
  </dgm:ptLst>
  <dgm:cxnLst>
    <dgm:cxn modelId="{077B1E0B-4FED-4A60-BA9D-6FC97DBB0B8F}" type="presOf" srcId="{EACE6931-9E45-4103-AB7C-92B73C0EF201}" destId="{584A467B-3525-44E1-947C-9A15C8720CCF}" srcOrd="0" destOrd="0" presId="urn:microsoft.com/office/officeart/2018/5/layout/CenteredIconLabelDescriptionList"/>
    <dgm:cxn modelId="{FB0A6C0D-A9CD-4E10-A687-06472B6DE015}" type="presOf" srcId="{E0218357-5DCE-424F-BAD4-F88ECE24C6A0}" destId="{10693F81-AD66-445B-A837-D2A1D71E547D}" srcOrd="0" destOrd="0" presId="urn:microsoft.com/office/officeart/2018/5/layout/CenteredIconLabelDescriptionList"/>
    <dgm:cxn modelId="{6E2EA024-8DAE-446F-949D-2C100D1D5B8E}" srcId="{E0218357-5DCE-424F-BAD4-F88ECE24C6A0}" destId="{088AE8B4-1947-4997-BFEF-CBB3628BA8DC}" srcOrd="1" destOrd="0" parTransId="{DAE6EEA1-BF56-4824-AA3D-89302C1E4C01}" sibTransId="{75401C5D-F3D3-464E-9879-5A38DDAA0FEB}"/>
    <dgm:cxn modelId="{7E7A002D-06DB-4025-910A-E4592282AFF6}" srcId="{088AE8B4-1947-4997-BFEF-CBB3628BA8DC}" destId="{096505B6-B1BD-42B8-A081-67AC704C05CA}" srcOrd="0" destOrd="0" parTransId="{592DACF0-5029-48F4-97E4-FE77CE19BBE0}" sibTransId="{F07B3946-EFFE-4349-868F-3357568A2D25}"/>
    <dgm:cxn modelId="{C2F25264-1995-4F49-BC37-A885E588512E}" type="presOf" srcId="{40241028-4047-4792-A0A1-1E62F78E3F2B}" destId="{6A3D7B8A-8327-4AF3-8007-581EAB58A6AE}" srcOrd="0" destOrd="1" presId="urn:microsoft.com/office/officeart/2018/5/layout/CenteredIconLabelDescriptionList"/>
    <dgm:cxn modelId="{6A55A445-0E57-4091-98F2-4766A2D91881}" srcId="{E0218357-5DCE-424F-BAD4-F88ECE24C6A0}" destId="{EACE6931-9E45-4103-AB7C-92B73C0EF201}" srcOrd="0" destOrd="0" parTransId="{9AEAF550-8178-4590-BCC0-DF217409C172}" sibTransId="{5330CE5B-7FD0-4E35-B8B1-29B52D6EFE40}"/>
    <dgm:cxn modelId="{6DE09B49-41AF-4E67-B5B7-97D5C702F80C}" type="presOf" srcId="{096505B6-B1BD-42B8-A081-67AC704C05CA}" destId="{6A3D7B8A-8327-4AF3-8007-581EAB58A6AE}" srcOrd="0" destOrd="0" presId="urn:microsoft.com/office/officeart/2018/5/layout/CenteredIconLabelDescriptionList"/>
    <dgm:cxn modelId="{45F9759E-C917-4D2D-AEE6-50EFD38D40B5}" type="presOf" srcId="{601ED3D0-C691-4AAC-8ACA-D0DA8FDF32FA}" destId="{6A3D7B8A-8327-4AF3-8007-581EAB58A6AE}" srcOrd="0" destOrd="2" presId="urn:microsoft.com/office/officeart/2018/5/layout/CenteredIconLabelDescriptionList"/>
    <dgm:cxn modelId="{79E9B2A5-726E-4AED-9688-D1D02CC1A742}" type="presOf" srcId="{E16B0D86-93A7-4F2B-B524-E0D2421DEDDB}" destId="{984ABD9B-EF3C-4A8D-9D7E-40E4593B2E55}" srcOrd="0" destOrd="0" presId="urn:microsoft.com/office/officeart/2018/5/layout/CenteredIconLabelDescriptionList"/>
    <dgm:cxn modelId="{BC25A7B2-ADA2-4F9A-8B45-0208004A74F8}" srcId="{088AE8B4-1947-4997-BFEF-CBB3628BA8DC}" destId="{601ED3D0-C691-4AAC-8ACA-D0DA8FDF32FA}" srcOrd="2" destOrd="0" parTransId="{BA6BBEC0-3289-48E1-AFC0-6F3C721F2EF2}" sibTransId="{2352C828-37AB-4035-81B3-D56D9D65A1E1}"/>
    <dgm:cxn modelId="{611AB7D2-E5F8-4785-8CE3-1E491536FC1F}" type="presOf" srcId="{088AE8B4-1947-4997-BFEF-CBB3628BA8DC}" destId="{5B65D618-866D-4F61-98F9-08DCF03E11CF}" srcOrd="0" destOrd="0" presId="urn:microsoft.com/office/officeart/2018/5/layout/CenteredIconLabelDescriptionList"/>
    <dgm:cxn modelId="{B5712FD3-30B8-409B-BC16-48A66580B6AC}" srcId="{EACE6931-9E45-4103-AB7C-92B73C0EF201}" destId="{E16B0D86-93A7-4F2B-B524-E0D2421DEDDB}" srcOrd="0" destOrd="0" parTransId="{B5C8AB48-D317-40CC-AE4A-8D1EBE3D2003}" sibTransId="{3028D54A-2B84-4B60-9952-A66B04B28F9E}"/>
    <dgm:cxn modelId="{D04A60E3-9E05-40FC-8181-DAB5EED75A18}" srcId="{088AE8B4-1947-4997-BFEF-CBB3628BA8DC}" destId="{40241028-4047-4792-A0A1-1E62F78E3F2B}" srcOrd="1" destOrd="0" parTransId="{169A30AC-8904-4CBB-A97B-519CE6AB0F18}" sibTransId="{CC781541-A74A-4774-9F74-B3EE144D6CBA}"/>
    <dgm:cxn modelId="{074B57B0-6229-4AA3-BB10-A6018D290090}" type="presParOf" srcId="{10693F81-AD66-445B-A837-D2A1D71E547D}" destId="{7A14929F-9510-4075-AAC1-AECCEA7BB45A}" srcOrd="0" destOrd="0" presId="urn:microsoft.com/office/officeart/2018/5/layout/CenteredIconLabelDescriptionList"/>
    <dgm:cxn modelId="{23566A3C-B7E5-4722-94E0-FD54B46183A3}" type="presParOf" srcId="{7A14929F-9510-4075-AAC1-AECCEA7BB45A}" destId="{7D556B27-CF7E-4675-B654-AD02F781144A}" srcOrd="0" destOrd="0" presId="urn:microsoft.com/office/officeart/2018/5/layout/CenteredIconLabelDescriptionList"/>
    <dgm:cxn modelId="{D5BEA1C3-0797-4140-B1A2-B3DA51012062}" type="presParOf" srcId="{7A14929F-9510-4075-AAC1-AECCEA7BB45A}" destId="{E2F46C8B-C4F5-4579-8300-074BD6D3BBB3}" srcOrd="1" destOrd="0" presId="urn:microsoft.com/office/officeart/2018/5/layout/CenteredIconLabelDescriptionList"/>
    <dgm:cxn modelId="{6407FCFD-3AB4-472F-94A0-B9ED3E400C41}" type="presParOf" srcId="{7A14929F-9510-4075-AAC1-AECCEA7BB45A}" destId="{584A467B-3525-44E1-947C-9A15C8720CCF}" srcOrd="2" destOrd="0" presId="urn:microsoft.com/office/officeart/2018/5/layout/CenteredIconLabelDescriptionList"/>
    <dgm:cxn modelId="{9AC7CCD0-D326-4FCB-998F-DE6E1B98B654}" type="presParOf" srcId="{7A14929F-9510-4075-AAC1-AECCEA7BB45A}" destId="{2EEB9575-2FCF-4E07-8CE0-A42545131942}" srcOrd="3" destOrd="0" presId="urn:microsoft.com/office/officeart/2018/5/layout/CenteredIconLabelDescriptionList"/>
    <dgm:cxn modelId="{5E83D01C-19E0-48C2-A051-E8AF2BC895BD}" type="presParOf" srcId="{7A14929F-9510-4075-AAC1-AECCEA7BB45A}" destId="{984ABD9B-EF3C-4A8D-9D7E-40E4593B2E55}" srcOrd="4" destOrd="0" presId="urn:microsoft.com/office/officeart/2018/5/layout/CenteredIconLabelDescriptionList"/>
    <dgm:cxn modelId="{8B4B9FEF-61C6-471A-897C-0900893DF6FE}" type="presParOf" srcId="{10693F81-AD66-445B-A837-D2A1D71E547D}" destId="{CC5FFE0E-5792-4A26-B95D-33EDFA96D35B}" srcOrd="1" destOrd="0" presId="urn:microsoft.com/office/officeart/2018/5/layout/CenteredIconLabelDescriptionList"/>
    <dgm:cxn modelId="{733CC02D-18EE-4355-BFC3-85A55BAA4C65}" type="presParOf" srcId="{10693F81-AD66-445B-A837-D2A1D71E547D}" destId="{E3093FD4-1CA2-4ADC-9908-11C8D6ED35A5}" srcOrd="2" destOrd="0" presId="urn:microsoft.com/office/officeart/2018/5/layout/CenteredIconLabelDescriptionList"/>
    <dgm:cxn modelId="{086C6E06-FA2E-4196-966E-1D2EA567589A}" type="presParOf" srcId="{E3093FD4-1CA2-4ADC-9908-11C8D6ED35A5}" destId="{CF684305-947B-41B9-86FB-35D02976090B}" srcOrd="0" destOrd="0" presId="urn:microsoft.com/office/officeart/2018/5/layout/CenteredIconLabelDescriptionList"/>
    <dgm:cxn modelId="{00C6A2BD-BFA8-4C73-80E2-C7D8227C0952}" type="presParOf" srcId="{E3093FD4-1CA2-4ADC-9908-11C8D6ED35A5}" destId="{D65FB10A-7C37-4F07-8979-6E4C1BDDBF87}" srcOrd="1" destOrd="0" presId="urn:microsoft.com/office/officeart/2018/5/layout/CenteredIconLabelDescriptionList"/>
    <dgm:cxn modelId="{8358AA23-C366-4601-A849-F90B422EA39A}" type="presParOf" srcId="{E3093FD4-1CA2-4ADC-9908-11C8D6ED35A5}" destId="{5B65D618-866D-4F61-98F9-08DCF03E11CF}" srcOrd="2" destOrd="0" presId="urn:microsoft.com/office/officeart/2018/5/layout/CenteredIconLabelDescriptionList"/>
    <dgm:cxn modelId="{AF0A4383-2EA3-424B-A7EF-C7606B45C624}" type="presParOf" srcId="{E3093FD4-1CA2-4ADC-9908-11C8D6ED35A5}" destId="{917D69A9-CB24-489D-AB22-BDD09E29009E}" srcOrd="3" destOrd="0" presId="urn:microsoft.com/office/officeart/2018/5/layout/CenteredIconLabelDescriptionList"/>
    <dgm:cxn modelId="{CA2D9014-D201-4DE6-B995-F9ED8DBD3F07}" type="presParOf" srcId="{E3093FD4-1CA2-4ADC-9908-11C8D6ED35A5}" destId="{6A3D7B8A-8327-4AF3-8007-581EAB58A6A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8348390-7F93-49A7-AF28-2BF72B5EE89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8DF0B204-3D10-4468-89C4-D5EB8D6DA5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</a:t>
          </a:r>
        </a:p>
      </dgm:t>
    </dgm:pt>
    <dgm:pt modelId="{7970BD8D-55A7-4D29-AE86-FBC44CD6B96D}" type="parTrans" cxnId="{66CBAC46-5C7D-49A7-8654-27B9D9B9360B}">
      <dgm:prSet/>
      <dgm:spPr/>
      <dgm:t>
        <a:bodyPr/>
        <a:lstStyle/>
        <a:p>
          <a:endParaRPr lang="tr-TR"/>
        </a:p>
      </dgm:t>
    </dgm:pt>
    <dgm:pt modelId="{625BE68F-0CA8-4E30-BC29-6DAB849D6657}" type="sibTrans" cxnId="{66CBAC46-5C7D-49A7-8654-27B9D9B9360B}">
      <dgm:prSet/>
      <dgm:spPr/>
      <dgm:t>
        <a:bodyPr/>
        <a:lstStyle/>
        <a:p>
          <a:endParaRPr lang="tr-TR"/>
        </a:p>
      </dgm:t>
    </dgm:pt>
    <dgm:pt modelId="{DCB7682B-2E8F-4894-94B1-7B77F778B5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private key is simply a number </a:t>
          </a:r>
          <a:endParaRPr lang="tr-TR" dirty="0"/>
        </a:p>
      </dgm:t>
    </dgm:pt>
    <dgm:pt modelId="{05E60316-D38E-4E39-A244-B171AB4053C7}" type="parTrans" cxnId="{645740B2-69C4-4F1D-81CA-328C5EA6C440}">
      <dgm:prSet/>
      <dgm:spPr/>
      <dgm:t>
        <a:bodyPr/>
        <a:lstStyle/>
        <a:p>
          <a:endParaRPr lang="tr-TR"/>
        </a:p>
      </dgm:t>
    </dgm:pt>
    <dgm:pt modelId="{37C55934-2F7A-4060-98AB-8272FB51B47F}" type="sibTrans" cxnId="{645740B2-69C4-4F1D-81CA-328C5EA6C440}">
      <dgm:prSet/>
      <dgm:spPr/>
      <dgm:t>
        <a:bodyPr/>
        <a:lstStyle/>
        <a:p>
          <a:endParaRPr lang="tr-TR"/>
        </a:p>
      </dgm:t>
    </dgm:pt>
    <dgm:pt modelId="{F9C5619B-2470-49D7-A868-27569D7782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control and ownership</a:t>
          </a:r>
        </a:p>
      </dgm:t>
    </dgm:pt>
    <dgm:pt modelId="{1F9C7AF6-DB3F-4F4E-AAE5-9C6A40217434}" type="parTrans" cxnId="{14D3CDE5-D06F-4DCB-BC0F-CB940B3B26C2}">
      <dgm:prSet/>
      <dgm:spPr/>
      <dgm:t>
        <a:bodyPr/>
        <a:lstStyle/>
        <a:p>
          <a:endParaRPr lang="tr-TR"/>
        </a:p>
      </dgm:t>
    </dgm:pt>
    <dgm:pt modelId="{5CB8AF77-9E11-4B5E-87F3-EDCC918FF688}" type="sibTrans" cxnId="{14D3CDE5-D06F-4DCB-BC0F-CB940B3B26C2}">
      <dgm:prSet/>
      <dgm:spPr/>
      <dgm:t>
        <a:bodyPr/>
        <a:lstStyle/>
        <a:p>
          <a:endParaRPr lang="tr-TR"/>
        </a:p>
      </dgm:t>
    </dgm:pt>
    <dgm:pt modelId="{E8935693-9AF9-49C0-A0FB-01AF2B572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private key is the root of user control over all funds</a:t>
          </a:r>
          <a:endParaRPr lang="tr-TR"/>
        </a:p>
      </dgm:t>
    </dgm:pt>
    <dgm:pt modelId="{D4E64644-4CF4-4F47-B1DB-17E6074A2293}" type="parTrans" cxnId="{516D0336-C0EC-4D85-A2AD-8FDBACF007D1}">
      <dgm:prSet/>
      <dgm:spPr/>
      <dgm:t>
        <a:bodyPr/>
        <a:lstStyle/>
        <a:p>
          <a:endParaRPr lang="tr-TR"/>
        </a:p>
      </dgm:t>
    </dgm:pt>
    <dgm:pt modelId="{5C4A38C8-8337-4568-96BA-205817B2D33E}" type="sibTrans" cxnId="{516D0336-C0EC-4D85-A2AD-8FDBACF007D1}">
      <dgm:prSet/>
      <dgm:spPr/>
      <dgm:t>
        <a:bodyPr/>
        <a:lstStyle/>
        <a:p>
          <a:endParaRPr lang="tr-TR"/>
        </a:p>
      </dgm:t>
    </dgm:pt>
    <dgm:pt modelId="{35A57753-3985-4EAF-8D94-C8B0130247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associated with the corresponding</a:t>
          </a:r>
          <a:r>
            <a:rPr lang="tr-TR"/>
            <a:t> </a:t>
          </a:r>
          <a:r>
            <a:rPr lang="en-US"/>
            <a:t>bitcoin address. </a:t>
          </a:r>
          <a:endParaRPr lang="tr-TR"/>
        </a:p>
      </dgm:t>
    </dgm:pt>
    <dgm:pt modelId="{BA4EF182-AC05-4498-872A-426EE223A91E}" type="parTrans" cxnId="{B991F1B5-E0C1-4747-922D-4E6F7EC88E36}">
      <dgm:prSet/>
      <dgm:spPr/>
      <dgm:t>
        <a:bodyPr/>
        <a:lstStyle/>
        <a:p>
          <a:endParaRPr lang="tr-TR"/>
        </a:p>
      </dgm:t>
    </dgm:pt>
    <dgm:pt modelId="{4F064103-A365-4302-9D74-4068E07DCC8B}" type="sibTrans" cxnId="{B991F1B5-E0C1-4747-922D-4E6F7EC88E36}">
      <dgm:prSet/>
      <dgm:spPr/>
      <dgm:t>
        <a:bodyPr/>
        <a:lstStyle/>
        <a:p>
          <a:endParaRPr lang="tr-TR"/>
        </a:p>
      </dgm:t>
    </dgm:pt>
    <dgm:pt modelId="{08AC705E-D68B-49F0-98A3-CD82CDE3E7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</a:p>
      </dgm:t>
    </dgm:pt>
    <dgm:pt modelId="{A13ECBAC-0D5C-4B90-8DE9-CC8860640FD2}" type="parTrans" cxnId="{2652C75D-2AC2-4F28-BE78-59FDB1E4A801}">
      <dgm:prSet/>
      <dgm:spPr/>
      <dgm:t>
        <a:bodyPr/>
        <a:lstStyle/>
        <a:p>
          <a:endParaRPr lang="tr-TR"/>
        </a:p>
      </dgm:t>
    </dgm:pt>
    <dgm:pt modelId="{0850289A-48FD-4B3B-9040-6F12DA238B2A}" type="sibTrans" cxnId="{2652C75D-2AC2-4F28-BE78-59FDB1E4A801}">
      <dgm:prSet/>
      <dgm:spPr/>
      <dgm:t>
        <a:bodyPr/>
        <a:lstStyle/>
        <a:p>
          <a:endParaRPr lang="tr-TR"/>
        </a:p>
      </dgm:t>
    </dgm:pt>
    <dgm:pt modelId="{0EB775D8-0A39-4064-B05C-0D37F41DAD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is used to create signatures</a:t>
          </a:r>
          <a:endParaRPr lang="tr-TR" dirty="0"/>
        </a:p>
      </dgm:t>
    </dgm:pt>
    <dgm:pt modelId="{0DBE3BD0-F462-432D-B3A8-7E6F1152CD3A}" type="parTrans" cxnId="{5D616919-85EC-439F-83C5-6DC1A6DADE2E}">
      <dgm:prSet/>
      <dgm:spPr/>
      <dgm:t>
        <a:bodyPr/>
        <a:lstStyle/>
        <a:p>
          <a:endParaRPr lang="tr-TR"/>
        </a:p>
      </dgm:t>
    </dgm:pt>
    <dgm:pt modelId="{DA4C0631-928F-4BA0-AA6C-3807577A7128}" type="sibTrans" cxnId="{5D616919-85EC-439F-83C5-6DC1A6DADE2E}">
      <dgm:prSet/>
      <dgm:spPr/>
      <dgm:t>
        <a:bodyPr/>
        <a:lstStyle/>
        <a:p>
          <a:endParaRPr lang="tr-TR"/>
        </a:p>
      </dgm:t>
    </dgm:pt>
    <dgm:pt modelId="{208F13BC-3DB0-4262-B09E-481AE74E4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proving ownership of funds used in a transaction. </a:t>
          </a:r>
          <a:endParaRPr lang="tr-TR" dirty="0"/>
        </a:p>
      </dgm:t>
    </dgm:pt>
    <dgm:pt modelId="{0E03F3B9-A72B-4CD2-88B9-DF1A602E81F5}" type="parTrans" cxnId="{8B34F7CC-8ED3-4D45-98F3-1A2AE5FCEB3F}">
      <dgm:prSet/>
      <dgm:spPr/>
      <dgm:t>
        <a:bodyPr/>
        <a:lstStyle/>
        <a:p>
          <a:endParaRPr lang="tr-TR"/>
        </a:p>
      </dgm:t>
    </dgm:pt>
    <dgm:pt modelId="{FB0EC891-3242-4153-9DC7-4B8F436012D2}" type="sibTrans" cxnId="{8B34F7CC-8ED3-4D45-98F3-1A2AE5FCEB3F}">
      <dgm:prSet/>
      <dgm:spPr/>
      <dgm:t>
        <a:bodyPr/>
        <a:lstStyle/>
        <a:p>
          <a:endParaRPr lang="tr-TR"/>
        </a:p>
      </dgm:t>
    </dgm:pt>
    <dgm:pt modelId="{B3B93E30-1BE3-4943-A7A0-9EE132007C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picked at random.</a:t>
          </a:r>
          <a:endParaRPr lang="tr-TR" dirty="0"/>
        </a:p>
      </dgm:t>
    </dgm:pt>
    <dgm:pt modelId="{FD265CBB-C6C0-43B9-B05B-CDB7A029CE60}" type="parTrans" cxnId="{3082183B-D8BA-4B3E-BBAF-5F3C700DC7B5}">
      <dgm:prSet/>
      <dgm:spPr/>
      <dgm:t>
        <a:bodyPr/>
        <a:lstStyle/>
        <a:p>
          <a:endParaRPr lang="tr-TR"/>
        </a:p>
      </dgm:t>
    </dgm:pt>
    <dgm:pt modelId="{4ED5146C-FBCD-4701-BE0F-46DB7FD9DCA1}" type="sibTrans" cxnId="{3082183B-D8BA-4B3E-BBAF-5F3C700DC7B5}">
      <dgm:prSet/>
      <dgm:spPr/>
      <dgm:t>
        <a:bodyPr/>
        <a:lstStyle/>
        <a:p>
          <a:endParaRPr lang="tr-TR"/>
        </a:p>
      </dgm:t>
    </dgm:pt>
    <dgm:pt modelId="{EEC84319-F633-44CD-AEE0-D5D93F82D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required to spend</a:t>
          </a:r>
          <a:r>
            <a:rPr lang="tr-TR" dirty="0"/>
            <a:t> </a:t>
          </a:r>
          <a:r>
            <a:rPr lang="en-US" dirty="0"/>
            <a:t>bitcoin</a:t>
          </a:r>
          <a:endParaRPr lang="tr-TR" dirty="0"/>
        </a:p>
      </dgm:t>
    </dgm:pt>
    <dgm:pt modelId="{3C1F994B-095F-49E8-BC71-61DD7C8E7415}" type="parTrans" cxnId="{62905A4E-7552-4231-87A2-20CE76DBA1E1}">
      <dgm:prSet/>
      <dgm:spPr/>
      <dgm:t>
        <a:bodyPr/>
        <a:lstStyle/>
        <a:p>
          <a:endParaRPr lang="tr-TR"/>
        </a:p>
      </dgm:t>
    </dgm:pt>
    <dgm:pt modelId="{10105397-B4E2-4F45-9F80-E8A531CA0FBB}" type="sibTrans" cxnId="{62905A4E-7552-4231-87A2-20CE76DBA1E1}">
      <dgm:prSet/>
      <dgm:spPr/>
      <dgm:t>
        <a:bodyPr/>
        <a:lstStyle/>
        <a:p>
          <a:endParaRPr lang="tr-TR"/>
        </a:p>
      </dgm:t>
    </dgm:pt>
    <dgm:pt modelId="{9FA0371D-3073-4ADB-9788-9EFDB15558A2}" type="pres">
      <dgm:prSet presAssocID="{58348390-7F93-49A7-AF28-2BF72B5EE895}" presName="root" presStyleCnt="0">
        <dgm:presLayoutVars>
          <dgm:dir/>
          <dgm:resizeHandles val="exact"/>
        </dgm:presLayoutVars>
      </dgm:prSet>
      <dgm:spPr/>
    </dgm:pt>
    <dgm:pt modelId="{BECA04EC-5E9C-4585-8594-48800AC63AFA}" type="pres">
      <dgm:prSet presAssocID="{8DF0B204-3D10-4468-89C4-D5EB8D6DA52B}" presName="compNode" presStyleCnt="0"/>
      <dgm:spPr/>
    </dgm:pt>
    <dgm:pt modelId="{FD5B7A31-91DE-4F0B-BEF8-7666DA1D271C}" type="pres">
      <dgm:prSet presAssocID="{8DF0B204-3D10-4468-89C4-D5EB8D6DA5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rmalDistribution"/>
        </a:ext>
      </dgm:extLst>
    </dgm:pt>
    <dgm:pt modelId="{86BF18DC-8853-4A58-A11A-FA7575019177}" type="pres">
      <dgm:prSet presAssocID="{8DF0B204-3D10-4468-89C4-D5EB8D6DA52B}" presName="iconSpace" presStyleCnt="0"/>
      <dgm:spPr/>
    </dgm:pt>
    <dgm:pt modelId="{F09F5F35-B0D8-4E5F-ADD3-08048F67A473}" type="pres">
      <dgm:prSet presAssocID="{8DF0B204-3D10-4468-89C4-D5EB8D6DA52B}" presName="parTx" presStyleLbl="revTx" presStyleIdx="0" presStyleCnt="6">
        <dgm:presLayoutVars>
          <dgm:chMax val="0"/>
          <dgm:chPref val="0"/>
        </dgm:presLayoutVars>
      </dgm:prSet>
      <dgm:spPr/>
    </dgm:pt>
    <dgm:pt modelId="{016568AD-0929-4E2D-84BA-A7C6D7A8727E}" type="pres">
      <dgm:prSet presAssocID="{8DF0B204-3D10-4468-89C4-D5EB8D6DA52B}" presName="txSpace" presStyleCnt="0"/>
      <dgm:spPr/>
    </dgm:pt>
    <dgm:pt modelId="{9DED3A53-1F17-4044-8763-E52CBE2973F8}" type="pres">
      <dgm:prSet presAssocID="{8DF0B204-3D10-4468-89C4-D5EB8D6DA52B}" presName="desTx" presStyleLbl="revTx" presStyleIdx="1" presStyleCnt="6">
        <dgm:presLayoutVars/>
      </dgm:prSet>
      <dgm:spPr/>
    </dgm:pt>
    <dgm:pt modelId="{A73CE3C4-6AB0-42AD-9297-AA4C907E537D}" type="pres">
      <dgm:prSet presAssocID="{625BE68F-0CA8-4E30-BC29-6DAB849D6657}" presName="sibTrans" presStyleCnt="0"/>
      <dgm:spPr/>
    </dgm:pt>
    <dgm:pt modelId="{E1980948-6230-4CFE-B97A-3830CC82C284}" type="pres">
      <dgm:prSet presAssocID="{F9C5619B-2470-49D7-A868-27569D7782C2}" presName="compNode" presStyleCnt="0"/>
      <dgm:spPr/>
    </dgm:pt>
    <dgm:pt modelId="{C4B12196-D66C-436A-B17C-F020DDD622C6}" type="pres">
      <dgm:prSet presAssocID="{F9C5619B-2470-49D7-A868-27569D7782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E2E0543-566A-42FA-AA65-12CCC388578B}" type="pres">
      <dgm:prSet presAssocID="{F9C5619B-2470-49D7-A868-27569D7782C2}" presName="iconSpace" presStyleCnt="0"/>
      <dgm:spPr/>
    </dgm:pt>
    <dgm:pt modelId="{4508DE30-7C90-4CBD-87AC-048FCFA9DA6B}" type="pres">
      <dgm:prSet presAssocID="{F9C5619B-2470-49D7-A868-27569D7782C2}" presName="parTx" presStyleLbl="revTx" presStyleIdx="2" presStyleCnt="6">
        <dgm:presLayoutVars>
          <dgm:chMax val="0"/>
          <dgm:chPref val="0"/>
        </dgm:presLayoutVars>
      </dgm:prSet>
      <dgm:spPr/>
    </dgm:pt>
    <dgm:pt modelId="{6CDD15F8-C856-40E4-AE39-A4D4C22A3632}" type="pres">
      <dgm:prSet presAssocID="{F9C5619B-2470-49D7-A868-27569D7782C2}" presName="txSpace" presStyleCnt="0"/>
      <dgm:spPr/>
    </dgm:pt>
    <dgm:pt modelId="{891AF3D6-D0C8-4F47-9D9B-EC27182B18EC}" type="pres">
      <dgm:prSet presAssocID="{F9C5619B-2470-49D7-A868-27569D7782C2}" presName="desTx" presStyleLbl="revTx" presStyleIdx="3" presStyleCnt="6">
        <dgm:presLayoutVars/>
      </dgm:prSet>
      <dgm:spPr/>
    </dgm:pt>
    <dgm:pt modelId="{4C15F787-3744-4A97-BE88-289906C10E6A}" type="pres">
      <dgm:prSet presAssocID="{5CB8AF77-9E11-4B5E-87F3-EDCC918FF688}" presName="sibTrans" presStyleCnt="0"/>
      <dgm:spPr/>
    </dgm:pt>
    <dgm:pt modelId="{EE35F7FB-6C61-4973-BAA0-1454595A1D9B}" type="pres">
      <dgm:prSet presAssocID="{08AC705E-D68B-49F0-98A3-CD82CDE3E7AF}" presName="compNode" presStyleCnt="0"/>
      <dgm:spPr/>
    </dgm:pt>
    <dgm:pt modelId="{B7EBF12B-F07C-4FF6-945F-6609A309724B}" type="pres">
      <dgm:prSet presAssocID="{08AC705E-D68B-49F0-98A3-CD82CDE3E7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5FEBBD1-987D-4551-AD2F-183D40E98395}" type="pres">
      <dgm:prSet presAssocID="{08AC705E-D68B-49F0-98A3-CD82CDE3E7AF}" presName="iconSpace" presStyleCnt="0"/>
      <dgm:spPr/>
    </dgm:pt>
    <dgm:pt modelId="{8088BE4B-A56E-4C0E-B994-78D908900F61}" type="pres">
      <dgm:prSet presAssocID="{08AC705E-D68B-49F0-98A3-CD82CDE3E7AF}" presName="parTx" presStyleLbl="revTx" presStyleIdx="4" presStyleCnt="6">
        <dgm:presLayoutVars>
          <dgm:chMax val="0"/>
          <dgm:chPref val="0"/>
        </dgm:presLayoutVars>
      </dgm:prSet>
      <dgm:spPr/>
    </dgm:pt>
    <dgm:pt modelId="{B4D722CA-5C35-4867-BFDC-14404C47CA78}" type="pres">
      <dgm:prSet presAssocID="{08AC705E-D68B-49F0-98A3-CD82CDE3E7AF}" presName="txSpace" presStyleCnt="0"/>
      <dgm:spPr/>
    </dgm:pt>
    <dgm:pt modelId="{A0CF55D9-C60F-4B15-8191-5FA3C9E98279}" type="pres">
      <dgm:prSet presAssocID="{08AC705E-D68B-49F0-98A3-CD82CDE3E7AF}" presName="desTx" presStyleLbl="revTx" presStyleIdx="5" presStyleCnt="6">
        <dgm:presLayoutVars/>
      </dgm:prSet>
      <dgm:spPr/>
    </dgm:pt>
  </dgm:ptLst>
  <dgm:cxnLst>
    <dgm:cxn modelId="{3C31820B-5693-4411-B7EB-ABCA4BC928A5}" type="presOf" srcId="{EEC84319-F633-44CD-AEE0-D5D93F82DE97}" destId="{A0CF55D9-C60F-4B15-8191-5FA3C9E98279}" srcOrd="0" destOrd="1" presId="urn:microsoft.com/office/officeart/2018/2/layout/IconLabelDescriptionList"/>
    <dgm:cxn modelId="{BB4AB617-83CF-4419-810A-EA085B94E3F1}" type="presOf" srcId="{58348390-7F93-49A7-AF28-2BF72B5EE895}" destId="{9FA0371D-3073-4ADB-9788-9EFDB15558A2}" srcOrd="0" destOrd="0" presId="urn:microsoft.com/office/officeart/2018/2/layout/IconLabelDescriptionList"/>
    <dgm:cxn modelId="{5D616919-85EC-439F-83C5-6DC1A6DADE2E}" srcId="{08AC705E-D68B-49F0-98A3-CD82CDE3E7AF}" destId="{0EB775D8-0A39-4064-B05C-0D37F41DADAF}" srcOrd="0" destOrd="0" parTransId="{0DBE3BD0-F462-432D-B3A8-7E6F1152CD3A}" sibTransId="{DA4C0631-928F-4BA0-AA6C-3807577A7128}"/>
    <dgm:cxn modelId="{2ED9D326-6C9E-4D2C-995A-4E7F5B13FBCC}" type="presOf" srcId="{208F13BC-3DB0-4262-B09E-481AE74E4420}" destId="{A0CF55D9-C60F-4B15-8191-5FA3C9E98279}" srcOrd="0" destOrd="2" presId="urn:microsoft.com/office/officeart/2018/2/layout/IconLabelDescriptionList"/>
    <dgm:cxn modelId="{C4E26228-4513-4002-AA73-995C0A8D8E50}" type="presOf" srcId="{8DF0B204-3D10-4468-89C4-D5EB8D6DA52B}" destId="{F09F5F35-B0D8-4E5F-ADD3-08048F67A473}" srcOrd="0" destOrd="0" presId="urn:microsoft.com/office/officeart/2018/2/layout/IconLabelDescriptionList"/>
    <dgm:cxn modelId="{516D0336-C0EC-4D85-A2AD-8FDBACF007D1}" srcId="{F9C5619B-2470-49D7-A868-27569D7782C2}" destId="{E8935693-9AF9-49C0-A0FB-01AF2B572FF4}" srcOrd="0" destOrd="0" parTransId="{D4E64644-4CF4-4F47-B1DB-17E6074A2293}" sibTransId="{5C4A38C8-8337-4568-96BA-205817B2D33E}"/>
    <dgm:cxn modelId="{3082183B-D8BA-4B3E-BBAF-5F3C700DC7B5}" srcId="{8DF0B204-3D10-4468-89C4-D5EB8D6DA52B}" destId="{B3B93E30-1BE3-4943-A7A0-9EE132007C3E}" srcOrd="1" destOrd="0" parTransId="{FD265CBB-C6C0-43B9-B05B-CDB7A029CE60}" sibTransId="{4ED5146C-FBCD-4701-BE0F-46DB7FD9DCA1}"/>
    <dgm:cxn modelId="{2652C75D-2AC2-4F28-BE78-59FDB1E4A801}" srcId="{58348390-7F93-49A7-AF28-2BF72B5EE895}" destId="{08AC705E-D68B-49F0-98A3-CD82CDE3E7AF}" srcOrd="2" destOrd="0" parTransId="{A13ECBAC-0D5C-4B90-8DE9-CC8860640FD2}" sibTransId="{0850289A-48FD-4B3B-9040-6F12DA238B2A}"/>
    <dgm:cxn modelId="{66CBAC46-5C7D-49A7-8654-27B9D9B9360B}" srcId="{58348390-7F93-49A7-AF28-2BF72B5EE895}" destId="{8DF0B204-3D10-4468-89C4-D5EB8D6DA52B}" srcOrd="0" destOrd="0" parTransId="{7970BD8D-55A7-4D29-AE86-FBC44CD6B96D}" sibTransId="{625BE68F-0CA8-4E30-BC29-6DAB849D6657}"/>
    <dgm:cxn modelId="{08561A6A-C24D-411B-80C9-65E815835203}" type="presOf" srcId="{E8935693-9AF9-49C0-A0FB-01AF2B572FF4}" destId="{891AF3D6-D0C8-4F47-9D9B-EC27182B18EC}" srcOrd="0" destOrd="0" presId="urn:microsoft.com/office/officeart/2018/2/layout/IconLabelDescriptionList"/>
    <dgm:cxn modelId="{62905A4E-7552-4231-87A2-20CE76DBA1E1}" srcId="{08AC705E-D68B-49F0-98A3-CD82CDE3E7AF}" destId="{EEC84319-F633-44CD-AEE0-D5D93F82DE97}" srcOrd="1" destOrd="0" parTransId="{3C1F994B-095F-49E8-BC71-61DD7C8E7415}" sibTransId="{10105397-B4E2-4F45-9F80-E8A531CA0FBB}"/>
    <dgm:cxn modelId="{757FAD6E-3E51-4289-B57B-2998D3858606}" type="presOf" srcId="{F9C5619B-2470-49D7-A868-27569D7782C2}" destId="{4508DE30-7C90-4CBD-87AC-048FCFA9DA6B}" srcOrd="0" destOrd="0" presId="urn:microsoft.com/office/officeart/2018/2/layout/IconLabelDescriptionList"/>
    <dgm:cxn modelId="{9DC85775-2A95-4064-94D8-8EFF1DF458DA}" type="presOf" srcId="{B3B93E30-1BE3-4943-A7A0-9EE132007C3E}" destId="{9DED3A53-1F17-4044-8763-E52CBE2973F8}" srcOrd="0" destOrd="1" presId="urn:microsoft.com/office/officeart/2018/2/layout/IconLabelDescriptionList"/>
    <dgm:cxn modelId="{4D2B8D81-E3C1-4838-A4AE-6BBAB3A6D966}" type="presOf" srcId="{35A57753-3985-4EAF-8D94-C8B013024727}" destId="{891AF3D6-D0C8-4F47-9D9B-EC27182B18EC}" srcOrd="0" destOrd="1" presId="urn:microsoft.com/office/officeart/2018/2/layout/IconLabelDescriptionList"/>
    <dgm:cxn modelId="{3927C1AB-1B54-4318-9AA2-6B192C3A34ED}" type="presOf" srcId="{DCB7682B-2E8F-4894-94B1-7B77F778B54F}" destId="{9DED3A53-1F17-4044-8763-E52CBE2973F8}" srcOrd="0" destOrd="0" presId="urn:microsoft.com/office/officeart/2018/2/layout/IconLabelDescriptionList"/>
    <dgm:cxn modelId="{645740B2-69C4-4F1D-81CA-328C5EA6C440}" srcId="{8DF0B204-3D10-4468-89C4-D5EB8D6DA52B}" destId="{DCB7682B-2E8F-4894-94B1-7B77F778B54F}" srcOrd="0" destOrd="0" parTransId="{05E60316-D38E-4E39-A244-B171AB4053C7}" sibTransId="{37C55934-2F7A-4060-98AB-8272FB51B47F}"/>
    <dgm:cxn modelId="{B991F1B5-E0C1-4747-922D-4E6F7EC88E36}" srcId="{F9C5619B-2470-49D7-A868-27569D7782C2}" destId="{35A57753-3985-4EAF-8D94-C8B013024727}" srcOrd="1" destOrd="0" parTransId="{BA4EF182-AC05-4498-872A-426EE223A91E}" sibTransId="{4F064103-A365-4302-9D74-4068E07DCC8B}"/>
    <dgm:cxn modelId="{30AFE3BC-1844-4E3C-AB04-BBD4EF08322D}" type="presOf" srcId="{0EB775D8-0A39-4064-B05C-0D37F41DADAF}" destId="{A0CF55D9-C60F-4B15-8191-5FA3C9E98279}" srcOrd="0" destOrd="0" presId="urn:microsoft.com/office/officeart/2018/2/layout/IconLabelDescriptionList"/>
    <dgm:cxn modelId="{8B34F7CC-8ED3-4D45-98F3-1A2AE5FCEB3F}" srcId="{08AC705E-D68B-49F0-98A3-CD82CDE3E7AF}" destId="{208F13BC-3DB0-4262-B09E-481AE74E4420}" srcOrd="2" destOrd="0" parTransId="{0E03F3B9-A72B-4CD2-88B9-DF1A602E81F5}" sibTransId="{FB0EC891-3242-4153-9DC7-4B8F436012D2}"/>
    <dgm:cxn modelId="{E442C7D9-60B5-4BB0-8571-28B3F308C4AD}" type="presOf" srcId="{08AC705E-D68B-49F0-98A3-CD82CDE3E7AF}" destId="{8088BE4B-A56E-4C0E-B994-78D908900F61}" srcOrd="0" destOrd="0" presId="urn:microsoft.com/office/officeart/2018/2/layout/IconLabelDescriptionList"/>
    <dgm:cxn modelId="{14D3CDE5-D06F-4DCB-BC0F-CB940B3B26C2}" srcId="{58348390-7F93-49A7-AF28-2BF72B5EE895}" destId="{F9C5619B-2470-49D7-A868-27569D7782C2}" srcOrd="1" destOrd="0" parTransId="{1F9C7AF6-DB3F-4F4E-AAE5-9C6A40217434}" sibTransId="{5CB8AF77-9E11-4B5E-87F3-EDCC918FF688}"/>
    <dgm:cxn modelId="{92E7BA27-3BD9-4FE6-A10A-F015E5690D0B}" type="presParOf" srcId="{9FA0371D-3073-4ADB-9788-9EFDB15558A2}" destId="{BECA04EC-5E9C-4585-8594-48800AC63AFA}" srcOrd="0" destOrd="0" presId="urn:microsoft.com/office/officeart/2018/2/layout/IconLabelDescriptionList"/>
    <dgm:cxn modelId="{E0FD3D47-0798-44B2-9DED-788CEF266FFA}" type="presParOf" srcId="{BECA04EC-5E9C-4585-8594-48800AC63AFA}" destId="{FD5B7A31-91DE-4F0B-BEF8-7666DA1D271C}" srcOrd="0" destOrd="0" presId="urn:microsoft.com/office/officeart/2018/2/layout/IconLabelDescriptionList"/>
    <dgm:cxn modelId="{908CA13F-E0FD-45E8-9526-9A46453B7646}" type="presParOf" srcId="{BECA04EC-5E9C-4585-8594-48800AC63AFA}" destId="{86BF18DC-8853-4A58-A11A-FA7575019177}" srcOrd="1" destOrd="0" presId="urn:microsoft.com/office/officeart/2018/2/layout/IconLabelDescriptionList"/>
    <dgm:cxn modelId="{891A2664-CF21-4B1E-873C-37B2DE369B08}" type="presParOf" srcId="{BECA04EC-5E9C-4585-8594-48800AC63AFA}" destId="{F09F5F35-B0D8-4E5F-ADD3-08048F67A473}" srcOrd="2" destOrd="0" presId="urn:microsoft.com/office/officeart/2018/2/layout/IconLabelDescriptionList"/>
    <dgm:cxn modelId="{B65070F8-E160-4C23-8691-F643082B9F82}" type="presParOf" srcId="{BECA04EC-5E9C-4585-8594-48800AC63AFA}" destId="{016568AD-0929-4E2D-84BA-A7C6D7A8727E}" srcOrd="3" destOrd="0" presId="urn:microsoft.com/office/officeart/2018/2/layout/IconLabelDescriptionList"/>
    <dgm:cxn modelId="{4E1ED275-56FF-43FC-86DB-898D9C90FE9A}" type="presParOf" srcId="{BECA04EC-5E9C-4585-8594-48800AC63AFA}" destId="{9DED3A53-1F17-4044-8763-E52CBE2973F8}" srcOrd="4" destOrd="0" presId="urn:microsoft.com/office/officeart/2018/2/layout/IconLabelDescriptionList"/>
    <dgm:cxn modelId="{2BEBE849-BE16-4187-9D36-7629E32D4FCD}" type="presParOf" srcId="{9FA0371D-3073-4ADB-9788-9EFDB15558A2}" destId="{A73CE3C4-6AB0-42AD-9297-AA4C907E537D}" srcOrd="1" destOrd="0" presId="urn:microsoft.com/office/officeart/2018/2/layout/IconLabelDescriptionList"/>
    <dgm:cxn modelId="{57409FBC-0089-4D53-B0A1-C668BBBDAD0F}" type="presParOf" srcId="{9FA0371D-3073-4ADB-9788-9EFDB15558A2}" destId="{E1980948-6230-4CFE-B97A-3830CC82C284}" srcOrd="2" destOrd="0" presId="urn:microsoft.com/office/officeart/2018/2/layout/IconLabelDescriptionList"/>
    <dgm:cxn modelId="{8AD96A0B-E851-4D01-A221-B11D8A18AE48}" type="presParOf" srcId="{E1980948-6230-4CFE-B97A-3830CC82C284}" destId="{C4B12196-D66C-436A-B17C-F020DDD622C6}" srcOrd="0" destOrd="0" presId="urn:microsoft.com/office/officeart/2018/2/layout/IconLabelDescriptionList"/>
    <dgm:cxn modelId="{5644F39D-8E8B-405C-8DED-6F7BC65897B8}" type="presParOf" srcId="{E1980948-6230-4CFE-B97A-3830CC82C284}" destId="{3E2E0543-566A-42FA-AA65-12CCC388578B}" srcOrd="1" destOrd="0" presId="urn:microsoft.com/office/officeart/2018/2/layout/IconLabelDescriptionList"/>
    <dgm:cxn modelId="{C0126144-F5C7-4A49-929B-97B5B354633D}" type="presParOf" srcId="{E1980948-6230-4CFE-B97A-3830CC82C284}" destId="{4508DE30-7C90-4CBD-87AC-048FCFA9DA6B}" srcOrd="2" destOrd="0" presId="urn:microsoft.com/office/officeart/2018/2/layout/IconLabelDescriptionList"/>
    <dgm:cxn modelId="{361F2A9A-ACDC-488B-8452-C47A349FBD4C}" type="presParOf" srcId="{E1980948-6230-4CFE-B97A-3830CC82C284}" destId="{6CDD15F8-C856-40E4-AE39-A4D4C22A3632}" srcOrd="3" destOrd="0" presId="urn:microsoft.com/office/officeart/2018/2/layout/IconLabelDescriptionList"/>
    <dgm:cxn modelId="{4E0D5759-FA78-4C33-9006-3B11BF81F4D6}" type="presParOf" srcId="{E1980948-6230-4CFE-B97A-3830CC82C284}" destId="{891AF3D6-D0C8-4F47-9D9B-EC27182B18EC}" srcOrd="4" destOrd="0" presId="urn:microsoft.com/office/officeart/2018/2/layout/IconLabelDescriptionList"/>
    <dgm:cxn modelId="{9A95ADF2-9AF3-4BF2-9BB3-0978FAEF9462}" type="presParOf" srcId="{9FA0371D-3073-4ADB-9788-9EFDB15558A2}" destId="{4C15F787-3744-4A97-BE88-289906C10E6A}" srcOrd="3" destOrd="0" presId="urn:microsoft.com/office/officeart/2018/2/layout/IconLabelDescriptionList"/>
    <dgm:cxn modelId="{D0681BFC-D5E1-41CD-82F2-1A3272482E24}" type="presParOf" srcId="{9FA0371D-3073-4ADB-9788-9EFDB15558A2}" destId="{EE35F7FB-6C61-4973-BAA0-1454595A1D9B}" srcOrd="4" destOrd="0" presId="urn:microsoft.com/office/officeart/2018/2/layout/IconLabelDescriptionList"/>
    <dgm:cxn modelId="{4D5FB589-C341-4B69-85ED-681207B9D8ED}" type="presParOf" srcId="{EE35F7FB-6C61-4973-BAA0-1454595A1D9B}" destId="{B7EBF12B-F07C-4FF6-945F-6609A309724B}" srcOrd="0" destOrd="0" presId="urn:microsoft.com/office/officeart/2018/2/layout/IconLabelDescriptionList"/>
    <dgm:cxn modelId="{CB925DE6-7260-42B8-85B5-C9E1B91088AA}" type="presParOf" srcId="{EE35F7FB-6C61-4973-BAA0-1454595A1D9B}" destId="{25FEBBD1-987D-4551-AD2F-183D40E98395}" srcOrd="1" destOrd="0" presId="urn:microsoft.com/office/officeart/2018/2/layout/IconLabelDescriptionList"/>
    <dgm:cxn modelId="{8237108A-A8C3-4760-9FE1-29FAF233A7C2}" type="presParOf" srcId="{EE35F7FB-6C61-4973-BAA0-1454595A1D9B}" destId="{8088BE4B-A56E-4C0E-B994-78D908900F61}" srcOrd="2" destOrd="0" presId="urn:microsoft.com/office/officeart/2018/2/layout/IconLabelDescriptionList"/>
    <dgm:cxn modelId="{E3A85B2F-9064-4E36-B486-5522C514ADE2}" type="presParOf" srcId="{EE35F7FB-6C61-4973-BAA0-1454595A1D9B}" destId="{B4D722CA-5C35-4867-BFDC-14404C47CA78}" srcOrd="3" destOrd="0" presId="urn:microsoft.com/office/officeart/2018/2/layout/IconLabelDescriptionList"/>
    <dgm:cxn modelId="{7933D189-25DB-4835-909D-E464FAA753E8}" type="presParOf" srcId="{EE35F7FB-6C61-4973-BAA0-1454595A1D9B}" destId="{A0CF55D9-C60F-4B15-8191-5FA3C9E982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8348390-7F93-49A7-AF28-2BF72B5EE89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4DA500E-0F69-4C45-846F-2E536D5424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 must</a:t>
          </a:r>
          <a:r>
            <a:rPr lang="tr-TR"/>
            <a:t> </a:t>
          </a:r>
          <a:r>
            <a:rPr lang="en-US"/>
            <a:t>remain secret </a:t>
          </a:r>
          <a:endParaRPr lang="tr-TR"/>
        </a:p>
      </dgm:t>
    </dgm:pt>
    <dgm:pt modelId="{2BDB5EB5-72A5-4374-B955-B7099FF04D25}" type="parTrans" cxnId="{E09E7ACD-2AE7-411D-8F25-FFA4685F24FC}">
      <dgm:prSet/>
      <dgm:spPr/>
      <dgm:t>
        <a:bodyPr/>
        <a:lstStyle/>
        <a:p>
          <a:endParaRPr lang="tr-TR"/>
        </a:p>
      </dgm:t>
    </dgm:pt>
    <dgm:pt modelId="{EFCDC426-6059-4095-B4FC-D771D1D37D1D}" type="sibTrans" cxnId="{E09E7ACD-2AE7-411D-8F25-FFA4685F24FC}">
      <dgm:prSet/>
      <dgm:spPr/>
      <dgm:t>
        <a:bodyPr/>
        <a:lstStyle/>
        <a:p>
          <a:endParaRPr lang="tr-TR"/>
        </a:p>
      </dgm:t>
    </dgm:pt>
    <dgm:pt modelId="{0CDB0E48-823D-487E-BF6C-512F25372CE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prevent the </a:t>
          </a:r>
          <a:r>
            <a:rPr lang="en-US" dirty="0"/>
            <a:t>third parties </a:t>
          </a:r>
          <a:r>
            <a:rPr lang="tr-TR" dirty="0"/>
            <a:t>from </a:t>
          </a:r>
          <a:r>
            <a:rPr lang="en-US" dirty="0"/>
            <a:t>giving</a:t>
          </a:r>
          <a:r>
            <a:rPr lang="tr-TR"/>
            <a:t> </a:t>
          </a:r>
          <a:r>
            <a:rPr lang="en-US"/>
            <a:t>control </a:t>
          </a:r>
          <a:endParaRPr lang="tr-TR" dirty="0"/>
        </a:p>
      </dgm:t>
    </dgm:pt>
    <dgm:pt modelId="{0A902147-0068-4FD3-B737-D28A460738D3}" type="parTrans" cxnId="{B40DE4B3-A0B0-4201-9968-CF3C875A6487}">
      <dgm:prSet/>
      <dgm:spPr/>
      <dgm:t>
        <a:bodyPr/>
        <a:lstStyle/>
        <a:p>
          <a:endParaRPr lang="tr-TR"/>
        </a:p>
      </dgm:t>
    </dgm:pt>
    <dgm:pt modelId="{7028BB46-1BEC-4FE5-AD98-9308B20FDC37}" type="sibTrans" cxnId="{B40DE4B3-A0B0-4201-9968-CF3C875A6487}">
      <dgm:prSet/>
      <dgm:spPr/>
      <dgm:t>
        <a:bodyPr/>
        <a:lstStyle/>
        <a:p>
          <a:endParaRPr lang="tr-TR"/>
        </a:p>
      </dgm:t>
    </dgm:pt>
    <dgm:pt modelId="{078B0BEB-425A-4704-84BC-AF760A534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the bitcoin secured by that key. </a:t>
          </a:r>
          <a:endParaRPr lang="tr-TR"/>
        </a:p>
      </dgm:t>
    </dgm:pt>
    <dgm:pt modelId="{6C7992F8-681A-4C0D-8677-AC0784E58AF4}" type="parTrans" cxnId="{8221D581-629F-4C1A-82F2-B9A85017BCC4}">
      <dgm:prSet/>
      <dgm:spPr/>
      <dgm:t>
        <a:bodyPr/>
        <a:lstStyle/>
        <a:p>
          <a:endParaRPr lang="tr-TR"/>
        </a:p>
      </dgm:t>
    </dgm:pt>
    <dgm:pt modelId="{236F324B-74D5-46AC-9A68-944D544ED26D}" type="sibTrans" cxnId="{8221D581-629F-4C1A-82F2-B9A85017BCC4}">
      <dgm:prSet/>
      <dgm:spPr/>
      <dgm:t>
        <a:bodyPr/>
        <a:lstStyle/>
        <a:p>
          <a:endParaRPr lang="tr-TR"/>
        </a:p>
      </dgm:t>
    </dgm:pt>
    <dgm:pt modelId="{81E61E1B-F0C1-44BC-91F6-10646AB1DE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</a:t>
          </a:r>
        </a:p>
      </dgm:t>
    </dgm:pt>
    <dgm:pt modelId="{7A8C9942-7C8C-4B37-B053-1B7B9C2A68B6}" type="parTrans" cxnId="{4C49C865-49B3-42D7-A06E-9A2F421BC6F8}">
      <dgm:prSet/>
      <dgm:spPr/>
      <dgm:t>
        <a:bodyPr/>
        <a:lstStyle/>
        <a:p>
          <a:endParaRPr lang="tr-TR"/>
        </a:p>
      </dgm:t>
    </dgm:pt>
    <dgm:pt modelId="{F4C60F16-7D57-4D0D-81EC-EC6DD756FAB5}" type="sibTrans" cxnId="{4C49C865-49B3-42D7-A06E-9A2F421BC6F8}">
      <dgm:prSet/>
      <dgm:spPr/>
      <dgm:t>
        <a:bodyPr/>
        <a:lstStyle/>
        <a:p>
          <a:endParaRPr lang="tr-TR"/>
        </a:p>
      </dgm:t>
    </dgm:pt>
    <dgm:pt modelId="{0EC0D96A-6798-4F1A-A314-64C958473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 must be</a:t>
          </a:r>
          <a:r>
            <a:rPr lang="tr-TR" dirty="0"/>
            <a:t> </a:t>
          </a:r>
          <a:r>
            <a:rPr lang="en-US" dirty="0"/>
            <a:t>backed up and protected</a:t>
          </a:r>
          <a:endParaRPr lang="tr-TR" dirty="0"/>
        </a:p>
      </dgm:t>
    </dgm:pt>
    <dgm:pt modelId="{87248274-4A08-4220-BEA7-C166BC6FDAA2}" type="parTrans" cxnId="{2939D85D-1519-4A7F-AD60-3D0FBB0239FC}">
      <dgm:prSet/>
      <dgm:spPr/>
      <dgm:t>
        <a:bodyPr/>
        <a:lstStyle/>
        <a:p>
          <a:endParaRPr lang="tr-TR"/>
        </a:p>
      </dgm:t>
    </dgm:pt>
    <dgm:pt modelId="{79FCA942-3AA8-4A46-89E9-A24DEFD6E2C0}" type="sibTrans" cxnId="{2939D85D-1519-4A7F-AD60-3D0FBB0239FC}">
      <dgm:prSet/>
      <dgm:spPr/>
      <dgm:t>
        <a:bodyPr/>
        <a:lstStyle/>
        <a:p>
          <a:endParaRPr lang="tr-TR"/>
        </a:p>
      </dgm:t>
    </dgm:pt>
    <dgm:pt modelId="{C0AA0C1A-2FBC-4C1B-AF45-6BC2332F60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cannot be recovered</a:t>
          </a:r>
          <a:endParaRPr lang="tr-TR" dirty="0"/>
        </a:p>
      </dgm:t>
    </dgm:pt>
    <dgm:pt modelId="{59432074-3A75-4E8D-9F6D-64C0C54DAFFE}" type="parTrans" cxnId="{38BD0B45-E1C2-424B-A124-C87CB6FAA77A}">
      <dgm:prSet/>
      <dgm:spPr/>
      <dgm:t>
        <a:bodyPr/>
        <a:lstStyle/>
        <a:p>
          <a:endParaRPr lang="tr-TR"/>
        </a:p>
      </dgm:t>
    </dgm:pt>
    <dgm:pt modelId="{074F7B1E-A2F5-492A-854B-F745AED1D017}" type="sibTrans" cxnId="{38BD0B45-E1C2-424B-A124-C87CB6FAA77A}">
      <dgm:prSet/>
      <dgm:spPr/>
      <dgm:t>
        <a:bodyPr/>
        <a:lstStyle/>
        <a:p>
          <a:endParaRPr lang="tr-TR"/>
        </a:p>
      </dgm:t>
    </dgm:pt>
    <dgm:pt modelId="{BF15AAB1-7391-43D4-9657-A7A6DB8921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recovery</a:t>
          </a:r>
        </a:p>
      </dgm:t>
    </dgm:pt>
    <dgm:pt modelId="{FBE2BA98-90BC-489A-BB9E-A98790B59A2C}" type="parTrans" cxnId="{A5057B50-380D-4A7A-AB7C-D87E2DA91743}">
      <dgm:prSet/>
      <dgm:spPr/>
      <dgm:t>
        <a:bodyPr/>
        <a:lstStyle/>
        <a:p>
          <a:endParaRPr lang="tr-TR"/>
        </a:p>
      </dgm:t>
    </dgm:pt>
    <dgm:pt modelId="{1FD4EB90-BA5E-4FCA-942D-E11A944ADFD0}" type="sibTrans" cxnId="{A5057B50-380D-4A7A-AB7C-D87E2DA91743}">
      <dgm:prSet/>
      <dgm:spPr/>
      <dgm:t>
        <a:bodyPr/>
        <a:lstStyle/>
        <a:p>
          <a:endParaRPr lang="tr-TR"/>
        </a:p>
      </dgm:t>
    </dgm:pt>
    <dgm:pt modelId="{C22CBB13-B476-456D-AC71-075A52A415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funds secured by it are forever lost, too.</a:t>
          </a:r>
          <a:endParaRPr lang="tr-TR" dirty="0"/>
        </a:p>
      </dgm:t>
    </dgm:pt>
    <dgm:pt modelId="{F3639C60-EE32-4E59-94A8-6A6A9F3157B0}" type="parTrans" cxnId="{CAC9B582-51AD-43FC-8128-B7B5CE1EBD99}">
      <dgm:prSet/>
      <dgm:spPr/>
      <dgm:t>
        <a:bodyPr/>
        <a:lstStyle/>
        <a:p>
          <a:endParaRPr lang="tr-TR"/>
        </a:p>
      </dgm:t>
    </dgm:pt>
    <dgm:pt modelId="{CAEA2406-8692-4533-8998-84A89ACCFFC4}" type="sibTrans" cxnId="{CAC9B582-51AD-43FC-8128-B7B5CE1EBD99}">
      <dgm:prSet/>
      <dgm:spPr/>
      <dgm:t>
        <a:bodyPr/>
        <a:lstStyle/>
        <a:p>
          <a:endParaRPr lang="tr-TR"/>
        </a:p>
      </dgm:t>
    </dgm:pt>
    <dgm:pt modelId="{2FED1FD5-EAE6-43A1-A560-F0BC562CFE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against</a:t>
          </a:r>
          <a:r>
            <a:rPr lang="en-US" dirty="0"/>
            <a:t> accidental loss, </a:t>
          </a:r>
          <a:endParaRPr lang="tr-TR" dirty="0"/>
        </a:p>
      </dgm:t>
    </dgm:pt>
    <dgm:pt modelId="{E2EE58EC-244E-4420-891F-9F3CDB94825C}" type="parTrans" cxnId="{C9E46DA2-DF67-41D1-8957-89E7CBE9B697}">
      <dgm:prSet/>
      <dgm:spPr/>
      <dgm:t>
        <a:bodyPr/>
        <a:lstStyle/>
        <a:p>
          <a:endParaRPr lang="tr-TR"/>
        </a:p>
      </dgm:t>
    </dgm:pt>
    <dgm:pt modelId="{3EEB0989-4832-461E-A0AB-C9290881F514}" type="sibTrans" cxnId="{C9E46DA2-DF67-41D1-8957-89E7CBE9B697}">
      <dgm:prSet/>
      <dgm:spPr/>
      <dgm:t>
        <a:bodyPr/>
        <a:lstStyle/>
        <a:p>
          <a:endParaRPr lang="tr-TR"/>
        </a:p>
      </dgm:t>
    </dgm:pt>
    <dgm:pt modelId="{9FA0371D-3073-4ADB-9788-9EFDB15558A2}" type="pres">
      <dgm:prSet presAssocID="{58348390-7F93-49A7-AF28-2BF72B5EE895}" presName="root" presStyleCnt="0">
        <dgm:presLayoutVars>
          <dgm:dir/>
          <dgm:resizeHandles val="exact"/>
        </dgm:presLayoutVars>
      </dgm:prSet>
      <dgm:spPr/>
    </dgm:pt>
    <dgm:pt modelId="{FCBE5C81-6532-4626-A9CB-FCD983797024}" type="pres">
      <dgm:prSet presAssocID="{54DA500E-0F69-4C45-846F-2E536D54242E}" presName="compNode" presStyleCnt="0"/>
      <dgm:spPr/>
    </dgm:pt>
    <dgm:pt modelId="{76B16DCD-8306-4086-AEDB-0F69DC48F7D3}" type="pres">
      <dgm:prSet presAssocID="{54DA500E-0F69-4C45-846F-2E536D5424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942B237-7C9B-4952-9E4A-E22CD9993765}" type="pres">
      <dgm:prSet presAssocID="{54DA500E-0F69-4C45-846F-2E536D54242E}" presName="iconSpace" presStyleCnt="0"/>
      <dgm:spPr/>
    </dgm:pt>
    <dgm:pt modelId="{62A42D96-7447-43F0-81DD-A2B791121A2D}" type="pres">
      <dgm:prSet presAssocID="{54DA500E-0F69-4C45-846F-2E536D54242E}" presName="parTx" presStyleLbl="revTx" presStyleIdx="0" presStyleCnt="6">
        <dgm:presLayoutVars>
          <dgm:chMax val="0"/>
          <dgm:chPref val="0"/>
        </dgm:presLayoutVars>
      </dgm:prSet>
      <dgm:spPr/>
    </dgm:pt>
    <dgm:pt modelId="{ED1AE8D9-A625-4CB9-B50E-E2BD081B2FDB}" type="pres">
      <dgm:prSet presAssocID="{54DA500E-0F69-4C45-846F-2E536D54242E}" presName="txSpace" presStyleCnt="0"/>
      <dgm:spPr/>
    </dgm:pt>
    <dgm:pt modelId="{BAE21FFB-3308-4B35-B993-AA1ACD778EAB}" type="pres">
      <dgm:prSet presAssocID="{54DA500E-0F69-4C45-846F-2E536D54242E}" presName="desTx" presStyleLbl="revTx" presStyleIdx="1" presStyleCnt="6">
        <dgm:presLayoutVars/>
      </dgm:prSet>
      <dgm:spPr/>
    </dgm:pt>
    <dgm:pt modelId="{91578147-A8C0-4406-A328-CD9A4CAFA754}" type="pres">
      <dgm:prSet presAssocID="{EFCDC426-6059-4095-B4FC-D771D1D37D1D}" presName="sibTrans" presStyleCnt="0"/>
      <dgm:spPr/>
    </dgm:pt>
    <dgm:pt modelId="{EDBB325C-9C4C-4713-8410-E9638077EFA3}" type="pres">
      <dgm:prSet presAssocID="{81E61E1B-F0C1-44BC-91F6-10646AB1DE7E}" presName="compNode" presStyleCnt="0"/>
      <dgm:spPr/>
    </dgm:pt>
    <dgm:pt modelId="{C07D1625-89B8-4D69-A66D-8684C46C9F32}" type="pres">
      <dgm:prSet presAssocID="{81E61E1B-F0C1-44BC-91F6-10646AB1DE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3ED8D6E-5CA8-42BD-BEE8-41FFCF5B1445}" type="pres">
      <dgm:prSet presAssocID="{81E61E1B-F0C1-44BC-91F6-10646AB1DE7E}" presName="iconSpace" presStyleCnt="0"/>
      <dgm:spPr/>
    </dgm:pt>
    <dgm:pt modelId="{8830882A-E4C3-494B-94A6-0F713CECB600}" type="pres">
      <dgm:prSet presAssocID="{81E61E1B-F0C1-44BC-91F6-10646AB1DE7E}" presName="parTx" presStyleLbl="revTx" presStyleIdx="2" presStyleCnt="6">
        <dgm:presLayoutVars>
          <dgm:chMax val="0"/>
          <dgm:chPref val="0"/>
        </dgm:presLayoutVars>
      </dgm:prSet>
      <dgm:spPr/>
    </dgm:pt>
    <dgm:pt modelId="{31804090-37F4-4D35-B90E-4E3C37D4DE83}" type="pres">
      <dgm:prSet presAssocID="{81E61E1B-F0C1-44BC-91F6-10646AB1DE7E}" presName="txSpace" presStyleCnt="0"/>
      <dgm:spPr/>
    </dgm:pt>
    <dgm:pt modelId="{2E6DE8B4-EA7A-41E4-BE42-30908F02A3AC}" type="pres">
      <dgm:prSet presAssocID="{81E61E1B-F0C1-44BC-91F6-10646AB1DE7E}" presName="desTx" presStyleLbl="revTx" presStyleIdx="3" presStyleCnt="6">
        <dgm:presLayoutVars/>
      </dgm:prSet>
      <dgm:spPr/>
    </dgm:pt>
    <dgm:pt modelId="{7BD2D8B9-8AF7-4D94-B748-4C03B0459476}" type="pres">
      <dgm:prSet presAssocID="{F4C60F16-7D57-4D0D-81EC-EC6DD756FAB5}" presName="sibTrans" presStyleCnt="0"/>
      <dgm:spPr/>
    </dgm:pt>
    <dgm:pt modelId="{BC04EA98-DD32-4739-A104-D76CA1B7330E}" type="pres">
      <dgm:prSet presAssocID="{BF15AAB1-7391-43D4-9657-A7A6DB892121}" presName="compNode" presStyleCnt="0"/>
      <dgm:spPr/>
    </dgm:pt>
    <dgm:pt modelId="{52998D94-8551-4E43-821D-DE6B0493789C}" type="pres">
      <dgm:prSet presAssocID="{BF15AAB1-7391-43D4-9657-A7A6DB8921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95F3BC53-173D-4DEE-B218-BC521E1B57D3}" type="pres">
      <dgm:prSet presAssocID="{BF15AAB1-7391-43D4-9657-A7A6DB892121}" presName="iconSpace" presStyleCnt="0"/>
      <dgm:spPr/>
    </dgm:pt>
    <dgm:pt modelId="{EFF544B5-4B6F-4E96-AD42-2D2043CAE822}" type="pres">
      <dgm:prSet presAssocID="{BF15AAB1-7391-43D4-9657-A7A6DB892121}" presName="parTx" presStyleLbl="revTx" presStyleIdx="4" presStyleCnt="6">
        <dgm:presLayoutVars>
          <dgm:chMax val="0"/>
          <dgm:chPref val="0"/>
        </dgm:presLayoutVars>
      </dgm:prSet>
      <dgm:spPr/>
    </dgm:pt>
    <dgm:pt modelId="{B341B654-B2F1-4324-BFE7-3BFB4103B704}" type="pres">
      <dgm:prSet presAssocID="{BF15AAB1-7391-43D4-9657-A7A6DB892121}" presName="txSpace" presStyleCnt="0"/>
      <dgm:spPr/>
    </dgm:pt>
    <dgm:pt modelId="{199E19B2-A5E1-45A7-B69F-FD55943487F1}" type="pres">
      <dgm:prSet presAssocID="{BF15AAB1-7391-43D4-9657-A7A6DB892121}" presName="desTx" presStyleLbl="revTx" presStyleIdx="5" presStyleCnt="6">
        <dgm:presLayoutVars/>
      </dgm:prSet>
      <dgm:spPr/>
    </dgm:pt>
  </dgm:ptLst>
  <dgm:cxnLst>
    <dgm:cxn modelId="{BB4AB617-83CF-4419-810A-EA085B94E3F1}" type="presOf" srcId="{58348390-7F93-49A7-AF28-2BF72B5EE895}" destId="{9FA0371D-3073-4ADB-9788-9EFDB15558A2}" srcOrd="0" destOrd="0" presId="urn:microsoft.com/office/officeart/2018/2/layout/IconLabelDescriptionList"/>
    <dgm:cxn modelId="{49DFDF1D-3906-422C-8CBB-D8FEFD702AB2}" type="presOf" srcId="{0EC0D96A-6798-4F1A-A314-64C958473295}" destId="{2E6DE8B4-EA7A-41E4-BE42-30908F02A3AC}" srcOrd="0" destOrd="0" presId="urn:microsoft.com/office/officeart/2018/2/layout/IconLabelDescriptionList"/>
    <dgm:cxn modelId="{79B93D3A-6240-46D7-817F-69B8ED6F1F43}" type="presOf" srcId="{BF15AAB1-7391-43D4-9657-A7A6DB892121}" destId="{EFF544B5-4B6F-4E96-AD42-2D2043CAE822}" srcOrd="0" destOrd="0" presId="urn:microsoft.com/office/officeart/2018/2/layout/IconLabelDescriptionList"/>
    <dgm:cxn modelId="{2939D85D-1519-4A7F-AD60-3D0FBB0239FC}" srcId="{81E61E1B-F0C1-44BC-91F6-10646AB1DE7E}" destId="{0EC0D96A-6798-4F1A-A314-64C958473295}" srcOrd="0" destOrd="0" parTransId="{87248274-4A08-4220-BEA7-C166BC6FDAA2}" sibTransId="{79FCA942-3AA8-4A46-89E9-A24DEFD6E2C0}"/>
    <dgm:cxn modelId="{38BD0B45-E1C2-424B-A124-C87CB6FAA77A}" srcId="{BF15AAB1-7391-43D4-9657-A7A6DB892121}" destId="{C0AA0C1A-2FBC-4C1B-AF45-6BC2332F60DA}" srcOrd="0" destOrd="0" parTransId="{59432074-3A75-4E8D-9F6D-64C0C54DAFFE}" sibTransId="{074F7B1E-A2F5-492A-854B-F745AED1D017}"/>
    <dgm:cxn modelId="{42931165-A32A-4AFD-908D-EA205F9569DE}" type="presOf" srcId="{54DA500E-0F69-4C45-846F-2E536D54242E}" destId="{62A42D96-7447-43F0-81DD-A2B791121A2D}" srcOrd="0" destOrd="0" presId="urn:microsoft.com/office/officeart/2018/2/layout/IconLabelDescriptionList"/>
    <dgm:cxn modelId="{4C49C865-49B3-42D7-A06E-9A2F421BC6F8}" srcId="{58348390-7F93-49A7-AF28-2BF72B5EE895}" destId="{81E61E1B-F0C1-44BC-91F6-10646AB1DE7E}" srcOrd="1" destOrd="0" parTransId="{7A8C9942-7C8C-4B37-B053-1B7B9C2A68B6}" sibTransId="{F4C60F16-7D57-4D0D-81EC-EC6DD756FAB5}"/>
    <dgm:cxn modelId="{4E0F564F-52C3-467D-89DD-AEAD15584FAD}" type="presOf" srcId="{C22CBB13-B476-456D-AC71-075A52A41556}" destId="{199E19B2-A5E1-45A7-B69F-FD55943487F1}" srcOrd="0" destOrd="1" presId="urn:microsoft.com/office/officeart/2018/2/layout/IconLabelDescriptionList"/>
    <dgm:cxn modelId="{A5057B50-380D-4A7A-AB7C-D87E2DA91743}" srcId="{58348390-7F93-49A7-AF28-2BF72B5EE895}" destId="{BF15AAB1-7391-43D4-9657-A7A6DB892121}" srcOrd="2" destOrd="0" parTransId="{FBE2BA98-90BC-489A-BB9E-A98790B59A2C}" sibTransId="{1FD4EB90-BA5E-4FCA-942D-E11A944ADFD0}"/>
    <dgm:cxn modelId="{63ACBC73-2A8C-4E4B-9CA9-EE4B1025C20F}" type="presOf" srcId="{81E61E1B-F0C1-44BC-91F6-10646AB1DE7E}" destId="{8830882A-E4C3-494B-94A6-0F713CECB600}" srcOrd="0" destOrd="0" presId="urn:microsoft.com/office/officeart/2018/2/layout/IconLabelDescriptionList"/>
    <dgm:cxn modelId="{8221D581-629F-4C1A-82F2-B9A85017BCC4}" srcId="{54DA500E-0F69-4C45-846F-2E536D54242E}" destId="{078B0BEB-425A-4704-84BC-AF760A5349D2}" srcOrd="1" destOrd="0" parTransId="{6C7992F8-681A-4C0D-8677-AC0784E58AF4}" sibTransId="{236F324B-74D5-46AC-9A68-944D544ED26D}"/>
    <dgm:cxn modelId="{CAC9B582-51AD-43FC-8128-B7B5CE1EBD99}" srcId="{BF15AAB1-7391-43D4-9657-A7A6DB892121}" destId="{C22CBB13-B476-456D-AC71-075A52A41556}" srcOrd="1" destOrd="0" parTransId="{F3639C60-EE32-4E59-94A8-6A6A9F3157B0}" sibTransId="{CAEA2406-8692-4533-8998-84A89ACCFFC4}"/>
    <dgm:cxn modelId="{A124D483-F448-4ED7-B1CA-DFF2B587CA26}" type="presOf" srcId="{0CDB0E48-823D-487E-BF6C-512F25372CE3}" destId="{BAE21FFB-3308-4B35-B993-AA1ACD778EAB}" srcOrd="0" destOrd="0" presId="urn:microsoft.com/office/officeart/2018/2/layout/IconLabelDescriptionList"/>
    <dgm:cxn modelId="{C9E46DA2-DF67-41D1-8957-89E7CBE9B697}" srcId="{81E61E1B-F0C1-44BC-91F6-10646AB1DE7E}" destId="{2FED1FD5-EAE6-43A1-A560-F0BC562CFE0E}" srcOrd="1" destOrd="0" parTransId="{E2EE58EC-244E-4420-891F-9F3CDB94825C}" sibTransId="{3EEB0989-4832-461E-A0AB-C9290881F514}"/>
    <dgm:cxn modelId="{9BB0B4B1-99C8-4C90-937E-A09484CB5C2C}" type="presOf" srcId="{C0AA0C1A-2FBC-4C1B-AF45-6BC2332F60DA}" destId="{199E19B2-A5E1-45A7-B69F-FD55943487F1}" srcOrd="0" destOrd="0" presId="urn:microsoft.com/office/officeart/2018/2/layout/IconLabelDescriptionList"/>
    <dgm:cxn modelId="{599962B3-B90D-416E-8718-66C39BCD638A}" type="presOf" srcId="{2FED1FD5-EAE6-43A1-A560-F0BC562CFE0E}" destId="{2E6DE8B4-EA7A-41E4-BE42-30908F02A3AC}" srcOrd="0" destOrd="1" presId="urn:microsoft.com/office/officeart/2018/2/layout/IconLabelDescriptionList"/>
    <dgm:cxn modelId="{B40DE4B3-A0B0-4201-9968-CF3C875A6487}" srcId="{54DA500E-0F69-4C45-846F-2E536D54242E}" destId="{0CDB0E48-823D-487E-BF6C-512F25372CE3}" srcOrd="0" destOrd="0" parTransId="{0A902147-0068-4FD3-B737-D28A460738D3}" sibTransId="{7028BB46-1BEC-4FE5-AD98-9308B20FDC37}"/>
    <dgm:cxn modelId="{E09E7ACD-2AE7-411D-8F25-FFA4685F24FC}" srcId="{58348390-7F93-49A7-AF28-2BF72B5EE895}" destId="{54DA500E-0F69-4C45-846F-2E536D54242E}" srcOrd="0" destOrd="0" parTransId="{2BDB5EB5-72A5-4374-B955-B7099FF04D25}" sibTransId="{EFCDC426-6059-4095-B4FC-D771D1D37D1D}"/>
    <dgm:cxn modelId="{147DA9E2-9854-48CE-ACD9-F991B0F75E58}" type="presOf" srcId="{078B0BEB-425A-4704-84BC-AF760A5349D2}" destId="{BAE21FFB-3308-4B35-B993-AA1ACD778EAB}" srcOrd="0" destOrd="1" presId="urn:microsoft.com/office/officeart/2018/2/layout/IconLabelDescriptionList"/>
    <dgm:cxn modelId="{7B0DB7C8-D973-4505-B70E-C9554AEBFB52}" type="presParOf" srcId="{9FA0371D-3073-4ADB-9788-9EFDB15558A2}" destId="{FCBE5C81-6532-4626-A9CB-FCD983797024}" srcOrd="0" destOrd="0" presId="urn:microsoft.com/office/officeart/2018/2/layout/IconLabelDescriptionList"/>
    <dgm:cxn modelId="{25C684FB-218A-4576-ADBB-63740135E26B}" type="presParOf" srcId="{FCBE5C81-6532-4626-A9CB-FCD983797024}" destId="{76B16DCD-8306-4086-AEDB-0F69DC48F7D3}" srcOrd="0" destOrd="0" presId="urn:microsoft.com/office/officeart/2018/2/layout/IconLabelDescriptionList"/>
    <dgm:cxn modelId="{2BE80E67-12C4-482F-B815-455FB48BDA12}" type="presParOf" srcId="{FCBE5C81-6532-4626-A9CB-FCD983797024}" destId="{5942B237-7C9B-4952-9E4A-E22CD9993765}" srcOrd="1" destOrd="0" presId="urn:microsoft.com/office/officeart/2018/2/layout/IconLabelDescriptionList"/>
    <dgm:cxn modelId="{0C4F73EA-B2C7-449D-9651-26B3C886C9EC}" type="presParOf" srcId="{FCBE5C81-6532-4626-A9CB-FCD983797024}" destId="{62A42D96-7447-43F0-81DD-A2B791121A2D}" srcOrd="2" destOrd="0" presId="urn:microsoft.com/office/officeart/2018/2/layout/IconLabelDescriptionList"/>
    <dgm:cxn modelId="{BE76099F-4BAD-471F-89C8-50D7C7CAE4E2}" type="presParOf" srcId="{FCBE5C81-6532-4626-A9CB-FCD983797024}" destId="{ED1AE8D9-A625-4CB9-B50E-E2BD081B2FDB}" srcOrd="3" destOrd="0" presId="urn:microsoft.com/office/officeart/2018/2/layout/IconLabelDescriptionList"/>
    <dgm:cxn modelId="{3C10F2ED-B0D7-417E-BEC0-3B4E58D057B7}" type="presParOf" srcId="{FCBE5C81-6532-4626-A9CB-FCD983797024}" destId="{BAE21FFB-3308-4B35-B993-AA1ACD778EAB}" srcOrd="4" destOrd="0" presId="urn:microsoft.com/office/officeart/2018/2/layout/IconLabelDescriptionList"/>
    <dgm:cxn modelId="{43F3F5FF-336F-4ABE-BBE8-BC218C162360}" type="presParOf" srcId="{9FA0371D-3073-4ADB-9788-9EFDB15558A2}" destId="{91578147-A8C0-4406-A328-CD9A4CAFA754}" srcOrd="1" destOrd="0" presId="urn:microsoft.com/office/officeart/2018/2/layout/IconLabelDescriptionList"/>
    <dgm:cxn modelId="{8A0D68A5-1D85-4935-90E5-876CA99EA90C}" type="presParOf" srcId="{9FA0371D-3073-4ADB-9788-9EFDB15558A2}" destId="{EDBB325C-9C4C-4713-8410-E9638077EFA3}" srcOrd="2" destOrd="0" presId="urn:microsoft.com/office/officeart/2018/2/layout/IconLabelDescriptionList"/>
    <dgm:cxn modelId="{063B4B1A-0741-43E0-9E28-2D02F5AABD2F}" type="presParOf" srcId="{EDBB325C-9C4C-4713-8410-E9638077EFA3}" destId="{C07D1625-89B8-4D69-A66D-8684C46C9F32}" srcOrd="0" destOrd="0" presId="urn:microsoft.com/office/officeart/2018/2/layout/IconLabelDescriptionList"/>
    <dgm:cxn modelId="{64984BAC-22AF-4B60-9BA9-5DBA5C9F728C}" type="presParOf" srcId="{EDBB325C-9C4C-4713-8410-E9638077EFA3}" destId="{A3ED8D6E-5CA8-42BD-BEE8-41FFCF5B1445}" srcOrd="1" destOrd="0" presId="urn:microsoft.com/office/officeart/2018/2/layout/IconLabelDescriptionList"/>
    <dgm:cxn modelId="{85095EBC-3FBB-45FD-A17C-D255C3C2594E}" type="presParOf" srcId="{EDBB325C-9C4C-4713-8410-E9638077EFA3}" destId="{8830882A-E4C3-494B-94A6-0F713CECB600}" srcOrd="2" destOrd="0" presId="urn:microsoft.com/office/officeart/2018/2/layout/IconLabelDescriptionList"/>
    <dgm:cxn modelId="{F18BAA8B-0A17-4C7F-9818-8CBA707CF5B2}" type="presParOf" srcId="{EDBB325C-9C4C-4713-8410-E9638077EFA3}" destId="{31804090-37F4-4D35-B90E-4E3C37D4DE83}" srcOrd="3" destOrd="0" presId="urn:microsoft.com/office/officeart/2018/2/layout/IconLabelDescriptionList"/>
    <dgm:cxn modelId="{1598CAAC-3A9A-4A17-A0CC-668517B859A8}" type="presParOf" srcId="{EDBB325C-9C4C-4713-8410-E9638077EFA3}" destId="{2E6DE8B4-EA7A-41E4-BE42-30908F02A3AC}" srcOrd="4" destOrd="0" presId="urn:microsoft.com/office/officeart/2018/2/layout/IconLabelDescriptionList"/>
    <dgm:cxn modelId="{7BD3C36E-6F38-4642-9DDF-E509E0DD8FB8}" type="presParOf" srcId="{9FA0371D-3073-4ADB-9788-9EFDB15558A2}" destId="{7BD2D8B9-8AF7-4D94-B748-4C03B0459476}" srcOrd="3" destOrd="0" presId="urn:microsoft.com/office/officeart/2018/2/layout/IconLabelDescriptionList"/>
    <dgm:cxn modelId="{D28184F4-0EB6-4D3D-A602-42E08D019D39}" type="presParOf" srcId="{9FA0371D-3073-4ADB-9788-9EFDB15558A2}" destId="{BC04EA98-DD32-4739-A104-D76CA1B7330E}" srcOrd="4" destOrd="0" presId="urn:microsoft.com/office/officeart/2018/2/layout/IconLabelDescriptionList"/>
    <dgm:cxn modelId="{E7377875-DC29-4710-9432-B61638E2C472}" type="presParOf" srcId="{BC04EA98-DD32-4739-A104-D76CA1B7330E}" destId="{52998D94-8551-4E43-821D-DE6B0493789C}" srcOrd="0" destOrd="0" presId="urn:microsoft.com/office/officeart/2018/2/layout/IconLabelDescriptionList"/>
    <dgm:cxn modelId="{A4618A57-036D-4341-9F4C-3A115E1AA00A}" type="presParOf" srcId="{BC04EA98-DD32-4739-A104-D76CA1B7330E}" destId="{95F3BC53-173D-4DEE-B218-BC521E1B57D3}" srcOrd="1" destOrd="0" presId="urn:microsoft.com/office/officeart/2018/2/layout/IconLabelDescriptionList"/>
    <dgm:cxn modelId="{A9B2D7B7-5537-4CF3-943F-6ECB1AEB2D4E}" type="presParOf" srcId="{BC04EA98-DD32-4739-A104-D76CA1B7330E}" destId="{EFF544B5-4B6F-4E96-AD42-2D2043CAE822}" srcOrd="2" destOrd="0" presId="urn:microsoft.com/office/officeart/2018/2/layout/IconLabelDescriptionList"/>
    <dgm:cxn modelId="{5C2D2D2B-C828-47D3-9442-9A518B68ADE2}" type="presParOf" srcId="{BC04EA98-DD32-4739-A104-D76CA1B7330E}" destId="{B341B654-B2F1-4324-BFE7-3BFB4103B704}" srcOrd="3" destOrd="0" presId="urn:microsoft.com/office/officeart/2018/2/layout/IconLabelDescriptionList"/>
    <dgm:cxn modelId="{B211F788-A6DE-47AB-AFCE-94A926144A82}" type="presParOf" srcId="{BC04EA98-DD32-4739-A104-D76CA1B7330E}" destId="{199E19B2-A5E1-45A7-B69F-FD55943487F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2FAA99C-E55D-473C-8E13-C376C71BAE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4FDDE19-E3C4-40ED-B75B-B8236CA99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Randomness </a:t>
          </a:r>
        </a:p>
      </dgm:t>
    </dgm:pt>
    <dgm:pt modelId="{B5EED03E-07A0-412E-B439-C22F8873CE10}" type="parTrans" cxnId="{E031FAB4-1A1E-4CDD-84C4-DF25A92F1FEE}">
      <dgm:prSet/>
      <dgm:spPr/>
      <dgm:t>
        <a:bodyPr/>
        <a:lstStyle/>
        <a:p>
          <a:endParaRPr lang="tr-TR"/>
        </a:p>
      </dgm:t>
    </dgm:pt>
    <dgm:pt modelId="{585094C7-71E0-47F3-876E-457C78E64332}" type="sibTrans" cxnId="{E031FAB4-1A1E-4CDD-84C4-DF25A92F1FEE}">
      <dgm:prSet/>
      <dgm:spPr/>
      <dgm:t>
        <a:bodyPr/>
        <a:lstStyle/>
        <a:p>
          <a:endParaRPr lang="tr-TR"/>
        </a:p>
      </dgm:t>
    </dgm:pt>
    <dgm:pt modelId="{45F47212-ABCA-4C35-9FEA-1B4A8F9276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find a secure source of</a:t>
          </a:r>
          <a:r>
            <a:rPr lang="tr-TR" dirty="0"/>
            <a:t> </a:t>
          </a:r>
          <a:r>
            <a:rPr lang="en-US" dirty="0"/>
            <a:t>entropy, or randomness</a:t>
          </a:r>
          <a:endParaRPr lang="tr-TR" dirty="0"/>
        </a:p>
      </dgm:t>
    </dgm:pt>
    <dgm:pt modelId="{6C4CD97A-372B-40D6-B74A-1078A54D9899}" type="parTrans" cxnId="{155593B2-3263-443F-87A6-15ECC763C9BB}">
      <dgm:prSet/>
      <dgm:spPr/>
      <dgm:t>
        <a:bodyPr/>
        <a:lstStyle/>
        <a:p>
          <a:endParaRPr lang="tr-TR"/>
        </a:p>
      </dgm:t>
    </dgm:pt>
    <dgm:pt modelId="{63383D10-0151-4BC2-A785-33C9441C63BB}" type="sibTrans" cxnId="{155593B2-3263-443F-87A6-15ECC763C9BB}">
      <dgm:prSet/>
      <dgm:spPr/>
      <dgm:t>
        <a:bodyPr/>
        <a:lstStyle/>
        <a:p>
          <a:endParaRPr lang="tr-TR"/>
        </a:p>
      </dgm:t>
    </dgm:pt>
    <dgm:pt modelId="{E67BF324-C750-4681-A3C2-0A3B601215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“Pick a number</a:t>
          </a:r>
          <a:r>
            <a:rPr lang="tr-TR"/>
            <a:t> </a:t>
          </a:r>
          <a:r>
            <a:rPr lang="en-US"/>
            <a:t>between 1 and 2</a:t>
          </a:r>
          <a:r>
            <a:rPr lang="en-US" baseline="30000"/>
            <a:t>256</a:t>
          </a:r>
          <a:r>
            <a:rPr lang="en-US"/>
            <a:t>.”</a:t>
          </a:r>
          <a:endParaRPr lang="tr-TR"/>
        </a:p>
      </dgm:t>
    </dgm:pt>
    <dgm:pt modelId="{55C0039D-42D3-46C0-A7D6-7DFB8DFB4B50}" type="parTrans" cxnId="{9CE982DD-1F6B-4E8B-B42D-D985E4C218EE}">
      <dgm:prSet/>
      <dgm:spPr/>
      <dgm:t>
        <a:bodyPr/>
        <a:lstStyle/>
        <a:p>
          <a:endParaRPr lang="tr-TR"/>
        </a:p>
      </dgm:t>
    </dgm:pt>
    <dgm:pt modelId="{070DF4E5-95BA-49B5-8CFA-3377C0120354}" type="sibTrans" cxnId="{9CE982DD-1F6B-4E8B-B42D-D985E4C218EE}">
      <dgm:prSet/>
      <dgm:spPr/>
      <dgm:t>
        <a:bodyPr/>
        <a:lstStyle/>
        <a:p>
          <a:endParaRPr lang="tr-TR"/>
        </a:p>
      </dgm:t>
    </dgm:pt>
    <dgm:pt modelId="{1F6B2A1B-E006-4152-9B46-9E353D6B9E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Rule</a:t>
          </a:r>
        </a:p>
      </dgm:t>
    </dgm:pt>
    <dgm:pt modelId="{C9E7C33F-60B0-4634-A0F3-997AC01626B9}" type="parTrans" cxnId="{7B1D2359-849E-410D-826E-945FB7509873}">
      <dgm:prSet/>
      <dgm:spPr/>
      <dgm:t>
        <a:bodyPr/>
        <a:lstStyle/>
        <a:p>
          <a:endParaRPr lang="tr-TR"/>
        </a:p>
      </dgm:t>
    </dgm:pt>
    <dgm:pt modelId="{65B84981-8FC3-43D0-B08E-FE5EB2581FA3}" type="sibTrans" cxnId="{7B1D2359-849E-410D-826E-945FB7509873}">
      <dgm:prSet/>
      <dgm:spPr/>
      <dgm:t>
        <a:bodyPr/>
        <a:lstStyle/>
        <a:p>
          <a:endParaRPr lang="tr-TR"/>
        </a:p>
      </dgm:t>
    </dgm:pt>
    <dgm:pt modelId="{F8CC9485-1A7B-40AF-9DF1-6FF27ABE2A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Method should </a:t>
          </a:r>
          <a:r>
            <a:rPr lang="en-US"/>
            <a:t>not predictable or repeatable</a:t>
          </a:r>
          <a:endParaRPr lang="tr-TR"/>
        </a:p>
      </dgm:t>
    </dgm:pt>
    <dgm:pt modelId="{46E6E616-6826-4A06-93DB-3924E1D8FADF}" type="parTrans" cxnId="{1A635334-4566-45A9-B7E0-9AD56FE8B241}">
      <dgm:prSet/>
      <dgm:spPr/>
      <dgm:t>
        <a:bodyPr/>
        <a:lstStyle/>
        <a:p>
          <a:endParaRPr lang="tr-TR"/>
        </a:p>
      </dgm:t>
    </dgm:pt>
    <dgm:pt modelId="{7C9D6E95-D949-42CD-940E-1DBF59F461B9}" type="sibTrans" cxnId="{1A635334-4566-45A9-B7E0-9AD56FE8B241}">
      <dgm:prSet/>
      <dgm:spPr/>
      <dgm:t>
        <a:bodyPr/>
        <a:lstStyle/>
        <a:p>
          <a:endParaRPr lang="tr-TR"/>
        </a:p>
      </dgm:t>
    </dgm:pt>
    <dgm:pt modelId="{0F061346-98DB-4D21-9925-67EE525F8AC5}" type="pres">
      <dgm:prSet presAssocID="{42FAA99C-E55D-473C-8E13-C376C71BAEEE}" presName="root" presStyleCnt="0">
        <dgm:presLayoutVars>
          <dgm:dir/>
          <dgm:resizeHandles val="exact"/>
        </dgm:presLayoutVars>
      </dgm:prSet>
      <dgm:spPr/>
    </dgm:pt>
    <dgm:pt modelId="{9810693A-3E1F-4E5E-9C77-020EFDDE2E5E}" type="pres">
      <dgm:prSet presAssocID="{E4FDDE19-E3C4-40ED-B75B-B8236CA998D6}" presName="compNode" presStyleCnt="0"/>
      <dgm:spPr/>
    </dgm:pt>
    <dgm:pt modelId="{137F5947-8B6B-4A46-A443-DE55AC6246C1}" type="pres">
      <dgm:prSet presAssocID="{E4FDDE19-E3C4-40ED-B75B-B8236CA998D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294E40C-4989-464B-A510-7A0914B3A640}" type="pres">
      <dgm:prSet presAssocID="{E4FDDE19-E3C4-40ED-B75B-B8236CA998D6}" presName="iconSpace" presStyleCnt="0"/>
      <dgm:spPr/>
    </dgm:pt>
    <dgm:pt modelId="{7FB5C546-FDBA-4DDD-8D0E-816CBDAA474C}" type="pres">
      <dgm:prSet presAssocID="{E4FDDE19-E3C4-40ED-B75B-B8236CA998D6}" presName="parTx" presStyleLbl="revTx" presStyleIdx="0" presStyleCnt="4">
        <dgm:presLayoutVars>
          <dgm:chMax val="0"/>
          <dgm:chPref val="0"/>
        </dgm:presLayoutVars>
      </dgm:prSet>
      <dgm:spPr/>
    </dgm:pt>
    <dgm:pt modelId="{1FAE9B08-A82E-4F2F-9BC2-95CF25A89339}" type="pres">
      <dgm:prSet presAssocID="{E4FDDE19-E3C4-40ED-B75B-B8236CA998D6}" presName="txSpace" presStyleCnt="0"/>
      <dgm:spPr/>
    </dgm:pt>
    <dgm:pt modelId="{922881AC-3A40-4147-B6BF-38B9075FB1B4}" type="pres">
      <dgm:prSet presAssocID="{E4FDDE19-E3C4-40ED-B75B-B8236CA998D6}" presName="desTx" presStyleLbl="revTx" presStyleIdx="1" presStyleCnt="4">
        <dgm:presLayoutVars/>
      </dgm:prSet>
      <dgm:spPr/>
    </dgm:pt>
    <dgm:pt modelId="{1120197D-1BC4-4B8C-8AD1-F41D523BC396}" type="pres">
      <dgm:prSet presAssocID="{585094C7-71E0-47F3-876E-457C78E64332}" presName="sibTrans" presStyleCnt="0"/>
      <dgm:spPr/>
    </dgm:pt>
    <dgm:pt modelId="{1CE919F7-50D8-4505-A028-D8855AD6DB39}" type="pres">
      <dgm:prSet presAssocID="{1F6B2A1B-E006-4152-9B46-9E353D6B9E9C}" presName="compNode" presStyleCnt="0"/>
      <dgm:spPr/>
    </dgm:pt>
    <dgm:pt modelId="{5EAB4255-C7FC-41C6-80DB-225DCE1479F7}" type="pres">
      <dgm:prSet presAssocID="{1F6B2A1B-E006-4152-9B46-9E353D6B9E9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8517B7CF-AC8F-46E2-903D-76EDB6A5C988}" type="pres">
      <dgm:prSet presAssocID="{1F6B2A1B-E006-4152-9B46-9E353D6B9E9C}" presName="iconSpace" presStyleCnt="0"/>
      <dgm:spPr/>
    </dgm:pt>
    <dgm:pt modelId="{A19E9045-020D-4678-8ED8-63063D31F8AF}" type="pres">
      <dgm:prSet presAssocID="{1F6B2A1B-E006-4152-9B46-9E353D6B9E9C}" presName="parTx" presStyleLbl="revTx" presStyleIdx="2" presStyleCnt="4">
        <dgm:presLayoutVars>
          <dgm:chMax val="0"/>
          <dgm:chPref val="0"/>
        </dgm:presLayoutVars>
      </dgm:prSet>
      <dgm:spPr/>
    </dgm:pt>
    <dgm:pt modelId="{B701EA92-FEC7-4C7E-BFE6-8585B6F7C454}" type="pres">
      <dgm:prSet presAssocID="{1F6B2A1B-E006-4152-9B46-9E353D6B9E9C}" presName="txSpace" presStyleCnt="0"/>
      <dgm:spPr/>
    </dgm:pt>
    <dgm:pt modelId="{2D561FAE-3131-4D74-BD99-0A6DCFD7BFC4}" type="pres">
      <dgm:prSet presAssocID="{1F6B2A1B-E006-4152-9B46-9E353D6B9E9C}" presName="desTx" presStyleLbl="revTx" presStyleIdx="3" presStyleCnt="4">
        <dgm:presLayoutVars/>
      </dgm:prSet>
      <dgm:spPr/>
    </dgm:pt>
  </dgm:ptLst>
  <dgm:cxnLst>
    <dgm:cxn modelId="{1A635334-4566-45A9-B7E0-9AD56FE8B241}" srcId="{1F6B2A1B-E006-4152-9B46-9E353D6B9E9C}" destId="{F8CC9485-1A7B-40AF-9DF1-6FF27ABE2ADC}" srcOrd="0" destOrd="0" parTransId="{46E6E616-6826-4A06-93DB-3924E1D8FADF}" sibTransId="{7C9D6E95-D949-42CD-940E-1DBF59F461B9}"/>
    <dgm:cxn modelId="{B1B1D661-A54A-4656-BF64-FC1DD69C4D3A}" type="presOf" srcId="{F8CC9485-1A7B-40AF-9DF1-6FF27ABE2ADC}" destId="{2D561FAE-3131-4D74-BD99-0A6DCFD7BFC4}" srcOrd="0" destOrd="0" presId="urn:microsoft.com/office/officeart/2018/5/layout/CenteredIconLabelDescriptionList"/>
    <dgm:cxn modelId="{CD2A1148-D21E-4428-B3FF-7D7B13CDD367}" type="presOf" srcId="{1F6B2A1B-E006-4152-9B46-9E353D6B9E9C}" destId="{A19E9045-020D-4678-8ED8-63063D31F8AF}" srcOrd="0" destOrd="0" presId="urn:microsoft.com/office/officeart/2018/5/layout/CenteredIconLabelDescriptionList"/>
    <dgm:cxn modelId="{9D4B0171-9CD6-440D-B0FA-702C00BF344A}" type="presOf" srcId="{E67BF324-C750-4681-A3C2-0A3B60121593}" destId="{922881AC-3A40-4147-B6BF-38B9075FB1B4}" srcOrd="0" destOrd="1" presId="urn:microsoft.com/office/officeart/2018/5/layout/CenteredIconLabelDescriptionList"/>
    <dgm:cxn modelId="{7B1D2359-849E-410D-826E-945FB7509873}" srcId="{42FAA99C-E55D-473C-8E13-C376C71BAEEE}" destId="{1F6B2A1B-E006-4152-9B46-9E353D6B9E9C}" srcOrd="1" destOrd="0" parTransId="{C9E7C33F-60B0-4634-A0F3-997AC01626B9}" sibTransId="{65B84981-8FC3-43D0-B08E-FE5EB2581FA3}"/>
    <dgm:cxn modelId="{0D923A81-404E-4187-B5CB-C824584B5A05}" type="presOf" srcId="{45F47212-ABCA-4C35-9FEA-1B4A8F92767E}" destId="{922881AC-3A40-4147-B6BF-38B9075FB1B4}" srcOrd="0" destOrd="0" presId="urn:microsoft.com/office/officeart/2018/5/layout/CenteredIconLabelDescriptionList"/>
    <dgm:cxn modelId="{155593B2-3263-443F-87A6-15ECC763C9BB}" srcId="{E4FDDE19-E3C4-40ED-B75B-B8236CA998D6}" destId="{45F47212-ABCA-4C35-9FEA-1B4A8F92767E}" srcOrd="0" destOrd="0" parTransId="{6C4CD97A-372B-40D6-B74A-1078A54D9899}" sibTransId="{63383D10-0151-4BC2-A785-33C9441C63BB}"/>
    <dgm:cxn modelId="{E031FAB4-1A1E-4CDD-84C4-DF25A92F1FEE}" srcId="{42FAA99C-E55D-473C-8E13-C376C71BAEEE}" destId="{E4FDDE19-E3C4-40ED-B75B-B8236CA998D6}" srcOrd="0" destOrd="0" parTransId="{B5EED03E-07A0-412E-B439-C22F8873CE10}" sibTransId="{585094C7-71E0-47F3-876E-457C78E64332}"/>
    <dgm:cxn modelId="{9CE982DD-1F6B-4E8B-B42D-D985E4C218EE}" srcId="{E4FDDE19-E3C4-40ED-B75B-B8236CA998D6}" destId="{E67BF324-C750-4681-A3C2-0A3B60121593}" srcOrd="1" destOrd="0" parTransId="{55C0039D-42D3-46C0-A7D6-7DFB8DFB4B50}" sibTransId="{070DF4E5-95BA-49B5-8CFA-3377C0120354}"/>
    <dgm:cxn modelId="{B8B3D3E5-4DDD-4679-A886-BAC263B06F43}" type="presOf" srcId="{E4FDDE19-E3C4-40ED-B75B-B8236CA998D6}" destId="{7FB5C546-FDBA-4DDD-8D0E-816CBDAA474C}" srcOrd="0" destOrd="0" presId="urn:microsoft.com/office/officeart/2018/5/layout/CenteredIconLabelDescriptionList"/>
    <dgm:cxn modelId="{7D69D0EB-E476-4D43-AFBC-9DA535C1BD7C}" type="presOf" srcId="{42FAA99C-E55D-473C-8E13-C376C71BAEEE}" destId="{0F061346-98DB-4D21-9925-67EE525F8AC5}" srcOrd="0" destOrd="0" presId="urn:microsoft.com/office/officeart/2018/5/layout/CenteredIconLabelDescriptionList"/>
    <dgm:cxn modelId="{30D38B37-95C8-4295-8030-96FB557AA0AF}" type="presParOf" srcId="{0F061346-98DB-4D21-9925-67EE525F8AC5}" destId="{9810693A-3E1F-4E5E-9C77-020EFDDE2E5E}" srcOrd="0" destOrd="0" presId="urn:microsoft.com/office/officeart/2018/5/layout/CenteredIconLabelDescriptionList"/>
    <dgm:cxn modelId="{198433C6-D97C-488B-BC7C-D076781723D0}" type="presParOf" srcId="{9810693A-3E1F-4E5E-9C77-020EFDDE2E5E}" destId="{137F5947-8B6B-4A46-A443-DE55AC6246C1}" srcOrd="0" destOrd="0" presId="urn:microsoft.com/office/officeart/2018/5/layout/CenteredIconLabelDescriptionList"/>
    <dgm:cxn modelId="{03B943C7-F437-4F75-AB25-B9B5E4C999D8}" type="presParOf" srcId="{9810693A-3E1F-4E5E-9C77-020EFDDE2E5E}" destId="{8294E40C-4989-464B-A510-7A0914B3A640}" srcOrd="1" destOrd="0" presId="urn:microsoft.com/office/officeart/2018/5/layout/CenteredIconLabelDescriptionList"/>
    <dgm:cxn modelId="{E9686E47-BD67-4DF1-8B5F-4FB1A609079C}" type="presParOf" srcId="{9810693A-3E1F-4E5E-9C77-020EFDDE2E5E}" destId="{7FB5C546-FDBA-4DDD-8D0E-816CBDAA474C}" srcOrd="2" destOrd="0" presId="urn:microsoft.com/office/officeart/2018/5/layout/CenteredIconLabelDescriptionList"/>
    <dgm:cxn modelId="{A32DEAC5-2F15-4202-959E-21D738ABFFC3}" type="presParOf" srcId="{9810693A-3E1F-4E5E-9C77-020EFDDE2E5E}" destId="{1FAE9B08-A82E-4F2F-9BC2-95CF25A89339}" srcOrd="3" destOrd="0" presId="urn:microsoft.com/office/officeart/2018/5/layout/CenteredIconLabelDescriptionList"/>
    <dgm:cxn modelId="{B0489DB1-5EB2-47EC-8BA2-0C29FDB8D6FA}" type="presParOf" srcId="{9810693A-3E1F-4E5E-9C77-020EFDDE2E5E}" destId="{922881AC-3A40-4147-B6BF-38B9075FB1B4}" srcOrd="4" destOrd="0" presId="urn:microsoft.com/office/officeart/2018/5/layout/CenteredIconLabelDescriptionList"/>
    <dgm:cxn modelId="{EA9CEA71-70C8-4D33-8A84-51F6AA90FBD4}" type="presParOf" srcId="{0F061346-98DB-4D21-9925-67EE525F8AC5}" destId="{1120197D-1BC4-4B8C-8AD1-F41D523BC396}" srcOrd="1" destOrd="0" presId="urn:microsoft.com/office/officeart/2018/5/layout/CenteredIconLabelDescriptionList"/>
    <dgm:cxn modelId="{65690E0D-59F8-4F05-BB4D-AEB9368226C9}" type="presParOf" srcId="{0F061346-98DB-4D21-9925-67EE525F8AC5}" destId="{1CE919F7-50D8-4505-A028-D8855AD6DB39}" srcOrd="2" destOrd="0" presId="urn:microsoft.com/office/officeart/2018/5/layout/CenteredIconLabelDescriptionList"/>
    <dgm:cxn modelId="{0F96AB66-14AD-46C0-BD95-37553C37D9EF}" type="presParOf" srcId="{1CE919F7-50D8-4505-A028-D8855AD6DB39}" destId="{5EAB4255-C7FC-41C6-80DB-225DCE1479F7}" srcOrd="0" destOrd="0" presId="urn:microsoft.com/office/officeart/2018/5/layout/CenteredIconLabelDescriptionList"/>
    <dgm:cxn modelId="{5210135C-37E3-476E-BC5E-AA33A0351224}" type="presParOf" srcId="{1CE919F7-50D8-4505-A028-D8855AD6DB39}" destId="{8517B7CF-AC8F-46E2-903D-76EDB6A5C988}" srcOrd="1" destOrd="0" presId="urn:microsoft.com/office/officeart/2018/5/layout/CenteredIconLabelDescriptionList"/>
    <dgm:cxn modelId="{58B1CE87-AEEC-4739-9A92-A1AD1B045BCC}" type="presParOf" srcId="{1CE919F7-50D8-4505-A028-D8855AD6DB39}" destId="{A19E9045-020D-4678-8ED8-63063D31F8AF}" srcOrd="2" destOrd="0" presId="urn:microsoft.com/office/officeart/2018/5/layout/CenteredIconLabelDescriptionList"/>
    <dgm:cxn modelId="{AB604266-304A-4735-A1A1-4805BD9918E8}" type="presParOf" srcId="{1CE919F7-50D8-4505-A028-D8855AD6DB39}" destId="{B701EA92-FEC7-4C7E-BFE6-8585B6F7C454}" srcOrd="3" destOrd="0" presId="urn:microsoft.com/office/officeart/2018/5/layout/CenteredIconLabelDescriptionList"/>
    <dgm:cxn modelId="{5D7176D0-00BB-41C0-B661-11825F7F4D54}" type="presParOf" srcId="{1CE919F7-50D8-4505-A028-D8855AD6DB39}" destId="{2D561FAE-3131-4D74-BD99-0A6DCFD7BF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2FAA99C-E55D-473C-8E13-C376C71BAE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B2913918-7FD1-4C2E-AB4F-01CB1AB77C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software</a:t>
          </a:r>
          <a:r>
            <a:rPr lang="tr-TR"/>
            <a:t>’s generator</a:t>
          </a:r>
        </a:p>
      </dgm:t>
    </dgm:pt>
    <dgm:pt modelId="{BEBF2AAA-F248-441A-BB91-62034152F381}" type="parTrans" cxnId="{F008DCE0-1749-42D8-8A5E-E2DFDBAF400E}">
      <dgm:prSet/>
      <dgm:spPr/>
      <dgm:t>
        <a:bodyPr/>
        <a:lstStyle/>
        <a:p>
          <a:endParaRPr lang="tr-TR"/>
        </a:p>
      </dgm:t>
    </dgm:pt>
    <dgm:pt modelId="{61F346AA-D7E1-48F8-AF5D-D89F2F7883A3}" type="sibTrans" cxnId="{F008DCE0-1749-42D8-8A5E-E2DFDBAF400E}">
      <dgm:prSet/>
      <dgm:spPr/>
      <dgm:t>
        <a:bodyPr/>
        <a:lstStyle/>
        <a:p>
          <a:endParaRPr lang="tr-TR"/>
        </a:p>
      </dgm:t>
    </dgm:pt>
    <dgm:pt modelId="{49C9DC83-211E-4075-A8F8-E765856AA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uses the underlying</a:t>
          </a:r>
          <a:r>
            <a:rPr lang="tr-TR" dirty="0"/>
            <a:t> </a:t>
          </a:r>
          <a:r>
            <a:rPr lang="en-US" dirty="0"/>
            <a:t>operating system’s random number generators</a:t>
          </a:r>
          <a:endParaRPr lang="tr-TR" dirty="0"/>
        </a:p>
      </dgm:t>
    </dgm:pt>
    <dgm:pt modelId="{9334B2BA-1119-49BD-9051-5219DD8839A9}" type="parTrans" cxnId="{C877BE93-CCF3-4C05-9EF7-5113C32F355B}">
      <dgm:prSet/>
      <dgm:spPr/>
      <dgm:t>
        <a:bodyPr/>
        <a:lstStyle/>
        <a:p>
          <a:endParaRPr lang="tr-TR"/>
        </a:p>
      </dgm:t>
    </dgm:pt>
    <dgm:pt modelId="{9AA76456-0A5E-4671-A33E-394AC1F771F9}" type="sibTrans" cxnId="{C877BE93-CCF3-4C05-9EF7-5113C32F355B}">
      <dgm:prSet/>
      <dgm:spPr/>
      <dgm:t>
        <a:bodyPr/>
        <a:lstStyle/>
        <a:p>
          <a:endParaRPr lang="tr-TR"/>
        </a:p>
      </dgm:t>
    </dgm:pt>
    <dgm:pt modelId="{5A0FC978-6EBE-407E-A17D-A4FACB7099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 </a:t>
          </a:r>
          <a:endParaRPr lang="tr-TR"/>
        </a:p>
      </dgm:t>
    </dgm:pt>
    <dgm:pt modelId="{DD5BA9A3-EE9A-4480-928E-F2904CE4D573}" type="parTrans" cxnId="{E18BEF0F-B5A6-4B27-97EE-BB4E1A0C6558}">
      <dgm:prSet/>
      <dgm:spPr/>
      <dgm:t>
        <a:bodyPr/>
        <a:lstStyle/>
        <a:p>
          <a:endParaRPr lang="tr-TR"/>
        </a:p>
      </dgm:t>
    </dgm:pt>
    <dgm:pt modelId="{636B7D5C-DBEC-4DB5-8EA2-180EE7FB323F}" type="sibTrans" cxnId="{E18BEF0F-B5A6-4B27-97EE-BB4E1A0C6558}">
      <dgm:prSet/>
      <dgm:spPr/>
      <dgm:t>
        <a:bodyPr/>
        <a:lstStyle/>
        <a:p>
          <a:endParaRPr lang="tr-TR"/>
        </a:p>
      </dgm:t>
    </dgm:pt>
    <dgm:pt modelId="{7337D3B6-B6CE-44BD-95B4-462B3291BE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number between 1 and n - 1, where n is a</a:t>
          </a:r>
          <a:r>
            <a:rPr lang="tr-TR"/>
            <a:t> </a:t>
          </a:r>
          <a:r>
            <a:rPr lang="en-US"/>
            <a:t>constant</a:t>
          </a:r>
          <a:endParaRPr lang="tr-TR"/>
        </a:p>
      </dgm:t>
    </dgm:pt>
    <dgm:pt modelId="{69419358-30BB-476D-A5E2-1DB938CCD9DE}" type="parTrans" cxnId="{19CE22D7-C17B-4B31-8DF5-80368F4C43B4}">
      <dgm:prSet/>
      <dgm:spPr/>
      <dgm:t>
        <a:bodyPr/>
        <a:lstStyle/>
        <a:p>
          <a:endParaRPr lang="tr-TR"/>
        </a:p>
      </dgm:t>
    </dgm:pt>
    <dgm:pt modelId="{22626D39-0900-4E76-AC8C-CF651AA848F2}" type="sibTrans" cxnId="{19CE22D7-C17B-4B31-8DF5-80368F4C43B4}">
      <dgm:prSet/>
      <dgm:spPr/>
      <dgm:t>
        <a:bodyPr/>
        <a:lstStyle/>
        <a:p>
          <a:endParaRPr lang="tr-TR"/>
        </a:p>
      </dgm:t>
    </dgm:pt>
    <dgm:pt modelId="{537B414E-D218-4CCE-95AF-EFBCDCB463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 = 1.158 * 10</a:t>
          </a:r>
          <a:r>
            <a:rPr lang="en-US" baseline="30000"/>
            <a:t>77</a:t>
          </a:r>
          <a:r>
            <a:rPr lang="en-US"/>
            <a:t>, slightly less than 2</a:t>
          </a:r>
          <a:r>
            <a:rPr lang="en-US" baseline="30000"/>
            <a:t>256</a:t>
          </a:r>
          <a:endParaRPr lang="tr-TR"/>
        </a:p>
      </dgm:t>
    </dgm:pt>
    <dgm:pt modelId="{6A61CF6B-82A1-4E77-B4A3-92104F8F5C4D}" type="parTrans" cxnId="{639B2BE3-CD63-4E00-ACA9-DCEA5AE99B96}">
      <dgm:prSet/>
      <dgm:spPr/>
      <dgm:t>
        <a:bodyPr/>
        <a:lstStyle/>
        <a:p>
          <a:endParaRPr lang="tr-TR"/>
        </a:p>
      </dgm:t>
    </dgm:pt>
    <dgm:pt modelId="{1ADC8EC6-7E81-49DE-810C-4640998388BA}" type="sibTrans" cxnId="{639B2BE3-CD63-4E00-ACA9-DCEA5AE99B96}">
      <dgm:prSet/>
      <dgm:spPr/>
      <dgm:t>
        <a:bodyPr/>
        <a:lstStyle/>
        <a:p>
          <a:endParaRPr lang="tr-TR"/>
        </a:p>
      </dgm:t>
    </dgm:pt>
    <dgm:pt modelId="{0F061346-98DB-4D21-9925-67EE525F8AC5}" type="pres">
      <dgm:prSet presAssocID="{42FAA99C-E55D-473C-8E13-C376C71BAEEE}" presName="root" presStyleCnt="0">
        <dgm:presLayoutVars>
          <dgm:dir/>
          <dgm:resizeHandles val="exact"/>
        </dgm:presLayoutVars>
      </dgm:prSet>
      <dgm:spPr/>
    </dgm:pt>
    <dgm:pt modelId="{A4D3B8B0-404D-4A2D-8FD7-7B3F526C8722}" type="pres">
      <dgm:prSet presAssocID="{B2913918-7FD1-4C2E-AB4F-01CB1AB77CC2}" presName="compNode" presStyleCnt="0"/>
      <dgm:spPr/>
    </dgm:pt>
    <dgm:pt modelId="{108974F2-32BF-47B0-B62E-4B97330A9689}" type="pres">
      <dgm:prSet presAssocID="{B2913918-7FD1-4C2E-AB4F-01CB1AB77C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487A05F-96B1-4896-AD90-4A1C792DC937}" type="pres">
      <dgm:prSet presAssocID="{B2913918-7FD1-4C2E-AB4F-01CB1AB77CC2}" presName="iconSpace" presStyleCnt="0"/>
      <dgm:spPr/>
    </dgm:pt>
    <dgm:pt modelId="{D2105881-06A1-467A-8245-D072500CF212}" type="pres">
      <dgm:prSet presAssocID="{B2913918-7FD1-4C2E-AB4F-01CB1AB77CC2}" presName="parTx" presStyleLbl="revTx" presStyleIdx="0" presStyleCnt="4">
        <dgm:presLayoutVars>
          <dgm:chMax val="0"/>
          <dgm:chPref val="0"/>
        </dgm:presLayoutVars>
      </dgm:prSet>
      <dgm:spPr/>
    </dgm:pt>
    <dgm:pt modelId="{3409EC91-5D54-45CB-9860-29972C3F1DAF}" type="pres">
      <dgm:prSet presAssocID="{B2913918-7FD1-4C2E-AB4F-01CB1AB77CC2}" presName="txSpace" presStyleCnt="0"/>
      <dgm:spPr/>
    </dgm:pt>
    <dgm:pt modelId="{E590C170-B4F4-4A01-9194-2F9C54B2FD6A}" type="pres">
      <dgm:prSet presAssocID="{B2913918-7FD1-4C2E-AB4F-01CB1AB77CC2}" presName="desTx" presStyleLbl="revTx" presStyleIdx="1" presStyleCnt="4">
        <dgm:presLayoutVars/>
      </dgm:prSet>
      <dgm:spPr/>
    </dgm:pt>
    <dgm:pt modelId="{7757EC69-5393-44F9-9442-2296EEEE4082}" type="pres">
      <dgm:prSet presAssocID="{61F346AA-D7E1-48F8-AF5D-D89F2F7883A3}" presName="sibTrans" presStyleCnt="0"/>
      <dgm:spPr/>
    </dgm:pt>
    <dgm:pt modelId="{09246933-0CCB-449C-9F76-1445944E1BB8}" type="pres">
      <dgm:prSet presAssocID="{5A0FC978-6EBE-407E-A17D-A4FACB7099E8}" presName="compNode" presStyleCnt="0"/>
      <dgm:spPr/>
    </dgm:pt>
    <dgm:pt modelId="{93896DCC-23E1-4F78-80BE-E5056F4585C0}" type="pres">
      <dgm:prSet presAssocID="{5A0FC978-6EBE-407E-A17D-A4FACB7099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879F6EDB-37FA-441E-941D-3EB6F6C8ED06}" type="pres">
      <dgm:prSet presAssocID="{5A0FC978-6EBE-407E-A17D-A4FACB7099E8}" presName="iconSpace" presStyleCnt="0"/>
      <dgm:spPr/>
    </dgm:pt>
    <dgm:pt modelId="{558ABAF5-C2C9-4D27-ADEA-84057FE4A563}" type="pres">
      <dgm:prSet presAssocID="{5A0FC978-6EBE-407E-A17D-A4FACB7099E8}" presName="parTx" presStyleLbl="revTx" presStyleIdx="2" presStyleCnt="4">
        <dgm:presLayoutVars>
          <dgm:chMax val="0"/>
          <dgm:chPref val="0"/>
        </dgm:presLayoutVars>
      </dgm:prSet>
      <dgm:spPr/>
    </dgm:pt>
    <dgm:pt modelId="{577DCDCD-6AE6-4AD3-860F-DA0EF914E898}" type="pres">
      <dgm:prSet presAssocID="{5A0FC978-6EBE-407E-A17D-A4FACB7099E8}" presName="txSpace" presStyleCnt="0"/>
      <dgm:spPr/>
    </dgm:pt>
    <dgm:pt modelId="{6DC719BD-4353-483A-A475-EC5BF2B15B25}" type="pres">
      <dgm:prSet presAssocID="{5A0FC978-6EBE-407E-A17D-A4FACB7099E8}" presName="desTx" presStyleLbl="revTx" presStyleIdx="3" presStyleCnt="4">
        <dgm:presLayoutVars/>
      </dgm:prSet>
      <dgm:spPr/>
    </dgm:pt>
  </dgm:ptLst>
  <dgm:cxnLst>
    <dgm:cxn modelId="{E18BEF0F-B5A6-4B27-97EE-BB4E1A0C6558}" srcId="{42FAA99C-E55D-473C-8E13-C376C71BAEEE}" destId="{5A0FC978-6EBE-407E-A17D-A4FACB7099E8}" srcOrd="1" destOrd="0" parTransId="{DD5BA9A3-EE9A-4480-928E-F2904CE4D573}" sibTransId="{636B7D5C-DBEC-4DB5-8EA2-180EE7FB323F}"/>
    <dgm:cxn modelId="{74A3643E-9539-4CE2-A1A3-40FF450B0B60}" type="presOf" srcId="{7337D3B6-B6CE-44BD-95B4-462B3291BE1A}" destId="{6DC719BD-4353-483A-A475-EC5BF2B15B25}" srcOrd="0" destOrd="0" presId="urn:microsoft.com/office/officeart/2018/5/layout/CenteredIconLabelDescriptionList"/>
    <dgm:cxn modelId="{8ED6F574-71EF-4B29-BD04-0D4855FB1A68}" type="presOf" srcId="{49C9DC83-211E-4075-A8F8-E765856AAD09}" destId="{E590C170-B4F4-4A01-9194-2F9C54B2FD6A}" srcOrd="0" destOrd="0" presId="urn:microsoft.com/office/officeart/2018/5/layout/CenteredIconLabelDescriptionList"/>
    <dgm:cxn modelId="{C877BE93-CCF3-4C05-9EF7-5113C32F355B}" srcId="{B2913918-7FD1-4C2E-AB4F-01CB1AB77CC2}" destId="{49C9DC83-211E-4075-A8F8-E765856AAD09}" srcOrd="0" destOrd="0" parTransId="{9334B2BA-1119-49BD-9051-5219DD8839A9}" sibTransId="{9AA76456-0A5E-4671-A33E-394AC1F771F9}"/>
    <dgm:cxn modelId="{4822EF98-3128-4E3D-9383-1877CB69F07C}" type="presOf" srcId="{5A0FC978-6EBE-407E-A17D-A4FACB7099E8}" destId="{558ABAF5-C2C9-4D27-ADEA-84057FE4A563}" srcOrd="0" destOrd="0" presId="urn:microsoft.com/office/officeart/2018/5/layout/CenteredIconLabelDescriptionList"/>
    <dgm:cxn modelId="{1B19B7C0-903A-4FE2-B674-988F3C8B1E82}" type="presOf" srcId="{537B414E-D218-4CCE-95AF-EFBCDCB463A0}" destId="{6DC719BD-4353-483A-A475-EC5BF2B15B25}" srcOrd="0" destOrd="1" presId="urn:microsoft.com/office/officeart/2018/5/layout/CenteredIconLabelDescriptionList"/>
    <dgm:cxn modelId="{999A9DC5-CAD1-4609-9DA2-37F53CC1A94A}" type="presOf" srcId="{B2913918-7FD1-4C2E-AB4F-01CB1AB77CC2}" destId="{D2105881-06A1-467A-8245-D072500CF212}" srcOrd="0" destOrd="0" presId="urn:microsoft.com/office/officeart/2018/5/layout/CenteredIconLabelDescriptionList"/>
    <dgm:cxn modelId="{19CE22D7-C17B-4B31-8DF5-80368F4C43B4}" srcId="{5A0FC978-6EBE-407E-A17D-A4FACB7099E8}" destId="{7337D3B6-B6CE-44BD-95B4-462B3291BE1A}" srcOrd="0" destOrd="0" parTransId="{69419358-30BB-476D-A5E2-1DB938CCD9DE}" sibTransId="{22626D39-0900-4E76-AC8C-CF651AA848F2}"/>
    <dgm:cxn modelId="{F008DCE0-1749-42D8-8A5E-E2DFDBAF400E}" srcId="{42FAA99C-E55D-473C-8E13-C376C71BAEEE}" destId="{B2913918-7FD1-4C2E-AB4F-01CB1AB77CC2}" srcOrd="0" destOrd="0" parTransId="{BEBF2AAA-F248-441A-BB91-62034152F381}" sibTransId="{61F346AA-D7E1-48F8-AF5D-D89F2F7883A3}"/>
    <dgm:cxn modelId="{639B2BE3-CD63-4E00-ACA9-DCEA5AE99B96}" srcId="{5A0FC978-6EBE-407E-A17D-A4FACB7099E8}" destId="{537B414E-D218-4CCE-95AF-EFBCDCB463A0}" srcOrd="1" destOrd="0" parTransId="{6A61CF6B-82A1-4E77-B4A3-92104F8F5C4D}" sibTransId="{1ADC8EC6-7E81-49DE-810C-4640998388BA}"/>
    <dgm:cxn modelId="{7D69D0EB-E476-4D43-AFBC-9DA535C1BD7C}" type="presOf" srcId="{42FAA99C-E55D-473C-8E13-C376C71BAEEE}" destId="{0F061346-98DB-4D21-9925-67EE525F8AC5}" srcOrd="0" destOrd="0" presId="urn:microsoft.com/office/officeart/2018/5/layout/CenteredIconLabelDescriptionList"/>
    <dgm:cxn modelId="{4593633C-3D83-46F9-B6E5-9DB39FC6D5F7}" type="presParOf" srcId="{0F061346-98DB-4D21-9925-67EE525F8AC5}" destId="{A4D3B8B0-404D-4A2D-8FD7-7B3F526C8722}" srcOrd="0" destOrd="0" presId="urn:microsoft.com/office/officeart/2018/5/layout/CenteredIconLabelDescriptionList"/>
    <dgm:cxn modelId="{92BDD77F-95E9-4500-AA5B-B64E9C951EAC}" type="presParOf" srcId="{A4D3B8B0-404D-4A2D-8FD7-7B3F526C8722}" destId="{108974F2-32BF-47B0-B62E-4B97330A9689}" srcOrd="0" destOrd="0" presId="urn:microsoft.com/office/officeart/2018/5/layout/CenteredIconLabelDescriptionList"/>
    <dgm:cxn modelId="{92A14D8A-C838-409A-95B1-79065A3054F5}" type="presParOf" srcId="{A4D3B8B0-404D-4A2D-8FD7-7B3F526C8722}" destId="{2487A05F-96B1-4896-AD90-4A1C792DC937}" srcOrd="1" destOrd="0" presId="urn:microsoft.com/office/officeart/2018/5/layout/CenteredIconLabelDescriptionList"/>
    <dgm:cxn modelId="{F876EC26-5E95-45F2-84FA-8255DB449F47}" type="presParOf" srcId="{A4D3B8B0-404D-4A2D-8FD7-7B3F526C8722}" destId="{D2105881-06A1-467A-8245-D072500CF212}" srcOrd="2" destOrd="0" presId="urn:microsoft.com/office/officeart/2018/5/layout/CenteredIconLabelDescriptionList"/>
    <dgm:cxn modelId="{86D2ECF5-5363-4490-A3E5-1A15C8F5BDAB}" type="presParOf" srcId="{A4D3B8B0-404D-4A2D-8FD7-7B3F526C8722}" destId="{3409EC91-5D54-45CB-9860-29972C3F1DAF}" srcOrd="3" destOrd="0" presId="urn:microsoft.com/office/officeart/2018/5/layout/CenteredIconLabelDescriptionList"/>
    <dgm:cxn modelId="{C2758366-919A-466C-B6E4-B457B04589BB}" type="presParOf" srcId="{A4D3B8B0-404D-4A2D-8FD7-7B3F526C8722}" destId="{E590C170-B4F4-4A01-9194-2F9C54B2FD6A}" srcOrd="4" destOrd="0" presId="urn:microsoft.com/office/officeart/2018/5/layout/CenteredIconLabelDescriptionList"/>
    <dgm:cxn modelId="{040CC44D-E595-4AA7-B065-668F929DD595}" type="presParOf" srcId="{0F061346-98DB-4D21-9925-67EE525F8AC5}" destId="{7757EC69-5393-44F9-9442-2296EEEE4082}" srcOrd="1" destOrd="0" presId="urn:microsoft.com/office/officeart/2018/5/layout/CenteredIconLabelDescriptionList"/>
    <dgm:cxn modelId="{32C8CAF2-1DAC-41B4-A622-B51B75285020}" type="presParOf" srcId="{0F061346-98DB-4D21-9925-67EE525F8AC5}" destId="{09246933-0CCB-449C-9F76-1445944E1BB8}" srcOrd="2" destOrd="0" presId="urn:microsoft.com/office/officeart/2018/5/layout/CenteredIconLabelDescriptionList"/>
    <dgm:cxn modelId="{D086DE56-59D6-4691-8C3F-299D2575E2D0}" type="presParOf" srcId="{09246933-0CCB-449C-9F76-1445944E1BB8}" destId="{93896DCC-23E1-4F78-80BE-E5056F4585C0}" srcOrd="0" destOrd="0" presId="urn:microsoft.com/office/officeart/2018/5/layout/CenteredIconLabelDescriptionList"/>
    <dgm:cxn modelId="{8F47689F-5BE7-49E3-834F-A0EEA76C9E65}" type="presParOf" srcId="{09246933-0CCB-449C-9F76-1445944E1BB8}" destId="{879F6EDB-37FA-441E-941D-3EB6F6C8ED06}" srcOrd="1" destOrd="0" presId="urn:microsoft.com/office/officeart/2018/5/layout/CenteredIconLabelDescriptionList"/>
    <dgm:cxn modelId="{9307BA8F-3FDC-4C08-A067-2484042A5AB3}" type="presParOf" srcId="{09246933-0CCB-449C-9F76-1445944E1BB8}" destId="{558ABAF5-C2C9-4D27-ADEA-84057FE4A563}" srcOrd="2" destOrd="0" presId="urn:microsoft.com/office/officeart/2018/5/layout/CenteredIconLabelDescriptionList"/>
    <dgm:cxn modelId="{95A790D3-E652-4D9F-9AD8-4C51533B0759}" type="presParOf" srcId="{09246933-0CCB-449C-9F76-1445944E1BB8}" destId="{577DCDCD-6AE6-4AD3-860F-DA0EF914E898}" srcOrd="3" destOrd="0" presId="urn:microsoft.com/office/officeart/2018/5/layout/CenteredIconLabelDescriptionList"/>
    <dgm:cxn modelId="{A44C276B-F769-46C4-A3B0-11B56A374DDA}" type="presParOf" srcId="{09246933-0CCB-449C-9F76-1445944E1BB8}" destId="{6DC719BD-4353-483A-A475-EC5BF2B15B2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A9FBC08-3A31-4CA8-AE1A-C8F6A54603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CD3C08F-DDBF-4BF0-8332-E06B8D3D19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Production</a:t>
          </a:r>
        </a:p>
      </dgm:t>
    </dgm:pt>
    <dgm:pt modelId="{1562A691-CDC2-428A-BD04-1619F732B706}" type="parTrans" cxnId="{A3FCFC0B-F277-4800-B047-2441847B97B6}">
      <dgm:prSet/>
      <dgm:spPr/>
      <dgm:t>
        <a:bodyPr/>
        <a:lstStyle/>
        <a:p>
          <a:endParaRPr lang="tr-TR"/>
        </a:p>
      </dgm:t>
    </dgm:pt>
    <dgm:pt modelId="{B1454D14-696B-47D4-AF39-A43A643B5732}" type="sibTrans" cxnId="{A3FCFC0B-F277-4800-B047-2441847B97B6}">
      <dgm:prSet/>
      <dgm:spPr/>
      <dgm:t>
        <a:bodyPr/>
        <a:lstStyle/>
        <a:p>
          <a:endParaRPr lang="tr-TR"/>
        </a:p>
      </dgm:t>
    </dgm:pt>
    <dgm:pt modelId="{E5A49AA8-A8AD-4769-9866-5C4334B1EA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randomly pick a 256-bit number</a:t>
          </a:r>
          <a:endParaRPr lang="tr-TR"/>
        </a:p>
      </dgm:t>
    </dgm:pt>
    <dgm:pt modelId="{DC5C60E3-5E75-4553-9779-06285CF35B3F}" type="parTrans" cxnId="{2C463F2D-D981-4DA2-B825-5EF489CCCEEF}">
      <dgm:prSet/>
      <dgm:spPr/>
      <dgm:t>
        <a:bodyPr/>
        <a:lstStyle/>
        <a:p>
          <a:endParaRPr lang="tr-TR"/>
        </a:p>
      </dgm:t>
    </dgm:pt>
    <dgm:pt modelId="{93292FB3-55AE-44FB-96D2-1F60A09AA492}" type="sibTrans" cxnId="{2C463F2D-D981-4DA2-B825-5EF489CCCEEF}">
      <dgm:prSet/>
      <dgm:spPr/>
      <dgm:t>
        <a:bodyPr/>
        <a:lstStyle/>
        <a:p>
          <a:endParaRPr lang="tr-TR"/>
        </a:p>
      </dgm:t>
    </dgm:pt>
    <dgm:pt modelId="{DBF4F933-3B9C-408B-A946-F027D2256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check that it is less than n</a:t>
          </a:r>
          <a:r>
            <a:rPr lang="tr-TR"/>
            <a:t> </a:t>
          </a:r>
          <a:r>
            <a:rPr lang="en-US"/>
            <a:t>- 1. </a:t>
          </a:r>
          <a:endParaRPr lang="tr-TR"/>
        </a:p>
      </dgm:t>
    </dgm:pt>
    <dgm:pt modelId="{D74EF338-E945-4325-818E-F23A2C290A5F}" type="parTrans" cxnId="{3182525C-189F-4CF3-82A5-198EA4D75D2C}">
      <dgm:prSet/>
      <dgm:spPr/>
      <dgm:t>
        <a:bodyPr/>
        <a:lstStyle/>
        <a:p>
          <a:endParaRPr lang="tr-TR"/>
        </a:p>
      </dgm:t>
    </dgm:pt>
    <dgm:pt modelId="{F308D35B-AD45-45EB-9F92-D63AC19312A5}" type="sibTrans" cxnId="{3182525C-189F-4CF3-82A5-198EA4D75D2C}">
      <dgm:prSet/>
      <dgm:spPr/>
      <dgm:t>
        <a:bodyPr/>
        <a:lstStyle/>
        <a:p>
          <a:endParaRPr lang="tr-TR"/>
        </a:p>
      </dgm:t>
    </dgm:pt>
    <dgm:pt modelId="{16BE9711-AEB6-4F0C-9808-451488F310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Method</a:t>
          </a:r>
        </a:p>
      </dgm:t>
    </dgm:pt>
    <dgm:pt modelId="{B8C5F00C-6E2D-4E43-AA1B-AEB1EB232167}" type="parTrans" cxnId="{02AA3DA7-1ACB-4AFA-9216-EA6F683C9EF6}">
      <dgm:prSet/>
      <dgm:spPr/>
      <dgm:t>
        <a:bodyPr/>
        <a:lstStyle/>
        <a:p>
          <a:endParaRPr lang="tr-TR"/>
        </a:p>
      </dgm:t>
    </dgm:pt>
    <dgm:pt modelId="{7371031D-7264-4DE7-B8F1-43DBBD9F2AAD}" type="sibTrans" cxnId="{02AA3DA7-1ACB-4AFA-9216-EA6F683C9EF6}">
      <dgm:prSet/>
      <dgm:spPr/>
      <dgm:t>
        <a:bodyPr/>
        <a:lstStyle/>
        <a:p>
          <a:endParaRPr lang="tr-TR"/>
        </a:p>
      </dgm:t>
    </dgm:pt>
    <dgm:pt modelId="{C2A3CFA5-D32B-4B1F-BDC1-5C56656AB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feeding a larger string of random</a:t>
          </a:r>
          <a:r>
            <a:rPr lang="tr-TR"/>
            <a:t> </a:t>
          </a:r>
          <a:r>
            <a:rPr lang="en-US"/>
            <a:t>bits</a:t>
          </a:r>
          <a:endParaRPr lang="tr-TR"/>
        </a:p>
      </dgm:t>
    </dgm:pt>
    <dgm:pt modelId="{F9224951-D8D4-4C0A-A0B3-BE33D79C9AFE}" type="parTrans" cxnId="{BFC4331C-4F8E-42BB-B86C-88545509BFAE}">
      <dgm:prSet/>
      <dgm:spPr/>
      <dgm:t>
        <a:bodyPr/>
        <a:lstStyle/>
        <a:p>
          <a:endParaRPr lang="tr-TR"/>
        </a:p>
      </dgm:t>
    </dgm:pt>
    <dgm:pt modelId="{56C33A01-8E22-40DD-90A3-15D839D6766F}" type="sibTrans" cxnId="{BFC4331C-4F8E-42BB-B86C-88545509BFAE}">
      <dgm:prSet/>
      <dgm:spPr/>
      <dgm:t>
        <a:bodyPr/>
        <a:lstStyle/>
        <a:p>
          <a:endParaRPr lang="tr-TR"/>
        </a:p>
      </dgm:t>
    </dgm:pt>
    <dgm:pt modelId="{E566158B-1083-4D4A-BEF4-0C6F98B8B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into the</a:t>
          </a:r>
          <a:r>
            <a:rPr lang="tr-TR"/>
            <a:t> </a:t>
          </a:r>
          <a:r>
            <a:rPr lang="en-US"/>
            <a:t>SHA256 hash algorithm</a:t>
          </a:r>
          <a:endParaRPr lang="tr-TR"/>
        </a:p>
      </dgm:t>
    </dgm:pt>
    <dgm:pt modelId="{E48CA17B-D812-4D74-B7AC-C8711C5110F7}" type="parTrans" cxnId="{33AAC7FA-3F62-4835-8ED9-997289DCBF71}">
      <dgm:prSet/>
      <dgm:spPr/>
      <dgm:t>
        <a:bodyPr/>
        <a:lstStyle/>
        <a:p>
          <a:endParaRPr lang="tr-TR"/>
        </a:p>
      </dgm:t>
    </dgm:pt>
    <dgm:pt modelId="{A9D061E4-DD1C-499D-8E19-CC4D592B10A4}" type="sibTrans" cxnId="{33AAC7FA-3F62-4835-8ED9-997289DCBF71}">
      <dgm:prSet/>
      <dgm:spPr/>
      <dgm:t>
        <a:bodyPr/>
        <a:lstStyle/>
        <a:p>
          <a:endParaRPr lang="tr-TR"/>
        </a:p>
      </dgm:t>
    </dgm:pt>
    <dgm:pt modelId="{35BE919E-BABC-4899-A29A-C43F12689FA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SHA256</a:t>
          </a:r>
        </a:p>
      </dgm:t>
    </dgm:pt>
    <dgm:pt modelId="{07A0FE51-F53A-4677-A85E-24229A83AE90}" type="parTrans" cxnId="{C762D008-FD0D-449E-AA7A-12479F0841C8}">
      <dgm:prSet/>
      <dgm:spPr/>
      <dgm:t>
        <a:bodyPr/>
        <a:lstStyle/>
        <a:p>
          <a:endParaRPr lang="tr-TR"/>
        </a:p>
      </dgm:t>
    </dgm:pt>
    <dgm:pt modelId="{971EAB3D-DAAF-47DC-871E-E31640B43667}" type="sibTrans" cxnId="{C762D008-FD0D-449E-AA7A-12479F0841C8}">
      <dgm:prSet/>
      <dgm:spPr/>
      <dgm:t>
        <a:bodyPr/>
        <a:lstStyle/>
        <a:p>
          <a:endParaRPr lang="tr-TR"/>
        </a:p>
      </dgm:t>
    </dgm:pt>
    <dgm:pt modelId="{6EA5D782-E641-4227-95F1-97FBD0E77C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 a 256-bit number.</a:t>
          </a:r>
          <a:endParaRPr lang="tr-TR"/>
        </a:p>
      </dgm:t>
    </dgm:pt>
    <dgm:pt modelId="{6ABD0DA2-2006-4B7F-AB7B-10ED8E2C96D2}" type="parTrans" cxnId="{2F879E8F-0306-4609-8A09-9A10F252644B}">
      <dgm:prSet/>
      <dgm:spPr/>
      <dgm:t>
        <a:bodyPr/>
        <a:lstStyle/>
        <a:p>
          <a:endParaRPr lang="tr-TR"/>
        </a:p>
      </dgm:t>
    </dgm:pt>
    <dgm:pt modelId="{8DBB25D9-FCE1-4B8C-893B-3743E963D73B}" type="sibTrans" cxnId="{2F879E8F-0306-4609-8A09-9A10F252644B}">
      <dgm:prSet/>
      <dgm:spPr/>
      <dgm:t>
        <a:bodyPr/>
        <a:lstStyle/>
        <a:p>
          <a:endParaRPr lang="tr-TR"/>
        </a:p>
      </dgm:t>
    </dgm:pt>
    <dgm:pt modelId="{F934B4D9-0DA1-4642-9BFA-A4A002D19312}" type="pres">
      <dgm:prSet presAssocID="{CA9FBC08-3A31-4CA8-AE1A-C8F6A54603ED}" presName="root" presStyleCnt="0">
        <dgm:presLayoutVars>
          <dgm:dir/>
          <dgm:resizeHandles val="exact"/>
        </dgm:presLayoutVars>
      </dgm:prSet>
      <dgm:spPr/>
    </dgm:pt>
    <dgm:pt modelId="{08208ED0-66C2-4075-A9F8-62EC8674A05B}" type="pres">
      <dgm:prSet presAssocID="{ACD3C08F-DDBF-4BF0-8332-E06B8D3D19BA}" presName="compNode" presStyleCnt="0"/>
      <dgm:spPr/>
    </dgm:pt>
    <dgm:pt modelId="{57DA1A9F-63D7-42DF-8F50-1FA76E8664CC}" type="pres">
      <dgm:prSet presAssocID="{ACD3C08F-DDBF-4BF0-8332-E06B8D3D19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19B5F35F-EA73-4DAA-B4A6-67B27E066D89}" type="pres">
      <dgm:prSet presAssocID="{ACD3C08F-DDBF-4BF0-8332-E06B8D3D19BA}" presName="iconSpace" presStyleCnt="0"/>
      <dgm:spPr/>
    </dgm:pt>
    <dgm:pt modelId="{F33F5B83-91A9-4A28-A239-15DB75253754}" type="pres">
      <dgm:prSet presAssocID="{ACD3C08F-DDBF-4BF0-8332-E06B8D3D19BA}" presName="parTx" presStyleLbl="revTx" presStyleIdx="0" presStyleCnt="6">
        <dgm:presLayoutVars>
          <dgm:chMax val="0"/>
          <dgm:chPref val="0"/>
        </dgm:presLayoutVars>
      </dgm:prSet>
      <dgm:spPr/>
    </dgm:pt>
    <dgm:pt modelId="{70FE51A2-6859-41DC-8C5A-078535348329}" type="pres">
      <dgm:prSet presAssocID="{ACD3C08F-DDBF-4BF0-8332-E06B8D3D19BA}" presName="txSpace" presStyleCnt="0"/>
      <dgm:spPr/>
    </dgm:pt>
    <dgm:pt modelId="{05880EE1-87DC-40CE-9253-DC036EBD5022}" type="pres">
      <dgm:prSet presAssocID="{ACD3C08F-DDBF-4BF0-8332-E06B8D3D19BA}" presName="desTx" presStyleLbl="revTx" presStyleIdx="1" presStyleCnt="6">
        <dgm:presLayoutVars/>
      </dgm:prSet>
      <dgm:spPr/>
    </dgm:pt>
    <dgm:pt modelId="{B9895408-7888-442A-9EF8-792D067DD5EE}" type="pres">
      <dgm:prSet presAssocID="{B1454D14-696B-47D4-AF39-A43A643B5732}" presName="sibTrans" presStyleCnt="0"/>
      <dgm:spPr/>
    </dgm:pt>
    <dgm:pt modelId="{EA0E67A9-24B6-4998-BE7E-62DDCE9401DE}" type="pres">
      <dgm:prSet presAssocID="{16BE9711-AEB6-4F0C-9808-451488F310D2}" presName="compNode" presStyleCnt="0"/>
      <dgm:spPr/>
    </dgm:pt>
    <dgm:pt modelId="{6825308B-E237-4A3E-888B-8FB3D017F437}" type="pres">
      <dgm:prSet presAssocID="{16BE9711-AEB6-4F0C-9808-451488F310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ck"/>
        </a:ext>
      </dgm:extLst>
    </dgm:pt>
    <dgm:pt modelId="{188897E8-47F3-497E-B3B0-95BD8737D3B8}" type="pres">
      <dgm:prSet presAssocID="{16BE9711-AEB6-4F0C-9808-451488F310D2}" presName="iconSpace" presStyleCnt="0"/>
      <dgm:spPr/>
    </dgm:pt>
    <dgm:pt modelId="{91ADAE57-9C8E-4A88-8D2B-16AD13200A18}" type="pres">
      <dgm:prSet presAssocID="{16BE9711-AEB6-4F0C-9808-451488F310D2}" presName="parTx" presStyleLbl="revTx" presStyleIdx="2" presStyleCnt="6">
        <dgm:presLayoutVars>
          <dgm:chMax val="0"/>
          <dgm:chPref val="0"/>
        </dgm:presLayoutVars>
      </dgm:prSet>
      <dgm:spPr/>
    </dgm:pt>
    <dgm:pt modelId="{43F2F117-76CB-4F1F-984B-12D5F766D9CB}" type="pres">
      <dgm:prSet presAssocID="{16BE9711-AEB6-4F0C-9808-451488F310D2}" presName="txSpace" presStyleCnt="0"/>
      <dgm:spPr/>
    </dgm:pt>
    <dgm:pt modelId="{089847C5-557D-4BEF-A7F3-80539778EAEC}" type="pres">
      <dgm:prSet presAssocID="{16BE9711-AEB6-4F0C-9808-451488F310D2}" presName="desTx" presStyleLbl="revTx" presStyleIdx="3" presStyleCnt="6">
        <dgm:presLayoutVars/>
      </dgm:prSet>
      <dgm:spPr/>
    </dgm:pt>
    <dgm:pt modelId="{B7D0C8C5-A813-424A-B587-D646EF43BEE0}" type="pres">
      <dgm:prSet presAssocID="{7371031D-7264-4DE7-B8F1-43DBBD9F2AAD}" presName="sibTrans" presStyleCnt="0"/>
      <dgm:spPr/>
    </dgm:pt>
    <dgm:pt modelId="{FA4F4DBB-E8A9-4057-AD6A-BD0D254BEC04}" type="pres">
      <dgm:prSet presAssocID="{35BE919E-BABC-4899-A29A-C43F12689FA6}" presName="compNode" presStyleCnt="0"/>
      <dgm:spPr/>
    </dgm:pt>
    <dgm:pt modelId="{F0FB5825-EC76-4CF5-855F-D7DC9DF13B60}" type="pres">
      <dgm:prSet presAssocID="{35BE919E-BABC-4899-A29A-C43F12689F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2ABF05B-C367-4ED8-8313-4983D57F4227}" type="pres">
      <dgm:prSet presAssocID="{35BE919E-BABC-4899-A29A-C43F12689FA6}" presName="iconSpace" presStyleCnt="0"/>
      <dgm:spPr/>
    </dgm:pt>
    <dgm:pt modelId="{1B05A87B-17CA-4394-81B0-350A0FEC5032}" type="pres">
      <dgm:prSet presAssocID="{35BE919E-BABC-4899-A29A-C43F12689FA6}" presName="parTx" presStyleLbl="revTx" presStyleIdx="4" presStyleCnt="6">
        <dgm:presLayoutVars>
          <dgm:chMax val="0"/>
          <dgm:chPref val="0"/>
        </dgm:presLayoutVars>
      </dgm:prSet>
      <dgm:spPr/>
    </dgm:pt>
    <dgm:pt modelId="{CD793BEC-F2F8-417C-9195-FB9BB9CD781B}" type="pres">
      <dgm:prSet presAssocID="{35BE919E-BABC-4899-A29A-C43F12689FA6}" presName="txSpace" presStyleCnt="0"/>
      <dgm:spPr/>
    </dgm:pt>
    <dgm:pt modelId="{9FD5BD79-D3C9-4BE5-9AE3-85673FFC36F7}" type="pres">
      <dgm:prSet presAssocID="{35BE919E-BABC-4899-A29A-C43F12689FA6}" presName="desTx" presStyleLbl="revTx" presStyleIdx="5" presStyleCnt="6">
        <dgm:presLayoutVars/>
      </dgm:prSet>
      <dgm:spPr/>
    </dgm:pt>
  </dgm:ptLst>
  <dgm:cxnLst>
    <dgm:cxn modelId="{C762D008-FD0D-449E-AA7A-12479F0841C8}" srcId="{CA9FBC08-3A31-4CA8-AE1A-C8F6A54603ED}" destId="{35BE919E-BABC-4899-A29A-C43F12689FA6}" srcOrd="2" destOrd="0" parTransId="{07A0FE51-F53A-4677-A85E-24229A83AE90}" sibTransId="{971EAB3D-DAAF-47DC-871E-E31640B43667}"/>
    <dgm:cxn modelId="{A3FCFC0B-F277-4800-B047-2441847B97B6}" srcId="{CA9FBC08-3A31-4CA8-AE1A-C8F6A54603ED}" destId="{ACD3C08F-DDBF-4BF0-8332-E06B8D3D19BA}" srcOrd="0" destOrd="0" parTransId="{1562A691-CDC2-428A-BD04-1619F732B706}" sibTransId="{B1454D14-696B-47D4-AF39-A43A643B5732}"/>
    <dgm:cxn modelId="{BFC4331C-4F8E-42BB-B86C-88545509BFAE}" srcId="{16BE9711-AEB6-4F0C-9808-451488F310D2}" destId="{C2A3CFA5-D32B-4B1F-BDC1-5C56656ABEC1}" srcOrd="0" destOrd="0" parTransId="{F9224951-D8D4-4C0A-A0B3-BE33D79C9AFE}" sibTransId="{56C33A01-8E22-40DD-90A3-15D839D6766F}"/>
    <dgm:cxn modelId="{8F360129-1A13-46EF-98DF-545F0269FFE6}" type="presOf" srcId="{16BE9711-AEB6-4F0C-9808-451488F310D2}" destId="{91ADAE57-9C8E-4A88-8D2B-16AD13200A18}" srcOrd="0" destOrd="0" presId="urn:microsoft.com/office/officeart/2018/5/layout/CenteredIconLabelDescriptionList"/>
    <dgm:cxn modelId="{2C463F2D-D981-4DA2-B825-5EF489CCCEEF}" srcId="{ACD3C08F-DDBF-4BF0-8332-E06B8D3D19BA}" destId="{E5A49AA8-A8AD-4769-9866-5C4334B1EA8F}" srcOrd="0" destOrd="0" parTransId="{DC5C60E3-5E75-4553-9779-06285CF35B3F}" sibTransId="{93292FB3-55AE-44FB-96D2-1F60A09AA492}"/>
    <dgm:cxn modelId="{3182525C-189F-4CF3-82A5-198EA4D75D2C}" srcId="{ACD3C08F-DDBF-4BF0-8332-E06B8D3D19BA}" destId="{DBF4F933-3B9C-408B-A946-F027D2256473}" srcOrd="1" destOrd="0" parTransId="{D74EF338-E945-4325-818E-F23A2C290A5F}" sibTransId="{F308D35B-AD45-45EB-9F92-D63AC19312A5}"/>
    <dgm:cxn modelId="{3DF42E46-46EB-4807-A8CC-BED32628DE5D}" type="presOf" srcId="{35BE919E-BABC-4899-A29A-C43F12689FA6}" destId="{1B05A87B-17CA-4394-81B0-350A0FEC5032}" srcOrd="0" destOrd="0" presId="urn:microsoft.com/office/officeart/2018/5/layout/CenteredIconLabelDescriptionList"/>
    <dgm:cxn modelId="{D6184B5A-B6C8-4D27-B411-90214C30DB34}" type="presOf" srcId="{E5A49AA8-A8AD-4769-9866-5C4334B1EA8F}" destId="{05880EE1-87DC-40CE-9253-DC036EBD5022}" srcOrd="0" destOrd="0" presId="urn:microsoft.com/office/officeart/2018/5/layout/CenteredIconLabelDescriptionList"/>
    <dgm:cxn modelId="{2F879E8F-0306-4609-8A09-9A10F252644B}" srcId="{35BE919E-BABC-4899-A29A-C43F12689FA6}" destId="{6EA5D782-E641-4227-95F1-97FBD0E77C38}" srcOrd="0" destOrd="0" parTransId="{6ABD0DA2-2006-4B7F-AB7B-10ED8E2C96D2}" sibTransId="{8DBB25D9-FCE1-4B8C-893B-3743E963D73B}"/>
    <dgm:cxn modelId="{27CC669D-8937-403E-BD3E-DE4DADC4858D}" type="presOf" srcId="{DBF4F933-3B9C-408B-A946-F027D2256473}" destId="{05880EE1-87DC-40CE-9253-DC036EBD5022}" srcOrd="0" destOrd="1" presId="urn:microsoft.com/office/officeart/2018/5/layout/CenteredIconLabelDescriptionList"/>
    <dgm:cxn modelId="{7EF6F7A6-47F2-4FAC-A3D3-862A48CFA431}" type="presOf" srcId="{ACD3C08F-DDBF-4BF0-8332-E06B8D3D19BA}" destId="{F33F5B83-91A9-4A28-A239-15DB75253754}" srcOrd="0" destOrd="0" presId="urn:microsoft.com/office/officeart/2018/5/layout/CenteredIconLabelDescriptionList"/>
    <dgm:cxn modelId="{02AA3DA7-1ACB-4AFA-9216-EA6F683C9EF6}" srcId="{CA9FBC08-3A31-4CA8-AE1A-C8F6A54603ED}" destId="{16BE9711-AEB6-4F0C-9808-451488F310D2}" srcOrd="1" destOrd="0" parTransId="{B8C5F00C-6E2D-4E43-AA1B-AEB1EB232167}" sibTransId="{7371031D-7264-4DE7-B8F1-43DBBD9F2AAD}"/>
    <dgm:cxn modelId="{272F9FD6-5656-44C9-BC3A-31FF8A7B6F15}" type="presOf" srcId="{CA9FBC08-3A31-4CA8-AE1A-C8F6A54603ED}" destId="{F934B4D9-0DA1-4642-9BFA-A4A002D19312}" srcOrd="0" destOrd="0" presId="urn:microsoft.com/office/officeart/2018/5/layout/CenteredIconLabelDescriptionList"/>
    <dgm:cxn modelId="{D426E6E5-801B-4AB3-9A44-44D497B9FF69}" type="presOf" srcId="{C2A3CFA5-D32B-4B1F-BDC1-5C56656ABEC1}" destId="{089847C5-557D-4BEF-A7F3-80539778EAEC}" srcOrd="0" destOrd="0" presId="urn:microsoft.com/office/officeart/2018/5/layout/CenteredIconLabelDescriptionList"/>
    <dgm:cxn modelId="{33AAC7FA-3F62-4835-8ED9-997289DCBF71}" srcId="{16BE9711-AEB6-4F0C-9808-451488F310D2}" destId="{E566158B-1083-4D4A-BEF4-0C6F98B8B025}" srcOrd="1" destOrd="0" parTransId="{E48CA17B-D812-4D74-B7AC-C8711C5110F7}" sibTransId="{A9D061E4-DD1C-499D-8E19-CC4D592B10A4}"/>
    <dgm:cxn modelId="{2A7F20FF-D939-4FF1-ACF1-FD23AE33D562}" type="presOf" srcId="{E566158B-1083-4D4A-BEF4-0C6F98B8B025}" destId="{089847C5-557D-4BEF-A7F3-80539778EAEC}" srcOrd="0" destOrd="1" presId="urn:microsoft.com/office/officeart/2018/5/layout/CenteredIconLabelDescriptionList"/>
    <dgm:cxn modelId="{196481FF-54AA-4C4B-8CB5-AB7F534459C6}" type="presOf" srcId="{6EA5D782-E641-4227-95F1-97FBD0E77C38}" destId="{9FD5BD79-D3C9-4BE5-9AE3-85673FFC36F7}" srcOrd="0" destOrd="0" presId="urn:microsoft.com/office/officeart/2018/5/layout/CenteredIconLabelDescriptionList"/>
    <dgm:cxn modelId="{BD6607FC-CB6E-4D8D-9EDB-1C13172E502A}" type="presParOf" srcId="{F934B4D9-0DA1-4642-9BFA-A4A002D19312}" destId="{08208ED0-66C2-4075-A9F8-62EC8674A05B}" srcOrd="0" destOrd="0" presId="urn:microsoft.com/office/officeart/2018/5/layout/CenteredIconLabelDescriptionList"/>
    <dgm:cxn modelId="{63201751-6C10-4E41-950A-450D86A3B54B}" type="presParOf" srcId="{08208ED0-66C2-4075-A9F8-62EC8674A05B}" destId="{57DA1A9F-63D7-42DF-8F50-1FA76E8664CC}" srcOrd="0" destOrd="0" presId="urn:microsoft.com/office/officeart/2018/5/layout/CenteredIconLabelDescriptionList"/>
    <dgm:cxn modelId="{F452A6C2-149F-40F5-AD12-75ACB43B8CDC}" type="presParOf" srcId="{08208ED0-66C2-4075-A9F8-62EC8674A05B}" destId="{19B5F35F-EA73-4DAA-B4A6-67B27E066D89}" srcOrd="1" destOrd="0" presId="urn:microsoft.com/office/officeart/2018/5/layout/CenteredIconLabelDescriptionList"/>
    <dgm:cxn modelId="{8C5B074B-FC85-4AD4-BF03-A72EDE40C876}" type="presParOf" srcId="{08208ED0-66C2-4075-A9F8-62EC8674A05B}" destId="{F33F5B83-91A9-4A28-A239-15DB75253754}" srcOrd="2" destOrd="0" presId="urn:microsoft.com/office/officeart/2018/5/layout/CenteredIconLabelDescriptionList"/>
    <dgm:cxn modelId="{61F66000-9C69-4769-BBFA-9D49ECD93D41}" type="presParOf" srcId="{08208ED0-66C2-4075-A9F8-62EC8674A05B}" destId="{70FE51A2-6859-41DC-8C5A-078535348329}" srcOrd="3" destOrd="0" presId="urn:microsoft.com/office/officeart/2018/5/layout/CenteredIconLabelDescriptionList"/>
    <dgm:cxn modelId="{65FC2A1E-48C0-4D68-B843-1B77EA179D25}" type="presParOf" srcId="{08208ED0-66C2-4075-A9F8-62EC8674A05B}" destId="{05880EE1-87DC-40CE-9253-DC036EBD5022}" srcOrd="4" destOrd="0" presId="urn:microsoft.com/office/officeart/2018/5/layout/CenteredIconLabelDescriptionList"/>
    <dgm:cxn modelId="{B7F0232B-313F-45F4-9E61-EE5714C362DE}" type="presParOf" srcId="{F934B4D9-0DA1-4642-9BFA-A4A002D19312}" destId="{B9895408-7888-442A-9EF8-792D067DD5EE}" srcOrd="1" destOrd="0" presId="urn:microsoft.com/office/officeart/2018/5/layout/CenteredIconLabelDescriptionList"/>
    <dgm:cxn modelId="{71DF312A-6026-49A1-AAEC-4395FA2ED1E8}" type="presParOf" srcId="{F934B4D9-0DA1-4642-9BFA-A4A002D19312}" destId="{EA0E67A9-24B6-4998-BE7E-62DDCE9401DE}" srcOrd="2" destOrd="0" presId="urn:microsoft.com/office/officeart/2018/5/layout/CenteredIconLabelDescriptionList"/>
    <dgm:cxn modelId="{AC168989-71B7-4A53-A4E3-935ECE9CE2A6}" type="presParOf" srcId="{EA0E67A9-24B6-4998-BE7E-62DDCE9401DE}" destId="{6825308B-E237-4A3E-888B-8FB3D017F437}" srcOrd="0" destOrd="0" presId="urn:microsoft.com/office/officeart/2018/5/layout/CenteredIconLabelDescriptionList"/>
    <dgm:cxn modelId="{2FB95DEF-400B-4BAF-AD75-8133BF833F41}" type="presParOf" srcId="{EA0E67A9-24B6-4998-BE7E-62DDCE9401DE}" destId="{188897E8-47F3-497E-B3B0-95BD8737D3B8}" srcOrd="1" destOrd="0" presId="urn:microsoft.com/office/officeart/2018/5/layout/CenteredIconLabelDescriptionList"/>
    <dgm:cxn modelId="{AF94447C-2328-4DA4-A473-07489FF3B12B}" type="presParOf" srcId="{EA0E67A9-24B6-4998-BE7E-62DDCE9401DE}" destId="{91ADAE57-9C8E-4A88-8D2B-16AD13200A18}" srcOrd="2" destOrd="0" presId="urn:microsoft.com/office/officeart/2018/5/layout/CenteredIconLabelDescriptionList"/>
    <dgm:cxn modelId="{8438E835-1AE9-4DE9-AECB-D3F0EBF4CE05}" type="presParOf" srcId="{EA0E67A9-24B6-4998-BE7E-62DDCE9401DE}" destId="{43F2F117-76CB-4F1F-984B-12D5F766D9CB}" srcOrd="3" destOrd="0" presId="urn:microsoft.com/office/officeart/2018/5/layout/CenteredIconLabelDescriptionList"/>
    <dgm:cxn modelId="{62AF23D7-625E-4C64-942C-9FF628658107}" type="presParOf" srcId="{EA0E67A9-24B6-4998-BE7E-62DDCE9401DE}" destId="{089847C5-557D-4BEF-A7F3-80539778EAEC}" srcOrd="4" destOrd="0" presId="urn:microsoft.com/office/officeart/2018/5/layout/CenteredIconLabelDescriptionList"/>
    <dgm:cxn modelId="{6A5CB8CA-914C-40B1-84F3-91314145F83C}" type="presParOf" srcId="{F934B4D9-0DA1-4642-9BFA-A4A002D19312}" destId="{B7D0C8C5-A813-424A-B587-D646EF43BEE0}" srcOrd="3" destOrd="0" presId="urn:microsoft.com/office/officeart/2018/5/layout/CenteredIconLabelDescriptionList"/>
    <dgm:cxn modelId="{42ED37C8-0BB1-4FC9-BC10-ECB8DE989FF8}" type="presParOf" srcId="{F934B4D9-0DA1-4642-9BFA-A4A002D19312}" destId="{FA4F4DBB-E8A9-4057-AD6A-BD0D254BEC04}" srcOrd="4" destOrd="0" presId="urn:microsoft.com/office/officeart/2018/5/layout/CenteredIconLabelDescriptionList"/>
    <dgm:cxn modelId="{68B27908-CA60-4462-92FE-9BC0CE6B580A}" type="presParOf" srcId="{FA4F4DBB-E8A9-4057-AD6A-BD0D254BEC04}" destId="{F0FB5825-EC76-4CF5-855F-D7DC9DF13B60}" srcOrd="0" destOrd="0" presId="urn:microsoft.com/office/officeart/2018/5/layout/CenteredIconLabelDescriptionList"/>
    <dgm:cxn modelId="{7614DC4E-415D-40AB-9939-EFFF356AF5F8}" type="presParOf" srcId="{FA4F4DBB-E8A9-4057-AD6A-BD0D254BEC04}" destId="{A2ABF05B-C367-4ED8-8313-4983D57F4227}" srcOrd="1" destOrd="0" presId="urn:microsoft.com/office/officeart/2018/5/layout/CenteredIconLabelDescriptionList"/>
    <dgm:cxn modelId="{4BC4D52E-0F13-464F-AF02-5421D86A56B1}" type="presParOf" srcId="{FA4F4DBB-E8A9-4057-AD6A-BD0D254BEC04}" destId="{1B05A87B-17CA-4394-81B0-350A0FEC5032}" srcOrd="2" destOrd="0" presId="urn:microsoft.com/office/officeart/2018/5/layout/CenteredIconLabelDescriptionList"/>
    <dgm:cxn modelId="{EF97EFB1-A183-4CE7-ABE5-59CE6D476E23}" type="presParOf" srcId="{FA4F4DBB-E8A9-4057-AD6A-BD0D254BEC04}" destId="{CD793BEC-F2F8-417C-9195-FB9BB9CD781B}" srcOrd="3" destOrd="0" presId="urn:microsoft.com/office/officeart/2018/5/layout/CenteredIconLabelDescriptionList"/>
    <dgm:cxn modelId="{74A30E83-7031-49CC-BB8E-4B9EEA269881}" type="presParOf" srcId="{FA4F4DBB-E8A9-4057-AD6A-BD0D254BEC04}" destId="{9FD5BD79-D3C9-4BE5-9AE3-85673FFC36F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A9FBC08-3A31-4CA8-AE1A-C8F6A54603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3D0228A-E090-4C49-A339-406AE3BADB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Strings</a:t>
          </a:r>
        </a:p>
      </dgm:t>
    </dgm:pt>
    <dgm:pt modelId="{C15D2F80-25D0-4E3E-BF38-828D37461798}" type="parTrans" cxnId="{E42FFDD7-6F7C-4E20-A5F1-10EA91A8F679}">
      <dgm:prSet/>
      <dgm:spPr/>
      <dgm:t>
        <a:bodyPr/>
        <a:lstStyle/>
        <a:p>
          <a:endParaRPr lang="tr-TR"/>
        </a:p>
      </dgm:t>
    </dgm:pt>
    <dgm:pt modelId="{5A571C56-5EE3-46F9-A4D0-0208D20FCECE}" type="sibTrans" cxnId="{E42FFDD7-6F7C-4E20-A5F1-10EA91A8F679}">
      <dgm:prSet/>
      <dgm:spPr/>
      <dgm:t>
        <a:bodyPr/>
        <a:lstStyle/>
        <a:p>
          <a:endParaRPr lang="tr-TR"/>
        </a:p>
      </dgm:t>
    </dgm:pt>
    <dgm:pt modelId="{E9A1026E-5A00-4DC7-9783-6D960B53C5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collected from a cryptographically secure</a:t>
          </a:r>
          <a:endParaRPr lang="tr-TR" dirty="0"/>
        </a:p>
      </dgm:t>
    </dgm:pt>
    <dgm:pt modelId="{1E8F8D9E-A7FE-4000-A237-DF7C81AEDF82}" type="parTrans" cxnId="{AA188397-A487-493C-B6F5-D8438D40B4EA}">
      <dgm:prSet/>
      <dgm:spPr/>
      <dgm:t>
        <a:bodyPr/>
        <a:lstStyle/>
        <a:p>
          <a:endParaRPr lang="tr-TR"/>
        </a:p>
      </dgm:t>
    </dgm:pt>
    <dgm:pt modelId="{15460AD6-94FF-4DAF-9315-C5036A00316D}" type="sibTrans" cxnId="{AA188397-A487-493C-B6F5-D8438D40B4EA}">
      <dgm:prSet/>
      <dgm:spPr/>
      <dgm:t>
        <a:bodyPr/>
        <a:lstStyle/>
        <a:p>
          <a:endParaRPr lang="tr-TR"/>
        </a:p>
      </dgm:t>
    </dgm:pt>
    <dgm:pt modelId="{0CEBED70-BF9A-41C7-A3BB-68FE7BC450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</a:t>
          </a:r>
        </a:p>
      </dgm:t>
    </dgm:pt>
    <dgm:pt modelId="{0E6EFB6F-9B65-4AA4-BA20-A6CF6A811283}" type="parTrans" cxnId="{06108215-CFCB-4C30-A12A-EF0ED1A590A2}">
      <dgm:prSet/>
      <dgm:spPr/>
      <dgm:t>
        <a:bodyPr/>
        <a:lstStyle/>
        <a:p>
          <a:endParaRPr lang="tr-TR"/>
        </a:p>
      </dgm:t>
    </dgm:pt>
    <dgm:pt modelId="{4ACA4E2C-64A2-45C7-97E9-E17AE82B155C}" type="sibTrans" cxnId="{06108215-CFCB-4C30-A12A-EF0ED1A590A2}">
      <dgm:prSet/>
      <dgm:spPr/>
      <dgm:t>
        <a:bodyPr/>
        <a:lstStyle/>
        <a:p>
          <a:endParaRPr lang="tr-TR"/>
        </a:p>
      </dgm:t>
    </dgm:pt>
    <dgm:pt modelId="{4719B6FC-CDAF-44BF-8BFE-296ED2CDD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the</a:t>
          </a:r>
          <a:r>
            <a:rPr lang="tr-TR" dirty="0"/>
            <a:t> </a:t>
          </a:r>
          <a:r>
            <a:rPr lang="en-US" dirty="0"/>
            <a:t>result is less than n - 1, </a:t>
          </a:r>
          <a:endParaRPr lang="tr-TR" dirty="0"/>
        </a:p>
      </dgm:t>
    </dgm:pt>
    <dgm:pt modelId="{05D43156-6A83-4B46-AB05-44DFBE3C38C8}" type="parTrans" cxnId="{F0C836BF-190C-4031-8D06-A66C3B80F2A2}">
      <dgm:prSet/>
      <dgm:spPr/>
      <dgm:t>
        <a:bodyPr/>
        <a:lstStyle/>
        <a:p>
          <a:endParaRPr lang="tr-TR"/>
        </a:p>
      </dgm:t>
    </dgm:pt>
    <dgm:pt modelId="{E96700C0-D2E4-44A2-AC7C-72A119B89051}" type="sibTrans" cxnId="{F0C836BF-190C-4031-8D06-A66C3B80F2A2}">
      <dgm:prSet/>
      <dgm:spPr/>
      <dgm:t>
        <a:bodyPr/>
        <a:lstStyle/>
        <a:p>
          <a:endParaRPr lang="tr-TR"/>
        </a:p>
      </dgm:t>
    </dgm:pt>
    <dgm:pt modelId="{4437CC01-AD26-45C0-828C-8EE6A15A28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Otherwise </a:t>
          </a:r>
          <a:endParaRPr lang="tr-TR"/>
        </a:p>
      </dgm:t>
    </dgm:pt>
    <dgm:pt modelId="{5925C0B3-16CB-4411-8B91-4BF4DB83C836}" type="parTrans" cxnId="{2679B623-884A-49D6-BC61-4750A4E299A0}">
      <dgm:prSet/>
      <dgm:spPr/>
      <dgm:t>
        <a:bodyPr/>
        <a:lstStyle/>
        <a:p>
          <a:endParaRPr lang="tr-TR"/>
        </a:p>
      </dgm:t>
    </dgm:pt>
    <dgm:pt modelId="{DF9B4153-C1B4-41A2-9D62-3EEC3000E51C}" type="sibTrans" cxnId="{2679B623-884A-49D6-BC61-4750A4E299A0}">
      <dgm:prSet/>
      <dgm:spPr/>
      <dgm:t>
        <a:bodyPr/>
        <a:lstStyle/>
        <a:p>
          <a:endParaRPr lang="tr-TR"/>
        </a:p>
      </dgm:t>
    </dgm:pt>
    <dgm:pt modelId="{D4FAFAFA-F1CE-4CA5-8208-BC39963D6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have a suitable private key. </a:t>
          </a:r>
          <a:endParaRPr lang="tr-TR" dirty="0"/>
        </a:p>
      </dgm:t>
    </dgm:pt>
    <dgm:pt modelId="{CCAB0C74-82B7-48BC-A147-46B7649AC544}" type="parTrans" cxnId="{2A6E9DEC-A428-44A0-94C0-F12D51A556B7}">
      <dgm:prSet/>
      <dgm:spPr/>
      <dgm:t>
        <a:bodyPr/>
        <a:lstStyle/>
        <a:p>
          <a:endParaRPr lang="tr-TR"/>
        </a:p>
      </dgm:t>
    </dgm:pt>
    <dgm:pt modelId="{2D816201-7273-43C7-819A-2541FE001440}" type="sibTrans" cxnId="{2A6E9DEC-A428-44A0-94C0-F12D51A556B7}">
      <dgm:prSet/>
      <dgm:spPr/>
      <dgm:t>
        <a:bodyPr/>
        <a:lstStyle/>
        <a:p>
          <a:endParaRPr lang="tr-TR"/>
        </a:p>
      </dgm:t>
    </dgm:pt>
    <dgm:pt modelId="{1A3C09EE-3F5B-469B-9741-0863A83191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simply try</a:t>
          </a:r>
          <a:r>
            <a:rPr lang="tr-TR" dirty="0"/>
            <a:t> </a:t>
          </a:r>
          <a:r>
            <a:rPr lang="en-US" dirty="0"/>
            <a:t>again</a:t>
          </a:r>
          <a:endParaRPr lang="tr-TR" dirty="0"/>
        </a:p>
      </dgm:t>
    </dgm:pt>
    <dgm:pt modelId="{54379155-1CE2-42FF-8730-ECEE472C12AA}" type="parTrans" cxnId="{7C216A62-4E28-4327-90A4-8B61F7D29898}">
      <dgm:prSet/>
      <dgm:spPr/>
      <dgm:t>
        <a:bodyPr/>
        <a:lstStyle/>
        <a:p>
          <a:endParaRPr lang="tr-TR"/>
        </a:p>
      </dgm:t>
    </dgm:pt>
    <dgm:pt modelId="{2AF76336-4AA9-4F70-8C6E-C7F979F2AE0C}" type="sibTrans" cxnId="{7C216A62-4E28-4327-90A4-8B61F7D29898}">
      <dgm:prSet/>
      <dgm:spPr/>
      <dgm:t>
        <a:bodyPr/>
        <a:lstStyle/>
        <a:p>
          <a:endParaRPr lang="tr-TR"/>
        </a:p>
      </dgm:t>
    </dgm:pt>
    <dgm:pt modelId="{DE337B5A-6597-48EA-9A0A-C208B74B56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source of randomness,</a:t>
          </a:r>
          <a:endParaRPr lang="tr-TR" dirty="0"/>
        </a:p>
      </dgm:t>
    </dgm:pt>
    <dgm:pt modelId="{2C006939-9D16-466F-B318-E953B9FC5528}" type="parTrans" cxnId="{3841DF4D-16CD-449E-859C-73DAE37925CA}">
      <dgm:prSet/>
      <dgm:spPr/>
      <dgm:t>
        <a:bodyPr/>
        <a:lstStyle/>
        <a:p>
          <a:endParaRPr lang="tr-TR"/>
        </a:p>
      </dgm:t>
    </dgm:pt>
    <dgm:pt modelId="{92C74693-270D-43E3-A88F-D6C0EA43E01C}" type="sibTrans" cxnId="{3841DF4D-16CD-449E-859C-73DAE37925CA}">
      <dgm:prSet/>
      <dgm:spPr/>
      <dgm:t>
        <a:bodyPr/>
        <a:lstStyle/>
        <a:p>
          <a:endParaRPr lang="tr-TR"/>
        </a:p>
      </dgm:t>
    </dgm:pt>
    <dgm:pt modelId="{D0EB638B-9918-434B-B697-5CC53A18A9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another random number.</a:t>
          </a:r>
          <a:endParaRPr lang="tr-TR" dirty="0"/>
        </a:p>
      </dgm:t>
    </dgm:pt>
    <dgm:pt modelId="{02A4EE41-A270-435D-973A-7327418C7169}" type="parTrans" cxnId="{D05EC740-C39C-4F57-85EB-53020CD58586}">
      <dgm:prSet/>
      <dgm:spPr/>
      <dgm:t>
        <a:bodyPr/>
        <a:lstStyle/>
        <a:p>
          <a:endParaRPr lang="tr-TR"/>
        </a:p>
      </dgm:t>
    </dgm:pt>
    <dgm:pt modelId="{FE24A6B0-0942-4F0E-BE6E-6A852B87BBFA}" type="sibTrans" cxnId="{D05EC740-C39C-4F57-85EB-53020CD58586}">
      <dgm:prSet/>
      <dgm:spPr/>
      <dgm:t>
        <a:bodyPr/>
        <a:lstStyle/>
        <a:p>
          <a:endParaRPr lang="tr-TR"/>
        </a:p>
      </dgm:t>
    </dgm:pt>
    <dgm:pt modelId="{F934B4D9-0DA1-4642-9BFA-A4A002D19312}" type="pres">
      <dgm:prSet presAssocID="{CA9FBC08-3A31-4CA8-AE1A-C8F6A54603ED}" presName="root" presStyleCnt="0">
        <dgm:presLayoutVars>
          <dgm:dir/>
          <dgm:resizeHandles val="exact"/>
        </dgm:presLayoutVars>
      </dgm:prSet>
      <dgm:spPr/>
    </dgm:pt>
    <dgm:pt modelId="{84E0B50D-B866-4A0C-9C9C-608ABFE527D3}" type="pres">
      <dgm:prSet presAssocID="{D3D0228A-E090-4C49-A339-406AE3BADBF4}" presName="compNode" presStyleCnt="0"/>
      <dgm:spPr/>
    </dgm:pt>
    <dgm:pt modelId="{1B33AACB-C2A6-4CCC-8358-0CCDB7C96ED5}" type="pres">
      <dgm:prSet presAssocID="{D3D0228A-E090-4C49-A339-406AE3BADB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nieBottle"/>
        </a:ext>
      </dgm:extLst>
    </dgm:pt>
    <dgm:pt modelId="{BC02EC21-A7D3-4571-8B45-244AAC81282C}" type="pres">
      <dgm:prSet presAssocID="{D3D0228A-E090-4C49-A339-406AE3BADBF4}" presName="iconSpace" presStyleCnt="0"/>
      <dgm:spPr/>
    </dgm:pt>
    <dgm:pt modelId="{7DF074A8-6682-4444-9DD7-7EB22DB37E4E}" type="pres">
      <dgm:prSet presAssocID="{D3D0228A-E090-4C49-A339-406AE3BADBF4}" presName="parTx" presStyleLbl="revTx" presStyleIdx="0" presStyleCnt="6">
        <dgm:presLayoutVars>
          <dgm:chMax val="0"/>
          <dgm:chPref val="0"/>
        </dgm:presLayoutVars>
      </dgm:prSet>
      <dgm:spPr/>
    </dgm:pt>
    <dgm:pt modelId="{4203F4DC-03A8-4010-8ECF-CB1B6F5E8F83}" type="pres">
      <dgm:prSet presAssocID="{D3D0228A-E090-4C49-A339-406AE3BADBF4}" presName="txSpace" presStyleCnt="0"/>
      <dgm:spPr/>
    </dgm:pt>
    <dgm:pt modelId="{88DC8068-03A6-4054-A7FF-F1637566B046}" type="pres">
      <dgm:prSet presAssocID="{D3D0228A-E090-4C49-A339-406AE3BADBF4}" presName="desTx" presStyleLbl="revTx" presStyleIdx="1" presStyleCnt="6">
        <dgm:presLayoutVars/>
      </dgm:prSet>
      <dgm:spPr/>
    </dgm:pt>
    <dgm:pt modelId="{0D4F40D0-3DB0-48E9-AC39-2E8E3780902B}" type="pres">
      <dgm:prSet presAssocID="{5A571C56-5EE3-46F9-A4D0-0208D20FCECE}" presName="sibTrans" presStyleCnt="0"/>
      <dgm:spPr/>
    </dgm:pt>
    <dgm:pt modelId="{D28EA5AC-2E17-4B97-B876-82198427E4AF}" type="pres">
      <dgm:prSet presAssocID="{0CEBED70-BF9A-41C7-A3BB-68FE7BC45055}" presName="compNode" presStyleCnt="0"/>
      <dgm:spPr/>
    </dgm:pt>
    <dgm:pt modelId="{9E322017-9D26-41CB-AD59-92B98E200C5D}" type="pres">
      <dgm:prSet presAssocID="{0CEBED70-BF9A-41C7-A3BB-68FE7BC450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D89F22B-9075-4089-A090-6F119B5A0134}" type="pres">
      <dgm:prSet presAssocID="{0CEBED70-BF9A-41C7-A3BB-68FE7BC45055}" presName="iconSpace" presStyleCnt="0"/>
      <dgm:spPr/>
    </dgm:pt>
    <dgm:pt modelId="{9264C808-2011-4561-B062-F9F266351A39}" type="pres">
      <dgm:prSet presAssocID="{0CEBED70-BF9A-41C7-A3BB-68FE7BC45055}" presName="parTx" presStyleLbl="revTx" presStyleIdx="2" presStyleCnt="6">
        <dgm:presLayoutVars>
          <dgm:chMax val="0"/>
          <dgm:chPref val="0"/>
        </dgm:presLayoutVars>
      </dgm:prSet>
      <dgm:spPr/>
    </dgm:pt>
    <dgm:pt modelId="{68FA9116-B78F-4AB6-98F6-CB4F85321F02}" type="pres">
      <dgm:prSet presAssocID="{0CEBED70-BF9A-41C7-A3BB-68FE7BC45055}" presName="txSpace" presStyleCnt="0"/>
      <dgm:spPr/>
    </dgm:pt>
    <dgm:pt modelId="{BB2B6C7E-084B-4A55-B190-AA40F2CD50A4}" type="pres">
      <dgm:prSet presAssocID="{0CEBED70-BF9A-41C7-A3BB-68FE7BC45055}" presName="desTx" presStyleLbl="revTx" presStyleIdx="3" presStyleCnt="6">
        <dgm:presLayoutVars/>
      </dgm:prSet>
      <dgm:spPr/>
    </dgm:pt>
    <dgm:pt modelId="{E0C87B13-161C-4CF4-A11C-49F193FB0C46}" type="pres">
      <dgm:prSet presAssocID="{4ACA4E2C-64A2-45C7-97E9-E17AE82B155C}" presName="sibTrans" presStyleCnt="0"/>
      <dgm:spPr/>
    </dgm:pt>
    <dgm:pt modelId="{2A01EB71-C61A-40E4-B0CB-9C5D8A8BB871}" type="pres">
      <dgm:prSet presAssocID="{4437CC01-AD26-45C0-828C-8EE6A15A28D9}" presName="compNode" presStyleCnt="0"/>
      <dgm:spPr/>
    </dgm:pt>
    <dgm:pt modelId="{0E9B9AE6-E79F-4221-B112-8EDBB9434A04}" type="pres">
      <dgm:prSet presAssocID="{4437CC01-AD26-45C0-828C-8EE6A15A28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1456B60-7C1E-4226-AAF4-64FC7A542366}" type="pres">
      <dgm:prSet presAssocID="{4437CC01-AD26-45C0-828C-8EE6A15A28D9}" presName="iconSpace" presStyleCnt="0"/>
      <dgm:spPr/>
    </dgm:pt>
    <dgm:pt modelId="{7F1ABE05-6C83-439E-A9C9-036464628D72}" type="pres">
      <dgm:prSet presAssocID="{4437CC01-AD26-45C0-828C-8EE6A15A28D9}" presName="parTx" presStyleLbl="revTx" presStyleIdx="4" presStyleCnt="6">
        <dgm:presLayoutVars>
          <dgm:chMax val="0"/>
          <dgm:chPref val="0"/>
        </dgm:presLayoutVars>
      </dgm:prSet>
      <dgm:spPr/>
    </dgm:pt>
    <dgm:pt modelId="{0CE0959B-939F-4AF4-95AB-C84DBA04006A}" type="pres">
      <dgm:prSet presAssocID="{4437CC01-AD26-45C0-828C-8EE6A15A28D9}" presName="txSpace" presStyleCnt="0"/>
      <dgm:spPr/>
    </dgm:pt>
    <dgm:pt modelId="{5DF30453-C923-4110-9C7A-E6638D4172A2}" type="pres">
      <dgm:prSet presAssocID="{4437CC01-AD26-45C0-828C-8EE6A15A28D9}" presName="desTx" presStyleLbl="revTx" presStyleIdx="5" presStyleCnt="6">
        <dgm:presLayoutVars/>
      </dgm:prSet>
      <dgm:spPr/>
    </dgm:pt>
  </dgm:ptLst>
  <dgm:cxnLst>
    <dgm:cxn modelId="{76551F12-3130-4632-B702-5558C845DDD9}" type="presOf" srcId="{DE337B5A-6597-48EA-9A0A-C208B74B5626}" destId="{88DC8068-03A6-4054-A7FF-F1637566B046}" srcOrd="0" destOrd="1" presId="urn:microsoft.com/office/officeart/2018/5/layout/CenteredIconLabelDescriptionList"/>
    <dgm:cxn modelId="{06108215-CFCB-4C30-A12A-EF0ED1A590A2}" srcId="{CA9FBC08-3A31-4CA8-AE1A-C8F6A54603ED}" destId="{0CEBED70-BF9A-41C7-A3BB-68FE7BC45055}" srcOrd="1" destOrd="0" parTransId="{0E6EFB6F-9B65-4AA4-BA20-A6CF6A811283}" sibTransId="{4ACA4E2C-64A2-45C7-97E9-E17AE82B155C}"/>
    <dgm:cxn modelId="{8FCB0A21-EF46-4D7A-A205-A986B0167573}" type="presOf" srcId="{D0EB638B-9918-434B-B697-5CC53A18A95F}" destId="{5DF30453-C923-4110-9C7A-E6638D4172A2}" srcOrd="0" destOrd="1" presId="urn:microsoft.com/office/officeart/2018/5/layout/CenteredIconLabelDescriptionList"/>
    <dgm:cxn modelId="{2679B623-884A-49D6-BC61-4750A4E299A0}" srcId="{CA9FBC08-3A31-4CA8-AE1A-C8F6A54603ED}" destId="{4437CC01-AD26-45C0-828C-8EE6A15A28D9}" srcOrd="2" destOrd="0" parTransId="{5925C0B3-16CB-4411-8B91-4BF4DB83C836}" sibTransId="{DF9B4153-C1B4-41A2-9D62-3EEC3000E51C}"/>
    <dgm:cxn modelId="{3BAA5927-07EF-4752-93E4-5280E1458FF3}" type="presOf" srcId="{0CEBED70-BF9A-41C7-A3BB-68FE7BC45055}" destId="{9264C808-2011-4561-B062-F9F266351A39}" srcOrd="0" destOrd="0" presId="urn:microsoft.com/office/officeart/2018/5/layout/CenteredIconLabelDescriptionList"/>
    <dgm:cxn modelId="{D05EC740-C39C-4F57-85EB-53020CD58586}" srcId="{4437CC01-AD26-45C0-828C-8EE6A15A28D9}" destId="{D0EB638B-9918-434B-B697-5CC53A18A95F}" srcOrd="1" destOrd="0" parTransId="{02A4EE41-A270-435D-973A-7327418C7169}" sibTransId="{FE24A6B0-0942-4F0E-BE6E-6A852B87BBFA}"/>
    <dgm:cxn modelId="{7C216A62-4E28-4327-90A4-8B61F7D29898}" srcId="{4437CC01-AD26-45C0-828C-8EE6A15A28D9}" destId="{1A3C09EE-3F5B-469B-9741-0863A8319185}" srcOrd="0" destOrd="0" parTransId="{54379155-1CE2-42FF-8730-ECEE472C12AA}" sibTransId="{2AF76336-4AA9-4F70-8C6E-C7F979F2AE0C}"/>
    <dgm:cxn modelId="{6D4FE162-62E8-402F-8758-F2CEBC83C376}" type="presOf" srcId="{D3D0228A-E090-4C49-A339-406AE3BADBF4}" destId="{7DF074A8-6682-4444-9DD7-7EB22DB37E4E}" srcOrd="0" destOrd="0" presId="urn:microsoft.com/office/officeart/2018/5/layout/CenteredIconLabelDescriptionList"/>
    <dgm:cxn modelId="{287CD866-2659-433D-BACA-DFE8D187A2EE}" type="presOf" srcId="{E9A1026E-5A00-4DC7-9783-6D960B53C572}" destId="{88DC8068-03A6-4054-A7FF-F1637566B046}" srcOrd="0" destOrd="0" presId="urn:microsoft.com/office/officeart/2018/5/layout/CenteredIconLabelDescriptionList"/>
    <dgm:cxn modelId="{4A0CEF6B-98F7-4D34-8EE2-9060D940F0D2}" type="presOf" srcId="{4719B6FC-CDAF-44BF-8BFE-296ED2CDDDF5}" destId="{BB2B6C7E-084B-4A55-B190-AA40F2CD50A4}" srcOrd="0" destOrd="0" presId="urn:microsoft.com/office/officeart/2018/5/layout/CenteredIconLabelDescriptionList"/>
    <dgm:cxn modelId="{52F2A76D-0DBC-46F1-8233-13FBD7663B1E}" type="presOf" srcId="{1A3C09EE-3F5B-469B-9741-0863A8319185}" destId="{5DF30453-C923-4110-9C7A-E6638D4172A2}" srcOrd="0" destOrd="0" presId="urn:microsoft.com/office/officeart/2018/5/layout/CenteredIconLabelDescriptionList"/>
    <dgm:cxn modelId="{3841DF4D-16CD-449E-859C-73DAE37925CA}" srcId="{D3D0228A-E090-4C49-A339-406AE3BADBF4}" destId="{DE337B5A-6597-48EA-9A0A-C208B74B5626}" srcOrd="1" destOrd="0" parTransId="{2C006939-9D16-466F-B318-E953B9FC5528}" sibTransId="{92C74693-270D-43E3-A88F-D6C0EA43E01C}"/>
    <dgm:cxn modelId="{29687874-3863-4700-B2A8-FC176DFEF45C}" type="presOf" srcId="{D4FAFAFA-F1CE-4CA5-8208-BC39963D62FB}" destId="{BB2B6C7E-084B-4A55-B190-AA40F2CD50A4}" srcOrd="0" destOrd="1" presId="urn:microsoft.com/office/officeart/2018/5/layout/CenteredIconLabelDescriptionList"/>
    <dgm:cxn modelId="{AA188397-A487-493C-B6F5-D8438D40B4EA}" srcId="{D3D0228A-E090-4C49-A339-406AE3BADBF4}" destId="{E9A1026E-5A00-4DC7-9783-6D960B53C572}" srcOrd="0" destOrd="0" parTransId="{1E8F8D9E-A7FE-4000-A237-DF7C81AEDF82}" sibTransId="{15460AD6-94FF-4DAF-9315-C5036A00316D}"/>
    <dgm:cxn modelId="{F0C836BF-190C-4031-8D06-A66C3B80F2A2}" srcId="{0CEBED70-BF9A-41C7-A3BB-68FE7BC45055}" destId="{4719B6FC-CDAF-44BF-8BFE-296ED2CDDDF5}" srcOrd="0" destOrd="0" parTransId="{05D43156-6A83-4B46-AB05-44DFBE3C38C8}" sibTransId="{E96700C0-D2E4-44A2-AC7C-72A119B89051}"/>
    <dgm:cxn modelId="{66801CCB-6078-46CB-8137-163747322744}" type="presOf" srcId="{4437CC01-AD26-45C0-828C-8EE6A15A28D9}" destId="{7F1ABE05-6C83-439E-A9C9-036464628D72}" srcOrd="0" destOrd="0" presId="urn:microsoft.com/office/officeart/2018/5/layout/CenteredIconLabelDescriptionList"/>
    <dgm:cxn modelId="{272F9FD6-5656-44C9-BC3A-31FF8A7B6F15}" type="presOf" srcId="{CA9FBC08-3A31-4CA8-AE1A-C8F6A54603ED}" destId="{F934B4D9-0DA1-4642-9BFA-A4A002D19312}" srcOrd="0" destOrd="0" presId="urn:microsoft.com/office/officeart/2018/5/layout/CenteredIconLabelDescriptionList"/>
    <dgm:cxn modelId="{E42FFDD7-6F7C-4E20-A5F1-10EA91A8F679}" srcId="{CA9FBC08-3A31-4CA8-AE1A-C8F6A54603ED}" destId="{D3D0228A-E090-4C49-A339-406AE3BADBF4}" srcOrd="0" destOrd="0" parTransId="{C15D2F80-25D0-4E3E-BF38-828D37461798}" sibTransId="{5A571C56-5EE3-46F9-A4D0-0208D20FCECE}"/>
    <dgm:cxn modelId="{2A6E9DEC-A428-44A0-94C0-F12D51A556B7}" srcId="{0CEBED70-BF9A-41C7-A3BB-68FE7BC45055}" destId="{D4FAFAFA-F1CE-4CA5-8208-BC39963D62FB}" srcOrd="1" destOrd="0" parTransId="{CCAB0C74-82B7-48BC-A147-46B7649AC544}" sibTransId="{2D816201-7273-43C7-819A-2541FE001440}"/>
    <dgm:cxn modelId="{8607A6E3-DF01-4491-8650-BD46C235F6F1}" type="presParOf" srcId="{F934B4D9-0DA1-4642-9BFA-A4A002D19312}" destId="{84E0B50D-B866-4A0C-9C9C-608ABFE527D3}" srcOrd="0" destOrd="0" presId="urn:microsoft.com/office/officeart/2018/5/layout/CenteredIconLabelDescriptionList"/>
    <dgm:cxn modelId="{39859413-ED3E-4D85-8613-A8D385708DC3}" type="presParOf" srcId="{84E0B50D-B866-4A0C-9C9C-608ABFE527D3}" destId="{1B33AACB-C2A6-4CCC-8358-0CCDB7C96ED5}" srcOrd="0" destOrd="0" presId="urn:microsoft.com/office/officeart/2018/5/layout/CenteredIconLabelDescriptionList"/>
    <dgm:cxn modelId="{57BA28B9-BC44-4FA7-A5DE-4A018CA6E75B}" type="presParOf" srcId="{84E0B50D-B866-4A0C-9C9C-608ABFE527D3}" destId="{BC02EC21-A7D3-4571-8B45-244AAC81282C}" srcOrd="1" destOrd="0" presId="urn:microsoft.com/office/officeart/2018/5/layout/CenteredIconLabelDescriptionList"/>
    <dgm:cxn modelId="{49C02955-D3EA-475E-921A-12EA86AA5C09}" type="presParOf" srcId="{84E0B50D-B866-4A0C-9C9C-608ABFE527D3}" destId="{7DF074A8-6682-4444-9DD7-7EB22DB37E4E}" srcOrd="2" destOrd="0" presId="urn:microsoft.com/office/officeart/2018/5/layout/CenteredIconLabelDescriptionList"/>
    <dgm:cxn modelId="{2EB082F1-CEF4-497F-8199-219C7CE1FB33}" type="presParOf" srcId="{84E0B50D-B866-4A0C-9C9C-608ABFE527D3}" destId="{4203F4DC-03A8-4010-8ECF-CB1B6F5E8F83}" srcOrd="3" destOrd="0" presId="urn:microsoft.com/office/officeart/2018/5/layout/CenteredIconLabelDescriptionList"/>
    <dgm:cxn modelId="{0E6C86F0-5FA2-465C-A255-FCAA10AD4306}" type="presParOf" srcId="{84E0B50D-B866-4A0C-9C9C-608ABFE527D3}" destId="{88DC8068-03A6-4054-A7FF-F1637566B046}" srcOrd="4" destOrd="0" presId="urn:microsoft.com/office/officeart/2018/5/layout/CenteredIconLabelDescriptionList"/>
    <dgm:cxn modelId="{77106516-6A3D-47F0-BE18-4FD978971034}" type="presParOf" srcId="{F934B4D9-0DA1-4642-9BFA-A4A002D19312}" destId="{0D4F40D0-3DB0-48E9-AC39-2E8E3780902B}" srcOrd="1" destOrd="0" presId="urn:microsoft.com/office/officeart/2018/5/layout/CenteredIconLabelDescriptionList"/>
    <dgm:cxn modelId="{F7257452-453D-494A-AE5D-4877DC95EF2E}" type="presParOf" srcId="{F934B4D9-0DA1-4642-9BFA-A4A002D19312}" destId="{D28EA5AC-2E17-4B97-B876-82198427E4AF}" srcOrd="2" destOrd="0" presId="urn:microsoft.com/office/officeart/2018/5/layout/CenteredIconLabelDescriptionList"/>
    <dgm:cxn modelId="{B3EC272F-A3C6-4D25-ACFC-F4CF85DB0FF0}" type="presParOf" srcId="{D28EA5AC-2E17-4B97-B876-82198427E4AF}" destId="{9E322017-9D26-41CB-AD59-92B98E200C5D}" srcOrd="0" destOrd="0" presId="urn:microsoft.com/office/officeart/2018/5/layout/CenteredIconLabelDescriptionList"/>
    <dgm:cxn modelId="{0ABF3A45-F1BF-4DDC-8FA5-6B3B0398AED3}" type="presParOf" srcId="{D28EA5AC-2E17-4B97-B876-82198427E4AF}" destId="{9D89F22B-9075-4089-A090-6F119B5A0134}" srcOrd="1" destOrd="0" presId="urn:microsoft.com/office/officeart/2018/5/layout/CenteredIconLabelDescriptionList"/>
    <dgm:cxn modelId="{53495716-0C02-4A2D-BAE1-E7C827F63446}" type="presParOf" srcId="{D28EA5AC-2E17-4B97-B876-82198427E4AF}" destId="{9264C808-2011-4561-B062-F9F266351A39}" srcOrd="2" destOrd="0" presId="urn:microsoft.com/office/officeart/2018/5/layout/CenteredIconLabelDescriptionList"/>
    <dgm:cxn modelId="{5DED54B9-17B6-4A39-AA86-F297DD254728}" type="presParOf" srcId="{D28EA5AC-2E17-4B97-B876-82198427E4AF}" destId="{68FA9116-B78F-4AB6-98F6-CB4F85321F02}" srcOrd="3" destOrd="0" presId="urn:microsoft.com/office/officeart/2018/5/layout/CenteredIconLabelDescriptionList"/>
    <dgm:cxn modelId="{D65F2C2D-F073-4F63-98B0-F7F12F3B9E7F}" type="presParOf" srcId="{D28EA5AC-2E17-4B97-B876-82198427E4AF}" destId="{BB2B6C7E-084B-4A55-B190-AA40F2CD50A4}" srcOrd="4" destOrd="0" presId="urn:microsoft.com/office/officeart/2018/5/layout/CenteredIconLabelDescriptionList"/>
    <dgm:cxn modelId="{06BB9617-66B0-4892-98C6-6530D1F15327}" type="presParOf" srcId="{F934B4D9-0DA1-4642-9BFA-A4A002D19312}" destId="{E0C87B13-161C-4CF4-A11C-49F193FB0C46}" srcOrd="3" destOrd="0" presId="urn:microsoft.com/office/officeart/2018/5/layout/CenteredIconLabelDescriptionList"/>
    <dgm:cxn modelId="{8BD322BA-6C6A-479C-874E-272EF2EC75C7}" type="presParOf" srcId="{F934B4D9-0DA1-4642-9BFA-A4A002D19312}" destId="{2A01EB71-C61A-40E4-B0CB-9C5D8A8BB871}" srcOrd="4" destOrd="0" presId="urn:microsoft.com/office/officeart/2018/5/layout/CenteredIconLabelDescriptionList"/>
    <dgm:cxn modelId="{7C6EB4C0-1986-4919-9AB9-0A091EE41E37}" type="presParOf" srcId="{2A01EB71-C61A-40E4-B0CB-9C5D8A8BB871}" destId="{0E9B9AE6-E79F-4221-B112-8EDBB9434A04}" srcOrd="0" destOrd="0" presId="urn:microsoft.com/office/officeart/2018/5/layout/CenteredIconLabelDescriptionList"/>
    <dgm:cxn modelId="{E426D571-262F-4E96-B8DF-86E8641A19EF}" type="presParOf" srcId="{2A01EB71-C61A-40E4-B0CB-9C5D8A8BB871}" destId="{81456B60-7C1E-4226-AAF4-64FC7A542366}" srcOrd="1" destOrd="0" presId="urn:microsoft.com/office/officeart/2018/5/layout/CenteredIconLabelDescriptionList"/>
    <dgm:cxn modelId="{4E2BBB41-A4EF-47F1-B303-3165E486654A}" type="presParOf" srcId="{2A01EB71-C61A-40E4-B0CB-9C5D8A8BB871}" destId="{7F1ABE05-6C83-439E-A9C9-036464628D72}" srcOrd="2" destOrd="0" presId="urn:microsoft.com/office/officeart/2018/5/layout/CenteredIconLabelDescriptionList"/>
    <dgm:cxn modelId="{1C6678C5-A485-4357-BA4A-3DEFCDA9355E}" type="presParOf" srcId="{2A01EB71-C61A-40E4-B0CB-9C5D8A8BB871}" destId="{0CE0959B-939F-4AF4-95AB-C84DBA04006A}" srcOrd="3" destOrd="0" presId="urn:microsoft.com/office/officeart/2018/5/layout/CenteredIconLabelDescriptionList"/>
    <dgm:cxn modelId="{C7E93C99-4957-47CC-AE94-7B26EA8B3E3D}" type="presParOf" srcId="{2A01EB71-C61A-40E4-B0CB-9C5D8A8BB871}" destId="{5DF30453-C923-4110-9C7A-E6638D4172A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53B4DA4-DA81-4CCA-8885-780B8CFC016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1865A43D-C659-400D-B4A4-FF24BC89AA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Generate a new key</a:t>
          </a:r>
        </a:p>
      </dgm:t>
    </dgm:pt>
    <dgm:pt modelId="{385CC1CD-454E-4874-8782-8F4FA1FB1938}" type="parTrans" cxnId="{C8A8CEE4-3DD1-4963-8F9F-C72A087E521C}">
      <dgm:prSet/>
      <dgm:spPr/>
      <dgm:t>
        <a:bodyPr/>
        <a:lstStyle/>
        <a:p>
          <a:endParaRPr lang="tr-TR"/>
        </a:p>
      </dgm:t>
    </dgm:pt>
    <dgm:pt modelId="{6E5FC231-B5F1-4568-ACFE-010F17B7C330}" type="sibTrans" cxnId="{C8A8CEE4-3DD1-4963-8F9F-C72A087E521C}">
      <dgm:prSet/>
      <dgm:spPr/>
      <dgm:t>
        <a:bodyPr/>
        <a:lstStyle/>
        <a:p>
          <a:endParaRPr lang="tr-TR"/>
        </a:p>
      </dgm:t>
    </dgm:pt>
    <dgm:pt modelId="{CFF626A9-0A9A-4975-A848-269DB0477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</a:t>
          </a:r>
          <a:r>
            <a:rPr lang="en-US" i="1" dirty="0" err="1"/>
            <a:t>getnewad</a:t>
          </a:r>
          <a:r>
            <a:rPr lang="en-US" dirty="0" err="1"/>
            <a:t>dress</a:t>
          </a:r>
          <a:r>
            <a:rPr lang="en-US" dirty="0"/>
            <a:t> command. </a:t>
          </a:r>
          <a:endParaRPr lang="tr-TR" dirty="0"/>
        </a:p>
      </dgm:t>
    </dgm:pt>
    <dgm:pt modelId="{86239913-F390-46A3-BAA8-1BD9E2734677}" type="parTrans" cxnId="{7050DF72-3023-439E-A55F-2BCC12480580}">
      <dgm:prSet/>
      <dgm:spPr/>
      <dgm:t>
        <a:bodyPr/>
        <a:lstStyle/>
        <a:p>
          <a:endParaRPr lang="tr-TR"/>
        </a:p>
      </dgm:t>
    </dgm:pt>
    <dgm:pt modelId="{18C06C27-4084-4A95-93BA-E90605CAD189}" type="sibTrans" cxnId="{7050DF72-3023-439E-A55F-2BCC12480580}">
      <dgm:prSet/>
      <dgm:spPr/>
      <dgm:t>
        <a:bodyPr/>
        <a:lstStyle/>
        <a:p>
          <a:endParaRPr lang="tr-TR"/>
        </a:p>
      </dgm:t>
    </dgm:pt>
    <dgm:pt modelId="{F0F7F3F1-F3CF-4BFD-BF7C-79088ABF83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Displays</a:t>
          </a:r>
        </a:p>
      </dgm:t>
    </dgm:pt>
    <dgm:pt modelId="{CB5D94C4-A0C3-48BC-A99A-97BA24CEDAB1}" type="parTrans" cxnId="{73D32EA4-2093-4596-BB56-E6C5A766CAC4}">
      <dgm:prSet/>
      <dgm:spPr/>
      <dgm:t>
        <a:bodyPr/>
        <a:lstStyle/>
        <a:p>
          <a:endParaRPr lang="tr-TR"/>
        </a:p>
      </dgm:t>
    </dgm:pt>
    <dgm:pt modelId="{C9A5CF38-0735-4F13-A78E-A9688389DCA2}" type="sibTrans" cxnId="{73D32EA4-2093-4596-BB56-E6C5A766CAC4}">
      <dgm:prSet/>
      <dgm:spPr/>
      <dgm:t>
        <a:bodyPr/>
        <a:lstStyle/>
        <a:p>
          <a:endParaRPr lang="tr-TR"/>
        </a:p>
      </dgm:t>
    </dgm:pt>
    <dgm:pt modelId="{2F1BE053-C2E1-4F3A-B751-73B9C1834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security reasons</a:t>
          </a:r>
          <a:endParaRPr lang="tr-TR" dirty="0"/>
        </a:p>
      </dgm:t>
    </dgm:pt>
    <dgm:pt modelId="{072CD232-EA6B-406F-BE8D-8EE57E462AC4}" type="parTrans" cxnId="{50B9B0DC-863F-4BA3-82F7-F089445F1A77}">
      <dgm:prSet/>
      <dgm:spPr/>
      <dgm:t>
        <a:bodyPr/>
        <a:lstStyle/>
        <a:p>
          <a:endParaRPr lang="tr-TR"/>
        </a:p>
      </dgm:t>
    </dgm:pt>
    <dgm:pt modelId="{41D480F0-96C0-4570-B218-2DD96A934446}" type="sibTrans" cxnId="{50B9B0DC-863F-4BA3-82F7-F089445F1A77}">
      <dgm:prSet/>
      <dgm:spPr/>
      <dgm:t>
        <a:bodyPr/>
        <a:lstStyle/>
        <a:p>
          <a:endParaRPr lang="tr-TR"/>
        </a:p>
      </dgm:t>
    </dgm:pt>
    <dgm:pt modelId="{4238229B-737C-4E83-ACBB-B69C913578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not</a:t>
          </a:r>
          <a:endParaRPr lang="tr-TR" dirty="0"/>
        </a:p>
      </dgm:t>
    </dgm:pt>
    <dgm:pt modelId="{D725B619-7479-4797-AB6B-19CFAEC6C91A}" type="parTrans" cxnId="{0EE37E78-C3A3-48E7-ABA1-DEFFE05B339D}">
      <dgm:prSet/>
      <dgm:spPr/>
      <dgm:t>
        <a:bodyPr/>
        <a:lstStyle/>
        <a:p>
          <a:endParaRPr lang="tr-TR"/>
        </a:p>
      </dgm:t>
    </dgm:pt>
    <dgm:pt modelId="{05890AAF-50DF-43FB-8A05-ED4B51CD5D5C}" type="sibTrans" cxnId="{0EE37E78-C3A3-48E7-ABA1-DEFFE05B339D}">
      <dgm:prSet/>
      <dgm:spPr/>
      <dgm:t>
        <a:bodyPr/>
        <a:lstStyle/>
        <a:p>
          <a:endParaRPr lang="tr-TR"/>
        </a:p>
      </dgm:t>
    </dgm:pt>
    <dgm:pt modelId="{C4ABE734-FEDA-4721-B65B-055FBAA2AE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</a:t>
          </a:r>
          <a:r>
            <a:rPr lang="en-US" dirty="0"/>
            <a:t>displays the public key only</a:t>
          </a:r>
          <a:endParaRPr lang="tr-TR" dirty="0"/>
        </a:p>
      </dgm:t>
    </dgm:pt>
    <dgm:pt modelId="{460CFB8D-9E33-40FC-B8D7-D5442F56A875}" type="parTrans" cxnId="{ACE93C72-F0A6-4E2F-9CC9-657C3F3D9F3B}">
      <dgm:prSet/>
      <dgm:spPr/>
      <dgm:t>
        <a:bodyPr/>
        <a:lstStyle/>
        <a:p>
          <a:endParaRPr lang="tr-TR"/>
        </a:p>
      </dgm:t>
    </dgm:pt>
    <dgm:pt modelId="{0DC11015-33B9-4940-A55E-7E9823B70E73}" type="sibTrans" cxnId="{ACE93C72-F0A6-4E2F-9CC9-657C3F3D9F3B}">
      <dgm:prSet/>
      <dgm:spPr/>
      <dgm:t>
        <a:bodyPr/>
        <a:lstStyle/>
        <a:p>
          <a:endParaRPr lang="tr-TR"/>
        </a:p>
      </dgm:t>
    </dgm:pt>
    <dgm:pt modelId="{7D56169E-6ABB-4AE7-B1EF-68D8D2485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private</a:t>
          </a:r>
          <a:r>
            <a:rPr lang="tr-TR" dirty="0"/>
            <a:t> </a:t>
          </a:r>
          <a:r>
            <a:rPr lang="en-US" dirty="0"/>
            <a:t>key. </a:t>
          </a:r>
          <a:endParaRPr lang="tr-TR" dirty="0"/>
        </a:p>
      </dgm:t>
    </dgm:pt>
    <dgm:pt modelId="{B3CD42EB-D448-4986-A51D-4E8FE633AF12}" type="parTrans" cxnId="{C515A693-014D-4CEE-B7E9-B75A5D7DFA6B}">
      <dgm:prSet/>
      <dgm:spPr/>
      <dgm:t>
        <a:bodyPr/>
        <a:lstStyle/>
        <a:p>
          <a:endParaRPr lang="tr-TR"/>
        </a:p>
      </dgm:t>
    </dgm:pt>
    <dgm:pt modelId="{DD4C3345-487F-491A-97C9-B7E2F8F697AD}" type="sibTrans" cxnId="{C515A693-014D-4CEE-B7E9-B75A5D7DFA6B}">
      <dgm:prSet/>
      <dgm:spPr/>
      <dgm:t>
        <a:bodyPr/>
        <a:lstStyle/>
        <a:p>
          <a:endParaRPr lang="tr-TR"/>
        </a:p>
      </dgm:t>
    </dgm:pt>
    <dgm:pt modelId="{3D799CD2-6635-4E2C-8EC9-22C211956EC0}" type="pres">
      <dgm:prSet presAssocID="{853B4DA4-DA81-4CCA-8885-780B8CFC016F}" presName="root" presStyleCnt="0">
        <dgm:presLayoutVars>
          <dgm:dir/>
          <dgm:resizeHandles val="exact"/>
        </dgm:presLayoutVars>
      </dgm:prSet>
      <dgm:spPr/>
    </dgm:pt>
    <dgm:pt modelId="{5E746D02-E6BE-41DF-96CD-919A622402E5}" type="pres">
      <dgm:prSet presAssocID="{1865A43D-C659-400D-B4A4-FF24BC89AA42}" presName="compNode" presStyleCnt="0"/>
      <dgm:spPr/>
    </dgm:pt>
    <dgm:pt modelId="{BBAE7CE1-2F9D-4444-902E-D35725C0BF1B}" type="pres">
      <dgm:prSet presAssocID="{1865A43D-C659-400D-B4A4-FF24BC89AA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ACDC756-D537-46F7-88FD-820D1D2EFE45}" type="pres">
      <dgm:prSet presAssocID="{1865A43D-C659-400D-B4A4-FF24BC89AA42}" presName="iconSpace" presStyleCnt="0"/>
      <dgm:spPr/>
    </dgm:pt>
    <dgm:pt modelId="{E58902F0-05FC-402C-BB1F-B9ACC0D27498}" type="pres">
      <dgm:prSet presAssocID="{1865A43D-C659-400D-B4A4-FF24BC89AA42}" presName="parTx" presStyleLbl="revTx" presStyleIdx="0" presStyleCnt="6">
        <dgm:presLayoutVars>
          <dgm:chMax val="0"/>
          <dgm:chPref val="0"/>
        </dgm:presLayoutVars>
      </dgm:prSet>
      <dgm:spPr/>
    </dgm:pt>
    <dgm:pt modelId="{85A626F8-99B7-41B1-A4BF-FCF2910EB91A}" type="pres">
      <dgm:prSet presAssocID="{1865A43D-C659-400D-B4A4-FF24BC89AA42}" presName="txSpace" presStyleCnt="0"/>
      <dgm:spPr/>
    </dgm:pt>
    <dgm:pt modelId="{AF6FEA2E-74AB-44B1-A856-81F487DBABEC}" type="pres">
      <dgm:prSet presAssocID="{1865A43D-C659-400D-B4A4-FF24BC89AA42}" presName="desTx" presStyleLbl="revTx" presStyleIdx="1" presStyleCnt="6">
        <dgm:presLayoutVars/>
      </dgm:prSet>
      <dgm:spPr/>
    </dgm:pt>
    <dgm:pt modelId="{10E3B7CA-0340-4593-8C4D-7849D80079A3}" type="pres">
      <dgm:prSet presAssocID="{6E5FC231-B5F1-4568-ACFE-010F17B7C330}" presName="sibTrans" presStyleCnt="0"/>
      <dgm:spPr/>
    </dgm:pt>
    <dgm:pt modelId="{38FD5CBE-C835-406E-BEBD-7F3363A71BB1}" type="pres">
      <dgm:prSet presAssocID="{F0F7F3F1-F3CF-4BFD-BF7C-79088ABF83AB}" presName="compNode" presStyleCnt="0"/>
      <dgm:spPr/>
    </dgm:pt>
    <dgm:pt modelId="{ADCC7C40-176E-4A0D-B198-91FF2241CD38}" type="pres">
      <dgm:prSet presAssocID="{F0F7F3F1-F3CF-4BFD-BF7C-79088ABF83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DE5BB91-0F93-4F0D-BD81-4D34F8A0C9F8}" type="pres">
      <dgm:prSet presAssocID="{F0F7F3F1-F3CF-4BFD-BF7C-79088ABF83AB}" presName="iconSpace" presStyleCnt="0"/>
      <dgm:spPr/>
    </dgm:pt>
    <dgm:pt modelId="{6347F430-423F-44FD-9C47-9417AFC0E834}" type="pres">
      <dgm:prSet presAssocID="{F0F7F3F1-F3CF-4BFD-BF7C-79088ABF83AB}" presName="parTx" presStyleLbl="revTx" presStyleIdx="2" presStyleCnt="6">
        <dgm:presLayoutVars>
          <dgm:chMax val="0"/>
          <dgm:chPref val="0"/>
        </dgm:presLayoutVars>
      </dgm:prSet>
      <dgm:spPr/>
    </dgm:pt>
    <dgm:pt modelId="{2D5262CC-36CE-4851-8F93-C3471C2149D5}" type="pres">
      <dgm:prSet presAssocID="{F0F7F3F1-F3CF-4BFD-BF7C-79088ABF83AB}" presName="txSpace" presStyleCnt="0"/>
      <dgm:spPr/>
    </dgm:pt>
    <dgm:pt modelId="{62AE20C9-C347-4873-861E-E842872E49CB}" type="pres">
      <dgm:prSet presAssocID="{F0F7F3F1-F3CF-4BFD-BF7C-79088ABF83AB}" presName="desTx" presStyleLbl="revTx" presStyleIdx="3" presStyleCnt="6">
        <dgm:presLayoutVars/>
      </dgm:prSet>
      <dgm:spPr/>
    </dgm:pt>
    <dgm:pt modelId="{F8F470C3-8F03-4136-97F0-8B0E1A72FD3C}" type="pres">
      <dgm:prSet presAssocID="{C9A5CF38-0735-4F13-A78E-A9688389DCA2}" presName="sibTrans" presStyleCnt="0"/>
      <dgm:spPr/>
    </dgm:pt>
    <dgm:pt modelId="{F6499231-60EB-48E5-A950-5518280D519A}" type="pres">
      <dgm:prSet presAssocID="{4238229B-737C-4E83-ACBB-B69C91357800}" presName="compNode" presStyleCnt="0"/>
      <dgm:spPr/>
    </dgm:pt>
    <dgm:pt modelId="{07134F03-CADA-462F-85CE-0EDC66170C99}" type="pres">
      <dgm:prSet presAssocID="{4238229B-737C-4E83-ACBB-B69C91357800}" presName="iconRect" presStyleLbl="node1" presStyleIdx="2" presStyleCnt="3"/>
      <dgm:spPr>
        <a:blipFill rotWithShape="1">
          <a:blip xmlns:r="http://schemas.openxmlformats.org/officeDocument/2006/relationships" r:embed="rId5"/>
          <a:srcRect/>
          <a:stretch>
            <a:fillRect l="-24000" r="-24000"/>
          </a:stretch>
        </a:blipFill>
      </dgm:spPr>
    </dgm:pt>
    <dgm:pt modelId="{4F7169F3-3348-45FB-9A09-E7A80BCE833E}" type="pres">
      <dgm:prSet presAssocID="{4238229B-737C-4E83-ACBB-B69C91357800}" presName="iconSpace" presStyleCnt="0"/>
      <dgm:spPr/>
    </dgm:pt>
    <dgm:pt modelId="{ABDB0FC6-0E10-499B-B29E-E0691FCA02A1}" type="pres">
      <dgm:prSet presAssocID="{4238229B-737C-4E83-ACBB-B69C91357800}" presName="parTx" presStyleLbl="revTx" presStyleIdx="4" presStyleCnt="6">
        <dgm:presLayoutVars>
          <dgm:chMax val="0"/>
          <dgm:chPref val="0"/>
        </dgm:presLayoutVars>
      </dgm:prSet>
      <dgm:spPr/>
    </dgm:pt>
    <dgm:pt modelId="{B1650EF9-52BC-4256-B0B8-7FF6B32A0943}" type="pres">
      <dgm:prSet presAssocID="{4238229B-737C-4E83-ACBB-B69C91357800}" presName="txSpace" presStyleCnt="0"/>
      <dgm:spPr/>
    </dgm:pt>
    <dgm:pt modelId="{28BB3CC6-1ADA-4BA6-878A-B7683110D860}" type="pres">
      <dgm:prSet presAssocID="{4238229B-737C-4E83-ACBB-B69C91357800}" presName="desTx" presStyleLbl="revTx" presStyleIdx="5" presStyleCnt="6">
        <dgm:presLayoutVars/>
      </dgm:prSet>
      <dgm:spPr/>
    </dgm:pt>
  </dgm:ptLst>
  <dgm:cxnLst>
    <dgm:cxn modelId="{A5DB6D21-E450-4989-8BDC-7C2D10A33A1F}" type="presOf" srcId="{1865A43D-C659-400D-B4A4-FF24BC89AA42}" destId="{E58902F0-05FC-402C-BB1F-B9ACC0D27498}" srcOrd="0" destOrd="0" presId="urn:microsoft.com/office/officeart/2018/5/layout/CenteredIconLabelDescriptionList"/>
    <dgm:cxn modelId="{6FA8CB35-D85F-456E-AE82-4F42D70156D0}" type="presOf" srcId="{F0F7F3F1-F3CF-4BFD-BF7C-79088ABF83AB}" destId="{6347F430-423F-44FD-9C47-9417AFC0E834}" srcOrd="0" destOrd="0" presId="urn:microsoft.com/office/officeart/2018/5/layout/CenteredIconLabelDescriptionList"/>
    <dgm:cxn modelId="{2C4DEC3C-CC5A-41D8-82BC-A460AC211744}" type="presOf" srcId="{853B4DA4-DA81-4CCA-8885-780B8CFC016F}" destId="{3D799CD2-6635-4E2C-8EC9-22C211956EC0}" srcOrd="0" destOrd="0" presId="urn:microsoft.com/office/officeart/2018/5/layout/CenteredIconLabelDescriptionList"/>
    <dgm:cxn modelId="{51661169-9125-467A-89AC-2C954C849ED5}" type="presOf" srcId="{4238229B-737C-4E83-ACBB-B69C91357800}" destId="{ABDB0FC6-0E10-499B-B29E-E0691FCA02A1}" srcOrd="0" destOrd="0" presId="urn:microsoft.com/office/officeart/2018/5/layout/CenteredIconLabelDescriptionList"/>
    <dgm:cxn modelId="{221D286A-038E-4B2E-B4CF-B4A1FF8EC6EF}" type="presOf" srcId="{7D56169E-6ABB-4AE7-B1EF-68D8D24858E3}" destId="{28BB3CC6-1ADA-4BA6-878A-B7683110D860}" srcOrd="0" destOrd="0" presId="urn:microsoft.com/office/officeart/2018/5/layout/CenteredIconLabelDescriptionList"/>
    <dgm:cxn modelId="{ACE93C72-F0A6-4E2F-9CC9-657C3F3D9F3B}" srcId="{F0F7F3F1-F3CF-4BFD-BF7C-79088ABF83AB}" destId="{C4ABE734-FEDA-4721-B65B-055FBAA2AE09}" srcOrd="1" destOrd="0" parTransId="{460CFB8D-9E33-40FC-B8D7-D5442F56A875}" sibTransId="{0DC11015-33B9-4940-A55E-7E9823B70E73}"/>
    <dgm:cxn modelId="{7050DF72-3023-439E-A55F-2BCC12480580}" srcId="{1865A43D-C659-400D-B4A4-FF24BC89AA42}" destId="{CFF626A9-0A9A-4975-A848-269DB0477DFC}" srcOrd="0" destOrd="0" parTransId="{86239913-F390-46A3-BAA8-1BD9E2734677}" sibTransId="{18C06C27-4084-4A95-93BA-E90605CAD189}"/>
    <dgm:cxn modelId="{0EE37E78-C3A3-48E7-ABA1-DEFFE05B339D}" srcId="{853B4DA4-DA81-4CCA-8885-780B8CFC016F}" destId="{4238229B-737C-4E83-ACBB-B69C91357800}" srcOrd="2" destOrd="0" parTransId="{D725B619-7479-4797-AB6B-19CFAEC6C91A}" sibTransId="{05890AAF-50DF-43FB-8A05-ED4B51CD5D5C}"/>
    <dgm:cxn modelId="{67DF4A7B-C654-4C08-9BA1-880D51E6BA44}" type="presOf" srcId="{C4ABE734-FEDA-4721-B65B-055FBAA2AE09}" destId="{62AE20C9-C347-4873-861E-E842872E49CB}" srcOrd="0" destOrd="1" presId="urn:microsoft.com/office/officeart/2018/5/layout/CenteredIconLabelDescriptionList"/>
    <dgm:cxn modelId="{11A29E90-72D4-494A-BDA4-F04DE1D68FB0}" type="presOf" srcId="{CFF626A9-0A9A-4975-A848-269DB0477DFC}" destId="{AF6FEA2E-74AB-44B1-A856-81F487DBABEC}" srcOrd="0" destOrd="0" presId="urn:microsoft.com/office/officeart/2018/5/layout/CenteredIconLabelDescriptionList"/>
    <dgm:cxn modelId="{C515A693-014D-4CEE-B7E9-B75A5D7DFA6B}" srcId="{4238229B-737C-4E83-ACBB-B69C91357800}" destId="{7D56169E-6ABB-4AE7-B1EF-68D8D24858E3}" srcOrd="0" destOrd="0" parTransId="{B3CD42EB-D448-4986-A51D-4E8FE633AF12}" sibTransId="{DD4C3345-487F-491A-97C9-B7E2F8F697AD}"/>
    <dgm:cxn modelId="{73D32EA4-2093-4596-BB56-E6C5A766CAC4}" srcId="{853B4DA4-DA81-4CCA-8885-780B8CFC016F}" destId="{F0F7F3F1-F3CF-4BFD-BF7C-79088ABF83AB}" srcOrd="1" destOrd="0" parTransId="{CB5D94C4-A0C3-48BC-A99A-97BA24CEDAB1}" sibTransId="{C9A5CF38-0735-4F13-A78E-A9688389DCA2}"/>
    <dgm:cxn modelId="{FA5970C5-12AB-4629-A45A-19650DD07AD7}" type="presOf" srcId="{2F1BE053-C2E1-4F3A-B751-73B9C1834ABD}" destId="{62AE20C9-C347-4873-861E-E842872E49CB}" srcOrd="0" destOrd="0" presId="urn:microsoft.com/office/officeart/2018/5/layout/CenteredIconLabelDescriptionList"/>
    <dgm:cxn modelId="{50B9B0DC-863F-4BA3-82F7-F089445F1A77}" srcId="{F0F7F3F1-F3CF-4BFD-BF7C-79088ABF83AB}" destId="{2F1BE053-C2E1-4F3A-B751-73B9C1834ABD}" srcOrd="0" destOrd="0" parTransId="{072CD232-EA6B-406F-BE8D-8EE57E462AC4}" sibTransId="{41D480F0-96C0-4570-B218-2DD96A934446}"/>
    <dgm:cxn modelId="{C8A8CEE4-3DD1-4963-8F9F-C72A087E521C}" srcId="{853B4DA4-DA81-4CCA-8885-780B8CFC016F}" destId="{1865A43D-C659-400D-B4A4-FF24BC89AA42}" srcOrd="0" destOrd="0" parTransId="{385CC1CD-454E-4874-8782-8F4FA1FB1938}" sibTransId="{6E5FC231-B5F1-4568-ACFE-010F17B7C330}"/>
    <dgm:cxn modelId="{0244E0D6-6F4E-4B11-9783-F3082B41E7E5}" type="presParOf" srcId="{3D799CD2-6635-4E2C-8EC9-22C211956EC0}" destId="{5E746D02-E6BE-41DF-96CD-919A622402E5}" srcOrd="0" destOrd="0" presId="urn:microsoft.com/office/officeart/2018/5/layout/CenteredIconLabelDescriptionList"/>
    <dgm:cxn modelId="{87E18460-17A5-4CFE-A138-3D53AD03100A}" type="presParOf" srcId="{5E746D02-E6BE-41DF-96CD-919A622402E5}" destId="{BBAE7CE1-2F9D-4444-902E-D35725C0BF1B}" srcOrd="0" destOrd="0" presId="urn:microsoft.com/office/officeart/2018/5/layout/CenteredIconLabelDescriptionList"/>
    <dgm:cxn modelId="{634E3EEC-00C6-4B0C-88ED-797E14F27A7C}" type="presParOf" srcId="{5E746D02-E6BE-41DF-96CD-919A622402E5}" destId="{1ACDC756-D537-46F7-88FD-820D1D2EFE45}" srcOrd="1" destOrd="0" presId="urn:microsoft.com/office/officeart/2018/5/layout/CenteredIconLabelDescriptionList"/>
    <dgm:cxn modelId="{6CB6695D-4692-4B7E-829D-88CB0F04C9A0}" type="presParOf" srcId="{5E746D02-E6BE-41DF-96CD-919A622402E5}" destId="{E58902F0-05FC-402C-BB1F-B9ACC0D27498}" srcOrd="2" destOrd="0" presId="urn:microsoft.com/office/officeart/2018/5/layout/CenteredIconLabelDescriptionList"/>
    <dgm:cxn modelId="{88BEFC14-9CAA-44FE-BD8D-890E205BCA94}" type="presParOf" srcId="{5E746D02-E6BE-41DF-96CD-919A622402E5}" destId="{85A626F8-99B7-41B1-A4BF-FCF2910EB91A}" srcOrd="3" destOrd="0" presId="urn:microsoft.com/office/officeart/2018/5/layout/CenteredIconLabelDescriptionList"/>
    <dgm:cxn modelId="{575AB97C-CDEF-45B1-9A9F-3B6EC5D2240C}" type="presParOf" srcId="{5E746D02-E6BE-41DF-96CD-919A622402E5}" destId="{AF6FEA2E-74AB-44B1-A856-81F487DBABEC}" srcOrd="4" destOrd="0" presId="urn:microsoft.com/office/officeart/2018/5/layout/CenteredIconLabelDescriptionList"/>
    <dgm:cxn modelId="{1D76C694-1B34-4E13-950A-DAB946CBE4E1}" type="presParOf" srcId="{3D799CD2-6635-4E2C-8EC9-22C211956EC0}" destId="{10E3B7CA-0340-4593-8C4D-7849D80079A3}" srcOrd="1" destOrd="0" presId="urn:microsoft.com/office/officeart/2018/5/layout/CenteredIconLabelDescriptionList"/>
    <dgm:cxn modelId="{38FBA252-80B0-470A-9192-CCAF079E37F5}" type="presParOf" srcId="{3D799CD2-6635-4E2C-8EC9-22C211956EC0}" destId="{38FD5CBE-C835-406E-BEBD-7F3363A71BB1}" srcOrd="2" destOrd="0" presId="urn:microsoft.com/office/officeart/2018/5/layout/CenteredIconLabelDescriptionList"/>
    <dgm:cxn modelId="{D4A25D24-7193-45F5-9CE8-B2C4D7203075}" type="presParOf" srcId="{38FD5CBE-C835-406E-BEBD-7F3363A71BB1}" destId="{ADCC7C40-176E-4A0D-B198-91FF2241CD38}" srcOrd="0" destOrd="0" presId="urn:microsoft.com/office/officeart/2018/5/layout/CenteredIconLabelDescriptionList"/>
    <dgm:cxn modelId="{42077AE7-4DD2-456B-A039-F780F0F867C5}" type="presParOf" srcId="{38FD5CBE-C835-406E-BEBD-7F3363A71BB1}" destId="{ADE5BB91-0F93-4F0D-BD81-4D34F8A0C9F8}" srcOrd="1" destOrd="0" presId="urn:microsoft.com/office/officeart/2018/5/layout/CenteredIconLabelDescriptionList"/>
    <dgm:cxn modelId="{BB9E2083-34D5-49CD-8C05-6F8567D24051}" type="presParOf" srcId="{38FD5CBE-C835-406E-BEBD-7F3363A71BB1}" destId="{6347F430-423F-44FD-9C47-9417AFC0E834}" srcOrd="2" destOrd="0" presId="urn:microsoft.com/office/officeart/2018/5/layout/CenteredIconLabelDescriptionList"/>
    <dgm:cxn modelId="{BB946887-1582-41C5-96FD-342F07B07556}" type="presParOf" srcId="{38FD5CBE-C835-406E-BEBD-7F3363A71BB1}" destId="{2D5262CC-36CE-4851-8F93-C3471C2149D5}" srcOrd="3" destOrd="0" presId="urn:microsoft.com/office/officeart/2018/5/layout/CenteredIconLabelDescriptionList"/>
    <dgm:cxn modelId="{DD767960-D837-4D8F-A966-24C48A8C094D}" type="presParOf" srcId="{38FD5CBE-C835-406E-BEBD-7F3363A71BB1}" destId="{62AE20C9-C347-4873-861E-E842872E49CB}" srcOrd="4" destOrd="0" presId="urn:microsoft.com/office/officeart/2018/5/layout/CenteredIconLabelDescriptionList"/>
    <dgm:cxn modelId="{806ED84F-8CDE-4AA1-8BD0-7354D2CE1EB6}" type="presParOf" srcId="{3D799CD2-6635-4E2C-8EC9-22C211956EC0}" destId="{F8F470C3-8F03-4136-97F0-8B0E1A72FD3C}" srcOrd="3" destOrd="0" presId="urn:microsoft.com/office/officeart/2018/5/layout/CenteredIconLabelDescriptionList"/>
    <dgm:cxn modelId="{0FCC555B-84EE-4AAD-8E45-5AED34D5D9D2}" type="presParOf" srcId="{3D799CD2-6635-4E2C-8EC9-22C211956EC0}" destId="{F6499231-60EB-48E5-A950-5518280D519A}" srcOrd="4" destOrd="0" presId="urn:microsoft.com/office/officeart/2018/5/layout/CenteredIconLabelDescriptionList"/>
    <dgm:cxn modelId="{A5123B51-FC6F-44B1-9A6B-382175B1B115}" type="presParOf" srcId="{F6499231-60EB-48E5-A950-5518280D519A}" destId="{07134F03-CADA-462F-85CE-0EDC66170C99}" srcOrd="0" destOrd="0" presId="urn:microsoft.com/office/officeart/2018/5/layout/CenteredIconLabelDescriptionList"/>
    <dgm:cxn modelId="{ED9BAB99-E1D7-409B-8638-683B5BC9FC18}" type="presParOf" srcId="{F6499231-60EB-48E5-A950-5518280D519A}" destId="{4F7169F3-3348-45FB-9A09-E7A80BCE833E}" srcOrd="1" destOrd="0" presId="urn:microsoft.com/office/officeart/2018/5/layout/CenteredIconLabelDescriptionList"/>
    <dgm:cxn modelId="{8926ADC2-1EA4-4C1E-A85D-09BD4ED9F73D}" type="presParOf" srcId="{F6499231-60EB-48E5-A950-5518280D519A}" destId="{ABDB0FC6-0E10-499B-B29E-E0691FCA02A1}" srcOrd="2" destOrd="0" presId="urn:microsoft.com/office/officeart/2018/5/layout/CenteredIconLabelDescriptionList"/>
    <dgm:cxn modelId="{06704367-91F8-49D0-A3A6-05E69F75F209}" type="presParOf" srcId="{F6499231-60EB-48E5-A950-5518280D519A}" destId="{B1650EF9-52BC-4256-B0B8-7FF6B32A0943}" srcOrd="3" destOrd="0" presId="urn:microsoft.com/office/officeart/2018/5/layout/CenteredIconLabelDescriptionList"/>
    <dgm:cxn modelId="{F4EC4F9A-162F-487B-AF38-5E8E1574CA7F}" type="presParOf" srcId="{F6499231-60EB-48E5-A950-5518280D519A}" destId="{28BB3CC6-1ADA-4BA6-878A-B7683110D8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53B4DA4-DA81-4CCA-8885-780B8CFC016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85816D50-B2BF-4E3F-91E8-DDF116B47F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Expose the private key</a:t>
          </a:r>
        </a:p>
      </dgm:t>
    </dgm:pt>
    <dgm:pt modelId="{4E330132-4A94-46EB-95CD-AB10131F569B}" type="parTrans" cxnId="{C31EFF96-4C53-415A-8101-B2DC82841BFA}">
      <dgm:prSet/>
      <dgm:spPr/>
      <dgm:t>
        <a:bodyPr/>
        <a:lstStyle/>
        <a:p>
          <a:endParaRPr lang="tr-TR"/>
        </a:p>
      </dgm:t>
    </dgm:pt>
    <dgm:pt modelId="{282F195D-E9CF-4822-B9C8-07AAEBCD5D6C}" type="sibTrans" cxnId="{C31EFF96-4C53-415A-8101-B2DC82841BFA}">
      <dgm:prSet/>
      <dgm:spPr/>
      <dgm:t>
        <a:bodyPr/>
        <a:lstStyle/>
        <a:p>
          <a:endParaRPr lang="tr-TR"/>
        </a:p>
      </dgm:t>
    </dgm:pt>
    <dgm:pt modelId="{1F8BE6DB-6548-4DA5-A314-448B67CB7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</a:t>
          </a:r>
          <a:r>
            <a:rPr lang="en-US" i="1" dirty="0" err="1"/>
            <a:t>dumpprivkey</a:t>
          </a:r>
          <a:r>
            <a:rPr lang="en-US" dirty="0"/>
            <a:t> command</a:t>
          </a:r>
          <a:endParaRPr lang="tr-TR" dirty="0"/>
        </a:p>
      </dgm:t>
    </dgm:pt>
    <dgm:pt modelId="{CAB1B67C-A4A9-4A43-9626-B4F1C8A24DAD}" type="parTrans" cxnId="{D3FEA62B-C3B5-4C42-A8D1-BD6A4DF89FA6}">
      <dgm:prSet/>
      <dgm:spPr/>
      <dgm:t>
        <a:bodyPr/>
        <a:lstStyle/>
        <a:p>
          <a:endParaRPr lang="tr-TR"/>
        </a:p>
      </dgm:t>
    </dgm:pt>
    <dgm:pt modelId="{27EC34FF-5401-42F1-BD6C-B4118D7D4CD4}" type="sibTrans" cxnId="{D3FEA62B-C3B5-4C42-A8D1-BD6A4DF89FA6}">
      <dgm:prSet/>
      <dgm:spPr/>
      <dgm:t>
        <a:bodyPr/>
        <a:lstStyle/>
        <a:p>
          <a:endParaRPr lang="tr-TR"/>
        </a:p>
      </dgm:t>
    </dgm:pt>
    <dgm:pt modelId="{1C299BB5-78C6-41F5-BC03-BEE2A61FCB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Wallet Import Format </a:t>
          </a:r>
          <a:r>
            <a:rPr lang="en-US"/>
            <a:t>(WIF)</a:t>
          </a:r>
          <a:endParaRPr lang="tr-TR"/>
        </a:p>
      </dgm:t>
    </dgm:pt>
    <dgm:pt modelId="{DD7AE08F-DAC0-4363-B4F4-D14918BE4BE4}" type="parTrans" cxnId="{FD916AE2-9AAB-4022-986D-FA3B6E27F09F}">
      <dgm:prSet/>
      <dgm:spPr/>
      <dgm:t>
        <a:bodyPr/>
        <a:lstStyle/>
        <a:p>
          <a:endParaRPr lang="tr-TR"/>
        </a:p>
      </dgm:t>
    </dgm:pt>
    <dgm:pt modelId="{44599F9F-05C6-448B-B668-AE50ACE865B4}" type="sibTrans" cxnId="{FD916AE2-9AAB-4022-986D-FA3B6E27F09F}">
      <dgm:prSet/>
      <dgm:spPr/>
      <dgm:t>
        <a:bodyPr/>
        <a:lstStyle/>
        <a:p>
          <a:endParaRPr lang="tr-TR"/>
        </a:p>
      </dgm:t>
    </dgm:pt>
    <dgm:pt modelId="{6857CDC3-0486-4215-B7D6-771B8488FA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shows the private key</a:t>
          </a:r>
          <a:endParaRPr lang="tr-TR" dirty="0"/>
        </a:p>
      </dgm:t>
    </dgm:pt>
    <dgm:pt modelId="{1EA16584-BECA-40FF-8A90-798288F4723A}" type="parTrans" cxnId="{1D7B4A19-D301-4C39-A24E-F412F388C887}">
      <dgm:prSet/>
      <dgm:spPr/>
      <dgm:t>
        <a:bodyPr/>
        <a:lstStyle/>
        <a:p>
          <a:endParaRPr lang="tr-TR"/>
        </a:p>
      </dgm:t>
    </dgm:pt>
    <dgm:pt modelId="{993EDF09-342B-4FAF-8FEA-BEC4B213045F}" type="sibTrans" cxnId="{1D7B4A19-D301-4C39-A24E-F412F388C887}">
      <dgm:prSet/>
      <dgm:spPr/>
      <dgm:t>
        <a:bodyPr/>
        <a:lstStyle/>
        <a:p>
          <a:endParaRPr lang="tr-TR"/>
        </a:p>
      </dgm:t>
    </dgm:pt>
    <dgm:pt modelId="{2CB86C8F-6FFC-4DA5-9E94-3239DAE8FA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Base58 checksum-encoded format</a:t>
          </a:r>
          <a:endParaRPr lang="tr-TR" dirty="0"/>
        </a:p>
      </dgm:t>
    </dgm:pt>
    <dgm:pt modelId="{9BD813AE-661B-4A0A-AB8C-D015952DD937}" type="parTrans" cxnId="{052CEE8E-B2FC-4A92-848B-85A8F7F02695}">
      <dgm:prSet/>
      <dgm:spPr/>
      <dgm:t>
        <a:bodyPr/>
        <a:lstStyle/>
        <a:p>
          <a:endParaRPr lang="tr-TR"/>
        </a:p>
      </dgm:t>
    </dgm:pt>
    <dgm:pt modelId="{48CE5EA7-75D1-456C-A3B0-7625D3A395BD}" type="sibTrans" cxnId="{052CEE8E-B2FC-4A92-848B-85A8F7F02695}">
      <dgm:prSet/>
      <dgm:spPr/>
      <dgm:t>
        <a:bodyPr/>
        <a:lstStyle/>
        <a:p>
          <a:endParaRPr lang="tr-TR"/>
        </a:p>
      </dgm:t>
    </dgm:pt>
    <dgm:pt modelId="{3D799CD2-6635-4E2C-8EC9-22C211956EC0}" type="pres">
      <dgm:prSet presAssocID="{853B4DA4-DA81-4CCA-8885-780B8CFC016F}" presName="root" presStyleCnt="0">
        <dgm:presLayoutVars>
          <dgm:dir/>
          <dgm:resizeHandles val="exact"/>
        </dgm:presLayoutVars>
      </dgm:prSet>
      <dgm:spPr/>
    </dgm:pt>
    <dgm:pt modelId="{B13646FB-40CE-4EC2-9DD2-C014DC2B9D89}" type="pres">
      <dgm:prSet presAssocID="{85816D50-B2BF-4E3F-91E8-DDF116B47FD2}" presName="compNode" presStyleCnt="0"/>
      <dgm:spPr/>
    </dgm:pt>
    <dgm:pt modelId="{5C72EB98-E637-4E68-9EA6-09EB3DD82EE7}" type="pres">
      <dgm:prSet presAssocID="{85816D50-B2BF-4E3F-91E8-DDF116B47F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97E17F7-ACA2-4F73-9CC3-EBB249B37803}" type="pres">
      <dgm:prSet presAssocID="{85816D50-B2BF-4E3F-91E8-DDF116B47FD2}" presName="iconSpace" presStyleCnt="0"/>
      <dgm:spPr/>
    </dgm:pt>
    <dgm:pt modelId="{029A57CA-5A70-4115-A268-9BD3E6774172}" type="pres">
      <dgm:prSet presAssocID="{85816D50-B2BF-4E3F-91E8-DDF116B47FD2}" presName="parTx" presStyleLbl="revTx" presStyleIdx="0" presStyleCnt="4">
        <dgm:presLayoutVars>
          <dgm:chMax val="0"/>
          <dgm:chPref val="0"/>
        </dgm:presLayoutVars>
      </dgm:prSet>
      <dgm:spPr/>
    </dgm:pt>
    <dgm:pt modelId="{64046F90-02CB-4E91-B2AE-479E1166A1DD}" type="pres">
      <dgm:prSet presAssocID="{85816D50-B2BF-4E3F-91E8-DDF116B47FD2}" presName="txSpace" presStyleCnt="0"/>
      <dgm:spPr/>
    </dgm:pt>
    <dgm:pt modelId="{5A6695AA-D221-468E-A0D1-2D0B6D265D4E}" type="pres">
      <dgm:prSet presAssocID="{85816D50-B2BF-4E3F-91E8-DDF116B47FD2}" presName="desTx" presStyleLbl="revTx" presStyleIdx="1" presStyleCnt="4">
        <dgm:presLayoutVars/>
      </dgm:prSet>
      <dgm:spPr/>
    </dgm:pt>
    <dgm:pt modelId="{D1AABBC8-9E59-4412-89A6-CE39952B74E7}" type="pres">
      <dgm:prSet presAssocID="{282F195D-E9CF-4822-B9C8-07AAEBCD5D6C}" presName="sibTrans" presStyleCnt="0"/>
      <dgm:spPr/>
    </dgm:pt>
    <dgm:pt modelId="{C53C3F54-4F85-47E5-A308-F61F7F9A6042}" type="pres">
      <dgm:prSet presAssocID="{1C299BB5-78C6-41F5-BC03-BEE2A61FCB88}" presName="compNode" presStyleCnt="0"/>
      <dgm:spPr/>
    </dgm:pt>
    <dgm:pt modelId="{DEC1F9F4-BA2F-4AEF-B7A4-5D1F7695F240}" type="pres">
      <dgm:prSet presAssocID="{1C299BB5-78C6-41F5-BC03-BEE2A61FCB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021521B-C8E8-4771-9850-FB7D81892699}" type="pres">
      <dgm:prSet presAssocID="{1C299BB5-78C6-41F5-BC03-BEE2A61FCB88}" presName="iconSpace" presStyleCnt="0"/>
      <dgm:spPr/>
    </dgm:pt>
    <dgm:pt modelId="{D3CB2422-0F98-4CA5-9E46-B05FFA459A1F}" type="pres">
      <dgm:prSet presAssocID="{1C299BB5-78C6-41F5-BC03-BEE2A61FCB88}" presName="parTx" presStyleLbl="revTx" presStyleIdx="2" presStyleCnt="4">
        <dgm:presLayoutVars>
          <dgm:chMax val="0"/>
          <dgm:chPref val="0"/>
        </dgm:presLayoutVars>
      </dgm:prSet>
      <dgm:spPr/>
    </dgm:pt>
    <dgm:pt modelId="{F461FBE2-EEAF-4980-9889-CC9873334397}" type="pres">
      <dgm:prSet presAssocID="{1C299BB5-78C6-41F5-BC03-BEE2A61FCB88}" presName="txSpace" presStyleCnt="0"/>
      <dgm:spPr/>
    </dgm:pt>
    <dgm:pt modelId="{71A45CC1-251C-4A46-BA9F-15EE65D60F87}" type="pres">
      <dgm:prSet presAssocID="{1C299BB5-78C6-41F5-BC03-BEE2A61FCB88}" presName="desTx" presStyleLbl="revTx" presStyleIdx="3" presStyleCnt="4">
        <dgm:presLayoutVars/>
      </dgm:prSet>
      <dgm:spPr/>
    </dgm:pt>
  </dgm:ptLst>
  <dgm:cxnLst>
    <dgm:cxn modelId="{1D7B4A19-D301-4C39-A24E-F412F388C887}" srcId="{1C299BB5-78C6-41F5-BC03-BEE2A61FCB88}" destId="{6857CDC3-0486-4215-B7D6-771B8488FA67}" srcOrd="0" destOrd="0" parTransId="{1EA16584-BECA-40FF-8A90-798288F4723A}" sibTransId="{993EDF09-342B-4FAF-8FEA-BEC4B213045F}"/>
    <dgm:cxn modelId="{14C85D1D-0D49-4C09-8170-4F4B702AF93F}" type="presOf" srcId="{6857CDC3-0486-4215-B7D6-771B8488FA67}" destId="{71A45CC1-251C-4A46-BA9F-15EE65D60F87}" srcOrd="0" destOrd="0" presId="urn:microsoft.com/office/officeart/2018/5/layout/CenteredIconLabelDescriptionList"/>
    <dgm:cxn modelId="{D3FEA62B-C3B5-4C42-A8D1-BD6A4DF89FA6}" srcId="{85816D50-B2BF-4E3F-91E8-DDF116B47FD2}" destId="{1F8BE6DB-6548-4DA5-A314-448B67CB7D20}" srcOrd="0" destOrd="0" parTransId="{CAB1B67C-A4A9-4A43-9626-B4F1C8A24DAD}" sibTransId="{27EC34FF-5401-42F1-BD6C-B4118D7D4CD4}"/>
    <dgm:cxn modelId="{4F616A3A-ADC9-4010-BD05-18842ABC9327}" type="presOf" srcId="{2CB86C8F-6FFC-4DA5-9E94-3239DAE8FA77}" destId="{71A45CC1-251C-4A46-BA9F-15EE65D60F87}" srcOrd="0" destOrd="1" presId="urn:microsoft.com/office/officeart/2018/5/layout/CenteredIconLabelDescriptionList"/>
    <dgm:cxn modelId="{2C4DEC3C-CC5A-41D8-82BC-A460AC211744}" type="presOf" srcId="{853B4DA4-DA81-4CCA-8885-780B8CFC016F}" destId="{3D799CD2-6635-4E2C-8EC9-22C211956EC0}" srcOrd="0" destOrd="0" presId="urn:microsoft.com/office/officeart/2018/5/layout/CenteredIconLabelDescriptionList"/>
    <dgm:cxn modelId="{CBD2254E-006D-4352-B018-CCCA307501F2}" type="presOf" srcId="{85816D50-B2BF-4E3F-91E8-DDF116B47FD2}" destId="{029A57CA-5A70-4115-A268-9BD3E6774172}" srcOrd="0" destOrd="0" presId="urn:microsoft.com/office/officeart/2018/5/layout/CenteredIconLabelDescriptionList"/>
    <dgm:cxn modelId="{052CEE8E-B2FC-4A92-848B-85A8F7F02695}" srcId="{1C299BB5-78C6-41F5-BC03-BEE2A61FCB88}" destId="{2CB86C8F-6FFC-4DA5-9E94-3239DAE8FA77}" srcOrd="1" destOrd="0" parTransId="{9BD813AE-661B-4A0A-AB8C-D015952DD937}" sibTransId="{48CE5EA7-75D1-456C-A3B0-7625D3A395BD}"/>
    <dgm:cxn modelId="{34908B96-545B-4F84-83DB-1619C35F0780}" type="presOf" srcId="{1F8BE6DB-6548-4DA5-A314-448B67CB7D20}" destId="{5A6695AA-D221-468E-A0D1-2D0B6D265D4E}" srcOrd="0" destOrd="0" presId="urn:microsoft.com/office/officeart/2018/5/layout/CenteredIconLabelDescriptionList"/>
    <dgm:cxn modelId="{C31EFF96-4C53-415A-8101-B2DC82841BFA}" srcId="{853B4DA4-DA81-4CCA-8885-780B8CFC016F}" destId="{85816D50-B2BF-4E3F-91E8-DDF116B47FD2}" srcOrd="0" destOrd="0" parTransId="{4E330132-4A94-46EB-95CD-AB10131F569B}" sibTransId="{282F195D-E9CF-4822-B9C8-07AAEBCD5D6C}"/>
    <dgm:cxn modelId="{4F8D68C4-D337-45B4-B64E-27B659C15C6C}" type="presOf" srcId="{1C299BB5-78C6-41F5-BC03-BEE2A61FCB88}" destId="{D3CB2422-0F98-4CA5-9E46-B05FFA459A1F}" srcOrd="0" destOrd="0" presId="urn:microsoft.com/office/officeart/2018/5/layout/CenteredIconLabelDescriptionList"/>
    <dgm:cxn modelId="{FD916AE2-9AAB-4022-986D-FA3B6E27F09F}" srcId="{853B4DA4-DA81-4CCA-8885-780B8CFC016F}" destId="{1C299BB5-78C6-41F5-BC03-BEE2A61FCB88}" srcOrd="1" destOrd="0" parTransId="{DD7AE08F-DAC0-4363-B4F4-D14918BE4BE4}" sibTransId="{44599F9F-05C6-448B-B668-AE50ACE865B4}"/>
    <dgm:cxn modelId="{274694AC-8BDF-4DDA-A56C-48CE61DA24E4}" type="presParOf" srcId="{3D799CD2-6635-4E2C-8EC9-22C211956EC0}" destId="{B13646FB-40CE-4EC2-9DD2-C014DC2B9D89}" srcOrd="0" destOrd="0" presId="urn:microsoft.com/office/officeart/2018/5/layout/CenteredIconLabelDescriptionList"/>
    <dgm:cxn modelId="{94ADEEF1-5624-4C23-8221-45614CB943E6}" type="presParOf" srcId="{B13646FB-40CE-4EC2-9DD2-C014DC2B9D89}" destId="{5C72EB98-E637-4E68-9EA6-09EB3DD82EE7}" srcOrd="0" destOrd="0" presId="urn:microsoft.com/office/officeart/2018/5/layout/CenteredIconLabelDescriptionList"/>
    <dgm:cxn modelId="{8021C6EA-2491-4DCE-9975-4F9C1FB04049}" type="presParOf" srcId="{B13646FB-40CE-4EC2-9DD2-C014DC2B9D89}" destId="{F97E17F7-ACA2-4F73-9CC3-EBB249B37803}" srcOrd="1" destOrd="0" presId="urn:microsoft.com/office/officeart/2018/5/layout/CenteredIconLabelDescriptionList"/>
    <dgm:cxn modelId="{70CF0D02-9A1B-4EEB-A8F5-13ED0F420BE2}" type="presParOf" srcId="{B13646FB-40CE-4EC2-9DD2-C014DC2B9D89}" destId="{029A57CA-5A70-4115-A268-9BD3E6774172}" srcOrd="2" destOrd="0" presId="urn:microsoft.com/office/officeart/2018/5/layout/CenteredIconLabelDescriptionList"/>
    <dgm:cxn modelId="{6F5D4526-8ADD-4BA3-9506-29654E0444FE}" type="presParOf" srcId="{B13646FB-40CE-4EC2-9DD2-C014DC2B9D89}" destId="{64046F90-02CB-4E91-B2AE-479E1166A1DD}" srcOrd="3" destOrd="0" presId="urn:microsoft.com/office/officeart/2018/5/layout/CenteredIconLabelDescriptionList"/>
    <dgm:cxn modelId="{25845C87-EF98-4662-A5CA-68129B3E0135}" type="presParOf" srcId="{B13646FB-40CE-4EC2-9DD2-C014DC2B9D89}" destId="{5A6695AA-D221-468E-A0D1-2D0B6D265D4E}" srcOrd="4" destOrd="0" presId="urn:microsoft.com/office/officeart/2018/5/layout/CenteredIconLabelDescriptionList"/>
    <dgm:cxn modelId="{8ABC0675-BC54-4D26-B06D-0F777CB74BAC}" type="presParOf" srcId="{3D799CD2-6635-4E2C-8EC9-22C211956EC0}" destId="{D1AABBC8-9E59-4412-89A6-CE39952B74E7}" srcOrd="1" destOrd="0" presId="urn:microsoft.com/office/officeart/2018/5/layout/CenteredIconLabelDescriptionList"/>
    <dgm:cxn modelId="{1FCB440C-2B05-4E8D-A04C-421A2082C83D}" type="presParOf" srcId="{3D799CD2-6635-4E2C-8EC9-22C211956EC0}" destId="{C53C3F54-4F85-47E5-A308-F61F7F9A6042}" srcOrd="2" destOrd="0" presId="urn:microsoft.com/office/officeart/2018/5/layout/CenteredIconLabelDescriptionList"/>
    <dgm:cxn modelId="{7FD9F65C-E72B-4BB5-8CAC-F8E6A94780AC}" type="presParOf" srcId="{C53C3F54-4F85-47E5-A308-F61F7F9A6042}" destId="{DEC1F9F4-BA2F-4AEF-B7A4-5D1F7695F240}" srcOrd="0" destOrd="0" presId="urn:microsoft.com/office/officeart/2018/5/layout/CenteredIconLabelDescriptionList"/>
    <dgm:cxn modelId="{69E4D781-F299-40B3-BC9B-1AE90ED3AC54}" type="presParOf" srcId="{C53C3F54-4F85-47E5-A308-F61F7F9A6042}" destId="{F021521B-C8E8-4771-9850-FB7D81892699}" srcOrd="1" destOrd="0" presId="urn:microsoft.com/office/officeart/2018/5/layout/CenteredIconLabelDescriptionList"/>
    <dgm:cxn modelId="{3DA6C8F5-FC03-4A86-BDA1-F2DB8972F519}" type="presParOf" srcId="{C53C3F54-4F85-47E5-A308-F61F7F9A6042}" destId="{D3CB2422-0F98-4CA5-9E46-B05FFA459A1F}" srcOrd="2" destOrd="0" presId="urn:microsoft.com/office/officeart/2018/5/layout/CenteredIconLabelDescriptionList"/>
    <dgm:cxn modelId="{34F097CD-E1FC-4239-8EFC-4D7DC8DDDBC8}" type="presParOf" srcId="{C53C3F54-4F85-47E5-A308-F61F7F9A6042}" destId="{F461FBE2-EEAF-4980-9889-CC9873334397}" srcOrd="3" destOrd="0" presId="urn:microsoft.com/office/officeart/2018/5/layout/CenteredIconLabelDescriptionList"/>
    <dgm:cxn modelId="{93631FE6-9868-4EE8-B5AA-D87F009CC933}" type="presParOf" srcId="{C53C3F54-4F85-47E5-A308-F61F7F9A6042}" destId="{71A45CC1-251C-4A46-BA9F-15EE65D60F8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CDB1924-1029-4FF9-987E-460D5DC50E1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AD1E1F8D-B07E-4A19-A209-816A7154E1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dumpprivkey</a:t>
          </a:r>
          <a:r>
            <a:rPr lang="en-US"/>
            <a:t> command </a:t>
          </a:r>
          <a:endParaRPr lang="tr-TR"/>
        </a:p>
      </dgm:t>
    </dgm:pt>
    <dgm:pt modelId="{09B8CB78-C71B-4B54-BC38-1B4EE2F8B244}" type="parTrans" cxnId="{AA922890-2656-4787-A90A-81B7B2723AA2}">
      <dgm:prSet/>
      <dgm:spPr/>
      <dgm:t>
        <a:bodyPr/>
        <a:lstStyle/>
        <a:p>
          <a:endParaRPr lang="tr-TR"/>
        </a:p>
      </dgm:t>
    </dgm:pt>
    <dgm:pt modelId="{A31E7711-74E1-44EF-8780-B76BA5F25B63}" type="sibTrans" cxnId="{AA922890-2656-4787-A90A-81B7B2723AA2}">
      <dgm:prSet/>
      <dgm:spPr/>
      <dgm:t>
        <a:bodyPr/>
        <a:lstStyle/>
        <a:p>
          <a:endParaRPr lang="tr-TR"/>
        </a:p>
      </dgm:t>
    </dgm:pt>
    <dgm:pt modelId="{98AAFBEE-6E59-4B50-B595-ABE7D8FDD7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opens the wallet and extracts the private key</a:t>
          </a:r>
          <a:endParaRPr lang="tr-TR"/>
        </a:p>
      </dgm:t>
    </dgm:pt>
    <dgm:pt modelId="{07AE38B0-A200-4617-9DFD-D5A248D55B46}" type="parTrans" cxnId="{61534A35-5286-47CC-A005-280D1F205A4B}">
      <dgm:prSet/>
      <dgm:spPr/>
      <dgm:t>
        <a:bodyPr/>
        <a:lstStyle/>
        <a:p>
          <a:endParaRPr lang="tr-TR"/>
        </a:p>
      </dgm:t>
    </dgm:pt>
    <dgm:pt modelId="{4D8FE85D-F6B2-4F4D-92AF-181A90FF51FC}" type="sibTrans" cxnId="{61534A35-5286-47CC-A005-280D1F205A4B}">
      <dgm:prSet/>
      <dgm:spPr/>
      <dgm:t>
        <a:bodyPr/>
        <a:lstStyle/>
        <a:p>
          <a:endParaRPr lang="tr-TR"/>
        </a:p>
      </dgm:t>
    </dgm:pt>
    <dgm:pt modelId="{31503CAC-FA6F-44DF-AC25-DF30216ED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generated by the get</a:t>
          </a:r>
          <a:r>
            <a:rPr lang="tr-TR" dirty="0"/>
            <a:t> </a:t>
          </a:r>
          <a:r>
            <a:rPr lang="en-US" i="1" dirty="0" err="1"/>
            <a:t>newaddress</a:t>
          </a:r>
          <a:r>
            <a:rPr lang="en-US" dirty="0"/>
            <a:t> command. </a:t>
          </a:r>
          <a:endParaRPr lang="tr-TR" dirty="0"/>
        </a:p>
      </dgm:t>
    </dgm:pt>
    <dgm:pt modelId="{FF41A412-CE13-43AE-B795-F6AFAA8AEFAC}" type="parTrans" cxnId="{E06D9127-2456-4A55-9E59-8DAF667ABBFF}">
      <dgm:prSet/>
      <dgm:spPr/>
      <dgm:t>
        <a:bodyPr/>
        <a:lstStyle/>
        <a:p>
          <a:endParaRPr lang="tr-TR"/>
        </a:p>
      </dgm:t>
    </dgm:pt>
    <dgm:pt modelId="{3867E2D7-1252-42F8-A591-A1CE060534D9}" type="sibTrans" cxnId="{E06D9127-2456-4A55-9E59-8DAF667ABBFF}">
      <dgm:prSet/>
      <dgm:spPr/>
      <dgm:t>
        <a:bodyPr/>
        <a:lstStyle/>
        <a:p>
          <a:endParaRPr lang="tr-TR"/>
        </a:p>
      </dgm:t>
    </dgm:pt>
    <dgm:pt modelId="{914F8E70-3D4C-471A-8DAF-F548D3F3BE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Private key from Public key</a:t>
          </a:r>
        </a:p>
      </dgm:t>
    </dgm:pt>
    <dgm:pt modelId="{1D70D2F5-489A-48F4-9FE8-38111183C39E}" type="parTrans" cxnId="{FBFAACE3-5E48-4E9D-9472-151160412C5D}">
      <dgm:prSet/>
      <dgm:spPr/>
      <dgm:t>
        <a:bodyPr/>
        <a:lstStyle/>
        <a:p>
          <a:endParaRPr lang="tr-TR"/>
        </a:p>
      </dgm:t>
    </dgm:pt>
    <dgm:pt modelId="{C96019B3-19F0-403E-9648-4D799C98748A}" type="sibTrans" cxnId="{FBFAACE3-5E48-4E9D-9472-151160412C5D}">
      <dgm:prSet/>
      <dgm:spPr/>
      <dgm:t>
        <a:bodyPr/>
        <a:lstStyle/>
        <a:p>
          <a:endParaRPr lang="tr-TR"/>
        </a:p>
      </dgm:t>
    </dgm:pt>
    <dgm:pt modelId="{124694E5-25F2-4574-9593-E8B0D4FD3E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unless</a:t>
          </a:r>
          <a:endParaRPr lang="tr-TR"/>
        </a:p>
      </dgm:t>
    </dgm:pt>
    <dgm:pt modelId="{9498AB77-3275-4F81-B9E1-8B84DB4ED72C}" type="parTrans" cxnId="{C3C5880F-FE9D-4D5C-B22F-8F139642C6D8}">
      <dgm:prSet/>
      <dgm:spPr/>
      <dgm:t>
        <a:bodyPr/>
        <a:lstStyle/>
        <a:p>
          <a:endParaRPr lang="tr-TR"/>
        </a:p>
      </dgm:t>
    </dgm:pt>
    <dgm:pt modelId="{D396878E-F87C-497C-B029-363AA43DB72A}" type="sibTrans" cxnId="{C3C5880F-FE9D-4D5C-B22F-8F139642C6D8}">
      <dgm:prSet/>
      <dgm:spPr/>
      <dgm:t>
        <a:bodyPr/>
        <a:lstStyle/>
        <a:p>
          <a:endParaRPr lang="tr-TR"/>
        </a:p>
      </dgm:t>
    </dgm:pt>
    <dgm:pt modelId="{8DAACCCC-EB57-4D9F-A660-811A8D23FF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not possible for </a:t>
          </a:r>
          <a:r>
            <a:rPr lang="en-US" i="1" dirty="0" err="1"/>
            <a:t>bitcoind</a:t>
          </a:r>
          <a:endParaRPr lang="tr-TR" i="1" dirty="0"/>
        </a:p>
      </dgm:t>
    </dgm:pt>
    <dgm:pt modelId="{96DC74F8-8243-4E83-A915-3B4819FC474F}" type="parTrans" cxnId="{1875DEE3-ED93-4F45-9078-D5C4C8138903}">
      <dgm:prSet/>
      <dgm:spPr/>
      <dgm:t>
        <a:bodyPr/>
        <a:lstStyle/>
        <a:p>
          <a:endParaRPr lang="tr-TR"/>
        </a:p>
      </dgm:t>
    </dgm:pt>
    <dgm:pt modelId="{11308B29-FB0C-4398-A221-B1C295F6D185}" type="sibTrans" cxnId="{1875DEE3-ED93-4F45-9078-D5C4C8138903}">
      <dgm:prSet/>
      <dgm:spPr/>
      <dgm:t>
        <a:bodyPr/>
        <a:lstStyle/>
        <a:p>
          <a:endParaRPr lang="tr-TR"/>
        </a:p>
      </dgm:t>
    </dgm:pt>
    <dgm:pt modelId="{857ADADF-F550-470F-862E-64C54AE46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know</a:t>
          </a:r>
          <a:r>
            <a:rPr lang="tr-TR" dirty="0"/>
            <a:t> </a:t>
          </a:r>
          <a:r>
            <a:rPr lang="en-US" dirty="0"/>
            <a:t>the private key from the public key </a:t>
          </a:r>
          <a:endParaRPr lang="tr-TR" dirty="0"/>
        </a:p>
      </dgm:t>
    </dgm:pt>
    <dgm:pt modelId="{9C8F4BF6-1076-4470-AB75-A351B4A38190}" type="parTrans" cxnId="{8F0F9433-A7BB-435E-A259-5D45F79A0C61}">
      <dgm:prSet/>
      <dgm:spPr/>
      <dgm:t>
        <a:bodyPr/>
        <a:lstStyle/>
        <a:p>
          <a:endParaRPr lang="tr-TR"/>
        </a:p>
      </dgm:t>
    </dgm:pt>
    <dgm:pt modelId="{E96AB68A-6F44-42CD-8111-4A658C447BB8}" type="sibTrans" cxnId="{8F0F9433-A7BB-435E-A259-5D45F79A0C61}">
      <dgm:prSet/>
      <dgm:spPr/>
      <dgm:t>
        <a:bodyPr/>
        <a:lstStyle/>
        <a:p>
          <a:endParaRPr lang="tr-TR"/>
        </a:p>
      </dgm:t>
    </dgm:pt>
    <dgm:pt modelId="{CEAE8F65-2006-48E3-B0E2-EF2FE036C4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</a:t>
          </a:r>
          <a:r>
            <a:rPr lang="en-US" dirty="0"/>
            <a:t>are both stored in the wallet</a:t>
          </a:r>
          <a:endParaRPr lang="tr-TR" dirty="0"/>
        </a:p>
      </dgm:t>
    </dgm:pt>
    <dgm:pt modelId="{C56FD1C0-0BB8-461B-87D8-74400056C75B}" type="parTrans" cxnId="{5263FE90-B0AC-401B-9CE5-F71EF02EE08F}">
      <dgm:prSet/>
      <dgm:spPr/>
      <dgm:t>
        <a:bodyPr/>
        <a:lstStyle/>
        <a:p>
          <a:endParaRPr lang="tr-TR"/>
        </a:p>
      </dgm:t>
    </dgm:pt>
    <dgm:pt modelId="{A8C3F545-8CB0-488F-BCCE-85E012370D88}" type="sibTrans" cxnId="{5263FE90-B0AC-401B-9CE5-F71EF02EE08F}">
      <dgm:prSet/>
      <dgm:spPr/>
      <dgm:t>
        <a:bodyPr/>
        <a:lstStyle/>
        <a:p>
          <a:endParaRPr lang="tr-TR"/>
        </a:p>
      </dgm:t>
    </dgm:pt>
    <dgm:pt modelId="{18643290-9859-4124-8CB3-A29C9866CDA1}" type="pres">
      <dgm:prSet presAssocID="{FCDB1924-1029-4FF9-987E-460D5DC50E15}" presName="root" presStyleCnt="0">
        <dgm:presLayoutVars>
          <dgm:dir/>
          <dgm:resizeHandles val="exact"/>
        </dgm:presLayoutVars>
      </dgm:prSet>
      <dgm:spPr/>
    </dgm:pt>
    <dgm:pt modelId="{CC4493E0-F7F2-4BAD-A582-4C9C126F4DAA}" type="pres">
      <dgm:prSet presAssocID="{AD1E1F8D-B07E-4A19-A209-816A7154E10D}" presName="compNode" presStyleCnt="0"/>
      <dgm:spPr/>
    </dgm:pt>
    <dgm:pt modelId="{579318D1-3E99-407C-A48E-066E573CB4A3}" type="pres">
      <dgm:prSet presAssocID="{AD1E1F8D-B07E-4A19-A209-816A7154E1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0565E22-26D4-42E5-9C30-A72C3CDA92F1}" type="pres">
      <dgm:prSet presAssocID="{AD1E1F8D-B07E-4A19-A209-816A7154E10D}" presName="iconSpace" presStyleCnt="0"/>
      <dgm:spPr/>
    </dgm:pt>
    <dgm:pt modelId="{E7852747-3BBA-4A7C-B1AA-E5B9B0CA01B9}" type="pres">
      <dgm:prSet presAssocID="{AD1E1F8D-B07E-4A19-A209-816A7154E10D}" presName="parTx" presStyleLbl="revTx" presStyleIdx="0" presStyleCnt="6">
        <dgm:presLayoutVars>
          <dgm:chMax val="0"/>
          <dgm:chPref val="0"/>
        </dgm:presLayoutVars>
      </dgm:prSet>
      <dgm:spPr/>
    </dgm:pt>
    <dgm:pt modelId="{2CF6390C-1387-490E-8E1B-B4F82F822D85}" type="pres">
      <dgm:prSet presAssocID="{AD1E1F8D-B07E-4A19-A209-816A7154E10D}" presName="txSpace" presStyleCnt="0"/>
      <dgm:spPr/>
    </dgm:pt>
    <dgm:pt modelId="{FC34D337-2BC3-49D2-B4AE-FDE5C1825E9C}" type="pres">
      <dgm:prSet presAssocID="{AD1E1F8D-B07E-4A19-A209-816A7154E10D}" presName="desTx" presStyleLbl="revTx" presStyleIdx="1" presStyleCnt="6">
        <dgm:presLayoutVars/>
      </dgm:prSet>
      <dgm:spPr/>
    </dgm:pt>
    <dgm:pt modelId="{8E4D819A-15AD-4729-A0C0-E40AD791895D}" type="pres">
      <dgm:prSet presAssocID="{A31E7711-74E1-44EF-8780-B76BA5F25B63}" presName="sibTrans" presStyleCnt="0"/>
      <dgm:spPr/>
    </dgm:pt>
    <dgm:pt modelId="{D0BB9D8E-73C3-4FCB-9926-04C662ABA7F7}" type="pres">
      <dgm:prSet presAssocID="{914F8E70-3D4C-471A-8DAF-F548D3F3BE52}" presName="compNode" presStyleCnt="0"/>
      <dgm:spPr/>
    </dgm:pt>
    <dgm:pt modelId="{CB8C2FD6-5DCB-4DB0-B1DF-7F6900A00C4A}" type="pres">
      <dgm:prSet presAssocID="{914F8E70-3D4C-471A-8DAF-F548D3F3BE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FE7F8EB-5628-4864-89EC-870681BD6F7B}" type="pres">
      <dgm:prSet presAssocID="{914F8E70-3D4C-471A-8DAF-F548D3F3BE52}" presName="iconSpace" presStyleCnt="0"/>
      <dgm:spPr/>
    </dgm:pt>
    <dgm:pt modelId="{42BA2F42-383B-4619-9DBF-78F2FDE0D60A}" type="pres">
      <dgm:prSet presAssocID="{914F8E70-3D4C-471A-8DAF-F548D3F3BE52}" presName="parTx" presStyleLbl="revTx" presStyleIdx="2" presStyleCnt="6">
        <dgm:presLayoutVars>
          <dgm:chMax val="0"/>
          <dgm:chPref val="0"/>
        </dgm:presLayoutVars>
      </dgm:prSet>
      <dgm:spPr/>
    </dgm:pt>
    <dgm:pt modelId="{915FB809-9E1C-4C41-9088-DFCFA5E82FF5}" type="pres">
      <dgm:prSet presAssocID="{914F8E70-3D4C-471A-8DAF-F548D3F3BE52}" presName="txSpace" presStyleCnt="0"/>
      <dgm:spPr/>
    </dgm:pt>
    <dgm:pt modelId="{FBE14C1C-25CD-46BE-B4D9-AB676D6E4D3A}" type="pres">
      <dgm:prSet presAssocID="{914F8E70-3D4C-471A-8DAF-F548D3F3BE52}" presName="desTx" presStyleLbl="revTx" presStyleIdx="3" presStyleCnt="6">
        <dgm:presLayoutVars/>
      </dgm:prSet>
      <dgm:spPr/>
    </dgm:pt>
    <dgm:pt modelId="{6AED42B5-2C3F-4C20-A02D-4FD2A2372131}" type="pres">
      <dgm:prSet presAssocID="{C96019B3-19F0-403E-9648-4D799C98748A}" presName="sibTrans" presStyleCnt="0"/>
      <dgm:spPr/>
    </dgm:pt>
    <dgm:pt modelId="{3B58BF64-10FB-4DB0-8409-51AF1BD7A680}" type="pres">
      <dgm:prSet presAssocID="{124694E5-25F2-4574-9593-E8B0D4FD3EFA}" presName="compNode" presStyleCnt="0"/>
      <dgm:spPr/>
    </dgm:pt>
    <dgm:pt modelId="{47AF338D-17CF-4193-94B4-C933444D7A38}" type="pres">
      <dgm:prSet presAssocID="{124694E5-25F2-4574-9593-E8B0D4FD3E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03210FB-F59F-4E2B-A334-3007281C8E66}" type="pres">
      <dgm:prSet presAssocID="{124694E5-25F2-4574-9593-E8B0D4FD3EFA}" presName="iconSpace" presStyleCnt="0"/>
      <dgm:spPr/>
    </dgm:pt>
    <dgm:pt modelId="{A0A7D826-B016-4364-B2A0-5866F8A27818}" type="pres">
      <dgm:prSet presAssocID="{124694E5-25F2-4574-9593-E8B0D4FD3EFA}" presName="parTx" presStyleLbl="revTx" presStyleIdx="4" presStyleCnt="6">
        <dgm:presLayoutVars>
          <dgm:chMax val="0"/>
          <dgm:chPref val="0"/>
        </dgm:presLayoutVars>
      </dgm:prSet>
      <dgm:spPr/>
    </dgm:pt>
    <dgm:pt modelId="{AC246F9B-E0AE-45BA-AF39-5DEEC3AC1369}" type="pres">
      <dgm:prSet presAssocID="{124694E5-25F2-4574-9593-E8B0D4FD3EFA}" presName="txSpace" presStyleCnt="0"/>
      <dgm:spPr/>
    </dgm:pt>
    <dgm:pt modelId="{3032EB9E-14E5-4CDF-A632-A3F73B0F2CDD}" type="pres">
      <dgm:prSet presAssocID="{124694E5-25F2-4574-9593-E8B0D4FD3EFA}" presName="desTx" presStyleLbl="revTx" presStyleIdx="5" presStyleCnt="6">
        <dgm:presLayoutVars/>
      </dgm:prSet>
      <dgm:spPr/>
    </dgm:pt>
  </dgm:ptLst>
  <dgm:cxnLst>
    <dgm:cxn modelId="{8BE4250B-A7A9-4F6A-AA43-12B1E6C5C0AB}" type="presOf" srcId="{CEAE8F65-2006-48E3-B0E2-EF2FE036C41F}" destId="{3032EB9E-14E5-4CDF-A632-A3F73B0F2CDD}" srcOrd="0" destOrd="0" presId="urn:microsoft.com/office/officeart/2018/5/layout/CenteredIconLabelDescriptionList"/>
    <dgm:cxn modelId="{C3C5880F-FE9D-4D5C-B22F-8F139642C6D8}" srcId="{FCDB1924-1029-4FF9-987E-460D5DC50E15}" destId="{124694E5-25F2-4574-9593-E8B0D4FD3EFA}" srcOrd="2" destOrd="0" parTransId="{9498AB77-3275-4F81-B9E1-8B84DB4ED72C}" sibTransId="{D396878E-F87C-497C-B029-363AA43DB72A}"/>
    <dgm:cxn modelId="{E06D9127-2456-4A55-9E59-8DAF667ABBFF}" srcId="{AD1E1F8D-B07E-4A19-A209-816A7154E10D}" destId="{31503CAC-FA6F-44DF-AC25-DF30216EDD09}" srcOrd="1" destOrd="0" parTransId="{FF41A412-CE13-43AE-B795-F6AFAA8AEFAC}" sibTransId="{3867E2D7-1252-42F8-A591-A1CE060534D9}"/>
    <dgm:cxn modelId="{8F0F9433-A7BB-435E-A259-5D45F79A0C61}" srcId="{914F8E70-3D4C-471A-8DAF-F548D3F3BE52}" destId="{857ADADF-F550-470F-862E-64C54AE46EC1}" srcOrd="1" destOrd="0" parTransId="{9C8F4BF6-1076-4470-AB75-A351B4A38190}" sibTransId="{E96AB68A-6F44-42CD-8111-4A658C447BB8}"/>
    <dgm:cxn modelId="{61534A35-5286-47CC-A005-280D1F205A4B}" srcId="{AD1E1F8D-B07E-4A19-A209-816A7154E10D}" destId="{98AAFBEE-6E59-4B50-B595-ABE7D8FDD742}" srcOrd="0" destOrd="0" parTransId="{07AE38B0-A200-4617-9DFD-D5A248D55B46}" sibTransId="{4D8FE85D-F6B2-4F4D-92AF-181A90FF51FC}"/>
    <dgm:cxn modelId="{32028D3A-6A0B-4075-8A0F-BCE9E4BC71AC}" type="presOf" srcId="{914F8E70-3D4C-471A-8DAF-F548D3F3BE52}" destId="{42BA2F42-383B-4619-9DBF-78F2FDE0D60A}" srcOrd="0" destOrd="0" presId="urn:microsoft.com/office/officeart/2018/5/layout/CenteredIconLabelDescriptionList"/>
    <dgm:cxn modelId="{92C40048-B555-4B6F-B545-72499E096E4D}" type="presOf" srcId="{AD1E1F8D-B07E-4A19-A209-816A7154E10D}" destId="{E7852747-3BBA-4A7C-B1AA-E5B9B0CA01B9}" srcOrd="0" destOrd="0" presId="urn:microsoft.com/office/officeart/2018/5/layout/CenteredIconLabelDescriptionList"/>
    <dgm:cxn modelId="{2060BD6B-12A6-42F2-8D89-A9B7FF37B223}" type="presOf" srcId="{FCDB1924-1029-4FF9-987E-460D5DC50E15}" destId="{18643290-9859-4124-8CB3-A29C9866CDA1}" srcOrd="0" destOrd="0" presId="urn:microsoft.com/office/officeart/2018/5/layout/CenteredIconLabelDescriptionList"/>
    <dgm:cxn modelId="{AA922890-2656-4787-A90A-81B7B2723AA2}" srcId="{FCDB1924-1029-4FF9-987E-460D5DC50E15}" destId="{AD1E1F8D-B07E-4A19-A209-816A7154E10D}" srcOrd="0" destOrd="0" parTransId="{09B8CB78-C71B-4B54-BC38-1B4EE2F8B244}" sibTransId="{A31E7711-74E1-44EF-8780-B76BA5F25B63}"/>
    <dgm:cxn modelId="{5263FE90-B0AC-401B-9CE5-F71EF02EE08F}" srcId="{124694E5-25F2-4574-9593-E8B0D4FD3EFA}" destId="{CEAE8F65-2006-48E3-B0E2-EF2FE036C41F}" srcOrd="0" destOrd="0" parTransId="{C56FD1C0-0BB8-461B-87D8-74400056C75B}" sibTransId="{A8C3F545-8CB0-488F-BCCE-85E012370D88}"/>
    <dgm:cxn modelId="{2C6BB193-E54D-471D-B685-B85865AACC7B}" type="presOf" srcId="{31503CAC-FA6F-44DF-AC25-DF30216EDD09}" destId="{FC34D337-2BC3-49D2-B4AE-FDE5C1825E9C}" srcOrd="0" destOrd="1" presId="urn:microsoft.com/office/officeart/2018/5/layout/CenteredIconLabelDescriptionList"/>
    <dgm:cxn modelId="{8B8555B9-FDE6-401B-890A-491F0F88FEF4}" type="presOf" srcId="{857ADADF-F550-470F-862E-64C54AE46EC1}" destId="{FBE14C1C-25CD-46BE-B4D9-AB676D6E4D3A}" srcOrd="0" destOrd="1" presId="urn:microsoft.com/office/officeart/2018/5/layout/CenteredIconLabelDescriptionList"/>
    <dgm:cxn modelId="{EB7F57BA-CFA2-4C08-8FFC-174D80D69E61}" type="presOf" srcId="{8DAACCCC-EB57-4D9F-A660-811A8D23FF16}" destId="{FBE14C1C-25CD-46BE-B4D9-AB676D6E4D3A}" srcOrd="0" destOrd="0" presId="urn:microsoft.com/office/officeart/2018/5/layout/CenteredIconLabelDescriptionList"/>
    <dgm:cxn modelId="{FBFAACE3-5E48-4E9D-9472-151160412C5D}" srcId="{FCDB1924-1029-4FF9-987E-460D5DC50E15}" destId="{914F8E70-3D4C-471A-8DAF-F548D3F3BE52}" srcOrd="1" destOrd="0" parTransId="{1D70D2F5-489A-48F4-9FE8-38111183C39E}" sibTransId="{C96019B3-19F0-403E-9648-4D799C98748A}"/>
    <dgm:cxn modelId="{1875DEE3-ED93-4F45-9078-D5C4C8138903}" srcId="{914F8E70-3D4C-471A-8DAF-F548D3F3BE52}" destId="{8DAACCCC-EB57-4D9F-A660-811A8D23FF16}" srcOrd="0" destOrd="0" parTransId="{96DC74F8-8243-4E83-A915-3B4819FC474F}" sibTransId="{11308B29-FB0C-4398-A221-B1C295F6D185}"/>
    <dgm:cxn modelId="{86F927FC-73D8-4215-BD61-B2AD6E7FFE22}" type="presOf" srcId="{98AAFBEE-6E59-4B50-B595-ABE7D8FDD742}" destId="{FC34D337-2BC3-49D2-B4AE-FDE5C1825E9C}" srcOrd="0" destOrd="0" presId="urn:microsoft.com/office/officeart/2018/5/layout/CenteredIconLabelDescriptionList"/>
    <dgm:cxn modelId="{335852FE-20F4-4DFB-B345-59F02316FDA7}" type="presOf" srcId="{124694E5-25F2-4574-9593-E8B0D4FD3EFA}" destId="{A0A7D826-B016-4364-B2A0-5866F8A27818}" srcOrd="0" destOrd="0" presId="urn:microsoft.com/office/officeart/2018/5/layout/CenteredIconLabelDescriptionList"/>
    <dgm:cxn modelId="{B760C4ED-9BF5-4CA7-B710-E8C7455F200D}" type="presParOf" srcId="{18643290-9859-4124-8CB3-A29C9866CDA1}" destId="{CC4493E0-F7F2-4BAD-A582-4C9C126F4DAA}" srcOrd="0" destOrd="0" presId="urn:microsoft.com/office/officeart/2018/5/layout/CenteredIconLabelDescriptionList"/>
    <dgm:cxn modelId="{68C06574-7B26-4C7D-83EF-16D73F6DFCE1}" type="presParOf" srcId="{CC4493E0-F7F2-4BAD-A582-4C9C126F4DAA}" destId="{579318D1-3E99-407C-A48E-066E573CB4A3}" srcOrd="0" destOrd="0" presId="urn:microsoft.com/office/officeart/2018/5/layout/CenteredIconLabelDescriptionList"/>
    <dgm:cxn modelId="{34CF046C-77F4-42A4-B625-C941F712365E}" type="presParOf" srcId="{CC4493E0-F7F2-4BAD-A582-4C9C126F4DAA}" destId="{40565E22-26D4-42E5-9C30-A72C3CDA92F1}" srcOrd="1" destOrd="0" presId="urn:microsoft.com/office/officeart/2018/5/layout/CenteredIconLabelDescriptionList"/>
    <dgm:cxn modelId="{05A60E65-402D-4668-8377-9074BB4333A1}" type="presParOf" srcId="{CC4493E0-F7F2-4BAD-A582-4C9C126F4DAA}" destId="{E7852747-3BBA-4A7C-B1AA-E5B9B0CA01B9}" srcOrd="2" destOrd="0" presId="urn:microsoft.com/office/officeart/2018/5/layout/CenteredIconLabelDescriptionList"/>
    <dgm:cxn modelId="{FD6351FA-13D5-4814-B2F1-4227E04AC244}" type="presParOf" srcId="{CC4493E0-F7F2-4BAD-A582-4C9C126F4DAA}" destId="{2CF6390C-1387-490E-8E1B-B4F82F822D85}" srcOrd="3" destOrd="0" presId="urn:microsoft.com/office/officeart/2018/5/layout/CenteredIconLabelDescriptionList"/>
    <dgm:cxn modelId="{12BCD174-0E31-410E-A8C0-C8C6F5B99613}" type="presParOf" srcId="{CC4493E0-F7F2-4BAD-A582-4C9C126F4DAA}" destId="{FC34D337-2BC3-49D2-B4AE-FDE5C1825E9C}" srcOrd="4" destOrd="0" presId="urn:microsoft.com/office/officeart/2018/5/layout/CenteredIconLabelDescriptionList"/>
    <dgm:cxn modelId="{F12DBABC-A2E5-48E9-B613-529D1566348F}" type="presParOf" srcId="{18643290-9859-4124-8CB3-A29C9866CDA1}" destId="{8E4D819A-15AD-4729-A0C0-E40AD791895D}" srcOrd="1" destOrd="0" presId="urn:microsoft.com/office/officeart/2018/5/layout/CenteredIconLabelDescriptionList"/>
    <dgm:cxn modelId="{585193CA-A087-423C-BDB6-238E722D226E}" type="presParOf" srcId="{18643290-9859-4124-8CB3-A29C9866CDA1}" destId="{D0BB9D8E-73C3-4FCB-9926-04C662ABA7F7}" srcOrd="2" destOrd="0" presId="urn:microsoft.com/office/officeart/2018/5/layout/CenteredIconLabelDescriptionList"/>
    <dgm:cxn modelId="{1A7CB0AA-A802-4745-8B82-67B8C5FA42C0}" type="presParOf" srcId="{D0BB9D8E-73C3-4FCB-9926-04C662ABA7F7}" destId="{CB8C2FD6-5DCB-4DB0-B1DF-7F6900A00C4A}" srcOrd="0" destOrd="0" presId="urn:microsoft.com/office/officeart/2018/5/layout/CenteredIconLabelDescriptionList"/>
    <dgm:cxn modelId="{A1A55328-4090-433F-A03A-EB860FD81389}" type="presParOf" srcId="{D0BB9D8E-73C3-4FCB-9926-04C662ABA7F7}" destId="{FFE7F8EB-5628-4864-89EC-870681BD6F7B}" srcOrd="1" destOrd="0" presId="urn:microsoft.com/office/officeart/2018/5/layout/CenteredIconLabelDescriptionList"/>
    <dgm:cxn modelId="{F2EE0965-0CDF-4028-9380-4AED0E25A70A}" type="presParOf" srcId="{D0BB9D8E-73C3-4FCB-9926-04C662ABA7F7}" destId="{42BA2F42-383B-4619-9DBF-78F2FDE0D60A}" srcOrd="2" destOrd="0" presId="urn:microsoft.com/office/officeart/2018/5/layout/CenteredIconLabelDescriptionList"/>
    <dgm:cxn modelId="{01F8FD59-98E4-4DF5-A4F0-D2472807686F}" type="presParOf" srcId="{D0BB9D8E-73C3-4FCB-9926-04C662ABA7F7}" destId="{915FB809-9E1C-4C41-9088-DFCFA5E82FF5}" srcOrd="3" destOrd="0" presId="urn:microsoft.com/office/officeart/2018/5/layout/CenteredIconLabelDescriptionList"/>
    <dgm:cxn modelId="{513E2599-0110-48A4-85AC-779D2B3FC0B3}" type="presParOf" srcId="{D0BB9D8E-73C3-4FCB-9926-04C662ABA7F7}" destId="{FBE14C1C-25CD-46BE-B4D9-AB676D6E4D3A}" srcOrd="4" destOrd="0" presId="urn:microsoft.com/office/officeart/2018/5/layout/CenteredIconLabelDescriptionList"/>
    <dgm:cxn modelId="{86813AD3-6F72-4042-926F-D746860AAF44}" type="presParOf" srcId="{18643290-9859-4124-8CB3-A29C9866CDA1}" destId="{6AED42B5-2C3F-4C20-A02D-4FD2A2372131}" srcOrd="3" destOrd="0" presId="urn:microsoft.com/office/officeart/2018/5/layout/CenteredIconLabelDescriptionList"/>
    <dgm:cxn modelId="{F87B90E0-2432-4B60-9B02-6362970DC831}" type="presParOf" srcId="{18643290-9859-4124-8CB3-A29C9866CDA1}" destId="{3B58BF64-10FB-4DB0-8409-51AF1BD7A680}" srcOrd="4" destOrd="0" presId="urn:microsoft.com/office/officeart/2018/5/layout/CenteredIconLabelDescriptionList"/>
    <dgm:cxn modelId="{71F63A2E-3680-423F-B8AE-2DEC71F2439B}" type="presParOf" srcId="{3B58BF64-10FB-4DB0-8409-51AF1BD7A680}" destId="{47AF338D-17CF-4193-94B4-C933444D7A38}" srcOrd="0" destOrd="0" presId="urn:microsoft.com/office/officeart/2018/5/layout/CenteredIconLabelDescriptionList"/>
    <dgm:cxn modelId="{AB2CAD6D-1AF1-430C-8076-F4DDDD1636C3}" type="presParOf" srcId="{3B58BF64-10FB-4DB0-8409-51AF1BD7A680}" destId="{F03210FB-F59F-4E2B-A334-3007281C8E66}" srcOrd="1" destOrd="0" presId="urn:microsoft.com/office/officeart/2018/5/layout/CenteredIconLabelDescriptionList"/>
    <dgm:cxn modelId="{54B8E291-EF6B-4FA2-AB54-107BFAE48B40}" type="presParOf" srcId="{3B58BF64-10FB-4DB0-8409-51AF1BD7A680}" destId="{A0A7D826-B016-4364-B2A0-5866F8A27818}" srcOrd="2" destOrd="0" presId="urn:microsoft.com/office/officeart/2018/5/layout/CenteredIconLabelDescriptionList"/>
    <dgm:cxn modelId="{A909BA4C-234B-4C6D-B5A6-D15280234056}" type="presParOf" srcId="{3B58BF64-10FB-4DB0-8409-51AF1BD7A680}" destId="{AC246F9B-E0AE-45BA-AF39-5DEEC3AC1369}" srcOrd="3" destOrd="0" presId="urn:microsoft.com/office/officeart/2018/5/layout/CenteredIconLabelDescriptionList"/>
    <dgm:cxn modelId="{00D392F7-B5A6-4476-90C3-BD71F0A14AC4}" type="presParOf" srcId="{3B58BF64-10FB-4DB0-8409-51AF1BD7A680}" destId="{3032EB9E-14E5-4CDF-A632-A3F73B0F2C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20690D4-4B51-4C00-A05D-C790247B2CBE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F826FE56-F1CA-4A13-B0AE-B6922F7A3F33}">
      <dgm:prSet/>
      <dgm:spPr/>
      <dgm:t>
        <a:bodyPr/>
        <a:lstStyle/>
        <a:p>
          <a:r>
            <a:rPr lang="tr-TR" i="1" dirty="0"/>
            <a:t>ec-new</a:t>
          </a:r>
          <a:r>
            <a:rPr lang="tr-TR" dirty="0"/>
            <a:t>, and </a:t>
          </a:r>
          <a:r>
            <a:rPr lang="tr-TR" i="1" dirty="0"/>
            <a:t>ec-to-wif</a:t>
          </a:r>
        </a:p>
      </dgm:t>
    </dgm:pt>
    <dgm:pt modelId="{85EC632E-F098-4599-8D24-39936B8CBFB8}" type="parTrans" cxnId="{40273B32-253E-4AFF-A5D0-CE33B09086C0}">
      <dgm:prSet/>
      <dgm:spPr/>
      <dgm:t>
        <a:bodyPr/>
        <a:lstStyle/>
        <a:p>
          <a:endParaRPr lang="tr-TR"/>
        </a:p>
      </dgm:t>
    </dgm:pt>
    <dgm:pt modelId="{74A387FF-3E2A-4C8B-96FE-AB95689BE692}" type="sibTrans" cxnId="{40273B32-253E-4AFF-A5D0-CE33B09086C0}">
      <dgm:prSet/>
      <dgm:spPr/>
      <dgm:t>
        <a:bodyPr/>
        <a:lstStyle/>
        <a:p>
          <a:endParaRPr lang="tr-TR"/>
        </a:p>
      </dgm:t>
    </dgm:pt>
    <dgm:pt modelId="{85224140-2C7B-4067-8AF7-B61DE104997D}">
      <dgm:prSet/>
      <dgm:spPr/>
      <dgm:t>
        <a:bodyPr/>
        <a:lstStyle/>
        <a:p>
          <a:r>
            <a:rPr lang="en-US"/>
            <a:t>Use</a:t>
          </a:r>
          <a:r>
            <a:rPr lang="tr-TR"/>
            <a:t>d in</a:t>
          </a:r>
          <a:r>
            <a:rPr lang="en-US"/>
            <a:t> the Bitcoin Explorer command-line tool</a:t>
          </a:r>
          <a:endParaRPr lang="tr-TR"/>
        </a:p>
      </dgm:t>
    </dgm:pt>
    <dgm:pt modelId="{4E8E9042-BB8E-4EAF-AB9B-214F2CA967D0}" type="parTrans" cxnId="{DE77B566-9BCC-406D-BF86-16A32B737C5A}">
      <dgm:prSet/>
      <dgm:spPr/>
      <dgm:t>
        <a:bodyPr/>
        <a:lstStyle/>
        <a:p>
          <a:endParaRPr lang="tr-TR"/>
        </a:p>
      </dgm:t>
    </dgm:pt>
    <dgm:pt modelId="{0300DAD1-C5C7-4A58-AEFF-CED1FAB66E72}" type="sibTrans" cxnId="{DE77B566-9BCC-406D-BF86-16A32B737C5A}">
      <dgm:prSet/>
      <dgm:spPr/>
      <dgm:t>
        <a:bodyPr/>
        <a:lstStyle/>
        <a:p>
          <a:endParaRPr lang="tr-TR"/>
        </a:p>
      </dgm:t>
    </dgm:pt>
    <dgm:pt modelId="{EAC488F2-CB4E-46D7-84B2-76CEAD24CF48}">
      <dgm:prSet/>
      <dgm:spPr/>
      <dgm:t>
        <a:bodyPr/>
        <a:lstStyle/>
        <a:p>
          <a:r>
            <a:rPr lang="tr-TR" dirty="0"/>
            <a:t>to generate </a:t>
          </a:r>
          <a:r>
            <a:rPr lang="en-US" dirty="0"/>
            <a:t>and display private keys</a:t>
          </a:r>
          <a:endParaRPr lang="tr-TR" dirty="0"/>
        </a:p>
      </dgm:t>
    </dgm:pt>
    <dgm:pt modelId="{C2F00FCD-A7FA-4BE5-A322-1C7F8FAEBCE0}" type="parTrans" cxnId="{2E56FEE6-59C2-4E44-8FC5-C18A5AAD76F0}">
      <dgm:prSet/>
      <dgm:spPr/>
      <dgm:t>
        <a:bodyPr/>
        <a:lstStyle/>
        <a:p>
          <a:endParaRPr lang="tr-TR"/>
        </a:p>
      </dgm:t>
    </dgm:pt>
    <dgm:pt modelId="{D21F3FE7-B817-4EA9-B3EB-5DBF51A2D3FC}" type="sibTrans" cxnId="{2E56FEE6-59C2-4E44-8FC5-C18A5AAD76F0}">
      <dgm:prSet/>
      <dgm:spPr/>
      <dgm:t>
        <a:bodyPr/>
        <a:lstStyle/>
        <a:p>
          <a:endParaRPr lang="tr-TR"/>
        </a:p>
      </dgm:t>
    </dgm:pt>
    <dgm:pt modelId="{34A8D040-C42C-40BD-9801-A68BF8401584}">
      <dgm:prSet/>
      <dgm:spPr/>
      <dgm:t>
        <a:bodyPr/>
        <a:lstStyle/>
        <a:p>
          <a:r>
            <a:rPr lang="en-US"/>
            <a:t>with </a:t>
          </a:r>
          <a:r>
            <a:rPr lang="en-US" dirty="0"/>
            <a:t>the commands seed</a:t>
          </a:r>
          <a:endParaRPr lang="tr-TR" dirty="0"/>
        </a:p>
      </dgm:t>
    </dgm:pt>
    <dgm:pt modelId="{56B2A73A-1652-4EC5-93B8-BD2F170A5EEC}" type="parTrans" cxnId="{C1ED878A-14F7-48D1-AD23-63D6C5F13CD9}">
      <dgm:prSet/>
      <dgm:spPr/>
      <dgm:t>
        <a:bodyPr/>
        <a:lstStyle/>
        <a:p>
          <a:endParaRPr lang="tr-TR"/>
        </a:p>
      </dgm:t>
    </dgm:pt>
    <dgm:pt modelId="{C5D5BA3D-678D-4664-B85D-28ADD3A0D1AE}" type="sibTrans" cxnId="{C1ED878A-14F7-48D1-AD23-63D6C5F13CD9}">
      <dgm:prSet/>
      <dgm:spPr/>
      <dgm:t>
        <a:bodyPr/>
        <a:lstStyle/>
        <a:p>
          <a:endParaRPr lang="tr-TR"/>
        </a:p>
      </dgm:t>
    </dgm:pt>
    <dgm:pt modelId="{74F0BF1F-BFD9-4D7A-A9DF-456027CB5D97}" type="pres">
      <dgm:prSet presAssocID="{420690D4-4B51-4C00-A05D-C790247B2CBE}" presName="linearFlow" presStyleCnt="0">
        <dgm:presLayoutVars>
          <dgm:dir/>
          <dgm:animLvl val="lvl"/>
          <dgm:resizeHandles val="exact"/>
        </dgm:presLayoutVars>
      </dgm:prSet>
      <dgm:spPr/>
    </dgm:pt>
    <dgm:pt modelId="{BC874DF3-C655-4E31-8385-E1D05EA72C59}" type="pres">
      <dgm:prSet presAssocID="{F826FE56-F1CA-4A13-B0AE-B6922F7A3F33}" presName="composite" presStyleCnt="0"/>
      <dgm:spPr/>
    </dgm:pt>
    <dgm:pt modelId="{A7F6F34E-8A21-4F13-98CF-134BAF084C10}" type="pres">
      <dgm:prSet presAssocID="{F826FE56-F1CA-4A13-B0AE-B6922F7A3F33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3912C28-B98C-4593-860C-3AF86E20A4E6}" type="pres">
      <dgm:prSet presAssocID="{F826FE56-F1CA-4A13-B0AE-B6922F7A3F33}" presName="parSh" presStyleLbl="node1" presStyleIdx="0" presStyleCnt="2"/>
      <dgm:spPr/>
    </dgm:pt>
    <dgm:pt modelId="{10872D46-7A4D-4BA1-A19E-18F18DBF20C5}" type="pres">
      <dgm:prSet presAssocID="{F826FE56-F1CA-4A13-B0AE-B6922F7A3F33}" presName="desTx" presStyleLbl="fgAcc1" presStyleIdx="0" presStyleCnt="2">
        <dgm:presLayoutVars>
          <dgm:bulletEnabled val="1"/>
        </dgm:presLayoutVars>
      </dgm:prSet>
      <dgm:spPr/>
    </dgm:pt>
    <dgm:pt modelId="{C4E71559-94D0-420B-B4B9-3100C46916AB}" type="pres">
      <dgm:prSet presAssocID="{74A387FF-3E2A-4C8B-96FE-AB95689BE692}" presName="sibTrans" presStyleLbl="sibTrans2D1" presStyleIdx="0" presStyleCnt="1"/>
      <dgm:spPr/>
    </dgm:pt>
    <dgm:pt modelId="{93E15BC6-C3ED-4B9F-A5AE-B3006BCC789B}" type="pres">
      <dgm:prSet presAssocID="{74A387FF-3E2A-4C8B-96FE-AB95689BE692}" presName="connTx" presStyleLbl="sibTrans2D1" presStyleIdx="0" presStyleCnt="1"/>
      <dgm:spPr/>
    </dgm:pt>
    <dgm:pt modelId="{E03042A5-275D-4A88-AFA1-2E48B8EBAF4A}" type="pres">
      <dgm:prSet presAssocID="{EAC488F2-CB4E-46D7-84B2-76CEAD24CF48}" presName="composite" presStyleCnt="0"/>
      <dgm:spPr/>
    </dgm:pt>
    <dgm:pt modelId="{BEFA14B6-C308-4A69-B0E2-C7505FD9344C}" type="pres">
      <dgm:prSet presAssocID="{EAC488F2-CB4E-46D7-84B2-76CEAD24CF48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8EF22ED7-AD6E-45DE-B098-A050D653F7C1}" type="pres">
      <dgm:prSet presAssocID="{EAC488F2-CB4E-46D7-84B2-76CEAD24CF48}" presName="parSh" presStyleLbl="node1" presStyleIdx="1" presStyleCnt="2"/>
      <dgm:spPr/>
    </dgm:pt>
    <dgm:pt modelId="{090BB259-1F27-47D9-BDDD-34543439B67F}" type="pres">
      <dgm:prSet presAssocID="{EAC488F2-CB4E-46D7-84B2-76CEAD24CF48}" presName="desTx" presStyleLbl="fgAcc1" presStyleIdx="1" presStyleCnt="2">
        <dgm:presLayoutVars>
          <dgm:bulletEnabled val="1"/>
        </dgm:presLayoutVars>
      </dgm:prSet>
      <dgm:spPr/>
    </dgm:pt>
  </dgm:ptLst>
  <dgm:cxnLst>
    <dgm:cxn modelId="{AE0EED0C-7041-4024-A0F5-212FFE479287}" type="presOf" srcId="{85224140-2C7B-4067-8AF7-B61DE104997D}" destId="{10872D46-7A4D-4BA1-A19E-18F18DBF20C5}" srcOrd="0" destOrd="0" presId="urn:microsoft.com/office/officeart/2005/8/layout/process3"/>
    <dgm:cxn modelId="{40273B32-253E-4AFF-A5D0-CE33B09086C0}" srcId="{420690D4-4B51-4C00-A05D-C790247B2CBE}" destId="{F826FE56-F1CA-4A13-B0AE-B6922F7A3F33}" srcOrd="0" destOrd="0" parTransId="{85EC632E-F098-4599-8D24-39936B8CBFB8}" sibTransId="{74A387FF-3E2A-4C8B-96FE-AB95689BE692}"/>
    <dgm:cxn modelId="{C9E1FE33-C062-4F47-BDE9-78CB908F4FBE}" type="presOf" srcId="{F826FE56-F1CA-4A13-B0AE-B6922F7A3F33}" destId="{A7F6F34E-8A21-4F13-98CF-134BAF084C10}" srcOrd="0" destOrd="0" presId="urn:microsoft.com/office/officeart/2005/8/layout/process3"/>
    <dgm:cxn modelId="{C492915E-2D5C-45A4-8773-923C3DD3E622}" type="presOf" srcId="{EAC488F2-CB4E-46D7-84B2-76CEAD24CF48}" destId="{8EF22ED7-AD6E-45DE-B098-A050D653F7C1}" srcOrd="1" destOrd="0" presId="urn:microsoft.com/office/officeart/2005/8/layout/process3"/>
    <dgm:cxn modelId="{DE77B566-9BCC-406D-BF86-16A32B737C5A}" srcId="{F826FE56-F1CA-4A13-B0AE-B6922F7A3F33}" destId="{85224140-2C7B-4067-8AF7-B61DE104997D}" srcOrd="0" destOrd="0" parTransId="{4E8E9042-BB8E-4EAF-AB9B-214F2CA967D0}" sibTransId="{0300DAD1-C5C7-4A58-AEFF-CED1FAB66E72}"/>
    <dgm:cxn modelId="{8A5F8184-E5A8-4B13-831C-A4A3E3CDC9DA}" type="presOf" srcId="{420690D4-4B51-4C00-A05D-C790247B2CBE}" destId="{74F0BF1F-BFD9-4D7A-A9DF-456027CB5D97}" srcOrd="0" destOrd="0" presId="urn:microsoft.com/office/officeart/2005/8/layout/process3"/>
    <dgm:cxn modelId="{C1ED878A-14F7-48D1-AD23-63D6C5F13CD9}" srcId="{EAC488F2-CB4E-46D7-84B2-76CEAD24CF48}" destId="{34A8D040-C42C-40BD-9801-A68BF8401584}" srcOrd="0" destOrd="0" parTransId="{56B2A73A-1652-4EC5-93B8-BD2F170A5EEC}" sibTransId="{C5D5BA3D-678D-4664-B85D-28ADD3A0D1AE}"/>
    <dgm:cxn modelId="{983FD99F-261E-4F63-8299-D2E04D17A184}" type="presOf" srcId="{74A387FF-3E2A-4C8B-96FE-AB95689BE692}" destId="{C4E71559-94D0-420B-B4B9-3100C46916AB}" srcOrd="0" destOrd="0" presId="urn:microsoft.com/office/officeart/2005/8/layout/process3"/>
    <dgm:cxn modelId="{A83113A8-E58B-45DA-8322-810D5C82022A}" type="presOf" srcId="{74A387FF-3E2A-4C8B-96FE-AB95689BE692}" destId="{93E15BC6-C3ED-4B9F-A5AE-B3006BCC789B}" srcOrd="1" destOrd="0" presId="urn:microsoft.com/office/officeart/2005/8/layout/process3"/>
    <dgm:cxn modelId="{D69991C5-7792-4A8E-B09C-6ACBF1D623D2}" type="presOf" srcId="{F826FE56-F1CA-4A13-B0AE-B6922F7A3F33}" destId="{F3912C28-B98C-4593-860C-3AF86E20A4E6}" srcOrd="1" destOrd="0" presId="urn:microsoft.com/office/officeart/2005/8/layout/process3"/>
    <dgm:cxn modelId="{B8F4BDE4-67DE-4912-9D02-45A51799342C}" type="presOf" srcId="{34A8D040-C42C-40BD-9801-A68BF8401584}" destId="{090BB259-1F27-47D9-BDDD-34543439B67F}" srcOrd="0" destOrd="0" presId="urn:microsoft.com/office/officeart/2005/8/layout/process3"/>
    <dgm:cxn modelId="{2E56FEE6-59C2-4E44-8FC5-C18A5AAD76F0}" srcId="{420690D4-4B51-4C00-A05D-C790247B2CBE}" destId="{EAC488F2-CB4E-46D7-84B2-76CEAD24CF48}" srcOrd="1" destOrd="0" parTransId="{C2F00FCD-A7FA-4BE5-A322-1C7F8FAEBCE0}" sibTransId="{D21F3FE7-B817-4EA9-B3EB-5DBF51A2D3FC}"/>
    <dgm:cxn modelId="{7D2A58F8-5A1C-42A1-9282-88DC23CA222A}" type="presOf" srcId="{EAC488F2-CB4E-46D7-84B2-76CEAD24CF48}" destId="{BEFA14B6-C308-4A69-B0E2-C7505FD9344C}" srcOrd="0" destOrd="0" presId="urn:microsoft.com/office/officeart/2005/8/layout/process3"/>
    <dgm:cxn modelId="{CCAFF2D7-AC9C-4EA8-B4E7-7F2FE466F3E3}" type="presParOf" srcId="{74F0BF1F-BFD9-4D7A-A9DF-456027CB5D97}" destId="{BC874DF3-C655-4E31-8385-E1D05EA72C59}" srcOrd="0" destOrd="0" presId="urn:microsoft.com/office/officeart/2005/8/layout/process3"/>
    <dgm:cxn modelId="{95DA2C21-F207-4287-9E34-42707C9AAB9B}" type="presParOf" srcId="{BC874DF3-C655-4E31-8385-E1D05EA72C59}" destId="{A7F6F34E-8A21-4F13-98CF-134BAF084C10}" srcOrd="0" destOrd="0" presId="urn:microsoft.com/office/officeart/2005/8/layout/process3"/>
    <dgm:cxn modelId="{DCAA3CD6-E4E3-47CC-94F1-8F8F553FAD9F}" type="presParOf" srcId="{BC874DF3-C655-4E31-8385-E1D05EA72C59}" destId="{F3912C28-B98C-4593-860C-3AF86E20A4E6}" srcOrd="1" destOrd="0" presId="urn:microsoft.com/office/officeart/2005/8/layout/process3"/>
    <dgm:cxn modelId="{7D41A714-5863-41E2-901D-92213F09418C}" type="presParOf" srcId="{BC874DF3-C655-4E31-8385-E1D05EA72C59}" destId="{10872D46-7A4D-4BA1-A19E-18F18DBF20C5}" srcOrd="2" destOrd="0" presId="urn:microsoft.com/office/officeart/2005/8/layout/process3"/>
    <dgm:cxn modelId="{E7D25CC3-1B4C-471E-AA69-7B3EF27656FF}" type="presParOf" srcId="{74F0BF1F-BFD9-4D7A-A9DF-456027CB5D97}" destId="{C4E71559-94D0-420B-B4B9-3100C46916AB}" srcOrd="1" destOrd="0" presId="urn:microsoft.com/office/officeart/2005/8/layout/process3"/>
    <dgm:cxn modelId="{789E806E-D44C-499C-8E9E-0A06A9E72587}" type="presParOf" srcId="{C4E71559-94D0-420B-B4B9-3100C46916AB}" destId="{93E15BC6-C3ED-4B9F-A5AE-B3006BCC789B}" srcOrd="0" destOrd="0" presId="urn:microsoft.com/office/officeart/2005/8/layout/process3"/>
    <dgm:cxn modelId="{CF2BAA1D-24D0-4582-A64D-5F4ED8BA9779}" type="presParOf" srcId="{74F0BF1F-BFD9-4D7A-A9DF-456027CB5D97}" destId="{E03042A5-275D-4A88-AFA1-2E48B8EBAF4A}" srcOrd="2" destOrd="0" presId="urn:microsoft.com/office/officeart/2005/8/layout/process3"/>
    <dgm:cxn modelId="{FF25D086-9B8E-48C2-A073-AC6320D6A34E}" type="presParOf" srcId="{E03042A5-275D-4A88-AFA1-2E48B8EBAF4A}" destId="{BEFA14B6-C308-4A69-B0E2-C7505FD9344C}" srcOrd="0" destOrd="0" presId="urn:microsoft.com/office/officeart/2005/8/layout/process3"/>
    <dgm:cxn modelId="{1740155F-F611-49EB-813B-0C38319FCC97}" type="presParOf" srcId="{E03042A5-275D-4A88-AFA1-2E48B8EBAF4A}" destId="{8EF22ED7-AD6E-45DE-B098-A050D653F7C1}" srcOrd="1" destOrd="0" presId="urn:microsoft.com/office/officeart/2005/8/layout/process3"/>
    <dgm:cxn modelId="{BA1F94D6-69AE-4485-9ABF-C64C0E5F7513}" type="presParOf" srcId="{E03042A5-275D-4A88-AFA1-2E48B8EBAF4A}" destId="{090BB259-1F27-47D9-BDDD-34543439B67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9D7F92E-949E-454D-930F-DC56369FC1A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7ABAEB9-6D2C-4064-BE78-9D6D78D3A0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Calculation</a:t>
          </a:r>
        </a:p>
      </dgm:t>
    </dgm:pt>
    <dgm:pt modelId="{FF3F2F2C-3A2F-415A-A0D1-2CB7CC13E58F}" type="parTrans" cxnId="{912A26ED-05F6-4A33-9206-ACDB92E904C6}">
      <dgm:prSet/>
      <dgm:spPr/>
      <dgm:t>
        <a:bodyPr/>
        <a:lstStyle/>
        <a:p>
          <a:endParaRPr lang="tr-TR"/>
        </a:p>
      </dgm:t>
    </dgm:pt>
    <dgm:pt modelId="{0EDD14AC-4285-41D0-BCC0-CCB12A73AE0C}" type="sibTrans" cxnId="{912A26ED-05F6-4A33-9206-ACDB92E904C6}">
      <dgm:prSet/>
      <dgm:spPr/>
      <dgm:t>
        <a:bodyPr/>
        <a:lstStyle/>
        <a:p>
          <a:endParaRPr lang="tr-TR"/>
        </a:p>
      </dgm:t>
    </dgm:pt>
    <dgm:pt modelId="{9472415C-1E13-4734-B4F8-08CF04286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private key using elliptic curve multiplication,</a:t>
          </a:r>
          <a:r>
            <a:rPr lang="tr-TR"/>
            <a:t> </a:t>
          </a:r>
        </a:p>
      </dgm:t>
    </dgm:pt>
    <dgm:pt modelId="{00BAE480-F748-41B7-BAC5-AF8BB4D11BEC}" type="parTrans" cxnId="{1A52A6EF-C8BC-47D6-9BA6-42BEA118FF86}">
      <dgm:prSet/>
      <dgm:spPr/>
      <dgm:t>
        <a:bodyPr/>
        <a:lstStyle/>
        <a:p>
          <a:endParaRPr lang="tr-TR"/>
        </a:p>
      </dgm:t>
    </dgm:pt>
    <dgm:pt modelId="{E7476D66-C31A-4955-AFC3-C70F9BDA7AD5}" type="sibTrans" cxnId="{1A52A6EF-C8BC-47D6-9BA6-42BEA118FF86}">
      <dgm:prSet/>
      <dgm:spPr/>
      <dgm:t>
        <a:bodyPr/>
        <a:lstStyle/>
        <a:p>
          <a:endParaRPr lang="tr-TR"/>
        </a:p>
      </dgm:t>
    </dgm:pt>
    <dgm:pt modelId="{525DE5C9-DE4C-43D2-A693-AC54FC763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irreversible</a:t>
          </a:r>
          <a:endParaRPr lang="tr-TR"/>
        </a:p>
      </dgm:t>
    </dgm:pt>
    <dgm:pt modelId="{123C574A-B8AF-46BE-B680-821769E66DDD}" type="parTrans" cxnId="{2234D9A3-D952-45EB-8429-C09A0B1BB454}">
      <dgm:prSet/>
      <dgm:spPr/>
      <dgm:t>
        <a:bodyPr/>
        <a:lstStyle/>
        <a:p>
          <a:endParaRPr lang="tr-TR"/>
        </a:p>
      </dgm:t>
    </dgm:pt>
    <dgm:pt modelId="{9C439F03-C779-4D59-B59E-25D4E1749E34}" type="sibTrans" cxnId="{2234D9A3-D952-45EB-8429-C09A0B1BB454}">
      <dgm:prSet/>
      <dgm:spPr/>
      <dgm:t>
        <a:bodyPr/>
        <a:lstStyle/>
        <a:p>
          <a:endParaRPr lang="tr-TR"/>
        </a:p>
      </dgm:t>
    </dgm:pt>
    <dgm:pt modelId="{EEEAAD61-D03E-4744-86B4-D9190EC7E2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Formula</a:t>
          </a:r>
          <a:endParaRPr lang="tr-TR"/>
        </a:p>
      </dgm:t>
    </dgm:pt>
    <dgm:pt modelId="{200ACE07-996B-4F37-BB69-A5102CE39B8D}" type="parTrans" cxnId="{EDA76D48-6D6C-45A3-B93D-488A17CF9AB8}">
      <dgm:prSet/>
      <dgm:spPr/>
      <dgm:t>
        <a:bodyPr/>
        <a:lstStyle/>
        <a:p>
          <a:endParaRPr lang="tr-TR"/>
        </a:p>
      </dgm:t>
    </dgm:pt>
    <dgm:pt modelId="{A6646B54-2682-4232-9430-E43519B702F4}" type="sibTrans" cxnId="{EDA76D48-6D6C-45A3-B93D-488A17CF9AB8}">
      <dgm:prSet/>
      <dgm:spPr/>
      <dgm:t>
        <a:bodyPr/>
        <a:lstStyle/>
        <a:p>
          <a:endParaRPr lang="tr-TR"/>
        </a:p>
      </dgm:t>
    </dgm:pt>
    <dgm:pt modelId="{86870826-2091-409D-A162-C3A32864F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K </a:t>
          </a:r>
          <a:r>
            <a:rPr lang="en-US" dirty="0"/>
            <a:t>= </a:t>
          </a:r>
          <a:r>
            <a:rPr lang="en-US" i="1" dirty="0"/>
            <a:t>k </a:t>
          </a:r>
          <a:r>
            <a:rPr lang="en-US" dirty="0"/>
            <a:t>* </a:t>
          </a:r>
          <a:r>
            <a:rPr lang="en-US" i="1" dirty="0"/>
            <a:t>G</a:t>
          </a:r>
          <a:r>
            <a:rPr lang="en-US" dirty="0"/>
            <a:t> </a:t>
          </a:r>
          <a:endParaRPr lang="tr-TR" dirty="0"/>
        </a:p>
      </dgm:t>
    </dgm:pt>
    <dgm:pt modelId="{233E811F-6396-4F8E-B614-33FCA4898A13}" type="parTrans" cxnId="{89CD82B7-2366-4F0B-8210-80882A996EA1}">
      <dgm:prSet/>
      <dgm:spPr/>
      <dgm:t>
        <a:bodyPr/>
        <a:lstStyle/>
        <a:p>
          <a:endParaRPr lang="tr-TR"/>
        </a:p>
      </dgm:t>
    </dgm:pt>
    <dgm:pt modelId="{4379B70D-D95E-40B6-B33B-F03C70C9D139}" type="sibTrans" cxnId="{89CD82B7-2366-4F0B-8210-80882A996EA1}">
      <dgm:prSet/>
      <dgm:spPr/>
      <dgm:t>
        <a:bodyPr/>
        <a:lstStyle/>
        <a:p>
          <a:endParaRPr lang="tr-TR"/>
        </a:p>
      </dgm:t>
    </dgm:pt>
    <dgm:pt modelId="{BFDD4DC5-4B8F-4B6C-B4CC-7E91B12559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k </a:t>
          </a:r>
          <a:r>
            <a:rPr lang="en-US" dirty="0"/>
            <a:t>is the private key</a:t>
          </a:r>
          <a:endParaRPr lang="tr-TR" dirty="0"/>
        </a:p>
      </dgm:t>
    </dgm:pt>
    <dgm:pt modelId="{8237831A-1064-4A7F-A1BC-4CC67B4E0A39}" type="parTrans" cxnId="{E7B8CCCE-13BB-49E0-A455-F929E5C87B65}">
      <dgm:prSet/>
      <dgm:spPr/>
      <dgm:t>
        <a:bodyPr/>
        <a:lstStyle/>
        <a:p>
          <a:endParaRPr lang="tr-TR"/>
        </a:p>
      </dgm:t>
    </dgm:pt>
    <dgm:pt modelId="{7D463DB3-6CBE-4251-899C-BDC8A4A927D7}" type="sibTrans" cxnId="{E7B8CCCE-13BB-49E0-A455-F929E5C87B65}">
      <dgm:prSet/>
      <dgm:spPr/>
      <dgm:t>
        <a:bodyPr/>
        <a:lstStyle/>
        <a:p>
          <a:endParaRPr lang="tr-TR"/>
        </a:p>
      </dgm:t>
    </dgm:pt>
    <dgm:pt modelId="{031A2A6E-8156-41F0-80B1-859D8D31B9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K </a:t>
          </a:r>
          <a:r>
            <a:rPr lang="en-US"/>
            <a:t>is the resulting public key. </a:t>
          </a:r>
          <a:endParaRPr lang="tr-TR"/>
        </a:p>
      </dgm:t>
    </dgm:pt>
    <dgm:pt modelId="{5A2D9E9C-EDA2-43F9-9243-E830A77E43D0}" type="parTrans" cxnId="{A21CFABB-F75B-4D61-8A68-9A073B898910}">
      <dgm:prSet/>
      <dgm:spPr/>
      <dgm:t>
        <a:bodyPr/>
        <a:lstStyle/>
        <a:p>
          <a:endParaRPr lang="tr-TR"/>
        </a:p>
      </dgm:t>
    </dgm:pt>
    <dgm:pt modelId="{7D829CC9-68FD-4DC2-BC59-F66EEA87ED20}" type="sibTrans" cxnId="{A21CFABB-F75B-4D61-8A68-9A073B898910}">
      <dgm:prSet/>
      <dgm:spPr/>
      <dgm:t>
        <a:bodyPr/>
        <a:lstStyle/>
        <a:p>
          <a:endParaRPr lang="tr-TR"/>
        </a:p>
      </dgm:t>
    </dgm:pt>
    <dgm:pt modelId="{97F10DED-0CE7-403A-9AE0-625A4BA97E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Legend</a:t>
          </a:r>
        </a:p>
      </dgm:t>
    </dgm:pt>
    <dgm:pt modelId="{A6B26833-A2F7-4493-8F55-B4AF6EAEE465}" type="parTrans" cxnId="{31094298-8EE1-4962-A290-7C2F4FAAC1E6}">
      <dgm:prSet/>
      <dgm:spPr/>
      <dgm:t>
        <a:bodyPr/>
        <a:lstStyle/>
        <a:p>
          <a:endParaRPr lang="tr-TR"/>
        </a:p>
      </dgm:t>
    </dgm:pt>
    <dgm:pt modelId="{57DC1F93-867A-40F3-9884-20A1C8F22184}" type="sibTrans" cxnId="{31094298-8EE1-4962-A290-7C2F4FAAC1E6}">
      <dgm:prSet/>
      <dgm:spPr/>
      <dgm:t>
        <a:bodyPr/>
        <a:lstStyle/>
        <a:p>
          <a:endParaRPr lang="tr-TR"/>
        </a:p>
      </dgm:t>
    </dgm:pt>
    <dgm:pt modelId="{1BAC9E1B-8E64-4689-A2D3-BC2D982459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G </a:t>
          </a:r>
          <a:r>
            <a:rPr lang="en-US" dirty="0"/>
            <a:t>is a constant point called</a:t>
          </a:r>
          <a:r>
            <a:rPr lang="tr-TR" dirty="0"/>
            <a:t> </a:t>
          </a:r>
          <a:r>
            <a:rPr lang="en-US" dirty="0"/>
            <a:t>the </a:t>
          </a:r>
          <a:r>
            <a:rPr lang="en-US" i="1" dirty="0"/>
            <a:t>generator point</a:t>
          </a:r>
          <a:r>
            <a:rPr lang="en-US" dirty="0"/>
            <a:t> </a:t>
          </a:r>
          <a:endParaRPr lang="tr-TR" dirty="0"/>
        </a:p>
      </dgm:t>
    </dgm:pt>
    <dgm:pt modelId="{EDE0009C-170E-4E46-BD27-CE3F282E5A0B}" type="parTrans" cxnId="{833EA64F-1279-4F17-A9ED-290552B2E265}">
      <dgm:prSet/>
      <dgm:spPr/>
      <dgm:t>
        <a:bodyPr/>
        <a:lstStyle/>
        <a:p>
          <a:endParaRPr lang="tr-TR"/>
        </a:p>
      </dgm:t>
    </dgm:pt>
    <dgm:pt modelId="{19D5B045-85D0-4999-A13D-4092A9BED0DB}" type="sibTrans" cxnId="{833EA64F-1279-4F17-A9ED-290552B2E265}">
      <dgm:prSet/>
      <dgm:spPr/>
      <dgm:t>
        <a:bodyPr/>
        <a:lstStyle/>
        <a:p>
          <a:endParaRPr lang="tr-TR"/>
        </a:p>
      </dgm:t>
    </dgm:pt>
    <dgm:pt modelId="{B3FF3F16-BFAA-42D8-A28A-12406443763C}" type="pres">
      <dgm:prSet presAssocID="{89D7F92E-949E-454D-930F-DC56369FC1A8}" presName="root" presStyleCnt="0">
        <dgm:presLayoutVars>
          <dgm:dir/>
          <dgm:resizeHandles val="exact"/>
        </dgm:presLayoutVars>
      </dgm:prSet>
      <dgm:spPr/>
    </dgm:pt>
    <dgm:pt modelId="{92E1D558-B965-4023-9621-C37CBA9B2FA8}" type="pres">
      <dgm:prSet presAssocID="{57ABAEB9-6D2C-4064-BE78-9D6D78D3A098}" presName="compNode" presStyleCnt="0"/>
      <dgm:spPr/>
    </dgm:pt>
    <dgm:pt modelId="{42D4D173-226A-4895-9997-D13C9FBA6122}" type="pres">
      <dgm:prSet presAssocID="{57ABAEB9-6D2C-4064-BE78-9D6D78D3A0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6D47885-46DC-4663-9C57-96D92C854BE3}" type="pres">
      <dgm:prSet presAssocID="{57ABAEB9-6D2C-4064-BE78-9D6D78D3A098}" presName="iconSpace" presStyleCnt="0"/>
      <dgm:spPr/>
    </dgm:pt>
    <dgm:pt modelId="{EB5F2685-95F3-4EA5-B2DB-435FF7E5B364}" type="pres">
      <dgm:prSet presAssocID="{57ABAEB9-6D2C-4064-BE78-9D6D78D3A098}" presName="parTx" presStyleLbl="revTx" presStyleIdx="0" presStyleCnt="6">
        <dgm:presLayoutVars>
          <dgm:chMax val="0"/>
          <dgm:chPref val="0"/>
        </dgm:presLayoutVars>
      </dgm:prSet>
      <dgm:spPr/>
    </dgm:pt>
    <dgm:pt modelId="{F0E1F725-F752-4294-AD0E-0FC98DEF713F}" type="pres">
      <dgm:prSet presAssocID="{57ABAEB9-6D2C-4064-BE78-9D6D78D3A098}" presName="txSpace" presStyleCnt="0"/>
      <dgm:spPr/>
    </dgm:pt>
    <dgm:pt modelId="{98B8003F-C2CC-409E-B1BD-879381E29174}" type="pres">
      <dgm:prSet presAssocID="{57ABAEB9-6D2C-4064-BE78-9D6D78D3A098}" presName="desTx" presStyleLbl="revTx" presStyleIdx="1" presStyleCnt="6">
        <dgm:presLayoutVars/>
      </dgm:prSet>
      <dgm:spPr/>
    </dgm:pt>
    <dgm:pt modelId="{55DEE1B7-FCB0-4E16-86BD-56A6E8CA1B67}" type="pres">
      <dgm:prSet presAssocID="{0EDD14AC-4285-41D0-BCC0-CCB12A73AE0C}" presName="sibTrans" presStyleCnt="0"/>
      <dgm:spPr/>
    </dgm:pt>
    <dgm:pt modelId="{09293CD6-C8B8-4BAD-A4D4-7C9E66159946}" type="pres">
      <dgm:prSet presAssocID="{EEEAAD61-D03E-4744-86B4-D9190EC7E220}" presName="compNode" presStyleCnt="0"/>
      <dgm:spPr/>
    </dgm:pt>
    <dgm:pt modelId="{39F81F12-9DCE-4B11-9194-72B66F680B05}" type="pres">
      <dgm:prSet presAssocID="{EEEAAD61-D03E-4744-86B4-D9190EC7E2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e"/>
        </a:ext>
      </dgm:extLst>
    </dgm:pt>
    <dgm:pt modelId="{3A43CCC5-65F2-4AAB-B739-DC1899934CC9}" type="pres">
      <dgm:prSet presAssocID="{EEEAAD61-D03E-4744-86B4-D9190EC7E220}" presName="iconSpace" presStyleCnt="0"/>
      <dgm:spPr/>
    </dgm:pt>
    <dgm:pt modelId="{6096320C-E512-4023-9DE1-23A48A50F363}" type="pres">
      <dgm:prSet presAssocID="{EEEAAD61-D03E-4744-86B4-D9190EC7E220}" presName="parTx" presStyleLbl="revTx" presStyleIdx="2" presStyleCnt="6">
        <dgm:presLayoutVars>
          <dgm:chMax val="0"/>
          <dgm:chPref val="0"/>
        </dgm:presLayoutVars>
      </dgm:prSet>
      <dgm:spPr/>
    </dgm:pt>
    <dgm:pt modelId="{7FE8C354-7D7B-416D-AC35-0DD55765887A}" type="pres">
      <dgm:prSet presAssocID="{EEEAAD61-D03E-4744-86B4-D9190EC7E220}" presName="txSpace" presStyleCnt="0"/>
      <dgm:spPr/>
    </dgm:pt>
    <dgm:pt modelId="{CA45B52E-22F9-4205-9A2C-63339075712C}" type="pres">
      <dgm:prSet presAssocID="{EEEAAD61-D03E-4744-86B4-D9190EC7E220}" presName="desTx" presStyleLbl="revTx" presStyleIdx="3" presStyleCnt="6">
        <dgm:presLayoutVars/>
      </dgm:prSet>
      <dgm:spPr/>
    </dgm:pt>
    <dgm:pt modelId="{B4253BFB-3023-4A10-8C98-744C8B65634C}" type="pres">
      <dgm:prSet presAssocID="{A6646B54-2682-4232-9430-E43519B702F4}" presName="sibTrans" presStyleCnt="0"/>
      <dgm:spPr/>
    </dgm:pt>
    <dgm:pt modelId="{CB1F2B52-9CAE-4B07-9CEA-25E338AB684A}" type="pres">
      <dgm:prSet presAssocID="{97F10DED-0CE7-403A-9AE0-625A4BA97E57}" presName="compNode" presStyleCnt="0"/>
      <dgm:spPr/>
    </dgm:pt>
    <dgm:pt modelId="{C9F1B8CC-33A4-4BFF-AA5E-7F822C63588A}" type="pres">
      <dgm:prSet presAssocID="{97F10DED-0CE7-403A-9AE0-625A4BA97E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FBD57CC-3EE7-45FE-99F2-0C6508391911}" type="pres">
      <dgm:prSet presAssocID="{97F10DED-0CE7-403A-9AE0-625A4BA97E57}" presName="iconSpace" presStyleCnt="0"/>
      <dgm:spPr/>
    </dgm:pt>
    <dgm:pt modelId="{548B6786-CE97-46D9-80C1-F1A57A6904E0}" type="pres">
      <dgm:prSet presAssocID="{97F10DED-0CE7-403A-9AE0-625A4BA97E57}" presName="parTx" presStyleLbl="revTx" presStyleIdx="4" presStyleCnt="6">
        <dgm:presLayoutVars>
          <dgm:chMax val="0"/>
          <dgm:chPref val="0"/>
        </dgm:presLayoutVars>
      </dgm:prSet>
      <dgm:spPr/>
    </dgm:pt>
    <dgm:pt modelId="{F85818B4-4E98-4782-B5E9-1A4405AA011D}" type="pres">
      <dgm:prSet presAssocID="{97F10DED-0CE7-403A-9AE0-625A4BA97E57}" presName="txSpace" presStyleCnt="0"/>
      <dgm:spPr/>
    </dgm:pt>
    <dgm:pt modelId="{6869E0EA-1072-4CD8-8087-5BDCB031B240}" type="pres">
      <dgm:prSet presAssocID="{97F10DED-0CE7-403A-9AE0-625A4BA97E57}" presName="desTx" presStyleLbl="revTx" presStyleIdx="5" presStyleCnt="6">
        <dgm:presLayoutVars/>
      </dgm:prSet>
      <dgm:spPr/>
    </dgm:pt>
  </dgm:ptLst>
  <dgm:cxnLst>
    <dgm:cxn modelId="{1BAC2610-573D-44A0-84C9-F338BF43FF88}" type="presOf" srcId="{525DE5C9-DE4C-43D2-A693-AC54FC7638D8}" destId="{98B8003F-C2CC-409E-B1BD-879381E29174}" srcOrd="0" destOrd="1" presId="urn:microsoft.com/office/officeart/2018/2/layout/IconLabelDescriptionList"/>
    <dgm:cxn modelId="{EDA76D48-6D6C-45A3-B93D-488A17CF9AB8}" srcId="{89D7F92E-949E-454D-930F-DC56369FC1A8}" destId="{EEEAAD61-D03E-4744-86B4-D9190EC7E220}" srcOrd="1" destOrd="0" parTransId="{200ACE07-996B-4F37-BB69-A5102CE39B8D}" sibTransId="{A6646B54-2682-4232-9430-E43519B702F4}"/>
    <dgm:cxn modelId="{13DDAD4A-08DE-4186-87A9-12380BA56420}" type="presOf" srcId="{1BAC9E1B-8E64-4689-A2D3-BC2D982459A7}" destId="{6869E0EA-1072-4CD8-8087-5BDCB031B240}" srcOrd="0" destOrd="1" presId="urn:microsoft.com/office/officeart/2018/2/layout/IconLabelDescriptionList"/>
    <dgm:cxn modelId="{833EA64F-1279-4F17-A9ED-290552B2E265}" srcId="{97F10DED-0CE7-403A-9AE0-625A4BA97E57}" destId="{1BAC9E1B-8E64-4689-A2D3-BC2D982459A7}" srcOrd="1" destOrd="0" parTransId="{EDE0009C-170E-4E46-BD27-CE3F282E5A0B}" sibTransId="{19D5B045-85D0-4999-A13D-4092A9BED0DB}"/>
    <dgm:cxn modelId="{C7A86D55-E65F-4C57-9641-A11A2D458AE2}" type="presOf" srcId="{031A2A6E-8156-41F0-80B1-859D8D31B913}" destId="{6869E0EA-1072-4CD8-8087-5BDCB031B240}" srcOrd="0" destOrd="2" presId="urn:microsoft.com/office/officeart/2018/2/layout/IconLabelDescriptionList"/>
    <dgm:cxn modelId="{B53AE48B-CAA4-404D-A786-744C8EB4FDBE}" type="presOf" srcId="{BFDD4DC5-4B8F-4B6C-B4CC-7E91B1255927}" destId="{6869E0EA-1072-4CD8-8087-5BDCB031B240}" srcOrd="0" destOrd="0" presId="urn:microsoft.com/office/officeart/2018/2/layout/IconLabelDescriptionList"/>
    <dgm:cxn modelId="{31094298-8EE1-4962-A290-7C2F4FAAC1E6}" srcId="{89D7F92E-949E-454D-930F-DC56369FC1A8}" destId="{97F10DED-0CE7-403A-9AE0-625A4BA97E57}" srcOrd="2" destOrd="0" parTransId="{A6B26833-A2F7-4493-8F55-B4AF6EAEE465}" sibTransId="{57DC1F93-867A-40F3-9884-20A1C8F22184}"/>
    <dgm:cxn modelId="{0FB6F09F-8D74-4EC4-A712-6A5CE63FE6DF}" type="presOf" srcId="{97F10DED-0CE7-403A-9AE0-625A4BA97E57}" destId="{548B6786-CE97-46D9-80C1-F1A57A6904E0}" srcOrd="0" destOrd="0" presId="urn:microsoft.com/office/officeart/2018/2/layout/IconLabelDescriptionList"/>
    <dgm:cxn modelId="{10D8F5A2-46D7-4D09-936A-5923B6C3C239}" type="presOf" srcId="{9472415C-1E13-4734-B4F8-08CF0428608F}" destId="{98B8003F-C2CC-409E-B1BD-879381E29174}" srcOrd="0" destOrd="0" presId="urn:microsoft.com/office/officeart/2018/2/layout/IconLabelDescriptionList"/>
    <dgm:cxn modelId="{2234D9A3-D952-45EB-8429-C09A0B1BB454}" srcId="{57ABAEB9-6D2C-4064-BE78-9D6D78D3A098}" destId="{525DE5C9-DE4C-43D2-A693-AC54FC7638D8}" srcOrd="1" destOrd="0" parTransId="{123C574A-B8AF-46BE-B680-821769E66DDD}" sibTransId="{9C439F03-C779-4D59-B59E-25D4E1749E34}"/>
    <dgm:cxn modelId="{BD91A8B1-C7A2-4071-A713-F608A29EF83D}" type="presOf" srcId="{89D7F92E-949E-454D-930F-DC56369FC1A8}" destId="{B3FF3F16-BFAA-42D8-A28A-12406443763C}" srcOrd="0" destOrd="0" presId="urn:microsoft.com/office/officeart/2018/2/layout/IconLabelDescriptionList"/>
    <dgm:cxn modelId="{89CD82B7-2366-4F0B-8210-80882A996EA1}" srcId="{EEEAAD61-D03E-4744-86B4-D9190EC7E220}" destId="{86870826-2091-409D-A162-C3A32864F7C8}" srcOrd="0" destOrd="0" parTransId="{233E811F-6396-4F8E-B614-33FCA4898A13}" sibTransId="{4379B70D-D95E-40B6-B33B-F03C70C9D139}"/>
    <dgm:cxn modelId="{A21CFABB-F75B-4D61-8A68-9A073B898910}" srcId="{97F10DED-0CE7-403A-9AE0-625A4BA97E57}" destId="{031A2A6E-8156-41F0-80B1-859D8D31B913}" srcOrd="2" destOrd="0" parTransId="{5A2D9E9C-EDA2-43F9-9243-E830A77E43D0}" sibTransId="{7D829CC9-68FD-4DC2-BC59-F66EEA87ED20}"/>
    <dgm:cxn modelId="{E7B8CCCE-13BB-49E0-A455-F929E5C87B65}" srcId="{97F10DED-0CE7-403A-9AE0-625A4BA97E57}" destId="{BFDD4DC5-4B8F-4B6C-B4CC-7E91B1255927}" srcOrd="0" destOrd="0" parTransId="{8237831A-1064-4A7F-A1BC-4CC67B4E0A39}" sibTransId="{7D463DB3-6CBE-4251-899C-BDC8A4A927D7}"/>
    <dgm:cxn modelId="{5B457DDB-B70C-4E4A-BD13-F6A5DEEFF488}" type="presOf" srcId="{EEEAAD61-D03E-4744-86B4-D9190EC7E220}" destId="{6096320C-E512-4023-9DE1-23A48A50F363}" srcOrd="0" destOrd="0" presId="urn:microsoft.com/office/officeart/2018/2/layout/IconLabelDescriptionList"/>
    <dgm:cxn modelId="{CC80CFEB-DD2C-4446-BD45-8FD6CB7FE27F}" type="presOf" srcId="{57ABAEB9-6D2C-4064-BE78-9D6D78D3A098}" destId="{EB5F2685-95F3-4EA5-B2DB-435FF7E5B364}" srcOrd="0" destOrd="0" presId="urn:microsoft.com/office/officeart/2018/2/layout/IconLabelDescriptionList"/>
    <dgm:cxn modelId="{912A26ED-05F6-4A33-9206-ACDB92E904C6}" srcId="{89D7F92E-949E-454D-930F-DC56369FC1A8}" destId="{57ABAEB9-6D2C-4064-BE78-9D6D78D3A098}" srcOrd="0" destOrd="0" parTransId="{FF3F2F2C-3A2F-415A-A0D1-2CB7CC13E58F}" sibTransId="{0EDD14AC-4285-41D0-BCC0-CCB12A73AE0C}"/>
    <dgm:cxn modelId="{1A52A6EF-C8BC-47D6-9BA6-42BEA118FF86}" srcId="{57ABAEB9-6D2C-4064-BE78-9D6D78D3A098}" destId="{9472415C-1E13-4734-B4F8-08CF0428608F}" srcOrd="0" destOrd="0" parTransId="{00BAE480-F748-41B7-BAC5-AF8BB4D11BEC}" sibTransId="{E7476D66-C31A-4955-AFC3-C70F9BDA7AD5}"/>
    <dgm:cxn modelId="{68A5C6FF-39A7-45D7-B4FB-72F85DC5AE53}" type="presOf" srcId="{86870826-2091-409D-A162-C3A32864F7C8}" destId="{CA45B52E-22F9-4205-9A2C-63339075712C}" srcOrd="0" destOrd="0" presId="urn:microsoft.com/office/officeart/2018/2/layout/IconLabelDescriptionList"/>
    <dgm:cxn modelId="{E221F02A-91EB-47CE-9218-B5F25D56AB05}" type="presParOf" srcId="{B3FF3F16-BFAA-42D8-A28A-12406443763C}" destId="{92E1D558-B965-4023-9621-C37CBA9B2FA8}" srcOrd="0" destOrd="0" presId="urn:microsoft.com/office/officeart/2018/2/layout/IconLabelDescriptionList"/>
    <dgm:cxn modelId="{6C426DEE-A3DD-4464-9BC1-3A081FD43F65}" type="presParOf" srcId="{92E1D558-B965-4023-9621-C37CBA9B2FA8}" destId="{42D4D173-226A-4895-9997-D13C9FBA6122}" srcOrd="0" destOrd="0" presId="urn:microsoft.com/office/officeart/2018/2/layout/IconLabelDescriptionList"/>
    <dgm:cxn modelId="{38075D1B-C204-430D-B8D4-FF510048CA1B}" type="presParOf" srcId="{92E1D558-B965-4023-9621-C37CBA9B2FA8}" destId="{46D47885-46DC-4663-9C57-96D92C854BE3}" srcOrd="1" destOrd="0" presId="urn:microsoft.com/office/officeart/2018/2/layout/IconLabelDescriptionList"/>
    <dgm:cxn modelId="{DF466BF5-BEB9-4FF5-B256-87D98293AB1C}" type="presParOf" srcId="{92E1D558-B965-4023-9621-C37CBA9B2FA8}" destId="{EB5F2685-95F3-4EA5-B2DB-435FF7E5B364}" srcOrd="2" destOrd="0" presId="urn:microsoft.com/office/officeart/2018/2/layout/IconLabelDescriptionList"/>
    <dgm:cxn modelId="{E355D49A-6037-4877-8183-6A3881BF8661}" type="presParOf" srcId="{92E1D558-B965-4023-9621-C37CBA9B2FA8}" destId="{F0E1F725-F752-4294-AD0E-0FC98DEF713F}" srcOrd="3" destOrd="0" presId="urn:microsoft.com/office/officeart/2018/2/layout/IconLabelDescriptionList"/>
    <dgm:cxn modelId="{72120ACB-4023-45C5-8833-DA30FB0A42E6}" type="presParOf" srcId="{92E1D558-B965-4023-9621-C37CBA9B2FA8}" destId="{98B8003F-C2CC-409E-B1BD-879381E29174}" srcOrd="4" destOrd="0" presId="urn:microsoft.com/office/officeart/2018/2/layout/IconLabelDescriptionList"/>
    <dgm:cxn modelId="{327628D8-9D5E-43E0-8494-6D6A31E58971}" type="presParOf" srcId="{B3FF3F16-BFAA-42D8-A28A-12406443763C}" destId="{55DEE1B7-FCB0-4E16-86BD-56A6E8CA1B67}" srcOrd="1" destOrd="0" presId="urn:microsoft.com/office/officeart/2018/2/layout/IconLabelDescriptionList"/>
    <dgm:cxn modelId="{BF9F191D-905A-43C8-BEFB-5DBB8296F97E}" type="presParOf" srcId="{B3FF3F16-BFAA-42D8-A28A-12406443763C}" destId="{09293CD6-C8B8-4BAD-A4D4-7C9E66159946}" srcOrd="2" destOrd="0" presId="urn:microsoft.com/office/officeart/2018/2/layout/IconLabelDescriptionList"/>
    <dgm:cxn modelId="{DD0C2BCB-4EA8-4509-BA4B-46755C6F61D1}" type="presParOf" srcId="{09293CD6-C8B8-4BAD-A4D4-7C9E66159946}" destId="{39F81F12-9DCE-4B11-9194-72B66F680B05}" srcOrd="0" destOrd="0" presId="urn:microsoft.com/office/officeart/2018/2/layout/IconLabelDescriptionList"/>
    <dgm:cxn modelId="{326D0365-83D6-480F-A068-AC805FA28B05}" type="presParOf" srcId="{09293CD6-C8B8-4BAD-A4D4-7C9E66159946}" destId="{3A43CCC5-65F2-4AAB-B739-DC1899934CC9}" srcOrd="1" destOrd="0" presId="urn:microsoft.com/office/officeart/2018/2/layout/IconLabelDescriptionList"/>
    <dgm:cxn modelId="{C7F29213-8325-4AF3-84C0-B97C650862C8}" type="presParOf" srcId="{09293CD6-C8B8-4BAD-A4D4-7C9E66159946}" destId="{6096320C-E512-4023-9DE1-23A48A50F363}" srcOrd="2" destOrd="0" presId="urn:microsoft.com/office/officeart/2018/2/layout/IconLabelDescriptionList"/>
    <dgm:cxn modelId="{B4D3A2DF-2286-4B82-8E70-F6426913367E}" type="presParOf" srcId="{09293CD6-C8B8-4BAD-A4D4-7C9E66159946}" destId="{7FE8C354-7D7B-416D-AC35-0DD55765887A}" srcOrd="3" destOrd="0" presId="urn:microsoft.com/office/officeart/2018/2/layout/IconLabelDescriptionList"/>
    <dgm:cxn modelId="{233E4DB4-2104-4EE7-8BCE-401DBAA95477}" type="presParOf" srcId="{09293CD6-C8B8-4BAD-A4D4-7C9E66159946}" destId="{CA45B52E-22F9-4205-9A2C-63339075712C}" srcOrd="4" destOrd="0" presId="urn:microsoft.com/office/officeart/2018/2/layout/IconLabelDescriptionList"/>
    <dgm:cxn modelId="{A4CF0D29-A103-44E2-9C97-9A62145BB7F6}" type="presParOf" srcId="{B3FF3F16-BFAA-42D8-A28A-12406443763C}" destId="{B4253BFB-3023-4A10-8C98-744C8B65634C}" srcOrd="3" destOrd="0" presId="urn:microsoft.com/office/officeart/2018/2/layout/IconLabelDescriptionList"/>
    <dgm:cxn modelId="{F7E7A157-9D64-49A1-B74A-67479404D65D}" type="presParOf" srcId="{B3FF3F16-BFAA-42D8-A28A-12406443763C}" destId="{CB1F2B52-9CAE-4B07-9CEA-25E338AB684A}" srcOrd="4" destOrd="0" presId="urn:microsoft.com/office/officeart/2018/2/layout/IconLabelDescriptionList"/>
    <dgm:cxn modelId="{E39E42DF-151F-4F50-93A3-6802F940A1E1}" type="presParOf" srcId="{CB1F2B52-9CAE-4B07-9CEA-25E338AB684A}" destId="{C9F1B8CC-33A4-4BFF-AA5E-7F822C63588A}" srcOrd="0" destOrd="0" presId="urn:microsoft.com/office/officeart/2018/2/layout/IconLabelDescriptionList"/>
    <dgm:cxn modelId="{5CAC8D6A-B571-4DD0-86A6-1C25475B8D2C}" type="presParOf" srcId="{CB1F2B52-9CAE-4B07-9CEA-25E338AB684A}" destId="{CFBD57CC-3EE7-45FE-99F2-0C6508391911}" srcOrd="1" destOrd="0" presId="urn:microsoft.com/office/officeart/2018/2/layout/IconLabelDescriptionList"/>
    <dgm:cxn modelId="{543DCC3B-B0ED-43B3-88BF-0672CA77A338}" type="presParOf" srcId="{CB1F2B52-9CAE-4B07-9CEA-25E338AB684A}" destId="{548B6786-CE97-46D9-80C1-F1A57A6904E0}" srcOrd="2" destOrd="0" presId="urn:microsoft.com/office/officeart/2018/2/layout/IconLabelDescriptionList"/>
    <dgm:cxn modelId="{1D5F45FC-EFED-48F2-A96A-C4AEDA70F8DA}" type="presParOf" srcId="{CB1F2B52-9CAE-4B07-9CEA-25E338AB684A}" destId="{F85818B4-4E98-4782-B5E9-1A4405AA011D}" srcOrd="3" destOrd="0" presId="urn:microsoft.com/office/officeart/2018/2/layout/IconLabelDescriptionList"/>
    <dgm:cxn modelId="{41724BCD-2F16-4F16-986D-36EA61612BEA}" type="presParOf" srcId="{CB1F2B52-9CAE-4B07-9CEA-25E338AB684A}" destId="{6869E0EA-1072-4CD8-8087-5BDCB031B24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9D7F92E-949E-454D-930F-DC56369FC1A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tr-TR"/>
        </a:p>
      </dgm:t>
    </dgm:pt>
    <dgm:pt modelId="{331112B5-146D-4AD1-8EAF-6E8577C54EA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reverse operation </a:t>
          </a:r>
          <a:endParaRPr lang="tr-TR"/>
        </a:p>
      </dgm:t>
    </dgm:pt>
    <dgm:pt modelId="{D33C9DD6-1C0F-48C3-A0EE-4CF6F7BD9563}" type="parTrans" cxnId="{AB542A62-4327-434A-9968-7D0B3F1F6478}">
      <dgm:prSet/>
      <dgm:spPr/>
      <dgm:t>
        <a:bodyPr/>
        <a:lstStyle/>
        <a:p>
          <a:endParaRPr lang="tr-TR"/>
        </a:p>
      </dgm:t>
    </dgm:pt>
    <dgm:pt modelId="{692C827A-B95B-4E8C-B1AD-52B8B2BAAAA8}" type="sibTrans" cxnId="{AB542A62-4327-434A-9968-7D0B3F1F6478}">
      <dgm:prSet/>
      <dgm:spPr/>
      <dgm:t>
        <a:bodyPr/>
        <a:lstStyle/>
        <a:p>
          <a:endParaRPr lang="tr-TR"/>
        </a:p>
      </dgm:t>
    </dgm:pt>
    <dgm:pt modelId="{626019BB-8EFE-4A55-B8B1-9B62026B67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known as</a:t>
          </a:r>
          <a:r>
            <a:rPr lang="tr-TR"/>
            <a:t> </a:t>
          </a:r>
          <a:r>
            <a:rPr lang="en-US"/>
            <a:t>“finding the discrete logarithm”</a:t>
          </a:r>
          <a:endParaRPr lang="tr-TR"/>
        </a:p>
      </dgm:t>
    </dgm:pt>
    <dgm:pt modelId="{9C3E78B9-0E44-454D-9990-5C121AFAF960}" type="parTrans" cxnId="{4DA26E9D-2537-4736-9DF9-12D900275E07}">
      <dgm:prSet/>
      <dgm:spPr/>
      <dgm:t>
        <a:bodyPr/>
        <a:lstStyle/>
        <a:p>
          <a:endParaRPr lang="tr-TR"/>
        </a:p>
      </dgm:t>
    </dgm:pt>
    <dgm:pt modelId="{D564B1B7-19B3-4EC0-B438-FB23A57D544B}" type="sibTrans" cxnId="{4DA26E9D-2537-4736-9DF9-12D900275E07}">
      <dgm:prSet/>
      <dgm:spPr/>
      <dgm:t>
        <a:bodyPr/>
        <a:lstStyle/>
        <a:p>
          <a:endParaRPr lang="tr-TR"/>
        </a:p>
      </dgm:t>
    </dgm:pt>
    <dgm:pt modelId="{9B560AE0-9355-4729-AED3-7465DFFE7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calculating </a:t>
          </a:r>
          <a:r>
            <a:rPr lang="en-US" i="1" dirty="0"/>
            <a:t>k </a:t>
          </a:r>
          <a:r>
            <a:rPr lang="en-US" dirty="0"/>
            <a:t>if you know </a:t>
          </a:r>
          <a:r>
            <a:rPr lang="en-US" i="1" dirty="0"/>
            <a:t>K</a:t>
          </a:r>
          <a:endParaRPr lang="tr-TR" dirty="0"/>
        </a:p>
      </dgm:t>
    </dgm:pt>
    <dgm:pt modelId="{414305E1-9D8A-4A49-BE2E-A86E77F40AAE}" type="parTrans" cxnId="{CA7E55F8-96C0-4D94-B1B1-D7B909425161}">
      <dgm:prSet/>
      <dgm:spPr/>
      <dgm:t>
        <a:bodyPr/>
        <a:lstStyle/>
        <a:p>
          <a:endParaRPr lang="tr-TR"/>
        </a:p>
      </dgm:t>
    </dgm:pt>
    <dgm:pt modelId="{F9AE80D5-50B3-4B32-92F7-3F0107668711}" type="sibTrans" cxnId="{CA7E55F8-96C0-4D94-B1B1-D7B909425161}">
      <dgm:prSet/>
      <dgm:spPr/>
      <dgm:t>
        <a:bodyPr/>
        <a:lstStyle/>
        <a:p>
          <a:endParaRPr lang="tr-TR"/>
        </a:p>
      </dgm:t>
    </dgm:pt>
    <dgm:pt modelId="{10693550-BC99-4E7C-8D0A-C379024F22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Difficulty</a:t>
          </a:r>
        </a:p>
      </dgm:t>
    </dgm:pt>
    <dgm:pt modelId="{DBA98634-8599-4CE5-A2E6-475D1CD6F4B4}" type="parTrans" cxnId="{2058C313-1004-42AA-BCFF-E72A90A9425C}">
      <dgm:prSet/>
      <dgm:spPr/>
      <dgm:t>
        <a:bodyPr/>
        <a:lstStyle/>
        <a:p>
          <a:endParaRPr lang="tr-TR"/>
        </a:p>
      </dgm:t>
    </dgm:pt>
    <dgm:pt modelId="{30CEAECE-3E8F-49F6-A24B-E7E292DE0206}" type="sibTrans" cxnId="{2058C313-1004-42AA-BCFF-E72A90A9425C}">
      <dgm:prSet/>
      <dgm:spPr/>
      <dgm:t>
        <a:bodyPr/>
        <a:lstStyle/>
        <a:p>
          <a:endParaRPr lang="tr-TR"/>
        </a:p>
      </dgm:t>
    </dgm:pt>
    <dgm:pt modelId="{A8F8CB62-BB48-4494-80EB-E723B40E2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as difficult as trying</a:t>
          </a:r>
          <a:r>
            <a:rPr lang="tr-TR" dirty="0"/>
            <a:t> </a:t>
          </a:r>
          <a:r>
            <a:rPr lang="en-US" dirty="0"/>
            <a:t>all possible values of </a:t>
          </a:r>
          <a:r>
            <a:rPr lang="en-US" i="1" dirty="0"/>
            <a:t>k</a:t>
          </a:r>
          <a:endParaRPr lang="tr-TR" dirty="0"/>
        </a:p>
      </dgm:t>
    </dgm:pt>
    <dgm:pt modelId="{095A13F7-B71F-44BE-BA54-2233F60653CF}" type="parTrans" cxnId="{29FBB9AE-38E2-4CE1-977C-25EE53890E20}">
      <dgm:prSet/>
      <dgm:spPr/>
      <dgm:t>
        <a:bodyPr/>
        <a:lstStyle/>
        <a:p>
          <a:endParaRPr lang="tr-TR"/>
        </a:p>
      </dgm:t>
    </dgm:pt>
    <dgm:pt modelId="{8E79473D-E45D-4B69-9C42-CB2F361E35BD}" type="sibTrans" cxnId="{29FBB9AE-38E2-4CE1-977C-25EE53890E20}">
      <dgm:prSet/>
      <dgm:spPr/>
      <dgm:t>
        <a:bodyPr/>
        <a:lstStyle/>
        <a:p>
          <a:endParaRPr lang="tr-TR"/>
        </a:p>
      </dgm:t>
    </dgm:pt>
    <dgm:pt modelId="{CC7E2845-F87F-4728-88FF-CAD907331E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i.e., a brute-force search.</a:t>
          </a:r>
          <a:endParaRPr lang="tr-TR"/>
        </a:p>
      </dgm:t>
    </dgm:pt>
    <dgm:pt modelId="{54CE0BFB-57FA-4106-908D-45814BD52F19}" type="parTrans" cxnId="{752AEEF6-B1FA-4D2A-9467-72BFD214533A}">
      <dgm:prSet/>
      <dgm:spPr/>
      <dgm:t>
        <a:bodyPr/>
        <a:lstStyle/>
        <a:p>
          <a:endParaRPr lang="tr-TR"/>
        </a:p>
      </dgm:t>
    </dgm:pt>
    <dgm:pt modelId="{E0F8D41F-8781-4D62-998E-249ADFECDB75}" type="sibTrans" cxnId="{752AEEF6-B1FA-4D2A-9467-72BFD214533A}">
      <dgm:prSet/>
      <dgm:spPr/>
      <dgm:t>
        <a:bodyPr/>
        <a:lstStyle/>
        <a:p>
          <a:endParaRPr lang="tr-TR"/>
        </a:p>
      </dgm:t>
    </dgm:pt>
    <dgm:pt modelId="{D9ACE351-7D4A-459F-9A9D-B9DAA895F820}" type="pres">
      <dgm:prSet presAssocID="{89D7F92E-949E-454D-930F-DC56369FC1A8}" presName="root" presStyleCnt="0">
        <dgm:presLayoutVars>
          <dgm:dir/>
          <dgm:resizeHandles val="exact"/>
        </dgm:presLayoutVars>
      </dgm:prSet>
      <dgm:spPr/>
    </dgm:pt>
    <dgm:pt modelId="{2FD6DDD4-FB18-48C1-986E-F32774BEB895}" type="pres">
      <dgm:prSet presAssocID="{331112B5-146D-4AD1-8EAF-6E8577C54EA6}" presName="compNode" presStyleCnt="0"/>
      <dgm:spPr/>
    </dgm:pt>
    <dgm:pt modelId="{734B01DA-B5F0-4B80-8DF1-527D616232A8}" type="pres">
      <dgm:prSet presAssocID="{331112B5-146D-4AD1-8EAF-6E8577C54EA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2C61812-3025-4DD1-A880-215A1797E73C}" type="pres">
      <dgm:prSet presAssocID="{331112B5-146D-4AD1-8EAF-6E8577C54EA6}" presName="iconSpace" presStyleCnt="0"/>
      <dgm:spPr/>
    </dgm:pt>
    <dgm:pt modelId="{45B23755-3849-4488-9DF0-8AE7EAE6F2CD}" type="pres">
      <dgm:prSet presAssocID="{331112B5-146D-4AD1-8EAF-6E8577C54EA6}" presName="parTx" presStyleLbl="revTx" presStyleIdx="0" presStyleCnt="4">
        <dgm:presLayoutVars>
          <dgm:chMax val="0"/>
          <dgm:chPref val="0"/>
        </dgm:presLayoutVars>
      </dgm:prSet>
      <dgm:spPr/>
    </dgm:pt>
    <dgm:pt modelId="{6D727F60-2DFB-439C-A1C0-4DD3522B46FD}" type="pres">
      <dgm:prSet presAssocID="{331112B5-146D-4AD1-8EAF-6E8577C54EA6}" presName="txSpace" presStyleCnt="0"/>
      <dgm:spPr/>
    </dgm:pt>
    <dgm:pt modelId="{D83A9EC0-7608-4B07-A886-AEA014849E4B}" type="pres">
      <dgm:prSet presAssocID="{331112B5-146D-4AD1-8EAF-6E8577C54EA6}" presName="desTx" presStyleLbl="revTx" presStyleIdx="1" presStyleCnt="4">
        <dgm:presLayoutVars/>
      </dgm:prSet>
      <dgm:spPr/>
    </dgm:pt>
    <dgm:pt modelId="{97575281-3E7B-4184-AE28-96D44272A0BA}" type="pres">
      <dgm:prSet presAssocID="{692C827A-B95B-4E8C-B1AD-52B8B2BAAAA8}" presName="sibTrans" presStyleCnt="0"/>
      <dgm:spPr/>
    </dgm:pt>
    <dgm:pt modelId="{638EE827-9B82-4EE8-876F-DDC5C786D024}" type="pres">
      <dgm:prSet presAssocID="{10693550-BC99-4E7C-8D0A-C379024F227D}" presName="compNode" presStyleCnt="0"/>
      <dgm:spPr/>
    </dgm:pt>
    <dgm:pt modelId="{D60181F8-AAF5-46F6-902A-3AFBD5D474CC}" type="pres">
      <dgm:prSet presAssocID="{10693550-BC99-4E7C-8D0A-C379024F227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BBF31E76-0348-4455-8E51-28AE0BD38750}" type="pres">
      <dgm:prSet presAssocID="{10693550-BC99-4E7C-8D0A-C379024F227D}" presName="iconSpace" presStyleCnt="0"/>
      <dgm:spPr/>
    </dgm:pt>
    <dgm:pt modelId="{A7B9C5EB-5694-45DF-A054-D4DF6D460CA9}" type="pres">
      <dgm:prSet presAssocID="{10693550-BC99-4E7C-8D0A-C379024F227D}" presName="parTx" presStyleLbl="revTx" presStyleIdx="2" presStyleCnt="4">
        <dgm:presLayoutVars>
          <dgm:chMax val="0"/>
          <dgm:chPref val="0"/>
        </dgm:presLayoutVars>
      </dgm:prSet>
      <dgm:spPr/>
    </dgm:pt>
    <dgm:pt modelId="{040B5741-701D-4D19-BC2D-84687E1073B7}" type="pres">
      <dgm:prSet presAssocID="{10693550-BC99-4E7C-8D0A-C379024F227D}" presName="txSpace" presStyleCnt="0"/>
      <dgm:spPr/>
    </dgm:pt>
    <dgm:pt modelId="{6185235D-B3BA-42FA-8907-52EA42604F48}" type="pres">
      <dgm:prSet presAssocID="{10693550-BC99-4E7C-8D0A-C379024F227D}" presName="desTx" presStyleLbl="revTx" presStyleIdx="3" presStyleCnt="4">
        <dgm:presLayoutVars/>
      </dgm:prSet>
      <dgm:spPr/>
    </dgm:pt>
  </dgm:ptLst>
  <dgm:cxnLst>
    <dgm:cxn modelId="{2058C313-1004-42AA-BCFF-E72A90A9425C}" srcId="{89D7F92E-949E-454D-930F-DC56369FC1A8}" destId="{10693550-BC99-4E7C-8D0A-C379024F227D}" srcOrd="1" destOrd="0" parTransId="{DBA98634-8599-4CE5-A2E6-475D1CD6F4B4}" sibTransId="{30CEAECE-3E8F-49F6-A24B-E7E292DE0206}"/>
    <dgm:cxn modelId="{BE80905D-06FE-4233-B040-EE9CA0EC3A80}" type="presOf" srcId="{10693550-BC99-4E7C-8D0A-C379024F227D}" destId="{A7B9C5EB-5694-45DF-A054-D4DF6D460CA9}" srcOrd="0" destOrd="0" presId="urn:microsoft.com/office/officeart/2018/2/layout/IconLabelDescriptionList"/>
    <dgm:cxn modelId="{78FED35D-57C4-43E4-B5EB-095902E8427E}" type="presOf" srcId="{A8F8CB62-BB48-4494-80EB-E723B40E281A}" destId="{6185235D-B3BA-42FA-8907-52EA42604F48}" srcOrd="0" destOrd="0" presId="urn:microsoft.com/office/officeart/2018/2/layout/IconLabelDescriptionList"/>
    <dgm:cxn modelId="{AB542A62-4327-434A-9968-7D0B3F1F6478}" srcId="{89D7F92E-949E-454D-930F-DC56369FC1A8}" destId="{331112B5-146D-4AD1-8EAF-6E8577C54EA6}" srcOrd="0" destOrd="0" parTransId="{D33C9DD6-1C0F-48C3-A0EE-4CF6F7BD9563}" sibTransId="{692C827A-B95B-4E8C-B1AD-52B8B2BAAAA8}"/>
    <dgm:cxn modelId="{8CEBBD57-9225-409D-AE28-798217C90763}" type="presOf" srcId="{89D7F92E-949E-454D-930F-DC56369FC1A8}" destId="{D9ACE351-7D4A-459F-9A9D-B9DAA895F820}" srcOrd="0" destOrd="0" presId="urn:microsoft.com/office/officeart/2018/2/layout/IconLabelDescriptionList"/>
    <dgm:cxn modelId="{7C924B8B-7243-4AAD-8777-A0103B40EE06}" type="presOf" srcId="{9B560AE0-9355-4729-AED3-7465DFFE7B81}" destId="{D83A9EC0-7608-4B07-A886-AEA014849E4B}" srcOrd="0" destOrd="1" presId="urn:microsoft.com/office/officeart/2018/2/layout/IconLabelDescriptionList"/>
    <dgm:cxn modelId="{4DA26E9D-2537-4736-9DF9-12D900275E07}" srcId="{331112B5-146D-4AD1-8EAF-6E8577C54EA6}" destId="{626019BB-8EFE-4A55-B8B1-9B62026B674E}" srcOrd="0" destOrd="0" parTransId="{9C3E78B9-0E44-454D-9990-5C121AFAF960}" sibTransId="{D564B1B7-19B3-4EC0-B438-FB23A57D544B}"/>
    <dgm:cxn modelId="{5D9F5AA2-010E-4DB4-A9D2-400FF48FCFF7}" type="presOf" srcId="{626019BB-8EFE-4A55-B8B1-9B62026B674E}" destId="{D83A9EC0-7608-4B07-A886-AEA014849E4B}" srcOrd="0" destOrd="0" presId="urn:microsoft.com/office/officeart/2018/2/layout/IconLabelDescriptionList"/>
    <dgm:cxn modelId="{29FBB9AE-38E2-4CE1-977C-25EE53890E20}" srcId="{10693550-BC99-4E7C-8D0A-C379024F227D}" destId="{A8F8CB62-BB48-4494-80EB-E723B40E281A}" srcOrd="0" destOrd="0" parTransId="{095A13F7-B71F-44BE-BA54-2233F60653CF}" sibTransId="{8E79473D-E45D-4B69-9C42-CB2F361E35BD}"/>
    <dgm:cxn modelId="{31CACDB8-03AB-4EAE-8438-DF39AEA9F616}" type="presOf" srcId="{331112B5-146D-4AD1-8EAF-6E8577C54EA6}" destId="{45B23755-3849-4488-9DF0-8AE7EAE6F2CD}" srcOrd="0" destOrd="0" presId="urn:microsoft.com/office/officeart/2018/2/layout/IconLabelDescriptionList"/>
    <dgm:cxn modelId="{47E09CC9-111F-4DFC-8782-CDAC8D31702E}" type="presOf" srcId="{CC7E2845-F87F-4728-88FF-CAD907331EC5}" destId="{6185235D-B3BA-42FA-8907-52EA42604F48}" srcOrd="0" destOrd="1" presId="urn:microsoft.com/office/officeart/2018/2/layout/IconLabelDescriptionList"/>
    <dgm:cxn modelId="{752AEEF6-B1FA-4D2A-9467-72BFD214533A}" srcId="{10693550-BC99-4E7C-8D0A-C379024F227D}" destId="{CC7E2845-F87F-4728-88FF-CAD907331EC5}" srcOrd="1" destOrd="0" parTransId="{54CE0BFB-57FA-4106-908D-45814BD52F19}" sibTransId="{E0F8D41F-8781-4D62-998E-249ADFECDB75}"/>
    <dgm:cxn modelId="{CA7E55F8-96C0-4D94-B1B1-D7B909425161}" srcId="{331112B5-146D-4AD1-8EAF-6E8577C54EA6}" destId="{9B560AE0-9355-4729-AED3-7465DFFE7B81}" srcOrd="1" destOrd="0" parTransId="{414305E1-9D8A-4A49-BE2E-A86E77F40AAE}" sibTransId="{F9AE80D5-50B3-4B32-92F7-3F0107668711}"/>
    <dgm:cxn modelId="{06E3DC9C-E308-456E-959E-F568CC5F8996}" type="presParOf" srcId="{D9ACE351-7D4A-459F-9A9D-B9DAA895F820}" destId="{2FD6DDD4-FB18-48C1-986E-F32774BEB895}" srcOrd="0" destOrd="0" presId="urn:microsoft.com/office/officeart/2018/2/layout/IconLabelDescriptionList"/>
    <dgm:cxn modelId="{84B68661-F516-45BD-80DA-CF725CCB03EF}" type="presParOf" srcId="{2FD6DDD4-FB18-48C1-986E-F32774BEB895}" destId="{734B01DA-B5F0-4B80-8DF1-527D616232A8}" srcOrd="0" destOrd="0" presId="urn:microsoft.com/office/officeart/2018/2/layout/IconLabelDescriptionList"/>
    <dgm:cxn modelId="{73AB96D0-D13E-4CD9-ADC9-475CCDB1DA31}" type="presParOf" srcId="{2FD6DDD4-FB18-48C1-986E-F32774BEB895}" destId="{82C61812-3025-4DD1-A880-215A1797E73C}" srcOrd="1" destOrd="0" presId="urn:microsoft.com/office/officeart/2018/2/layout/IconLabelDescriptionList"/>
    <dgm:cxn modelId="{2BAE3F36-00A1-4F0B-BF8D-8F4CF26FA097}" type="presParOf" srcId="{2FD6DDD4-FB18-48C1-986E-F32774BEB895}" destId="{45B23755-3849-4488-9DF0-8AE7EAE6F2CD}" srcOrd="2" destOrd="0" presId="urn:microsoft.com/office/officeart/2018/2/layout/IconLabelDescriptionList"/>
    <dgm:cxn modelId="{67F538A9-D2A2-4AB6-9E96-D36EF8E0390B}" type="presParOf" srcId="{2FD6DDD4-FB18-48C1-986E-F32774BEB895}" destId="{6D727F60-2DFB-439C-A1C0-4DD3522B46FD}" srcOrd="3" destOrd="0" presId="urn:microsoft.com/office/officeart/2018/2/layout/IconLabelDescriptionList"/>
    <dgm:cxn modelId="{1CAB90C8-5732-4F38-9DE4-75E66B1D7499}" type="presParOf" srcId="{2FD6DDD4-FB18-48C1-986E-F32774BEB895}" destId="{D83A9EC0-7608-4B07-A886-AEA014849E4B}" srcOrd="4" destOrd="0" presId="urn:microsoft.com/office/officeart/2018/2/layout/IconLabelDescriptionList"/>
    <dgm:cxn modelId="{F80435AC-F2A3-482F-AB95-6C952235D178}" type="presParOf" srcId="{D9ACE351-7D4A-459F-9A9D-B9DAA895F820}" destId="{97575281-3E7B-4184-AE28-96D44272A0BA}" srcOrd="1" destOrd="0" presId="urn:microsoft.com/office/officeart/2018/2/layout/IconLabelDescriptionList"/>
    <dgm:cxn modelId="{32DAA7DE-6979-412E-88E5-C089DFF4CDB6}" type="presParOf" srcId="{D9ACE351-7D4A-459F-9A9D-B9DAA895F820}" destId="{638EE827-9B82-4EE8-876F-DDC5C786D024}" srcOrd="2" destOrd="0" presId="urn:microsoft.com/office/officeart/2018/2/layout/IconLabelDescriptionList"/>
    <dgm:cxn modelId="{4921E712-B675-4A26-9C08-50382A592782}" type="presParOf" srcId="{638EE827-9B82-4EE8-876F-DDC5C786D024}" destId="{D60181F8-AAF5-46F6-902A-3AFBD5D474CC}" srcOrd="0" destOrd="0" presId="urn:microsoft.com/office/officeart/2018/2/layout/IconLabelDescriptionList"/>
    <dgm:cxn modelId="{6FE120C3-5DDC-450B-AE0C-9C67F3ED77BD}" type="presParOf" srcId="{638EE827-9B82-4EE8-876F-DDC5C786D024}" destId="{BBF31E76-0348-4455-8E51-28AE0BD38750}" srcOrd="1" destOrd="0" presId="urn:microsoft.com/office/officeart/2018/2/layout/IconLabelDescriptionList"/>
    <dgm:cxn modelId="{CF7AAA68-8552-4718-8DD1-E1253F0D779A}" type="presParOf" srcId="{638EE827-9B82-4EE8-876F-DDC5C786D024}" destId="{A7B9C5EB-5694-45DF-A054-D4DF6D460CA9}" srcOrd="2" destOrd="0" presId="urn:microsoft.com/office/officeart/2018/2/layout/IconLabelDescriptionList"/>
    <dgm:cxn modelId="{DA57DFAD-534B-414C-B97E-88D4885D2533}" type="presParOf" srcId="{638EE827-9B82-4EE8-876F-DDC5C786D024}" destId="{040B5741-701D-4D19-BC2D-84687E1073B7}" srcOrd="3" destOrd="0" presId="urn:microsoft.com/office/officeart/2018/2/layout/IconLabelDescriptionList"/>
    <dgm:cxn modelId="{3FB9F234-AE4E-48A9-9E3B-473D2031D2FC}" type="presParOf" srcId="{638EE827-9B82-4EE8-876F-DDC5C786D024}" destId="{6185235D-B3BA-42FA-8907-52EA42604F4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A34BF4A-07EF-43D2-9698-76F17D87D7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F3FA652-DAF0-46C2-B715-D4CB698870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“trap door” function</a:t>
          </a:r>
          <a:endParaRPr lang="tr-TR"/>
        </a:p>
      </dgm:t>
    </dgm:pt>
    <dgm:pt modelId="{B47F0AB9-CB30-4075-A460-3EC123E35CE8}" type="parTrans" cxnId="{205F91EA-9C8F-4EB0-9EE0-AD59A38F99FD}">
      <dgm:prSet/>
      <dgm:spPr/>
      <dgm:t>
        <a:bodyPr/>
        <a:lstStyle/>
        <a:p>
          <a:endParaRPr lang="tr-TR"/>
        </a:p>
      </dgm:t>
    </dgm:pt>
    <dgm:pt modelId="{F911DF86-41D5-427D-A510-9E72CE552440}" type="sibTrans" cxnId="{205F91EA-9C8F-4EB0-9EE0-AD59A38F99FD}">
      <dgm:prSet/>
      <dgm:spPr/>
      <dgm:t>
        <a:bodyPr/>
        <a:lstStyle/>
        <a:p>
          <a:endParaRPr lang="tr-TR"/>
        </a:p>
      </dgm:t>
    </dgm:pt>
    <dgm:pt modelId="{4935486F-CF93-4956-9A83-649FE119E4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easy to do in one direction</a:t>
          </a:r>
          <a:r>
            <a:rPr lang="tr-TR" dirty="0"/>
            <a:t> </a:t>
          </a:r>
          <a:r>
            <a:rPr lang="en-US" dirty="0"/>
            <a:t>(multiplication)</a:t>
          </a:r>
          <a:endParaRPr lang="tr-TR" dirty="0"/>
        </a:p>
      </dgm:t>
    </dgm:pt>
    <dgm:pt modelId="{2C11AB6E-ACB0-484E-9F24-0D72BD744D45}" type="parTrans" cxnId="{FE96E8DE-644A-42E2-8AF2-95CD6903467C}">
      <dgm:prSet/>
      <dgm:spPr/>
      <dgm:t>
        <a:bodyPr/>
        <a:lstStyle/>
        <a:p>
          <a:endParaRPr lang="tr-TR"/>
        </a:p>
      </dgm:t>
    </dgm:pt>
    <dgm:pt modelId="{B0D92348-7A68-4A48-9A4B-5660CE8768F6}" type="sibTrans" cxnId="{FE96E8DE-644A-42E2-8AF2-95CD6903467C}">
      <dgm:prSet/>
      <dgm:spPr/>
      <dgm:t>
        <a:bodyPr/>
        <a:lstStyle/>
        <a:p>
          <a:endParaRPr lang="tr-TR"/>
        </a:p>
      </dgm:t>
    </dgm:pt>
    <dgm:pt modelId="{7B0F2880-221E-4CDB-9AE8-F4F8FCC310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impossible to do in the reverse direction (division).</a:t>
          </a:r>
          <a:endParaRPr lang="tr-TR"/>
        </a:p>
      </dgm:t>
    </dgm:pt>
    <dgm:pt modelId="{EB604D88-5F4A-4100-873C-E5B153E3BC33}" type="parTrans" cxnId="{FBE34415-9B73-4C19-95ED-9F852CFEE631}">
      <dgm:prSet/>
      <dgm:spPr/>
      <dgm:t>
        <a:bodyPr/>
        <a:lstStyle/>
        <a:p>
          <a:endParaRPr lang="tr-TR"/>
        </a:p>
      </dgm:t>
    </dgm:pt>
    <dgm:pt modelId="{BB347195-ECF5-42D7-907F-78E1D5A385C2}" type="sibTrans" cxnId="{FBE34415-9B73-4C19-95ED-9F852CFEE631}">
      <dgm:prSet/>
      <dgm:spPr/>
      <dgm:t>
        <a:bodyPr/>
        <a:lstStyle/>
        <a:p>
          <a:endParaRPr lang="tr-TR"/>
        </a:p>
      </dgm:t>
    </dgm:pt>
    <dgm:pt modelId="{3552842F-9498-410F-A16A-EDDC5F0F22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owner of the private key </a:t>
          </a:r>
          <a:endParaRPr lang="tr-TR"/>
        </a:p>
      </dgm:t>
    </dgm:pt>
    <dgm:pt modelId="{5085241E-3267-49AA-8344-78606ED65E36}" type="parTrans" cxnId="{3D3A7EB3-BC8D-412B-A6FF-646E64CED8BA}">
      <dgm:prSet/>
      <dgm:spPr/>
      <dgm:t>
        <a:bodyPr/>
        <a:lstStyle/>
        <a:p>
          <a:endParaRPr lang="tr-TR"/>
        </a:p>
      </dgm:t>
    </dgm:pt>
    <dgm:pt modelId="{D3E04369-392D-4226-93C5-56F3EF2A1487}" type="sibTrans" cxnId="{3D3A7EB3-BC8D-412B-A6FF-646E64CED8BA}">
      <dgm:prSet/>
      <dgm:spPr/>
      <dgm:t>
        <a:bodyPr/>
        <a:lstStyle/>
        <a:p>
          <a:endParaRPr lang="tr-TR"/>
        </a:p>
      </dgm:t>
    </dgm:pt>
    <dgm:pt modelId="{9299EDC9-3A22-488E-B127-33E5BE3CA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easily create the public key</a:t>
          </a:r>
          <a:endParaRPr lang="tr-TR" dirty="0"/>
        </a:p>
      </dgm:t>
    </dgm:pt>
    <dgm:pt modelId="{24EB44A1-3A60-4105-AB87-455E2C8E1AD9}" type="parTrans" cxnId="{47355841-50D4-48E0-9FAB-AFB60A873677}">
      <dgm:prSet/>
      <dgm:spPr/>
      <dgm:t>
        <a:bodyPr/>
        <a:lstStyle/>
        <a:p>
          <a:endParaRPr lang="tr-TR"/>
        </a:p>
      </dgm:t>
    </dgm:pt>
    <dgm:pt modelId="{60A8EE47-90FC-4EC0-9A1D-101D4EFFEA74}" type="sibTrans" cxnId="{47355841-50D4-48E0-9FAB-AFB60A873677}">
      <dgm:prSet/>
      <dgm:spPr/>
      <dgm:t>
        <a:bodyPr/>
        <a:lstStyle/>
        <a:p>
          <a:endParaRPr lang="tr-TR"/>
        </a:p>
      </dgm:t>
    </dgm:pt>
    <dgm:pt modelId="{EC793300-78F8-4A94-9021-E02B0385E6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then share it with the world </a:t>
          </a:r>
          <a:endParaRPr lang="tr-TR" dirty="0"/>
        </a:p>
      </dgm:t>
    </dgm:pt>
    <dgm:pt modelId="{948E484B-A92C-4E7A-9C5C-5FE050F4A637}" type="parTrans" cxnId="{2D1FD3B1-8956-4722-A002-045D970831F4}">
      <dgm:prSet/>
      <dgm:spPr/>
      <dgm:t>
        <a:bodyPr/>
        <a:lstStyle/>
        <a:p>
          <a:endParaRPr lang="en-US"/>
        </a:p>
      </dgm:t>
    </dgm:pt>
    <dgm:pt modelId="{186A6D46-558B-47DC-8222-5D0728293E45}" type="sibTrans" cxnId="{2D1FD3B1-8956-4722-A002-045D970831F4}">
      <dgm:prSet/>
      <dgm:spPr/>
      <dgm:t>
        <a:bodyPr/>
        <a:lstStyle/>
        <a:p>
          <a:endParaRPr lang="en-US"/>
        </a:p>
      </dgm:t>
    </dgm:pt>
    <dgm:pt modelId="{2FEC1CA3-4BBD-4017-ADC1-473F06D076DC}" type="pres">
      <dgm:prSet presAssocID="{1A34BF4A-07EF-43D2-9698-76F17D87D74D}" presName="root" presStyleCnt="0">
        <dgm:presLayoutVars>
          <dgm:dir/>
          <dgm:resizeHandles val="exact"/>
        </dgm:presLayoutVars>
      </dgm:prSet>
      <dgm:spPr/>
    </dgm:pt>
    <dgm:pt modelId="{C8098179-56B6-4AC0-A7F9-98E079E78BB5}" type="pres">
      <dgm:prSet presAssocID="{AF3FA652-DAF0-46C2-B715-D4CB698870BD}" presName="compNode" presStyleCnt="0"/>
      <dgm:spPr/>
    </dgm:pt>
    <dgm:pt modelId="{EDFF8483-66CE-4D6E-BE57-0AB5E9A09BC3}" type="pres">
      <dgm:prSet presAssocID="{AF3FA652-DAF0-46C2-B715-D4CB698870B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F3A9F06A-01B5-4B82-AF36-D2031EEA2D2C}" type="pres">
      <dgm:prSet presAssocID="{AF3FA652-DAF0-46C2-B715-D4CB698870BD}" presName="iconSpace" presStyleCnt="0"/>
      <dgm:spPr/>
    </dgm:pt>
    <dgm:pt modelId="{6F78517A-19AD-41E4-8FA5-C7C049D2C56F}" type="pres">
      <dgm:prSet presAssocID="{AF3FA652-DAF0-46C2-B715-D4CB698870BD}" presName="parTx" presStyleLbl="revTx" presStyleIdx="0" presStyleCnt="4">
        <dgm:presLayoutVars>
          <dgm:chMax val="0"/>
          <dgm:chPref val="0"/>
        </dgm:presLayoutVars>
      </dgm:prSet>
      <dgm:spPr/>
    </dgm:pt>
    <dgm:pt modelId="{BE9C2CEF-461A-4BDC-9453-20E18247F395}" type="pres">
      <dgm:prSet presAssocID="{AF3FA652-DAF0-46C2-B715-D4CB698870BD}" presName="txSpace" presStyleCnt="0"/>
      <dgm:spPr/>
    </dgm:pt>
    <dgm:pt modelId="{89B2F8A5-7984-4168-B105-1FE9DFC91A58}" type="pres">
      <dgm:prSet presAssocID="{AF3FA652-DAF0-46C2-B715-D4CB698870BD}" presName="desTx" presStyleLbl="revTx" presStyleIdx="1" presStyleCnt="4">
        <dgm:presLayoutVars/>
      </dgm:prSet>
      <dgm:spPr/>
    </dgm:pt>
    <dgm:pt modelId="{D2CFF947-AD58-4EE6-8238-AEC4BFA669C2}" type="pres">
      <dgm:prSet presAssocID="{F911DF86-41D5-427D-A510-9E72CE552440}" presName="sibTrans" presStyleCnt="0"/>
      <dgm:spPr/>
    </dgm:pt>
    <dgm:pt modelId="{491CAAEC-FD84-4261-9B82-3A40EE6D90C1}" type="pres">
      <dgm:prSet presAssocID="{3552842F-9498-410F-A16A-EDDC5F0F2207}" presName="compNode" presStyleCnt="0"/>
      <dgm:spPr/>
    </dgm:pt>
    <dgm:pt modelId="{BC4E812A-07FF-4DCA-9518-BCC85C2F2BDC}" type="pres">
      <dgm:prSet presAssocID="{3552842F-9498-410F-A16A-EDDC5F0F220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1B83B001-E731-43A6-9016-279175D31666}" type="pres">
      <dgm:prSet presAssocID="{3552842F-9498-410F-A16A-EDDC5F0F2207}" presName="iconSpace" presStyleCnt="0"/>
      <dgm:spPr/>
    </dgm:pt>
    <dgm:pt modelId="{C5735F39-9097-4927-922A-3FFA9F0E9750}" type="pres">
      <dgm:prSet presAssocID="{3552842F-9498-410F-A16A-EDDC5F0F2207}" presName="parTx" presStyleLbl="revTx" presStyleIdx="2" presStyleCnt="4">
        <dgm:presLayoutVars>
          <dgm:chMax val="0"/>
          <dgm:chPref val="0"/>
        </dgm:presLayoutVars>
      </dgm:prSet>
      <dgm:spPr/>
    </dgm:pt>
    <dgm:pt modelId="{6A560D72-D095-41C7-A7A7-91D484BA48EA}" type="pres">
      <dgm:prSet presAssocID="{3552842F-9498-410F-A16A-EDDC5F0F2207}" presName="txSpace" presStyleCnt="0"/>
      <dgm:spPr/>
    </dgm:pt>
    <dgm:pt modelId="{6E51378F-69E7-45EF-9B97-7304CA90740A}" type="pres">
      <dgm:prSet presAssocID="{3552842F-9498-410F-A16A-EDDC5F0F2207}" presName="desTx" presStyleLbl="revTx" presStyleIdx="3" presStyleCnt="4">
        <dgm:presLayoutVars/>
      </dgm:prSet>
      <dgm:spPr/>
    </dgm:pt>
  </dgm:ptLst>
  <dgm:cxnLst>
    <dgm:cxn modelId="{0D40AF09-653F-4FFB-9224-342685219DD4}" type="presOf" srcId="{4935486F-CF93-4956-9A83-649FE119E449}" destId="{89B2F8A5-7984-4168-B105-1FE9DFC91A58}" srcOrd="0" destOrd="0" presId="urn:microsoft.com/office/officeart/2018/2/layout/IconLabelDescriptionList"/>
    <dgm:cxn modelId="{FBE34415-9B73-4C19-95ED-9F852CFEE631}" srcId="{AF3FA652-DAF0-46C2-B715-D4CB698870BD}" destId="{7B0F2880-221E-4CDB-9AE8-F4F8FCC3108B}" srcOrd="1" destOrd="0" parTransId="{EB604D88-5F4A-4100-873C-E5B153E3BC33}" sibTransId="{BB347195-ECF5-42D7-907F-78E1D5A385C2}"/>
    <dgm:cxn modelId="{47355841-50D4-48E0-9FAB-AFB60A873677}" srcId="{3552842F-9498-410F-A16A-EDDC5F0F2207}" destId="{9299EDC9-3A22-488E-B127-33E5BE3CA1E7}" srcOrd="0" destOrd="0" parTransId="{24EB44A1-3A60-4105-AB87-455E2C8E1AD9}" sibTransId="{60A8EE47-90FC-4EC0-9A1D-101D4EFFEA74}"/>
    <dgm:cxn modelId="{DD172656-B940-4A77-94D9-F56AB3DEF6FE}" type="presOf" srcId="{EC793300-78F8-4A94-9021-E02B0385E637}" destId="{6E51378F-69E7-45EF-9B97-7304CA90740A}" srcOrd="0" destOrd="1" presId="urn:microsoft.com/office/officeart/2018/2/layout/IconLabelDescriptionList"/>
    <dgm:cxn modelId="{AD34759E-DFF1-43EA-8665-737A6AE8B878}" type="presOf" srcId="{7B0F2880-221E-4CDB-9AE8-F4F8FCC3108B}" destId="{89B2F8A5-7984-4168-B105-1FE9DFC91A58}" srcOrd="0" destOrd="1" presId="urn:microsoft.com/office/officeart/2018/2/layout/IconLabelDescriptionList"/>
    <dgm:cxn modelId="{42239EA3-C7B6-49FE-A2E3-B9DFCEBD8BEC}" type="presOf" srcId="{9299EDC9-3A22-488E-B127-33E5BE3CA1E7}" destId="{6E51378F-69E7-45EF-9B97-7304CA90740A}" srcOrd="0" destOrd="0" presId="urn:microsoft.com/office/officeart/2018/2/layout/IconLabelDescriptionList"/>
    <dgm:cxn modelId="{2D1FD3B1-8956-4722-A002-045D970831F4}" srcId="{3552842F-9498-410F-A16A-EDDC5F0F2207}" destId="{EC793300-78F8-4A94-9021-E02B0385E637}" srcOrd="1" destOrd="0" parTransId="{948E484B-A92C-4E7A-9C5C-5FE050F4A637}" sibTransId="{186A6D46-558B-47DC-8222-5D0728293E45}"/>
    <dgm:cxn modelId="{3D3A7EB3-BC8D-412B-A6FF-646E64CED8BA}" srcId="{1A34BF4A-07EF-43D2-9698-76F17D87D74D}" destId="{3552842F-9498-410F-A16A-EDDC5F0F2207}" srcOrd="1" destOrd="0" parTransId="{5085241E-3267-49AA-8344-78606ED65E36}" sibTransId="{D3E04369-392D-4226-93C5-56F3EF2A1487}"/>
    <dgm:cxn modelId="{3AD546D9-06B3-41EE-ACE6-AB73ED61F01A}" type="presOf" srcId="{AF3FA652-DAF0-46C2-B715-D4CB698870BD}" destId="{6F78517A-19AD-41E4-8FA5-C7C049D2C56F}" srcOrd="0" destOrd="0" presId="urn:microsoft.com/office/officeart/2018/2/layout/IconLabelDescriptionList"/>
    <dgm:cxn modelId="{DBF863DD-6AD7-4DE2-AE55-C4395EFA453C}" type="presOf" srcId="{3552842F-9498-410F-A16A-EDDC5F0F2207}" destId="{C5735F39-9097-4927-922A-3FFA9F0E9750}" srcOrd="0" destOrd="0" presId="urn:microsoft.com/office/officeart/2018/2/layout/IconLabelDescriptionList"/>
    <dgm:cxn modelId="{FE96E8DE-644A-42E2-8AF2-95CD6903467C}" srcId="{AF3FA652-DAF0-46C2-B715-D4CB698870BD}" destId="{4935486F-CF93-4956-9A83-649FE119E449}" srcOrd="0" destOrd="0" parTransId="{2C11AB6E-ACB0-484E-9F24-0D72BD744D45}" sibTransId="{B0D92348-7A68-4A48-9A4B-5660CE8768F6}"/>
    <dgm:cxn modelId="{EA6439E9-1521-4EA1-A7C0-AA4F931A5598}" type="presOf" srcId="{1A34BF4A-07EF-43D2-9698-76F17D87D74D}" destId="{2FEC1CA3-4BBD-4017-ADC1-473F06D076DC}" srcOrd="0" destOrd="0" presId="urn:microsoft.com/office/officeart/2018/2/layout/IconLabelDescriptionList"/>
    <dgm:cxn modelId="{205F91EA-9C8F-4EB0-9EE0-AD59A38F99FD}" srcId="{1A34BF4A-07EF-43D2-9698-76F17D87D74D}" destId="{AF3FA652-DAF0-46C2-B715-D4CB698870BD}" srcOrd="0" destOrd="0" parTransId="{B47F0AB9-CB30-4075-A460-3EC123E35CE8}" sibTransId="{F911DF86-41D5-427D-A510-9E72CE552440}"/>
    <dgm:cxn modelId="{494B25A9-6527-4F70-B6BE-DAAE9D2F1F65}" type="presParOf" srcId="{2FEC1CA3-4BBD-4017-ADC1-473F06D076DC}" destId="{C8098179-56B6-4AC0-A7F9-98E079E78BB5}" srcOrd="0" destOrd="0" presId="urn:microsoft.com/office/officeart/2018/2/layout/IconLabelDescriptionList"/>
    <dgm:cxn modelId="{A8CBEBF3-B5FF-4EC9-8669-5CB4DD4772EC}" type="presParOf" srcId="{C8098179-56B6-4AC0-A7F9-98E079E78BB5}" destId="{EDFF8483-66CE-4D6E-BE57-0AB5E9A09BC3}" srcOrd="0" destOrd="0" presId="urn:microsoft.com/office/officeart/2018/2/layout/IconLabelDescriptionList"/>
    <dgm:cxn modelId="{92980CFE-35E9-42D7-A8A0-8FA2A860EB5F}" type="presParOf" srcId="{C8098179-56B6-4AC0-A7F9-98E079E78BB5}" destId="{F3A9F06A-01B5-4B82-AF36-D2031EEA2D2C}" srcOrd="1" destOrd="0" presId="urn:microsoft.com/office/officeart/2018/2/layout/IconLabelDescriptionList"/>
    <dgm:cxn modelId="{CA8857D3-7F98-4FC9-9EE1-B6C7B9F90F9C}" type="presParOf" srcId="{C8098179-56B6-4AC0-A7F9-98E079E78BB5}" destId="{6F78517A-19AD-41E4-8FA5-C7C049D2C56F}" srcOrd="2" destOrd="0" presId="urn:microsoft.com/office/officeart/2018/2/layout/IconLabelDescriptionList"/>
    <dgm:cxn modelId="{35976BD3-D0B3-43A0-BD0A-AEC496B5D421}" type="presParOf" srcId="{C8098179-56B6-4AC0-A7F9-98E079E78BB5}" destId="{BE9C2CEF-461A-4BDC-9453-20E18247F395}" srcOrd="3" destOrd="0" presId="urn:microsoft.com/office/officeart/2018/2/layout/IconLabelDescriptionList"/>
    <dgm:cxn modelId="{D2F0C9E4-CA5B-4107-9210-38EBC5AE429B}" type="presParOf" srcId="{C8098179-56B6-4AC0-A7F9-98E079E78BB5}" destId="{89B2F8A5-7984-4168-B105-1FE9DFC91A58}" srcOrd="4" destOrd="0" presId="urn:microsoft.com/office/officeart/2018/2/layout/IconLabelDescriptionList"/>
    <dgm:cxn modelId="{B6A4A8F8-11C2-4CEE-A5E1-BC2D405670D1}" type="presParOf" srcId="{2FEC1CA3-4BBD-4017-ADC1-473F06D076DC}" destId="{D2CFF947-AD58-4EE6-8238-AEC4BFA669C2}" srcOrd="1" destOrd="0" presId="urn:microsoft.com/office/officeart/2018/2/layout/IconLabelDescriptionList"/>
    <dgm:cxn modelId="{DB19B337-F6C6-4C39-8AD1-19A85035A76B}" type="presParOf" srcId="{2FEC1CA3-4BBD-4017-ADC1-473F06D076DC}" destId="{491CAAEC-FD84-4261-9B82-3A40EE6D90C1}" srcOrd="2" destOrd="0" presId="urn:microsoft.com/office/officeart/2018/2/layout/IconLabelDescriptionList"/>
    <dgm:cxn modelId="{2ACD5595-2EE5-4861-9A36-DB2F9CEA2B37}" type="presParOf" srcId="{491CAAEC-FD84-4261-9B82-3A40EE6D90C1}" destId="{BC4E812A-07FF-4DCA-9518-BCC85C2F2BDC}" srcOrd="0" destOrd="0" presId="urn:microsoft.com/office/officeart/2018/2/layout/IconLabelDescriptionList"/>
    <dgm:cxn modelId="{561948DF-DD43-46B1-B081-B6DE4469FABF}" type="presParOf" srcId="{491CAAEC-FD84-4261-9B82-3A40EE6D90C1}" destId="{1B83B001-E731-43A6-9016-279175D31666}" srcOrd="1" destOrd="0" presId="urn:microsoft.com/office/officeart/2018/2/layout/IconLabelDescriptionList"/>
    <dgm:cxn modelId="{38C8C2A4-D519-4A8A-A67E-25CEB099607C}" type="presParOf" srcId="{491CAAEC-FD84-4261-9B82-3A40EE6D90C1}" destId="{C5735F39-9097-4927-922A-3FFA9F0E9750}" srcOrd="2" destOrd="0" presId="urn:microsoft.com/office/officeart/2018/2/layout/IconLabelDescriptionList"/>
    <dgm:cxn modelId="{ABE7A3BB-745E-40BC-B186-CAB2E16DCCE2}" type="presParOf" srcId="{491CAAEC-FD84-4261-9B82-3A40EE6D90C1}" destId="{6A560D72-D095-41C7-A7A7-91D484BA48EA}" srcOrd="3" destOrd="0" presId="urn:microsoft.com/office/officeart/2018/2/layout/IconLabelDescriptionList"/>
    <dgm:cxn modelId="{132A9FAE-5A4E-4347-B8D6-77B944ADECAA}" type="presParOf" srcId="{491CAAEC-FD84-4261-9B82-3A40EE6D90C1}" destId="{6E51378F-69E7-45EF-9B97-7304CA90740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A34BF4A-07EF-43D2-9698-76F17D87D7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6A913923-9350-4F23-8B57-F0EAE427D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knowing </a:t>
          </a:r>
          <a:r>
            <a:rPr lang="tr-TR" dirty="0"/>
            <a:t>just the public key</a:t>
          </a:r>
        </a:p>
      </dgm:t>
    </dgm:pt>
    <dgm:pt modelId="{5598634D-84C0-4A12-8ED1-66B97E07B0F8}" type="parTrans" cxnId="{C8E23F20-D37D-4A85-8B8B-ABE12F5C7E9C}">
      <dgm:prSet/>
      <dgm:spPr/>
      <dgm:t>
        <a:bodyPr/>
        <a:lstStyle/>
        <a:p>
          <a:endParaRPr lang="tr-TR"/>
        </a:p>
      </dgm:t>
    </dgm:pt>
    <dgm:pt modelId="{4B617808-FB4C-42A1-AD25-A0AE777359EC}" type="sibTrans" cxnId="{C8E23F20-D37D-4A85-8B8B-ABE12F5C7E9C}">
      <dgm:prSet/>
      <dgm:spPr/>
      <dgm:t>
        <a:bodyPr/>
        <a:lstStyle/>
        <a:p>
          <a:endParaRPr lang="tr-TR"/>
        </a:p>
      </dgm:t>
    </dgm:pt>
    <dgm:pt modelId="{01A78AE3-F2E4-4D01-AF26-D753A22564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Mathematical</a:t>
          </a:r>
          <a:r>
            <a:rPr lang="tr-TR"/>
            <a:t> </a:t>
          </a:r>
          <a:r>
            <a:rPr lang="en-US"/>
            <a:t>trick </a:t>
          </a:r>
          <a:endParaRPr lang="tr-TR"/>
        </a:p>
      </dgm:t>
    </dgm:pt>
    <dgm:pt modelId="{C1976CDA-2CE5-4CB1-9D7C-317C55406387}" type="parTrans" cxnId="{6B1A4464-455A-4A8B-8081-F47377F265BF}">
      <dgm:prSet/>
      <dgm:spPr/>
      <dgm:t>
        <a:bodyPr/>
        <a:lstStyle/>
        <a:p>
          <a:endParaRPr lang="tr-TR"/>
        </a:p>
      </dgm:t>
    </dgm:pt>
    <dgm:pt modelId="{1A09573E-0608-489C-A2EB-C9A83C623F41}" type="sibTrans" cxnId="{6B1A4464-455A-4A8B-8081-F47377F265BF}">
      <dgm:prSet/>
      <dgm:spPr/>
      <dgm:t>
        <a:bodyPr/>
        <a:lstStyle/>
        <a:p>
          <a:endParaRPr lang="tr-TR"/>
        </a:p>
      </dgm:t>
    </dgm:pt>
    <dgm:pt modelId="{8694A174-1FBB-442A-AF3D-F1E873D3D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becomes the basis</a:t>
          </a:r>
          <a:endParaRPr lang="tr-TR" dirty="0"/>
        </a:p>
      </dgm:t>
    </dgm:pt>
    <dgm:pt modelId="{B5D902B1-928A-4DDA-A485-96DB99DCDEC4}" type="parTrans" cxnId="{569EE7E2-DB75-49F5-A2E9-C12AE1D7339B}">
      <dgm:prSet/>
      <dgm:spPr/>
      <dgm:t>
        <a:bodyPr/>
        <a:lstStyle/>
        <a:p>
          <a:endParaRPr lang="tr-TR"/>
        </a:p>
      </dgm:t>
    </dgm:pt>
    <dgm:pt modelId="{17AA3E80-DB49-4523-83C3-79D8A08B7169}" type="sibTrans" cxnId="{569EE7E2-DB75-49F5-A2E9-C12AE1D7339B}">
      <dgm:prSet/>
      <dgm:spPr/>
      <dgm:t>
        <a:bodyPr/>
        <a:lstStyle/>
        <a:p>
          <a:endParaRPr lang="tr-TR"/>
        </a:p>
      </dgm:t>
    </dgm:pt>
    <dgm:pt modelId="{B03E6E05-05CF-4381-9BBA-BCF545F1C3EB}">
      <dgm:prSet/>
      <dgm:spPr/>
      <dgm:t>
        <a:bodyPr/>
        <a:lstStyle/>
        <a:p>
          <a:r>
            <a:rPr lang="en-US" dirty="0"/>
            <a:t>that prove ownership of bitcoin funds.</a:t>
          </a:r>
          <a:endParaRPr lang="tr-TR" dirty="0"/>
        </a:p>
      </dgm:t>
    </dgm:pt>
    <dgm:pt modelId="{0C94B4FA-CA94-49D8-8ACF-43BFD24A8276}" type="parTrans" cxnId="{EB3D916F-7073-4523-8FAC-DA6798CED817}">
      <dgm:prSet/>
      <dgm:spPr/>
      <dgm:t>
        <a:bodyPr/>
        <a:lstStyle/>
        <a:p>
          <a:endParaRPr lang="tr-TR"/>
        </a:p>
      </dgm:t>
    </dgm:pt>
    <dgm:pt modelId="{9C0E8FBC-2480-4AD8-AD0A-1E8418B6D0E5}" type="sibTrans" cxnId="{EB3D916F-7073-4523-8FAC-DA6798CED817}">
      <dgm:prSet/>
      <dgm:spPr/>
      <dgm:t>
        <a:bodyPr/>
        <a:lstStyle/>
        <a:p>
          <a:endParaRPr lang="tr-TR"/>
        </a:p>
      </dgm:t>
    </dgm:pt>
    <dgm:pt modelId="{A73F027D-AD5C-4399-972A-878D499D1C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</a:t>
          </a:r>
        </a:p>
      </dgm:t>
    </dgm:pt>
    <dgm:pt modelId="{87FEE2C5-A5F8-4153-9FCC-D4E59E1D8D51}" type="sibTrans" cxnId="{C8264205-7A65-4A02-8585-69173FE5448B}">
      <dgm:prSet/>
      <dgm:spPr/>
      <dgm:t>
        <a:bodyPr/>
        <a:lstStyle/>
        <a:p>
          <a:endParaRPr lang="tr-TR"/>
        </a:p>
      </dgm:t>
    </dgm:pt>
    <dgm:pt modelId="{5DE52E64-2417-4B4E-9B30-DEC69C2C37CA}" type="parTrans" cxnId="{C8264205-7A65-4A02-8585-69173FE5448B}">
      <dgm:prSet/>
      <dgm:spPr/>
      <dgm:t>
        <a:bodyPr/>
        <a:lstStyle/>
        <a:p>
          <a:endParaRPr lang="tr-TR"/>
        </a:p>
      </dgm:t>
    </dgm:pt>
    <dgm:pt modelId="{11C6DE05-9408-46CE-A171-628E76CD99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one can reverse</a:t>
          </a:r>
          <a:r>
            <a:rPr lang="tr-TR" dirty="0"/>
            <a:t> </a:t>
          </a:r>
          <a:r>
            <a:rPr lang="en-US" dirty="0"/>
            <a:t>the function </a:t>
          </a:r>
          <a:endParaRPr lang="tr-TR" dirty="0"/>
        </a:p>
      </dgm:t>
    </dgm:pt>
    <dgm:pt modelId="{28B928C7-981E-4C51-9336-D6EAADCEC0EC}" type="parTrans" cxnId="{C9CA045C-10E8-4397-A63E-702DA816CA71}">
      <dgm:prSet/>
      <dgm:spPr/>
      <dgm:t>
        <a:bodyPr/>
        <a:lstStyle/>
        <a:p>
          <a:endParaRPr lang="tr-TR"/>
        </a:p>
      </dgm:t>
    </dgm:pt>
    <dgm:pt modelId="{F39B2A73-23F8-4C59-95C9-F6E8ED46AE5D}" type="sibTrans" cxnId="{C9CA045C-10E8-4397-A63E-702DA816CA71}">
      <dgm:prSet/>
      <dgm:spPr/>
      <dgm:t>
        <a:bodyPr/>
        <a:lstStyle/>
        <a:p>
          <a:endParaRPr lang="tr-TR"/>
        </a:p>
      </dgm:t>
    </dgm:pt>
    <dgm:pt modelId="{12F5FF87-8B4F-4881-A316-6C0B0494A73B}">
      <dgm:prSet/>
      <dgm:spPr/>
      <dgm:t>
        <a:bodyPr/>
        <a:lstStyle/>
        <a:p>
          <a:r>
            <a:rPr lang="en-US" dirty="0"/>
            <a:t>for unforgeable and secure</a:t>
          </a:r>
          <a:r>
            <a:rPr lang="tr-TR" dirty="0"/>
            <a:t> </a:t>
          </a:r>
          <a:r>
            <a:rPr lang="en-US" dirty="0"/>
            <a:t>digital signatures </a:t>
          </a:r>
          <a:endParaRPr lang="tr-TR" dirty="0"/>
        </a:p>
      </dgm:t>
    </dgm:pt>
    <dgm:pt modelId="{D4AB7780-E940-4B73-AE60-BC0416AD5643}" type="parTrans" cxnId="{7BF50C5D-64D5-4D97-B058-1CE534620097}">
      <dgm:prSet/>
      <dgm:spPr/>
      <dgm:t>
        <a:bodyPr/>
        <a:lstStyle/>
        <a:p>
          <a:endParaRPr lang="en-US"/>
        </a:p>
      </dgm:t>
    </dgm:pt>
    <dgm:pt modelId="{C3F8617E-B8F3-4626-8B28-5566BB05EE26}" type="sibTrans" cxnId="{7BF50C5D-64D5-4D97-B058-1CE534620097}">
      <dgm:prSet/>
      <dgm:spPr/>
      <dgm:t>
        <a:bodyPr/>
        <a:lstStyle/>
        <a:p>
          <a:endParaRPr lang="en-US"/>
        </a:p>
      </dgm:t>
    </dgm:pt>
    <dgm:pt modelId="{2FEC1CA3-4BBD-4017-ADC1-473F06D076DC}" type="pres">
      <dgm:prSet presAssocID="{1A34BF4A-07EF-43D2-9698-76F17D87D74D}" presName="root" presStyleCnt="0">
        <dgm:presLayoutVars>
          <dgm:dir/>
          <dgm:resizeHandles val="exact"/>
        </dgm:presLayoutVars>
      </dgm:prSet>
      <dgm:spPr/>
    </dgm:pt>
    <dgm:pt modelId="{23D853BA-286F-4F56-8D37-C1C91D1D48E7}" type="pres">
      <dgm:prSet presAssocID="{A73F027D-AD5C-4399-972A-878D499D1C01}" presName="compNode" presStyleCnt="0"/>
      <dgm:spPr/>
    </dgm:pt>
    <dgm:pt modelId="{AD6E7F0A-F97C-41DF-8C7E-A439ADF362AF}" type="pres">
      <dgm:prSet presAssocID="{A73F027D-AD5C-4399-972A-878D499D1C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3B47CCB-6C45-46A1-A3A8-F67D37492348}" type="pres">
      <dgm:prSet presAssocID="{A73F027D-AD5C-4399-972A-878D499D1C01}" presName="iconSpace" presStyleCnt="0"/>
      <dgm:spPr/>
    </dgm:pt>
    <dgm:pt modelId="{5E614B29-3569-4A63-8AA4-668DC5BBA841}" type="pres">
      <dgm:prSet presAssocID="{A73F027D-AD5C-4399-972A-878D499D1C01}" presName="parTx" presStyleLbl="revTx" presStyleIdx="0" presStyleCnt="4">
        <dgm:presLayoutVars>
          <dgm:chMax val="0"/>
          <dgm:chPref val="0"/>
        </dgm:presLayoutVars>
      </dgm:prSet>
      <dgm:spPr/>
    </dgm:pt>
    <dgm:pt modelId="{D7AC193E-5A76-4640-BEC4-2AFDD893EFC6}" type="pres">
      <dgm:prSet presAssocID="{A73F027D-AD5C-4399-972A-878D499D1C01}" presName="txSpace" presStyleCnt="0"/>
      <dgm:spPr/>
    </dgm:pt>
    <dgm:pt modelId="{D56D888F-D48E-4FC0-B69F-0032394E7C22}" type="pres">
      <dgm:prSet presAssocID="{A73F027D-AD5C-4399-972A-878D499D1C01}" presName="desTx" presStyleLbl="revTx" presStyleIdx="1" presStyleCnt="4">
        <dgm:presLayoutVars/>
      </dgm:prSet>
      <dgm:spPr/>
    </dgm:pt>
    <dgm:pt modelId="{59F22F0D-FAF8-4803-BFEB-F1775F60AD99}" type="pres">
      <dgm:prSet presAssocID="{87FEE2C5-A5F8-4153-9FCC-D4E59E1D8D51}" presName="sibTrans" presStyleCnt="0"/>
      <dgm:spPr/>
    </dgm:pt>
    <dgm:pt modelId="{DFC96D1A-9AC1-4889-A735-0220EB097DCE}" type="pres">
      <dgm:prSet presAssocID="{01A78AE3-F2E4-4D01-AF26-D753A2256479}" presName="compNode" presStyleCnt="0"/>
      <dgm:spPr/>
    </dgm:pt>
    <dgm:pt modelId="{5A54C74F-D334-4BCE-A5B2-AFD7EBDA7D83}" type="pres">
      <dgm:prSet presAssocID="{01A78AE3-F2E4-4D01-AF26-D753A22564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7D06168-7C58-4BE2-9EEA-0976E2F9251D}" type="pres">
      <dgm:prSet presAssocID="{01A78AE3-F2E4-4D01-AF26-D753A2256479}" presName="iconSpace" presStyleCnt="0"/>
      <dgm:spPr/>
    </dgm:pt>
    <dgm:pt modelId="{3189D215-749C-446E-92E0-13301C11E5EA}" type="pres">
      <dgm:prSet presAssocID="{01A78AE3-F2E4-4D01-AF26-D753A2256479}" presName="parTx" presStyleLbl="revTx" presStyleIdx="2" presStyleCnt="4">
        <dgm:presLayoutVars>
          <dgm:chMax val="0"/>
          <dgm:chPref val="0"/>
        </dgm:presLayoutVars>
      </dgm:prSet>
      <dgm:spPr/>
    </dgm:pt>
    <dgm:pt modelId="{22BFCF62-B3C2-4C20-920E-3849B8CD7564}" type="pres">
      <dgm:prSet presAssocID="{01A78AE3-F2E4-4D01-AF26-D753A2256479}" presName="txSpace" presStyleCnt="0"/>
      <dgm:spPr/>
    </dgm:pt>
    <dgm:pt modelId="{CAC1A3A1-2BD6-4500-A56A-9EB6FFBFAFD1}" type="pres">
      <dgm:prSet presAssocID="{01A78AE3-F2E4-4D01-AF26-D753A2256479}" presName="desTx" presStyleLbl="revTx" presStyleIdx="3" presStyleCnt="4">
        <dgm:presLayoutVars/>
      </dgm:prSet>
      <dgm:spPr/>
    </dgm:pt>
  </dgm:ptLst>
  <dgm:cxnLst>
    <dgm:cxn modelId="{C8264205-7A65-4A02-8585-69173FE5448B}" srcId="{1A34BF4A-07EF-43D2-9698-76F17D87D74D}" destId="{A73F027D-AD5C-4399-972A-878D499D1C01}" srcOrd="0" destOrd="0" parTransId="{5DE52E64-2417-4B4E-9B30-DEC69C2C37CA}" sibTransId="{87FEE2C5-A5F8-4153-9FCC-D4E59E1D8D51}"/>
    <dgm:cxn modelId="{605A041E-D97D-4DE4-9394-3F438A1557EB}" type="presOf" srcId="{12F5FF87-8B4F-4881-A316-6C0B0494A73B}" destId="{CAC1A3A1-2BD6-4500-A56A-9EB6FFBFAFD1}" srcOrd="0" destOrd="1" presId="urn:microsoft.com/office/officeart/2018/2/layout/IconLabelDescriptionList"/>
    <dgm:cxn modelId="{C8E23F20-D37D-4A85-8B8B-ABE12F5C7E9C}" srcId="{A73F027D-AD5C-4399-972A-878D499D1C01}" destId="{6A913923-9350-4F23-8B57-F0EAE427DDF5}" srcOrd="0" destOrd="0" parTransId="{5598634D-84C0-4A12-8ED1-66B97E07B0F8}" sibTransId="{4B617808-FB4C-42A1-AD25-A0AE777359EC}"/>
    <dgm:cxn modelId="{D41EC721-92B6-44AE-9540-A8AC7FC06F3A}" type="presOf" srcId="{11C6DE05-9408-46CE-A171-628E76CD9966}" destId="{D56D888F-D48E-4FC0-B69F-0032394E7C22}" srcOrd="0" destOrd="1" presId="urn:microsoft.com/office/officeart/2018/2/layout/IconLabelDescriptionList"/>
    <dgm:cxn modelId="{C9CA045C-10E8-4397-A63E-702DA816CA71}" srcId="{A73F027D-AD5C-4399-972A-878D499D1C01}" destId="{11C6DE05-9408-46CE-A171-628E76CD9966}" srcOrd="1" destOrd="0" parTransId="{28B928C7-981E-4C51-9336-D6EAADCEC0EC}" sibTransId="{F39B2A73-23F8-4C59-95C9-F6E8ED46AE5D}"/>
    <dgm:cxn modelId="{7BF50C5D-64D5-4D97-B058-1CE534620097}" srcId="{8694A174-1FBB-442A-AF3D-F1E873D3D9C1}" destId="{12F5FF87-8B4F-4881-A316-6C0B0494A73B}" srcOrd="0" destOrd="0" parTransId="{D4AB7780-E940-4B73-AE60-BC0416AD5643}" sibTransId="{C3F8617E-B8F3-4626-8B28-5566BB05EE26}"/>
    <dgm:cxn modelId="{6B1A4464-455A-4A8B-8081-F47377F265BF}" srcId="{1A34BF4A-07EF-43D2-9698-76F17D87D74D}" destId="{01A78AE3-F2E4-4D01-AF26-D753A2256479}" srcOrd="1" destOrd="0" parTransId="{C1976CDA-2CE5-4CB1-9D7C-317C55406387}" sibTransId="{1A09573E-0608-489C-A2EB-C9A83C623F41}"/>
    <dgm:cxn modelId="{EB3D916F-7073-4523-8FAC-DA6798CED817}" srcId="{8694A174-1FBB-442A-AF3D-F1E873D3D9C1}" destId="{B03E6E05-05CF-4381-9BBA-BCF545F1C3EB}" srcOrd="1" destOrd="0" parTransId="{0C94B4FA-CA94-49D8-8ACF-43BFD24A8276}" sibTransId="{9C0E8FBC-2480-4AD8-AD0A-1E8418B6D0E5}"/>
    <dgm:cxn modelId="{1521AC72-65FA-4E9B-9A02-7ABD385512F1}" type="presOf" srcId="{8694A174-1FBB-442A-AF3D-F1E873D3D9C1}" destId="{CAC1A3A1-2BD6-4500-A56A-9EB6FFBFAFD1}" srcOrd="0" destOrd="0" presId="urn:microsoft.com/office/officeart/2018/2/layout/IconLabelDescriptionList"/>
    <dgm:cxn modelId="{20B35677-511D-4C27-AF41-CF12D16F4C8E}" type="presOf" srcId="{B03E6E05-05CF-4381-9BBA-BCF545F1C3EB}" destId="{CAC1A3A1-2BD6-4500-A56A-9EB6FFBFAFD1}" srcOrd="0" destOrd="2" presId="urn:microsoft.com/office/officeart/2018/2/layout/IconLabelDescriptionList"/>
    <dgm:cxn modelId="{3B738496-C2BB-45C1-96D4-833BBD99824A}" type="presOf" srcId="{A73F027D-AD5C-4399-972A-878D499D1C01}" destId="{5E614B29-3569-4A63-8AA4-668DC5BBA841}" srcOrd="0" destOrd="0" presId="urn:microsoft.com/office/officeart/2018/2/layout/IconLabelDescriptionList"/>
    <dgm:cxn modelId="{19F1A2CE-2FBB-43AD-959B-23F94BA37133}" type="presOf" srcId="{01A78AE3-F2E4-4D01-AF26-D753A2256479}" destId="{3189D215-749C-446E-92E0-13301C11E5EA}" srcOrd="0" destOrd="0" presId="urn:microsoft.com/office/officeart/2018/2/layout/IconLabelDescriptionList"/>
    <dgm:cxn modelId="{569EE7E2-DB75-49F5-A2E9-C12AE1D7339B}" srcId="{01A78AE3-F2E4-4D01-AF26-D753A2256479}" destId="{8694A174-1FBB-442A-AF3D-F1E873D3D9C1}" srcOrd="0" destOrd="0" parTransId="{B5D902B1-928A-4DDA-A485-96DB99DCDEC4}" sibTransId="{17AA3E80-DB49-4523-83C3-79D8A08B7169}"/>
    <dgm:cxn modelId="{EA6439E9-1521-4EA1-A7C0-AA4F931A5598}" type="presOf" srcId="{1A34BF4A-07EF-43D2-9698-76F17D87D74D}" destId="{2FEC1CA3-4BBD-4017-ADC1-473F06D076DC}" srcOrd="0" destOrd="0" presId="urn:microsoft.com/office/officeart/2018/2/layout/IconLabelDescriptionList"/>
    <dgm:cxn modelId="{31A530FD-152D-479F-889E-0B753373EADD}" type="presOf" srcId="{6A913923-9350-4F23-8B57-F0EAE427DDF5}" destId="{D56D888F-D48E-4FC0-B69F-0032394E7C22}" srcOrd="0" destOrd="0" presId="urn:microsoft.com/office/officeart/2018/2/layout/IconLabelDescriptionList"/>
    <dgm:cxn modelId="{E1354E24-2275-4DC3-A741-413FAE5B5942}" type="presParOf" srcId="{2FEC1CA3-4BBD-4017-ADC1-473F06D076DC}" destId="{23D853BA-286F-4F56-8D37-C1C91D1D48E7}" srcOrd="0" destOrd="0" presId="urn:microsoft.com/office/officeart/2018/2/layout/IconLabelDescriptionList"/>
    <dgm:cxn modelId="{45492C60-99DE-47E1-A26D-379F103C9293}" type="presParOf" srcId="{23D853BA-286F-4F56-8D37-C1C91D1D48E7}" destId="{AD6E7F0A-F97C-41DF-8C7E-A439ADF362AF}" srcOrd="0" destOrd="0" presId="urn:microsoft.com/office/officeart/2018/2/layout/IconLabelDescriptionList"/>
    <dgm:cxn modelId="{42881E6C-4626-4E20-8F13-2B00DBB54D9F}" type="presParOf" srcId="{23D853BA-286F-4F56-8D37-C1C91D1D48E7}" destId="{E3B47CCB-6C45-46A1-A3A8-F67D37492348}" srcOrd="1" destOrd="0" presId="urn:microsoft.com/office/officeart/2018/2/layout/IconLabelDescriptionList"/>
    <dgm:cxn modelId="{5066912D-35F0-4A13-B26F-CBAC8D44E6FD}" type="presParOf" srcId="{23D853BA-286F-4F56-8D37-C1C91D1D48E7}" destId="{5E614B29-3569-4A63-8AA4-668DC5BBA841}" srcOrd="2" destOrd="0" presId="urn:microsoft.com/office/officeart/2018/2/layout/IconLabelDescriptionList"/>
    <dgm:cxn modelId="{B4141D12-8BCD-4706-A003-1CF34FF0C975}" type="presParOf" srcId="{23D853BA-286F-4F56-8D37-C1C91D1D48E7}" destId="{D7AC193E-5A76-4640-BEC4-2AFDD893EFC6}" srcOrd="3" destOrd="0" presId="urn:microsoft.com/office/officeart/2018/2/layout/IconLabelDescriptionList"/>
    <dgm:cxn modelId="{8656DB99-4D3C-4BFC-B30E-BCF05D2C7B19}" type="presParOf" srcId="{23D853BA-286F-4F56-8D37-C1C91D1D48E7}" destId="{D56D888F-D48E-4FC0-B69F-0032394E7C22}" srcOrd="4" destOrd="0" presId="urn:microsoft.com/office/officeart/2018/2/layout/IconLabelDescriptionList"/>
    <dgm:cxn modelId="{796CBA6D-B263-4F7F-9263-E14F6D5C1545}" type="presParOf" srcId="{2FEC1CA3-4BBD-4017-ADC1-473F06D076DC}" destId="{59F22F0D-FAF8-4803-BFEB-F1775F60AD99}" srcOrd="1" destOrd="0" presId="urn:microsoft.com/office/officeart/2018/2/layout/IconLabelDescriptionList"/>
    <dgm:cxn modelId="{3B0B06A7-3349-429F-AAC3-2EB2D9495D16}" type="presParOf" srcId="{2FEC1CA3-4BBD-4017-ADC1-473F06D076DC}" destId="{DFC96D1A-9AC1-4889-A735-0220EB097DCE}" srcOrd="2" destOrd="0" presId="urn:microsoft.com/office/officeart/2018/2/layout/IconLabelDescriptionList"/>
    <dgm:cxn modelId="{FD0F2560-F97C-4DAD-AD0A-20BFBB2BFFC1}" type="presParOf" srcId="{DFC96D1A-9AC1-4889-A735-0220EB097DCE}" destId="{5A54C74F-D334-4BCE-A5B2-AFD7EBDA7D83}" srcOrd="0" destOrd="0" presId="urn:microsoft.com/office/officeart/2018/2/layout/IconLabelDescriptionList"/>
    <dgm:cxn modelId="{69523CB8-73DE-469B-9CFA-F0AFD2DE2C16}" type="presParOf" srcId="{DFC96D1A-9AC1-4889-A735-0220EB097DCE}" destId="{E7D06168-7C58-4BE2-9EEA-0976E2F9251D}" srcOrd="1" destOrd="0" presId="urn:microsoft.com/office/officeart/2018/2/layout/IconLabelDescriptionList"/>
    <dgm:cxn modelId="{4E5CD994-B2B4-48F9-AF99-893ECD4CED29}" type="presParOf" srcId="{DFC96D1A-9AC1-4889-A735-0220EB097DCE}" destId="{3189D215-749C-446E-92E0-13301C11E5EA}" srcOrd="2" destOrd="0" presId="urn:microsoft.com/office/officeart/2018/2/layout/IconLabelDescriptionList"/>
    <dgm:cxn modelId="{D95FBC08-7F42-4F2C-BA2D-CF821DAF0BCD}" type="presParOf" srcId="{DFC96D1A-9AC1-4889-A735-0220EB097DCE}" destId="{22BFCF62-B3C2-4C20-920E-3849B8CD7564}" srcOrd="3" destOrd="0" presId="urn:microsoft.com/office/officeart/2018/2/layout/IconLabelDescriptionList"/>
    <dgm:cxn modelId="{B0851997-89C1-4B4B-B372-25B99070062F}" type="presParOf" srcId="{DFC96D1A-9AC1-4889-A735-0220EB097DCE}" destId="{CAC1A3A1-2BD6-4500-A56A-9EB6FFBFAFD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004F464-3498-45D4-9AA3-80AF57C5F31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E886CA85-EA3B-44F2-894C-CF809FB340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Elliptic curve cryptography</a:t>
          </a:r>
          <a:endParaRPr lang="tr-TR"/>
        </a:p>
      </dgm:t>
    </dgm:pt>
    <dgm:pt modelId="{47B00F80-BA6B-4563-A962-6E93BA0D122C}" type="parTrans" cxnId="{BB1890CF-A265-4B24-BBD7-897805791B10}">
      <dgm:prSet/>
      <dgm:spPr/>
      <dgm:t>
        <a:bodyPr/>
        <a:lstStyle/>
        <a:p>
          <a:endParaRPr lang="tr-TR"/>
        </a:p>
      </dgm:t>
    </dgm:pt>
    <dgm:pt modelId="{45EA08E6-4DDE-46BD-8587-623543F35BF4}" type="sibTrans" cxnId="{BB1890CF-A265-4B24-BBD7-897805791B10}">
      <dgm:prSet/>
      <dgm:spPr/>
      <dgm:t>
        <a:bodyPr/>
        <a:lstStyle/>
        <a:p>
          <a:endParaRPr lang="tr-TR"/>
        </a:p>
      </dgm:t>
    </dgm:pt>
    <dgm:pt modelId="{94AD0AA2-66FD-4DC8-97EB-47F557845F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type of asymmetric</a:t>
          </a:r>
          <a:endParaRPr lang="tr-TR" dirty="0"/>
        </a:p>
      </dgm:t>
    </dgm:pt>
    <dgm:pt modelId="{A759A4CF-C758-499D-ACE6-E5144FDF7CD7}" type="parTrans" cxnId="{39652DFA-014F-4180-BBA0-4B98FE046E5F}">
      <dgm:prSet/>
      <dgm:spPr/>
      <dgm:t>
        <a:bodyPr/>
        <a:lstStyle/>
        <a:p>
          <a:endParaRPr lang="tr-TR"/>
        </a:p>
      </dgm:t>
    </dgm:pt>
    <dgm:pt modelId="{D8A51CBB-A2D9-4EB6-B729-49234B07451D}" type="sibTrans" cxnId="{39652DFA-014F-4180-BBA0-4B98FE046E5F}">
      <dgm:prSet/>
      <dgm:spPr/>
      <dgm:t>
        <a:bodyPr/>
        <a:lstStyle/>
        <a:p>
          <a:endParaRPr lang="tr-TR"/>
        </a:p>
      </dgm:t>
    </dgm:pt>
    <dgm:pt modelId="{E43375B4-D496-40A7-B15A-EBCDC86D55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based</a:t>
          </a:r>
          <a:r>
            <a:rPr lang="tr-TR" dirty="0"/>
            <a:t> </a:t>
          </a:r>
          <a:r>
            <a:rPr lang="en-US" dirty="0"/>
            <a:t>on</a:t>
          </a:r>
          <a:endParaRPr lang="tr-TR" dirty="0"/>
        </a:p>
      </dgm:t>
    </dgm:pt>
    <dgm:pt modelId="{EB4065C5-237F-4B06-8E0C-3B7F801CA8D8}" type="parTrans" cxnId="{965D4CE9-CD53-4211-8CD7-8F3BBCDF960D}">
      <dgm:prSet/>
      <dgm:spPr/>
      <dgm:t>
        <a:bodyPr/>
        <a:lstStyle/>
        <a:p>
          <a:endParaRPr lang="tr-TR"/>
        </a:p>
      </dgm:t>
    </dgm:pt>
    <dgm:pt modelId="{F6713252-056F-415D-8690-102656CB07BA}" type="sibTrans" cxnId="{965D4CE9-CD53-4211-8CD7-8F3BBCDF960D}">
      <dgm:prSet/>
      <dgm:spPr/>
      <dgm:t>
        <a:bodyPr/>
        <a:lstStyle/>
        <a:p>
          <a:endParaRPr lang="tr-TR"/>
        </a:p>
      </dgm:t>
    </dgm:pt>
    <dgm:pt modelId="{545542E1-139D-4990-B4E6-4DC4B34087B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expressed </a:t>
          </a:r>
          <a:endParaRPr lang="tr-TR"/>
        </a:p>
      </dgm:t>
    </dgm:pt>
    <dgm:pt modelId="{D9FD9917-DA05-4F7C-B98D-2DD45D95FE5E}" type="parTrans" cxnId="{B8C484D2-C800-49D0-B33A-4A9314419DE0}">
      <dgm:prSet/>
      <dgm:spPr/>
      <dgm:t>
        <a:bodyPr/>
        <a:lstStyle/>
        <a:p>
          <a:endParaRPr lang="tr-TR"/>
        </a:p>
      </dgm:t>
    </dgm:pt>
    <dgm:pt modelId="{3C0C3C38-EA94-486C-9C47-E7F387DACF9B}" type="sibTrans" cxnId="{B8C484D2-C800-49D0-B33A-4A9314419DE0}">
      <dgm:prSet/>
      <dgm:spPr/>
      <dgm:t>
        <a:bodyPr/>
        <a:lstStyle/>
        <a:p>
          <a:endParaRPr lang="tr-TR"/>
        </a:p>
      </dgm:t>
    </dgm:pt>
    <dgm:pt modelId="{A7FDA2CD-3EE3-4D11-A1CB-F78D3A185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addition and multiplication</a:t>
          </a:r>
          <a:endParaRPr lang="tr-TR"/>
        </a:p>
      </dgm:t>
    </dgm:pt>
    <dgm:pt modelId="{B76C1F21-5FFA-4C31-86D5-8A28BA2334BF}" type="parTrans" cxnId="{51C5AF81-4FB1-4358-AE43-A8DA89256B37}">
      <dgm:prSet/>
      <dgm:spPr/>
      <dgm:t>
        <a:bodyPr/>
        <a:lstStyle/>
        <a:p>
          <a:endParaRPr lang="tr-TR"/>
        </a:p>
      </dgm:t>
    </dgm:pt>
    <dgm:pt modelId="{3D21733E-2137-4832-929C-84AA0F910995}" type="sibTrans" cxnId="{51C5AF81-4FB1-4358-AE43-A8DA89256B37}">
      <dgm:prSet/>
      <dgm:spPr/>
      <dgm:t>
        <a:bodyPr/>
        <a:lstStyle/>
        <a:p>
          <a:endParaRPr lang="tr-TR"/>
        </a:p>
      </dgm:t>
    </dgm:pt>
    <dgm:pt modelId="{CAACE75A-0CDF-49D1-8583-D8F987F903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points of an elliptic curve</a:t>
          </a:r>
          <a:endParaRPr lang="tr-TR" dirty="0"/>
        </a:p>
      </dgm:t>
    </dgm:pt>
    <dgm:pt modelId="{09125060-197B-4B54-AB59-64D043FEDB60}" type="parTrans" cxnId="{7C9F33FD-282D-4579-9428-85F4A7202B3A}">
      <dgm:prSet/>
      <dgm:spPr/>
      <dgm:t>
        <a:bodyPr/>
        <a:lstStyle/>
        <a:p>
          <a:endParaRPr lang="tr-TR"/>
        </a:p>
      </dgm:t>
    </dgm:pt>
    <dgm:pt modelId="{64444629-A4F4-40C0-B5B9-FB9A3A8229FD}" type="sibTrans" cxnId="{7C9F33FD-282D-4579-9428-85F4A7202B3A}">
      <dgm:prSet/>
      <dgm:spPr/>
      <dgm:t>
        <a:bodyPr/>
        <a:lstStyle/>
        <a:p>
          <a:endParaRPr lang="tr-TR"/>
        </a:p>
      </dgm:t>
    </dgm:pt>
    <dgm:pt modelId="{CC608550-F7F3-4E31-AC76-DBA2ECA641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</a:t>
          </a:r>
          <a:r>
            <a:rPr lang="en-US" dirty="0"/>
            <a:t>key cryptography </a:t>
          </a:r>
          <a:endParaRPr lang="tr-TR" dirty="0"/>
        </a:p>
      </dgm:t>
    </dgm:pt>
    <dgm:pt modelId="{E0969536-215A-409E-82B2-4CC6C401211B}" type="parTrans" cxnId="{5F4F9D30-0067-4BA8-A298-50C68A5BF1B3}">
      <dgm:prSet/>
      <dgm:spPr/>
      <dgm:t>
        <a:bodyPr/>
        <a:lstStyle/>
        <a:p>
          <a:endParaRPr lang="tr-TR"/>
        </a:p>
      </dgm:t>
    </dgm:pt>
    <dgm:pt modelId="{A8FA012A-B122-4E6F-89CB-53C3477A0225}" type="sibTrans" cxnId="{5F4F9D30-0067-4BA8-A298-50C68A5BF1B3}">
      <dgm:prSet/>
      <dgm:spPr/>
      <dgm:t>
        <a:bodyPr/>
        <a:lstStyle/>
        <a:p>
          <a:endParaRPr lang="tr-TR"/>
        </a:p>
      </dgm:t>
    </dgm:pt>
    <dgm:pt modelId="{281F1011-AFB7-4297-9A7A-E28F1DFE7F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discrete logarithm problem </a:t>
          </a:r>
          <a:endParaRPr lang="tr-TR" dirty="0"/>
        </a:p>
      </dgm:t>
    </dgm:pt>
    <dgm:pt modelId="{261BF540-AC23-4F78-B094-188D3BFE8E8A}" type="parTrans" cxnId="{D33333C2-AE01-4605-8D9C-089C85679FA9}">
      <dgm:prSet/>
      <dgm:spPr/>
      <dgm:t>
        <a:bodyPr/>
        <a:lstStyle/>
        <a:p>
          <a:endParaRPr lang="tr-TR"/>
        </a:p>
      </dgm:t>
    </dgm:pt>
    <dgm:pt modelId="{5AB2E619-5F5E-4C8E-88E1-65613A9FB9F0}" type="sibTrans" cxnId="{D33333C2-AE01-4605-8D9C-089C85679FA9}">
      <dgm:prSet/>
      <dgm:spPr/>
      <dgm:t>
        <a:bodyPr/>
        <a:lstStyle/>
        <a:p>
          <a:endParaRPr lang="tr-TR"/>
        </a:p>
      </dgm:t>
    </dgm:pt>
    <dgm:pt modelId="{967C4647-103E-44FA-845A-2928828E86DA}" type="pres">
      <dgm:prSet presAssocID="{6004F464-3498-45D4-9AA3-80AF57C5F31B}" presName="root" presStyleCnt="0">
        <dgm:presLayoutVars>
          <dgm:dir/>
          <dgm:resizeHandles val="exact"/>
        </dgm:presLayoutVars>
      </dgm:prSet>
      <dgm:spPr/>
    </dgm:pt>
    <dgm:pt modelId="{1D04231B-4A36-4D5D-B72D-0E6A078DF2D1}" type="pres">
      <dgm:prSet presAssocID="{E886CA85-EA3B-44F2-894C-CF809FB340B2}" presName="compNode" presStyleCnt="0"/>
      <dgm:spPr/>
    </dgm:pt>
    <dgm:pt modelId="{B41A343A-546F-4C1E-928F-FABBDD866DF8}" type="pres">
      <dgm:prSet presAssocID="{E886CA85-EA3B-44F2-894C-CF809FB340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63B77F9-055E-4844-AB61-7015F37CC111}" type="pres">
      <dgm:prSet presAssocID="{E886CA85-EA3B-44F2-894C-CF809FB340B2}" presName="iconSpace" presStyleCnt="0"/>
      <dgm:spPr/>
    </dgm:pt>
    <dgm:pt modelId="{6F4773EB-0C23-43CE-BBE8-11263033984D}" type="pres">
      <dgm:prSet presAssocID="{E886CA85-EA3B-44F2-894C-CF809FB340B2}" presName="parTx" presStyleLbl="revTx" presStyleIdx="0" presStyleCnt="6">
        <dgm:presLayoutVars>
          <dgm:chMax val="0"/>
          <dgm:chPref val="0"/>
        </dgm:presLayoutVars>
      </dgm:prSet>
      <dgm:spPr/>
    </dgm:pt>
    <dgm:pt modelId="{C75D776D-CC7A-47D8-BE0F-B5736F06A2CD}" type="pres">
      <dgm:prSet presAssocID="{E886CA85-EA3B-44F2-894C-CF809FB340B2}" presName="txSpace" presStyleCnt="0"/>
      <dgm:spPr/>
    </dgm:pt>
    <dgm:pt modelId="{3FC22CA8-015A-4896-9651-55AB8DA5909A}" type="pres">
      <dgm:prSet presAssocID="{E886CA85-EA3B-44F2-894C-CF809FB340B2}" presName="desTx" presStyleLbl="revTx" presStyleIdx="1" presStyleCnt="6">
        <dgm:presLayoutVars/>
      </dgm:prSet>
      <dgm:spPr/>
    </dgm:pt>
    <dgm:pt modelId="{0761C12F-3785-4790-A4B4-3AA649867957}" type="pres">
      <dgm:prSet presAssocID="{45EA08E6-4DDE-46BD-8587-623543F35BF4}" presName="sibTrans" presStyleCnt="0"/>
      <dgm:spPr/>
    </dgm:pt>
    <dgm:pt modelId="{D6708749-36D1-42A3-97F3-D345342BCBD5}" type="pres">
      <dgm:prSet presAssocID="{E43375B4-D496-40A7-B15A-EBCDC86D55C5}" presName="compNode" presStyleCnt="0"/>
      <dgm:spPr/>
    </dgm:pt>
    <dgm:pt modelId="{04E5F366-6D24-4789-8ECA-C16337C731EA}" type="pres">
      <dgm:prSet presAssocID="{E43375B4-D496-40A7-B15A-EBCDC86D55C5}" presName="iconRect" presStyleLbl="node1" presStyleIdx="1" presStyleCnt="3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BD585CDD-A0ED-4FD1-BDD0-6C2F30432614}" type="pres">
      <dgm:prSet presAssocID="{E43375B4-D496-40A7-B15A-EBCDC86D55C5}" presName="iconSpace" presStyleCnt="0"/>
      <dgm:spPr/>
    </dgm:pt>
    <dgm:pt modelId="{E6733F19-4AB1-4ADF-BA12-11705A5F9355}" type="pres">
      <dgm:prSet presAssocID="{E43375B4-D496-40A7-B15A-EBCDC86D55C5}" presName="parTx" presStyleLbl="revTx" presStyleIdx="2" presStyleCnt="6">
        <dgm:presLayoutVars>
          <dgm:chMax val="0"/>
          <dgm:chPref val="0"/>
        </dgm:presLayoutVars>
      </dgm:prSet>
      <dgm:spPr/>
    </dgm:pt>
    <dgm:pt modelId="{3B7C6CA3-3BD2-4EC0-9CD8-C60C51977AC6}" type="pres">
      <dgm:prSet presAssocID="{E43375B4-D496-40A7-B15A-EBCDC86D55C5}" presName="txSpace" presStyleCnt="0"/>
      <dgm:spPr/>
    </dgm:pt>
    <dgm:pt modelId="{48A6C08F-C785-4E56-8ACE-ADFB5C48EBB7}" type="pres">
      <dgm:prSet presAssocID="{E43375B4-D496-40A7-B15A-EBCDC86D55C5}" presName="desTx" presStyleLbl="revTx" presStyleIdx="3" presStyleCnt="6">
        <dgm:presLayoutVars/>
      </dgm:prSet>
      <dgm:spPr/>
    </dgm:pt>
    <dgm:pt modelId="{C8FFD6F1-D35E-47FE-8DB3-497C602B7DBB}" type="pres">
      <dgm:prSet presAssocID="{F6713252-056F-415D-8690-102656CB07BA}" presName="sibTrans" presStyleCnt="0"/>
      <dgm:spPr/>
    </dgm:pt>
    <dgm:pt modelId="{BDCF148E-AC3A-485B-9DD6-153950EAC6DB}" type="pres">
      <dgm:prSet presAssocID="{545542E1-139D-4990-B4E6-4DC4B34087B6}" presName="compNode" presStyleCnt="0"/>
      <dgm:spPr/>
    </dgm:pt>
    <dgm:pt modelId="{82130FCF-74B3-462B-86F8-6938DB30508F}" type="pres">
      <dgm:prSet presAssocID="{545542E1-139D-4990-B4E6-4DC4B34087B6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69201E7-236B-4A67-802D-D31DCF6A7AFE}" type="pres">
      <dgm:prSet presAssocID="{545542E1-139D-4990-B4E6-4DC4B34087B6}" presName="iconSpace" presStyleCnt="0"/>
      <dgm:spPr/>
    </dgm:pt>
    <dgm:pt modelId="{2A9D97DE-AD27-4D15-83D1-6993B4F1633E}" type="pres">
      <dgm:prSet presAssocID="{545542E1-139D-4990-B4E6-4DC4B34087B6}" presName="parTx" presStyleLbl="revTx" presStyleIdx="4" presStyleCnt="6">
        <dgm:presLayoutVars>
          <dgm:chMax val="0"/>
          <dgm:chPref val="0"/>
        </dgm:presLayoutVars>
      </dgm:prSet>
      <dgm:spPr/>
    </dgm:pt>
    <dgm:pt modelId="{515C7871-FDBA-4CF9-BC7B-71F5ED8CB5A0}" type="pres">
      <dgm:prSet presAssocID="{545542E1-139D-4990-B4E6-4DC4B34087B6}" presName="txSpace" presStyleCnt="0"/>
      <dgm:spPr/>
    </dgm:pt>
    <dgm:pt modelId="{B8DCD60D-7758-485B-9187-F2D5F8E059C0}" type="pres">
      <dgm:prSet presAssocID="{545542E1-139D-4990-B4E6-4DC4B34087B6}" presName="desTx" presStyleLbl="revTx" presStyleIdx="5" presStyleCnt="6">
        <dgm:presLayoutVars/>
      </dgm:prSet>
      <dgm:spPr/>
    </dgm:pt>
  </dgm:ptLst>
  <dgm:cxnLst>
    <dgm:cxn modelId="{10F8BA1F-9433-4480-8BBD-AF855D3EC6F2}" type="presOf" srcId="{E886CA85-EA3B-44F2-894C-CF809FB340B2}" destId="{6F4773EB-0C23-43CE-BBE8-11263033984D}" srcOrd="0" destOrd="0" presId="urn:microsoft.com/office/officeart/2018/2/layout/IconLabelDescriptionList"/>
    <dgm:cxn modelId="{738E252A-4CE2-441B-AD24-A41CABC99AED}" type="presOf" srcId="{94AD0AA2-66FD-4DC8-97EB-47F557845FA6}" destId="{3FC22CA8-015A-4896-9651-55AB8DA5909A}" srcOrd="0" destOrd="0" presId="urn:microsoft.com/office/officeart/2018/2/layout/IconLabelDescriptionList"/>
    <dgm:cxn modelId="{5F4F9D30-0067-4BA8-A298-50C68A5BF1B3}" srcId="{E886CA85-EA3B-44F2-894C-CF809FB340B2}" destId="{CC608550-F7F3-4E31-AC76-DBA2ECA64179}" srcOrd="1" destOrd="0" parTransId="{E0969536-215A-409E-82B2-4CC6C401211B}" sibTransId="{A8FA012A-B122-4E6F-89CB-53C3477A0225}"/>
    <dgm:cxn modelId="{CFB10B5A-534C-47F4-A529-F868AA0C551C}" type="presOf" srcId="{E43375B4-D496-40A7-B15A-EBCDC86D55C5}" destId="{E6733F19-4AB1-4ADF-BA12-11705A5F9355}" srcOrd="0" destOrd="0" presId="urn:microsoft.com/office/officeart/2018/2/layout/IconLabelDescriptionList"/>
    <dgm:cxn modelId="{51C5AF81-4FB1-4358-AE43-A8DA89256B37}" srcId="{545542E1-139D-4990-B4E6-4DC4B34087B6}" destId="{A7FDA2CD-3EE3-4D11-A1CB-F78D3A185082}" srcOrd="0" destOrd="0" parTransId="{B76C1F21-5FFA-4C31-86D5-8A28BA2334BF}" sibTransId="{3D21733E-2137-4832-929C-84AA0F910995}"/>
    <dgm:cxn modelId="{6E307A88-4389-40C2-B7FE-04198A0990D4}" type="presOf" srcId="{6004F464-3498-45D4-9AA3-80AF57C5F31B}" destId="{967C4647-103E-44FA-845A-2928828E86DA}" srcOrd="0" destOrd="0" presId="urn:microsoft.com/office/officeart/2018/2/layout/IconLabelDescriptionList"/>
    <dgm:cxn modelId="{13EC6CA0-ADFB-4B59-B200-B21D65DC5DBF}" type="presOf" srcId="{CAACE75A-0CDF-49D1-8583-D8F987F903B5}" destId="{B8DCD60D-7758-485B-9187-F2D5F8E059C0}" srcOrd="0" destOrd="1" presId="urn:microsoft.com/office/officeart/2018/2/layout/IconLabelDescriptionList"/>
    <dgm:cxn modelId="{0D8784A0-3877-4678-91A3-6517CC02DDD9}" type="presOf" srcId="{CC608550-F7F3-4E31-AC76-DBA2ECA64179}" destId="{3FC22CA8-015A-4896-9651-55AB8DA5909A}" srcOrd="0" destOrd="1" presId="urn:microsoft.com/office/officeart/2018/2/layout/IconLabelDescriptionList"/>
    <dgm:cxn modelId="{D33333C2-AE01-4605-8D9C-089C85679FA9}" srcId="{E43375B4-D496-40A7-B15A-EBCDC86D55C5}" destId="{281F1011-AFB7-4297-9A7A-E28F1DFE7F77}" srcOrd="0" destOrd="0" parTransId="{261BF540-AC23-4F78-B094-188D3BFE8E8A}" sibTransId="{5AB2E619-5F5E-4C8E-88E1-65613A9FB9F0}"/>
    <dgm:cxn modelId="{FB93F9CD-786D-417A-A4D7-F1DC045B68B4}" type="presOf" srcId="{545542E1-139D-4990-B4E6-4DC4B34087B6}" destId="{2A9D97DE-AD27-4D15-83D1-6993B4F1633E}" srcOrd="0" destOrd="0" presId="urn:microsoft.com/office/officeart/2018/2/layout/IconLabelDescriptionList"/>
    <dgm:cxn modelId="{BB1890CF-A265-4B24-BBD7-897805791B10}" srcId="{6004F464-3498-45D4-9AA3-80AF57C5F31B}" destId="{E886CA85-EA3B-44F2-894C-CF809FB340B2}" srcOrd="0" destOrd="0" parTransId="{47B00F80-BA6B-4563-A962-6E93BA0D122C}" sibTransId="{45EA08E6-4DDE-46BD-8587-623543F35BF4}"/>
    <dgm:cxn modelId="{B8C484D2-C800-49D0-B33A-4A9314419DE0}" srcId="{6004F464-3498-45D4-9AA3-80AF57C5F31B}" destId="{545542E1-139D-4990-B4E6-4DC4B34087B6}" srcOrd="2" destOrd="0" parTransId="{D9FD9917-DA05-4F7C-B98D-2DD45D95FE5E}" sibTransId="{3C0C3C38-EA94-486C-9C47-E7F387DACF9B}"/>
    <dgm:cxn modelId="{08BE2AE6-AB50-4985-A896-0337DE734773}" type="presOf" srcId="{A7FDA2CD-3EE3-4D11-A1CB-F78D3A185082}" destId="{B8DCD60D-7758-485B-9187-F2D5F8E059C0}" srcOrd="0" destOrd="0" presId="urn:microsoft.com/office/officeart/2018/2/layout/IconLabelDescriptionList"/>
    <dgm:cxn modelId="{965D4CE9-CD53-4211-8CD7-8F3BBCDF960D}" srcId="{6004F464-3498-45D4-9AA3-80AF57C5F31B}" destId="{E43375B4-D496-40A7-B15A-EBCDC86D55C5}" srcOrd="1" destOrd="0" parTransId="{EB4065C5-237F-4B06-8E0C-3B7F801CA8D8}" sibTransId="{F6713252-056F-415D-8690-102656CB07BA}"/>
    <dgm:cxn modelId="{09BC99EF-8899-4643-AA39-5B40E74D349A}" type="presOf" srcId="{281F1011-AFB7-4297-9A7A-E28F1DFE7F77}" destId="{48A6C08F-C785-4E56-8ACE-ADFB5C48EBB7}" srcOrd="0" destOrd="0" presId="urn:microsoft.com/office/officeart/2018/2/layout/IconLabelDescriptionList"/>
    <dgm:cxn modelId="{39652DFA-014F-4180-BBA0-4B98FE046E5F}" srcId="{E886CA85-EA3B-44F2-894C-CF809FB340B2}" destId="{94AD0AA2-66FD-4DC8-97EB-47F557845FA6}" srcOrd="0" destOrd="0" parTransId="{A759A4CF-C758-499D-ACE6-E5144FDF7CD7}" sibTransId="{D8A51CBB-A2D9-4EB6-B729-49234B07451D}"/>
    <dgm:cxn modelId="{7C9F33FD-282D-4579-9428-85F4A7202B3A}" srcId="{545542E1-139D-4990-B4E6-4DC4B34087B6}" destId="{CAACE75A-0CDF-49D1-8583-D8F987F903B5}" srcOrd="1" destOrd="0" parTransId="{09125060-197B-4B54-AB59-64D043FEDB60}" sibTransId="{64444629-A4F4-40C0-B5B9-FB9A3A8229FD}"/>
    <dgm:cxn modelId="{02645148-3098-4EA5-A5A8-DC36CBCF5C5E}" type="presParOf" srcId="{967C4647-103E-44FA-845A-2928828E86DA}" destId="{1D04231B-4A36-4D5D-B72D-0E6A078DF2D1}" srcOrd="0" destOrd="0" presId="urn:microsoft.com/office/officeart/2018/2/layout/IconLabelDescriptionList"/>
    <dgm:cxn modelId="{47BDAB47-4C60-4085-B13D-928B30DD52A7}" type="presParOf" srcId="{1D04231B-4A36-4D5D-B72D-0E6A078DF2D1}" destId="{B41A343A-546F-4C1E-928F-FABBDD866DF8}" srcOrd="0" destOrd="0" presId="urn:microsoft.com/office/officeart/2018/2/layout/IconLabelDescriptionList"/>
    <dgm:cxn modelId="{A37BDB1F-B4FF-4832-9F3D-FFEAF7717101}" type="presParOf" srcId="{1D04231B-4A36-4D5D-B72D-0E6A078DF2D1}" destId="{D63B77F9-055E-4844-AB61-7015F37CC111}" srcOrd="1" destOrd="0" presId="urn:microsoft.com/office/officeart/2018/2/layout/IconLabelDescriptionList"/>
    <dgm:cxn modelId="{6B2E1C81-7370-4850-927A-30769AC7A64C}" type="presParOf" srcId="{1D04231B-4A36-4D5D-B72D-0E6A078DF2D1}" destId="{6F4773EB-0C23-43CE-BBE8-11263033984D}" srcOrd="2" destOrd="0" presId="urn:microsoft.com/office/officeart/2018/2/layout/IconLabelDescriptionList"/>
    <dgm:cxn modelId="{B6CDC8B4-D636-4A20-BCA5-E13867F8B802}" type="presParOf" srcId="{1D04231B-4A36-4D5D-B72D-0E6A078DF2D1}" destId="{C75D776D-CC7A-47D8-BE0F-B5736F06A2CD}" srcOrd="3" destOrd="0" presId="urn:microsoft.com/office/officeart/2018/2/layout/IconLabelDescriptionList"/>
    <dgm:cxn modelId="{250B9DE6-FF9F-43E5-A5D3-D082D26AA41E}" type="presParOf" srcId="{1D04231B-4A36-4D5D-B72D-0E6A078DF2D1}" destId="{3FC22CA8-015A-4896-9651-55AB8DA5909A}" srcOrd="4" destOrd="0" presId="urn:microsoft.com/office/officeart/2018/2/layout/IconLabelDescriptionList"/>
    <dgm:cxn modelId="{A22B6933-9BC0-47EE-839D-81D6461550E7}" type="presParOf" srcId="{967C4647-103E-44FA-845A-2928828E86DA}" destId="{0761C12F-3785-4790-A4B4-3AA649867957}" srcOrd="1" destOrd="0" presId="urn:microsoft.com/office/officeart/2018/2/layout/IconLabelDescriptionList"/>
    <dgm:cxn modelId="{A5A8B959-8E26-4DA4-A2A4-9921462AC394}" type="presParOf" srcId="{967C4647-103E-44FA-845A-2928828E86DA}" destId="{D6708749-36D1-42A3-97F3-D345342BCBD5}" srcOrd="2" destOrd="0" presId="urn:microsoft.com/office/officeart/2018/2/layout/IconLabelDescriptionList"/>
    <dgm:cxn modelId="{9A5A4DC1-4FED-4756-AB90-303DD9E84990}" type="presParOf" srcId="{D6708749-36D1-42A3-97F3-D345342BCBD5}" destId="{04E5F366-6D24-4789-8ECA-C16337C731EA}" srcOrd="0" destOrd="0" presId="urn:microsoft.com/office/officeart/2018/2/layout/IconLabelDescriptionList"/>
    <dgm:cxn modelId="{A66328F1-02A1-4E42-98CF-9561937292AE}" type="presParOf" srcId="{D6708749-36D1-42A3-97F3-D345342BCBD5}" destId="{BD585CDD-A0ED-4FD1-BDD0-6C2F30432614}" srcOrd="1" destOrd="0" presId="urn:microsoft.com/office/officeart/2018/2/layout/IconLabelDescriptionList"/>
    <dgm:cxn modelId="{230E4439-C731-4CAE-ACD6-7F72B031B7CD}" type="presParOf" srcId="{D6708749-36D1-42A3-97F3-D345342BCBD5}" destId="{E6733F19-4AB1-4ADF-BA12-11705A5F9355}" srcOrd="2" destOrd="0" presId="urn:microsoft.com/office/officeart/2018/2/layout/IconLabelDescriptionList"/>
    <dgm:cxn modelId="{90C20593-58A8-4BA9-BCAC-A13694036E2A}" type="presParOf" srcId="{D6708749-36D1-42A3-97F3-D345342BCBD5}" destId="{3B7C6CA3-3BD2-4EC0-9CD8-C60C51977AC6}" srcOrd="3" destOrd="0" presId="urn:microsoft.com/office/officeart/2018/2/layout/IconLabelDescriptionList"/>
    <dgm:cxn modelId="{31857FAC-1B2E-47F4-AF26-C682B9BA4CD5}" type="presParOf" srcId="{D6708749-36D1-42A3-97F3-D345342BCBD5}" destId="{48A6C08F-C785-4E56-8ACE-ADFB5C48EBB7}" srcOrd="4" destOrd="0" presId="urn:microsoft.com/office/officeart/2018/2/layout/IconLabelDescriptionList"/>
    <dgm:cxn modelId="{38E9AB95-6161-4A47-B7E4-4D9DFF3DC47E}" type="presParOf" srcId="{967C4647-103E-44FA-845A-2928828E86DA}" destId="{C8FFD6F1-D35E-47FE-8DB3-497C602B7DBB}" srcOrd="3" destOrd="0" presId="urn:microsoft.com/office/officeart/2018/2/layout/IconLabelDescriptionList"/>
    <dgm:cxn modelId="{97C5AC9A-1109-44B7-8276-B9320162E3FF}" type="presParOf" srcId="{967C4647-103E-44FA-845A-2928828E86DA}" destId="{BDCF148E-AC3A-485B-9DD6-153950EAC6DB}" srcOrd="4" destOrd="0" presId="urn:microsoft.com/office/officeart/2018/2/layout/IconLabelDescriptionList"/>
    <dgm:cxn modelId="{C15B48B7-6A48-40AD-A8BD-5EBDCCD99239}" type="presParOf" srcId="{BDCF148E-AC3A-485B-9DD6-153950EAC6DB}" destId="{82130FCF-74B3-462B-86F8-6938DB30508F}" srcOrd="0" destOrd="0" presId="urn:microsoft.com/office/officeart/2018/2/layout/IconLabelDescriptionList"/>
    <dgm:cxn modelId="{3771F30B-FB5D-4BF3-B629-7E797A65F741}" type="presParOf" srcId="{BDCF148E-AC3A-485B-9DD6-153950EAC6DB}" destId="{369201E7-236B-4A67-802D-D31DCF6A7AFE}" srcOrd="1" destOrd="0" presId="urn:microsoft.com/office/officeart/2018/2/layout/IconLabelDescriptionList"/>
    <dgm:cxn modelId="{A6E3CEA1-DF38-451F-84EB-F840268A2574}" type="presParOf" srcId="{BDCF148E-AC3A-485B-9DD6-153950EAC6DB}" destId="{2A9D97DE-AD27-4D15-83D1-6993B4F1633E}" srcOrd="2" destOrd="0" presId="urn:microsoft.com/office/officeart/2018/2/layout/IconLabelDescriptionList"/>
    <dgm:cxn modelId="{8008AA86-2C2C-4543-BAE0-7967C4A0D2E8}" type="presParOf" srcId="{BDCF148E-AC3A-485B-9DD6-153950EAC6DB}" destId="{515C7871-FDBA-4CF9-BC7B-71F5ED8CB5A0}" srcOrd="3" destOrd="0" presId="urn:microsoft.com/office/officeart/2018/2/layout/IconLabelDescriptionList"/>
    <dgm:cxn modelId="{57580691-3403-4E37-81E7-BAD28D4143CB}" type="presParOf" srcId="{BDCF148E-AC3A-485B-9DD6-153950EAC6DB}" destId="{B8DCD60D-7758-485B-9187-F2D5F8E059C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58731A0-61BA-49EB-AFCF-5CB591FC67C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tr-TR"/>
        </a:p>
      </dgm:t>
    </dgm:pt>
    <dgm:pt modelId="{32EF0DF5-8531-49C3-BC9A-5FF0DB8021D6}">
      <dgm:prSet/>
      <dgm:spPr/>
      <dgm:t>
        <a:bodyPr/>
        <a:lstStyle/>
        <a:p>
          <a:r>
            <a:rPr lang="en-US" dirty="0"/>
            <a:t>Established</a:t>
          </a:r>
          <a:r>
            <a:rPr lang="tr-TR" dirty="0"/>
            <a:t> </a:t>
          </a:r>
          <a:r>
            <a:rPr lang="en-US" dirty="0"/>
            <a:t>by</a:t>
          </a:r>
          <a:endParaRPr lang="tr-TR" dirty="0"/>
        </a:p>
      </dgm:t>
    </dgm:pt>
    <dgm:pt modelId="{0E9F258C-7765-49D9-A7D5-7B334DBF54E3}" type="parTrans" cxnId="{262AD7F7-DBD3-44B9-BF70-3F4D95C53B86}">
      <dgm:prSet/>
      <dgm:spPr/>
      <dgm:t>
        <a:bodyPr/>
        <a:lstStyle/>
        <a:p>
          <a:endParaRPr lang="tr-TR"/>
        </a:p>
      </dgm:t>
    </dgm:pt>
    <dgm:pt modelId="{86A24516-E3DB-41CF-8D69-8E6A0A039C30}" type="sibTrans" cxnId="{262AD7F7-DBD3-44B9-BF70-3F4D95C53B86}">
      <dgm:prSet/>
      <dgm:spPr/>
      <dgm:t>
        <a:bodyPr/>
        <a:lstStyle/>
        <a:p>
          <a:endParaRPr lang="tr-TR"/>
        </a:p>
      </dgm:t>
    </dgm:pt>
    <dgm:pt modelId="{B1095023-32E7-43F8-9776-BE3EEBDBBB28}">
      <dgm:prSet/>
      <dgm:spPr/>
      <dgm:t>
        <a:bodyPr/>
        <a:lstStyle/>
        <a:p>
          <a:r>
            <a:rPr lang="tr-TR" dirty="0"/>
            <a:t>Standard</a:t>
          </a:r>
        </a:p>
      </dgm:t>
    </dgm:pt>
    <dgm:pt modelId="{64F44894-9295-4711-9057-4FFEBEDCD6C9}" type="parTrans" cxnId="{0688941F-77C0-46A4-80A3-2B7821B5848B}">
      <dgm:prSet/>
      <dgm:spPr/>
      <dgm:t>
        <a:bodyPr/>
        <a:lstStyle/>
        <a:p>
          <a:endParaRPr lang="tr-TR"/>
        </a:p>
      </dgm:t>
    </dgm:pt>
    <dgm:pt modelId="{96423B38-2FCC-4E6B-B4CA-734A6BCBF3A7}" type="sibTrans" cxnId="{0688941F-77C0-46A4-80A3-2B7821B5848B}">
      <dgm:prSet/>
      <dgm:spPr/>
      <dgm:t>
        <a:bodyPr/>
        <a:lstStyle/>
        <a:p>
          <a:endParaRPr lang="tr-TR"/>
        </a:p>
      </dgm:t>
    </dgm:pt>
    <dgm:pt modelId="{FBA340E9-B752-45D7-A550-82CBF599B94C}">
      <dgm:prSet/>
      <dgm:spPr/>
      <dgm:t>
        <a:bodyPr/>
        <a:lstStyle/>
        <a:p>
          <a:r>
            <a:rPr lang="tr-TR" dirty="0"/>
            <a:t>Elliptic curve</a:t>
          </a:r>
        </a:p>
      </dgm:t>
    </dgm:pt>
    <dgm:pt modelId="{93256675-1070-4003-BB89-92444062D7D4}" type="parTrans" cxnId="{1ECE5DC9-0052-4D8C-A5B6-111D3ABB6CC9}">
      <dgm:prSet/>
      <dgm:spPr/>
      <dgm:t>
        <a:bodyPr/>
        <a:lstStyle/>
        <a:p>
          <a:endParaRPr lang="tr-TR"/>
        </a:p>
      </dgm:t>
    </dgm:pt>
    <dgm:pt modelId="{6255DAB2-12A9-4B42-AAB2-7E020E7D5CC3}" type="sibTrans" cxnId="{1ECE5DC9-0052-4D8C-A5B6-111D3ABB6CC9}">
      <dgm:prSet/>
      <dgm:spPr/>
      <dgm:t>
        <a:bodyPr/>
        <a:lstStyle/>
        <a:p>
          <a:endParaRPr lang="tr-TR"/>
        </a:p>
      </dgm:t>
    </dgm:pt>
    <dgm:pt modelId="{ABEBB9AA-7D79-40D2-BD6E-DD509BFF60C1}">
      <dgm:prSet/>
      <dgm:spPr/>
      <dgm:t>
        <a:bodyPr/>
        <a:lstStyle/>
        <a:p>
          <a:r>
            <a:rPr lang="en-US" dirty="0"/>
            <a:t>set of mathematical constants</a:t>
          </a:r>
          <a:endParaRPr lang="tr-TR" dirty="0"/>
        </a:p>
      </dgm:t>
    </dgm:pt>
    <dgm:pt modelId="{DE01C29C-7A56-4C7B-B511-A007D930CB1B}" type="parTrans" cxnId="{D3C43DCB-5AA2-45D1-8C57-8D7E31497D05}">
      <dgm:prSet/>
      <dgm:spPr/>
      <dgm:t>
        <a:bodyPr/>
        <a:lstStyle/>
        <a:p>
          <a:endParaRPr lang="tr-TR"/>
        </a:p>
      </dgm:t>
    </dgm:pt>
    <dgm:pt modelId="{A10B7B9B-869F-42F9-AA92-51AB9AB4DF7E}" type="sibTrans" cxnId="{D3C43DCB-5AA2-45D1-8C57-8D7E31497D05}">
      <dgm:prSet/>
      <dgm:spPr/>
      <dgm:t>
        <a:bodyPr/>
        <a:lstStyle/>
        <a:p>
          <a:endParaRPr lang="tr-TR"/>
        </a:p>
      </dgm:t>
    </dgm:pt>
    <dgm:pt modelId="{2B7A23F7-4BE7-4426-865D-6CEE3D627179}">
      <dgm:prSet/>
      <dgm:spPr/>
      <dgm:t>
        <a:bodyPr/>
        <a:lstStyle/>
        <a:p>
          <a:r>
            <a:rPr lang="tr-TR"/>
            <a:t>produces </a:t>
          </a:r>
          <a:r>
            <a:rPr lang="en-US"/>
            <a:t>secp256k1 </a:t>
          </a:r>
          <a:r>
            <a:rPr lang="tr-TR"/>
            <a:t>elliptic curve</a:t>
          </a:r>
          <a:endParaRPr lang="tr-TR" dirty="0"/>
        </a:p>
      </dgm:t>
    </dgm:pt>
    <dgm:pt modelId="{577EA4E2-4436-4B8E-8B1E-1DA07C25CDBA}" type="parTrans" cxnId="{3CB881EB-9FC5-476B-9967-B880D9B79939}">
      <dgm:prSet/>
      <dgm:spPr/>
      <dgm:t>
        <a:bodyPr/>
        <a:lstStyle/>
        <a:p>
          <a:endParaRPr lang="tr-TR"/>
        </a:p>
      </dgm:t>
    </dgm:pt>
    <dgm:pt modelId="{56EC9648-C563-406C-86BF-9577F33FD207}" type="sibTrans" cxnId="{3CB881EB-9FC5-476B-9967-B880D9B79939}">
      <dgm:prSet/>
      <dgm:spPr/>
      <dgm:t>
        <a:bodyPr/>
        <a:lstStyle/>
        <a:p>
          <a:endParaRPr lang="tr-TR"/>
        </a:p>
      </dgm:t>
    </dgm:pt>
    <dgm:pt modelId="{0BFB8860-733B-412F-AA69-58E8D862020B}">
      <dgm:prSet/>
      <dgm:spPr/>
      <dgm:t>
        <a:bodyPr/>
        <a:lstStyle/>
        <a:p>
          <a:r>
            <a:rPr lang="en-US" dirty="0"/>
            <a:t>NIST </a:t>
          </a:r>
          <a:endParaRPr lang="tr-TR" dirty="0"/>
        </a:p>
      </dgm:t>
    </dgm:pt>
    <dgm:pt modelId="{22F37A6C-3A23-4AC1-9D24-6EEDF41D1CA9}" type="parTrans" cxnId="{2AA8A566-653D-40E2-9DB0-E8E111317E37}">
      <dgm:prSet/>
      <dgm:spPr/>
      <dgm:t>
        <a:bodyPr/>
        <a:lstStyle/>
        <a:p>
          <a:endParaRPr lang="tr-TR"/>
        </a:p>
      </dgm:t>
    </dgm:pt>
    <dgm:pt modelId="{16ECE035-A065-41E2-ACA4-C2FC98DF6A24}" type="sibTrans" cxnId="{2AA8A566-653D-40E2-9DB0-E8E111317E37}">
      <dgm:prSet/>
      <dgm:spPr/>
      <dgm:t>
        <a:bodyPr/>
        <a:lstStyle/>
        <a:p>
          <a:endParaRPr lang="tr-TR"/>
        </a:p>
      </dgm:t>
    </dgm:pt>
    <dgm:pt modelId="{EBD301E8-B8C7-48E3-80DC-6F44133D6BCC}">
      <dgm:prSet/>
      <dgm:spPr/>
      <dgm:t>
        <a:bodyPr/>
        <a:lstStyle/>
        <a:p>
          <a:r>
            <a:rPr lang="en-US" dirty="0"/>
            <a:t>the National Institute of Standards and</a:t>
          </a:r>
          <a:r>
            <a:rPr lang="tr-TR" dirty="0"/>
            <a:t> </a:t>
          </a:r>
          <a:r>
            <a:rPr lang="en-US" dirty="0"/>
            <a:t>Technology </a:t>
          </a:r>
          <a:endParaRPr lang="tr-TR" dirty="0"/>
        </a:p>
      </dgm:t>
    </dgm:pt>
    <dgm:pt modelId="{D514BF49-C47C-4879-97B6-B85491F4C47D}" type="parTrans" cxnId="{F0AA9349-D2D0-40C6-9D77-B4011F8127F7}">
      <dgm:prSet/>
      <dgm:spPr/>
      <dgm:t>
        <a:bodyPr/>
        <a:lstStyle/>
        <a:p>
          <a:endParaRPr lang="tr-TR"/>
        </a:p>
      </dgm:t>
    </dgm:pt>
    <dgm:pt modelId="{19CC829E-CBD8-4A76-9191-8526B9F23EB9}" type="sibTrans" cxnId="{F0AA9349-D2D0-40C6-9D77-B4011F8127F7}">
      <dgm:prSet/>
      <dgm:spPr/>
      <dgm:t>
        <a:bodyPr/>
        <a:lstStyle/>
        <a:p>
          <a:endParaRPr lang="tr-TR"/>
        </a:p>
      </dgm:t>
    </dgm:pt>
    <dgm:pt modelId="{F3F72BC0-6EB5-4C7C-A39C-A85C2889F226}">
      <dgm:prSet/>
      <dgm:spPr/>
      <dgm:t>
        <a:bodyPr/>
        <a:lstStyle/>
        <a:p>
          <a:r>
            <a:rPr lang="en-US" dirty="0"/>
            <a:t>Secp256k1</a:t>
          </a:r>
          <a:endParaRPr lang="tr-TR" dirty="0"/>
        </a:p>
      </dgm:t>
    </dgm:pt>
    <dgm:pt modelId="{AEF997E6-C705-42F4-BEEC-AEC4B9D58197}" type="parTrans" cxnId="{C3CA2F9C-49F3-4D65-A1F7-F428A065136F}">
      <dgm:prSet/>
      <dgm:spPr/>
      <dgm:t>
        <a:bodyPr/>
        <a:lstStyle/>
        <a:p>
          <a:endParaRPr lang="tr-TR"/>
        </a:p>
      </dgm:t>
    </dgm:pt>
    <dgm:pt modelId="{423240A5-B75E-4914-B861-FC741778C658}" type="sibTrans" cxnId="{C3CA2F9C-49F3-4D65-A1F7-F428A065136F}">
      <dgm:prSet/>
      <dgm:spPr/>
      <dgm:t>
        <a:bodyPr/>
        <a:lstStyle/>
        <a:p>
          <a:endParaRPr lang="tr-TR"/>
        </a:p>
      </dgm:t>
    </dgm:pt>
    <dgm:pt modelId="{7AC3998D-A480-4FB8-B84C-458EAE8F2879}" type="pres">
      <dgm:prSet presAssocID="{B58731A0-61BA-49EB-AFCF-5CB591FC67C5}" presName="vert0" presStyleCnt="0">
        <dgm:presLayoutVars>
          <dgm:dir/>
          <dgm:animOne val="branch"/>
          <dgm:animLvl val="lvl"/>
        </dgm:presLayoutVars>
      </dgm:prSet>
      <dgm:spPr/>
    </dgm:pt>
    <dgm:pt modelId="{93E32DF5-C3DB-46C6-9AB1-7C3C9288DE9F}" type="pres">
      <dgm:prSet presAssocID="{32EF0DF5-8531-49C3-BC9A-5FF0DB8021D6}" presName="thickLine" presStyleLbl="alignNode1" presStyleIdx="0" presStyleCnt="3"/>
      <dgm:spPr/>
    </dgm:pt>
    <dgm:pt modelId="{CBC1E823-8D9B-4863-B229-66E5194E230E}" type="pres">
      <dgm:prSet presAssocID="{32EF0DF5-8531-49C3-BC9A-5FF0DB8021D6}" presName="horz1" presStyleCnt="0"/>
      <dgm:spPr/>
    </dgm:pt>
    <dgm:pt modelId="{039D98B3-6BF4-4E3F-9AF0-C8EB1DA6F137}" type="pres">
      <dgm:prSet presAssocID="{32EF0DF5-8531-49C3-BC9A-5FF0DB8021D6}" presName="tx1" presStyleLbl="revTx" presStyleIdx="0" presStyleCnt="8"/>
      <dgm:spPr/>
    </dgm:pt>
    <dgm:pt modelId="{59F86EDA-4A4E-412A-A417-EA11991C4917}" type="pres">
      <dgm:prSet presAssocID="{32EF0DF5-8531-49C3-BC9A-5FF0DB8021D6}" presName="vert1" presStyleCnt="0"/>
      <dgm:spPr/>
    </dgm:pt>
    <dgm:pt modelId="{D0FFE207-0B01-46ED-BBD2-E87339373E3B}" type="pres">
      <dgm:prSet presAssocID="{0BFB8860-733B-412F-AA69-58E8D862020B}" presName="vertSpace2a" presStyleCnt="0"/>
      <dgm:spPr/>
    </dgm:pt>
    <dgm:pt modelId="{F893D636-DD31-4AD3-8DB0-D606B688CE80}" type="pres">
      <dgm:prSet presAssocID="{0BFB8860-733B-412F-AA69-58E8D862020B}" presName="horz2" presStyleCnt="0"/>
      <dgm:spPr/>
    </dgm:pt>
    <dgm:pt modelId="{E3DE3686-41B5-47DF-954D-F2F2AA8116CC}" type="pres">
      <dgm:prSet presAssocID="{0BFB8860-733B-412F-AA69-58E8D862020B}" presName="horzSpace2" presStyleCnt="0"/>
      <dgm:spPr/>
    </dgm:pt>
    <dgm:pt modelId="{89C510C7-A0E8-49AD-8C1F-0369ACFB5629}" type="pres">
      <dgm:prSet presAssocID="{0BFB8860-733B-412F-AA69-58E8D862020B}" presName="tx2" presStyleLbl="revTx" presStyleIdx="1" presStyleCnt="8"/>
      <dgm:spPr/>
    </dgm:pt>
    <dgm:pt modelId="{1E0C661C-76C3-4FCE-AA57-76E245DA7E5F}" type="pres">
      <dgm:prSet presAssocID="{0BFB8860-733B-412F-AA69-58E8D862020B}" presName="vert2" presStyleCnt="0"/>
      <dgm:spPr/>
    </dgm:pt>
    <dgm:pt modelId="{9C2355CF-40CB-47F8-9099-977A95126C70}" type="pres">
      <dgm:prSet presAssocID="{0BFB8860-733B-412F-AA69-58E8D862020B}" presName="thinLine2b" presStyleLbl="callout" presStyleIdx="0" presStyleCnt="5"/>
      <dgm:spPr/>
    </dgm:pt>
    <dgm:pt modelId="{D087CFBF-D7BA-48C0-84FA-88B3868C3DCE}" type="pres">
      <dgm:prSet presAssocID="{0BFB8860-733B-412F-AA69-58E8D862020B}" presName="vertSpace2b" presStyleCnt="0"/>
      <dgm:spPr/>
    </dgm:pt>
    <dgm:pt modelId="{BE6BDB8C-3EC4-4C98-A708-21EE93B2074F}" type="pres">
      <dgm:prSet presAssocID="{EBD301E8-B8C7-48E3-80DC-6F44133D6BCC}" presName="horz2" presStyleCnt="0"/>
      <dgm:spPr/>
    </dgm:pt>
    <dgm:pt modelId="{897E972B-B864-4655-9079-FE45A7E353EA}" type="pres">
      <dgm:prSet presAssocID="{EBD301E8-B8C7-48E3-80DC-6F44133D6BCC}" presName="horzSpace2" presStyleCnt="0"/>
      <dgm:spPr/>
    </dgm:pt>
    <dgm:pt modelId="{F005E235-D8E3-4AA4-94E7-087329A2876A}" type="pres">
      <dgm:prSet presAssocID="{EBD301E8-B8C7-48E3-80DC-6F44133D6BCC}" presName="tx2" presStyleLbl="revTx" presStyleIdx="2" presStyleCnt="8"/>
      <dgm:spPr/>
    </dgm:pt>
    <dgm:pt modelId="{2A4AC083-A318-43D4-8694-8247198D6D01}" type="pres">
      <dgm:prSet presAssocID="{EBD301E8-B8C7-48E3-80DC-6F44133D6BCC}" presName="vert2" presStyleCnt="0"/>
      <dgm:spPr/>
    </dgm:pt>
    <dgm:pt modelId="{46D32165-8F29-40F7-ABB6-CC677BD1BA0D}" type="pres">
      <dgm:prSet presAssocID="{EBD301E8-B8C7-48E3-80DC-6F44133D6BCC}" presName="thinLine2b" presStyleLbl="callout" presStyleIdx="1" presStyleCnt="5"/>
      <dgm:spPr/>
    </dgm:pt>
    <dgm:pt modelId="{7B0B42F2-91E4-486B-9D55-E029657BBEE3}" type="pres">
      <dgm:prSet presAssocID="{EBD301E8-B8C7-48E3-80DC-6F44133D6BCC}" presName="vertSpace2b" presStyleCnt="0"/>
      <dgm:spPr/>
    </dgm:pt>
    <dgm:pt modelId="{7B3359BC-D963-43DD-BB88-4B0A7CAD58FC}" type="pres">
      <dgm:prSet presAssocID="{F3F72BC0-6EB5-4C7C-A39C-A85C2889F226}" presName="thickLine" presStyleLbl="alignNode1" presStyleIdx="1" presStyleCnt="3"/>
      <dgm:spPr/>
    </dgm:pt>
    <dgm:pt modelId="{DF0AD8E8-BC81-408B-8998-85F47604EE1B}" type="pres">
      <dgm:prSet presAssocID="{F3F72BC0-6EB5-4C7C-A39C-A85C2889F226}" presName="horz1" presStyleCnt="0"/>
      <dgm:spPr/>
    </dgm:pt>
    <dgm:pt modelId="{6E23B624-62AB-4610-815E-258C209EA336}" type="pres">
      <dgm:prSet presAssocID="{F3F72BC0-6EB5-4C7C-A39C-A85C2889F226}" presName="tx1" presStyleLbl="revTx" presStyleIdx="3" presStyleCnt="8"/>
      <dgm:spPr/>
    </dgm:pt>
    <dgm:pt modelId="{A0C9494B-19FF-4E9A-A6E7-D919A89CD83A}" type="pres">
      <dgm:prSet presAssocID="{F3F72BC0-6EB5-4C7C-A39C-A85C2889F226}" presName="vert1" presStyleCnt="0"/>
      <dgm:spPr/>
    </dgm:pt>
    <dgm:pt modelId="{9A869362-C8F4-4BCE-961D-780940F457D1}" type="pres">
      <dgm:prSet presAssocID="{B1095023-32E7-43F8-9776-BE3EEBDBBB28}" presName="vertSpace2a" presStyleCnt="0"/>
      <dgm:spPr/>
    </dgm:pt>
    <dgm:pt modelId="{CADCE357-A322-4D35-84D1-80BB65ACAD71}" type="pres">
      <dgm:prSet presAssocID="{B1095023-32E7-43F8-9776-BE3EEBDBBB28}" presName="horz2" presStyleCnt="0"/>
      <dgm:spPr/>
    </dgm:pt>
    <dgm:pt modelId="{6C385683-CF27-4E68-9E3C-A747CDDF01C9}" type="pres">
      <dgm:prSet presAssocID="{B1095023-32E7-43F8-9776-BE3EEBDBBB28}" presName="horzSpace2" presStyleCnt="0"/>
      <dgm:spPr/>
    </dgm:pt>
    <dgm:pt modelId="{C9FB7822-DE0D-4075-A6AA-87F79B5FC436}" type="pres">
      <dgm:prSet presAssocID="{B1095023-32E7-43F8-9776-BE3EEBDBBB28}" presName="tx2" presStyleLbl="revTx" presStyleIdx="4" presStyleCnt="8"/>
      <dgm:spPr/>
    </dgm:pt>
    <dgm:pt modelId="{E21BA5C3-7D16-424D-97C1-5A75754DB2D7}" type="pres">
      <dgm:prSet presAssocID="{B1095023-32E7-43F8-9776-BE3EEBDBBB28}" presName="vert2" presStyleCnt="0"/>
      <dgm:spPr/>
    </dgm:pt>
    <dgm:pt modelId="{E9109A43-365C-4786-9A11-CEEEA5FBCFE5}" type="pres">
      <dgm:prSet presAssocID="{B1095023-32E7-43F8-9776-BE3EEBDBBB28}" presName="thinLine2b" presStyleLbl="callout" presStyleIdx="2" presStyleCnt="5"/>
      <dgm:spPr/>
    </dgm:pt>
    <dgm:pt modelId="{B9CD6B20-D904-4A07-890F-0B6843336AED}" type="pres">
      <dgm:prSet presAssocID="{B1095023-32E7-43F8-9776-BE3EEBDBBB28}" presName="vertSpace2b" presStyleCnt="0"/>
      <dgm:spPr/>
    </dgm:pt>
    <dgm:pt modelId="{C4FF1523-C6AB-41CD-8C4D-C2BC20C51C78}" type="pres">
      <dgm:prSet presAssocID="{2B7A23F7-4BE7-4426-865D-6CEE3D627179}" presName="horz2" presStyleCnt="0"/>
      <dgm:spPr/>
    </dgm:pt>
    <dgm:pt modelId="{85B2A8B8-65A3-4209-A406-6BEF31964AA3}" type="pres">
      <dgm:prSet presAssocID="{2B7A23F7-4BE7-4426-865D-6CEE3D627179}" presName="horzSpace2" presStyleCnt="0"/>
      <dgm:spPr/>
    </dgm:pt>
    <dgm:pt modelId="{6002512B-6F46-41F0-9429-ACEE9E620A47}" type="pres">
      <dgm:prSet presAssocID="{2B7A23F7-4BE7-4426-865D-6CEE3D627179}" presName="tx2" presStyleLbl="revTx" presStyleIdx="5" presStyleCnt="8"/>
      <dgm:spPr/>
    </dgm:pt>
    <dgm:pt modelId="{B7616520-704F-438D-BB95-26C16311F43A}" type="pres">
      <dgm:prSet presAssocID="{2B7A23F7-4BE7-4426-865D-6CEE3D627179}" presName="vert2" presStyleCnt="0"/>
      <dgm:spPr/>
    </dgm:pt>
    <dgm:pt modelId="{F9312137-0126-4631-9BEF-5660E62408EA}" type="pres">
      <dgm:prSet presAssocID="{2B7A23F7-4BE7-4426-865D-6CEE3D627179}" presName="thinLine2b" presStyleLbl="callout" presStyleIdx="3" presStyleCnt="5"/>
      <dgm:spPr/>
    </dgm:pt>
    <dgm:pt modelId="{724A5AC5-B809-488C-9356-DEA9AB7A5FA7}" type="pres">
      <dgm:prSet presAssocID="{2B7A23F7-4BE7-4426-865D-6CEE3D627179}" presName="vertSpace2b" presStyleCnt="0"/>
      <dgm:spPr/>
    </dgm:pt>
    <dgm:pt modelId="{F088E6E9-56ED-455D-AB33-148CEBAFD347}" type="pres">
      <dgm:prSet presAssocID="{FBA340E9-B752-45D7-A550-82CBF599B94C}" presName="thickLine" presStyleLbl="alignNode1" presStyleIdx="2" presStyleCnt="3"/>
      <dgm:spPr/>
    </dgm:pt>
    <dgm:pt modelId="{89187007-9031-497D-ADD3-D00F868BDD92}" type="pres">
      <dgm:prSet presAssocID="{FBA340E9-B752-45D7-A550-82CBF599B94C}" presName="horz1" presStyleCnt="0"/>
      <dgm:spPr/>
    </dgm:pt>
    <dgm:pt modelId="{BCF6A83D-B234-4820-8955-8CC80D973BB2}" type="pres">
      <dgm:prSet presAssocID="{FBA340E9-B752-45D7-A550-82CBF599B94C}" presName="tx1" presStyleLbl="revTx" presStyleIdx="6" presStyleCnt="8"/>
      <dgm:spPr/>
    </dgm:pt>
    <dgm:pt modelId="{7B690818-7D50-4306-B136-102B9E9327AC}" type="pres">
      <dgm:prSet presAssocID="{FBA340E9-B752-45D7-A550-82CBF599B94C}" presName="vert1" presStyleCnt="0"/>
      <dgm:spPr/>
    </dgm:pt>
    <dgm:pt modelId="{019CEDC0-C18D-4924-A7B0-312C2973A344}" type="pres">
      <dgm:prSet presAssocID="{ABEBB9AA-7D79-40D2-BD6E-DD509BFF60C1}" presName="vertSpace2a" presStyleCnt="0"/>
      <dgm:spPr/>
    </dgm:pt>
    <dgm:pt modelId="{8938247E-401E-43EF-ABDD-4D43BAA73291}" type="pres">
      <dgm:prSet presAssocID="{ABEBB9AA-7D79-40D2-BD6E-DD509BFF60C1}" presName="horz2" presStyleCnt="0"/>
      <dgm:spPr/>
    </dgm:pt>
    <dgm:pt modelId="{80CC5D49-7317-4D6B-8AFB-A645413FE55C}" type="pres">
      <dgm:prSet presAssocID="{ABEBB9AA-7D79-40D2-BD6E-DD509BFF60C1}" presName="horzSpace2" presStyleCnt="0"/>
      <dgm:spPr/>
    </dgm:pt>
    <dgm:pt modelId="{7EDA1E8E-0BF8-4EEC-B03A-89B1AC4477B3}" type="pres">
      <dgm:prSet presAssocID="{ABEBB9AA-7D79-40D2-BD6E-DD509BFF60C1}" presName="tx2" presStyleLbl="revTx" presStyleIdx="7" presStyleCnt="8"/>
      <dgm:spPr/>
    </dgm:pt>
    <dgm:pt modelId="{93686E23-B5D8-4063-89F4-5B8F458CB7A2}" type="pres">
      <dgm:prSet presAssocID="{ABEBB9AA-7D79-40D2-BD6E-DD509BFF60C1}" presName="vert2" presStyleCnt="0"/>
      <dgm:spPr/>
    </dgm:pt>
    <dgm:pt modelId="{9657E621-BFAF-4A00-BE8F-5FDC104BF59A}" type="pres">
      <dgm:prSet presAssocID="{ABEBB9AA-7D79-40D2-BD6E-DD509BFF60C1}" presName="thinLine2b" presStyleLbl="callout" presStyleIdx="4" presStyleCnt="5"/>
      <dgm:spPr/>
    </dgm:pt>
    <dgm:pt modelId="{76C5418C-38BD-41D4-9CE1-1B98698C88E1}" type="pres">
      <dgm:prSet presAssocID="{ABEBB9AA-7D79-40D2-BD6E-DD509BFF60C1}" presName="vertSpace2b" presStyleCnt="0"/>
      <dgm:spPr/>
    </dgm:pt>
  </dgm:ptLst>
  <dgm:cxnLst>
    <dgm:cxn modelId="{0688941F-77C0-46A4-80A3-2B7821B5848B}" srcId="{F3F72BC0-6EB5-4C7C-A39C-A85C2889F226}" destId="{B1095023-32E7-43F8-9776-BE3EEBDBBB28}" srcOrd="0" destOrd="0" parTransId="{64F44894-9295-4711-9057-4FFEBEDCD6C9}" sibTransId="{96423B38-2FCC-4E6B-B4CA-734A6BCBF3A7}"/>
    <dgm:cxn modelId="{C48A992C-2D6D-4B16-B70A-A97A11D62156}" type="presOf" srcId="{0BFB8860-733B-412F-AA69-58E8D862020B}" destId="{89C510C7-A0E8-49AD-8C1F-0369ACFB5629}" srcOrd="0" destOrd="0" presId="urn:microsoft.com/office/officeart/2008/layout/LinedList"/>
    <dgm:cxn modelId="{2AA8A566-653D-40E2-9DB0-E8E111317E37}" srcId="{32EF0DF5-8531-49C3-BC9A-5FF0DB8021D6}" destId="{0BFB8860-733B-412F-AA69-58E8D862020B}" srcOrd="0" destOrd="0" parTransId="{22F37A6C-3A23-4AC1-9D24-6EEDF41D1CA9}" sibTransId="{16ECE035-A065-41E2-ACA4-C2FC98DF6A24}"/>
    <dgm:cxn modelId="{F0AA9349-D2D0-40C6-9D77-B4011F8127F7}" srcId="{32EF0DF5-8531-49C3-BC9A-5FF0DB8021D6}" destId="{EBD301E8-B8C7-48E3-80DC-6F44133D6BCC}" srcOrd="1" destOrd="0" parTransId="{D514BF49-C47C-4879-97B6-B85491F4C47D}" sibTransId="{19CC829E-CBD8-4A76-9191-8526B9F23EB9}"/>
    <dgm:cxn modelId="{2BAE716B-CEB2-4471-BD23-EC58AB3718C7}" type="presOf" srcId="{2B7A23F7-4BE7-4426-865D-6CEE3D627179}" destId="{6002512B-6F46-41F0-9429-ACEE9E620A47}" srcOrd="0" destOrd="0" presId="urn:microsoft.com/office/officeart/2008/layout/LinedList"/>
    <dgm:cxn modelId="{D0FDC36D-67C8-4DEE-9FB1-18BA5A66DDDE}" type="presOf" srcId="{ABEBB9AA-7D79-40D2-BD6E-DD509BFF60C1}" destId="{7EDA1E8E-0BF8-4EEC-B03A-89B1AC4477B3}" srcOrd="0" destOrd="0" presId="urn:microsoft.com/office/officeart/2008/layout/LinedList"/>
    <dgm:cxn modelId="{E679398F-B5B1-431D-8B1D-05BEA857A893}" type="presOf" srcId="{FBA340E9-B752-45D7-A550-82CBF599B94C}" destId="{BCF6A83D-B234-4820-8955-8CC80D973BB2}" srcOrd="0" destOrd="0" presId="urn:microsoft.com/office/officeart/2008/layout/LinedList"/>
    <dgm:cxn modelId="{B62CF79A-A87D-48DD-81F0-2E9A1C2D0081}" type="presOf" srcId="{EBD301E8-B8C7-48E3-80DC-6F44133D6BCC}" destId="{F005E235-D8E3-4AA4-94E7-087329A2876A}" srcOrd="0" destOrd="0" presId="urn:microsoft.com/office/officeart/2008/layout/LinedList"/>
    <dgm:cxn modelId="{C3CA2F9C-49F3-4D65-A1F7-F428A065136F}" srcId="{B58731A0-61BA-49EB-AFCF-5CB591FC67C5}" destId="{F3F72BC0-6EB5-4C7C-A39C-A85C2889F226}" srcOrd="1" destOrd="0" parTransId="{AEF997E6-C705-42F4-BEEC-AEC4B9D58197}" sibTransId="{423240A5-B75E-4914-B861-FC741778C658}"/>
    <dgm:cxn modelId="{7BA25BBE-EEA1-4890-ABC2-323AB691F02A}" type="presOf" srcId="{F3F72BC0-6EB5-4C7C-A39C-A85C2889F226}" destId="{6E23B624-62AB-4610-815E-258C209EA336}" srcOrd="0" destOrd="0" presId="urn:microsoft.com/office/officeart/2008/layout/LinedList"/>
    <dgm:cxn modelId="{1ECE5DC9-0052-4D8C-A5B6-111D3ABB6CC9}" srcId="{B58731A0-61BA-49EB-AFCF-5CB591FC67C5}" destId="{FBA340E9-B752-45D7-A550-82CBF599B94C}" srcOrd="2" destOrd="0" parTransId="{93256675-1070-4003-BB89-92444062D7D4}" sibTransId="{6255DAB2-12A9-4B42-AAB2-7E020E7D5CC3}"/>
    <dgm:cxn modelId="{55A719CB-232D-4C3C-8B8C-0294F928F054}" type="presOf" srcId="{B58731A0-61BA-49EB-AFCF-5CB591FC67C5}" destId="{7AC3998D-A480-4FB8-B84C-458EAE8F2879}" srcOrd="0" destOrd="0" presId="urn:microsoft.com/office/officeart/2008/layout/LinedList"/>
    <dgm:cxn modelId="{D3C43DCB-5AA2-45D1-8C57-8D7E31497D05}" srcId="{FBA340E9-B752-45D7-A550-82CBF599B94C}" destId="{ABEBB9AA-7D79-40D2-BD6E-DD509BFF60C1}" srcOrd="0" destOrd="0" parTransId="{DE01C29C-7A56-4C7B-B511-A007D930CB1B}" sibTransId="{A10B7B9B-869F-42F9-AA92-51AB9AB4DF7E}"/>
    <dgm:cxn modelId="{8B5040D3-A8E9-47A3-AA8F-47B00AC05A89}" type="presOf" srcId="{B1095023-32E7-43F8-9776-BE3EEBDBBB28}" destId="{C9FB7822-DE0D-4075-A6AA-87F79B5FC436}" srcOrd="0" destOrd="0" presId="urn:microsoft.com/office/officeart/2008/layout/LinedList"/>
    <dgm:cxn modelId="{3CB881EB-9FC5-476B-9967-B880D9B79939}" srcId="{F3F72BC0-6EB5-4C7C-A39C-A85C2889F226}" destId="{2B7A23F7-4BE7-4426-865D-6CEE3D627179}" srcOrd="1" destOrd="0" parTransId="{577EA4E2-4436-4B8E-8B1E-1DA07C25CDBA}" sibTransId="{56EC9648-C563-406C-86BF-9577F33FD207}"/>
    <dgm:cxn modelId="{0739D5F3-3D82-4721-AA79-7A05DA9119A3}" type="presOf" srcId="{32EF0DF5-8531-49C3-BC9A-5FF0DB8021D6}" destId="{039D98B3-6BF4-4E3F-9AF0-C8EB1DA6F137}" srcOrd="0" destOrd="0" presId="urn:microsoft.com/office/officeart/2008/layout/LinedList"/>
    <dgm:cxn modelId="{262AD7F7-DBD3-44B9-BF70-3F4D95C53B86}" srcId="{B58731A0-61BA-49EB-AFCF-5CB591FC67C5}" destId="{32EF0DF5-8531-49C3-BC9A-5FF0DB8021D6}" srcOrd="0" destOrd="0" parTransId="{0E9F258C-7765-49D9-A7D5-7B334DBF54E3}" sibTransId="{86A24516-E3DB-41CF-8D69-8E6A0A039C30}"/>
    <dgm:cxn modelId="{CBA2A3C3-9EDE-4402-A778-FB26CFFE0496}" type="presParOf" srcId="{7AC3998D-A480-4FB8-B84C-458EAE8F2879}" destId="{93E32DF5-C3DB-46C6-9AB1-7C3C9288DE9F}" srcOrd="0" destOrd="0" presId="urn:microsoft.com/office/officeart/2008/layout/LinedList"/>
    <dgm:cxn modelId="{52689DDA-08D3-4524-AEDD-A0518A93D699}" type="presParOf" srcId="{7AC3998D-A480-4FB8-B84C-458EAE8F2879}" destId="{CBC1E823-8D9B-4863-B229-66E5194E230E}" srcOrd="1" destOrd="0" presId="urn:microsoft.com/office/officeart/2008/layout/LinedList"/>
    <dgm:cxn modelId="{995063FD-7C30-47CC-8E44-52584C9F5DDE}" type="presParOf" srcId="{CBC1E823-8D9B-4863-B229-66E5194E230E}" destId="{039D98B3-6BF4-4E3F-9AF0-C8EB1DA6F137}" srcOrd="0" destOrd="0" presId="urn:microsoft.com/office/officeart/2008/layout/LinedList"/>
    <dgm:cxn modelId="{C252BAF8-A51D-48D1-A264-432053D812F0}" type="presParOf" srcId="{CBC1E823-8D9B-4863-B229-66E5194E230E}" destId="{59F86EDA-4A4E-412A-A417-EA11991C4917}" srcOrd="1" destOrd="0" presId="urn:microsoft.com/office/officeart/2008/layout/LinedList"/>
    <dgm:cxn modelId="{D0796D6F-2CF6-4A62-BB37-24F772B2268C}" type="presParOf" srcId="{59F86EDA-4A4E-412A-A417-EA11991C4917}" destId="{D0FFE207-0B01-46ED-BBD2-E87339373E3B}" srcOrd="0" destOrd="0" presId="urn:microsoft.com/office/officeart/2008/layout/LinedList"/>
    <dgm:cxn modelId="{C9CF2D38-623F-49C1-9BB5-CB8AC0F546B6}" type="presParOf" srcId="{59F86EDA-4A4E-412A-A417-EA11991C4917}" destId="{F893D636-DD31-4AD3-8DB0-D606B688CE80}" srcOrd="1" destOrd="0" presId="urn:microsoft.com/office/officeart/2008/layout/LinedList"/>
    <dgm:cxn modelId="{8659ECF5-B154-4211-96A8-F8693D1C654A}" type="presParOf" srcId="{F893D636-DD31-4AD3-8DB0-D606B688CE80}" destId="{E3DE3686-41B5-47DF-954D-F2F2AA8116CC}" srcOrd="0" destOrd="0" presId="urn:microsoft.com/office/officeart/2008/layout/LinedList"/>
    <dgm:cxn modelId="{A5134BA1-C094-45F9-A38B-1FAAF1B1DD65}" type="presParOf" srcId="{F893D636-DD31-4AD3-8DB0-D606B688CE80}" destId="{89C510C7-A0E8-49AD-8C1F-0369ACFB5629}" srcOrd="1" destOrd="0" presId="urn:microsoft.com/office/officeart/2008/layout/LinedList"/>
    <dgm:cxn modelId="{B67D1DA4-0424-4FEF-A9C0-F1E987FE39ED}" type="presParOf" srcId="{F893D636-DD31-4AD3-8DB0-D606B688CE80}" destId="{1E0C661C-76C3-4FCE-AA57-76E245DA7E5F}" srcOrd="2" destOrd="0" presId="urn:microsoft.com/office/officeart/2008/layout/LinedList"/>
    <dgm:cxn modelId="{D48141C7-05DB-48A5-BE5A-13E1122343B9}" type="presParOf" srcId="{59F86EDA-4A4E-412A-A417-EA11991C4917}" destId="{9C2355CF-40CB-47F8-9099-977A95126C70}" srcOrd="2" destOrd="0" presId="urn:microsoft.com/office/officeart/2008/layout/LinedList"/>
    <dgm:cxn modelId="{08588DE0-9990-4637-8E4F-82DAFD4370D7}" type="presParOf" srcId="{59F86EDA-4A4E-412A-A417-EA11991C4917}" destId="{D087CFBF-D7BA-48C0-84FA-88B3868C3DCE}" srcOrd="3" destOrd="0" presId="urn:microsoft.com/office/officeart/2008/layout/LinedList"/>
    <dgm:cxn modelId="{800ED313-C426-46E5-905C-137BA210B4F1}" type="presParOf" srcId="{59F86EDA-4A4E-412A-A417-EA11991C4917}" destId="{BE6BDB8C-3EC4-4C98-A708-21EE93B2074F}" srcOrd="4" destOrd="0" presId="urn:microsoft.com/office/officeart/2008/layout/LinedList"/>
    <dgm:cxn modelId="{B3328D02-9EC2-49BE-81B1-27C803AF0E6A}" type="presParOf" srcId="{BE6BDB8C-3EC4-4C98-A708-21EE93B2074F}" destId="{897E972B-B864-4655-9079-FE45A7E353EA}" srcOrd="0" destOrd="0" presId="urn:microsoft.com/office/officeart/2008/layout/LinedList"/>
    <dgm:cxn modelId="{BCDF7409-1D5D-4BB9-A386-7AC833D5B9B2}" type="presParOf" srcId="{BE6BDB8C-3EC4-4C98-A708-21EE93B2074F}" destId="{F005E235-D8E3-4AA4-94E7-087329A2876A}" srcOrd="1" destOrd="0" presId="urn:microsoft.com/office/officeart/2008/layout/LinedList"/>
    <dgm:cxn modelId="{EC5F8184-CEA3-4872-9447-878A21FC8137}" type="presParOf" srcId="{BE6BDB8C-3EC4-4C98-A708-21EE93B2074F}" destId="{2A4AC083-A318-43D4-8694-8247198D6D01}" srcOrd="2" destOrd="0" presId="urn:microsoft.com/office/officeart/2008/layout/LinedList"/>
    <dgm:cxn modelId="{7D05CFEA-4786-426A-B6A4-B4FD761E59C4}" type="presParOf" srcId="{59F86EDA-4A4E-412A-A417-EA11991C4917}" destId="{46D32165-8F29-40F7-ABB6-CC677BD1BA0D}" srcOrd="5" destOrd="0" presId="urn:microsoft.com/office/officeart/2008/layout/LinedList"/>
    <dgm:cxn modelId="{B2BA796A-C7A9-4865-8EB7-0E317C402912}" type="presParOf" srcId="{59F86EDA-4A4E-412A-A417-EA11991C4917}" destId="{7B0B42F2-91E4-486B-9D55-E029657BBEE3}" srcOrd="6" destOrd="0" presId="urn:microsoft.com/office/officeart/2008/layout/LinedList"/>
    <dgm:cxn modelId="{C4663CB9-9E1F-422C-A70A-1067460A64A1}" type="presParOf" srcId="{7AC3998D-A480-4FB8-B84C-458EAE8F2879}" destId="{7B3359BC-D963-43DD-BB88-4B0A7CAD58FC}" srcOrd="2" destOrd="0" presId="urn:microsoft.com/office/officeart/2008/layout/LinedList"/>
    <dgm:cxn modelId="{BD5F46D2-36D2-477B-96F7-49FC923507B4}" type="presParOf" srcId="{7AC3998D-A480-4FB8-B84C-458EAE8F2879}" destId="{DF0AD8E8-BC81-408B-8998-85F47604EE1B}" srcOrd="3" destOrd="0" presId="urn:microsoft.com/office/officeart/2008/layout/LinedList"/>
    <dgm:cxn modelId="{2DD199C6-6732-45C9-A91D-2D58C529308C}" type="presParOf" srcId="{DF0AD8E8-BC81-408B-8998-85F47604EE1B}" destId="{6E23B624-62AB-4610-815E-258C209EA336}" srcOrd="0" destOrd="0" presId="urn:microsoft.com/office/officeart/2008/layout/LinedList"/>
    <dgm:cxn modelId="{A99A4698-367D-41DC-861F-B596D1242DB9}" type="presParOf" srcId="{DF0AD8E8-BC81-408B-8998-85F47604EE1B}" destId="{A0C9494B-19FF-4E9A-A6E7-D919A89CD83A}" srcOrd="1" destOrd="0" presId="urn:microsoft.com/office/officeart/2008/layout/LinedList"/>
    <dgm:cxn modelId="{783F57E7-87D1-4EEA-8BDC-E96D08A5C11E}" type="presParOf" srcId="{A0C9494B-19FF-4E9A-A6E7-D919A89CD83A}" destId="{9A869362-C8F4-4BCE-961D-780940F457D1}" srcOrd="0" destOrd="0" presId="urn:microsoft.com/office/officeart/2008/layout/LinedList"/>
    <dgm:cxn modelId="{7CC2BCF4-E43D-41F8-B64B-3A87333C46DD}" type="presParOf" srcId="{A0C9494B-19FF-4E9A-A6E7-D919A89CD83A}" destId="{CADCE357-A322-4D35-84D1-80BB65ACAD71}" srcOrd="1" destOrd="0" presId="urn:microsoft.com/office/officeart/2008/layout/LinedList"/>
    <dgm:cxn modelId="{F43719CC-01D8-4FF1-A049-ED61B719570C}" type="presParOf" srcId="{CADCE357-A322-4D35-84D1-80BB65ACAD71}" destId="{6C385683-CF27-4E68-9E3C-A747CDDF01C9}" srcOrd="0" destOrd="0" presId="urn:microsoft.com/office/officeart/2008/layout/LinedList"/>
    <dgm:cxn modelId="{F8059AEE-DCA8-4A23-9427-707C42135071}" type="presParOf" srcId="{CADCE357-A322-4D35-84D1-80BB65ACAD71}" destId="{C9FB7822-DE0D-4075-A6AA-87F79B5FC436}" srcOrd="1" destOrd="0" presId="urn:microsoft.com/office/officeart/2008/layout/LinedList"/>
    <dgm:cxn modelId="{03789BFE-E499-43E2-BEAB-D966B327C785}" type="presParOf" srcId="{CADCE357-A322-4D35-84D1-80BB65ACAD71}" destId="{E21BA5C3-7D16-424D-97C1-5A75754DB2D7}" srcOrd="2" destOrd="0" presId="urn:microsoft.com/office/officeart/2008/layout/LinedList"/>
    <dgm:cxn modelId="{D2E2D928-B2A9-4E13-A75A-60F62EF36ADF}" type="presParOf" srcId="{A0C9494B-19FF-4E9A-A6E7-D919A89CD83A}" destId="{E9109A43-365C-4786-9A11-CEEEA5FBCFE5}" srcOrd="2" destOrd="0" presId="urn:microsoft.com/office/officeart/2008/layout/LinedList"/>
    <dgm:cxn modelId="{BAB43F46-41A1-4798-9B32-485453300617}" type="presParOf" srcId="{A0C9494B-19FF-4E9A-A6E7-D919A89CD83A}" destId="{B9CD6B20-D904-4A07-890F-0B6843336AED}" srcOrd="3" destOrd="0" presId="urn:microsoft.com/office/officeart/2008/layout/LinedList"/>
    <dgm:cxn modelId="{74FFD7FC-0837-4A2D-9FA8-EC8DB87E4C3A}" type="presParOf" srcId="{A0C9494B-19FF-4E9A-A6E7-D919A89CD83A}" destId="{C4FF1523-C6AB-41CD-8C4D-C2BC20C51C78}" srcOrd="4" destOrd="0" presId="urn:microsoft.com/office/officeart/2008/layout/LinedList"/>
    <dgm:cxn modelId="{FCC8EE42-2FA0-4D0B-8D64-7C0213C37824}" type="presParOf" srcId="{C4FF1523-C6AB-41CD-8C4D-C2BC20C51C78}" destId="{85B2A8B8-65A3-4209-A406-6BEF31964AA3}" srcOrd="0" destOrd="0" presId="urn:microsoft.com/office/officeart/2008/layout/LinedList"/>
    <dgm:cxn modelId="{9E27ABAA-1EDD-47DA-9F9B-24986FAB83F9}" type="presParOf" srcId="{C4FF1523-C6AB-41CD-8C4D-C2BC20C51C78}" destId="{6002512B-6F46-41F0-9429-ACEE9E620A47}" srcOrd="1" destOrd="0" presId="urn:microsoft.com/office/officeart/2008/layout/LinedList"/>
    <dgm:cxn modelId="{75928C43-6CA5-4939-82ED-C2C7029FF05A}" type="presParOf" srcId="{C4FF1523-C6AB-41CD-8C4D-C2BC20C51C78}" destId="{B7616520-704F-438D-BB95-26C16311F43A}" srcOrd="2" destOrd="0" presId="urn:microsoft.com/office/officeart/2008/layout/LinedList"/>
    <dgm:cxn modelId="{1D42B960-1077-4DD1-A689-ECCC1D7B77C6}" type="presParOf" srcId="{A0C9494B-19FF-4E9A-A6E7-D919A89CD83A}" destId="{F9312137-0126-4631-9BEF-5660E62408EA}" srcOrd="5" destOrd="0" presId="urn:microsoft.com/office/officeart/2008/layout/LinedList"/>
    <dgm:cxn modelId="{541BED34-01FB-411B-BAB7-325AB5ADD22A}" type="presParOf" srcId="{A0C9494B-19FF-4E9A-A6E7-D919A89CD83A}" destId="{724A5AC5-B809-488C-9356-DEA9AB7A5FA7}" srcOrd="6" destOrd="0" presId="urn:microsoft.com/office/officeart/2008/layout/LinedList"/>
    <dgm:cxn modelId="{8B680462-80AC-417D-9DD6-2261C36E0FFD}" type="presParOf" srcId="{7AC3998D-A480-4FB8-B84C-458EAE8F2879}" destId="{F088E6E9-56ED-455D-AB33-148CEBAFD347}" srcOrd="4" destOrd="0" presId="urn:microsoft.com/office/officeart/2008/layout/LinedList"/>
    <dgm:cxn modelId="{C4613623-1068-4220-90D9-FA615D6CD08D}" type="presParOf" srcId="{7AC3998D-A480-4FB8-B84C-458EAE8F2879}" destId="{89187007-9031-497D-ADD3-D00F868BDD92}" srcOrd="5" destOrd="0" presId="urn:microsoft.com/office/officeart/2008/layout/LinedList"/>
    <dgm:cxn modelId="{48457D84-3F42-4641-B039-F146590D69E4}" type="presParOf" srcId="{89187007-9031-497D-ADD3-D00F868BDD92}" destId="{BCF6A83D-B234-4820-8955-8CC80D973BB2}" srcOrd="0" destOrd="0" presId="urn:microsoft.com/office/officeart/2008/layout/LinedList"/>
    <dgm:cxn modelId="{124A939C-6526-4D1F-BFA5-A7E0818C5B05}" type="presParOf" srcId="{89187007-9031-497D-ADD3-D00F868BDD92}" destId="{7B690818-7D50-4306-B136-102B9E9327AC}" srcOrd="1" destOrd="0" presId="urn:microsoft.com/office/officeart/2008/layout/LinedList"/>
    <dgm:cxn modelId="{17E17FD6-ED92-4500-8694-1082CC91142A}" type="presParOf" srcId="{7B690818-7D50-4306-B136-102B9E9327AC}" destId="{019CEDC0-C18D-4924-A7B0-312C2973A344}" srcOrd="0" destOrd="0" presId="urn:microsoft.com/office/officeart/2008/layout/LinedList"/>
    <dgm:cxn modelId="{1FFEC063-FC9F-4ED5-B159-99CADA003840}" type="presParOf" srcId="{7B690818-7D50-4306-B136-102B9E9327AC}" destId="{8938247E-401E-43EF-ABDD-4D43BAA73291}" srcOrd="1" destOrd="0" presId="urn:microsoft.com/office/officeart/2008/layout/LinedList"/>
    <dgm:cxn modelId="{3D095F53-27EC-4D2B-9F2B-E04F36AB37A3}" type="presParOf" srcId="{8938247E-401E-43EF-ABDD-4D43BAA73291}" destId="{80CC5D49-7317-4D6B-8AFB-A645413FE55C}" srcOrd="0" destOrd="0" presId="urn:microsoft.com/office/officeart/2008/layout/LinedList"/>
    <dgm:cxn modelId="{2F7820BD-F2A7-4140-BC54-ABC983BAECF7}" type="presParOf" srcId="{8938247E-401E-43EF-ABDD-4D43BAA73291}" destId="{7EDA1E8E-0BF8-4EEC-B03A-89B1AC4477B3}" srcOrd="1" destOrd="0" presId="urn:microsoft.com/office/officeart/2008/layout/LinedList"/>
    <dgm:cxn modelId="{CE9FB8EC-D300-480C-BD01-199AC63D0EA1}" type="presParOf" srcId="{8938247E-401E-43EF-ABDD-4D43BAA73291}" destId="{93686E23-B5D8-4063-89F4-5B8F458CB7A2}" srcOrd="2" destOrd="0" presId="urn:microsoft.com/office/officeart/2008/layout/LinedList"/>
    <dgm:cxn modelId="{D80FD02B-DA0D-404A-9787-09C43E83140A}" type="presParOf" srcId="{7B690818-7D50-4306-B136-102B9E9327AC}" destId="{9657E621-BFAF-4A00-BE8F-5FDC104BF59A}" srcOrd="2" destOrd="0" presId="urn:microsoft.com/office/officeart/2008/layout/LinedList"/>
    <dgm:cxn modelId="{A609D340-D327-4300-ACF4-0B0D3ACDF08D}" type="presParOf" srcId="{7B690818-7D50-4306-B136-102B9E9327AC}" destId="{76C5418C-38BD-41D4-9CE1-1B98698C88E1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FBBC84F-D891-4C40-BCA1-1FBB4EA8270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22ADEC03-4881-49DE-AA42-C060FDFF9D8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</a:t>
          </a:r>
          <a:r>
            <a:rPr lang="en-US" i="1"/>
            <a:t>mod p</a:t>
          </a:r>
          <a:endParaRPr lang="tr-TR"/>
        </a:p>
      </dgm:t>
    </dgm:pt>
    <dgm:pt modelId="{346CC036-7682-4234-8B5D-BBFE04BDB75A}" type="parTrans" cxnId="{61D2AC91-1518-4C62-8A0C-2D6B01B91B51}">
      <dgm:prSet/>
      <dgm:spPr/>
      <dgm:t>
        <a:bodyPr/>
        <a:lstStyle/>
        <a:p>
          <a:endParaRPr lang="tr-TR"/>
        </a:p>
      </dgm:t>
    </dgm:pt>
    <dgm:pt modelId="{1A9FD313-8AE7-4726-84C6-3750CC0D0FF9}" type="sibTrans" cxnId="{61D2AC91-1518-4C62-8A0C-2D6B01B91B51}">
      <dgm:prSet/>
      <dgm:spPr/>
      <dgm:t>
        <a:bodyPr/>
        <a:lstStyle/>
        <a:p>
          <a:endParaRPr lang="tr-TR"/>
        </a:p>
      </dgm:t>
    </dgm:pt>
    <dgm:pt modelId="{4D83D3AF-F56B-4FC0-84F3-23EDD1313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modulo prime number p</a:t>
          </a:r>
          <a:endParaRPr lang="tr-TR"/>
        </a:p>
      </dgm:t>
    </dgm:pt>
    <dgm:pt modelId="{4E60EFC0-254C-4D39-A2B7-F37FE8692B50}" type="parTrans" cxnId="{25467132-09B0-49D0-A7CC-380633E07A07}">
      <dgm:prSet/>
      <dgm:spPr/>
      <dgm:t>
        <a:bodyPr/>
        <a:lstStyle/>
        <a:p>
          <a:endParaRPr lang="tr-TR"/>
        </a:p>
      </dgm:t>
    </dgm:pt>
    <dgm:pt modelId="{46480182-6116-40A6-9C20-A214E671F342}" type="sibTrans" cxnId="{25467132-09B0-49D0-A7CC-380633E07A07}">
      <dgm:prSet/>
      <dgm:spPr/>
      <dgm:t>
        <a:bodyPr/>
        <a:lstStyle/>
        <a:p>
          <a:endParaRPr lang="tr-TR"/>
        </a:p>
      </dgm:t>
    </dgm:pt>
    <dgm:pt modelId="{C477A916-5861-4BE9-B67F-360B4E7049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 is Prime</a:t>
          </a:r>
        </a:p>
      </dgm:t>
    </dgm:pt>
    <dgm:pt modelId="{9A374090-DDDE-4D0D-B535-051A9CAACC58}" type="parTrans" cxnId="{F9EA6972-7B96-46E1-B38C-AE6EED7AEB66}">
      <dgm:prSet/>
      <dgm:spPr/>
      <dgm:t>
        <a:bodyPr/>
        <a:lstStyle/>
        <a:p>
          <a:endParaRPr lang="tr-TR"/>
        </a:p>
      </dgm:t>
    </dgm:pt>
    <dgm:pt modelId="{5DA9DED2-9E4C-43FF-8253-16CB9B9EAF21}" type="sibTrans" cxnId="{F9EA6972-7B96-46E1-B38C-AE6EED7AEB66}">
      <dgm:prSet/>
      <dgm:spPr/>
      <dgm:t>
        <a:bodyPr/>
        <a:lstStyle/>
        <a:p>
          <a:endParaRPr lang="tr-TR"/>
        </a:p>
      </dgm:t>
    </dgm:pt>
    <dgm:pt modelId="{6F6C3E81-1750-490E-A99A-E89FD4198A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over a finite field of</a:t>
          </a:r>
          <a:endParaRPr lang="tr-TR" dirty="0"/>
        </a:p>
      </dgm:t>
    </dgm:pt>
    <dgm:pt modelId="{BCD87891-325E-479D-9FA0-AD62D9B07E72}" type="parTrans" cxnId="{3DE1F683-7862-46CD-8A78-54301EF0AA07}">
      <dgm:prSet/>
      <dgm:spPr/>
      <dgm:t>
        <a:bodyPr/>
        <a:lstStyle/>
        <a:p>
          <a:endParaRPr lang="tr-TR"/>
        </a:p>
      </dgm:t>
    </dgm:pt>
    <dgm:pt modelId="{D7E89264-1792-4919-AE38-F7AE88D0938E}" type="sibTrans" cxnId="{3DE1F683-7862-46CD-8A78-54301EF0AA07}">
      <dgm:prSet/>
      <dgm:spPr/>
      <dgm:t>
        <a:bodyPr/>
        <a:lstStyle/>
        <a:p>
          <a:endParaRPr lang="tr-TR"/>
        </a:p>
      </dgm:t>
    </dgm:pt>
    <dgm:pt modelId="{0A496774-0AC1-48A1-8A78-8890DA63DE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Curve </a:t>
          </a:r>
          <a:r>
            <a:rPr lang="en-US" dirty="0"/>
            <a:t>indicates</a:t>
          </a:r>
          <a:endParaRPr lang="tr-TR" dirty="0"/>
        </a:p>
      </dgm:t>
    </dgm:pt>
    <dgm:pt modelId="{EC0240EA-3F37-4A90-83BF-39F138BE9E15}" type="parTrans" cxnId="{8A7B8FD9-99D2-473F-BB12-BAA4A3ADC2F4}">
      <dgm:prSet/>
      <dgm:spPr/>
      <dgm:t>
        <a:bodyPr/>
        <a:lstStyle/>
        <a:p>
          <a:endParaRPr lang="tr-TR"/>
        </a:p>
      </dgm:t>
    </dgm:pt>
    <dgm:pt modelId="{5E49496E-7E57-4B47-A7D0-D72D1018ABA2}" type="sibTrans" cxnId="{8A7B8FD9-99D2-473F-BB12-BAA4A3ADC2F4}">
      <dgm:prSet/>
      <dgm:spPr/>
      <dgm:t>
        <a:bodyPr/>
        <a:lstStyle/>
        <a:p>
          <a:endParaRPr lang="tr-TR"/>
        </a:p>
      </dgm:t>
    </dgm:pt>
    <dgm:pt modelId="{66834115-24AE-489C-8B7E-B581D63954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256</a:t>
          </a:r>
          <a:r>
            <a:rPr lang="en-US" dirty="0"/>
            <a:t> – 2</a:t>
          </a:r>
          <a:r>
            <a:rPr lang="en-US" baseline="30000" dirty="0"/>
            <a:t>32</a:t>
          </a:r>
          <a:r>
            <a:rPr lang="en-US" dirty="0"/>
            <a:t> – 2</a:t>
          </a:r>
          <a:r>
            <a:rPr lang="en-US" baseline="30000" dirty="0"/>
            <a:t>9</a:t>
          </a:r>
          <a:r>
            <a:rPr lang="en-US" dirty="0"/>
            <a:t> – 2</a:t>
          </a:r>
          <a:r>
            <a:rPr lang="en-US" baseline="30000" dirty="0"/>
            <a:t>8</a:t>
          </a:r>
          <a:r>
            <a:rPr lang="en-US" dirty="0"/>
            <a:t> – 2</a:t>
          </a:r>
          <a:r>
            <a:rPr lang="en-US" baseline="30000" dirty="0"/>
            <a:t>7</a:t>
          </a:r>
          <a:r>
            <a:rPr lang="en-US" dirty="0"/>
            <a:t> – 2</a:t>
          </a:r>
          <a:r>
            <a:rPr lang="en-US" baseline="30000" dirty="0"/>
            <a:t>6</a:t>
          </a:r>
          <a:r>
            <a:rPr lang="en-US" dirty="0"/>
            <a:t> – 2</a:t>
          </a:r>
          <a:r>
            <a:rPr lang="en-US" baseline="30000" dirty="0"/>
            <a:t>4</a:t>
          </a:r>
          <a:r>
            <a:rPr lang="en-US" dirty="0"/>
            <a:t> – 1</a:t>
          </a:r>
          <a:endParaRPr lang="tr-TR" dirty="0"/>
        </a:p>
      </dgm:t>
    </dgm:pt>
    <dgm:pt modelId="{6726DA5C-0DD0-4CF2-8255-9A1D173A625F}" type="parTrans" cxnId="{9A7399FE-4AD1-492C-9398-87D429DBD09A}">
      <dgm:prSet/>
      <dgm:spPr/>
      <dgm:t>
        <a:bodyPr/>
        <a:lstStyle/>
        <a:p>
          <a:endParaRPr lang="tr-TR"/>
        </a:p>
      </dgm:t>
    </dgm:pt>
    <dgm:pt modelId="{618214FC-053B-43A3-8A26-49A7C8DE3BE0}" type="sibTrans" cxnId="{9A7399FE-4AD1-492C-9398-87D429DBD09A}">
      <dgm:prSet/>
      <dgm:spPr/>
      <dgm:t>
        <a:bodyPr/>
        <a:lstStyle/>
        <a:p>
          <a:endParaRPr lang="en-US"/>
        </a:p>
      </dgm:t>
    </dgm:pt>
    <dgm:pt modelId="{A9DD3FA6-F207-4C06-88DC-86D9D9D59F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very</a:t>
          </a:r>
          <a:r>
            <a:rPr lang="tr-TR"/>
            <a:t> large prime number</a:t>
          </a:r>
        </a:p>
      </dgm:t>
    </dgm:pt>
    <dgm:pt modelId="{B440379C-2B57-49E8-A61C-FC9E3EEBD651}" type="parTrans" cxnId="{15E5A652-814D-46E0-9677-0B46B99986D9}">
      <dgm:prSet/>
      <dgm:spPr/>
      <dgm:t>
        <a:bodyPr/>
        <a:lstStyle/>
        <a:p>
          <a:endParaRPr lang="tr-TR"/>
        </a:p>
      </dgm:t>
    </dgm:pt>
    <dgm:pt modelId="{40290325-B610-492B-B2A0-1B7A0BCCCF11}" type="sibTrans" cxnId="{15E5A652-814D-46E0-9677-0B46B99986D9}">
      <dgm:prSet/>
      <dgm:spPr/>
      <dgm:t>
        <a:bodyPr/>
        <a:lstStyle/>
        <a:p>
          <a:endParaRPr lang="tr-TR"/>
        </a:p>
      </dgm:t>
    </dgm:pt>
    <dgm:pt modelId="{25AE47EB-0D4B-42D8-898A-28738FD527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prime </a:t>
          </a:r>
          <a:r>
            <a:rPr lang="en-US" dirty="0"/>
            <a:t>order </a:t>
          </a:r>
          <a:r>
            <a:rPr lang="en-US" i="1" dirty="0"/>
            <a:t>p</a:t>
          </a:r>
          <a:endParaRPr lang="tr-TR" dirty="0"/>
        </a:p>
      </dgm:t>
    </dgm:pt>
    <dgm:pt modelId="{208A7402-701E-475F-86D1-0DBE2E2205F5}" type="parTrans" cxnId="{EEDB413C-D4B5-4022-9D24-8D26130EECC3}">
      <dgm:prSet/>
      <dgm:spPr/>
      <dgm:t>
        <a:bodyPr/>
        <a:lstStyle/>
        <a:p>
          <a:endParaRPr lang="tr-TR"/>
        </a:p>
      </dgm:t>
    </dgm:pt>
    <dgm:pt modelId="{D78BFA95-53B3-4674-9D6A-3CB455A3871A}" type="sibTrans" cxnId="{EEDB413C-D4B5-4022-9D24-8D26130EECC3}">
      <dgm:prSet/>
      <dgm:spPr/>
      <dgm:t>
        <a:bodyPr/>
        <a:lstStyle/>
        <a:p>
          <a:endParaRPr lang="tr-TR"/>
        </a:p>
      </dgm:t>
    </dgm:pt>
    <dgm:pt modelId="{654005EC-6FF9-43E2-BB27-95C205DC0B6D}" type="pres">
      <dgm:prSet presAssocID="{FFBBC84F-D891-4C40-BCA1-1FBB4EA82704}" presName="root" presStyleCnt="0">
        <dgm:presLayoutVars>
          <dgm:dir/>
          <dgm:resizeHandles val="exact"/>
        </dgm:presLayoutVars>
      </dgm:prSet>
      <dgm:spPr/>
    </dgm:pt>
    <dgm:pt modelId="{EF2A3A36-588A-4F90-8221-F19948C00873}" type="pres">
      <dgm:prSet presAssocID="{22ADEC03-4881-49DE-AA42-C060FDFF9D8C}" presName="compNode" presStyleCnt="0"/>
      <dgm:spPr/>
    </dgm:pt>
    <dgm:pt modelId="{3FA3182E-C796-4506-8073-9003C8CFC9C1}" type="pres">
      <dgm:prSet presAssocID="{22ADEC03-4881-49DE-AA42-C060FDFF9D8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CFF3A73-2C93-41B3-B60F-865B7427C46B}" type="pres">
      <dgm:prSet presAssocID="{22ADEC03-4881-49DE-AA42-C060FDFF9D8C}" presName="iconSpace" presStyleCnt="0"/>
      <dgm:spPr/>
    </dgm:pt>
    <dgm:pt modelId="{94DCC67C-A26B-4273-A4A0-8A4177B1A27E}" type="pres">
      <dgm:prSet presAssocID="{22ADEC03-4881-49DE-AA42-C060FDFF9D8C}" presName="parTx" presStyleLbl="revTx" presStyleIdx="0" presStyleCnt="6">
        <dgm:presLayoutVars>
          <dgm:chMax val="0"/>
          <dgm:chPref val="0"/>
        </dgm:presLayoutVars>
      </dgm:prSet>
      <dgm:spPr/>
    </dgm:pt>
    <dgm:pt modelId="{82FD4EFA-2438-4166-8EFB-AF5E46E69C76}" type="pres">
      <dgm:prSet presAssocID="{22ADEC03-4881-49DE-AA42-C060FDFF9D8C}" presName="txSpace" presStyleCnt="0"/>
      <dgm:spPr/>
    </dgm:pt>
    <dgm:pt modelId="{90373594-5233-483B-ACEA-F7BCE131F664}" type="pres">
      <dgm:prSet presAssocID="{22ADEC03-4881-49DE-AA42-C060FDFF9D8C}" presName="desTx" presStyleLbl="revTx" presStyleIdx="1" presStyleCnt="6">
        <dgm:presLayoutVars/>
      </dgm:prSet>
      <dgm:spPr/>
    </dgm:pt>
    <dgm:pt modelId="{812C672C-531F-40ED-9DBA-0119EE8BAEEF}" type="pres">
      <dgm:prSet presAssocID="{1A9FD313-8AE7-4726-84C6-3750CC0D0FF9}" presName="sibTrans" presStyleCnt="0"/>
      <dgm:spPr/>
    </dgm:pt>
    <dgm:pt modelId="{A18DF6D8-6A1C-473E-8D60-910B06CC5901}" type="pres">
      <dgm:prSet presAssocID="{0A496774-0AC1-48A1-8A78-8890DA63DE01}" presName="compNode" presStyleCnt="0"/>
      <dgm:spPr/>
    </dgm:pt>
    <dgm:pt modelId="{D0CA1105-A7F8-4F5C-8F79-F545E5E4685C}" type="pres">
      <dgm:prSet presAssocID="{0A496774-0AC1-48A1-8A78-8890DA63DE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270B4B0-2D7B-4303-91B1-6E8869983BB8}" type="pres">
      <dgm:prSet presAssocID="{0A496774-0AC1-48A1-8A78-8890DA63DE01}" presName="iconSpace" presStyleCnt="0"/>
      <dgm:spPr/>
    </dgm:pt>
    <dgm:pt modelId="{291E11D4-F8ED-4DAE-A7FB-98AEDDDA1063}" type="pres">
      <dgm:prSet presAssocID="{0A496774-0AC1-48A1-8A78-8890DA63DE01}" presName="parTx" presStyleLbl="revTx" presStyleIdx="2" presStyleCnt="6">
        <dgm:presLayoutVars>
          <dgm:chMax val="0"/>
          <dgm:chPref val="0"/>
        </dgm:presLayoutVars>
      </dgm:prSet>
      <dgm:spPr/>
    </dgm:pt>
    <dgm:pt modelId="{A7A5568C-63D0-4769-9E48-EAAE1C63C790}" type="pres">
      <dgm:prSet presAssocID="{0A496774-0AC1-48A1-8A78-8890DA63DE01}" presName="txSpace" presStyleCnt="0"/>
      <dgm:spPr/>
    </dgm:pt>
    <dgm:pt modelId="{D648845D-722A-4BA2-B93A-7AA5C6CDE2EE}" type="pres">
      <dgm:prSet presAssocID="{0A496774-0AC1-48A1-8A78-8890DA63DE01}" presName="desTx" presStyleLbl="revTx" presStyleIdx="3" presStyleCnt="6">
        <dgm:presLayoutVars/>
      </dgm:prSet>
      <dgm:spPr/>
    </dgm:pt>
    <dgm:pt modelId="{EA5A0D47-37E3-4CB9-BE42-664CF077BC44}" type="pres">
      <dgm:prSet presAssocID="{5E49496E-7E57-4B47-A7D0-D72D1018ABA2}" presName="sibTrans" presStyleCnt="0"/>
      <dgm:spPr/>
    </dgm:pt>
    <dgm:pt modelId="{18E8BAFE-C822-444D-B7A4-9BF576463DCA}" type="pres">
      <dgm:prSet presAssocID="{C477A916-5861-4BE9-B67F-360B4E7049C0}" presName="compNode" presStyleCnt="0"/>
      <dgm:spPr/>
    </dgm:pt>
    <dgm:pt modelId="{E05F1623-EEC0-435A-9808-07B3B2EF7637}" type="pres">
      <dgm:prSet presAssocID="{C477A916-5861-4BE9-B67F-360B4E7049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C3AC7C28-9F76-406C-B863-67652A4EFB88}" type="pres">
      <dgm:prSet presAssocID="{C477A916-5861-4BE9-B67F-360B4E7049C0}" presName="iconSpace" presStyleCnt="0"/>
      <dgm:spPr/>
    </dgm:pt>
    <dgm:pt modelId="{927EAB7A-D067-472C-8E8E-A73AA6B00BCB}" type="pres">
      <dgm:prSet presAssocID="{C477A916-5861-4BE9-B67F-360B4E7049C0}" presName="parTx" presStyleLbl="revTx" presStyleIdx="4" presStyleCnt="6">
        <dgm:presLayoutVars>
          <dgm:chMax val="0"/>
          <dgm:chPref val="0"/>
        </dgm:presLayoutVars>
      </dgm:prSet>
      <dgm:spPr/>
    </dgm:pt>
    <dgm:pt modelId="{40B9FDCB-5190-40E7-B1AA-33DE39491824}" type="pres">
      <dgm:prSet presAssocID="{C477A916-5861-4BE9-B67F-360B4E7049C0}" presName="txSpace" presStyleCnt="0"/>
      <dgm:spPr/>
    </dgm:pt>
    <dgm:pt modelId="{2A97A852-68B3-48CD-B607-08962D217B12}" type="pres">
      <dgm:prSet presAssocID="{C477A916-5861-4BE9-B67F-360B4E7049C0}" presName="desTx" presStyleLbl="revTx" presStyleIdx="5" presStyleCnt="6">
        <dgm:presLayoutVars/>
      </dgm:prSet>
      <dgm:spPr/>
    </dgm:pt>
  </dgm:ptLst>
  <dgm:cxnLst>
    <dgm:cxn modelId="{25467132-09B0-49D0-A7CC-380633E07A07}" srcId="{22ADEC03-4881-49DE-AA42-C060FDFF9D8C}" destId="{4D83D3AF-F56B-4FC0-84F3-23EDD1313869}" srcOrd="0" destOrd="0" parTransId="{4E60EFC0-254C-4D39-A2B7-F37FE8692B50}" sibTransId="{46480182-6116-40A6-9C20-A214E671F342}"/>
    <dgm:cxn modelId="{B6B21135-8622-4DA6-8BD0-B11ED810DDDA}" type="presOf" srcId="{C477A916-5861-4BE9-B67F-360B4E7049C0}" destId="{927EAB7A-D067-472C-8E8E-A73AA6B00BCB}" srcOrd="0" destOrd="0" presId="urn:microsoft.com/office/officeart/2018/5/layout/CenteredIconLabelDescriptionList"/>
    <dgm:cxn modelId="{B95C8037-E0B1-4323-BCD6-CADA55B15413}" type="presOf" srcId="{0A496774-0AC1-48A1-8A78-8890DA63DE01}" destId="{291E11D4-F8ED-4DAE-A7FB-98AEDDDA1063}" srcOrd="0" destOrd="0" presId="urn:microsoft.com/office/officeart/2018/5/layout/CenteredIconLabelDescriptionList"/>
    <dgm:cxn modelId="{EEDB413C-D4B5-4022-9D24-8D26130EECC3}" srcId="{0A496774-0AC1-48A1-8A78-8890DA63DE01}" destId="{25AE47EB-0D4B-42D8-898A-28738FD5279A}" srcOrd="1" destOrd="0" parTransId="{208A7402-701E-475F-86D1-0DBE2E2205F5}" sibTransId="{D78BFA95-53B3-4674-9D6A-3CB455A3871A}"/>
    <dgm:cxn modelId="{A4BE925E-58E5-4A99-B72B-7CA679A348F9}" type="presOf" srcId="{FFBBC84F-D891-4C40-BCA1-1FBB4EA82704}" destId="{654005EC-6FF9-43E2-BB27-95C205DC0B6D}" srcOrd="0" destOrd="0" presId="urn:microsoft.com/office/officeart/2018/5/layout/CenteredIconLabelDescriptionList"/>
    <dgm:cxn modelId="{F9EA6972-7B96-46E1-B38C-AE6EED7AEB66}" srcId="{FFBBC84F-D891-4C40-BCA1-1FBB4EA82704}" destId="{C477A916-5861-4BE9-B67F-360B4E7049C0}" srcOrd="2" destOrd="0" parTransId="{9A374090-DDDE-4D0D-B535-051A9CAACC58}" sibTransId="{5DA9DED2-9E4C-43FF-8253-16CB9B9EAF21}"/>
    <dgm:cxn modelId="{15E5A652-814D-46E0-9677-0B46B99986D9}" srcId="{C477A916-5861-4BE9-B67F-360B4E7049C0}" destId="{A9DD3FA6-F207-4C06-88DC-86D9D9D59FB4}" srcOrd="0" destOrd="0" parTransId="{B440379C-2B57-49E8-A61C-FC9E3EEBD651}" sibTransId="{40290325-B610-492B-B2A0-1B7A0BCCCF11}"/>
    <dgm:cxn modelId="{3DE1F683-7862-46CD-8A78-54301EF0AA07}" srcId="{0A496774-0AC1-48A1-8A78-8890DA63DE01}" destId="{6F6C3E81-1750-490E-A99A-E89FD4198A40}" srcOrd="0" destOrd="0" parTransId="{BCD87891-325E-479D-9FA0-AD62D9B07E72}" sibTransId="{D7E89264-1792-4919-AE38-F7AE88D0938E}"/>
    <dgm:cxn modelId="{DE44AF84-2346-4DE5-A305-16F0CA56890E}" type="presOf" srcId="{25AE47EB-0D4B-42D8-898A-28738FD5279A}" destId="{D648845D-722A-4BA2-B93A-7AA5C6CDE2EE}" srcOrd="0" destOrd="1" presId="urn:microsoft.com/office/officeart/2018/5/layout/CenteredIconLabelDescriptionList"/>
    <dgm:cxn modelId="{0DDC6487-DC23-4A34-8DE0-D0084FDAFDFE}" type="presOf" srcId="{66834115-24AE-489C-8B7E-B581D63954D9}" destId="{2A97A852-68B3-48CD-B607-08962D217B12}" srcOrd="0" destOrd="1" presId="urn:microsoft.com/office/officeart/2018/5/layout/CenteredIconLabelDescriptionList"/>
    <dgm:cxn modelId="{9888468D-C9FA-4AAA-88DD-7F91137E54E3}" type="presOf" srcId="{22ADEC03-4881-49DE-AA42-C060FDFF9D8C}" destId="{94DCC67C-A26B-4273-A4A0-8A4177B1A27E}" srcOrd="0" destOrd="0" presId="urn:microsoft.com/office/officeart/2018/5/layout/CenteredIconLabelDescriptionList"/>
    <dgm:cxn modelId="{61D2AC91-1518-4C62-8A0C-2D6B01B91B51}" srcId="{FFBBC84F-D891-4C40-BCA1-1FBB4EA82704}" destId="{22ADEC03-4881-49DE-AA42-C060FDFF9D8C}" srcOrd="0" destOrd="0" parTransId="{346CC036-7682-4234-8B5D-BBFE04BDB75A}" sibTransId="{1A9FD313-8AE7-4726-84C6-3750CC0D0FF9}"/>
    <dgm:cxn modelId="{4C9B10AA-D464-4FCC-8B05-7ACFE10DEE29}" type="presOf" srcId="{6F6C3E81-1750-490E-A99A-E89FD4198A40}" destId="{D648845D-722A-4BA2-B93A-7AA5C6CDE2EE}" srcOrd="0" destOrd="0" presId="urn:microsoft.com/office/officeart/2018/5/layout/CenteredIconLabelDescriptionList"/>
    <dgm:cxn modelId="{1F4B29B6-EFC7-4B9B-A3B7-1753853CDF95}" type="presOf" srcId="{A9DD3FA6-F207-4C06-88DC-86D9D9D59FB4}" destId="{2A97A852-68B3-48CD-B607-08962D217B12}" srcOrd="0" destOrd="0" presId="urn:microsoft.com/office/officeart/2018/5/layout/CenteredIconLabelDescriptionList"/>
    <dgm:cxn modelId="{8A7B8FD9-99D2-473F-BB12-BAA4A3ADC2F4}" srcId="{FFBBC84F-D891-4C40-BCA1-1FBB4EA82704}" destId="{0A496774-0AC1-48A1-8A78-8890DA63DE01}" srcOrd="1" destOrd="0" parTransId="{EC0240EA-3F37-4A90-83BF-39F138BE9E15}" sibTransId="{5E49496E-7E57-4B47-A7D0-D72D1018ABA2}"/>
    <dgm:cxn modelId="{21CE06E6-3C7E-4691-94CF-5A08E08AAF24}" type="presOf" srcId="{4D83D3AF-F56B-4FC0-84F3-23EDD1313869}" destId="{90373594-5233-483B-ACEA-F7BCE131F664}" srcOrd="0" destOrd="0" presId="urn:microsoft.com/office/officeart/2018/5/layout/CenteredIconLabelDescriptionList"/>
    <dgm:cxn modelId="{9A7399FE-4AD1-492C-9398-87D429DBD09A}" srcId="{C477A916-5861-4BE9-B67F-360B4E7049C0}" destId="{66834115-24AE-489C-8B7E-B581D63954D9}" srcOrd="1" destOrd="0" parTransId="{6726DA5C-0DD0-4CF2-8255-9A1D173A625F}" sibTransId="{618214FC-053B-43A3-8A26-49A7C8DE3BE0}"/>
    <dgm:cxn modelId="{2DF652F1-82A9-45C4-90C9-3B9475D1363C}" type="presParOf" srcId="{654005EC-6FF9-43E2-BB27-95C205DC0B6D}" destId="{EF2A3A36-588A-4F90-8221-F19948C00873}" srcOrd="0" destOrd="0" presId="urn:microsoft.com/office/officeart/2018/5/layout/CenteredIconLabelDescriptionList"/>
    <dgm:cxn modelId="{593DD332-8C59-4BC5-B14A-19E72F3148CD}" type="presParOf" srcId="{EF2A3A36-588A-4F90-8221-F19948C00873}" destId="{3FA3182E-C796-4506-8073-9003C8CFC9C1}" srcOrd="0" destOrd="0" presId="urn:microsoft.com/office/officeart/2018/5/layout/CenteredIconLabelDescriptionList"/>
    <dgm:cxn modelId="{B189FC50-745A-4E39-9B85-341DBCAE145D}" type="presParOf" srcId="{EF2A3A36-588A-4F90-8221-F19948C00873}" destId="{6CFF3A73-2C93-41B3-B60F-865B7427C46B}" srcOrd="1" destOrd="0" presId="urn:microsoft.com/office/officeart/2018/5/layout/CenteredIconLabelDescriptionList"/>
    <dgm:cxn modelId="{678A1968-DB14-4E50-836A-5C7102E0CA56}" type="presParOf" srcId="{EF2A3A36-588A-4F90-8221-F19948C00873}" destId="{94DCC67C-A26B-4273-A4A0-8A4177B1A27E}" srcOrd="2" destOrd="0" presId="urn:microsoft.com/office/officeart/2018/5/layout/CenteredIconLabelDescriptionList"/>
    <dgm:cxn modelId="{05386B79-B3FA-4A6E-BD3C-40C5B6CAC794}" type="presParOf" srcId="{EF2A3A36-588A-4F90-8221-F19948C00873}" destId="{82FD4EFA-2438-4166-8EFB-AF5E46E69C76}" srcOrd="3" destOrd="0" presId="urn:microsoft.com/office/officeart/2018/5/layout/CenteredIconLabelDescriptionList"/>
    <dgm:cxn modelId="{9F706E69-FD66-4C87-8FDA-5292C47B280C}" type="presParOf" srcId="{EF2A3A36-588A-4F90-8221-F19948C00873}" destId="{90373594-5233-483B-ACEA-F7BCE131F664}" srcOrd="4" destOrd="0" presId="urn:microsoft.com/office/officeart/2018/5/layout/CenteredIconLabelDescriptionList"/>
    <dgm:cxn modelId="{162AE07E-7359-482D-AF90-F3B1DCEF1C58}" type="presParOf" srcId="{654005EC-6FF9-43E2-BB27-95C205DC0B6D}" destId="{812C672C-531F-40ED-9DBA-0119EE8BAEEF}" srcOrd="1" destOrd="0" presId="urn:microsoft.com/office/officeart/2018/5/layout/CenteredIconLabelDescriptionList"/>
    <dgm:cxn modelId="{3C1486C7-E433-4561-8164-16265C108852}" type="presParOf" srcId="{654005EC-6FF9-43E2-BB27-95C205DC0B6D}" destId="{A18DF6D8-6A1C-473E-8D60-910B06CC5901}" srcOrd="2" destOrd="0" presId="urn:microsoft.com/office/officeart/2018/5/layout/CenteredIconLabelDescriptionList"/>
    <dgm:cxn modelId="{1B8BEF1C-D978-4B1D-878B-E3A185FC01DE}" type="presParOf" srcId="{A18DF6D8-6A1C-473E-8D60-910B06CC5901}" destId="{D0CA1105-A7F8-4F5C-8F79-F545E5E4685C}" srcOrd="0" destOrd="0" presId="urn:microsoft.com/office/officeart/2018/5/layout/CenteredIconLabelDescriptionList"/>
    <dgm:cxn modelId="{C6D7F340-2C8A-4BF9-927E-2637DBD9424B}" type="presParOf" srcId="{A18DF6D8-6A1C-473E-8D60-910B06CC5901}" destId="{3270B4B0-2D7B-4303-91B1-6E8869983BB8}" srcOrd="1" destOrd="0" presId="urn:microsoft.com/office/officeart/2018/5/layout/CenteredIconLabelDescriptionList"/>
    <dgm:cxn modelId="{E52FD1E1-5E17-4274-A2C0-52340E42F673}" type="presParOf" srcId="{A18DF6D8-6A1C-473E-8D60-910B06CC5901}" destId="{291E11D4-F8ED-4DAE-A7FB-98AEDDDA1063}" srcOrd="2" destOrd="0" presId="urn:microsoft.com/office/officeart/2018/5/layout/CenteredIconLabelDescriptionList"/>
    <dgm:cxn modelId="{09910BC3-398E-4329-A054-E4C1DEEEA997}" type="presParOf" srcId="{A18DF6D8-6A1C-473E-8D60-910B06CC5901}" destId="{A7A5568C-63D0-4769-9E48-EAAE1C63C790}" srcOrd="3" destOrd="0" presId="urn:microsoft.com/office/officeart/2018/5/layout/CenteredIconLabelDescriptionList"/>
    <dgm:cxn modelId="{086E2E1C-4FD4-46A3-908A-3A1D288E72FC}" type="presParOf" srcId="{A18DF6D8-6A1C-473E-8D60-910B06CC5901}" destId="{D648845D-722A-4BA2-B93A-7AA5C6CDE2EE}" srcOrd="4" destOrd="0" presId="urn:microsoft.com/office/officeart/2018/5/layout/CenteredIconLabelDescriptionList"/>
    <dgm:cxn modelId="{894DEC4C-1447-4987-B758-FE2729FAC51E}" type="presParOf" srcId="{654005EC-6FF9-43E2-BB27-95C205DC0B6D}" destId="{EA5A0D47-37E3-4CB9-BE42-664CF077BC44}" srcOrd="3" destOrd="0" presId="urn:microsoft.com/office/officeart/2018/5/layout/CenteredIconLabelDescriptionList"/>
    <dgm:cxn modelId="{5D90C969-F3C1-46B6-8BDA-BE0683C5127F}" type="presParOf" srcId="{654005EC-6FF9-43E2-BB27-95C205DC0B6D}" destId="{18E8BAFE-C822-444D-B7A4-9BF576463DCA}" srcOrd="4" destOrd="0" presId="urn:microsoft.com/office/officeart/2018/5/layout/CenteredIconLabelDescriptionList"/>
    <dgm:cxn modelId="{7356CA5D-CB66-47AC-8266-5E2442549902}" type="presParOf" srcId="{18E8BAFE-C822-444D-B7A4-9BF576463DCA}" destId="{E05F1623-EEC0-435A-9808-07B3B2EF7637}" srcOrd="0" destOrd="0" presId="urn:microsoft.com/office/officeart/2018/5/layout/CenteredIconLabelDescriptionList"/>
    <dgm:cxn modelId="{9C766924-E3BE-4C76-89A5-CCD03346171C}" type="presParOf" srcId="{18E8BAFE-C822-444D-B7A4-9BF576463DCA}" destId="{C3AC7C28-9F76-406C-B863-67652A4EFB88}" srcOrd="1" destOrd="0" presId="urn:microsoft.com/office/officeart/2018/5/layout/CenteredIconLabelDescriptionList"/>
    <dgm:cxn modelId="{DD3C8135-FD7D-4594-A1C6-F59443D2A000}" type="presParOf" srcId="{18E8BAFE-C822-444D-B7A4-9BF576463DCA}" destId="{927EAB7A-D067-472C-8E8E-A73AA6B00BCB}" srcOrd="2" destOrd="0" presId="urn:microsoft.com/office/officeart/2018/5/layout/CenteredIconLabelDescriptionList"/>
    <dgm:cxn modelId="{D069687A-6253-4B0C-8682-C12065B09348}" type="presParOf" srcId="{18E8BAFE-C822-444D-B7A4-9BF576463DCA}" destId="{40B9FDCB-5190-40E7-B1AA-33DE39491824}" srcOrd="3" destOrd="0" presId="urn:microsoft.com/office/officeart/2018/5/layout/CenteredIconLabelDescriptionList"/>
    <dgm:cxn modelId="{CE544841-061A-4819-BE28-37AB56E4AE11}" type="presParOf" srcId="{18E8BAFE-C822-444D-B7A4-9BF576463DCA}" destId="{2A97A852-68B3-48CD-B607-08962D217B1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FBBC84F-D891-4C40-BCA1-1FBB4EA8270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BD5E37C8-DCA4-4050-8088-94E77616CA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example </a:t>
          </a:r>
          <a:endParaRPr lang="tr-TR"/>
        </a:p>
      </dgm:t>
    </dgm:pt>
    <dgm:pt modelId="{938D957E-C0D8-4D37-937B-1393DEEA8833}" type="parTrans" cxnId="{A0B28DAB-3FDB-4B59-95C5-070FD84ED23F}">
      <dgm:prSet/>
      <dgm:spPr/>
      <dgm:t>
        <a:bodyPr/>
        <a:lstStyle/>
        <a:p>
          <a:endParaRPr lang="tr-TR"/>
        </a:p>
      </dgm:t>
    </dgm:pt>
    <dgm:pt modelId="{8825A293-E164-4C7C-A417-C0E53E4897D6}" type="sibTrans" cxnId="{A0B28DAB-3FDB-4B59-95C5-070FD84ED23F}">
      <dgm:prSet/>
      <dgm:spPr/>
      <dgm:t>
        <a:bodyPr/>
        <a:lstStyle/>
        <a:p>
          <a:endParaRPr lang="tr-TR"/>
        </a:p>
      </dgm:t>
    </dgm:pt>
    <dgm:pt modelId="{2F6CD095-8603-44D2-A2DF-8592F3AC04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following is</a:t>
          </a:r>
          <a:endParaRPr lang="tr-TR"/>
        </a:p>
      </dgm:t>
    </dgm:pt>
    <dgm:pt modelId="{0DF3CA76-3F77-430F-89F7-4955C34981CD}" type="parTrans" cxnId="{D909BE0B-2A0F-4FAF-92B2-082CD9E7C3A6}">
      <dgm:prSet/>
      <dgm:spPr/>
      <dgm:t>
        <a:bodyPr/>
        <a:lstStyle/>
        <a:p>
          <a:endParaRPr lang="tr-TR"/>
        </a:p>
      </dgm:t>
    </dgm:pt>
    <dgm:pt modelId="{B4848E20-6624-4212-8713-1B0FC0170FBB}" type="sibTrans" cxnId="{D909BE0B-2A0F-4FAF-92B2-082CD9E7C3A6}">
      <dgm:prSet/>
      <dgm:spPr/>
      <dgm:t>
        <a:bodyPr/>
        <a:lstStyle/>
        <a:p>
          <a:endParaRPr lang="tr-TR"/>
        </a:p>
      </dgm:t>
    </dgm:pt>
    <dgm:pt modelId="{ECFA8ABB-73E3-4484-9BCB-258BFBA11B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is a point</a:t>
          </a:r>
          <a:endParaRPr lang="tr-TR" dirty="0"/>
        </a:p>
      </dgm:t>
    </dgm:pt>
    <dgm:pt modelId="{372E290C-481D-4961-98A3-2A18C6FC3906}" type="parTrans" cxnId="{C50703C1-3AE6-4841-870B-337E8F0A1A57}">
      <dgm:prSet/>
      <dgm:spPr/>
      <dgm:t>
        <a:bodyPr/>
        <a:lstStyle/>
        <a:p>
          <a:endParaRPr lang="tr-TR"/>
        </a:p>
      </dgm:t>
    </dgm:pt>
    <dgm:pt modelId="{DA423843-E191-4259-A4C1-719FCFA8D994}" type="sibTrans" cxnId="{C50703C1-3AE6-4841-870B-337E8F0A1A57}">
      <dgm:prSet/>
      <dgm:spPr/>
      <dgm:t>
        <a:bodyPr/>
        <a:lstStyle/>
        <a:p>
          <a:endParaRPr lang="tr-TR"/>
        </a:p>
      </dgm:t>
    </dgm:pt>
    <dgm:pt modelId="{3CAD8517-6FA4-44EF-8C04-8AA60CBC8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point </a:t>
          </a:r>
          <a:r>
            <a:rPr lang="tr-TR"/>
            <a:t>p</a:t>
          </a:r>
          <a:r>
            <a:rPr lang="en-US"/>
            <a:t> with coordinates (x,y) </a:t>
          </a:r>
          <a:endParaRPr lang="tr-TR"/>
        </a:p>
      </dgm:t>
    </dgm:pt>
    <dgm:pt modelId="{075AB172-17C8-49E4-A685-C559577E5A6A}" type="parTrans" cxnId="{2D67C691-1095-4B31-BB46-F589AD88D98F}">
      <dgm:prSet/>
      <dgm:spPr/>
      <dgm:t>
        <a:bodyPr/>
        <a:lstStyle/>
        <a:p>
          <a:endParaRPr lang="tr-TR"/>
        </a:p>
      </dgm:t>
    </dgm:pt>
    <dgm:pt modelId="{45C4171D-E3E0-4906-836B-B11E0A5E3988}" type="sibTrans" cxnId="{2D67C691-1095-4B31-BB46-F589AD88D98F}">
      <dgm:prSet/>
      <dgm:spPr/>
      <dgm:t>
        <a:bodyPr/>
        <a:lstStyle/>
        <a:p>
          <a:endParaRPr lang="tr-TR"/>
        </a:p>
      </dgm:t>
    </dgm:pt>
    <dgm:pt modelId="{00D3F880-3E6D-4FFD-BDB5-FA1A66706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the</a:t>
          </a:r>
          <a:r>
            <a:rPr lang="tr-TR"/>
            <a:t> secp256k1 curve</a:t>
          </a:r>
        </a:p>
      </dgm:t>
    </dgm:pt>
    <dgm:pt modelId="{AA9C378C-E129-4C4B-BCAB-7E8183C93208}" type="parTrans" cxnId="{0BB8B6CA-D9C6-47FA-8971-86E958F74B87}">
      <dgm:prSet/>
      <dgm:spPr/>
      <dgm:t>
        <a:bodyPr/>
        <a:lstStyle/>
        <a:p>
          <a:endParaRPr lang="tr-TR"/>
        </a:p>
      </dgm:t>
    </dgm:pt>
    <dgm:pt modelId="{8FC9108C-880A-4F2E-86EA-EBB4B599070F}" type="sibTrans" cxnId="{0BB8B6CA-D9C6-47FA-8971-86E958F74B87}">
      <dgm:prSet/>
      <dgm:spPr/>
      <dgm:t>
        <a:bodyPr/>
        <a:lstStyle/>
        <a:p>
          <a:endParaRPr lang="tr-TR"/>
        </a:p>
      </dgm:t>
    </dgm:pt>
    <dgm:pt modelId="{F4AFD900-1BA6-4B21-93C0-DA6826FFAADE}" type="pres">
      <dgm:prSet presAssocID="{FFBBC84F-D891-4C40-BCA1-1FBB4EA82704}" presName="root" presStyleCnt="0">
        <dgm:presLayoutVars>
          <dgm:dir/>
          <dgm:resizeHandles val="exact"/>
        </dgm:presLayoutVars>
      </dgm:prSet>
      <dgm:spPr/>
    </dgm:pt>
    <dgm:pt modelId="{20343696-4910-422A-AB23-26A896D761BD}" type="pres">
      <dgm:prSet presAssocID="{BD5E37C8-DCA4-4050-8088-94E77616CABB}" presName="compNode" presStyleCnt="0"/>
      <dgm:spPr/>
    </dgm:pt>
    <dgm:pt modelId="{4AF8F135-D1B7-4223-BD02-26F2B4A9DF56}" type="pres">
      <dgm:prSet presAssocID="{BD5E37C8-DCA4-4050-8088-94E77616CAB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U-turn with tail"/>
        </a:ext>
      </dgm:extLst>
    </dgm:pt>
    <dgm:pt modelId="{04CCD1FB-E20B-4403-AF69-F715525C4F4F}" type="pres">
      <dgm:prSet presAssocID="{BD5E37C8-DCA4-4050-8088-94E77616CABB}" presName="iconSpace" presStyleCnt="0"/>
      <dgm:spPr/>
    </dgm:pt>
    <dgm:pt modelId="{1C9AAD59-8863-4C85-9836-8CDF9AA6204B}" type="pres">
      <dgm:prSet presAssocID="{BD5E37C8-DCA4-4050-8088-94E77616CABB}" presName="parTx" presStyleLbl="revTx" presStyleIdx="0" presStyleCnt="4">
        <dgm:presLayoutVars>
          <dgm:chMax val="0"/>
          <dgm:chPref val="0"/>
        </dgm:presLayoutVars>
      </dgm:prSet>
      <dgm:spPr/>
    </dgm:pt>
    <dgm:pt modelId="{FE615374-6674-4981-819B-AE9E77FBEB59}" type="pres">
      <dgm:prSet presAssocID="{BD5E37C8-DCA4-4050-8088-94E77616CABB}" presName="txSpace" presStyleCnt="0"/>
      <dgm:spPr/>
    </dgm:pt>
    <dgm:pt modelId="{DD3FB968-E835-4BE8-8F07-90DEC49CCF9C}" type="pres">
      <dgm:prSet presAssocID="{BD5E37C8-DCA4-4050-8088-94E77616CABB}" presName="desTx" presStyleLbl="revTx" presStyleIdx="1" presStyleCnt="4">
        <dgm:presLayoutVars/>
      </dgm:prSet>
      <dgm:spPr/>
    </dgm:pt>
    <dgm:pt modelId="{032D52E0-0E41-43F6-934B-3C18493B5D49}" type="pres">
      <dgm:prSet presAssocID="{8825A293-E164-4C7C-A417-C0E53E4897D6}" presName="sibTrans" presStyleCnt="0"/>
      <dgm:spPr/>
    </dgm:pt>
    <dgm:pt modelId="{9DC11E00-F780-40E3-A534-5EDBF38766C3}" type="pres">
      <dgm:prSet presAssocID="{ECFA8ABB-73E3-4484-9BCB-258BFBA11B9B}" presName="compNode" presStyleCnt="0"/>
      <dgm:spPr/>
    </dgm:pt>
    <dgm:pt modelId="{B8F5506C-C1E5-4A2F-B5C0-DAD56D4D86B3}" type="pres">
      <dgm:prSet presAssocID="{ECFA8ABB-73E3-4484-9BCB-258BFBA11B9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CE4618F-2719-42AE-92D7-1AAA8C464B5D}" type="pres">
      <dgm:prSet presAssocID="{ECFA8ABB-73E3-4484-9BCB-258BFBA11B9B}" presName="iconSpace" presStyleCnt="0"/>
      <dgm:spPr/>
    </dgm:pt>
    <dgm:pt modelId="{5FB5CF37-755F-4175-AD8C-2783C36A500D}" type="pres">
      <dgm:prSet presAssocID="{ECFA8ABB-73E3-4484-9BCB-258BFBA11B9B}" presName="parTx" presStyleLbl="revTx" presStyleIdx="2" presStyleCnt="4">
        <dgm:presLayoutVars>
          <dgm:chMax val="0"/>
          <dgm:chPref val="0"/>
        </dgm:presLayoutVars>
      </dgm:prSet>
      <dgm:spPr/>
    </dgm:pt>
    <dgm:pt modelId="{9AB6C9EC-EE3C-472D-9193-E542D3BE75EB}" type="pres">
      <dgm:prSet presAssocID="{ECFA8ABB-73E3-4484-9BCB-258BFBA11B9B}" presName="txSpace" presStyleCnt="0"/>
      <dgm:spPr/>
    </dgm:pt>
    <dgm:pt modelId="{0A7231D9-F51F-4D67-B993-6EB1897546AE}" type="pres">
      <dgm:prSet presAssocID="{ECFA8ABB-73E3-4484-9BCB-258BFBA11B9B}" presName="desTx" presStyleLbl="revTx" presStyleIdx="3" presStyleCnt="4">
        <dgm:presLayoutVars/>
      </dgm:prSet>
      <dgm:spPr/>
    </dgm:pt>
  </dgm:ptLst>
  <dgm:cxnLst>
    <dgm:cxn modelId="{D909BE0B-2A0F-4FAF-92B2-082CD9E7C3A6}" srcId="{BD5E37C8-DCA4-4050-8088-94E77616CABB}" destId="{2F6CD095-8603-44D2-A2DF-8592F3AC04E5}" srcOrd="0" destOrd="0" parTransId="{0DF3CA76-3F77-430F-89F7-4955C34981CD}" sibTransId="{B4848E20-6624-4212-8713-1B0FC0170FBB}"/>
    <dgm:cxn modelId="{CE1D8D5D-CD35-44B7-AED6-AD267651549A}" type="presOf" srcId="{BD5E37C8-DCA4-4050-8088-94E77616CABB}" destId="{1C9AAD59-8863-4C85-9836-8CDF9AA6204B}" srcOrd="0" destOrd="0" presId="urn:microsoft.com/office/officeart/2018/2/layout/IconLabelDescriptionList"/>
    <dgm:cxn modelId="{47203D73-F481-4CA9-8E17-ED6496CC4EAD}" type="presOf" srcId="{FFBBC84F-D891-4C40-BCA1-1FBB4EA82704}" destId="{F4AFD900-1BA6-4B21-93C0-DA6826FFAADE}" srcOrd="0" destOrd="0" presId="urn:microsoft.com/office/officeart/2018/2/layout/IconLabelDescriptionList"/>
    <dgm:cxn modelId="{7D3B708E-043A-4545-ACD5-C12E18293A5F}" type="presOf" srcId="{2F6CD095-8603-44D2-A2DF-8592F3AC04E5}" destId="{DD3FB968-E835-4BE8-8F07-90DEC49CCF9C}" srcOrd="0" destOrd="0" presId="urn:microsoft.com/office/officeart/2018/2/layout/IconLabelDescriptionList"/>
    <dgm:cxn modelId="{2D67C691-1095-4B31-BB46-F589AD88D98F}" srcId="{BD5E37C8-DCA4-4050-8088-94E77616CABB}" destId="{3CAD8517-6FA4-44EF-8C04-8AA60CBC8F00}" srcOrd="1" destOrd="0" parTransId="{075AB172-17C8-49E4-A685-C559577E5A6A}" sibTransId="{45C4171D-E3E0-4906-836B-B11E0A5E3988}"/>
    <dgm:cxn modelId="{A0B28DAB-3FDB-4B59-95C5-070FD84ED23F}" srcId="{FFBBC84F-D891-4C40-BCA1-1FBB4EA82704}" destId="{BD5E37C8-DCA4-4050-8088-94E77616CABB}" srcOrd="0" destOrd="0" parTransId="{938D957E-C0D8-4D37-937B-1393DEEA8833}" sibTransId="{8825A293-E164-4C7C-A417-C0E53E4897D6}"/>
    <dgm:cxn modelId="{CE4F4DB3-00B2-4D1A-AA4B-50FFAA04AB9E}" type="presOf" srcId="{00D3F880-3E6D-4FFD-BDB5-FA1A66706A00}" destId="{0A7231D9-F51F-4D67-B993-6EB1897546AE}" srcOrd="0" destOrd="0" presId="urn:microsoft.com/office/officeart/2018/2/layout/IconLabelDescriptionList"/>
    <dgm:cxn modelId="{FC6518BC-9A81-4481-9046-5E7421C04E47}" type="presOf" srcId="{3CAD8517-6FA4-44EF-8C04-8AA60CBC8F00}" destId="{DD3FB968-E835-4BE8-8F07-90DEC49CCF9C}" srcOrd="0" destOrd="1" presId="urn:microsoft.com/office/officeart/2018/2/layout/IconLabelDescriptionList"/>
    <dgm:cxn modelId="{C50703C1-3AE6-4841-870B-337E8F0A1A57}" srcId="{FFBBC84F-D891-4C40-BCA1-1FBB4EA82704}" destId="{ECFA8ABB-73E3-4484-9BCB-258BFBA11B9B}" srcOrd="1" destOrd="0" parTransId="{372E290C-481D-4961-98A3-2A18C6FC3906}" sibTransId="{DA423843-E191-4259-A4C1-719FCFA8D994}"/>
    <dgm:cxn modelId="{0BB8B6CA-D9C6-47FA-8971-86E958F74B87}" srcId="{ECFA8ABB-73E3-4484-9BCB-258BFBA11B9B}" destId="{00D3F880-3E6D-4FFD-BDB5-FA1A66706A00}" srcOrd="0" destOrd="0" parTransId="{AA9C378C-E129-4C4B-BCAB-7E8183C93208}" sibTransId="{8FC9108C-880A-4F2E-86EA-EBB4B599070F}"/>
    <dgm:cxn modelId="{33905EE9-7854-4C23-8D16-372D96BD8693}" type="presOf" srcId="{ECFA8ABB-73E3-4484-9BCB-258BFBA11B9B}" destId="{5FB5CF37-755F-4175-AD8C-2783C36A500D}" srcOrd="0" destOrd="0" presId="urn:microsoft.com/office/officeart/2018/2/layout/IconLabelDescriptionList"/>
    <dgm:cxn modelId="{E2AEEB1D-EF2C-4E22-A5DF-5ED2B3819CDA}" type="presParOf" srcId="{F4AFD900-1BA6-4B21-93C0-DA6826FFAADE}" destId="{20343696-4910-422A-AB23-26A896D761BD}" srcOrd="0" destOrd="0" presId="urn:microsoft.com/office/officeart/2018/2/layout/IconLabelDescriptionList"/>
    <dgm:cxn modelId="{6C526A13-18A0-422B-B8D0-F9600A5E0012}" type="presParOf" srcId="{20343696-4910-422A-AB23-26A896D761BD}" destId="{4AF8F135-D1B7-4223-BD02-26F2B4A9DF56}" srcOrd="0" destOrd="0" presId="urn:microsoft.com/office/officeart/2018/2/layout/IconLabelDescriptionList"/>
    <dgm:cxn modelId="{6824CB89-C8C8-4D85-9234-E92D8B8D140D}" type="presParOf" srcId="{20343696-4910-422A-AB23-26A896D761BD}" destId="{04CCD1FB-E20B-4403-AF69-F715525C4F4F}" srcOrd="1" destOrd="0" presId="urn:microsoft.com/office/officeart/2018/2/layout/IconLabelDescriptionList"/>
    <dgm:cxn modelId="{526F5C2F-9612-4350-8595-0C0279C2B070}" type="presParOf" srcId="{20343696-4910-422A-AB23-26A896D761BD}" destId="{1C9AAD59-8863-4C85-9836-8CDF9AA6204B}" srcOrd="2" destOrd="0" presId="urn:microsoft.com/office/officeart/2018/2/layout/IconLabelDescriptionList"/>
    <dgm:cxn modelId="{38CF6CBA-1F1A-4D70-8622-2EC7E4AFF277}" type="presParOf" srcId="{20343696-4910-422A-AB23-26A896D761BD}" destId="{FE615374-6674-4981-819B-AE9E77FBEB59}" srcOrd="3" destOrd="0" presId="urn:microsoft.com/office/officeart/2018/2/layout/IconLabelDescriptionList"/>
    <dgm:cxn modelId="{EC87F2D5-B261-4D7B-B7C7-241FDC03CA0D}" type="presParOf" srcId="{20343696-4910-422A-AB23-26A896D761BD}" destId="{DD3FB968-E835-4BE8-8F07-90DEC49CCF9C}" srcOrd="4" destOrd="0" presId="urn:microsoft.com/office/officeart/2018/2/layout/IconLabelDescriptionList"/>
    <dgm:cxn modelId="{CE7ADE6C-5331-49AD-94D0-5E9EC7483ED0}" type="presParOf" srcId="{F4AFD900-1BA6-4B21-93C0-DA6826FFAADE}" destId="{032D52E0-0E41-43F6-934B-3C18493B5D49}" srcOrd="1" destOrd="0" presId="urn:microsoft.com/office/officeart/2018/2/layout/IconLabelDescriptionList"/>
    <dgm:cxn modelId="{8F3E82AC-1E32-4699-A313-2678AD40BC1A}" type="presParOf" srcId="{F4AFD900-1BA6-4B21-93C0-DA6826FFAADE}" destId="{9DC11E00-F780-40E3-A534-5EDBF38766C3}" srcOrd="2" destOrd="0" presId="urn:microsoft.com/office/officeart/2018/2/layout/IconLabelDescriptionList"/>
    <dgm:cxn modelId="{4ADF7891-CA63-4600-B546-0CFD520A3004}" type="presParOf" srcId="{9DC11E00-F780-40E3-A534-5EDBF38766C3}" destId="{B8F5506C-C1E5-4A2F-B5C0-DAD56D4D86B3}" srcOrd="0" destOrd="0" presId="urn:microsoft.com/office/officeart/2018/2/layout/IconLabelDescriptionList"/>
    <dgm:cxn modelId="{601D214D-47AC-4F73-9E57-5582EFA7577D}" type="presParOf" srcId="{9DC11E00-F780-40E3-A534-5EDBF38766C3}" destId="{0CE4618F-2719-42AE-92D7-1AAA8C464B5D}" srcOrd="1" destOrd="0" presId="urn:microsoft.com/office/officeart/2018/2/layout/IconLabelDescriptionList"/>
    <dgm:cxn modelId="{3EA48E42-CE3E-4AFD-8EC0-0A5B30FBDB44}" type="presParOf" srcId="{9DC11E00-F780-40E3-A534-5EDBF38766C3}" destId="{5FB5CF37-755F-4175-AD8C-2783C36A500D}" srcOrd="2" destOrd="0" presId="urn:microsoft.com/office/officeart/2018/2/layout/IconLabelDescriptionList"/>
    <dgm:cxn modelId="{FEFB8449-6BCC-4E57-9E7F-24A035DA7278}" type="presParOf" srcId="{9DC11E00-F780-40E3-A534-5EDBF38766C3}" destId="{9AB6C9EC-EE3C-472D-9193-E542D3BE75EB}" srcOrd="3" destOrd="0" presId="urn:microsoft.com/office/officeart/2018/2/layout/IconLabelDescriptionList"/>
    <dgm:cxn modelId="{6B6B618B-FA88-4113-894F-A70C3C955672}" type="presParOf" srcId="{9DC11E00-F780-40E3-A534-5EDBF38766C3}" destId="{0A7231D9-F51F-4D67-B993-6EB1897546A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4A080CB-04A0-4A75-8A25-926C1E4B5E9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B2070D1-78CE-40E2-9984-7D68526F22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k</a:t>
          </a:r>
        </a:p>
      </dgm:t>
    </dgm:pt>
    <dgm:pt modelId="{DA988CC7-0C5D-4688-9BB4-EAC11C7FF87C}" type="parTrans" cxnId="{D24AE401-B0F6-41E9-AE0D-3B5CDC265337}">
      <dgm:prSet/>
      <dgm:spPr/>
      <dgm:t>
        <a:bodyPr/>
        <a:lstStyle/>
        <a:p>
          <a:endParaRPr lang="tr-TR"/>
        </a:p>
      </dgm:t>
    </dgm:pt>
    <dgm:pt modelId="{B79796AB-A9C4-4716-8C6C-F7ADC9D160A5}" type="sibTrans" cxnId="{D24AE401-B0F6-41E9-AE0D-3B5CDC265337}">
      <dgm:prSet/>
      <dgm:spPr/>
      <dgm:t>
        <a:bodyPr/>
        <a:lstStyle/>
        <a:p>
          <a:endParaRPr lang="tr-TR"/>
        </a:p>
      </dgm:t>
    </dgm:pt>
    <dgm:pt modelId="{E17A5DEA-F7A2-475C-B61C-A215E0A95D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</a:t>
          </a:r>
          <a:r>
            <a:rPr lang="en-US"/>
            <a:t>ultiply</a:t>
          </a:r>
          <a:r>
            <a:rPr lang="tr-TR"/>
            <a:t> </a:t>
          </a:r>
          <a:r>
            <a:rPr lang="tr-TR" i="1"/>
            <a:t>k</a:t>
          </a:r>
        </a:p>
      </dgm:t>
    </dgm:pt>
    <dgm:pt modelId="{36302B61-6A36-4F18-AFD5-8DE27CC40F83}" type="parTrans" cxnId="{280AB9B6-417D-47FC-BA0A-E2B867C07121}">
      <dgm:prSet/>
      <dgm:spPr/>
      <dgm:t>
        <a:bodyPr/>
        <a:lstStyle/>
        <a:p>
          <a:endParaRPr lang="tr-TR"/>
        </a:p>
      </dgm:t>
    </dgm:pt>
    <dgm:pt modelId="{F0A88250-2DEE-4F05-A7E6-3EBC9D43D456}" type="sibTrans" cxnId="{280AB9B6-417D-47FC-BA0A-E2B867C07121}">
      <dgm:prSet/>
      <dgm:spPr/>
      <dgm:t>
        <a:bodyPr/>
        <a:lstStyle/>
        <a:p>
          <a:endParaRPr lang="tr-TR"/>
        </a:p>
      </dgm:t>
    </dgm:pt>
    <dgm:pt modelId="{52F0BF87-72FF-4F32-918A-7A3B674D36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predetermined point</a:t>
          </a:r>
          <a:endParaRPr lang="tr-TR"/>
        </a:p>
      </dgm:t>
    </dgm:pt>
    <dgm:pt modelId="{77B7C488-D1BE-42E1-84B3-1443A5916CA3}" type="parTrans" cxnId="{DC914E18-171E-4884-B759-E509F561078E}">
      <dgm:prSet/>
      <dgm:spPr/>
      <dgm:t>
        <a:bodyPr/>
        <a:lstStyle/>
        <a:p>
          <a:endParaRPr lang="tr-TR"/>
        </a:p>
      </dgm:t>
    </dgm:pt>
    <dgm:pt modelId="{C3B46441-80FE-4AB0-8E12-815720C2D84B}" type="sibTrans" cxnId="{DC914E18-171E-4884-B759-E509F561078E}">
      <dgm:prSet/>
      <dgm:spPr/>
      <dgm:t>
        <a:bodyPr/>
        <a:lstStyle/>
        <a:p>
          <a:endParaRPr lang="tr-TR"/>
        </a:p>
      </dgm:t>
    </dgm:pt>
    <dgm:pt modelId="{04313354-130B-41EB-8890-B7EF4DB4D4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another point</a:t>
          </a:r>
          <a:endParaRPr lang="tr-TR"/>
        </a:p>
      </dgm:t>
    </dgm:pt>
    <dgm:pt modelId="{A6648E00-E70B-40C2-9C94-2574BAD7A0DB}" type="parTrans" cxnId="{A4590C5F-46FE-4804-9E92-2CF3C35D1D7D}">
      <dgm:prSet/>
      <dgm:spPr/>
      <dgm:t>
        <a:bodyPr/>
        <a:lstStyle/>
        <a:p>
          <a:endParaRPr lang="tr-TR"/>
        </a:p>
      </dgm:t>
    </dgm:pt>
    <dgm:pt modelId="{BAB91B68-AEA8-431D-B789-2090E19B7D8F}" type="sibTrans" cxnId="{A4590C5F-46FE-4804-9E92-2CF3C35D1D7D}">
      <dgm:prSet/>
      <dgm:spPr/>
      <dgm:t>
        <a:bodyPr/>
        <a:lstStyle/>
        <a:p>
          <a:endParaRPr lang="tr-TR"/>
        </a:p>
      </dgm:t>
    </dgm:pt>
    <dgm:pt modelId="{780EFFF9-9F62-4450-8A0E-907193309F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somewhere else on the curve </a:t>
          </a:r>
          <a:endParaRPr lang="tr-TR"/>
        </a:p>
      </dgm:t>
    </dgm:pt>
    <dgm:pt modelId="{1E6EB42E-F414-4883-9F19-D55577EB4696}" type="parTrans" cxnId="{1CFF43A2-E2C8-4F85-B273-662A3D21175C}">
      <dgm:prSet/>
      <dgm:spPr/>
      <dgm:t>
        <a:bodyPr/>
        <a:lstStyle/>
        <a:p>
          <a:endParaRPr lang="tr-TR"/>
        </a:p>
      </dgm:t>
    </dgm:pt>
    <dgm:pt modelId="{40B271F5-12A8-4952-9445-0FF8561F7D99}" type="sibTrans" cxnId="{1CFF43A2-E2C8-4F85-B273-662A3D21175C}">
      <dgm:prSet/>
      <dgm:spPr/>
      <dgm:t>
        <a:bodyPr/>
        <a:lstStyle/>
        <a:p>
          <a:endParaRPr lang="tr-TR"/>
        </a:p>
      </dgm:t>
    </dgm:pt>
    <dgm:pt modelId="{5ED81F15-08CD-4C3F-B137-5A2A7B7F7E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key </a:t>
          </a:r>
          <a:r>
            <a:rPr lang="en-US" b="1" i="1" dirty="0"/>
            <a:t>K</a:t>
          </a:r>
          <a:endParaRPr lang="tr-TR" b="1" dirty="0"/>
        </a:p>
      </dgm:t>
    </dgm:pt>
    <dgm:pt modelId="{DF245F8E-AC42-460E-BE66-F76FEF927624}" type="parTrans" cxnId="{01231CD0-72F2-48DF-AAFF-1BEE38876BB4}">
      <dgm:prSet/>
      <dgm:spPr/>
      <dgm:t>
        <a:bodyPr/>
        <a:lstStyle/>
        <a:p>
          <a:endParaRPr lang="tr-TR"/>
        </a:p>
      </dgm:t>
    </dgm:pt>
    <dgm:pt modelId="{8015F329-F17B-42DB-81DF-E61BBA9DE89A}" type="sibTrans" cxnId="{01231CD0-72F2-48DF-AAFF-1BEE38876BB4}">
      <dgm:prSet/>
      <dgm:spPr/>
      <dgm:t>
        <a:bodyPr/>
        <a:lstStyle/>
        <a:p>
          <a:endParaRPr lang="tr-TR"/>
        </a:p>
      </dgm:t>
    </dgm:pt>
    <dgm:pt modelId="{C1955B22-6BEB-47D0-AC34-D9AEAD05C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randomly generated number </a:t>
          </a:r>
          <a:r>
            <a:rPr lang="en-US" b="1" i="1"/>
            <a:t>k</a:t>
          </a:r>
          <a:r>
            <a:rPr lang="en-US" b="1"/>
            <a:t> </a:t>
          </a:r>
          <a:endParaRPr lang="tr-TR" b="1"/>
        </a:p>
      </dgm:t>
    </dgm:pt>
    <dgm:pt modelId="{C8B74470-B77D-42D3-AAE2-62C0DDE211C0}" type="parTrans" cxnId="{02BDEC95-5AF2-441D-8201-D85F8CB3675E}">
      <dgm:prSet/>
      <dgm:spPr/>
      <dgm:t>
        <a:bodyPr/>
        <a:lstStyle/>
        <a:p>
          <a:endParaRPr lang="tr-TR"/>
        </a:p>
      </dgm:t>
    </dgm:pt>
    <dgm:pt modelId="{3BAC65C4-40E9-43A3-B396-8A898A8FF140}" type="sibTrans" cxnId="{02BDEC95-5AF2-441D-8201-D85F8CB3675E}">
      <dgm:prSet/>
      <dgm:spPr/>
      <dgm:t>
        <a:bodyPr/>
        <a:lstStyle/>
        <a:p>
          <a:endParaRPr lang="tr-TR"/>
        </a:p>
      </dgm:t>
    </dgm:pt>
    <dgm:pt modelId="{3D713431-2E92-4B3E-A93A-D8698CA7CE8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with a point on the curve </a:t>
          </a:r>
          <a:r>
            <a:rPr lang="tr-TR" b="1" i="1"/>
            <a:t>G</a:t>
          </a:r>
        </a:p>
      </dgm:t>
    </dgm:pt>
    <dgm:pt modelId="{3BB64FCC-8C16-4834-978D-8DBF12F77E41}" type="parTrans" cxnId="{A4FEF753-103B-4ABF-B583-1B235643A01F}">
      <dgm:prSet/>
      <dgm:spPr/>
    </dgm:pt>
    <dgm:pt modelId="{0AAED32A-B938-478F-A479-E89A79E57839}" type="sibTrans" cxnId="{A4FEF753-103B-4ABF-B583-1B235643A01F}">
      <dgm:prSet/>
      <dgm:spPr/>
    </dgm:pt>
    <dgm:pt modelId="{E3F85E17-5A75-42F0-A61C-B331C10F21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0"/>
            <a:t>generator point </a:t>
          </a:r>
          <a:r>
            <a:rPr lang="en-US" i="1"/>
            <a:t>G</a:t>
          </a:r>
          <a:r>
            <a:rPr lang="en-US" i="0"/>
            <a:t> </a:t>
          </a:r>
          <a:endParaRPr lang="tr-TR" i="0"/>
        </a:p>
      </dgm:t>
    </dgm:pt>
    <dgm:pt modelId="{59494902-34BC-4FCC-B229-95B7445954B4}" type="parTrans" cxnId="{0E81A67A-9163-4937-8414-50E43E9FDB4B}">
      <dgm:prSet/>
      <dgm:spPr/>
    </dgm:pt>
    <dgm:pt modelId="{3A4CBBD4-DF66-414A-ABD9-3908759B87AC}" type="sibTrans" cxnId="{0E81A67A-9163-4937-8414-50E43E9FDB4B}">
      <dgm:prSet/>
      <dgm:spPr/>
    </dgm:pt>
    <dgm:pt modelId="{C2E20E00-72F0-4928-9784-D966341B51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Start with </a:t>
          </a:r>
          <a:r>
            <a:rPr lang="en-US"/>
            <a:t>private key </a:t>
          </a:r>
          <a:endParaRPr lang="tr-TR"/>
        </a:p>
      </dgm:t>
    </dgm:pt>
    <dgm:pt modelId="{40761CB6-91F3-4046-BEFD-FC3ACD9DDB08}" type="parTrans" cxnId="{C673319B-36A7-4793-84AA-B9C8F165D0C9}">
      <dgm:prSet/>
      <dgm:spPr/>
    </dgm:pt>
    <dgm:pt modelId="{8DF54CE9-3BDF-4E4F-9715-9A1F007D58D5}" type="sibTrans" cxnId="{C673319B-36A7-4793-84AA-B9C8F165D0C9}">
      <dgm:prSet/>
      <dgm:spPr/>
    </dgm:pt>
    <dgm:pt modelId="{A80F852A-4144-4B57-973D-0E3FB4DB7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the curve</a:t>
          </a:r>
          <a:endParaRPr lang="tr-TR"/>
        </a:p>
      </dgm:t>
    </dgm:pt>
    <dgm:pt modelId="{85D73512-7695-4A47-9364-68ABF58C45C9}" type="parTrans" cxnId="{637E52AF-9048-47BB-896C-4E00DEE63245}">
      <dgm:prSet/>
      <dgm:spPr/>
    </dgm:pt>
    <dgm:pt modelId="{928BE0AB-5813-4962-9172-E355DBB8E71B}" type="sibTrans" cxnId="{637E52AF-9048-47BB-896C-4E00DEE63245}">
      <dgm:prSet/>
      <dgm:spPr/>
    </dgm:pt>
    <dgm:pt modelId="{57B00102-0D9C-4FE6-A5F1-D442DE77CE06}" type="pres">
      <dgm:prSet presAssocID="{D4A080CB-04A0-4A75-8A25-926C1E4B5E97}" presName="root" presStyleCnt="0">
        <dgm:presLayoutVars>
          <dgm:dir/>
          <dgm:resizeHandles val="exact"/>
        </dgm:presLayoutVars>
      </dgm:prSet>
      <dgm:spPr/>
    </dgm:pt>
    <dgm:pt modelId="{31921261-90B0-4F72-991A-9C9E9902DE2E}" type="pres">
      <dgm:prSet presAssocID="{5B2070D1-78CE-40E2-9984-7D68526F2246}" presName="compNode" presStyleCnt="0"/>
      <dgm:spPr/>
    </dgm:pt>
    <dgm:pt modelId="{E07112C2-3781-48B4-B71C-50C6EC86BA3A}" type="pres">
      <dgm:prSet presAssocID="{5B2070D1-78CE-40E2-9984-7D68526F22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EE5FF6CC-C2B8-4DE5-89CD-1C7726312E3C}" type="pres">
      <dgm:prSet presAssocID="{5B2070D1-78CE-40E2-9984-7D68526F2246}" presName="iconSpace" presStyleCnt="0"/>
      <dgm:spPr/>
    </dgm:pt>
    <dgm:pt modelId="{51EBC305-30E0-46B4-8BFA-2F5B7581D01F}" type="pres">
      <dgm:prSet presAssocID="{5B2070D1-78CE-40E2-9984-7D68526F2246}" presName="parTx" presStyleLbl="revTx" presStyleIdx="0" presStyleCnt="8">
        <dgm:presLayoutVars>
          <dgm:chMax val="0"/>
          <dgm:chPref val="0"/>
        </dgm:presLayoutVars>
      </dgm:prSet>
      <dgm:spPr/>
    </dgm:pt>
    <dgm:pt modelId="{78C09CFB-BE15-4EA5-AD34-295519EEB0D9}" type="pres">
      <dgm:prSet presAssocID="{5B2070D1-78CE-40E2-9984-7D68526F2246}" presName="txSpace" presStyleCnt="0"/>
      <dgm:spPr/>
    </dgm:pt>
    <dgm:pt modelId="{6409C90A-B66D-45D4-BE73-DB2088E2C811}" type="pres">
      <dgm:prSet presAssocID="{5B2070D1-78CE-40E2-9984-7D68526F2246}" presName="desTx" presStyleLbl="revTx" presStyleIdx="1" presStyleCnt="8">
        <dgm:presLayoutVars/>
      </dgm:prSet>
      <dgm:spPr/>
    </dgm:pt>
    <dgm:pt modelId="{165A12F5-AFD2-4D49-9FE5-588B6B24B0A9}" type="pres">
      <dgm:prSet presAssocID="{B79796AB-A9C4-4716-8C6C-F7ADC9D160A5}" presName="sibTrans" presStyleCnt="0"/>
      <dgm:spPr/>
    </dgm:pt>
    <dgm:pt modelId="{1A4954C0-4D58-4C11-AD8C-758D573205DD}" type="pres">
      <dgm:prSet presAssocID="{E17A5DEA-F7A2-475C-B61C-A215E0A95DD5}" presName="compNode" presStyleCnt="0"/>
      <dgm:spPr/>
    </dgm:pt>
    <dgm:pt modelId="{D130DEDC-866F-4B72-B0B6-74169C512A18}" type="pres">
      <dgm:prSet presAssocID="{E17A5DEA-F7A2-475C-B61C-A215E0A95D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ameter"/>
        </a:ext>
      </dgm:extLst>
    </dgm:pt>
    <dgm:pt modelId="{AA7C4998-3841-4AE7-B6D3-1BA255DF0A88}" type="pres">
      <dgm:prSet presAssocID="{E17A5DEA-F7A2-475C-B61C-A215E0A95DD5}" presName="iconSpace" presStyleCnt="0"/>
      <dgm:spPr/>
    </dgm:pt>
    <dgm:pt modelId="{AD64BA2F-770C-4141-86A6-9CD98F98AE76}" type="pres">
      <dgm:prSet presAssocID="{E17A5DEA-F7A2-475C-B61C-A215E0A95DD5}" presName="parTx" presStyleLbl="revTx" presStyleIdx="2" presStyleCnt="8">
        <dgm:presLayoutVars>
          <dgm:chMax val="0"/>
          <dgm:chPref val="0"/>
        </dgm:presLayoutVars>
      </dgm:prSet>
      <dgm:spPr/>
    </dgm:pt>
    <dgm:pt modelId="{66EC000B-A20D-476D-BDA3-FF008B8FE674}" type="pres">
      <dgm:prSet presAssocID="{E17A5DEA-F7A2-475C-B61C-A215E0A95DD5}" presName="txSpace" presStyleCnt="0"/>
      <dgm:spPr/>
    </dgm:pt>
    <dgm:pt modelId="{882A1F6B-437F-417C-8218-25655BA04C7A}" type="pres">
      <dgm:prSet presAssocID="{E17A5DEA-F7A2-475C-B61C-A215E0A95DD5}" presName="desTx" presStyleLbl="revTx" presStyleIdx="3" presStyleCnt="8">
        <dgm:presLayoutVars/>
      </dgm:prSet>
      <dgm:spPr/>
    </dgm:pt>
    <dgm:pt modelId="{E34F5E3A-C588-487A-973D-BCCAE4E9622E}" type="pres">
      <dgm:prSet presAssocID="{F0A88250-2DEE-4F05-A7E6-3EBC9D43D456}" presName="sibTrans" presStyleCnt="0"/>
      <dgm:spPr/>
    </dgm:pt>
    <dgm:pt modelId="{21145E4F-98B8-4B04-9E0B-C2B603D55B52}" type="pres">
      <dgm:prSet presAssocID="{E3F85E17-5A75-42F0-A61C-B331C10F2144}" presName="compNode" presStyleCnt="0"/>
      <dgm:spPr/>
    </dgm:pt>
    <dgm:pt modelId="{8BC97D73-3730-4426-8710-75768FF3790C}" type="pres">
      <dgm:prSet presAssocID="{E3F85E17-5A75-42F0-A61C-B331C10F21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DAE567F-3C52-435F-AD25-A045185EBF13}" type="pres">
      <dgm:prSet presAssocID="{E3F85E17-5A75-42F0-A61C-B331C10F2144}" presName="iconSpace" presStyleCnt="0"/>
      <dgm:spPr/>
    </dgm:pt>
    <dgm:pt modelId="{43182563-8711-48E7-86F6-F31D80C55BEF}" type="pres">
      <dgm:prSet presAssocID="{E3F85E17-5A75-42F0-A61C-B331C10F2144}" presName="parTx" presStyleLbl="revTx" presStyleIdx="4" presStyleCnt="8">
        <dgm:presLayoutVars>
          <dgm:chMax val="0"/>
          <dgm:chPref val="0"/>
        </dgm:presLayoutVars>
      </dgm:prSet>
      <dgm:spPr/>
    </dgm:pt>
    <dgm:pt modelId="{AB9E6E33-E4C0-4588-BE60-FE195E0E7926}" type="pres">
      <dgm:prSet presAssocID="{E3F85E17-5A75-42F0-A61C-B331C10F2144}" presName="txSpace" presStyleCnt="0"/>
      <dgm:spPr/>
    </dgm:pt>
    <dgm:pt modelId="{B8E3711A-018B-4F97-88F7-56197C0E8F2D}" type="pres">
      <dgm:prSet presAssocID="{E3F85E17-5A75-42F0-A61C-B331C10F2144}" presName="desTx" presStyleLbl="revTx" presStyleIdx="5" presStyleCnt="8">
        <dgm:presLayoutVars/>
      </dgm:prSet>
      <dgm:spPr/>
    </dgm:pt>
    <dgm:pt modelId="{F06332D7-58A7-48D1-AE02-684321956EEF}" type="pres">
      <dgm:prSet presAssocID="{3A4CBBD4-DF66-414A-ABD9-3908759B87AC}" presName="sibTrans" presStyleCnt="0"/>
      <dgm:spPr/>
    </dgm:pt>
    <dgm:pt modelId="{31320876-B9D1-412C-8633-1C287A6A9D58}" type="pres">
      <dgm:prSet presAssocID="{04313354-130B-41EB-8890-B7EF4DB4D412}" presName="compNode" presStyleCnt="0"/>
      <dgm:spPr/>
    </dgm:pt>
    <dgm:pt modelId="{49E30BB2-A4B5-43BA-B10E-EEAFBA177A4B}" type="pres">
      <dgm:prSet presAssocID="{04313354-130B-41EB-8890-B7EF4DB4D4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lipse"/>
        </a:ext>
      </dgm:extLst>
    </dgm:pt>
    <dgm:pt modelId="{EC2C3D2E-69EE-4756-8C23-847E84139F40}" type="pres">
      <dgm:prSet presAssocID="{04313354-130B-41EB-8890-B7EF4DB4D412}" presName="iconSpace" presStyleCnt="0"/>
      <dgm:spPr/>
    </dgm:pt>
    <dgm:pt modelId="{490C66CE-2109-4B6E-A812-B07F44EF160E}" type="pres">
      <dgm:prSet presAssocID="{04313354-130B-41EB-8890-B7EF4DB4D412}" presName="parTx" presStyleLbl="revTx" presStyleIdx="6" presStyleCnt="8">
        <dgm:presLayoutVars>
          <dgm:chMax val="0"/>
          <dgm:chPref val="0"/>
        </dgm:presLayoutVars>
      </dgm:prSet>
      <dgm:spPr/>
    </dgm:pt>
    <dgm:pt modelId="{8FFDDE28-072C-454E-B21D-6FF856EEFEC2}" type="pres">
      <dgm:prSet presAssocID="{04313354-130B-41EB-8890-B7EF4DB4D412}" presName="txSpace" presStyleCnt="0"/>
      <dgm:spPr/>
    </dgm:pt>
    <dgm:pt modelId="{B402E828-A67C-442D-B007-2F19AE17FC49}" type="pres">
      <dgm:prSet presAssocID="{04313354-130B-41EB-8890-B7EF4DB4D412}" presName="desTx" presStyleLbl="revTx" presStyleIdx="7" presStyleCnt="8">
        <dgm:presLayoutVars/>
      </dgm:prSet>
      <dgm:spPr/>
    </dgm:pt>
  </dgm:ptLst>
  <dgm:cxnLst>
    <dgm:cxn modelId="{D24AE401-B0F6-41E9-AE0D-3B5CDC265337}" srcId="{D4A080CB-04A0-4A75-8A25-926C1E4B5E97}" destId="{5B2070D1-78CE-40E2-9984-7D68526F2246}" srcOrd="0" destOrd="0" parTransId="{DA988CC7-0C5D-4688-9BB4-EAC11C7FF87C}" sibTransId="{B79796AB-A9C4-4716-8C6C-F7ADC9D160A5}"/>
    <dgm:cxn modelId="{DC914E18-171E-4884-B759-E509F561078E}" srcId="{E3F85E17-5A75-42F0-A61C-B331C10F2144}" destId="{52F0BF87-72FF-4F32-918A-7A3B674D3638}" srcOrd="0" destOrd="0" parTransId="{77B7C488-D1BE-42E1-84B3-1443A5916CA3}" sibTransId="{C3B46441-80FE-4AB0-8E12-815720C2D84B}"/>
    <dgm:cxn modelId="{F5E3FB1E-6CC2-415F-8B43-C140EFDFF24D}" type="presOf" srcId="{52F0BF87-72FF-4F32-918A-7A3B674D3638}" destId="{B8E3711A-018B-4F97-88F7-56197C0E8F2D}" srcOrd="0" destOrd="0" presId="urn:microsoft.com/office/officeart/2018/2/layout/IconLabelDescriptionList"/>
    <dgm:cxn modelId="{B8E43523-0360-413C-89F1-691064BEB1F1}" type="presOf" srcId="{C1955B22-6BEB-47D0-AC34-D9AEAD05CDB8}" destId="{6409C90A-B66D-45D4-BE73-DB2088E2C811}" srcOrd="0" destOrd="1" presId="urn:microsoft.com/office/officeart/2018/2/layout/IconLabelDescriptionList"/>
    <dgm:cxn modelId="{7DF8A325-5DF7-4A25-9228-BEEE94256664}" type="presOf" srcId="{5ED81F15-08CD-4C3F-B137-5A2A7B7F7E04}" destId="{B402E828-A67C-442D-B007-2F19AE17FC49}" srcOrd="0" destOrd="1" presId="urn:microsoft.com/office/officeart/2018/2/layout/IconLabelDescriptionList"/>
    <dgm:cxn modelId="{A4590C5F-46FE-4804-9E92-2CF3C35D1D7D}" srcId="{D4A080CB-04A0-4A75-8A25-926C1E4B5E97}" destId="{04313354-130B-41EB-8890-B7EF4DB4D412}" srcOrd="3" destOrd="0" parTransId="{A6648E00-E70B-40C2-9C94-2574BAD7A0DB}" sibTransId="{BAB91B68-AEA8-431D-B789-2090E19B7D8F}"/>
    <dgm:cxn modelId="{2F9FBF41-D0BF-477A-9FC0-CA24D2C46DDD}" type="presOf" srcId="{A80F852A-4144-4B57-973D-0E3FB4DB78D9}" destId="{B8E3711A-018B-4F97-88F7-56197C0E8F2D}" srcOrd="0" destOrd="1" presId="urn:microsoft.com/office/officeart/2018/2/layout/IconLabelDescriptionList"/>
    <dgm:cxn modelId="{F72CDB6C-E777-4FC2-A3AE-3AA6D3B99768}" type="presOf" srcId="{780EFFF9-9F62-4450-8A0E-907193309FDE}" destId="{B402E828-A67C-442D-B007-2F19AE17FC49}" srcOrd="0" destOrd="0" presId="urn:microsoft.com/office/officeart/2018/2/layout/IconLabelDescriptionList"/>
    <dgm:cxn modelId="{323C724D-0A80-4BF1-8A5E-3B1C52E2B5E1}" type="presOf" srcId="{5B2070D1-78CE-40E2-9984-7D68526F2246}" destId="{51EBC305-30E0-46B4-8BFA-2F5B7581D01F}" srcOrd="0" destOrd="0" presId="urn:microsoft.com/office/officeart/2018/2/layout/IconLabelDescriptionList"/>
    <dgm:cxn modelId="{179E9D50-5B74-4618-9A89-9B65EF901912}" type="presOf" srcId="{04313354-130B-41EB-8890-B7EF4DB4D412}" destId="{490C66CE-2109-4B6E-A812-B07F44EF160E}" srcOrd="0" destOrd="0" presId="urn:microsoft.com/office/officeart/2018/2/layout/IconLabelDescriptionList"/>
    <dgm:cxn modelId="{A4FEF753-103B-4ABF-B583-1B235643A01F}" srcId="{E17A5DEA-F7A2-475C-B61C-A215E0A95DD5}" destId="{3D713431-2E92-4B3E-A93A-D8698CA7CE84}" srcOrd="0" destOrd="0" parTransId="{3BB64FCC-8C16-4834-978D-8DBF12F77E41}" sibTransId="{0AAED32A-B938-478F-A479-E89A79E57839}"/>
    <dgm:cxn modelId="{0E81A67A-9163-4937-8414-50E43E9FDB4B}" srcId="{D4A080CB-04A0-4A75-8A25-926C1E4B5E97}" destId="{E3F85E17-5A75-42F0-A61C-B331C10F2144}" srcOrd="2" destOrd="0" parTransId="{59494902-34BC-4FCC-B229-95B7445954B4}" sibTransId="{3A4CBBD4-DF66-414A-ABD9-3908759B87AC}"/>
    <dgm:cxn modelId="{E3BD2C92-C6D4-4CD0-ADEE-AFD39DB797E1}" type="presOf" srcId="{3D713431-2E92-4B3E-A93A-D8698CA7CE84}" destId="{882A1F6B-437F-417C-8218-25655BA04C7A}" srcOrd="0" destOrd="0" presId="urn:microsoft.com/office/officeart/2018/2/layout/IconLabelDescriptionList"/>
    <dgm:cxn modelId="{AE8E2C95-1165-4985-8627-173EA216DC89}" type="presOf" srcId="{E17A5DEA-F7A2-475C-B61C-A215E0A95DD5}" destId="{AD64BA2F-770C-4141-86A6-9CD98F98AE76}" srcOrd="0" destOrd="0" presId="urn:microsoft.com/office/officeart/2018/2/layout/IconLabelDescriptionList"/>
    <dgm:cxn modelId="{02BDEC95-5AF2-441D-8201-D85F8CB3675E}" srcId="{5B2070D1-78CE-40E2-9984-7D68526F2246}" destId="{C1955B22-6BEB-47D0-AC34-D9AEAD05CDB8}" srcOrd="1" destOrd="0" parTransId="{C8B74470-B77D-42D3-AAE2-62C0DDE211C0}" sibTransId="{3BAC65C4-40E9-43A3-B396-8A898A8FF140}"/>
    <dgm:cxn modelId="{C673319B-36A7-4793-84AA-B9C8F165D0C9}" srcId="{5B2070D1-78CE-40E2-9984-7D68526F2246}" destId="{C2E20E00-72F0-4928-9784-D966341B51CC}" srcOrd="0" destOrd="0" parTransId="{40761CB6-91F3-4046-BEFD-FC3ACD9DDB08}" sibTransId="{8DF54CE9-3BDF-4E4F-9715-9A1F007D58D5}"/>
    <dgm:cxn modelId="{7FED969E-4613-45B2-9C68-2B13007CA02D}" type="presOf" srcId="{E3F85E17-5A75-42F0-A61C-B331C10F2144}" destId="{43182563-8711-48E7-86F6-F31D80C55BEF}" srcOrd="0" destOrd="0" presId="urn:microsoft.com/office/officeart/2018/2/layout/IconLabelDescriptionList"/>
    <dgm:cxn modelId="{1CFF43A2-E2C8-4F85-B273-662A3D21175C}" srcId="{04313354-130B-41EB-8890-B7EF4DB4D412}" destId="{780EFFF9-9F62-4450-8A0E-907193309FDE}" srcOrd="0" destOrd="0" parTransId="{1E6EB42E-F414-4883-9F19-D55577EB4696}" sibTransId="{40B271F5-12A8-4952-9445-0FF8561F7D99}"/>
    <dgm:cxn modelId="{637E52AF-9048-47BB-896C-4E00DEE63245}" srcId="{E3F85E17-5A75-42F0-A61C-B331C10F2144}" destId="{A80F852A-4144-4B57-973D-0E3FB4DB78D9}" srcOrd="1" destOrd="0" parTransId="{85D73512-7695-4A47-9364-68ABF58C45C9}" sibTransId="{928BE0AB-5813-4962-9172-E355DBB8E71B}"/>
    <dgm:cxn modelId="{280AB9B6-417D-47FC-BA0A-E2B867C07121}" srcId="{D4A080CB-04A0-4A75-8A25-926C1E4B5E97}" destId="{E17A5DEA-F7A2-475C-B61C-A215E0A95DD5}" srcOrd="1" destOrd="0" parTransId="{36302B61-6A36-4F18-AFD5-8DE27CC40F83}" sibTransId="{F0A88250-2DEE-4F05-A7E6-3EBC9D43D456}"/>
    <dgm:cxn modelId="{01231CD0-72F2-48DF-AAFF-1BEE38876BB4}" srcId="{04313354-130B-41EB-8890-B7EF4DB4D412}" destId="{5ED81F15-08CD-4C3F-B137-5A2A7B7F7E04}" srcOrd="1" destOrd="0" parTransId="{DF245F8E-AC42-460E-BE66-F76FEF927624}" sibTransId="{8015F329-F17B-42DB-81DF-E61BBA9DE89A}"/>
    <dgm:cxn modelId="{450204E5-10EB-4856-B049-1F39D5A439CD}" type="presOf" srcId="{D4A080CB-04A0-4A75-8A25-926C1E4B5E97}" destId="{57B00102-0D9C-4FE6-A5F1-D442DE77CE06}" srcOrd="0" destOrd="0" presId="urn:microsoft.com/office/officeart/2018/2/layout/IconLabelDescriptionList"/>
    <dgm:cxn modelId="{081D69FA-8370-4F78-8A1C-CFBE5FCD9082}" type="presOf" srcId="{C2E20E00-72F0-4928-9784-D966341B51CC}" destId="{6409C90A-B66D-45D4-BE73-DB2088E2C811}" srcOrd="0" destOrd="0" presId="urn:microsoft.com/office/officeart/2018/2/layout/IconLabelDescriptionList"/>
    <dgm:cxn modelId="{782E5DFD-6A0B-4344-B449-EE8837AAE474}" type="presParOf" srcId="{57B00102-0D9C-4FE6-A5F1-D442DE77CE06}" destId="{31921261-90B0-4F72-991A-9C9E9902DE2E}" srcOrd="0" destOrd="0" presId="urn:microsoft.com/office/officeart/2018/2/layout/IconLabelDescriptionList"/>
    <dgm:cxn modelId="{0693885F-5B7A-448F-84D6-0515EEEA6155}" type="presParOf" srcId="{31921261-90B0-4F72-991A-9C9E9902DE2E}" destId="{E07112C2-3781-48B4-B71C-50C6EC86BA3A}" srcOrd="0" destOrd="0" presId="urn:microsoft.com/office/officeart/2018/2/layout/IconLabelDescriptionList"/>
    <dgm:cxn modelId="{BBB8F847-9D76-42F5-A710-72F70E268608}" type="presParOf" srcId="{31921261-90B0-4F72-991A-9C9E9902DE2E}" destId="{EE5FF6CC-C2B8-4DE5-89CD-1C7726312E3C}" srcOrd="1" destOrd="0" presId="urn:microsoft.com/office/officeart/2018/2/layout/IconLabelDescriptionList"/>
    <dgm:cxn modelId="{DC7C83AC-7E26-48A1-B77B-E247BB104912}" type="presParOf" srcId="{31921261-90B0-4F72-991A-9C9E9902DE2E}" destId="{51EBC305-30E0-46B4-8BFA-2F5B7581D01F}" srcOrd="2" destOrd="0" presId="urn:microsoft.com/office/officeart/2018/2/layout/IconLabelDescriptionList"/>
    <dgm:cxn modelId="{850D61FE-F82C-421B-A80D-952A22878E75}" type="presParOf" srcId="{31921261-90B0-4F72-991A-9C9E9902DE2E}" destId="{78C09CFB-BE15-4EA5-AD34-295519EEB0D9}" srcOrd="3" destOrd="0" presId="urn:microsoft.com/office/officeart/2018/2/layout/IconLabelDescriptionList"/>
    <dgm:cxn modelId="{FE765A68-E67D-4AA2-85A3-21CF08B79E55}" type="presParOf" srcId="{31921261-90B0-4F72-991A-9C9E9902DE2E}" destId="{6409C90A-B66D-45D4-BE73-DB2088E2C811}" srcOrd="4" destOrd="0" presId="urn:microsoft.com/office/officeart/2018/2/layout/IconLabelDescriptionList"/>
    <dgm:cxn modelId="{E7AA85E2-18A4-492C-ABB1-A0D6A3300242}" type="presParOf" srcId="{57B00102-0D9C-4FE6-A5F1-D442DE77CE06}" destId="{165A12F5-AFD2-4D49-9FE5-588B6B24B0A9}" srcOrd="1" destOrd="0" presId="urn:microsoft.com/office/officeart/2018/2/layout/IconLabelDescriptionList"/>
    <dgm:cxn modelId="{983CD48D-C478-458A-B7F1-D92B2A0D40F5}" type="presParOf" srcId="{57B00102-0D9C-4FE6-A5F1-D442DE77CE06}" destId="{1A4954C0-4D58-4C11-AD8C-758D573205DD}" srcOrd="2" destOrd="0" presId="urn:microsoft.com/office/officeart/2018/2/layout/IconLabelDescriptionList"/>
    <dgm:cxn modelId="{FB4B9C3D-446C-4F27-AEF5-19D8892F2426}" type="presParOf" srcId="{1A4954C0-4D58-4C11-AD8C-758D573205DD}" destId="{D130DEDC-866F-4B72-B0B6-74169C512A18}" srcOrd="0" destOrd="0" presId="urn:microsoft.com/office/officeart/2018/2/layout/IconLabelDescriptionList"/>
    <dgm:cxn modelId="{B17A7A18-0064-410B-9F64-199BC861546A}" type="presParOf" srcId="{1A4954C0-4D58-4C11-AD8C-758D573205DD}" destId="{AA7C4998-3841-4AE7-B6D3-1BA255DF0A88}" srcOrd="1" destOrd="0" presId="urn:microsoft.com/office/officeart/2018/2/layout/IconLabelDescriptionList"/>
    <dgm:cxn modelId="{16846105-3FAD-4207-BADF-FF54176B14B8}" type="presParOf" srcId="{1A4954C0-4D58-4C11-AD8C-758D573205DD}" destId="{AD64BA2F-770C-4141-86A6-9CD98F98AE76}" srcOrd="2" destOrd="0" presId="urn:microsoft.com/office/officeart/2018/2/layout/IconLabelDescriptionList"/>
    <dgm:cxn modelId="{A923EBAD-530F-4FC5-A791-504878DC463E}" type="presParOf" srcId="{1A4954C0-4D58-4C11-AD8C-758D573205DD}" destId="{66EC000B-A20D-476D-BDA3-FF008B8FE674}" srcOrd="3" destOrd="0" presId="urn:microsoft.com/office/officeart/2018/2/layout/IconLabelDescriptionList"/>
    <dgm:cxn modelId="{64CF6FDC-4281-4E16-B4FF-83842271E6A9}" type="presParOf" srcId="{1A4954C0-4D58-4C11-AD8C-758D573205DD}" destId="{882A1F6B-437F-417C-8218-25655BA04C7A}" srcOrd="4" destOrd="0" presId="urn:microsoft.com/office/officeart/2018/2/layout/IconLabelDescriptionList"/>
    <dgm:cxn modelId="{BC703358-5B49-41C7-98EE-4EC61632C08B}" type="presParOf" srcId="{57B00102-0D9C-4FE6-A5F1-D442DE77CE06}" destId="{E34F5E3A-C588-487A-973D-BCCAE4E9622E}" srcOrd="3" destOrd="0" presId="urn:microsoft.com/office/officeart/2018/2/layout/IconLabelDescriptionList"/>
    <dgm:cxn modelId="{F3BE00A2-7F5E-4632-A31F-934149D13D23}" type="presParOf" srcId="{57B00102-0D9C-4FE6-A5F1-D442DE77CE06}" destId="{21145E4F-98B8-4B04-9E0B-C2B603D55B52}" srcOrd="4" destOrd="0" presId="urn:microsoft.com/office/officeart/2018/2/layout/IconLabelDescriptionList"/>
    <dgm:cxn modelId="{5AB1870F-130D-4F80-863D-D7B5BDA58CF8}" type="presParOf" srcId="{21145E4F-98B8-4B04-9E0B-C2B603D55B52}" destId="{8BC97D73-3730-4426-8710-75768FF3790C}" srcOrd="0" destOrd="0" presId="urn:microsoft.com/office/officeart/2018/2/layout/IconLabelDescriptionList"/>
    <dgm:cxn modelId="{134F8C72-D645-4985-8CB4-6E34FB4A4F40}" type="presParOf" srcId="{21145E4F-98B8-4B04-9E0B-C2B603D55B52}" destId="{EDAE567F-3C52-435F-AD25-A045185EBF13}" srcOrd="1" destOrd="0" presId="urn:microsoft.com/office/officeart/2018/2/layout/IconLabelDescriptionList"/>
    <dgm:cxn modelId="{E55A32D1-7610-4003-8335-7AE0DB7D58DD}" type="presParOf" srcId="{21145E4F-98B8-4B04-9E0B-C2B603D55B52}" destId="{43182563-8711-48E7-86F6-F31D80C55BEF}" srcOrd="2" destOrd="0" presId="urn:microsoft.com/office/officeart/2018/2/layout/IconLabelDescriptionList"/>
    <dgm:cxn modelId="{302555B1-0395-418E-BC8E-D2F77163FD85}" type="presParOf" srcId="{21145E4F-98B8-4B04-9E0B-C2B603D55B52}" destId="{AB9E6E33-E4C0-4588-BE60-FE195E0E7926}" srcOrd="3" destOrd="0" presId="urn:microsoft.com/office/officeart/2018/2/layout/IconLabelDescriptionList"/>
    <dgm:cxn modelId="{91430983-F781-48E6-98FD-EED2FAB88699}" type="presParOf" srcId="{21145E4F-98B8-4B04-9E0B-C2B603D55B52}" destId="{B8E3711A-018B-4F97-88F7-56197C0E8F2D}" srcOrd="4" destOrd="0" presId="urn:microsoft.com/office/officeart/2018/2/layout/IconLabelDescriptionList"/>
    <dgm:cxn modelId="{88ADFED7-E78E-4BCE-A655-125E7E981BA5}" type="presParOf" srcId="{57B00102-0D9C-4FE6-A5F1-D442DE77CE06}" destId="{F06332D7-58A7-48D1-AE02-684321956EEF}" srcOrd="5" destOrd="0" presId="urn:microsoft.com/office/officeart/2018/2/layout/IconLabelDescriptionList"/>
    <dgm:cxn modelId="{569EA1F5-09D9-4BB0-911B-DFEB35F83F69}" type="presParOf" srcId="{57B00102-0D9C-4FE6-A5F1-D442DE77CE06}" destId="{31320876-B9D1-412C-8633-1C287A6A9D58}" srcOrd="6" destOrd="0" presId="urn:microsoft.com/office/officeart/2018/2/layout/IconLabelDescriptionList"/>
    <dgm:cxn modelId="{557A9EA2-04A3-42C1-9C22-5F481CAC0845}" type="presParOf" srcId="{31320876-B9D1-412C-8633-1C287A6A9D58}" destId="{49E30BB2-A4B5-43BA-B10E-EEAFBA177A4B}" srcOrd="0" destOrd="0" presId="urn:microsoft.com/office/officeart/2018/2/layout/IconLabelDescriptionList"/>
    <dgm:cxn modelId="{808A6794-9617-4B0E-9A7E-7853670581BA}" type="presParOf" srcId="{31320876-B9D1-412C-8633-1C287A6A9D58}" destId="{EC2C3D2E-69EE-4756-8C23-847E84139F40}" srcOrd="1" destOrd="0" presId="urn:microsoft.com/office/officeart/2018/2/layout/IconLabelDescriptionList"/>
    <dgm:cxn modelId="{8F62976C-6014-4350-A5E3-FA7998494745}" type="presParOf" srcId="{31320876-B9D1-412C-8633-1C287A6A9D58}" destId="{490C66CE-2109-4B6E-A812-B07F44EF160E}" srcOrd="2" destOrd="0" presId="urn:microsoft.com/office/officeart/2018/2/layout/IconLabelDescriptionList"/>
    <dgm:cxn modelId="{D6551E25-0EE3-46A2-9689-3CC52EEC7F90}" type="presParOf" srcId="{31320876-B9D1-412C-8633-1C287A6A9D58}" destId="{8FFDDE28-072C-454E-B21D-6FF856EEFEC2}" srcOrd="3" destOrd="0" presId="urn:microsoft.com/office/officeart/2018/2/layout/IconLabelDescriptionList"/>
    <dgm:cxn modelId="{AD7DD0C7-347F-4BDF-B100-D4DADCE64C74}" type="presParOf" srcId="{31320876-B9D1-412C-8633-1C287A6A9D58}" destId="{B402E828-A67C-442D-B007-2F19AE17FC4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E30C6A8F-1E1D-4AAE-A866-629189C357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5696AC9-E158-4DCE-ABE8-63FC40B0E8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</a:t>
          </a:r>
        </a:p>
      </dgm:t>
    </dgm:pt>
    <dgm:pt modelId="{9626CC86-08CD-48CC-82DA-0DD7D38A3F47}" type="parTrans" cxnId="{F493BC3B-91E1-48D7-BB12-5B8618FBD548}">
      <dgm:prSet/>
      <dgm:spPr/>
      <dgm:t>
        <a:bodyPr/>
        <a:lstStyle/>
        <a:p>
          <a:endParaRPr lang="tr-TR"/>
        </a:p>
      </dgm:t>
    </dgm:pt>
    <dgm:pt modelId="{034F47C7-C172-4E61-BC17-B50C7871B01C}" type="sibTrans" cxnId="{F493BC3B-91E1-48D7-BB12-5B8618FBD548}">
      <dgm:prSet/>
      <dgm:spPr/>
      <dgm:t>
        <a:bodyPr/>
        <a:lstStyle/>
        <a:p>
          <a:endParaRPr lang="tr-TR"/>
        </a:p>
      </dgm:t>
    </dgm:pt>
    <dgm:pt modelId="{E7482981-50BB-4825-95DA-12970A3B78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part of the secp256k1 standard </a:t>
          </a:r>
          <a:endParaRPr lang="tr-TR"/>
        </a:p>
      </dgm:t>
    </dgm:pt>
    <dgm:pt modelId="{5206DEB0-EC7D-47CA-B182-5AFEBFAD7269}" type="parTrans" cxnId="{C429F5D4-4D50-4AEA-ABA0-45CA2C4A1E86}">
      <dgm:prSet/>
      <dgm:spPr/>
      <dgm:t>
        <a:bodyPr/>
        <a:lstStyle/>
        <a:p>
          <a:endParaRPr lang="tr-TR"/>
        </a:p>
      </dgm:t>
    </dgm:pt>
    <dgm:pt modelId="{1AE00E10-A204-4856-88AA-FC67E8A01477}" type="sibTrans" cxnId="{C429F5D4-4D50-4AEA-ABA0-45CA2C4A1E86}">
      <dgm:prSet/>
      <dgm:spPr/>
      <dgm:t>
        <a:bodyPr/>
        <a:lstStyle/>
        <a:p>
          <a:endParaRPr lang="tr-TR"/>
        </a:p>
      </dgm:t>
    </dgm:pt>
    <dgm:pt modelId="{BD92563D-A99B-456A-9895-01B3AF5C56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Always</a:t>
          </a:r>
          <a:r>
            <a:rPr lang="tr-TR"/>
            <a:t> </a:t>
          </a:r>
          <a:r>
            <a:rPr lang="en-US"/>
            <a:t>the</a:t>
          </a:r>
          <a:r>
            <a:rPr lang="tr-TR"/>
            <a:t> </a:t>
          </a:r>
          <a:r>
            <a:rPr lang="en-US"/>
            <a:t>same</a:t>
          </a:r>
          <a:endParaRPr lang="tr-TR"/>
        </a:p>
      </dgm:t>
    </dgm:pt>
    <dgm:pt modelId="{694EF9B6-7CDD-40D9-8FC6-280DA08FEFE0}" type="parTrans" cxnId="{83E87FA9-C490-404B-A5FD-45CA3AABD8CF}">
      <dgm:prSet/>
      <dgm:spPr/>
      <dgm:t>
        <a:bodyPr/>
        <a:lstStyle/>
        <a:p>
          <a:endParaRPr lang="tr-TR"/>
        </a:p>
      </dgm:t>
    </dgm:pt>
    <dgm:pt modelId="{453C6637-CC69-4EA1-96C7-BE1FA5BAA30B}" type="sibTrans" cxnId="{83E87FA9-C490-404B-A5FD-45CA3AABD8CF}">
      <dgm:prSet/>
      <dgm:spPr/>
      <dgm:t>
        <a:bodyPr/>
        <a:lstStyle/>
        <a:p>
          <a:endParaRPr lang="tr-TR"/>
        </a:p>
      </dgm:t>
    </dgm:pt>
    <dgm:pt modelId="{ACFB1B65-B49A-4CA6-8ED2-0CC2C555A3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Formula</a:t>
          </a:r>
        </a:p>
      </dgm:t>
    </dgm:pt>
    <dgm:pt modelId="{1BB2731D-2518-421C-AFB0-DB289D467DD6}" type="parTrans" cxnId="{A6C577DC-90ED-4F48-A9B2-01AFABC98E43}">
      <dgm:prSet/>
      <dgm:spPr/>
      <dgm:t>
        <a:bodyPr/>
        <a:lstStyle/>
        <a:p>
          <a:endParaRPr lang="tr-TR"/>
        </a:p>
      </dgm:t>
    </dgm:pt>
    <dgm:pt modelId="{67232845-B293-4800-9C19-7B81C297B209}" type="sibTrans" cxnId="{A6C577DC-90ED-4F48-A9B2-01AFABC98E43}">
      <dgm:prSet/>
      <dgm:spPr/>
      <dgm:t>
        <a:bodyPr/>
        <a:lstStyle/>
        <a:p>
          <a:endParaRPr lang="tr-TR"/>
        </a:p>
      </dgm:t>
    </dgm:pt>
    <dgm:pt modelId="{D2C026A1-22E4-4DBC-BB4B-A7A8AC5E37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generator point</a:t>
          </a:r>
          <a:endParaRPr lang="tr-TR"/>
        </a:p>
      </dgm:t>
    </dgm:pt>
    <dgm:pt modelId="{78200E8F-633A-4F1E-A0B8-ACCD88A485F5}" type="parTrans" cxnId="{41312ED2-4754-4E4A-A614-02E771C1795E}">
      <dgm:prSet/>
      <dgm:spPr/>
      <dgm:t>
        <a:bodyPr/>
        <a:lstStyle/>
        <a:p>
          <a:endParaRPr lang="tr-TR"/>
        </a:p>
      </dgm:t>
    </dgm:pt>
    <dgm:pt modelId="{B5C70850-6DC0-4857-A250-DF2EA5DE1907}" type="sibTrans" cxnId="{41312ED2-4754-4E4A-A614-02E771C1795E}">
      <dgm:prSet/>
      <dgm:spPr/>
      <dgm:t>
        <a:bodyPr/>
        <a:lstStyle/>
        <a:p>
          <a:endParaRPr lang="tr-TR"/>
        </a:p>
      </dgm:t>
    </dgm:pt>
    <dgm:pt modelId="{C3BD9BDB-45CB-4202-B192-07645C7A37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all keys in bitcoin</a:t>
          </a:r>
          <a:endParaRPr lang="tr-TR"/>
        </a:p>
      </dgm:t>
    </dgm:pt>
    <dgm:pt modelId="{81E06FF4-8C3A-42D7-84DC-320A61B2C20E}" type="parTrans" cxnId="{12B5B8C3-D023-4B3C-A567-CA1DBCED7948}">
      <dgm:prSet/>
      <dgm:spPr/>
      <dgm:t>
        <a:bodyPr/>
        <a:lstStyle/>
        <a:p>
          <a:endParaRPr lang="tr-TR"/>
        </a:p>
      </dgm:t>
    </dgm:pt>
    <dgm:pt modelId="{C9C3CF2D-8077-4781-8AD3-F44E9439C21A}" type="sibTrans" cxnId="{12B5B8C3-D023-4B3C-A567-CA1DBCED7948}">
      <dgm:prSet/>
      <dgm:spPr/>
      <dgm:t>
        <a:bodyPr/>
        <a:lstStyle/>
        <a:p>
          <a:endParaRPr lang="tr-TR"/>
        </a:p>
      </dgm:t>
    </dgm:pt>
    <dgm:pt modelId="{21F6616E-E28A-418C-98B1-E440C6B800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K </a:t>
          </a:r>
          <a:r>
            <a:rPr lang="tr-TR"/>
            <a:t>= </a:t>
          </a:r>
          <a:r>
            <a:rPr lang="tr-TR" i="1"/>
            <a:t>k </a:t>
          </a:r>
          <a:r>
            <a:rPr lang="tr-TR"/>
            <a:t>*</a:t>
          </a:r>
          <a:r>
            <a:rPr lang="tr-TR" i="1"/>
            <a:t>G</a:t>
          </a:r>
          <a:endParaRPr lang="tr-TR"/>
        </a:p>
      </dgm:t>
    </dgm:pt>
    <dgm:pt modelId="{72B15527-57B9-403C-8F06-9598271FE804}" type="parTrans" cxnId="{6A4BC650-78D6-4097-AE73-2BBBBFC13785}">
      <dgm:prSet/>
      <dgm:spPr/>
      <dgm:t>
        <a:bodyPr/>
        <a:lstStyle/>
        <a:p>
          <a:endParaRPr lang="tr-TR"/>
        </a:p>
      </dgm:t>
    </dgm:pt>
    <dgm:pt modelId="{4B688D60-2103-4B10-9E7F-C040201E9A9E}" type="sibTrans" cxnId="{6A4BC650-78D6-4097-AE73-2BBBBFC13785}">
      <dgm:prSet/>
      <dgm:spPr/>
      <dgm:t>
        <a:bodyPr/>
        <a:lstStyle/>
        <a:p>
          <a:endParaRPr lang="tr-TR"/>
        </a:p>
      </dgm:t>
    </dgm:pt>
    <dgm:pt modelId="{B769249E-9298-44AB-B8EF-74C1FDA6FA97}" type="pres">
      <dgm:prSet presAssocID="{E30C6A8F-1E1D-4AAE-A866-629189C35768}" presName="root" presStyleCnt="0">
        <dgm:presLayoutVars>
          <dgm:dir/>
          <dgm:resizeHandles val="exact"/>
        </dgm:presLayoutVars>
      </dgm:prSet>
      <dgm:spPr/>
    </dgm:pt>
    <dgm:pt modelId="{E2BEE435-A942-4C9F-B9BD-8CD4614F8F05}" type="pres">
      <dgm:prSet presAssocID="{55696AC9-E158-4DCE-ABE8-63FC40B0E8E3}" presName="compNode" presStyleCnt="0"/>
      <dgm:spPr/>
    </dgm:pt>
    <dgm:pt modelId="{7837FFB8-DA78-40CA-AF23-4A3FF3149F75}" type="pres">
      <dgm:prSet presAssocID="{55696AC9-E158-4DCE-ABE8-63FC40B0E8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7A5A93-61DD-4544-BE64-68F7AA12F1DC}" type="pres">
      <dgm:prSet presAssocID="{55696AC9-E158-4DCE-ABE8-63FC40B0E8E3}" presName="iconSpace" presStyleCnt="0"/>
      <dgm:spPr/>
    </dgm:pt>
    <dgm:pt modelId="{E32C40BD-A969-4915-8BDF-862ACBD3885D}" type="pres">
      <dgm:prSet presAssocID="{55696AC9-E158-4DCE-ABE8-63FC40B0E8E3}" presName="parTx" presStyleLbl="revTx" presStyleIdx="0" presStyleCnt="6">
        <dgm:presLayoutVars>
          <dgm:chMax val="0"/>
          <dgm:chPref val="0"/>
        </dgm:presLayoutVars>
      </dgm:prSet>
      <dgm:spPr/>
    </dgm:pt>
    <dgm:pt modelId="{2D68E6C4-547E-4BF9-A3BD-22F9A2CA4B82}" type="pres">
      <dgm:prSet presAssocID="{55696AC9-E158-4DCE-ABE8-63FC40B0E8E3}" presName="txSpace" presStyleCnt="0"/>
      <dgm:spPr/>
    </dgm:pt>
    <dgm:pt modelId="{B80C7214-6496-4461-BFC3-274F480975C9}" type="pres">
      <dgm:prSet presAssocID="{55696AC9-E158-4DCE-ABE8-63FC40B0E8E3}" presName="desTx" presStyleLbl="revTx" presStyleIdx="1" presStyleCnt="6">
        <dgm:presLayoutVars/>
      </dgm:prSet>
      <dgm:spPr/>
    </dgm:pt>
    <dgm:pt modelId="{80DFDE51-B4B4-4C81-A315-44752521A4D5}" type="pres">
      <dgm:prSet presAssocID="{034F47C7-C172-4E61-BC17-B50C7871B01C}" presName="sibTrans" presStyleCnt="0"/>
      <dgm:spPr/>
    </dgm:pt>
    <dgm:pt modelId="{CC32197D-F943-42E7-94B0-DF20CC97CA93}" type="pres">
      <dgm:prSet presAssocID="{BD92563D-A99B-456A-9895-01B3AF5C5650}" presName="compNode" presStyleCnt="0"/>
      <dgm:spPr/>
    </dgm:pt>
    <dgm:pt modelId="{2C73003B-2CF4-4018-9DF5-C4F89EEFB511}" type="pres">
      <dgm:prSet presAssocID="{BD92563D-A99B-456A-9895-01B3AF5C56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3AB65B0-0641-4483-B1CA-1703551074B8}" type="pres">
      <dgm:prSet presAssocID="{BD92563D-A99B-456A-9895-01B3AF5C5650}" presName="iconSpace" presStyleCnt="0"/>
      <dgm:spPr/>
    </dgm:pt>
    <dgm:pt modelId="{794EE967-C3AB-41C9-90E7-E278B76BC5C7}" type="pres">
      <dgm:prSet presAssocID="{BD92563D-A99B-456A-9895-01B3AF5C5650}" presName="parTx" presStyleLbl="revTx" presStyleIdx="2" presStyleCnt="6">
        <dgm:presLayoutVars>
          <dgm:chMax val="0"/>
          <dgm:chPref val="0"/>
        </dgm:presLayoutVars>
      </dgm:prSet>
      <dgm:spPr/>
    </dgm:pt>
    <dgm:pt modelId="{0413389E-164E-4F3C-9165-C745F1E14C6F}" type="pres">
      <dgm:prSet presAssocID="{BD92563D-A99B-456A-9895-01B3AF5C5650}" presName="txSpace" presStyleCnt="0"/>
      <dgm:spPr/>
    </dgm:pt>
    <dgm:pt modelId="{3247ECDA-57D9-4416-BF14-BF3ED8C728A7}" type="pres">
      <dgm:prSet presAssocID="{BD92563D-A99B-456A-9895-01B3AF5C5650}" presName="desTx" presStyleLbl="revTx" presStyleIdx="3" presStyleCnt="6">
        <dgm:presLayoutVars/>
      </dgm:prSet>
      <dgm:spPr/>
    </dgm:pt>
    <dgm:pt modelId="{202D98C3-623C-472C-A08D-0ECDF78C8737}" type="pres">
      <dgm:prSet presAssocID="{453C6637-CC69-4EA1-96C7-BE1FA5BAA30B}" presName="sibTrans" presStyleCnt="0"/>
      <dgm:spPr/>
    </dgm:pt>
    <dgm:pt modelId="{15B0AC2E-B6B8-4CB4-98EC-0D34E086CDD7}" type="pres">
      <dgm:prSet presAssocID="{ACFB1B65-B49A-4CA6-8ED2-0CC2C555A371}" presName="compNode" presStyleCnt="0"/>
      <dgm:spPr/>
    </dgm:pt>
    <dgm:pt modelId="{7938A037-0D36-46A3-A33A-20D01BBAA462}" type="pres">
      <dgm:prSet presAssocID="{ACFB1B65-B49A-4CA6-8ED2-0CC2C555A3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E6DE633-4FA6-4FAC-A988-60EC67800863}" type="pres">
      <dgm:prSet presAssocID="{ACFB1B65-B49A-4CA6-8ED2-0CC2C555A371}" presName="iconSpace" presStyleCnt="0"/>
      <dgm:spPr/>
    </dgm:pt>
    <dgm:pt modelId="{5DC6D1B4-D242-4FDB-B54F-41E4475482D1}" type="pres">
      <dgm:prSet presAssocID="{ACFB1B65-B49A-4CA6-8ED2-0CC2C555A371}" presName="parTx" presStyleLbl="revTx" presStyleIdx="4" presStyleCnt="6">
        <dgm:presLayoutVars>
          <dgm:chMax val="0"/>
          <dgm:chPref val="0"/>
        </dgm:presLayoutVars>
      </dgm:prSet>
      <dgm:spPr/>
    </dgm:pt>
    <dgm:pt modelId="{F526CF4E-6457-4B00-AC00-3FB25BCB9E95}" type="pres">
      <dgm:prSet presAssocID="{ACFB1B65-B49A-4CA6-8ED2-0CC2C555A371}" presName="txSpace" presStyleCnt="0"/>
      <dgm:spPr/>
    </dgm:pt>
    <dgm:pt modelId="{FC04BC3B-9890-46E8-AAFC-C328E03927A1}" type="pres">
      <dgm:prSet presAssocID="{ACFB1B65-B49A-4CA6-8ED2-0CC2C555A371}" presName="desTx" presStyleLbl="revTx" presStyleIdx="5" presStyleCnt="6">
        <dgm:presLayoutVars/>
      </dgm:prSet>
      <dgm:spPr/>
    </dgm:pt>
  </dgm:ptLst>
  <dgm:cxnLst>
    <dgm:cxn modelId="{93D04400-DC30-4C72-BEFC-5252D24B345B}" type="presOf" srcId="{D2C026A1-22E4-4DBC-BB4B-A7A8AC5E373E}" destId="{B80C7214-6496-4461-BFC3-274F480975C9}" srcOrd="0" destOrd="0" presId="urn:microsoft.com/office/officeart/2018/5/layout/CenteredIconLabelDescriptionList"/>
    <dgm:cxn modelId="{BFC34020-6DA2-41D8-97FE-1B53322CC263}" type="presOf" srcId="{ACFB1B65-B49A-4CA6-8ED2-0CC2C555A371}" destId="{5DC6D1B4-D242-4FDB-B54F-41E4475482D1}" srcOrd="0" destOrd="0" presId="urn:microsoft.com/office/officeart/2018/5/layout/CenteredIconLabelDescriptionList"/>
    <dgm:cxn modelId="{0FF42934-2E8F-4DFC-B013-8EE4DA3B4BB9}" type="presOf" srcId="{C3BD9BDB-45CB-4202-B192-07645C7A37C2}" destId="{3247ECDA-57D9-4416-BF14-BF3ED8C728A7}" srcOrd="0" destOrd="0" presId="urn:microsoft.com/office/officeart/2018/5/layout/CenteredIconLabelDescriptionList"/>
    <dgm:cxn modelId="{F493BC3B-91E1-48D7-BB12-5B8618FBD548}" srcId="{E30C6A8F-1E1D-4AAE-A866-629189C35768}" destId="{55696AC9-E158-4DCE-ABE8-63FC40B0E8E3}" srcOrd="0" destOrd="0" parTransId="{9626CC86-08CD-48CC-82DA-0DD7D38A3F47}" sibTransId="{034F47C7-C172-4E61-BC17-B50C7871B01C}"/>
    <dgm:cxn modelId="{6A4BC650-78D6-4097-AE73-2BBBBFC13785}" srcId="{ACFB1B65-B49A-4CA6-8ED2-0CC2C555A371}" destId="{21F6616E-E28A-418C-98B1-E440C6B800BE}" srcOrd="0" destOrd="0" parTransId="{72B15527-57B9-403C-8F06-9598271FE804}" sibTransId="{4B688D60-2103-4B10-9E7F-C040201E9A9E}"/>
    <dgm:cxn modelId="{C6DCD055-F31C-46F2-982F-4233B2847DDB}" type="presOf" srcId="{BD92563D-A99B-456A-9895-01B3AF5C5650}" destId="{794EE967-C3AB-41C9-90E7-E278B76BC5C7}" srcOrd="0" destOrd="0" presId="urn:microsoft.com/office/officeart/2018/5/layout/CenteredIconLabelDescriptionList"/>
    <dgm:cxn modelId="{C715C498-8A43-49A0-AC88-8E7B7AD5DD8A}" type="presOf" srcId="{E7482981-50BB-4825-95DA-12970A3B78DD}" destId="{B80C7214-6496-4461-BFC3-274F480975C9}" srcOrd="0" destOrd="1" presId="urn:microsoft.com/office/officeart/2018/5/layout/CenteredIconLabelDescriptionList"/>
    <dgm:cxn modelId="{83E87FA9-C490-404B-A5FD-45CA3AABD8CF}" srcId="{E30C6A8F-1E1D-4AAE-A866-629189C35768}" destId="{BD92563D-A99B-456A-9895-01B3AF5C5650}" srcOrd="1" destOrd="0" parTransId="{694EF9B6-7CDD-40D9-8FC6-280DA08FEFE0}" sibTransId="{453C6637-CC69-4EA1-96C7-BE1FA5BAA30B}"/>
    <dgm:cxn modelId="{12B5B8C3-D023-4B3C-A567-CA1DBCED7948}" srcId="{BD92563D-A99B-456A-9895-01B3AF5C5650}" destId="{C3BD9BDB-45CB-4202-B192-07645C7A37C2}" srcOrd="0" destOrd="0" parTransId="{81E06FF4-8C3A-42D7-84DC-320A61B2C20E}" sibTransId="{C9C3CF2D-8077-4781-8AD3-F44E9439C21A}"/>
    <dgm:cxn modelId="{DD85E1C9-240E-4E5F-BFD8-29CB3FBB6382}" type="presOf" srcId="{E30C6A8F-1E1D-4AAE-A866-629189C35768}" destId="{B769249E-9298-44AB-B8EF-74C1FDA6FA97}" srcOrd="0" destOrd="0" presId="urn:microsoft.com/office/officeart/2018/5/layout/CenteredIconLabelDescriptionList"/>
    <dgm:cxn modelId="{41312ED2-4754-4E4A-A614-02E771C1795E}" srcId="{55696AC9-E158-4DCE-ABE8-63FC40B0E8E3}" destId="{D2C026A1-22E4-4DBC-BB4B-A7A8AC5E373E}" srcOrd="0" destOrd="0" parTransId="{78200E8F-633A-4F1E-A0B8-ACCD88A485F5}" sibTransId="{B5C70850-6DC0-4857-A250-DF2EA5DE1907}"/>
    <dgm:cxn modelId="{C429F5D4-4D50-4AEA-ABA0-45CA2C4A1E86}" srcId="{55696AC9-E158-4DCE-ABE8-63FC40B0E8E3}" destId="{E7482981-50BB-4825-95DA-12970A3B78DD}" srcOrd="1" destOrd="0" parTransId="{5206DEB0-EC7D-47CA-B182-5AFEBFAD7269}" sibTransId="{1AE00E10-A204-4856-88AA-FC67E8A01477}"/>
    <dgm:cxn modelId="{A6C577DC-90ED-4F48-A9B2-01AFABC98E43}" srcId="{E30C6A8F-1E1D-4AAE-A866-629189C35768}" destId="{ACFB1B65-B49A-4CA6-8ED2-0CC2C555A371}" srcOrd="2" destOrd="0" parTransId="{1BB2731D-2518-421C-AFB0-DB289D467DD6}" sibTransId="{67232845-B293-4800-9C19-7B81C297B209}"/>
    <dgm:cxn modelId="{592D9DF3-816F-4435-B628-8A96BA6371D2}" type="presOf" srcId="{21F6616E-E28A-418C-98B1-E440C6B800BE}" destId="{FC04BC3B-9890-46E8-AAFC-C328E03927A1}" srcOrd="0" destOrd="0" presId="urn:microsoft.com/office/officeart/2018/5/layout/CenteredIconLabelDescriptionList"/>
    <dgm:cxn modelId="{B0D736F4-58D3-4E3E-BF73-49B3A8F35F73}" type="presOf" srcId="{55696AC9-E158-4DCE-ABE8-63FC40B0E8E3}" destId="{E32C40BD-A969-4915-8BDF-862ACBD3885D}" srcOrd="0" destOrd="0" presId="urn:microsoft.com/office/officeart/2018/5/layout/CenteredIconLabelDescriptionList"/>
    <dgm:cxn modelId="{BC5043DB-097A-4FA0-9B21-FD8E432B6CCB}" type="presParOf" srcId="{B769249E-9298-44AB-B8EF-74C1FDA6FA97}" destId="{E2BEE435-A942-4C9F-B9BD-8CD4614F8F05}" srcOrd="0" destOrd="0" presId="urn:microsoft.com/office/officeart/2018/5/layout/CenteredIconLabelDescriptionList"/>
    <dgm:cxn modelId="{75D36159-5FC8-4E7C-A5FE-C8C9467F1ED0}" type="presParOf" srcId="{E2BEE435-A942-4C9F-B9BD-8CD4614F8F05}" destId="{7837FFB8-DA78-40CA-AF23-4A3FF3149F75}" srcOrd="0" destOrd="0" presId="urn:microsoft.com/office/officeart/2018/5/layout/CenteredIconLabelDescriptionList"/>
    <dgm:cxn modelId="{9AB1116B-CD26-41DE-B1E4-0F471D41E54A}" type="presParOf" srcId="{E2BEE435-A942-4C9F-B9BD-8CD4614F8F05}" destId="{657A5A93-61DD-4544-BE64-68F7AA12F1DC}" srcOrd="1" destOrd="0" presId="urn:microsoft.com/office/officeart/2018/5/layout/CenteredIconLabelDescriptionList"/>
    <dgm:cxn modelId="{F9ADCEFB-CEDC-4572-8A13-6A108E9AB031}" type="presParOf" srcId="{E2BEE435-A942-4C9F-B9BD-8CD4614F8F05}" destId="{E32C40BD-A969-4915-8BDF-862ACBD3885D}" srcOrd="2" destOrd="0" presId="urn:microsoft.com/office/officeart/2018/5/layout/CenteredIconLabelDescriptionList"/>
    <dgm:cxn modelId="{209E2937-433E-4F54-B109-DC6F4BAD2D3F}" type="presParOf" srcId="{E2BEE435-A942-4C9F-B9BD-8CD4614F8F05}" destId="{2D68E6C4-547E-4BF9-A3BD-22F9A2CA4B82}" srcOrd="3" destOrd="0" presId="urn:microsoft.com/office/officeart/2018/5/layout/CenteredIconLabelDescriptionList"/>
    <dgm:cxn modelId="{9965D128-19C2-4BCB-88E3-17D079F284B1}" type="presParOf" srcId="{E2BEE435-A942-4C9F-B9BD-8CD4614F8F05}" destId="{B80C7214-6496-4461-BFC3-274F480975C9}" srcOrd="4" destOrd="0" presId="urn:microsoft.com/office/officeart/2018/5/layout/CenteredIconLabelDescriptionList"/>
    <dgm:cxn modelId="{82470226-0A47-4EF9-A89D-E25E1810E0A5}" type="presParOf" srcId="{B769249E-9298-44AB-B8EF-74C1FDA6FA97}" destId="{80DFDE51-B4B4-4C81-A315-44752521A4D5}" srcOrd="1" destOrd="0" presId="urn:microsoft.com/office/officeart/2018/5/layout/CenteredIconLabelDescriptionList"/>
    <dgm:cxn modelId="{AF8E4151-AE20-4613-A637-96D3D41F890E}" type="presParOf" srcId="{B769249E-9298-44AB-B8EF-74C1FDA6FA97}" destId="{CC32197D-F943-42E7-94B0-DF20CC97CA93}" srcOrd="2" destOrd="0" presId="urn:microsoft.com/office/officeart/2018/5/layout/CenteredIconLabelDescriptionList"/>
    <dgm:cxn modelId="{EA91053D-BC40-407E-9B70-7EBF245B0AD8}" type="presParOf" srcId="{CC32197D-F943-42E7-94B0-DF20CC97CA93}" destId="{2C73003B-2CF4-4018-9DF5-C4F89EEFB511}" srcOrd="0" destOrd="0" presId="urn:microsoft.com/office/officeart/2018/5/layout/CenteredIconLabelDescriptionList"/>
    <dgm:cxn modelId="{210A0EF9-D92A-4F1F-B3C7-EB583A6DE053}" type="presParOf" srcId="{CC32197D-F943-42E7-94B0-DF20CC97CA93}" destId="{33AB65B0-0641-4483-B1CA-1703551074B8}" srcOrd="1" destOrd="0" presId="urn:microsoft.com/office/officeart/2018/5/layout/CenteredIconLabelDescriptionList"/>
    <dgm:cxn modelId="{2B5859B4-D28D-4D21-BE08-8605512C543F}" type="presParOf" srcId="{CC32197D-F943-42E7-94B0-DF20CC97CA93}" destId="{794EE967-C3AB-41C9-90E7-E278B76BC5C7}" srcOrd="2" destOrd="0" presId="urn:microsoft.com/office/officeart/2018/5/layout/CenteredIconLabelDescriptionList"/>
    <dgm:cxn modelId="{E2AD1290-889F-4676-9A67-139AB825BBF5}" type="presParOf" srcId="{CC32197D-F943-42E7-94B0-DF20CC97CA93}" destId="{0413389E-164E-4F3C-9165-C745F1E14C6F}" srcOrd="3" destOrd="0" presId="urn:microsoft.com/office/officeart/2018/5/layout/CenteredIconLabelDescriptionList"/>
    <dgm:cxn modelId="{F5D96FD1-372E-4E1B-9940-5E165D9C37D8}" type="presParOf" srcId="{CC32197D-F943-42E7-94B0-DF20CC97CA93}" destId="{3247ECDA-57D9-4416-BF14-BF3ED8C728A7}" srcOrd="4" destOrd="0" presId="urn:microsoft.com/office/officeart/2018/5/layout/CenteredIconLabelDescriptionList"/>
    <dgm:cxn modelId="{691384E5-BE27-417B-87EC-5B4C448873D2}" type="presParOf" srcId="{B769249E-9298-44AB-B8EF-74C1FDA6FA97}" destId="{202D98C3-623C-472C-A08D-0ECDF78C8737}" srcOrd="3" destOrd="0" presId="urn:microsoft.com/office/officeart/2018/5/layout/CenteredIconLabelDescriptionList"/>
    <dgm:cxn modelId="{30B499A8-0124-4673-94DA-83AC96BECBC7}" type="presParOf" srcId="{B769249E-9298-44AB-B8EF-74C1FDA6FA97}" destId="{15B0AC2E-B6B8-4CB4-98EC-0D34E086CDD7}" srcOrd="4" destOrd="0" presId="urn:microsoft.com/office/officeart/2018/5/layout/CenteredIconLabelDescriptionList"/>
    <dgm:cxn modelId="{26B24144-4D01-48AF-AB9C-721D13F02FD5}" type="presParOf" srcId="{15B0AC2E-B6B8-4CB4-98EC-0D34E086CDD7}" destId="{7938A037-0D36-46A3-A33A-20D01BBAA462}" srcOrd="0" destOrd="0" presId="urn:microsoft.com/office/officeart/2018/5/layout/CenteredIconLabelDescriptionList"/>
    <dgm:cxn modelId="{A05C2011-EB26-4E28-9617-90E6A6505AEA}" type="presParOf" srcId="{15B0AC2E-B6B8-4CB4-98EC-0D34E086CDD7}" destId="{CE6DE633-4FA6-4FAC-A988-60EC67800863}" srcOrd="1" destOrd="0" presId="urn:microsoft.com/office/officeart/2018/5/layout/CenteredIconLabelDescriptionList"/>
    <dgm:cxn modelId="{DA457600-D725-4141-BFE1-576917653E41}" type="presParOf" srcId="{15B0AC2E-B6B8-4CB4-98EC-0D34E086CDD7}" destId="{5DC6D1B4-D242-4FDB-B54F-41E4475482D1}" srcOrd="2" destOrd="0" presId="urn:microsoft.com/office/officeart/2018/5/layout/CenteredIconLabelDescriptionList"/>
    <dgm:cxn modelId="{983F47EC-C079-4807-812A-92692DB2753F}" type="presParOf" srcId="{15B0AC2E-B6B8-4CB4-98EC-0D34E086CDD7}" destId="{F526CF4E-6457-4B00-AC00-3FB25BCB9E95}" srcOrd="3" destOrd="0" presId="urn:microsoft.com/office/officeart/2018/5/layout/CenteredIconLabelDescriptionList"/>
    <dgm:cxn modelId="{0B4A7F82-6508-475D-8B49-2BF7CB6E6FAB}" type="presParOf" srcId="{15B0AC2E-B6B8-4CB4-98EC-0D34E086CDD7}" destId="{FC04BC3B-9890-46E8-AAFC-C328E03927A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E30C6A8F-1E1D-4AAE-A866-629189C357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CFB1B65-B49A-4CA6-8ED2-0CC2C555A3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Formula</a:t>
          </a:r>
        </a:p>
      </dgm:t>
    </dgm:pt>
    <dgm:pt modelId="{1BB2731D-2518-421C-AFB0-DB289D467DD6}" type="parTrans" cxnId="{A6C577DC-90ED-4F48-A9B2-01AFABC98E43}">
      <dgm:prSet/>
      <dgm:spPr/>
      <dgm:t>
        <a:bodyPr/>
        <a:lstStyle/>
        <a:p>
          <a:endParaRPr lang="tr-TR"/>
        </a:p>
      </dgm:t>
    </dgm:pt>
    <dgm:pt modelId="{67232845-B293-4800-9C19-7B81C297B209}" type="sibTrans" cxnId="{A6C577DC-90ED-4F48-A9B2-01AFABC98E43}">
      <dgm:prSet/>
      <dgm:spPr/>
      <dgm:t>
        <a:bodyPr/>
        <a:lstStyle/>
        <a:p>
          <a:endParaRPr lang="tr-TR"/>
        </a:p>
      </dgm:t>
    </dgm:pt>
    <dgm:pt modelId="{967C6E94-79E7-4F6D-BD45-62158F9E89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1"/>
            <a:t>k</a:t>
          </a:r>
          <a:endParaRPr lang="tr-TR"/>
        </a:p>
      </dgm:t>
    </dgm:pt>
    <dgm:pt modelId="{BAAE25D3-496F-4FBF-8962-C09F79E66229}" type="parTrans" cxnId="{E453BF74-034B-470A-B488-9107CD35744B}">
      <dgm:prSet/>
      <dgm:spPr/>
      <dgm:t>
        <a:bodyPr/>
        <a:lstStyle/>
        <a:p>
          <a:endParaRPr lang="tr-TR"/>
        </a:p>
      </dgm:t>
    </dgm:pt>
    <dgm:pt modelId="{73343FB3-06DB-4974-B7A1-0F84F51F61D0}" type="sibTrans" cxnId="{E453BF74-034B-470A-B488-9107CD35744B}">
      <dgm:prSet/>
      <dgm:spPr/>
      <dgm:t>
        <a:bodyPr/>
        <a:lstStyle/>
        <a:p>
          <a:endParaRPr lang="tr-TR"/>
        </a:p>
      </dgm:t>
    </dgm:pt>
    <dgm:pt modelId="{4E1C9D1D-91BA-4FC4-AF9E-987441A0D9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G</a:t>
          </a:r>
          <a:endParaRPr lang="tr-TR"/>
        </a:p>
      </dgm:t>
    </dgm:pt>
    <dgm:pt modelId="{D6FA76D5-376A-4ECE-B3F5-72ECF40D92FA}" type="parTrans" cxnId="{331B74D7-2CA3-4164-AF8D-E147118756B5}">
      <dgm:prSet/>
      <dgm:spPr/>
      <dgm:t>
        <a:bodyPr/>
        <a:lstStyle/>
        <a:p>
          <a:endParaRPr lang="tr-TR"/>
        </a:p>
      </dgm:t>
    </dgm:pt>
    <dgm:pt modelId="{CFD725D1-6CC8-46B5-BA1F-375DE2280232}" type="sibTrans" cxnId="{331B74D7-2CA3-4164-AF8D-E147118756B5}">
      <dgm:prSet/>
      <dgm:spPr/>
      <dgm:t>
        <a:bodyPr/>
        <a:lstStyle/>
        <a:p>
          <a:endParaRPr lang="tr-TR"/>
        </a:p>
      </dgm:t>
    </dgm:pt>
    <dgm:pt modelId="{5DE22F22-F4E3-4F6C-B33E-C4F530365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K</a:t>
          </a:r>
          <a:endParaRPr lang="tr-TR"/>
        </a:p>
      </dgm:t>
    </dgm:pt>
    <dgm:pt modelId="{7ECBB1FC-7351-451F-A76B-71A7C7804B0F}" type="parTrans" cxnId="{BD0F589A-4F38-4D5D-8E29-F32F6FBC0955}">
      <dgm:prSet/>
      <dgm:spPr/>
      <dgm:t>
        <a:bodyPr/>
        <a:lstStyle/>
        <a:p>
          <a:endParaRPr lang="tr-TR"/>
        </a:p>
      </dgm:t>
    </dgm:pt>
    <dgm:pt modelId="{211AD4CC-A467-4104-B27F-81BE3700A2A2}" type="sibTrans" cxnId="{BD0F589A-4F38-4D5D-8E29-F32F6FBC0955}">
      <dgm:prSet/>
      <dgm:spPr/>
      <dgm:t>
        <a:bodyPr/>
        <a:lstStyle/>
        <a:p>
          <a:endParaRPr lang="tr-TR"/>
        </a:p>
      </dgm:t>
    </dgm:pt>
    <dgm:pt modelId="{80D0B3E0-E752-4134-9B3B-3CDFF8512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point on the curve</a:t>
          </a:r>
        </a:p>
      </dgm:t>
    </dgm:pt>
    <dgm:pt modelId="{1133F66F-9E09-427E-A220-CBEFC980C332}" type="parTrans" cxnId="{4DA7A848-44DA-4386-9798-B4C00E83ADF1}">
      <dgm:prSet/>
      <dgm:spPr/>
      <dgm:t>
        <a:bodyPr/>
        <a:lstStyle/>
        <a:p>
          <a:endParaRPr lang="en-US"/>
        </a:p>
      </dgm:t>
    </dgm:pt>
    <dgm:pt modelId="{C7CA148C-7AE0-4398-BF15-9A5A12B8698B}" type="sibTrans" cxnId="{4DA7A848-44DA-4386-9798-B4C00E83ADF1}">
      <dgm:prSet/>
      <dgm:spPr/>
      <dgm:t>
        <a:bodyPr/>
        <a:lstStyle/>
        <a:p>
          <a:endParaRPr lang="en-US"/>
        </a:p>
      </dgm:t>
    </dgm:pt>
    <dgm:pt modelId="{21F6616E-E28A-418C-98B1-E440C6B800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K </a:t>
          </a:r>
          <a:r>
            <a:rPr lang="tr-TR"/>
            <a:t>= </a:t>
          </a:r>
          <a:r>
            <a:rPr lang="tr-TR" i="1"/>
            <a:t>k </a:t>
          </a:r>
          <a:r>
            <a:rPr lang="tr-TR"/>
            <a:t>*</a:t>
          </a:r>
          <a:r>
            <a:rPr lang="tr-TR" i="1"/>
            <a:t>G</a:t>
          </a:r>
          <a:endParaRPr lang="tr-TR"/>
        </a:p>
      </dgm:t>
    </dgm:pt>
    <dgm:pt modelId="{72B15527-57B9-403C-8F06-9598271FE804}" type="parTrans" cxnId="{6A4BC650-78D6-4097-AE73-2BBBBFC13785}">
      <dgm:prSet/>
      <dgm:spPr/>
      <dgm:t>
        <a:bodyPr/>
        <a:lstStyle/>
        <a:p>
          <a:endParaRPr lang="tr-TR"/>
        </a:p>
      </dgm:t>
    </dgm:pt>
    <dgm:pt modelId="{4B688D60-2103-4B10-9E7F-C040201E9A9E}" type="sibTrans" cxnId="{6A4BC650-78D6-4097-AE73-2BBBBFC13785}">
      <dgm:prSet/>
      <dgm:spPr/>
      <dgm:t>
        <a:bodyPr/>
        <a:lstStyle/>
        <a:p>
          <a:endParaRPr lang="tr-TR"/>
        </a:p>
      </dgm:t>
    </dgm:pt>
    <dgm:pt modelId="{4B24DEFB-25EE-4725-882D-BAE48EB7B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 key </a:t>
          </a:r>
          <a:endParaRPr lang="tr-TR"/>
        </a:p>
      </dgm:t>
    </dgm:pt>
    <dgm:pt modelId="{4B1EA39F-5DFB-4014-B758-D5E14F134011}" type="parTrans" cxnId="{AB2ECB82-500F-406B-969C-539A8F73DEA6}">
      <dgm:prSet/>
      <dgm:spPr/>
      <dgm:t>
        <a:bodyPr/>
        <a:lstStyle/>
        <a:p>
          <a:endParaRPr lang="tr-TR"/>
        </a:p>
      </dgm:t>
    </dgm:pt>
    <dgm:pt modelId="{650EC664-C67B-45DD-9FA5-2C1370C71825}" type="sibTrans" cxnId="{AB2ECB82-500F-406B-969C-539A8F73DEA6}">
      <dgm:prSet/>
      <dgm:spPr/>
      <dgm:t>
        <a:bodyPr/>
        <a:lstStyle/>
        <a:p>
          <a:endParaRPr lang="tr-TR"/>
        </a:p>
      </dgm:t>
    </dgm:pt>
    <dgm:pt modelId="{CAD12738-D1EF-447A-859C-E64B7CDA2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generator point </a:t>
          </a:r>
          <a:endParaRPr lang="tr-TR"/>
        </a:p>
      </dgm:t>
    </dgm:pt>
    <dgm:pt modelId="{531578C5-AEC7-4EF9-8364-2FFA805B9346}" type="parTrans" cxnId="{26418F90-2AAA-4CD9-BA7D-282C0CEE3E94}">
      <dgm:prSet/>
      <dgm:spPr/>
      <dgm:t>
        <a:bodyPr/>
        <a:lstStyle/>
        <a:p>
          <a:endParaRPr lang="tr-TR"/>
        </a:p>
      </dgm:t>
    </dgm:pt>
    <dgm:pt modelId="{BBB18F22-F33F-4E88-82DF-3F1525F6B9D0}" type="sibTrans" cxnId="{26418F90-2AAA-4CD9-BA7D-282C0CEE3E94}">
      <dgm:prSet/>
      <dgm:spPr/>
      <dgm:t>
        <a:bodyPr/>
        <a:lstStyle/>
        <a:p>
          <a:endParaRPr lang="tr-TR"/>
        </a:p>
      </dgm:t>
    </dgm:pt>
    <dgm:pt modelId="{CA8DA628-59BB-4B7A-9EB3-E7B0261631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resulting public key </a:t>
          </a:r>
          <a:endParaRPr lang="tr-TR"/>
        </a:p>
      </dgm:t>
    </dgm:pt>
    <dgm:pt modelId="{787B7C01-D11C-4CB2-9AEE-476AEBD68CD6}" type="parTrans" cxnId="{1BD25BCA-F608-4849-9206-1BDE847E567B}">
      <dgm:prSet/>
      <dgm:spPr/>
      <dgm:t>
        <a:bodyPr/>
        <a:lstStyle/>
        <a:p>
          <a:endParaRPr lang="tr-TR"/>
        </a:p>
      </dgm:t>
    </dgm:pt>
    <dgm:pt modelId="{DBD6C71F-9D2C-44A1-9FC3-08E07477F7D4}" type="sibTrans" cxnId="{1BD25BCA-F608-4849-9206-1BDE847E567B}">
      <dgm:prSet/>
      <dgm:spPr/>
      <dgm:t>
        <a:bodyPr/>
        <a:lstStyle/>
        <a:p>
          <a:endParaRPr lang="tr-TR"/>
        </a:p>
      </dgm:t>
    </dgm:pt>
    <dgm:pt modelId="{D28A778F-57A1-432B-86CB-9CAC167980F8}" type="pres">
      <dgm:prSet presAssocID="{E30C6A8F-1E1D-4AAE-A866-629189C35768}" presName="root" presStyleCnt="0">
        <dgm:presLayoutVars>
          <dgm:dir/>
          <dgm:resizeHandles val="exact"/>
        </dgm:presLayoutVars>
      </dgm:prSet>
      <dgm:spPr/>
    </dgm:pt>
    <dgm:pt modelId="{7AC75B16-2F0D-4DD1-88C7-050EC3C14874}" type="pres">
      <dgm:prSet presAssocID="{ACFB1B65-B49A-4CA6-8ED2-0CC2C555A371}" presName="compNode" presStyleCnt="0"/>
      <dgm:spPr/>
    </dgm:pt>
    <dgm:pt modelId="{B93F9428-0906-4195-8143-726C2C5178AA}" type="pres">
      <dgm:prSet presAssocID="{ACFB1B65-B49A-4CA6-8ED2-0CC2C555A3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A95A33-1487-44B1-99F1-B4E062DB6E3E}" type="pres">
      <dgm:prSet presAssocID="{ACFB1B65-B49A-4CA6-8ED2-0CC2C555A371}" presName="iconSpace" presStyleCnt="0"/>
      <dgm:spPr/>
    </dgm:pt>
    <dgm:pt modelId="{B0419593-20CF-4252-8A42-96DD9A573765}" type="pres">
      <dgm:prSet presAssocID="{ACFB1B65-B49A-4CA6-8ED2-0CC2C555A371}" presName="parTx" presStyleLbl="revTx" presStyleIdx="0" presStyleCnt="8">
        <dgm:presLayoutVars>
          <dgm:chMax val="0"/>
          <dgm:chPref val="0"/>
        </dgm:presLayoutVars>
      </dgm:prSet>
      <dgm:spPr/>
    </dgm:pt>
    <dgm:pt modelId="{A16996D9-8A00-4D63-B8EA-98519E0AC195}" type="pres">
      <dgm:prSet presAssocID="{ACFB1B65-B49A-4CA6-8ED2-0CC2C555A371}" presName="txSpace" presStyleCnt="0"/>
      <dgm:spPr/>
    </dgm:pt>
    <dgm:pt modelId="{BFA9CACE-D288-49C1-A50D-4F0FC0414C0B}" type="pres">
      <dgm:prSet presAssocID="{ACFB1B65-B49A-4CA6-8ED2-0CC2C555A371}" presName="desTx" presStyleLbl="revTx" presStyleIdx="1" presStyleCnt="8">
        <dgm:presLayoutVars/>
      </dgm:prSet>
      <dgm:spPr/>
    </dgm:pt>
    <dgm:pt modelId="{CF56232C-81C0-4863-95FB-7891E4B5E573}" type="pres">
      <dgm:prSet presAssocID="{67232845-B293-4800-9C19-7B81C297B209}" presName="sibTrans" presStyleCnt="0"/>
      <dgm:spPr/>
    </dgm:pt>
    <dgm:pt modelId="{48F3C64F-6DA0-4733-A078-9E047A9037E6}" type="pres">
      <dgm:prSet presAssocID="{967C6E94-79E7-4F6D-BD45-62158F9E89F6}" presName="compNode" presStyleCnt="0"/>
      <dgm:spPr/>
    </dgm:pt>
    <dgm:pt modelId="{5AADBED4-F427-492A-86ED-0AD887BCF3F7}" type="pres">
      <dgm:prSet presAssocID="{967C6E94-79E7-4F6D-BD45-62158F9E89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7F8686D-E736-4614-B181-27C0C07BF47B}" type="pres">
      <dgm:prSet presAssocID="{967C6E94-79E7-4F6D-BD45-62158F9E89F6}" presName="iconSpace" presStyleCnt="0"/>
      <dgm:spPr/>
    </dgm:pt>
    <dgm:pt modelId="{E64B8F41-D505-418D-B7ED-924AF961B72B}" type="pres">
      <dgm:prSet presAssocID="{967C6E94-79E7-4F6D-BD45-62158F9E89F6}" presName="parTx" presStyleLbl="revTx" presStyleIdx="2" presStyleCnt="8">
        <dgm:presLayoutVars>
          <dgm:chMax val="0"/>
          <dgm:chPref val="0"/>
        </dgm:presLayoutVars>
      </dgm:prSet>
      <dgm:spPr/>
    </dgm:pt>
    <dgm:pt modelId="{066A9611-57B6-4859-843D-473A1D996606}" type="pres">
      <dgm:prSet presAssocID="{967C6E94-79E7-4F6D-BD45-62158F9E89F6}" presName="txSpace" presStyleCnt="0"/>
      <dgm:spPr/>
    </dgm:pt>
    <dgm:pt modelId="{56E241DB-C2EA-47D7-A28C-75C52DDFA9E2}" type="pres">
      <dgm:prSet presAssocID="{967C6E94-79E7-4F6D-BD45-62158F9E89F6}" presName="desTx" presStyleLbl="revTx" presStyleIdx="3" presStyleCnt="8">
        <dgm:presLayoutVars/>
      </dgm:prSet>
      <dgm:spPr/>
    </dgm:pt>
    <dgm:pt modelId="{C8FC41EF-694D-45CA-9D9F-AAFCD809459C}" type="pres">
      <dgm:prSet presAssocID="{73343FB3-06DB-4974-B7A1-0F84F51F61D0}" presName="sibTrans" presStyleCnt="0"/>
      <dgm:spPr/>
    </dgm:pt>
    <dgm:pt modelId="{26F3398B-D20D-4FBE-BAF2-8BAEA7A1176C}" type="pres">
      <dgm:prSet presAssocID="{4E1C9D1D-91BA-4FC4-AF9E-987441A0D92A}" presName="compNode" presStyleCnt="0"/>
      <dgm:spPr/>
    </dgm:pt>
    <dgm:pt modelId="{F32E4FAE-DDF3-42CA-8077-E3C510E76F13}" type="pres">
      <dgm:prSet presAssocID="{4E1C9D1D-91BA-4FC4-AF9E-987441A0D9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A0E3CA91-6C34-4197-91F8-16BEE633210D}" type="pres">
      <dgm:prSet presAssocID="{4E1C9D1D-91BA-4FC4-AF9E-987441A0D92A}" presName="iconSpace" presStyleCnt="0"/>
      <dgm:spPr/>
    </dgm:pt>
    <dgm:pt modelId="{89D220C4-8B4C-48CB-979F-34B6B6FFB82F}" type="pres">
      <dgm:prSet presAssocID="{4E1C9D1D-91BA-4FC4-AF9E-987441A0D92A}" presName="parTx" presStyleLbl="revTx" presStyleIdx="4" presStyleCnt="8">
        <dgm:presLayoutVars>
          <dgm:chMax val="0"/>
          <dgm:chPref val="0"/>
        </dgm:presLayoutVars>
      </dgm:prSet>
      <dgm:spPr/>
    </dgm:pt>
    <dgm:pt modelId="{1E9E18A9-3D0E-44E7-88FB-57BA0BF5A28A}" type="pres">
      <dgm:prSet presAssocID="{4E1C9D1D-91BA-4FC4-AF9E-987441A0D92A}" presName="txSpace" presStyleCnt="0"/>
      <dgm:spPr/>
    </dgm:pt>
    <dgm:pt modelId="{F0B71355-E2D9-4B8D-ACE0-5F132FD071B4}" type="pres">
      <dgm:prSet presAssocID="{4E1C9D1D-91BA-4FC4-AF9E-987441A0D92A}" presName="desTx" presStyleLbl="revTx" presStyleIdx="5" presStyleCnt="8">
        <dgm:presLayoutVars/>
      </dgm:prSet>
      <dgm:spPr/>
    </dgm:pt>
    <dgm:pt modelId="{594DD375-453E-4E92-8C2E-C3A4BD145FE2}" type="pres">
      <dgm:prSet presAssocID="{CFD725D1-6CC8-46B5-BA1F-375DE2280232}" presName="sibTrans" presStyleCnt="0"/>
      <dgm:spPr/>
    </dgm:pt>
    <dgm:pt modelId="{B6C7E246-1E28-4E26-9DC6-F8427A19B598}" type="pres">
      <dgm:prSet presAssocID="{5DE22F22-F4E3-4F6C-B33E-C4F530365E76}" presName="compNode" presStyleCnt="0"/>
      <dgm:spPr/>
    </dgm:pt>
    <dgm:pt modelId="{37AA24DB-0BCD-48A7-A462-A1EDEABA76F3}" type="pres">
      <dgm:prSet presAssocID="{5DE22F22-F4E3-4F6C-B33E-C4F530365E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2E9D229-0B5B-4293-A014-63A420430D99}" type="pres">
      <dgm:prSet presAssocID="{5DE22F22-F4E3-4F6C-B33E-C4F530365E76}" presName="iconSpace" presStyleCnt="0"/>
      <dgm:spPr/>
    </dgm:pt>
    <dgm:pt modelId="{9EE16030-BDA6-4CE5-98B4-39A6DE8B926A}" type="pres">
      <dgm:prSet presAssocID="{5DE22F22-F4E3-4F6C-B33E-C4F530365E76}" presName="parTx" presStyleLbl="revTx" presStyleIdx="6" presStyleCnt="8">
        <dgm:presLayoutVars>
          <dgm:chMax val="0"/>
          <dgm:chPref val="0"/>
        </dgm:presLayoutVars>
      </dgm:prSet>
      <dgm:spPr/>
    </dgm:pt>
    <dgm:pt modelId="{D18A86E3-D6CD-4350-900D-4C7D959C0D24}" type="pres">
      <dgm:prSet presAssocID="{5DE22F22-F4E3-4F6C-B33E-C4F530365E76}" presName="txSpace" presStyleCnt="0"/>
      <dgm:spPr/>
    </dgm:pt>
    <dgm:pt modelId="{ACDD80A5-BA14-4D61-A0A2-DB22FE1A6F54}" type="pres">
      <dgm:prSet presAssocID="{5DE22F22-F4E3-4F6C-B33E-C4F530365E76}" presName="desTx" presStyleLbl="revTx" presStyleIdx="7" presStyleCnt="8">
        <dgm:presLayoutVars/>
      </dgm:prSet>
      <dgm:spPr/>
    </dgm:pt>
  </dgm:ptLst>
  <dgm:cxnLst>
    <dgm:cxn modelId="{811E531A-D6B4-4CC4-86CF-E538EFC1FEDA}" type="presOf" srcId="{21F6616E-E28A-418C-98B1-E440C6B800BE}" destId="{BFA9CACE-D288-49C1-A50D-4F0FC0414C0B}" srcOrd="0" destOrd="0" presId="urn:microsoft.com/office/officeart/2018/5/layout/CenteredIconLabelDescriptionList"/>
    <dgm:cxn modelId="{D7AC9B30-06E2-4838-B87C-8D0CD73E7D1B}" type="presOf" srcId="{5DE22F22-F4E3-4F6C-B33E-C4F530365E76}" destId="{9EE16030-BDA6-4CE5-98B4-39A6DE8B926A}" srcOrd="0" destOrd="0" presId="urn:microsoft.com/office/officeart/2018/5/layout/CenteredIconLabelDescriptionList"/>
    <dgm:cxn modelId="{A1A89632-7253-4A6E-833A-790A3D539C8E}" type="presOf" srcId="{4B24DEFB-25EE-4725-882D-BAE48EB7B00D}" destId="{56E241DB-C2EA-47D7-A28C-75C52DDFA9E2}" srcOrd="0" destOrd="0" presId="urn:microsoft.com/office/officeart/2018/5/layout/CenteredIconLabelDescriptionList"/>
    <dgm:cxn modelId="{CCD0553B-FDA9-44E9-BE0F-182E38D51D23}" type="presOf" srcId="{E30C6A8F-1E1D-4AAE-A866-629189C35768}" destId="{D28A778F-57A1-432B-86CB-9CAC167980F8}" srcOrd="0" destOrd="0" presId="urn:microsoft.com/office/officeart/2018/5/layout/CenteredIconLabelDescriptionList"/>
    <dgm:cxn modelId="{4DA7A848-44DA-4386-9798-B4C00E83ADF1}" srcId="{5DE22F22-F4E3-4F6C-B33E-C4F530365E76}" destId="{80D0B3E0-E752-4134-9B3B-3CDFF85122A9}" srcOrd="1" destOrd="0" parTransId="{1133F66F-9E09-427E-A220-CBEFC980C332}" sibTransId="{C7CA148C-7AE0-4398-BF15-9A5A12B8698B}"/>
    <dgm:cxn modelId="{7196DC69-3552-4F17-A497-5B24CE5FA58E}" type="presOf" srcId="{CA8DA628-59BB-4B7A-9EB3-E7B0261631BE}" destId="{ACDD80A5-BA14-4D61-A0A2-DB22FE1A6F54}" srcOrd="0" destOrd="0" presId="urn:microsoft.com/office/officeart/2018/5/layout/CenteredIconLabelDescriptionList"/>
    <dgm:cxn modelId="{D805964B-7A9D-4433-B321-52E825BC1CAE}" type="presOf" srcId="{80D0B3E0-E752-4134-9B3B-3CDFF85122A9}" destId="{ACDD80A5-BA14-4D61-A0A2-DB22FE1A6F54}" srcOrd="0" destOrd="1" presId="urn:microsoft.com/office/officeart/2018/5/layout/CenteredIconLabelDescriptionList"/>
    <dgm:cxn modelId="{6A4BC650-78D6-4097-AE73-2BBBBFC13785}" srcId="{ACFB1B65-B49A-4CA6-8ED2-0CC2C555A371}" destId="{21F6616E-E28A-418C-98B1-E440C6B800BE}" srcOrd="0" destOrd="0" parTransId="{72B15527-57B9-403C-8F06-9598271FE804}" sibTransId="{4B688D60-2103-4B10-9E7F-C040201E9A9E}"/>
    <dgm:cxn modelId="{E453BF74-034B-470A-B488-9107CD35744B}" srcId="{E30C6A8F-1E1D-4AAE-A866-629189C35768}" destId="{967C6E94-79E7-4F6D-BD45-62158F9E89F6}" srcOrd="1" destOrd="0" parTransId="{BAAE25D3-496F-4FBF-8962-C09F79E66229}" sibTransId="{73343FB3-06DB-4974-B7A1-0F84F51F61D0}"/>
    <dgm:cxn modelId="{86D17F78-BBD5-4958-984C-957453283910}" type="presOf" srcId="{ACFB1B65-B49A-4CA6-8ED2-0CC2C555A371}" destId="{B0419593-20CF-4252-8A42-96DD9A573765}" srcOrd="0" destOrd="0" presId="urn:microsoft.com/office/officeart/2018/5/layout/CenteredIconLabelDescriptionList"/>
    <dgm:cxn modelId="{AB2ECB82-500F-406B-969C-539A8F73DEA6}" srcId="{967C6E94-79E7-4F6D-BD45-62158F9E89F6}" destId="{4B24DEFB-25EE-4725-882D-BAE48EB7B00D}" srcOrd="0" destOrd="0" parTransId="{4B1EA39F-5DFB-4014-B758-D5E14F134011}" sibTransId="{650EC664-C67B-45DD-9FA5-2C1370C71825}"/>
    <dgm:cxn modelId="{CB2D098A-F494-4C7D-8321-28435BEEFD26}" type="presOf" srcId="{4E1C9D1D-91BA-4FC4-AF9E-987441A0D92A}" destId="{89D220C4-8B4C-48CB-979F-34B6B6FFB82F}" srcOrd="0" destOrd="0" presId="urn:microsoft.com/office/officeart/2018/5/layout/CenteredIconLabelDescriptionList"/>
    <dgm:cxn modelId="{26418F90-2AAA-4CD9-BA7D-282C0CEE3E94}" srcId="{4E1C9D1D-91BA-4FC4-AF9E-987441A0D92A}" destId="{CAD12738-D1EF-447A-859C-E64B7CDA2646}" srcOrd="0" destOrd="0" parTransId="{531578C5-AEC7-4EF9-8364-2FFA805B9346}" sibTransId="{BBB18F22-F33F-4E88-82DF-3F1525F6B9D0}"/>
    <dgm:cxn modelId="{EB29A890-4277-4FCC-B778-7D3DA591BDED}" type="presOf" srcId="{967C6E94-79E7-4F6D-BD45-62158F9E89F6}" destId="{E64B8F41-D505-418D-B7ED-924AF961B72B}" srcOrd="0" destOrd="0" presId="urn:microsoft.com/office/officeart/2018/5/layout/CenteredIconLabelDescriptionList"/>
    <dgm:cxn modelId="{BD0F589A-4F38-4D5D-8E29-F32F6FBC0955}" srcId="{E30C6A8F-1E1D-4AAE-A866-629189C35768}" destId="{5DE22F22-F4E3-4F6C-B33E-C4F530365E76}" srcOrd="3" destOrd="0" parTransId="{7ECBB1FC-7351-451F-A76B-71A7C7804B0F}" sibTransId="{211AD4CC-A467-4104-B27F-81BE3700A2A2}"/>
    <dgm:cxn modelId="{E342CFA8-12B9-4E9F-8904-8258ADBFDD2D}" type="presOf" srcId="{CAD12738-D1EF-447A-859C-E64B7CDA2646}" destId="{F0B71355-E2D9-4B8D-ACE0-5F132FD071B4}" srcOrd="0" destOrd="0" presId="urn:microsoft.com/office/officeart/2018/5/layout/CenteredIconLabelDescriptionList"/>
    <dgm:cxn modelId="{1BD25BCA-F608-4849-9206-1BDE847E567B}" srcId="{5DE22F22-F4E3-4F6C-B33E-C4F530365E76}" destId="{CA8DA628-59BB-4B7A-9EB3-E7B0261631BE}" srcOrd="0" destOrd="0" parTransId="{787B7C01-D11C-4CB2-9AEE-476AEBD68CD6}" sibTransId="{DBD6C71F-9D2C-44A1-9FC3-08E07477F7D4}"/>
    <dgm:cxn modelId="{331B74D7-2CA3-4164-AF8D-E147118756B5}" srcId="{E30C6A8F-1E1D-4AAE-A866-629189C35768}" destId="{4E1C9D1D-91BA-4FC4-AF9E-987441A0D92A}" srcOrd="2" destOrd="0" parTransId="{D6FA76D5-376A-4ECE-B3F5-72ECF40D92FA}" sibTransId="{CFD725D1-6CC8-46B5-BA1F-375DE2280232}"/>
    <dgm:cxn modelId="{A6C577DC-90ED-4F48-A9B2-01AFABC98E43}" srcId="{E30C6A8F-1E1D-4AAE-A866-629189C35768}" destId="{ACFB1B65-B49A-4CA6-8ED2-0CC2C555A371}" srcOrd="0" destOrd="0" parTransId="{1BB2731D-2518-421C-AFB0-DB289D467DD6}" sibTransId="{67232845-B293-4800-9C19-7B81C297B209}"/>
    <dgm:cxn modelId="{0BD82536-128C-42D8-8A61-187DCA4F533F}" type="presParOf" srcId="{D28A778F-57A1-432B-86CB-9CAC167980F8}" destId="{7AC75B16-2F0D-4DD1-88C7-050EC3C14874}" srcOrd="0" destOrd="0" presId="urn:microsoft.com/office/officeart/2018/5/layout/CenteredIconLabelDescriptionList"/>
    <dgm:cxn modelId="{8BDE3372-57AC-4AAD-A57D-D5742E1EAFB2}" type="presParOf" srcId="{7AC75B16-2F0D-4DD1-88C7-050EC3C14874}" destId="{B93F9428-0906-4195-8143-726C2C5178AA}" srcOrd="0" destOrd="0" presId="urn:microsoft.com/office/officeart/2018/5/layout/CenteredIconLabelDescriptionList"/>
    <dgm:cxn modelId="{E6A4146C-A56A-4A3B-A03C-6CDCB8045013}" type="presParOf" srcId="{7AC75B16-2F0D-4DD1-88C7-050EC3C14874}" destId="{82A95A33-1487-44B1-99F1-B4E062DB6E3E}" srcOrd="1" destOrd="0" presId="urn:microsoft.com/office/officeart/2018/5/layout/CenteredIconLabelDescriptionList"/>
    <dgm:cxn modelId="{1ADA21A1-0C48-420D-B889-2BEC06D3D7D5}" type="presParOf" srcId="{7AC75B16-2F0D-4DD1-88C7-050EC3C14874}" destId="{B0419593-20CF-4252-8A42-96DD9A573765}" srcOrd="2" destOrd="0" presId="urn:microsoft.com/office/officeart/2018/5/layout/CenteredIconLabelDescriptionList"/>
    <dgm:cxn modelId="{E91A26C2-FFE7-418D-B3A5-148E00BE9149}" type="presParOf" srcId="{7AC75B16-2F0D-4DD1-88C7-050EC3C14874}" destId="{A16996D9-8A00-4D63-B8EA-98519E0AC195}" srcOrd="3" destOrd="0" presId="urn:microsoft.com/office/officeart/2018/5/layout/CenteredIconLabelDescriptionList"/>
    <dgm:cxn modelId="{D9C8D8CD-4B71-43D6-8EB5-B7086A8F4CD9}" type="presParOf" srcId="{7AC75B16-2F0D-4DD1-88C7-050EC3C14874}" destId="{BFA9CACE-D288-49C1-A50D-4F0FC0414C0B}" srcOrd="4" destOrd="0" presId="urn:microsoft.com/office/officeart/2018/5/layout/CenteredIconLabelDescriptionList"/>
    <dgm:cxn modelId="{EFD4F689-E54F-4F78-A40C-92CF6D16A0BA}" type="presParOf" srcId="{D28A778F-57A1-432B-86CB-9CAC167980F8}" destId="{CF56232C-81C0-4863-95FB-7891E4B5E573}" srcOrd="1" destOrd="0" presId="urn:microsoft.com/office/officeart/2018/5/layout/CenteredIconLabelDescriptionList"/>
    <dgm:cxn modelId="{3B33C12C-8920-4A5A-8196-474B2850F583}" type="presParOf" srcId="{D28A778F-57A1-432B-86CB-9CAC167980F8}" destId="{48F3C64F-6DA0-4733-A078-9E047A9037E6}" srcOrd="2" destOrd="0" presId="urn:microsoft.com/office/officeart/2018/5/layout/CenteredIconLabelDescriptionList"/>
    <dgm:cxn modelId="{0A18EB83-2476-4E5E-8CB2-31CAFBEC0E34}" type="presParOf" srcId="{48F3C64F-6DA0-4733-A078-9E047A9037E6}" destId="{5AADBED4-F427-492A-86ED-0AD887BCF3F7}" srcOrd="0" destOrd="0" presId="urn:microsoft.com/office/officeart/2018/5/layout/CenteredIconLabelDescriptionList"/>
    <dgm:cxn modelId="{0DB148CF-CE1A-4AC2-9B85-794843AD0B94}" type="presParOf" srcId="{48F3C64F-6DA0-4733-A078-9E047A9037E6}" destId="{17F8686D-E736-4614-B181-27C0C07BF47B}" srcOrd="1" destOrd="0" presId="urn:microsoft.com/office/officeart/2018/5/layout/CenteredIconLabelDescriptionList"/>
    <dgm:cxn modelId="{06EA6EE2-6934-4784-86F2-A62F80EC9955}" type="presParOf" srcId="{48F3C64F-6DA0-4733-A078-9E047A9037E6}" destId="{E64B8F41-D505-418D-B7ED-924AF961B72B}" srcOrd="2" destOrd="0" presId="urn:microsoft.com/office/officeart/2018/5/layout/CenteredIconLabelDescriptionList"/>
    <dgm:cxn modelId="{8B003ED4-A2E6-4944-BD7F-C34D2587E3CC}" type="presParOf" srcId="{48F3C64F-6DA0-4733-A078-9E047A9037E6}" destId="{066A9611-57B6-4859-843D-473A1D996606}" srcOrd="3" destOrd="0" presId="urn:microsoft.com/office/officeart/2018/5/layout/CenteredIconLabelDescriptionList"/>
    <dgm:cxn modelId="{AA0067E2-1470-4D3F-ABA8-206F573D94A2}" type="presParOf" srcId="{48F3C64F-6DA0-4733-A078-9E047A9037E6}" destId="{56E241DB-C2EA-47D7-A28C-75C52DDFA9E2}" srcOrd="4" destOrd="0" presId="urn:microsoft.com/office/officeart/2018/5/layout/CenteredIconLabelDescriptionList"/>
    <dgm:cxn modelId="{E2CD882F-1E0E-4723-9BCA-71A61CC760D4}" type="presParOf" srcId="{D28A778F-57A1-432B-86CB-9CAC167980F8}" destId="{C8FC41EF-694D-45CA-9D9F-AAFCD809459C}" srcOrd="3" destOrd="0" presId="urn:microsoft.com/office/officeart/2018/5/layout/CenteredIconLabelDescriptionList"/>
    <dgm:cxn modelId="{F2153CA1-61E1-4362-990A-C224625A69D6}" type="presParOf" srcId="{D28A778F-57A1-432B-86CB-9CAC167980F8}" destId="{26F3398B-D20D-4FBE-BAF2-8BAEA7A1176C}" srcOrd="4" destOrd="0" presId="urn:microsoft.com/office/officeart/2018/5/layout/CenteredIconLabelDescriptionList"/>
    <dgm:cxn modelId="{1F35BF56-39F2-4F2F-B26D-F270565EE70C}" type="presParOf" srcId="{26F3398B-D20D-4FBE-BAF2-8BAEA7A1176C}" destId="{F32E4FAE-DDF3-42CA-8077-E3C510E76F13}" srcOrd="0" destOrd="0" presId="urn:microsoft.com/office/officeart/2018/5/layout/CenteredIconLabelDescriptionList"/>
    <dgm:cxn modelId="{85930D61-2363-40A4-89AF-BFCF9659B8EC}" type="presParOf" srcId="{26F3398B-D20D-4FBE-BAF2-8BAEA7A1176C}" destId="{A0E3CA91-6C34-4197-91F8-16BEE633210D}" srcOrd="1" destOrd="0" presId="urn:microsoft.com/office/officeart/2018/5/layout/CenteredIconLabelDescriptionList"/>
    <dgm:cxn modelId="{DB0BC135-28A5-456E-A711-9AF1A770B76C}" type="presParOf" srcId="{26F3398B-D20D-4FBE-BAF2-8BAEA7A1176C}" destId="{89D220C4-8B4C-48CB-979F-34B6B6FFB82F}" srcOrd="2" destOrd="0" presId="urn:microsoft.com/office/officeart/2018/5/layout/CenteredIconLabelDescriptionList"/>
    <dgm:cxn modelId="{BC44EB3E-6D07-46C1-B8F7-6A57301844EC}" type="presParOf" srcId="{26F3398B-D20D-4FBE-BAF2-8BAEA7A1176C}" destId="{1E9E18A9-3D0E-44E7-88FB-57BA0BF5A28A}" srcOrd="3" destOrd="0" presId="urn:microsoft.com/office/officeart/2018/5/layout/CenteredIconLabelDescriptionList"/>
    <dgm:cxn modelId="{2372FBD3-9652-4B5B-9FF7-4C2E94878016}" type="presParOf" srcId="{26F3398B-D20D-4FBE-BAF2-8BAEA7A1176C}" destId="{F0B71355-E2D9-4B8D-ACE0-5F132FD071B4}" srcOrd="4" destOrd="0" presId="urn:microsoft.com/office/officeart/2018/5/layout/CenteredIconLabelDescriptionList"/>
    <dgm:cxn modelId="{22C6202C-40B8-431C-8CC2-D1FBE3DC2F22}" type="presParOf" srcId="{D28A778F-57A1-432B-86CB-9CAC167980F8}" destId="{594DD375-453E-4E92-8C2E-C3A4BD145FE2}" srcOrd="5" destOrd="0" presId="urn:microsoft.com/office/officeart/2018/5/layout/CenteredIconLabelDescriptionList"/>
    <dgm:cxn modelId="{51C16A96-C0AA-464C-9C9D-5CA3C301AC2F}" type="presParOf" srcId="{D28A778F-57A1-432B-86CB-9CAC167980F8}" destId="{B6C7E246-1E28-4E26-9DC6-F8427A19B598}" srcOrd="6" destOrd="0" presId="urn:microsoft.com/office/officeart/2018/5/layout/CenteredIconLabelDescriptionList"/>
    <dgm:cxn modelId="{8BCBCBD0-BA45-41BD-AE45-3844DE9AD522}" type="presParOf" srcId="{B6C7E246-1E28-4E26-9DC6-F8427A19B598}" destId="{37AA24DB-0BCD-48A7-A462-A1EDEABA76F3}" srcOrd="0" destOrd="0" presId="urn:microsoft.com/office/officeart/2018/5/layout/CenteredIconLabelDescriptionList"/>
    <dgm:cxn modelId="{7CA2EB5D-9558-4B69-B527-511582765E85}" type="presParOf" srcId="{B6C7E246-1E28-4E26-9DC6-F8427A19B598}" destId="{82E9D229-0B5B-4293-A014-63A420430D99}" srcOrd="1" destOrd="0" presId="urn:microsoft.com/office/officeart/2018/5/layout/CenteredIconLabelDescriptionList"/>
    <dgm:cxn modelId="{44012AF7-AF6D-4EBF-AF5F-3ACF85A2F7A2}" type="presParOf" srcId="{B6C7E246-1E28-4E26-9DC6-F8427A19B598}" destId="{9EE16030-BDA6-4CE5-98B4-39A6DE8B926A}" srcOrd="2" destOrd="0" presId="urn:microsoft.com/office/officeart/2018/5/layout/CenteredIconLabelDescriptionList"/>
    <dgm:cxn modelId="{62A7519C-5C88-4B6A-98CE-709D2C3C2351}" type="presParOf" srcId="{B6C7E246-1E28-4E26-9DC6-F8427A19B598}" destId="{D18A86E3-D6CD-4350-900D-4C7D959C0D24}" srcOrd="3" destOrd="0" presId="urn:microsoft.com/office/officeart/2018/5/layout/CenteredIconLabelDescriptionList"/>
    <dgm:cxn modelId="{503B4543-9501-4720-88C8-CA609404C311}" type="presParOf" srcId="{B6C7E246-1E28-4E26-9DC6-F8427A19B598}" destId="{ACDD80A5-BA14-4D61-A0A2-DB22FE1A6F5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5D08509-1F95-45EC-B5CC-C3E8ABEB69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851CCF77-759C-43E3-9280-742ECCDA76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same generator point</a:t>
          </a:r>
        </a:p>
      </dgm:t>
    </dgm:pt>
    <dgm:pt modelId="{C17F458D-373D-45DD-AEF2-1A1103BE0EA1}" type="parTrans" cxnId="{02522297-E84E-49C2-87DC-40B4D61D76EA}">
      <dgm:prSet/>
      <dgm:spPr/>
      <dgm:t>
        <a:bodyPr/>
        <a:lstStyle/>
        <a:p>
          <a:endParaRPr lang="tr-TR"/>
        </a:p>
      </dgm:t>
    </dgm:pt>
    <dgm:pt modelId="{114328B5-4808-4569-B716-A46F1E55BE6F}" type="sibTrans" cxnId="{02522297-E84E-49C2-87DC-40B4D61D76EA}">
      <dgm:prSet/>
      <dgm:spPr/>
      <dgm:t>
        <a:bodyPr/>
        <a:lstStyle/>
        <a:p>
          <a:endParaRPr lang="tr-TR"/>
        </a:p>
      </dgm:t>
    </dgm:pt>
    <dgm:pt modelId="{6C337B01-DB71-4245-BA02-C6C979FEC0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generator point is always the same</a:t>
          </a:r>
          <a:endParaRPr lang="tr-TR" dirty="0"/>
        </a:p>
      </dgm:t>
    </dgm:pt>
    <dgm:pt modelId="{2993B9AA-FD44-4C8E-9D84-D50D1E2415FE}" type="parTrans" cxnId="{33EBA88D-C095-4F26-86E4-DF305F09208D}">
      <dgm:prSet/>
      <dgm:spPr/>
      <dgm:t>
        <a:bodyPr/>
        <a:lstStyle/>
        <a:p>
          <a:endParaRPr lang="tr-TR"/>
        </a:p>
      </dgm:t>
    </dgm:pt>
    <dgm:pt modelId="{BAED8A8F-B5DF-4D5E-97D2-32585C5D0C08}" type="sibTrans" cxnId="{33EBA88D-C095-4F26-86E4-DF305F09208D}">
      <dgm:prSet/>
      <dgm:spPr/>
      <dgm:t>
        <a:bodyPr/>
        <a:lstStyle/>
        <a:p>
          <a:endParaRPr lang="tr-TR"/>
        </a:p>
      </dgm:t>
    </dgm:pt>
    <dgm:pt modelId="{EAAD892F-251C-4B4C-B742-9A73490F59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 to the same public key</a:t>
          </a:r>
        </a:p>
      </dgm:t>
    </dgm:pt>
    <dgm:pt modelId="{BCA79FE5-E0EA-4C2A-9546-F25586FF8373}" type="parTrans" cxnId="{B5AE1064-ECD9-4155-A12A-9E09814600D5}">
      <dgm:prSet/>
      <dgm:spPr/>
      <dgm:t>
        <a:bodyPr/>
        <a:lstStyle/>
        <a:p>
          <a:endParaRPr lang="tr-TR"/>
        </a:p>
      </dgm:t>
    </dgm:pt>
    <dgm:pt modelId="{650190FD-C5B7-4FCC-8DA4-18F744AC4845}" type="sibTrans" cxnId="{B5AE1064-ECD9-4155-A12A-9E09814600D5}">
      <dgm:prSet/>
      <dgm:spPr/>
      <dgm:t>
        <a:bodyPr/>
        <a:lstStyle/>
        <a:p>
          <a:endParaRPr lang="tr-TR"/>
        </a:p>
      </dgm:t>
    </dgm:pt>
    <dgm:pt modelId="{D4658CC4-19A4-422C-AD64-0ED6FE8C1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private key </a:t>
          </a:r>
          <a:r>
            <a:rPr lang="en-US" i="1"/>
            <a:t>k </a:t>
          </a:r>
          <a:r>
            <a:rPr lang="en-US"/>
            <a:t>multiplied with </a:t>
          </a:r>
          <a:r>
            <a:rPr lang="en-US" i="1"/>
            <a:t>G </a:t>
          </a:r>
          <a:endParaRPr lang="tr-TR"/>
        </a:p>
      </dgm:t>
    </dgm:pt>
    <dgm:pt modelId="{B579654F-DC4D-4099-958A-6130921E703E}" type="parTrans" cxnId="{3CCAA930-1ECE-417C-87AB-049892B38126}">
      <dgm:prSet/>
      <dgm:spPr/>
      <dgm:t>
        <a:bodyPr/>
        <a:lstStyle/>
        <a:p>
          <a:endParaRPr lang="tr-TR"/>
        </a:p>
      </dgm:t>
    </dgm:pt>
    <dgm:pt modelId="{D7495C4C-2602-481E-93A0-F059A6B95730}" type="sibTrans" cxnId="{3CCAA930-1ECE-417C-87AB-049892B38126}">
      <dgm:prSet/>
      <dgm:spPr/>
      <dgm:t>
        <a:bodyPr/>
        <a:lstStyle/>
        <a:p>
          <a:endParaRPr lang="tr-TR"/>
        </a:p>
      </dgm:t>
    </dgm:pt>
    <dgm:pt modelId="{15607856-3219-4DF3-843F-D66C092511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will always result in the same public key </a:t>
          </a:r>
          <a:r>
            <a:rPr lang="en-US" i="1" dirty="0"/>
            <a:t>K</a:t>
          </a:r>
          <a:r>
            <a:rPr lang="tr-TR" dirty="0"/>
            <a:t> </a:t>
          </a:r>
        </a:p>
      </dgm:t>
    </dgm:pt>
    <dgm:pt modelId="{A6C1C674-B519-4252-B53C-C0B21EFC4E0A}" type="parTrans" cxnId="{AF8D1557-6EAD-43B7-9F67-DF81D3C12A64}">
      <dgm:prSet/>
      <dgm:spPr/>
      <dgm:t>
        <a:bodyPr/>
        <a:lstStyle/>
        <a:p>
          <a:endParaRPr lang="tr-TR"/>
        </a:p>
      </dgm:t>
    </dgm:pt>
    <dgm:pt modelId="{5C276C0D-D588-4F59-AD53-0794AF9A2DED}" type="sibTrans" cxnId="{AF8D1557-6EAD-43B7-9F67-DF81D3C12A64}">
      <dgm:prSet/>
      <dgm:spPr/>
      <dgm:t>
        <a:bodyPr/>
        <a:lstStyle/>
        <a:p>
          <a:endParaRPr lang="tr-TR"/>
        </a:p>
      </dgm:t>
    </dgm:pt>
    <dgm:pt modelId="{4542B7F9-752E-4FEB-90E0-E1D66D3DAC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all bitcoin</a:t>
          </a:r>
          <a:r>
            <a:rPr lang="tr-TR" dirty="0"/>
            <a:t> </a:t>
          </a:r>
          <a:r>
            <a:rPr lang="en-US" dirty="0"/>
            <a:t>users </a:t>
          </a:r>
          <a:endParaRPr lang="tr-TR" dirty="0"/>
        </a:p>
      </dgm:t>
    </dgm:pt>
    <dgm:pt modelId="{F6732A6B-7486-43F5-9290-FB5C5748B49C}" type="parTrans" cxnId="{29E40C2C-BBFB-4139-979F-C7E28F4D1751}">
      <dgm:prSet/>
      <dgm:spPr/>
      <dgm:t>
        <a:bodyPr/>
        <a:lstStyle/>
        <a:p>
          <a:endParaRPr lang="tr-TR"/>
        </a:p>
      </dgm:t>
    </dgm:pt>
    <dgm:pt modelId="{AB1DE8FE-BC6D-48BD-A3A3-B6A8B17F42A7}" type="sibTrans" cxnId="{29E40C2C-BBFB-4139-979F-C7E28F4D1751}">
      <dgm:prSet/>
      <dgm:spPr/>
      <dgm:t>
        <a:bodyPr/>
        <a:lstStyle/>
        <a:p>
          <a:endParaRPr lang="tr-TR"/>
        </a:p>
      </dgm:t>
    </dgm:pt>
    <dgm:pt modelId="{9E93B1CE-042D-4D89-A2C4-09EFABEFCE3F}" type="pres">
      <dgm:prSet presAssocID="{25D08509-1F95-45EC-B5CC-C3E8ABEB6935}" presName="root" presStyleCnt="0">
        <dgm:presLayoutVars>
          <dgm:dir/>
          <dgm:resizeHandles val="exact"/>
        </dgm:presLayoutVars>
      </dgm:prSet>
      <dgm:spPr/>
    </dgm:pt>
    <dgm:pt modelId="{9B619524-FB2D-4A52-BBD8-282F243CB0FC}" type="pres">
      <dgm:prSet presAssocID="{851CCF77-759C-43E3-9280-742ECCDA76C2}" presName="compNode" presStyleCnt="0"/>
      <dgm:spPr/>
    </dgm:pt>
    <dgm:pt modelId="{93AD9E38-F537-4676-A4B3-6F32E28AAFBB}" type="pres">
      <dgm:prSet presAssocID="{851CCF77-759C-43E3-9280-742ECCDA76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B9C28E3C-C9B7-4298-925A-AF1D86EDEBC9}" type="pres">
      <dgm:prSet presAssocID="{851CCF77-759C-43E3-9280-742ECCDA76C2}" presName="iconSpace" presStyleCnt="0"/>
      <dgm:spPr/>
    </dgm:pt>
    <dgm:pt modelId="{E268AE1C-85C9-401A-97F3-839C04C565EC}" type="pres">
      <dgm:prSet presAssocID="{851CCF77-759C-43E3-9280-742ECCDA76C2}" presName="parTx" presStyleLbl="revTx" presStyleIdx="0" presStyleCnt="4">
        <dgm:presLayoutVars>
          <dgm:chMax val="0"/>
          <dgm:chPref val="0"/>
        </dgm:presLayoutVars>
      </dgm:prSet>
      <dgm:spPr/>
    </dgm:pt>
    <dgm:pt modelId="{93F6F142-36DE-4DC9-A77B-B163193C486E}" type="pres">
      <dgm:prSet presAssocID="{851CCF77-759C-43E3-9280-742ECCDA76C2}" presName="txSpace" presStyleCnt="0"/>
      <dgm:spPr/>
    </dgm:pt>
    <dgm:pt modelId="{03057D88-CDB3-4775-B299-CAAA33C1FE03}" type="pres">
      <dgm:prSet presAssocID="{851CCF77-759C-43E3-9280-742ECCDA76C2}" presName="desTx" presStyleLbl="revTx" presStyleIdx="1" presStyleCnt="4">
        <dgm:presLayoutVars/>
      </dgm:prSet>
      <dgm:spPr/>
    </dgm:pt>
    <dgm:pt modelId="{0EC1B9D5-C83D-4021-8779-F5493401CBCD}" type="pres">
      <dgm:prSet presAssocID="{114328B5-4808-4569-B716-A46F1E55BE6F}" presName="sibTrans" presStyleCnt="0"/>
      <dgm:spPr/>
    </dgm:pt>
    <dgm:pt modelId="{045528E6-6BF1-4304-8958-AEF7AB27C2E6}" type="pres">
      <dgm:prSet presAssocID="{EAAD892F-251C-4B4C-B742-9A73490F596E}" presName="compNode" presStyleCnt="0"/>
      <dgm:spPr/>
    </dgm:pt>
    <dgm:pt modelId="{8C207222-78DF-4E57-8425-26989A5628EB}" type="pres">
      <dgm:prSet presAssocID="{EAAD892F-251C-4B4C-B742-9A73490F596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4ACBD1E-2B97-438A-AB02-ED1A309F9C89}" type="pres">
      <dgm:prSet presAssocID="{EAAD892F-251C-4B4C-B742-9A73490F596E}" presName="iconSpace" presStyleCnt="0"/>
      <dgm:spPr/>
    </dgm:pt>
    <dgm:pt modelId="{BAB295C9-F965-49ED-9CBF-877EC1502B94}" type="pres">
      <dgm:prSet presAssocID="{EAAD892F-251C-4B4C-B742-9A73490F596E}" presName="parTx" presStyleLbl="revTx" presStyleIdx="2" presStyleCnt="4">
        <dgm:presLayoutVars>
          <dgm:chMax val="0"/>
          <dgm:chPref val="0"/>
        </dgm:presLayoutVars>
      </dgm:prSet>
      <dgm:spPr/>
    </dgm:pt>
    <dgm:pt modelId="{92BD906D-8117-4B60-A811-D92ACD84A65F}" type="pres">
      <dgm:prSet presAssocID="{EAAD892F-251C-4B4C-B742-9A73490F596E}" presName="txSpace" presStyleCnt="0"/>
      <dgm:spPr/>
    </dgm:pt>
    <dgm:pt modelId="{5AC537E4-AEF9-44A1-BA8E-1528BE724405}" type="pres">
      <dgm:prSet presAssocID="{EAAD892F-251C-4B4C-B742-9A73490F596E}" presName="desTx" presStyleLbl="revTx" presStyleIdx="3" presStyleCnt="4">
        <dgm:presLayoutVars/>
      </dgm:prSet>
      <dgm:spPr/>
    </dgm:pt>
  </dgm:ptLst>
  <dgm:cxnLst>
    <dgm:cxn modelId="{40A49D18-1F13-49FE-AD47-DA62BD285902}" type="presOf" srcId="{851CCF77-759C-43E3-9280-742ECCDA76C2}" destId="{E268AE1C-85C9-401A-97F3-839C04C565EC}" srcOrd="0" destOrd="0" presId="urn:microsoft.com/office/officeart/2018/5/layout/CenteredIconLabelDescriptionList"/>
    <dgm:cxn modelId="{29E40C2C-BBFB-4139-979F-C7E28F4D1751}" srcId="{851CCF77-759C-43E3-9280-742ECCDA76C2}" destId="{4542B7F9-752E-4FEB-90E0-E1D66D3DACF7}" srcOrd="1" destOrd="0" parTransId="{F6732A6B-7486-43F5-9290-FB5C5748B49C}" sibTransId="{AB1DE8FE-BC6D-48BD-A3A3-B6A8B17F42A7}"/>
    <dgm:cxn modelId="{3CCAA930-1ECE-417C-87AB-049892B38126}" srcId="{EAAD892F-251C-4B4C-B742-9A73490F596E}" destId="{D4658CC4-19A4-422C-AD64-0ED6FE8C15EC}" srcOrd="0" destOrd="0" parTransId="{B579654F-DC4D-4099-958A-6130921E703E}" sibTransId="{D7495C4C-2602-481E-93A0-F059A6B95730}"/>
    <dgm:cxn modelId="{B5AE1064-ECD9-4155-A12A-9E09814600D5}" srcId="{25D08509-1F95-45EC-B5CC-C3E8ABEB6935}" destId="{EAAD892F-251C-4B4C-B742-9A73490F596E}" srcOrd="1" destOrd="0" parTransId="{BCA79FE5-E0EA-4C2A-9546-F25586FF8373}" sibTransId="{650190FD-C5B7-4FCC-8DA4-18F744AC4845}"/>
    <dgm:cxn modelId="{BD666D6E-2355-43D4-A78E-DB4E8845110B}" type="presOf" srcId="{25D08509-1F95-45EC-B5CC-C3E8ABEB6935}" destId="{9E93B1CE-042D-4D89-A2C4-09EFABEFCE3F}" srcOrd="0" destOrd="0" presId="urn:microsoft.com/office/officeart/2018/5/layout/CenteredIconLabelDescriptionList"/>
    <dgm:cxn modelId="{40DDA573-1384-4D4C-B5CA-665153514735}" type="presOf" srcId="{15607856-3219-4DF3-843F-D66C092511A2}" destId="{5AC537E4-AEF9-44A1-BA8E-1528BE724405}" srcOrd="0" destOrd="1" presId="urn:microsoft.com/office/officeart/2018/5/layout/CenteredIconLabelDescriptionList"/>
    <dgm:cxn modelId="{AF8D1557-6EAD-43B7-9F67-DF81D3C12A64}" srcId="{EAAD892F-251C-4B4C-B742-9A73490F596E}" destId="{15607856-3219-4DF3-843F-D66C092511A2}" srcOrd="1" destOrd="0" parTransId="{A6C1C674-B519-4252-B53C-C0B21EFC4E0A}" sibTransId="{5C276C0D-D588-4F59-AD53-0794AF9A2DED}"/>
    <dgm:cxn modelId="{A5EF7F88-0FAD-4FB9-B796-38F474082CD3}" type="presOf" srcId="{4542B7F9-752E-4FEB-90E0-E1D66D3DACF7}" destId="{03057D88-CDB3-4775-B299-CAAA33C1FE03}" srcOrd="0" destOrd="1" presId="urn:microsoft.com/office/officeart/2018/5/layout/CenteredIconLabelDescriptionList"/>
    <dgm:cxn modelId="{33EBA88D-C095-4F26-86E4-DF305F09208D}" srcId="{851CCF77-759C-43E3-9280-742ECCDA76C2}" destId="{6C337B01-DB71-4245-BA02-C6C979FEC082}" srcOrd="0" destOrd="0" parTransId="{2993B9AA-FD44-4C8E-9D84-D50D1E2415FE}" sibTransId="{BAED8A8F-B5DF-4D5E-97D2-32585C5D0C08}"/>
    <dgm:cxn modelId="{02522297-E84E-49C2-87DC-40B4D61D76EA}" srcId="{25D08509-1F95-45EC-B5CC-C3E8ABEB6935}" destId="{851CCF77-759C-43E3-9280-742ECCDA76C2}" srcOrd="0" destOrd="0" parTransId="{C17F458D-373D-45DD-AEF2-1A1103BE0EA1}" sibTransId="{114328B5-4808-4569-B716-A46F1E55BE6F}"/>
    <dgm:cxn modelId="{9FF389E3-A603-464D-A851-C82D7785677D}" type="presOf" srcId="{6C337B01-DB71-4245-BA02-C6C979FEC082}" destId="{03057D88-CDB3-4775-B299-CAAA33C1FE03}" srcOrd="0" destOrd="0" presId="urn:microsoft.com/office/officeart/2018/5/layout/CenteredIconLabelDescriptionList"/>
    <dgm:cxn modelId="{514BC2E6-A5EA-4DCD-A26C-296052AADE2D}" type="presOf" srcId="{D4658CC4-19A4-422C-AD64-0ED6FE8C15EC}" destId="{5AC537E4-AEF9-44A1-BA8E-1528BE724405}" srcOrd="0" destOrd="0" presId="urn:microsoft.com/office/officeart/2018/5/layout/CenteredIconLabelDescriptionList"/>
    <dgm:cxn modelId="{62E3E5FC-7FD3-43ED-AA6D-96A29756AAD2}" type="presOf" srcId="{EAAD892F-251C-4B4C-B742-9A73490F596E}" destId="{BAB295C9-F965-49ED-9CBF-877EC1502B94}" srcOrd="0" destOrd="0" presId="urn:microsoft.com/office/officeart/2018/5/layout/CenteredIconLabelDescriptionList"/>
    <dgm:cxn modelId="{E7DCA99E-029D-4DCF-BDFE-3E29BB4B74A2}" type="presParOf" srcId="{9E93B1CE-042D-4D89-A2C4-09EFABEFCE3F}" destId="{9B619524-FB2D-4A52-BBD8-282F243CB0FC}" srcOrd="0" destOrd="0" presId="urn:microsoft.com/office/officeart/2018/5/layout/CenteredIconLabelDescriptionList"/>
    <dgm:cxn modelId="{8D14D6F4-8DBD-4882-993D-2928B70438D5}" type="presParOf" srcId="{9B619524-FB2D-4A52-BBD8-282F243CB0FC}" destId="{93AD9E38-F537-4676-A4B3-6F32E28AAFBB}" srcOrd="0" destOrd="0" presId="urn:microsoft.com/office/officeart/2018/5/layout/CenteredIconLabelDescriptionList"/>
    <dgm:cxn modelId="{EDD4219E-14A2-4D4A-BD2E-1B9EE4B1E06E}" type="presParOf" srcId="{9B619524-FB2D-4A52-BBD8-282F243CB0FC}" destId="{B9C28E3C-C9B7-4298-925A-AF1D86EDEBC9}" srcOrd="1" destOrd="0" presId="urn:microsoft.com/office/officeart/2018/5/layout/CenteredIconLabelDescriptionList"/>
    <dgm:cxn modelId="{25E66235-7526-4231-BD29-A02E593C9220}" type="presParOf" srcId="{9B619524-FB2D-4A52-BBD8-282F243CB0FC}" destId="{E268AE1C-85C9-401A-97F3-839C04C565EC}" srcOrd="2" destOrd="0" presId="urn:microsoft.com/office/officeart/2018/5/layout/CenteredIconLabelDescriptionList"/>
    <dgm:cxn modelId="{53BDD38A-414C-4DDD-A4BB-6805CB378082}" type="presParOf" srcId="{9B619524-FB2D-4A52-BBD8-282F243CB0FC}" destId="{93F6F142-36DE-4DC9-A77B-B163193C486E}" srcOrd="3" destOrd="0" presId="urn:microsoft.com/office/officeart/2018/5/layout/CenteredIconLabelDescriptionList"/>
    <dgm:cxn modelId="{E94F1D9C-CEF3-43B4-93BC-69B5E46189C0}" type="presParOf" srcId="{9B619524-FB2D-4A52-BBD8-282F243CB0FC}" destId="{03057D88-CDB3-4775-B299-CAAA33C1FE03}" srcOrd="4" destOrd="0" presId="urn:microsoft.com/office/officeart/2018/5/layout/CenteredIconLabelDescriptionList"/>
    <dgm:cxn modelId="{E425B10A-3A00-4DDD-B59A-9CE5CD908B7F}" type="presParOf" srcId="{9E93B1CE-042D-4D89-A2C4-09EFABEFCE3F}" destId="{0EC1B9D5-C83D-4021-8779-F5493401CBCD}" srcOrd="1" destOrd="0" presId="urn:microsoft.com/office/officeart/2018/5/layout/CenteredIconLabelDescriptionList"/>
    <dgm:cxn modelId="{8F967134-70F1-4697-86EA-31889332112D}" type="presParOf" srcId="{9E93B1CE-042D-4D89-A2C4-09EFABEFCE3F}" destId="{045528E6-6BF1-4304-8958-AEF7AB27C2E6}" srcOrd="2" destOrd="0" presId="urn:microsoft.com/office/officeart/2018/5/layout/CenteredIconLabelDescriptionList"/>
    <dgm:cxn modelId="{8148DC0D-801C-4E6D-B12B-2E062AB102DA}" type="presParOf" srcId="{045528E6-6BF1-4304-8958-AEF7AB27C2E6}" destId="{8C207222-78DF-4E57-8425-26989A5628EB}" srcOrd="0" destOrd="0" presId="urn:microsoft.com/office/officeart/2018/5/layout/CenteredIconLabelDescriptionList"/>
    <dgm:cxn modelId="{89403E4F-1B8F-4845-9B10-7DBE9D08A508}" type="presParOf" srcId="{045528E6-6BF1-4304-8958-AEF7AB27C2E6}" destId="{74ACBD1E-2B97-438A-AB02-ED1A309F9C89}" srcOrd="1" destOrd="0" presId="urn:microsoft.com/office/officeart/2018/5/layout/CenteredIconLabelDescriptionList"/>
    <dgm:cxn modelId="{0F06200F-629B-4FF4-9797-CD02AF5B838D}" type="presParOf" srcId="{045528E6-6BF1-4304-8958-AEF7AB27C2E6}" destId="{BAB295C9-F965-49ED-9CBF-877EC1502B94}" srcOrd="2" destOrd="0" presId="urn:microsoft.com/office/officeart/2018/5/layout/CenteredIconLabelDescriptionList"/>
    <dgm:cxn modelId="{5B916EC4-81DE-4253-B15B-D63C9B27E2F3}" type="presParOf" srcId="{045528E6-6BF1-4304-8958-AEF7AB27C2E6}" destId="{92BD906D-8117-4B60-A811-D92ACD84A65F}" srcOrd="3" destOrd="0" presId="urn:microsoft.com/office/officeart/2018/5/layout/CenteredIconLabelDescriptionList"/>
    <dgm:cxn modelId="{DD960050-B547-4D6A-B11C-F909719CB62F}" type="presParOf" srcId="{045528E6-6BF1-4304-8958-AEF7AB27C2E6}" destId="{5AC537E4-AEF9-44A1-BA8E-1528BE72440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25D08509-1F95-45EC-B5CC-C3E8ABEB693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1D49BCB-C1BB-43A8-BAA4-059745214C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Fixed relationship</a:t>
          </a:r>
        </a:p>
      </dgm:t>
    </dgm:pt>
    <dgm:pt modelId="{DE54148A-DB41-426B-80AA-69C61C31F2F4}" type="parTrans" cxnId="{E538CB97-8F27-4CA1-84F2-3E55591407FA}">
      <dgm:prSet/>
      <dgm:spPr/>
      <dgm:t>
        <a:bodyPr/>
        <a:lstStyle/>
        <a:p>
          <a:endParaRPr lang="tr-TR"/>
        </a:p>
      </dgm:t>
    </dgm:pt>
    <dgm:pt modelId="{42EA7224-572E-47EA-9DB0-00193FA7325A}" type="sibTrans" cxnId="{E538CB97-8F27-4CA1-84F2-3E55591407FA}">
      <dgm:prSet/>
      <dgm:spPr/>
      <dgm:t>
        <a:bodyPr/>
        <a:lstStyle/>
        <a:p>
          <a:endParaRPr lang="tr-TR"/>
        </a:p>
      </dgm:t>
    </dgm:pt>
    <dgm:pt modelId="{919B74EC-A9AB-4D13-99E0-97E6A8104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relationship between </a:t>
          </a:r>
          <a:r>
            <a:rPr lang="en-US" i="1"/>
            <a:t>k </a:t>
          </a:r>
          <a:r>
            <a:rPr lang="en-US"/>
            <a:t>and </a:t>
          </a:r>
          <a:r>
            <a:rPr lang="en-US" i="1"/>
            <a:t>K </a:t>
          </a:r>
          <a:r>
            <a:rPr lang="en-US"/>
            <a:t>is fixed</a:t>
          </a:r>
          <a:endParaRPr lang="tr-TR"/>
        </a:p>
      </dgm:t>
    </dgm:pt>
    <dgm:pt modelId="{BAB0F708-8F0C-4193-AD21-3C2DAE99656E}" type="parTrans" cxnId="{E6892DE5-E26F-4B6E-9D93-4D0E85B7A68A}">
      <dgm:prSet/>
      <dgm:spPr/>
      <dgm:t>
        <a:bodyPr/>
        <a:lstStyle/>
        <a:p>
          <a:endParaRPr lang="tr-TR"/>
        </a:p>
      </dgm:t>
    </dgm:pt>
    <dgm:pt modelId="{14B5F5E5-0F19-47C6-8F58-FE12CFE8FF1B}" type="sibTrans" cxnId="{E6892DE5-E26F-4B6E-9D93-4D0E85B7A68A}">
      <dgm:prSet/>
      <dgm:spPr/>
      <dgm:t>
        <a:bodyPr/>
        <a:lstStyle/>
        <a:p>
          <a:endParaRPr lang="tr-TR"/>
        </a:p>
      </dgm:t>
    </dgm:pt>
    <dgm:pt modelId="{B53D57A8-072D-4AC2-ADEB-9BE50E2B1D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One direction of calculation</a:t>
          </a:r>
        </a:p>
      </dgm:t>
    </dgm:pt>
    <dgm:pt modelId="{B8E66E42-7D34-4699-993B-34984A5F8E6B}" type="parTrans" cxnId="{99EBAD8B-8B75-4900-A535-12C864C189E1}">
      <dgm:prSet/>
      <dgm:spPr/>
      <dgm:t>
        <a:bodyPr/>
        <a:lstStyle/>
        <a:p>
          <a:endParaRPr lang="tr-TR"/>
        </a:p>
      </dgm:t>
    </dgm:pt>
    <dgm:pt modelId="{61921F15-E2F6-4897-9775-ECD633C8CBBC}" type="sibTrans" cxnId="{99EBAD8B-8B75-4900-A535-12C864C189E1}">
      <dgm:prSet/>
      <dgm:spPr/>
      <dgm:t>
        <a:bodyPr/>
        <a:lstStyle/>
        <a:p>
          <a:endParaRPr lang="tr-TR"/>
        </a:p>
      </dgm:t>
    </dgm:pt>
    <dgm:pt modelId="{C8DAA8A9-9CA9-4338-B625-4B140BF6A46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</a:t>
          </a:r>
          <a:r>
            <a:rPr lang="en-US" dirty="0"/>
            <a:t>an only be calculated in one direction</a:t>
          </a:r>
          <a:r>
            <a:rPr lang="tr-TR" dirty="0"/>
            <a:t> </a:t>
          </a:r>
        </a:p>
      </dgm:t>
    </dgm:pt>
    <dgm:pt modelId="{3DF31DF2-1EF0-4A14-9B4F-5F8F73CD408D}" type="parTrans" cxnId="{ADC4D1BC-3EC2-47AD-A48F-2DF05A4B4A0B}">
      <dgm:prSet/>
      <dgm:spPr/>
      <dgm:t>
        <a:bodyPr/>
        <a:lstStyle/>
        <a:p>
          <a:endParaRPr lang="tr-TR"/>
        </a:p>
      </dgm:t>
    </dgm:pt>
    <dgm:pt modelId="{CC2B305F-C89D-4207-9132-2A5CE4765369}" type="sibTrans" cxnId="{ADC4D1BC-3EC2-47AD-A48F-2DF05A4B4A0B}">
      <dgm:prSet/>
      <dgm:spPr/>
      <dgm:t>
        <a:bodyPr/>
        <a:lstStyle/>
        <a:p>
          <a:endParaRPr lang="tr-TR"/>
        </a:p>
      </dgm:t>
    </dgm:pt>
    <dgm:pt modelId="{4086C8E6-471D-49B8-9499-7A7DEC190A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Sharing public key is safe</a:t>
          </a:r>
        </a:p>
      </dgm:t>
    </dgm:pt>
    <dgm:pt modelId="{85261801-C798-4D1E-B340-9794F573F99A}" type="parTrans" cxnId="{B6C4DAC9-59A9-4599-AF7F-73AADAB76C0C}">
      <dgm:prSet/>
      <dgm:spPr/>
      <dgm:t>
        <a:bodyPr/>
        <a:lstStyle/>
        <a:p>
          <a:endParaRPr lang="tr-TR"/>
        </a:p>
      </dgm:t>
    </dgm:pt>
    <dgm:pt modelId="{0C5EF6FC-DA64-4B69-AFA7-7FA05DBC46B7}" type="sibTrans" cxnId="{B6C4DAC9-59A9-4599-AF7F-73AADAB76C0C}">
      <dgm:prSet/>
      <dgm:spPr/>
      <dgm:t>
        <a:bodyPr/>
        <a:lstStyle/>
        <a:p>
          <a:endParaRPr lang="tr-TR"/>
        </a:p>
      </dgm:t>
    </dgm:pt>
    <dgm:pt modelId="{387D4967-B185-4253-8BA7-C632C76F5A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address (derived from </a:t>
          </a:r>
          <a:r>
            <a:rPr lang="en-US" i="1" dirty="0"/>
            <a:t>K</a:t>
          </a:r>
          <a:r>
            <a:rPr lang="en-US" dirty="0"/>
            <a:t>)</a:t>
          </a:r>
          <a:endParaRPr lang="tr-TR" dirty="0"/>
        </a:p>
      </dgm:t>
    </dgm:pt>
    <dgm:pt modelId="{3D4C87CA-93AC-4C81-877B-B6B72CD13430}" type="parTrans" cxnId="{31CF749C-36DC-415F-A0E1-9B7E9EB210F3}">
      <dgm:prSet/>
      <dgm:spPr/>
      <dgm:t>
        <a:bodyPr/>
        <a:lstStyle/>
        <a:p>
          <a:endParaRPr lang="tr-TR"/>
        </a:p>
      </dgm:t>
    </dgm:pt>
    <dgm:pt modelId="{76D6CA55-6897-4196-A9FC-4D2E5B20B14B}" type="sibTrans" cxnId="{31CF749C-36DC-415F-A0E1-9B7E9EB210F3}">
      <dgm:prSet/>
      <dgm:spPr/>
      <dgm:t>
        <a:bodyPr/>
        <a:lstStyle/>
        <a:p>
          <a:endParaRPr lang="tr-TR"/>
        </a:p>
      </dgm:t>
    </dgm:pt>
    <dgm:pt modelId="{D2DD3870-F55D-41E0-A941-C8C2C9022E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does not reveal the user’s private key (</a:t>
          </a:r>
          <a:r>
            <a:rPr lang="en-US" i="1" dirty="0"/>
            <a:t>k</a:t>
          </a:r>
          <a:r>
            <a:rPr lang="en-US" dirty="0"/>
            <a:t>).</a:t>
          </a:r>
          <a:endParaRPr lang="tr-TR" dirty="0"/>
        </a:p>
      </dgm:t>
    </dgm:pt>
    <dgm:pt modelId="{4A22E96A-666A-44A7-9A3D-70AD95007A73}" type="parTrans" cxnId="{E1BF9B50-DD79-4AE5-88F8-FC173799DB43}">
      <dgm:prSet/>
      <dgm:spPr/>
      <dgm:t>
        <a:bodyPr/>
        <a:lstStyle/>
        <a:p>
          <a:endParaRPr lang="tr-TR"/>
        </a:p>
      </dgm:t>
    </dgm:pt>
    <dgm:pt modelId="{4FF518FD-08AC-4D8F-93D2-9899171B259A}" type="sibTrans" cxnId="{E1BF9B50-DD79-4AE5-88F8-FC173799DB43}">
      <dgm:prSet/>
      <dgm:spPr/>
      <dgm:t>
        <a:bodyPr/>
        <a:lstStyle/>
        <a:p>
          <a:endParaRPr lang="tr-TR"/>
        </a:p>
      </dgm:t>
    </dgm:pt>
    <dgm:pt modelId="{5F22DDE3-423C-4192-9705-EDB7DA90C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en-US" i="1" dirty="0"/>
            <a:t>k </a:t>
          </a:r>
          <a:r>
            <a:rPr lang="en-US" dirty="0"/>
            <a:t>to </a:t>
          </a:r>
          <a:r>
            <a:rPr lang="en-US" i="1" dirty="0"/>
            <a:t>K</a:t>
          </a:r>
          <a:r>
            <a:rPr lang="en-US" dirty="0"/>
            <a:t> </a:t>
          </a:r>
          <a:endParaRPr lang="tr-TR" dirty="0"/>
        </a:p>
      </dgm:t>
    </dgm:pt>
    <dgm:pt modelId="{0D04442E-C49F-468C-B6BD-E0DF0C37AC88}" type="parTrans" cxnId="{D44F8F77-A2CF-440E-9F26-6D8389E92010}">
      <dgm:prSet/>
      <dgm:spPr/>
      <dgm:t>
        <a:bodyPr/>
        <a:lstStyle/>
        <a:p>
          <a:endParaRPr lang="tr-TR"/>
        </a:p>
      </dgm:t>
    </dgm:pt>
    <dgm:pt modelId="{0CBDC08A-6205-48DC-BC59-F76394B72C1B}" type="sibTrans" cxnId="{D44F8F77-A2CF-440E-9F26-6D8389E92010}">
      <dgm:prSet/>
      <dgm:spPr/>
      <dgm:t>
        <a:bodyPr/>
        <a:lstStyle/>
        <a:p>
          <a:endParaRPr lang="tr-TR"/>
        </a:p>
      </dgm:t>
    </dgm:pt>
    <dgm:pt modelId="{F2925746-F4F0-4FE3-9052-6D04E16882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shared with anyone</a:t>
          </a:r>
          <a:r>
            <a:rPr lang="tr-TR" dirty="0"/>
            <a:t> </a:t>
          </a:r>
        </a:p>
      </dgm:t>
    </dgm:pt>
    <dgm:pt modelId="{FB99EFA3-309E-458F-9233-65CB02697496}" type="parTrans" cxnId="{D5DF7222-3CD0-47B6-A09E-F6BF1DFA501D}">
      <dgm:prSet/>
      <dgm:spPr/>
      <dgm:t>
        <a:bodyPr/>
        <a:lstStyle/>
        <a:p>
          <a:endParaRPr lang="tr-TR"/>
        </a:p>
      </dgm:t>
    </dgm:pt>
    <dgm:pt modelId="{CC6C5F48-5B15-46BC-A630-92864BC00AE4}" type="sibTrans" cxnId="{D5DF7222-3CD0-47B6-A09E-F6BF1DFA501D}">
      <dgm:prSet/>
      <dgm:spPr/>
      <dgm:t>
        <a:bodyPr/>
        <a:lstStyle/>
        <a:p>
          <a:endParaRPr lang="tr-TR"/>
        </a:p>
      </dgm:t>
    </dgm:pt>
    <dgm:pt modelId="{9E93B1CE-042D-4D89-A2C4-09EFABEFCE3F}" type="pres">
      <dgm:prSet presAssocID="{25D08509-1F95-45EC-B5CC-C3E8ABEB6935}" presName="root" presStyleCnt="0">
        <dgm:presLayoutVars>
          <dgm:dir/>
          <dgm:resizeHandles val="exact"/>
        </dgm:presLayoutVars>
      </dgm:prSet>
      <dgm:spPr/>
    </dgm:pt>
    <dgm:pt modelId="{E2504A9F-1BBA-4511-AF1F-3730FF79B6E3}" type="pres">
      <dgm:prSet presAssocID="{41D49BCB-C1BB-43A8-BAA4-059745214CB8}" presName="compNode" presStyleCnt="0"/>
      <dgm:spPr/>
    </dgm:pt>
    <dgm:pt modelId="{47F6A3EC-3783-4788-BFC4-9DF25F466B0A}" type="pres">
      <dgm:prSet presAssocID="{41D49BCB-C1BB-43A8-BAA4-059745214C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5647EE2-4F8B-4CC1-8F37-C3FF88791257}" type="pres">
      <dgm:prSet presAssocID="{41D49BCB-C1BB-43A8-BAA4-059745214CB8}" presName="iconSpace" presStyleCnt="0"/>
      <dgm:spPr/>
    </dgm:pt>
    <dgm:pt modelId="{7A3085B3-CCD1-493C-8243-4455539B6129}" type="pres">
      <dgm:prSet presAssocID="{41D49BCB-C1BB-43A8-BAA4-059745214CB8}" presName="parTx" presStyleLbl="revTx" presStyleIdx="0" presStyleCnt="6">
        <dgm:presLayoutVars>
          <dgm:chMax val="0"/>
          <dgm:chPref val="0"/>
        </dgm:presLayoutVars>
      </dgm:prSet>
      <dgm:spPr/>
    </dgm:pt>
    <dgm:pt modelId="{4E14DB30-C8EC-4324-A04F-BBB1828CF33A}" type="pres">
      <dgm:prSet presAssocID="{41D49BCB-C1BB-43A8-BAA4-059745214CB8}" presName="txSpace" presStyleCnt="0"/>
      <dgm:spPr/>
    </dgm:pt>
    <dgm:pt modelId="{40F40EBF-29F8-4452-851D-1F0A2C559A6C}" type="pres">
      <dgm:prSet presAssocID="{41D49BCB-C1BB-43A8-BAA4-059745214CB8}" presName="desTx" presStyleLbl="revTx" presStyleIdx="1" presStyleCnt="6">
        <dgm:presLayoutVars/>
      </dgm:prSet>
      <dgm:spPr/>
    </dgm:pt>
    <dgm:pt modelId="{6CED9FAF-D1D2-48AC-8507-53DE980E08D8}" type="pres">
      <dgm:prSet presAssocID="{42EA7224-572E-47EA-9DB0-00193FA7325A}" presName="sibTrans" presStyleCnt="0"/>
      <dgm:spPr/>
    </dgm:pt>
    <dgm:pt modelId="{E94D14A3-A5A0-40E6-B70D-767AC078A0E6}" type="pres">
      <dgm:prSet presAssocID="{B53D57A8-072D-4AC2-ADEB-9BE50E2B1D49}" presName="compNode" presStyleCnt="0"/>
      <dgm:spPr/>
    </dgm:pt>
    <dgm:pt modelId="{24046F0C-5C26-489F-AF50-47C32C5B6023}" type="pres">
      <dgm:prSet presAssocID="{B53D57A8-072D-4AC2-ADEB-9BE50E2B1D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1713DE6F-E29A-4042-AA71-F0DA32FBFEAE}" type="pres">
      <dgm:prSet presAssocID="{B53D57A8-072D-4AC2-ADEB-9BE50E2B1D49}" presName="iconSpace" presStyleCnt="0"/>
      <dgm:spPr/>
    </dgm:pt>
    <dgm:pt modelId="{9B867F7A-F586-4569-97B5-5D22A99E16C7}" type="pres">
      <dgm:prSet presAssocID="{B53D57A8-072D-4AC2-ADEB-9BE50E2B1D49}" presName="parTx" presStyleLbl="revTx" presStyleIdx="2" presStyleCnt="6">
        <dgm:presLayoutVars>
          <dgm:chMax val="0"/>
          <dgm:chPref val="0"/>
        </dgm:presLayoutVars>
      </dgm:prSet>
      <dgm:spPr/>
    </dgm:pt>
    <dgm:pt modelId="{2EA331B0-A2B3-4856-BC52-C86B1079E26C}" type="pres">
      <dgm:prSet presAssocID="{B53D57A8-072D-4AC2-ADEB-9BE50E2B1D49}" presName="txSpace" presStyleCnt="0"/>
      <dgm:spPr/>
    </dgm:pt>
    <dgm:pt modelId="{5A651049-533E-4D33-A092-AA04C1F6C0B7}" type="pres">
      <dgm:prSet presAssocID="{B53D57A8-072D-4AC2-ADEB-9BE50E2B1D49}" presName="desTx" presStyleLbl="revTx" presStyleIdx="3" presStyleCnt="6">
        <dgm:presLayoutVars/>
      </dgm:prSet>
      <dgm:spPr/>
    </dgm:pt>
    <dgm:pt modelId="{6FEBFE9C-0C96-406E-878C-AE04399D7753}" type="pres">
      <dgm:prSet presAssocID="{61921F15-E2F6-4897-9775-ECD633C8CBBC}" presName="sibTrans" presStyleCnt="0"/>
      <dgm:spPr/>
    </dgm:pt>
    <dgm:pt modelId="{3A2E7B78-99B9-4777-A2C4-7494D3F72DF8}" type="pres">
      <dgm:prSet presAssocID="{4086C8E6-471D-49B8-9499-7A7DEC190A23}" presName="compNode" presStyleCnt="0"/>
      <dgm:spPr/>
    </dgm:pt>
    <dgm:pt modelId="{ACBE70E4-3089-486F-956C-D11AB8C098F8}" type="pres">
      <dgm:prSet presAssocID="{4086C8E6-471D-49B8-9499-7A7DEC190A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8D44C67-39AF-486D-B63A-9C5711DDCB79}" type="pres">
      <dgm:prSet presAssocID="{4086C8E6-471D-49B8-9499-7A7DEC190A23}" presName="iconSpace" presStyleCnt="0"/>
      <dgm:spPr/>
    </dgm:pt>
    <dgm:pt modelId="{B610D863-14C5-439A-B392-776C4590F353}" type="pres">
      <dgm:prSet presAssocID="{4086C8E6-471D-49B8-9499-7A7DEC190A23}" presName="parTx" presStyleLbl="revTx" presStyleIdx="4" presStyleCnt="6">
        <dgm:presLayoutVars>
          <dgm:chMax val="0"/>
          <dgm:chPref val="0"/>
        </dgm:presLayoutVars>
      </dgm:prSet>
      <dgm:spPr/>
    </dgm:pt>
    <dgm:pt modelId="{4F382587-A68B-47B1-9261-BFCFB6105CE8}" type="pres">
      <dgm:prSet presAssocID="{4086C8E6-471D-49B8-9499-7A7DEC190A23}" presName="txSpace" presStyleCnt="0"/>
      <dgm:spPr/>
    </dgm:pt>
    <dgm:pt modelId="{FB0A25E4-FD6B-47F2-9094-317946D76FE9}" type="pres">
      <dgm:prSet presAssocID="{4086C8E6-471D-49B8-9499-7A7DEC190A23}" presName="desTx" presStyleLbl="revTx" presStyleIdx="5" presStyleCnt="6">
        <dgm:presLayoutVars/>
      </dgm:prSet>
      <dgm:spPr/>
    </dgm:pt>
  </dgm:ptLst>
  <dgm:cxnLst>
    <dgm:cxn modelId="{BB6C4901-54E4-40EC-9345-C0B6FB4AB403}" type="presOf" srcId="{919B74EC-A9AB-4D13-99E0-97E6A810412D}" destId="{40F40EBF-29F8-4452-851D-1F0A2C559A6C}" srcOrd="0" destOrd="0" presId="urn:microsoft.com/office/officeart/2018/5/layout/CenteredIconLabelDescriptionList"/>
    <dgm:cxn modelId="{B7906502-1CE0-4345-B456-8573DB378452}" type="presOf" srcId="{C8DAA8A9-9CA9-4338-B625-4B140BF6A46C}" destId="{5A651049-533E-4D33-A092-AA04C1F6C0B7}" srcOrd="0" destOrd="0" presId="urn:microsoft.com/office/officeart/2018/5/layout/CenteredIconLabelDescriptionList"/>
    <dgm:cxn modelId="{D5DF7222-3CD0-47B6-A09E-F6BF1DFA501D}" srcId="{4086C8E6-471D-49B8-9499-7A7DEC190A23}" destId="{F2925746-F4F0-4FE3-9052-6D04E1688288}" srcOrd="1" destOrd="0" parTransId="{FB99EFA3-309E-458F-9233-65CB02697496}" sibTransId="{CC6C5F48-5B15-46BC-A630-92864BC00AE4}"/>
    <dgm:cxn modelId="{6AA69C24-BE31-4291-9EA6-7F93EEB6C2ED}" type="presOf" srcId="{4086C8E6-471D-49B8-9499-7A7DEC190A23}" destId="{B610D863-14C5-439A-B392-776C4590F353}" srcOrd="0" destOrd="0" presId="urn:microsoft.com/office/officeart/2018/5/layout/CenteredIconLabelDescriptionList"/>
    <dgm:cxn modelId="{BEE45C28-D64E-451C-95E6-398B4779C459}" type="presOf" srcId="{B53D57A8-072D-4AC2-ADEB-9BE50E2B1D49}" destId="{9B867F7A-F586-4569-97B5-5D22A99E16C7}" srcOrd="0" destOrd="0" presId="urn:microsoft.com/office/officeart/2018/5/layout/CenteredIconLabelDescriptionList"/>
    <dgm:cxn modelId="{4E294D6E-9211-46DD-BB48-221F14C0BE11}" type="presOf" srcId="{387D4967-B185-4253-8BA7-C632C76F5A1D}" destId="{FB0A25E4-FD6B-47F2-9094-317946D76FE9}" srcOrd="0" destOrd="0" presId="urn:microsoft.com/office/officeart/2018/5/layout/CenteredIconLabelDescriptionList"/>
    <dgm:cxn modelId="{BD666D6E-2355-43D4-A78E-DB4E8845110B}" type="presOf" srcId="{25D08509-1F95-45EC-B5CC-C3E8ABEB6935}" destId="{9E93B1CE-042D-4D89-A2C4-09EFABEFCE3F}" srcOrd="0" destOrd="0" presId="urn:microsoft.com/office/officeart/2018/5/layout/CenteredIconLabelDescriptionList"/>
    <dgm:cxn modelId="{E1BF9B50-DD79-4AE5-88F8-FC173799DB43}" srcId="{4086C8E6-471D-49B8-9499-7A7DEC190A23}" destId="{D2DD3870-F55D-41E0-A941-C8C2C9022E28}" srcOrd="2" destOrd="0" parTransId="{4A22E96A-666A-44A7-9A3D-70AD95007A73}" sibTransId="{4FF518FD-08AC-4D8F-93D2-9899171B259A}"/>
    <dgm:cxn modelId="{D44F8F77-A2CF-440E-9F26-6D8389E92010}" srcId="{B53D57A8-072D-4AC2-ADEB-9BE50E2B1D49}" destId="{5F22DDE3-423C-4192-9705-EDB7DA90C832}" srcOrd="1" destOrd="0" parTransId="{0D04442E-C49F-468C-B6BD-E0DF0C37AC88}" sibTransId="{0CBDC08A-6205-48DC-BC59-F76394B72C1B}"/>
    <dgm:cxn modelId="{99EBAD8B-8B75-4900-A535-12C864C189E1}" srcId="{25D08509-1F95-45EC-B5CC-C3E8ABEB6935}" destId="{B53D57A8-072D-4AC2-ADEB-9BE50E2B1D49}" srcOrd="1" destOrd="0" parTransId="{B8E66E42-7D34-4699-993B-34984A5F8E6B}" sibTransId="{61921F15-E2F6-4897-9775-ECD633C8CBBC}"/>
    <dgm:cxn modelId="{E538CB97-8F27-4CA1-84F2-3E55591407FA}" srcId="{25D08509-1F95-45EC-B5CC-C3E8ABEB6935}" destId="{41D49BCB-C1BB-43A8-BAA4-059745214CB8}" srcOrd="0" destOrd="0" parTransId="{DE54148A-DB41-426B-80AA-69C61C31F2F4}" sibTransId="{42EA7224-572E-47EA-9DB0-00193FA7325A}"/>
    <dgm:cxn modelId="{31CF749C-36DC-415F-A0E1-9B7E9EB210F3}" srcId="{4086C8E6-471D-49B8-9499-7A7DEC190A23}" destId="{387D4967-B185-4253-8BA7-C632C76F5A1D}" srcOrd="0" destOrd="0" parTransId="{3D4C87CA-93AC-4C81-877B-B6B72CD13430}" sibTransId="{76D6CA55-6897-4196-A9FC-4D2E5B20B14B}"/>
    <dgm:cxn modelId="{E00C89A4-3E7F-4378-9744-777E3D32A3D7}" type="presOf" srcId="{D2DD3870-F55D-41E0-A941-C8C2C9022E28}" destId="{FB0A25E4-FD6B-47F2-9094-317946D76FE9}" srcOrd="0" destOrd="2" presId="urn:microsoft.com/office/officeart/2018/5/layout/CenteredIconLabelDescriptionList"/>
    <dgm:cxn modelId="{8F7FBCAF-F941-4D0A-92DA-B2B0CC2D45DF}" type="presOf" srcId="{F2925746-F4F0-4FE3-9052-6D04E1688288}" destId="{FB0A25E4-FD6B-47F2-9094-317946D76FE9}" srcOrd="0" destOrd="1" presId="urn:microsoft.com/office/officeart/2018/5/layout/CenteredIconLabelDescriptionList"/>
    <dgm:cxn modelId="{ADC4D1BC-3EC2-47AD-A48F-2DF05A4B4A0B}" srcId="{B53D57A8-072D-4AC2-ADEB-9BE50E2B1D49}" destId="{C8DAA8A9-9CA9-4338-B625-4B140BF6A46C}" srcOrd="0" destOrd="0" parTransId="{3DF31DF2-1EF0-4A14-9B4F-5F8F73CD408D}" sibTransId="{CC2B305F-C89D-4207-9132-2A5CE4765369}"/>
    <dgm:cxn modelId="{B6C4DAC9-59A9-4599-AF7F-73AADAB76C0C}" srcId="{25D08509-1F95-45EC-B5CC-C3E8ABEB6935}" destId="{4086C8E6-471D-49B8-9499-7A7DEC190A23}" srcOrd="2" destOrd="0" parTransId="{85261801-C798-4D1E-B340-9794F573F99A}" sibTransId="{0C5EF6FC-DA64-4B69-AFA7-7FA05DBC46B7}"/>
    <dgm:cxn modelId="{5F28A7CB-4E87-459F-A6E9-FE458A6B176B}" type="presOf" srcId="{5F22DDE3-423C-4192-9705-EDB7DA90C832}" destId="{5A651049-533E-4D33-A092-AA04C1F6C0B7}" srcOrd="0" destOrd="1" presId="urn:microsoft.com/office/officeart/2018/5/layout/CenteredIconLabelDescriptionList"/>
    <dgm:cxn modelId="{E6892DE5-E26F-4B6E-9D93-4D0E85B7A68A}" srcId="{41D49BCB-C1BB-43A8-BAA4-059745214CB8}" destId="{919B74EC-A9AB-4D13-99E0-97E6A810412D}" srcOrd="0" destOrd="0" parTransId="{BAB0F708-8F0C-4193-AD21-3C2DAE99656E}" sibTransId="{14B5F5E5-0F19-47C6-8F58-FE12CFE8FF1B}"/>
    <dgm:cxn modelId="{4C39AEF0-464F-4663-8598-5A87380CBAD0}" type="presOf" srcId="{41D49BCB-C1BB-43A8-BAA4-059745214CB8}" destId="{7A3085B3-CCD1-493C-8243-4455539B6129}" srcOrd="0" destOrd="0" presId="urn:microsoft.com/office/officeart/2018/5/layout/CenteredIconLabelDescriptionList"/>
    <dgm:cxn modelId="{DF12BF98-22D1-464F-98CB-68225EE40E58}" type="presParOf" srcId="{9E93B1CE-042D-4D89-A2C4-09EFABEFCE3F}" destId="{E2504A9F-1BBA-4511-AF1F-3730FF79B6E3}" srcOrd="0" destOrd="0" presId="urn:microsoft.com/office/officeart/2018/5/layout/CenteredIconLabelDescriptionList"/>
    <dgm:cxn modelId="{D024D9D8-7739-473F-BA0A-A3C86F9E15CA}" type="presParOf" srcId="{E2504A9F-1BBA-4511-AF1F-3730FF79B6E3}" destId="{47F6A3EC-3783-4788-BFC4-9DF25F466B0A}" srcOrd="0" destOrd="0" presId="urn:microsoft.com/office/officeart/2018/5/layout/CenteredIconLabelDescriptionList"/>
    <dgm:cxn modelId="{9078ED95-3444-4C7E-AA5C-E731B990E8DA}" type="presParOf" srcId="{E2504A9F-1BBA-4511-AF1F-3730FF79B6E3}" destId="{35647EE2-4F8B-4CC1-8F37-C3FF88791257}" srcOrd="1" destOrd="0" presId="urn:microsoft.com/office/officeart/2018/5/layout/CenteredIconLabelDescriptionList"/>
    <dgm:cxn modelId="{3C1135C6-6C71-440A-9BDD-889E78033CB9}" type="presParOf" srcId="{E2504A9F-1BBA-4511-AF1F-3730FF79B6E3}" destId="{7A3085B3-CCD1-493C-8243-4455539B6129}" srcOrd="2" destOrd="0" presId="urn:microsoft.com/office/officeart/2018/5/layout/CenteredIconLabelDescriptionList"/>
    <dgm:cxn modelId="{9B151486-5ACA-4CB4-A5CD-5ACAB5FD659E}" type="presParOf" srcId="{E2504A9F-1BBA-4511-AF1F-3730FF79B6E3}" destId="{4E14DB30-C8EC-4324-A04F-BBB1828CF33A}" srcOrd="3" destOrd="0" presId="urn:microsoft.com/office/officeart/2018/5/layout/CenteredIconLabelDescriptionList"/>
    <dgm:cxn modelId="{37B3919D-4DA9-4B7F-A308-2231FDE5A516}" type="presParOf" srcId="{E2504A9F-1BBA-4511-AF1F-3730FF79B6E3}" destId="{40F40EBF-29F8-4452-851D-1F0A2C559A6C}" srcOrd="4" destOrd="0" presId="urn:microsoft.com/office/officeart/2018/5/layout/CenteredIconLabelDescriptionList"/>
    <dgm:cxn modelId="{2C9239DD-986C-4791-9BDC-15B0E027649B}" type="presParOf" srcId="{9E93B1CE-042D-4D89-A2C4-09EFABEFCE3F}" destId="{6CED9FAF-D1D2-48AC-8507-53DE980E08D8}" srcOrd="1" destOrd="0" presId="urn:microsoft.com/office/officeart/2018/5/layout/CenteredIconLabelDescriptionList"/>
    <dgm:cxn modelId="{3F36D683-E078-4F84-9A4A-F9B003250626}" type="presParOf" srcId="{9E93B1CE-042D-4D89-A2C4-09EFABEFCE3F}" destId="{E94D14A3-A5A0-40E6-B70D-767AC078A0E6}" srcOrd="2" destOrd="0" presId="urn:microsoft.com/office/officeart/2018/5/layout/CenteredIconLabelDescriptionList"/>
    <dgm:cxn modelId="{8B5CE19F-AE92-44A0-8468-5F389464DA6A}" type="presParOf" srcId="{E94D14A3-A5A0-40E6-B70D-767AC078A0E6}" destId="{24046F0C-5C26-489F-AF50-47C32C5B6023}" srcOrd="0" destOrd="0" presId="urn:microsoft.com/office/officeart/2018/5/layout/CenteredIconLabelDescriptionList"/>
    <dgm:cxn modelId="{F3A596C2-BDE3-4500-94FB-C175002CF57A}" type="presParOf" srcId="{E94D14A3-A5A0-40E6-B70D-767AC078A0E6}" destId="{1713DE6F-E29A-4042-AA71-F0DA32FBFEAE}" srcOrd="1" destOrd="0" presId="urn:microsoft.com/office/officeart/2018/5/layout/CenteredIconLabelDescriptionList"/>
    <dgm:cxn modelId="{C797010A-F888-4CAA-A8AE-F3F15EBA65F5}" type="presParOf" srcId="{E94D14A3-A5A0-40E6-B70D-767AC078A0E6}" destId="{9B867F7A-F586-4569-97B5-5D22A99E16C7}" srcOrd="2" destOrd="0" presId="urn:microsoft.com/office/officeart/2018/5/layout/CenteredIconLabelDescriptionList"/>
    <dgm:cxn modelId="{6FDDED76-FD4B-4951-9431-5AC40A34FA2A}" type="presParOf" srcId="{E94D14A3-A5A0-40E6-B70D-767AC078A0E6}" destId="{2EA331B0-A2B3-4856-BC52-C86B1079E26C}" srcOrd="3" destOrd="0" presId="urn:microsoft.com/office/officeart/2018/5/layout/CenteredIconLabelDescriptionList"/>
    <dgm:cxn modelId="{644E5291-37CD-4069-AFEC-BD632676066D}" type="presParOf" srcId="{E94D14A3-A5A0-40E6-B70D-767AC078A0E6}" destId="{5A651049-533E-4D33-A092-AA04C1F6C0B7}" srcOrd="4" destOrd="0" presId="urn:microsoft.com/office/officeart/2018/5/layout/CenteredIconLabelDescriptionList"/>
    <dgm:cxn modelId="{0789791D-021B-4B27-A4E7-44766BF68248}" type="presParOf" srcId="{9E93B1CE-042D-4D89-A2C4-09EFABEFCE3F}" destId="{6FEBFE9C-0C96-406E-878C-AE04399D7753}" srcOrd="3" destOrd="0" presId="urn:microsoft.com/office/officeart/2018/5/layout/CenteredIconLabelDescriptionList"/>
    <dgm:cxn modelId="{F28EC794-3DD5-4457-A736-6A050BEBA6F9}" type="presParOf" srcId="{9E93B1CE-042D-4D89-A2C4-09EFABEFCE3F}" destId="{3A2E7B78-99B9-4777-A2C4-7494D3F72DF8}" srcOrd="4" destOrd="0" presId="urn:microsoft.com/office/officeart/2018/5/layout/CenteredIconLabelDescriptionList"/>
    <dgm:cxn modelId="{22EBDB85-AB29-47CE-AF93-DC3E79D286AC}" type="presParOf" srcId="{3A2E7B78-99B9-4777-A2C4-7494D3F72DF8}" destId="{ACBE70E4-3089-486F-956C-D11AB8C098F8}" srcOrd="0" destOrd="0" presId="urn:microsoft.com/office/officeart/2018/5/layout/CenteredIconLabelDescriptionList"/>
    <dgm:cxn modelId="{E91E3B25-13E8-435C-96B5-62F6F8908241}" type="presParOf" srcId="{3A2E7B78-99B9-4777-A2C4-7494D3F72DF8}" destId="{18D44C67-39AF-486D-B63A-9C5711DDCB79}" srcOrd="1" destOrd="0" presId="urn:microsoft.com/office/officeart/2018/5/layout/CenteredIconLabelDescriptionList"/>
    <dgm:cxn modelId="{92FC5AAA-E881-4E02-A259-A0B12A14723F}" type="presParOf" srcId="{3A2E7B78-99B9-4777-A2C4-7494D3F72DF8}" destId="{B610D863-14C5-439A-B392-776C4590F353}" srcOrd="2" destOrd="0" presId="urn:microsoft.com/office/officeart/2018/5/layout/CenteredIconLabelDescriptionList"/>
    <dgm:cxn modelId="{BBF7E941-F646-42F0-BF61-05AC8EE83E4A}" type="presParOf" srcId="{3A2E7B78-99B9-4777-A2C4-7494D3F72DF8}" destId="{4F382587-A68B-47B1-9261-BFCFB6105CE8}" srcOrd="3" destOrd="0" presId="urn:microsoft.com/office/officeart/2018/5/layout/CenteredIconLabelDescriptionList"/>
    <dgm:cxn modelId="{ED0CC72B-382E-457E-A864-A73578B4E289}" type="presParOf" srcId="{3A2E7B78-99B9-4777-A2C4-7494D3F72DF8}" destId="{FB0A25E4-FD6B-47F2-9094-317946D76F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5403A28F-D1D7-4169-AE7D-C154511E554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tr-TR"/>
        </a:p>
      </dgm:t>
    </dgm:pt>
    <dgm:pt modelId="{F6FB2DC1-61C1-4A29-8004-B7049DF0D6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as a point K = (x,</a:t>
          </a:r>
          <a:r>
            <a:rPr lang="tr-TR" dirty="0"/>
            <a:t> </a:t>
          </a:r>
          <a:r>
            <a:rPr lang="en-US" dirty="0"/>
            <a:t>y)</a:t>
          </a:r>
          <a:endParaRPr lang="tr-TR" dirty="0"/>
        </a:p>
      </dgm:t>
    </dgm:pt>
    <dgm:pt modelId="{5235E2BE-A7A4-46A1-9789-8DC0CA3B2232}" type="parTrans" cxnId="{A19F52E9-769A-45D6-8D85-B27CF8D88AED}">
      <dgm:prSet/>
      <dgm:spPr/>
      <dgm:t>
        <a:bodyPr/>
        <a:lstStyle/>
        <a:p>
          <a:endParaRPr lang="tr-TR"/>
        </a:p>
      </dgm:t>
    </dgm:pt>
    <dgm:pt modelId="{A3218C7D-AC34-487A-97F4-40818B66C62A}" type="sibTrans" cxnId="{A19F52E9-769A-45D6-8D85-B27CF8D88AED}">
      <dgm:prSet/>
      <dgm:spPr/>
      <dgm:t>
        <a:bodyPr/>
        <a:lstStyle/>
        <a:p>
          <a:endParaRPr lang="tr-TR"/>
        </a:p>
      </dgm:t>
    </dgm:pt>
    <dgm:pt modelId="{286C2FED-30E4-4426-9310-F5865BF5EF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 </a:t>
          </a:r>
          <a:r>
            <a:rPr lang="en-US" i="1"/>
            <a:t>K</a:t>
          </a:r>
          <a:endParaRPr lang="tr-TR"/>
        </a:p>
      </dgm:t>
    </dgm:pt>
    <dgm:pt modelId="{BD8C5543-FAC5-4130-A8C3-6BC68B57040F}" type="sibTrans" cxnId="{00181F80-1941-4309-8157-95C720136706}">
      <dgm:prSet/>
      <dgm:spPr/>
      <dgm:t>
        <a:bodyPr/>
        <a:lstStyle/>
        <a:p>
          <a:endParaRPr lang="tr-TR"/>
        </a:p>
      </dgm:t>
    </dgm:pt>
    <dgm:pt modelId="{E528B0EE-3D27-42D4-A4C6-DC3B505FCBD3}" type="parTrans" cxnId="{00181F80-1941-4309-8157-95C720136706}">
      <dgm:prSet/>
      <dgm:spPr/>
      <dgm:t>
        <a:bodyPr/>
        <a:lstStyle/>
        <a:p>
          <a:endParaRPr lang="tr-TR"/>
        </a:p>
      </dgm:t>
    </dgm:pt>
    <dgm:pt modelId="{3CE3E04B-1EBE-48BC-BFD0-4C1DB3582A9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Public</a:t>
          </a:r>
          <a:r>
            <a:rPr lang="tr-TR" dirty="0"/>
            <a:t> K</a:t>
          </a:r>
          <a:r>
            <a:rPr lang="en-US" dirty="0" err="1"/>
            <a:t>ey</a:t>
          </a:r>
          <a:r>
            <a:rPr lang="en-US" dirty="0"/>
            <a:t> </a:t>
          </a:r>
          <a:r>
            <a:rPr lang="tr-TR" dirty="0"/>
            <a:t>(K) Generation</a:t>
          </a:r>
        </a:p>
      </dgm:t>
    </dgm:pt>
    <dgm:pt modelId="{9F6AEA57-F8D2-4216-883B-DBD82D66A2E6}" type="parTrans" cxnId="{766B068B-6F30-4D21-9F5E-23CE67BAC622}">
      <dgm:prSet/>
      <dgm:spPr/>
      <dgm:t>
        <a:bodyPr/>
        <a:lstStyle/>
        <a:p>
          <a:endParaRPr lang="tr-TR"/>
        </a:p>
      </dgm:t>
    </dgm:pt>
    <dgm:pt modelId="{D1D4DE36-62B8-4B6D-BB1E-11C57FDE987F}" type="sibTrans" cxnId="{766B068B-6F30-4D21-9F5E-23CE67BAC622}">
      <dgm:prSet/>
      <dgm:spPr/>
      <dgm:t>
        <a:bodyPr/>
        <a:lstStyle/>
        <a:p>
          <a:endParaRPr lang="tr-TR"/>
        </a:p>
      </dgm:t>
    </dgm:pt>
    <dgm:pt modelId="{C9763C0F-6D20-460E-A75C-21BBE6D4CD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 the private key </a:t>
          </a:r>
          <a:r>
            <a:rPr lang="en-US" i="1" dirty="0"/>
            <a:t>k </a:t>
          </a:r>
          <a:r>
            <a:rPr lang="en-US" dirty="0"/>
            <a:t>generated</a:t>
          </a:r>
          <a:r>
            <a:rPr lang="tr-TR" dirty="0"/>
            <a:t> </a:t>
          </a:r>
          <a:r>
            <a:rPr lang="en-US" dirty="0"/>
            <a:t>previously </a:t>
          </a:r>
          <a:endParaRPr lang="tr-TR" dirty="0"/>
        </a:p>
      </dgm:t>
    </dgm:pt>
    <dgm:pt modelId="{AEE57368-308A-44C9-A16F-2151114347C1}" type="parTrans" cxnId="{6A130A0A-FC6D-4CA1-8312-FEE2C3A8FC43}">
      <dgm:prSet/>
      <dgm:spPr/>
      <dgm:t>
        <a:bodyPr/>
        <a:lstStyle/>
        <a:p>
          <a:endParaRPr lang="tr-TR"/>
        </a:p>
      </dgm:t>
    </dgm:pt>
    <dgm:pt modelId="{85B9F944-994C-4F54-9F64-13534BDC7359}" type="sibTrans" cxnId="{6A130A0A-FC6D-4CA1-8312-FEE2C3A8FC43}">
      <dgm:prSet/>
      <dgm:spPr/>
      <dgm:t>
        <a:bodyPr/>
        <a:lstStyle/>
        <a:p>
          <a:endParaRPr lang="tr-TR"/>
        </a:p>
      </dgm:t>
    </dgm:pt>
    <dgm:pt modelId="{D5BCA373-FF39-4AE1-BA7F-76C318BC05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multiply it with the generator point G</a:t>
          </a:r>
          <a:endParaRPr lang="tr-TR" dirty="0"/>
        </a:p>
      </dgm:t>
    </dgm:pt>
    <dgm:pt modelId="{59273FB2-3A5B-4DAD-B3BB-694AA4DC6718}" type="parTrans" cxnId="{BAF48C89-8134-4BF4-8FAF-0676231DF046}">
      <dgm:prSet/>
      <dgm:spPr/>
      <dgm:t>
        <a:bodyPr/>
        <a:lstStyle/>
        <a:p>
          <a:endParaRPr lang="tr-TR"/>
        </a:p>
      </dgm:t>
    </dgm:pt>
    <dgm:pt modelId="{DC5E24CA-2F31-4F29-B3A3-13AE98AA3AF8}" type="sibTrans" cxnId="{BAF48C89-8134-4BF4-8FAF-0676231DF046}">
      <dgm:prSet/>
      <dgm:spPr/>
      <dgm:t>
        <a:bodyPr/>
        <a:lstStyle/>
        <a:p>
          <a:endParaRPr lang="tr-TR"/>
        </a:p>
      </dgm:t>
    </dgm:pt>
    <dgm:pt modelId="{BD38857F-724F-41E6-A1DE-CE07C1E2913C}" type="pres">
      <dgm:prSet presAssocID="{5403A28F-D1D7-4169-AE7D-C154511E5542}" presName="root" presStyleCnt="0">
        <dgm:presLayoutVars>
          <dgm:dir/>
          <dgm:resizeHandles val="exact"/>
        </dgm:presLayoutVars>
      </dgm:prSet>
      <dgm:spPr/>
    </dgm:pt>
    <dgm:pt modelId="{C53A5603-57ED-42F3-A22B-48F439A4327F}" type="pres">
      <dgm:prSet presAssocID="{286C2FED-30E4-4426-9310-F5865BF5EFF8}" presName="compNode" presStyleCnt="0"/>
      <dgm:spPr/>
    </dgm:pt>
    <dgm:pt modelId="{7BAFA4D2-F958-4EB0-8B6E-1BA5F271AA36}" type="pres">
      <dgm:prSet presAssocID="{286C2FED-30E4-4426-9310-F5865BF5EF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372CEC-91B0-4AE6-877B-07126D60DA85}" type="pres">
      <dgm:prSet presAssocID="{286C2FED-30E4-4426-9310-F5865BF5EFF8}" presName="iconSpace" presStyleCnt="0"/>
      <dgm:spPr/>
    </dgm:pt>
    <dgm:pt modelId="{E5D192FB-72ED-4AFC-A3A9-F37A05A2E0EE}" type="pres">
      <dgm:prSet presAssocID="{286C2FED-30E4-4426-9310-F5865BF5EFF8}" presName="parTx" presStyleLbl="revTx" presStyleIdx="0" presStyleCnt="4">
        <dgm:presLayoutVars>
          <dgm:chMax val="0"/>
          <dgm:chPref val="0"/>
        </dgm:presLayoutVars>
      </dgm:prSet>
      <dgm:spPr/>
    </dgm:pt>
    <dgm:pt modelId="{B49BA409-8E1B-4B74-8C7F-48CC75BFF78E}" type="pres">
      <dgm:prSet presAssocID="{286C2FED-30E4-4426-9310-F5865BF5EFF8}" presName="txSpace" presStyleCnt="0"/>
      <dgm:spPr/>
    </dgm:pt>
    <dgm:pt modelId="{94F19685-3C38-40DD-A08D-1B268ABBC09B}" type="pres">
      <dgm:prSet presAssocID="{286C2FED-30E4-4426-9310-F5865BF5EFF8}" presName="desTx" presStyleLbl="revTx" presStyleIdx="1" presStyleCnt="4">
        <dgm:presLayoutVars/>
      </dgm:prSet>
      <dgm:spPr/>
    </dgm:pt>
    <dgm:pt modelId="{D1DB2172-52C7-4988-804B-D54551C5A6E3}" type="pres">
      <dgm:prSet presAssocID="{BD8C5543-FAC5-4130-A8C3-6BC68B57040F}" presName="sibTrans" presStyleCnt="0"/>
      <dgm:spPr/>
    </dgm:pt>
    <dgm:pt modelId="{48F1B3B9-0E2D-4C54-8B4D-C85709EEAD8D}" type="pres">
      <dgm:prSet presAssocID="{3CE3E04B-1EBE-48BC-BFD0-4C1DB3582A91}" presName="compNode" presStyleCnt="0"/>
      <dgm:spPr/>
    </dgm:pt>
    <dgm:pt modelId="{0F8DC1B4-5DE2-4FEC-BD26-136E86122373}" type="pres">
      <dgm:prSet presAssocID="{3CE3E04B-1EBE-48BC-BFD0-4C1DB3582A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D8D591-89A5-4C09-B84B-1E859E54EA60}" type="pres">
      <dgm:prSet presAssocID="{3CE3E04B-1EBE-48BC-BFD0-4C1DB3582A91}" presName="iconSpace" presStyleCnt="0"/>
      <dgm:spPr/>
    </dgm:pt>
    <dgm:pt modelId="{11C32BDD-4D87-4B01-BC75-1905B816A522}" type="pres">
      <dgm:prSet presAssocID="{3CE3E04B-1EBE-48BC-BFD0-4C1DB3582A91}" presName="parTx" presStyleLbl="revTx" presStyleIdx="2" presStyleCnt="4">
        <dgm:presLayoutVars>
          <dgm:chMax val="0"/>
          <dgm:chPref val="0"/>
        </dgm:presLayoutVars>
      </dgm:prSet>
      <dgm:spPr/>
    </dgm:pt>
    <dgm:pt modelId="{AFF1F725-AF15-40EB-BFA3-A13262AD1B0C}" type="pres">
      <dgm:prSet presAssocID="{3CE3E04B-1EBE-48BC-BFD0-4C1DB3582A91}" presName="txSpace" presStyleCnt="0"/>
      <dgm:spPr/>
    </dgm:pt>
    <dgm:pt modelId="{3309F3E2-6484-4F1C-952B-7CB56427C966}" type="pres">
      <dgm:prSet presAssocID="{3CE3E04B-1EBE-48BC-BFD0-4C1DB3582A91}" presName="desTx" presStyleLbl="revTx" presStyleIdx="3" presStyleCnt="4">
        <dgm:presLayoutVars/>
      </dgm:prSet>
      <dgm:spPr/>
    </dgm:pt>
  </dgm:ptLst>
  <dgm:cxnLst>
    <dgm:cxn modelId="{6A130A0A-FC6D-4CA1-8312-FEE2C3A8FC43}" srcId="{3CE3E04B-1EBE-48BC-BFD0-4C1DB3582A91}" destId="{C9763C0F-6D20-460E-A75C-21BBE6D4CD0B}" srcOrd="0" destOrd="0" parTransId="{AEE57368-308A-44C9-A16F-2151114347C1}" sibTransId="{85B9F944-994C-4F54-9F64-13534BDC7359}"/>
    <dgm:cxn modelId="{4ABE6C0E-A73F-4574-8413-7F920243652D}" type="presOf" srcId="{D5BCA373-FF39-4AE1-BA7F-76C318BC057F}" destId="{3309F3E2-6484-4F1C-952B-7CB56427C966}" srcOrd="0" destOrd="1" presId="urn:microsoft.com/office/officeart/2018/2/layout/IconLabelDescriptionList"/>
    <dgm:cxn modelId="{C1D91B56-E801-45EA-99F6-6EA1C7B55049}" type="presOf" srcId="{F6FB2DC1-61C1-4A29-8004-B7049DF0D6B4}" destId="{94F19685-3C38-40DD-A08D-1B268ABBC09B}" srcOrd="0" destOrd="0" presId="urn:microsoft.com/office/officeart/2018/2/layout/IconLabelDescriptionList"/>
    <dgm:cxn modelId="{00181F80-1941-4309-8157-95C720136706}" srcId="{5403A28F-D1D7-4169-AE7D-C154511E5542}" destId="{286C2FED-30E4-4426-9310-F5865BF5EFF8}" srcOrd="0" destOrd="0" parTransId="{E528B0EE-3D27-42D4-A4C6-DC3B505FCBD3}" sibTransId="{BD8C5543-FAC5-4130-A8C3-6BC68B57040F}"/>
    <dgm:cxn modelId="{BAF48C89-8134-4BF4-8FAF-0676231DF046}" srcId="{3CE3E04B-1EBE-48BC-BFD0-4C1DB3582A91}" destId="{D5BCA373-FF39-4AE1-BA7F-76C318BC057F}" srcOrd="1" destOrd="0" parTransId="{59273FB2-3A5B-4DAD-B3BB-694AA4DC6718}" sibTransId="{DC5E24CA-2F31-4F29-B3A3-13AE98AA3AF8}"/>
    <dgm:cxn modelId="{766B068B-6F30-4D21-9F5E-23CE67BAC622}" srcId="{5403A28F-D1D7-4169-AE7D-C154511E5542}" destId="{3CE3E04B-1EBE-48BC-BFD0-4C1DB3582A91}" srcOrd="1" destOrd="0" parTransId="{9F6AEA57-F8D2-4216-883B-DBD82D66A2E6}" sibTransId="{D1D4DE36-62B8-4B6D-BB1E-11C57FDE987F}"/>
    <dgm:cxn modelId="{0A57D6A5-7EF7-4D98-806B-E9CE6E4D2A85}" type="presOf" srcId="{C9763C0F-6D20-460E-A75C-21BBE6D4CD0B}" destId="{3309F3E2-6484-4F1C-952B-7CB56427C966}" srcOrd="0" destOrd="0" presId="urn:microsoft.com/office/officeart/2018/2/layout/IconLabelDescriptionList"/>
    <dgm:cxn modelId="{E8267EAE-9486-4561-AC12-7B5BE83C60AC}" type="presOf" srcId="{286C2FED-30E4-4426-9310-F5865BF5EFF8}" destId="{E5D192FB-72ED-4AFC-A3A9-F37A05A2E0EE}" srcOrd="0" destOrd="0" presId="urn:microsoft.com/office/officeart/2018/2/layout/IconLabelDescriptionList"/>
    <dgm:cxn modelId="{1ED478BD-8424-40CA-90F9-6DC2D73EFE01}" type="presOf" srcId="{5403A28F-D1D7-4169-AE7D-C154511E5542}" destId="{BD38857F-724F-41E6-A1DE-CE07C1E2913C}" srcOrd="0" destOrd="0" presId="urn:microsoft.com/office/officeart/2018/2/layout/IconLabelDescriptionList"/>
    <dgm:cxn modelId="{3E70DFC6-38E1-4705-87F6-09BF06FF077D}" type="presOf" srcId="{3CE3E04B-1EBE-48BC-BFD0-4C1DB3582A91}" destId="{11C32BDD-4D87-4B01-BC75-1905B816A522}" srcOrd="0" destOrd="0" presId="urn:microsoft.com/office/officeart/2018/2/layout/IconLabelDescriptionList"/>
    <dgm:cxn modelId="{A19F52E9-769A-45D6-8D85-B27CF8D88AED}" srcId="{286C2FED-30E4-4426-9310-F5865BF5EFF8}" destId="{F6FB2DC1-61C1-4A29-8004-B7049DF0D6B4}" srcOrd="0" destOrd="0" parTransId="{5235E2BE-A7A4-46A1-9789-8DC0CA3B2232}" sibTransId="{A3218C7D-AC34-487A-97F4-40818B66C62A}"/>
    <dgm:cxn modelId="{4171E657-1D24-4AFB-89EB-8DB4C5823446}" type="presParOf" srcId="{BD38857F-724F-41E6-A1DE-CE07C1E2913C}" destId="{C53A5603-57ED-42F3-A22B-48F439A4327F}" srcOrd="0" destOrd="0" presId="urn:microsoft.com/office/officeart/2018/2/layout/IconLabelDescriptionList"/>
    <dgm:cxn modelId="{8F527E96-C7F1-48D0-B528-90C2B54D174E}" type="presParOf" srcId="{C53A5603-57ED-42F3-A22B-48F439A4327F}" destId="{7BAFA4D2-F958-4EB0-8B6E-1BA5F271AA36}" srcOrd="0" destOrd="0" presId="urn:microsoft.com/office/officeart/2018/2/layout/IconLabelDescriptionList"/>
    <dgm:cxn modelId="{60BE0AAE-9D84-4680-BE8E-CEC1743E0000}" type="presParOf" srcId="{C53A5603-57ED-42F3-A22B-48F439A4327F}" destId="{14372CEC-91B0-4AE6-877B-07126D60DA85}" srcOrd="1" destOrd="0" presId="urn:microsoft.com/office/officeart/2018/2/layout/IconLabelDescriptionList"/>
    <dgm:cxn modelId="{71C80AA0-527B-4B15-B234-AB8B66B5E3F7}" type="presParOf" srcId="{C53A5603-57ED-42F3-A22B-48F439A4327F}" destId="{E5D192FB-72ED-4AFC-A3A9-F37A05A2E0EE}" srcOrd="2" destOrd="0" presId="urn:microsoft.com/office/officeart/2018/2/layout/IconLabelDescriptionList"/>
    <dgm:cxn modelId="{FCFB039D-E332-4051-8BE1-22CC7CDCA172}" type="presParOf" srcId="{C53A5603-57ED-42F3-A22B-48F439A4327F}" destId="{B49BA409-8E1B-4B74-8C7F-48CC75BFF78E}" srcOrd="3" destOrd="0" presId="urn:microsoft.com/office/officeart/2018/2/layout/IconLabelDescriptionList"/>
    <dgm:cxn modelId="{D73A352C-F7C7-4EF3-9B4D-670BEF44949D}" type="presParOf" srcId="{C53A5603-57ED-42F3-A22B-48F439A4327F}" destId="{94F19685-3C38-40DD-A08D-1B268ABBC09B}" srcOrd="4" destOrd="0" presId="urn:microsoft.com/office/officeart/2018/2/layout/IconLabelDescriptionList"/>
    <dgm:cxn modelId="{D000614B-AA78-4B02-804C-C8467EAB59B3}" type="presParOf" srcId="{BD38857F-724F-41E6-A1DE-CE07C1E2913C}" destId="{D1DB2172-52C7-4988-804B-D54551C5A6E3}" srcOrd="1" destOrd="0" presId="urn:microsoft.com/office/officeart/2018/2/layout/IconLabelDescriptionList"/>
    <dgm:cxn modelId="{5E32DC39-4F11-488C-BECC-85FEF7CD3C86}" type="presParOf" srcId="{BD38857F-724F-41E6-A1DE-CE07C1E2913C}" destId="{48F1B3B9-0E2D-4C54-8B4D-C85709EEAD8D}" srcOrd="2" destOrd="0" presId="urn:microsoft.com/office/officeart/2018/2/layout/IconLabelDescriptionList"/>
    <dgm:cxn modelId="{85E33A62-405B-4132-9C79-897B075FF3CF}" type="presParOf" srcId="{48F1B3B9-0E2D-4C54-8B4D-C85709EEAD8D}" destId="{0F8DC1B4-5DE2-4FEC-BD26-136E86122373}" srcOrd="0" destOrd="0" presId="urn:microsoft.com/office/officeart/2018/2/layout/IconLabelDescriptionList"/>
    <dgm:cxn modelId="{603AC876-1517-49E3-9314-D81457EA9A04}" type="presParOf" srcId="{48F1B3B9-0E2D-4C54-8B4D-C85709EEAD8D}" destId="{84D8D591-89A5-4C09-B84B-1E859E54EA60}" srcOrd="1" destOrd="0" presId="urn:microsoft.com/office/officeart/2018/2/layout/IconLabelDescriptionList"/>
    <dgm:cxn modelId="{62D7C505-4B30-4382-96AA-4B0C48562A01}" type="presParOf" srcId="{48F1B3B9-0E2D-4C54-8B4D-C85709EEAD8D}" destId="{11C32BDD-4D87-4B01-BC75-1905B816A522}" srcOrd="2" destOrd="0" presId="urn:microsoft.com/office/officeart/2018/2/layout/IconLabelDescriptionList"/>
    <dgm:cxn modelId="{18255D08-0ED7-4B27-AE74-D3611567AC4E}" type="presParOf" srcId="{48F1B3B9-0E2D-4C54-8B4D-C85709EEAD8D}" destId="{AFF1F725-AF15-40EB-BFA3-A13262AD1B0C}" srcOrd="3" destOrd="0" presId="urn:microsoft.com/office/officeart/2018/2/layout/IconLabelDescriptionList"/>
    <dgm:cxn modelId="{A21DDAD1-EF2C-4A19-BAF3-3851AC7AB6C8}" type="presParOf" srcId="{48F1B3B9-0E2D-4C54-8B4D-C85709EEAD8D}" destId="{3309F3E2-6484-4F1C-952B-7CB56427C96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4841022-F5E8-438D-9A77-90EEF227744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3AD22C4-3263-4187-B4D7-AD16A82203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Address</a:t>
          </a:r>
        </a:p>
      </dgm:t>
    </dgm:pt>
    <dgm:pt modelId="{17D0C748-910D-4B79-B6D2-E14A187020FB}" type="parTrans" cxnId="{31C8F623-E85E-48E7-85DC-A86018F48091}">
      <dgm:prSet/>
      <dgm:spPr/>
      <dgm:t>
        <a:bodyPr/>
        <a:lstStyle/>
        <a:p>
          <a:endParaRPr lang="tr-TR"/>
        </a:p>
      </dgm:t>
    </dgm:pt>
    <dgm:pt modelId="{667A7927-85F3-4609-A99C-C288AF229326}" type="sibTrans" cxnId="{31C8F623-E85E-48E7-85DC-A86018F48091}">
      <dgm:prSet/>
      <dgm:spPr/>
      <dgm:t>
        <a:bodyPr/>
        <a:lstStyle/>
        <a:p>
          <a:endParaRPr lang="tr-TR"/>
        </a:p>
      </dgm:t>
    </dgm:pt>
    <dgm:pt modelId="{680023EA-F290-410D-BA33-52CECED056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string of digits and characters </a:t>
          </a:r>
          <a:endParaRPr lang="tr-TR"/>
        </a:p>
      </dgm:t>
    </dgm:pt>
    <dgm:pt modelId="{5F709A84-32F1-446C-AAF5-912A9E55E6B5}" type="parTrans" cxnId="{2DA58987-D5B0-46E9-B819-E48C3ED067F6}">
      <dgm:prSet/>
      <dgm:spPr/>
      <dgm:t>
        <a:bodyPr/>
        <a:lstStyle/>
        <a:p>
          <a:endParaRPr lang="tr-TR"/>
        </a:p>
      </dgm:t>
    </dgm:pt>
    <dgm:pt modelId="{E944C6FE-4AF0-4A02-9309-0CB4AC777921}" type="sibTrans" cxnId="{2DA58987-D5B0-46E9-B819-E48C3ED067F6}">
      <dgm:prSet/>
      <dgm:spPr/>
      <dgm:t>
        <a:bodyPr/>
        <a:lstStyle/>
        <a:p>
          <a:endParaRPr lang="tr-TR"/>
        </a:p>
      </dgm:t>
    </dgm:pt>
    <dgm:pt modelId="{82BC6833-FCC4-4CBB-BB01-12AC9B5A98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to </a:t>
          </a:r>
          <a:r>
            <a:rPr lang="en-US"/>
            <a:t>share with anyone</a:t>
          </a:r>
          <a:endParaRPr lang="tr-TR"/>
        </a:p>
      </dgm:t>
    </dgm:pt>
    <dgm:pt modelId="{C7359E95-6E40-4AAC-AAB8-5D662E9EC731}" type="parTrans" cxnId="{F4DFD8A5-0DCB-49DA-8F44-1EE6E31038DE}">
      <dgm:prSet/>
      <dgm:spPr/>
      <dgm:t>
        <a:bodyPr/>
        <a:lstStyle/>
        <a:p>
          <a:endParaRPr lang="tr-TR"/>
        </a:p>
      </dgm:t>
    </dgm:pt>
    <dgm:pt modelId="{ED64FD98-28DB-4D2D-B2F2-527221775532}" type="sibTrans" cxnId="{F4DFD8A5-0DCB-49DA-8F44-1EE6E31038DE}">
      <dgm:prSet/>
      <dgm:spPr/>
      <dgm:t>
        <a:bodyPr/>
        <a:lstStyle/>
        <a:p>
          <a:endParaRPr lang="tr-TR"/>
        </a:p>
      </dgm:t>
    </dgm:pt>
    <dgm:pt modelId="{4C7168B5-0BD4-4BFA-9F5F-60909AC02F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</a:t>
          </a:r>
        </a:p>
      </dgm:t>
    </dgm:pt>
    <dgm:pt modelId="{1DF0B1AB-8AA6-4097-B118-B85455A8F120}" type="parTrans" cxnId="{4768D520-A8E5-4EB7-A18C-90906FD83645}">
      <dgm:prSet/>
      <dgm:spPr/>
      <dgm:t>
        <a:bodyPr/>
        <a:lstStyle/>
        <a:p>
          <a:endParaRPr lang="tr-TR"/>
        </a:p>
      </dgm:t>
    </dgm:pt>
    <dgm:pt modelId="{BC1EBC76-8D60-48B4-AE84-758C4C3B12D3}" type="sibTrans" cxnId="{4768D520-A8E5-4EB7-A18C-90906FD83645}">
      <dgm:prSet/>
      <dgm:spPr/>
      <dgm:t>
        <a:bodyPr/>
        <a:lstStyle/>
        <a:p>
          <a:endParaRPr lang="tr-TR"/>
        </a:p>
      </dgm:t>
    </dgm:pt>
    <dgm:pt modelId="{0F0C9C98-CD35-4DCF-9C56-C268BE3C5F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public keys </a:t>
          </a:r>
          <a:endParaRPr lang="tr-TR"/>
        </a:p>
      </dgm:t>
    </dgm:pt>
    <dgm:pt modelId="{AADA8B89-5FD3-4ED2-8CCF-DF20C297B4FD}" type="parTrans" cxnId="{4E197F47-E38A-4974-ACC6-29A9F59808E7}">
      <dgm:prSet/>
      <dgm:spPr/>
      <dgm:t>
        <a:bodyPr/>
        <a:lstStyle/>
        <a:p>
          <a:endParaRPr lang="tr-TR"/>
        </a:p>
      </dgm:t>
    </dgm:pt>
    <dgm:pt modelId="{A5F3B36C-18C5-4EFC-AB37-C8AF52EBED79}" type="sibTrans" cxnId="{4E197F47-E38A-4974-ACC6-29A9F59808E7}">
      <dgm:prSet/>
      <dgm:spPr/>
      <dgm:t>
        <a:bodyPr/>
        <a:lstStyle/>
        <a:p>
          <a:endParaRPr lang="tr-TR"/>
        </a:p>
      </dgm:t>
    </dgm:pt>
    <dgm:pt modelId="{366A0FEF-CAF8-44A9-9A6E-44412B783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who wants to send you money. </a:t>
          </a:r>
          <a:endParaRPr lang="tr-TR"/>
        </a:p>
      </dgm:t>
    </dgm:pt>
    <dgm:pt modelId="{FF81C138-AD9D-4EE2-B429-8BBBF860AF6F}" type="parTrans" cxnId="{5B2C3341-1E73-4835-A973-73641B9DD6D9}">
      <dgm:prSet/>
      <dgm:spPr/>
      <dgm:t>
        <a:bodyPr/>
        <a:lstStyle/>
        <a:p>
          <a:endParaRPr lang="tr-TR"/>
        </a:p>
      </dgm:t>
    </dgm:pt>
    <dgm:pt modelId="{18DFA3DB-F734-4FBE-8210-AC37E69E1A93}" type="sibTrans" cxnId="{5B2C3341-1E73-4835-A973-73641B9DD6D9}">
      <dgm:prSet/>
      <dgm:spPr/>
      <dgm:t>
        <a:bodyPr/>
        <a:lstStyle/>
        <a:p>
          <a:endParaRPr lang="tr-TR"/>
        </a:p>
      </dgm:t>
    </dgm:pt>
    <dgm:pt modelId="{099C5367-E522-4C4F-B620-8EB5C026C34F}" type="pres">
      <dgm:prSet presAssocID="{94841022-F5E8-438D-9A77-90EEF227744A}" presName="root" presStyleCnt="0">
        <dgm:presLayoutVars>
          <dgm:dir/>
          <dgm:resizeHandles val="exact"/>
        </dgm:presLayoutVars>
      </dgm:prSet>
      <dgm:spPr/>
    </dgm:pt>
    <dgm:pt modelId="{AF7713FB-37F7-4C05-807E-E1CD1D7CE8ED}" type="pres">
      <dgm:prSet presAssocID="{73AD22C4-3263-4187-B4D7-AD16A8220348}" presName="compNode" presStyleCnt="0"/>
      <dgm:spPr/>
    </dgm:pt>
    <dgm:pt modelId="{63083998-87F1-4A29-8D93-5FC04D2FE71E}" type="pres">
      <dgm:prSet presAssocID="{73AD22C4-3263-4187-B4D7-AD16A82203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A318851D-291D-4747-A784-AB1BC1FB334E}" type="pres">
      <dgm:prSet presAssocID="{73AD22C4-3263-4187-B4D7-AD16A8220348}" presName="iconSpace" presStyleCnt="0"/>
      <dgm:spPr/>
    </dgm:pt>
    <dgm:pt modelId="{6EAC5593-9E76-421D-83A7-A722AEFA633B}" type="pres">
      <dgm:prSet presAssocID="{73AD22C4-3263-4187-B4D7-AD16A8220348}" presName="parTx" presStyleLbl="revTx" presStyleIdx="0" presStyleCnt="6">
        <dgm:presLayoutVars>
          <dgm:chMax val="0"/>
          <dgm:chPref val="0"/>
        </dgm:presLayoutVars>
      </dgm:prSet>
      <dgm:spPr/>
    </dgm:pt>
    <dgm:pt modelId="{40C76F18-3AAD-49AD-BAF6-ABFE2813AF24}" type="pres">
      <dgm:prSet presAssocID="{73AD22C4-3263-4187-B4D7-AD16A8220348}" presName="txSpace" presStyleCnt="0"/>
      <dgm:spPr/>
    </dgm:pt>
    <dgm:pt modelId="{5168C949-1C37-4622-A07B-384EA8CE2CC0}" type="pres">
      <dgm:prSet presAssocID="{73AD22C4-3263-4187-B4D7-AD16A8220348}" presName="desTx" presStyleLbl="revTx" presStyleIdx="1" presStyleCnt="6">
        <dgm:presLayoutVars/>
      </dgm:prSet>
      <dgm:spPr/>
    </dgm:pt>
    <dgm:pt modelId="{7AF8EA41-FFD8-42AD-AA36-35C7C0FF7052}" type="pres">
      <dgm:prSet presAssocID="{667A7927-85F3-4609-A99C-C288AF229326}" presName="sibTrans" presStyleCnt="0"/>
      <dgm:spPr/>
    </dgm:pt>
    <dgm:pt modelId="{EDFBC33D-4884-4670-A172-3429F7E896D7}" type="pres">
      <dgm:prSet presAssocID="{82BC6833-FCC4-4CBB-BB01-12AC9B5A9853}" presName="compNode" presStyleCnt="0"/>
      <dgm:spPr/>
    </dgm:pt>
    <dgm:pt modelId="{08F9228A-FD67-4B14-BE81-9F88FC90D3B7}" type="pres">
      <dgm:prSet presAssocID="{82BC6833-FCC4-4CBB-BB01-12AC9B5A98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0EE728-7848-463C-99C0-9AAD0209F9D5}" type="pres">
      <dgm:prSet presAssocID="{82BC6833-FCC4-4CBB-BB01-12AC9B5A9853}" presName="iconSpace" presStyleCnt="0"/>
      <dgm:spPr/>
    </dgm:pt>
    <dgm:pt modelId="{BA5DB9C9-607B-47C0-B5EA-411745A97EAE}" type="pres">
      <dgm:prSet presAssocID="{82BC6833-FCC4-4CBB-BB01-12AC9B5A9853}" presName="parTx" presStyleLbl="revTx" presStyleIdx="2" presStyleCnt="6">
        <dgm:presLayoutVars>
          <dgm:chMax val="0"/>
          <dgm:chPref val="0"/>
        </dgm:presLayoutVars>
      </dgm:prSet>
      <dgm:spPr/>
    </dgm:pt>
    <dgm:pt modelId="{F78783B2-387E-4191-8592-2DCFE311B3BE}" type="pres">
      <dgm:prSet presAssocID="{82BC6833-FCC4-4CBB-BB01-12AC9B5A9853}" presName="txSpace" presStyleCnt="0"/>
      <dgm:spPr/>
    </dgm:pt>
    <dgm:pt modelId="{099EFF38-A6E1-4ED1-9F89-9020709867F7}" type="pres">
      <dgm:prSet presAssocID="{82BC6833-FCC4-4CBB-BB01-12AC9B5A9853}" presName="desTx" presStyleLbl="revTx" presStyleIdx="3" presStyleCnt="6">
        <dgm:presLayoutVars/>
      </dgm:prSet>
      <dgm:spPr/>
    </dgm:pt>
    <dgm:pt modelId="{D677F582-33EB-4572-A7BE-3DF005D05683}" type="pres">
      <dgm:prSet presAssocID="{ED64FD98-28DB-4D2D-B2F2-527221775532}" presName="sibTrans" presStyleCnt="0"/>
      <dgm:spPr/>
    </dgm:pt>
    <dgm:pt modelId="{A12B3B4E-96B0-4894-9DC9-8793ACF99894}" type="pres">
      <dgm:prSet presAssocID="{4C7168B5-0BD4-4BFA-9F5F-60909AC02FE0}" presName="compNode" presStyleCnt="0"/>
      <dgm:spPr/>
    </dgm:pt>
    <dgm:pt modelId="{DB2F97FC-A67E-4669-8069-FFF26A2D96F7}" type="pres">
      <dgm:prSet presAssocID="{4C7168B5-0BD4-4BFA-9F5F-60909AC02F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180ED27-1AD7-462E-8D9C-5A003AD8DFF0}" type="pres">
      <dgm:prSet presAssocID="{4C7168B5-0BD4-4BFA-9F5F-60909AC02FE0}" presName="iconSpace" presStyleCnt="0"/>
      <dgm:spPr/>
    </dgm:pt>
    <dgm:pt modelId="{23E83F01-4AAD-4BCE-A4F7-0AB240ECC971}" type="pres">
      <dgm:prSet presAssocID="{4C7168B5-0BD4-4BFA-9F5F-60909AC02FE0}" presName="parTx" presStyleLbl="revTx" presStyleIdx="4" presStyleCnt="6">
        <dgm:presLayoutVars>
          <dgm:chMax val="0"/>
          <dgm:chPref val="0"/>
        </dgm:presLayoutVars>
      </dgm:prSet>
      <dgm:spPr/>
    </dgm:pt>
    <dgm:pt modelId="{67EEAAA2-D64A-49DB-920E-0906CA6278C4}" type="pres">
      <dgm:prSet presAssocID="{4C7168B5-0BD4-4BFA-9F5F-60909AC02FE0}" presName="txSpace" presStyleCnt="0"/>
      <dgm:spPr/>
    </dgm:pt>
    <dgm:pt modelId="{81119FDA-E162-40F8-9E16-B6AD070106A9}" type="pres">
      <dgm:prSet presAssocID="{4C7168B5-0BD4-4BFA-9F5F-60909AC02FE0}" presName="desTx" presStyleLbl="revTx" presStyleIdx="5" presStyleCnt="6">
        <dgm:presLayoutVars/>
      </dgm:prSet>
      <dgm:spPr/>
    </dgm:pt>
  </dgm:ptLst>
  <dgm:cxnLst>
    <dgm:cxn modelId="{4768D520-A8E5-4EB7-A18C-90906FD83645}" srcId="{94841022-F5E8-438D-9A77-90EEF227744A}" destId="{4C7168B5-0BD4-4BFA-9F5F-60909AC02FE0}" srcOrd="2" destOrd="0" parTransId="{1DF0B1AB-8AA6-4097-B118-B85455A8F120}" sibTransId="{BC1EBC76-8D60-48B4-AE84-758C4C3B12D3}"/>
    <dgm:cxn modelId="{31C8F623-E85E-48E7-85DC-A86018F48091}" srcId="{94841022-F5E8-438D-9A77-90EEF227744A}" destId="{73AD22C4-3263-4187-B4D7-AD16A8220348}" srcOrd="0" destOrd="0" parTransId="{17D0C748-910D-4B79-B6D2-E14A187020FB}" sibTransId="{667A7927-85F3-4609-A99C-C288AF229326}"/>
    <dgm:cxn modelId="{EFDF2B37-FE13-4561-9033-69A1E5A3060B}" type="presOf" srcId="{366A0FEF-CAF8-44A9-9A6E-44412B7838B0}" destId="{099EFF38-A6E1-4ED1-9F89-9020709867F7}" srcOrd="0" destOrd="0" presId="urn:microsoft.com/office/officeart/2018/2/layout/IconLabelDescriptionList"/>
    <dgm:cxn modelId="{5B2C3341-1E73-4835-A973-73641B9DD6D9}" srcId="{82BC6833-FCC4-4CBB-BB01-12AC9B5A9853}" destId="{366A0FEF-CAF8-44A9-9A6E-44412B7838B0}" srcOrd="0" destOrd="0" parTransId="{FF81C138-AD9D-4EE2-B429-8BBBF860AF6F}" sibTransId="{18DFA3DB-F734-4FBE-8210-AC37E69E1A93}"/>
    <dgm:cxn modelId="{4E197F47-E38A-4974-ACC6-29A9F59808E7}" srcId="{4C7168B5-0BD4-4BFA-9F5F-60909AC02FE0}" destId="{0F0C9C98-CD35-4DCF-9C56-C268BE3C5F03}" srcOrd="0" destOrd="0" parTransId="{AADA8B89-5FD3-4ED2-8CCF-DF20C297B4FD}" sibTransId="{A5F3B36C-18C5-4EFC-AB37-C8AF52EBED79}"/>
    <dgm:cxn modelId="{2DA58987-D5B0-46E9-B819-E48C3ED067F6}" srcId="{73AD22C4-3263-4187-B4D7-AD16A8220348}" destId="{680023EA-F290-410D-BA33-52CECED056CB}" srcOrd="0" destOrd="0" parTransId="{5F709A84-32F1-446C-AAF5-912A9E55E6B5}" sibTransId="{E944C6FE-4AF0-4A02-9309-0CB4AC777921}"/>
    <dgm:cxn modelId="{E2D5689A-F207-42AC-B49D-4C2B2DA9A1D4}" type="presOf" srcId="{73AD22C4-3263-4187-B4D7-AD16A8220348}" destId="{6EAC5593-9E76-421D-83A7-A722AEFA633B}" srcOrd="0" destOrd="0" presId="urn:microsoft.com/office/officeart/2018/2/layout/IconLabelDescriptionList"/>
    <dgm:cxn modelId="{9A4CD3A3-4EF8-44B2-A3B9-9750D7F813C9}" type="presOf" srcId="{680023EA-F290-410D-BA33-52CECED056CB}" destId="{5168C949-1C37-4622-A07B-384EA8CE2CC0}" srcOrd="0" destOrd="0" presId="urn:microsoft.com/office/officeart/2018/2/layout/IconLabelDescriptionList"/>
    <dgm:cxn modelId="{F4DFD8A5-0DCB-49DA-8F44-1EE6E31038DE}" srcId="{94841022-F5E8-438D-9A77-90EEF227744A}" destId="{82BC6833-FCC4-4CBB-BB01-12AC9B5A9853}" srcOrd="1" destOrd="0" parTransId="{C7359E95-6E40-4AAC-AAB8-5D662E9EC731}" sibTransId="{ED64FD98-28DB-4D2D-B2F2-527221775532}"/>
    <dgm:cxn modelId="{6C023BAE-30C5-4F32-90A6-ACEEB11A377B}" type="presOf" srcId="{0F0C9C98-CD35-4DCF-9C56-C268BE3C5F03}" destId="{81119FDA-E162-40F8-9E16-B6AD070106A9}" srcOrd="0" destOrd="0" presId="urn:microsoft.com/office/officeart/2018/2/layout/IconLabelDescriptionList"/>
    <dgm:cxn modelId="{CA3062C5-A7E7-4960-B2B2-BC0B74EFA3E9}" type="presOf" srcId="{94841022-F5E8-438D-9A77-90EEF227744A}" destId="{099C5367-E522-4C4F-B620-8EB5C026C34F}" srcOrd="0" destOrd="0" presId="urn:microsoft.com/office/officeart/2018/2/layout/IconLabelDescriptionList"/>
    <dgm:cxn modelId="{8C5A6BE6-1192-42E0-86C8-3DB50DF590F2}" type="presOf" srcId="{4C7168B5-0BD4-4BFA-9F5F-60909AC02FE0}" destId="{23E83F01-4AAD-4BCE-A4F7-0AB240ECC971}" srcOrd="0" destOrd="0" presId="urn:microsoft.com/office/officeart/2018/2/layout/IconLabelDescriptionList"/>
    <dgm:cxn modelId="{EC6827FD-C085-4344-A18C-D8FCAA8F5E6B}" type="presOf" srcId="{82BC6833-FCC4-4CBB-BB01-12AC9B5A9853}" destId="{BA5DB9C9-607B-47C0-B5EA-411745A97EAE}" srcOrd="0" destOrd="0" presId="urn:microsoft.com/office/officeart/2018/2/layout/IconLabelDescriptionList"/>
    <dgm:cxn modelId="{A1EC7E58-A03C-4DF5-AFCF-DC0C925264D0}" type="presParOf" srcId="{099C5367-E522-4C4F-B620-8EB5C026C34F}" destId="{AF7713FB-37F7-4C05-807E-E1CD1D7CE8ED}" srcOrd="0" destOrd="0" presId="urn:microsoft.com/office/officeart/2018/2/layout/IconLabelDescriptionList"/>
    <dgm:cxn modelId="{869DDA7A-3CF9-4B7D-ADC6-0986CAC7120D}" type="presParOf" srcId="{AF7713FB-37F7-4C05-807E-E1CD1D7CE8ED}" destId="{63083998-87F1-4A29-8D93-5FC04D2FE71E}" srcOrd="0" destOrd="0" presId="urn:microsoft.com/office/officeart/2018/2/layout/IconLabelDescriptionList"/>
    <dgm:cxn modelId="{FC29C84C-C5A6-4CE4-87AA-06FE5297BD49}" type="presParOf" srcId="{AF7713FB-37F7-4C05-807E-E1CD1D7CE8ED}" destId="{A318851D-291D-4747-A784-AB1BC1FB334E}" srcOrd="1" destOrd="0" presId="urn:microsoft.com/office/officeart/2018/2/layout/IconLabelDescriptionList"/>
    <dgm:cxn modelId="{C2653AB4-9696-4D36-AAFA-B7104A85BF70}" type="presParOf" srcId="{AF7713FB-37F7-4C05-807E-E1CD1D7CE8ED}" destId="{6EAC5593-9E76-421D-83A7-A722AEFA633B}" srcOrd="2" destOrd="0" presId="urn:microsoft.com/office/officeart/2018/2/layout/IconLabelDescriptionList"/>
    <dgm:cxn modelId="{A686B644-E0DA-4F83-8878-6B95B5717670}" type="presParOf" srcId="{AF7713FB-37F7-4C05-807E-E1CD1D7CE8ED}" destId="{40C76F18-3AAD-49AD-BAF6-ABFE2813AF24}" srcOrd="3" destOrd="0" presId="urn:microsoft.com/office/officeart/2018/2/layout/IconLabelDescriptionList"/>
    <dgm:cxn modelId="{8D86565B-CBA8-42BD-97CF-EF2669AC75F3}" type="presParOf" srcId="{AF7713FB-37F7-4C05-807E-E1CD1D7CE8ED}" destId="{5168C949-1C37-4622-A07B-384EA8CE2CC0}" srcOrd="4" destOrd="0" presId="urn:microsoft.com/office/officeart/2018/2/layout/IconLabelDescriptionList"/>
    <dgm:cxn modelId="{3F01F766-31E8-47BC-A835-B3FDAD92256F}" type="presParOf" srcId="{099C5367-E522-4C4F-B620-8EB5C026C34F}" destId="{7AF8EA41-FFD8-42AD-AA36-35C7C0FF7052}" srcOrd="1" destOrd="0" presId="urn:microsoft.com/office/officeart/2018/2/layout/IconLabelDescriptionList"/>
    <dgm:cxn modelId="{E6E8EBDB-C9BD-4739-ACA8-5CDAC928274B}" type="presParOf" srcId="{099C5367-E522-4C4F-B620-8EB5C026C34F}" destId="{EDFBC33D-4884-4670-A172-3429F7E896D7}" srcOrd="2" destOrd="0" presId="urn:microsoft.com/office/officeart/2018/2/layout/IconLabelDescriptionList"/>
    <dgm:cxn modelId="{0D2B94E4-615B-4BF8-98A6-FCFE1E796AFB}" type="presParOf" srcId="{EDFBC33D-4884-4670-A172-3429F7E896D7}" destId="{08F9228A-FD67-4B14-BE81-9F88FC90D3B7}" srcOrd="0" destOrd="0" presId="urn:microsoft.com/office/officeart/2018/2/layout/IconLabelDescriptionList"/>
    <dgm:cxn modelId="{C2BD90F2-C438-42AF-B2B6-84A266989080}" type="presParOf" srcId="{EDFBC33D-4884-4670-A172-3429F7E896D7}" destId="{8F0EE728-7848-463C-99C0-9AAD0209F9D5}" srcOrd="1" destOrd="0" presId="urn:microsoft.com/office/officeart/2018/2/layout/IconLabelDescriptionList"/>
    <dgm:cxn modelId="{56615FC5-F5B1-40EC-8F1E-07F39CBE53DA}" type="presParOf" srcId="{EDFBC33D-4884-4670-A172-3429F7E896D7}" destId="{BA5DB9C9-607B-47C0-B5EA-411745A97EAE}" srcOrd="2" destOrd="0" presId="urn:microsoft.com/office/officeart/2018/2/layout/IconLabelDescriptionList"/>
    <dgm:cxn modelId="{B25967CC-CB5A-4D68-9874-99D192B6D4DB}" type="presParOf" srcId="{EDFBC33D-4884-4670-A172-3429F7E896D7}" destId="{F78783B2-387E-4191-8592-2DCFE311B3BE}" srcOrd="3" destOrd="0" presId="urn:microsoft.com/office/officeart/2018/2/layout/IconLabelDescriptionList"/>
    <dgm:cxn modelId="{5ACCB7D7-6973-48D2-A7CD-84D61BD926EB}" type="presParOf" srcId="{EDFBC33D-4884-4670-A172-3429F7E896D7}" destId="{099EFF38-A6E1-4ED1-9F89-9020709867F7}" srcOrd="4" destOrd="0" presId="urn:microsoft.com/office/officeart/2018/2/layout/IconLabelDescriptionList"/>
    <dgm:cxn modelId="{EF196116-B251-4D24-8ACF-451EE9E778D5}" type="presParOf" srcId="{099C5367-E522-4C4F-B620-8EB5C026C34F}" destId="{D677F582-33EB-4572-A7BE-3DF005D05683}" srcOrd="3" destOrd="0" presId="urn:microsoft.com/office/officeart/2018/2/layout/IconLabelDescriptionList"/>
    <dgm:cxn modelId="{7CAAB3AD-0CB1-4DFE-A163-58F2DBCAE0B1}" type="presParOf" srcId="{099C5367-E522-4C4F-B620-8EB5C026C34F}" destId="{A12B3B4E-96B0-4894-9DC9-8793ACF99894}" srcOrd="4" destOrd="0" presId="urn:microsoft.com/office/officeart/2018/2/layout/IconLabelDescriptionList"/>
    <dgm:cxn modelId="{1B5F27FF-237E-4D57-B5D4-0E8011337019}" type="presParOf" srcId="{A12B3B4E-96B0-4894-9DC9-8793ACF99894}" destId="{DB2F97FC-A67E-4669-8069-FFF26A2D96F7}" srcOrd="0" destOrd="0" presId="urn:microsoft.com/office/officeart/2018/2/layout/IconLabelDescriptionList"/>
    <dgm:cxn modelId="{C89E753E-37E4-442E-BD9A-D87D281BEB46}" type="presParOf" srcId="{A12B3B4E-96B0-4894-9DC9-8793ACF99894}" destId="{D180ED27-1AD7-462E-8D9C-5A003AD8DFF0}" srcOrd="1" destOrd="0" presId="urn:microsoft.com/office/officeart/2018/2/layout/IconLabelDescriptionList"/>
    <dgm:cxn modelId="{765783C9-B120-4037-B1F3-0133EB573F96}" type="presParOf" srcId="{A12B3B4E-96B0-4894-9DC9-8793ACF99894}" destId="{23E83F01-4AAD-4BCE-A4F7-0AB240ECC971}" srcOrd="2" destOrd="0" presId="urn:microsoft.com/office/officeart/2018/2/layout/IconLabelDescriptionList"/>
    <dgm:cxn modelId="{183318DE-8414-41FF-A886-3F496C4A0EB4}" type="presParOf" srcId="{A12B3B4E-96B0-4894-9DC9-8793ACF99894}" destId="{67EEAAA2-D64A-49DB-920E-0906CA6278C4}" srcOrd="3" destOrd="0" presId="urn:microsoft.com/office/officeart/2018/2/layout/IconLabelDescriptionList"/>
    <dgm:cxn modelId="{E86206BB-ACD2-47B8-A2C5-755C812490DD}" type="presParOf" srcId="{A12B3B4E-96B0-4894-9DC9-8793ACF99894}" destId="{81119FDA-E162-40F8-9E16-B6AD070106A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4841022-F5E8-438D-9A77-90EEF22774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27E59488-0E35-4427-8912-8CE2781C2B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</a:t>
          </a:r>
        </a:p>
      </dgm:t>
    </dgm:pt>
    <dgm:pt modelId="{8F709182-A27C-478F-B551-FD0AE03EB856}" type="parTrans" cxnId="{F4604028-26F1-45E9-8B25-5C16728B69FE}">
      <dgm:prSet/>
      <dgm:spPr/>
      <dgm:t>
        <a:bodyPr/>
        <a:lstStyle/>
        <a:p>
          <a:endParaRPr lang="tr-TR"/>
        </a:p>
      </dgm:t>
    </dgm:pt>
    <dgm:pt modelId="{90573370-1033-4130-A526-05CA7322DE8D}" type="sibTrans" cxnId="{F4604028-26F1-45E9-8B25-5C16728B69FE}">
      <dgm:prSet/>
      <dgm:spPr/>
      <dgm:t>
        <a:bodyPr/>
        <a:lstStyle/>
        <a:p>
          <a:endParaRPr lang="tr-TR"/>
        </a:p>
      </dgm:t>
    </dgm:pt>
    <dgm:pt modelId="{3D51C1B3-0EAA-4D72-8AC1-F4C428A2E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</a:t>
          </a:r>
          <a:r>
            <a:rPr lang="en-US"/>
            <a:t>string of numbers and letters, </a:t>
          </a:r>
          <a:endParaRPr lang="tr-TR"/>
        </a:p>
      </dgm:t>
    </dgm:pt>
    <dgm:pt modelId="{596510E5-DFD1-4CBF-A271-8177AE3EA9D2}" type="parTrans" cxnId="{0994F46C-8821-4DD0-9A26-BC04101DCB9C}">
      <dgm:prSet/>
      <dgm:spPr/>
      <dgm:t>
        <a:bodyPr/>
        <a:lstStyle/>
        <a:p>
          <a:endParaRPr lang="tr-TR"/>
        </a:p>
      </dgm:t>
    </dgm:pt>
    <dgm:pt modelId="{9F4D1E42-7C1D-4CF7-9F6A-1A8EC1C90DFA}" type="sibTrans" cxnId="{0994F46C-8821-4DD0-9A26-BC04101DCB9C}">
      <dgm:prSet/>
      <dgm:spPr/>
      <dgm:t>
        <a:bodyPr/>
        <a:lstStyle/>
        <a:p>
          <a:endParaRPr lang="tr-TR"/>
        </a:p>
      </dgm:t>
    </dgm:pt>
    <dgm:pt modelId="{E80DBD81-D589-4691-987D-BD60756C18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beginni</a:t>
          </a:r>
          <a:r>
            <a:rPr lang="tr-TR"/>
            <a:t>s</a:t>
          </a:r>
          <a:r>
            <a:rPr lang="en-US"/>
            <a:t> with “1.”</a:t>
          </a:r>
          <a:endParaRPr lang="tr-TR"/>
        </a:p>
      </dgm:t>
    </dgm:pt>
    <dgm:pt modelId="{E9E6D2BD-F270-4E3E-83DD-25BFD1B7E081}" type="parTrans" cxnId="{6673CD02-1E5A-4D45-8F4B-EDAB4FFCCD9D}">
      <dgm:prSet/>
      <dgm:spPr/>
      <dgm:t>
        <a:bodyPr/>
        <a:lstStyle/>
        <a:p>
          <a:endParaRPr lang="tr-TR"/>
        </a:p>
      </dgm:t>
    </dgm:pt>
    <dgm:pt modelId="{C8B2EFE4-AA0C-470D-A431-C2E7150E27CD}" type="sibTrans" cxnId="{6673CD02-1E5A-4D45-8F4B-EDAB4FFCCD9D}">
      <dgm:prSet/>
      <dgm:spPr/>
      <dgm:t>
        <a:bodyPr/>
        <a:lstStyle/>
        <a:p>
          <a:endParaRPr lang="tr-TR"/>
        </a:p>
      </dgm:t>
    </dgm:pt>
    <dgm:pt modelId="{DEB89D15-9101-41D4-B14A-3AD93382614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1J7mdg5rbQyUHENYdx39WVWK7fsLpEoXZy</a:t>
          </a:r>
        </a:p>
      </dgm:t>
    </dgm:pt>
    <dgm:pt modelId="{E1744D45-1D22-4256-B08A-29FED5A84647}" type="parTrans" cxnId="{571549B0-2A59-431F-A206-CE821269C326}">
      <dgm:prSet/>
      <dgm:spPr/>
      <dgm:t>
        <a:bodyPr/>
        <a:lstStyle/>
        <a:p>
          <a:endParaRPr lang="tr-TR"/>
        </a:p>
      </dgm:t>
    </dgm:pt>
    <dgm:pt modelId="{8D1D1FF3-D1D1-4A7A-90A7-D4B6F14C7F74}" type="sibTrans" cxnId="{571549B0-2A59-431F-A206-CE821269C326}">
      <dgm:prSet/>
      <dgm:spPr/>
      <dgm:t>
        <a:bodyPr/>
        <a:lstStyle/>
        <a:p>
          <a:endParaRPr lang="tr-TR"/>
        </a:p>
      </dgm:t>
    </dgm:pt>
    <dgm:pt modelId="{FCC51250-8825-4566-8AEC-D362334D39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Recipient</a:t>
          </a:r>
        </a:p>
      </dgm:t>
    </dgm:pt>
    <dgm:pt modelId="{E1714971-D415-40E2-8F58-E6E417366B19}" type="parTrans" cxnId="{7CBEA14A-C181-42C4-B5C6-9B0A79C62321}">
      <dgm:prSet/>
      <dgm:spPr/>
      <dgm:t>
        <a:bodyPr/>
        <a:lstStyle/>
        <a:p>
          <a:endParaRPr lang="tr-TR"/>
        </a:p>
      </dgm:t>
    </dgm:pt>
    <dgm:pt modelId="{D4CAA17A-B0EB-4C9A-AEF1-292F10762B0E}" type="sibTrans" cxnId="{7CBEA14A-C181-42C4-B5C6-9B0A79C62321}">
      <dgm:prSet/>
      <dgm:spPr/>
      <dgm:t>
        <a:bodyPr/>
        <a:lstStyle/>
        <a:p>
          <a:endParaRPr lang="tr-TR"/>
        </a:p>
      </dgm:t>
    </dgm:pt>
    <dgm:pt modelId="{CDEABDA2-A56C-4335-BBA4-9EB870165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bitcoin address appears</a:t>
          </a:r>
          <a:r>
            <a:rPr lang="tr-TR" dirty="0"/>
            <a:t> </a:t>
          </a:r>
          <a:r>
            <a:rPr lang="en-US" dirty="0"/>
            <a:t>in a transaction</a:t>
          </a:r>
          <a:endParaRPr lang="tr-TR" dirty="0"/>
        </a:p>
      </dgm:t>
    </dgm:pt>
    <dgm:pt modelId="{B90B74D7-88D5-46C9-901D-CA32A43EBC82}" type="parTrans" cxnId="{F79D5162-DD93-4332-B99F-A7B501F4FB4E}">
      <dgm:prSet/>
      <dgm:spPr/>
      <dgm:t>
        <a:bodyPr/>
        <a:lstStyle/>
        <a:p>
          <a:endParaRPr lang="tr-TR"/>
        </a:p>
      </dgm:t>
    </dgm:pt>
    <dgm:pt modelId="{BA3FADE1-2E71-4652-AE5F-7A8A99D208B7}" type="sibTrans" cxnId="{F79D5162-DD93-4332-B99F-A7B501F4FB4E}">
      <dgm:prSet/>
      <dgm:spPr/>
      <dgm:t>
        <a:bodyPr/>
        <a:lstStyle/>
        <a:p>
          <a:endParaRPr lang="tr-TR"/>
        </a:p>
      </dgm:t>
    </dgm:pt>
    <dgm:pt modelId="{3C15671D-CDBC-4B9F-A6D7-9BA32F10B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the “</a:t>
          </a:r>
          <a:r>
            <a:rPr lang="en-US" b="1" dirty="0"/>
            <a:t>recipient</a:t>
          </a:r>
          <a:r>
            <a:rPr lang="en-US" dirty="0"/>
            <a:t>”</a:t>
          </a:r>
          <a:r>
            <a:rPr lang="tr-TR" dirty="0"/>
            <a:t> </a:t>
          </a:r>
          <a:r>
            <a:rPr lang="en-US" dirty="0"/>
            <a:t>of the funds</a:t>
          </a:r>
          <a:endParaRPr lang="tr-TR" dirty="0"/>
        </a:p>
      </dgm:t>
    </dgm:pt>
    <dgm:pt modelId="{98FAA950-7851-4352-B0A2-A42D8E88DAD5}" type="parTrans" cxnId="{566719F1-E324-43D4-8B3B-64477008CFCF}">
      <dgm:prSet/>
      <dgm:spPr/>
      <dgm:t>
        <a:bodyPr/>
        <a:lstStyle/>
        <a:p>
          <a:endParaRPr lang="en-US"/>
        </a:p>
      </dgm:t>
    </dgm:pt>
    <dgm:pt modelId="{C97C0A8C-A57D-4838-A6F4-9131E5A94A78}" type="sibTrans" cxnId="{566719F1-E324-43D4-8B3B-64477008CFCF}">
      <dgm:prSet/>
      <dgm:spPr/>
      <dgm:t>
        <a:bodyPr/>
        <a:lstStyle/>
        <a:p>
          <a:endParaRPr lang="en-US"/>
        </a:p>
      </dgm:t>
    </dgm:pt>
    <dgm:pt modelId="{6986EC68-137C-4260-B04F-8BA08EB95C4A}" type="pres">
      <dgm:prSet presAssocID="{94841022-F5E8-438D-9A77-90EEF227744A}" presName="root" presStyleCnt="0">
        <dgm:presLayoutVars>
          <dgm:dir/>
          <dgm:resizeHandles val="exact"/>
        </dgm:presLayoutVars>
      </dgm:prSet>
      <dgm:spPr/>
    </dgm:pt>
    <dgm:pt modelId="{2A920C07-9FFA-4999-ACAB-3C104E51BC30}" type="pres">
      <dgm:prSet presAssocID="{27E59488-0E35-4427-8912-8CE2781C2B22}" presName="compNode" presStyleCnt="0"/>
      <dgm:spPr/>
    </dgm:pt>
    <dgm:pt modelId="{A37C4EC6-A0EB-41B9-BC64-8CAFF71F41A9}" type="pres">
      <dgm:prSet presAssocID="{27E59488-0E35-4427-8912-8CE2781C2B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0850B85-E4B3-450D-AEAF-77C672BDDFFF}" type="pres">
      <dgm:prSet presAssocID="{27E59488-0E35-4427-8912-8CE2781C2B22}" presName="iconSpace" presStyleCnt="0"/>
      <dgm:spPr/>
    </dgm:pt>
    <dgm:pt modelId="{A8AB266B-DC3C-4B05-8AE3-97DCD1B50960}" type="pres">
      <dgm:prSet presAssocID="{27E59488-0E35-4427-8912-8CE2781C2B22}" presName="parTx" presStyleLbl="revTx" presStyleIdx="0" presStyleCnt="4">
        <dgm:presLayoutVars>
          <dgm:chMax val="0"/>
          <dgm:chPref val="0"/>
        </dgm:presLayoutVars>
      </dgm:prSet>
      <dgm:spPr/>
    </dgm:pt>
    <dgm:pt modelId="{3A87B3F2-984F-4073-A564-F910D0EF6C17}" type="pres">
      <dgm:prSet presAssocID="{27E59488-0E35-4427-8912-8CE2781C2B22}" presName="txSpace" presStyleCnt="0"/>
      <dgm:spPr/>
    </dgm:pt>
    <dgm:pt modelId="{CA3496E6-B9C6-44BD-B4EE-30F69FB7D2B3}" type="pres">
      <dgm:prSet presAssocID="{27E59488-0E35-4427-8912-8CE2781C2B22}" presName="desTx" presStyleLbl="revTx" presStyleIdx="1" presStyleCnt="4">
        <dgm:presLayoutVars/>
      </dgm:prSet>
      <dgm:spPr/>
    </dgm:pt>
    <dgm:pt modelId="{0F8E821F-CA8F-47D0-A2A2-D33C3E97F04E}" type="pres">
      <dgm:prSet presAssocID="{90573370-1033-4130-A526-05CA7322DE8D}" presName="sibTrans" presStyleCnt="0"/>
      <dgm:spPr/>
    </dgm:pt>
    <dgm:pt modelId="{ECFEB422-9F99-4982-8134-B08ADD54278E}" type="pres">
      <dgm:prSet presAssocID="{FCC51250-8825-4566-8AEC-D362334D39C6}" presName="compNode" presStyleCnt="0"/>
      <dgm:spPr/>
    </dgm:pt>
    <dgm:pt modelId="{EB951B19-06D4-4614-BFCA-AE4D45AD0629}" type="pres">
      <dgm:prSet presAssocID="{FCC51250-8825-4566-8AEC-D362334D39C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296D976-28D7-44F3-99F1-5A4FC5C80CE8}" type="pres">
      <dgm:prSet presAssocID="{FCC51250-8825-4566-8AEC-D362334D39C6}" presName="iconSpace" presStyleCnt="0"/>
      <dgm:spPr/>
    </dgm:pt>
    <dgm:pt modelId="{87521C6A-751C-41B5-B5E2-FF698533636A}" type="pres">
      <dgm:prSet presAssocID="{FCC51250-8825-4566-8AEC-D362334D39C6}" presName="parTx" presStyleLbl="revTx" presStyleIdx="2" presStyleCnt="4">
        <dgm:presLayoutVars>
          <dgm:chMax val="0"/>
          <dgm:chPref val="0"/>
        </dgm:presLayoutVars>
      </dgm:prSet>
      <dgm:spPr/>
    </dgm:pt>
    <dgm:pt modelId="{5DDE8FDA-4D86-4FE8-A4FA-411CAF034643}" type="pres">
      <dgm:prSet presAssocID="{FCC51250-8825-4566-8AEC-D362334D39C6}" presName="txSpace" presStyleCnt="0"/>
      <dgm:spPr/>
    </dgm:pt>
    <dgm:pt modelId="{38EF1AE1-F10B-4B18-8BAF-7A511702A2BE}" type="pres">
      <dgm:prSet presAssocID="{FCC51250-8825-4566-8AEC-D362334D39C6}" presName="desTx" presStyleLbl="revTx" presStyleIdx="3" presStyleCnt="4">
        <dgm:presLayoutVars/>
      </dgm:prSet>
      <dgm:spPr/>
    </dgm:pt>
  </dgm:ptLst>
  <dgm:cxnLst>
    <dgm:cxn modelId="{6673CD02-1E5A-4D45-8F4B-EDAB4FFCCD9D}" srcId="{27E59488-0E35-4427-8912-8CE2781C2B22}" destId="{E80DBD81-D589-4691-987D-BD60756C181C}" srcOrd="1" destOrd="0" parTransId="{E9E6D2BD-F270-4E3E-83DD-25BFD1B7E081}" sibTransId="{C8B2EFE4-AA0C-470D-A431-C2E7150E27CD}"/>
    <dgm:cxn modelId="{F4604028-26F1-45E9-8B25-5C16728B69FE}" srcId="{94841022-F5E8-438D-9A77-90EEF227744A}" destId="{27E59488-0E35-4427-8912-8CE2781C2B22}" srcOrd="0" destOrd="0" parTransId="{8F709182-A27C-478F-B551-FD0AE03EB856}" sibTransId="{90573370-1033-4130-A526-05CA7322DE8D}"/>
    <dgm:cxn modelId="{EB504929-D52C-439C-8CF7-46E7998A3563}" type="presOf" srcId="{FCC51250-8825-4566-8AEC-D362334D39C6}" destId="{87521C6A-751C-41B5-B5E2-FF698533636A}" srcOrd="0" destOrd="0" presId="urn:microsoft.com/office/officeart/2018/5/layout/CenteredIconLabelDescriptionList"/>
    <dgm:cxn modelId="{F79D5162-DD93-4332-B99F-A7B501F4FB4E}" srcId="{FCC51250-8825-4566-8AEC-D362334D39C6}" destId="{CDEABDA2-A56C-4335-BBA4-9EB870165E42}" srcOrd="0" destOrd="0" parTransId="{B90B74D7-88D5-46C9-901D-CA32A43EBC82}" sibTransId="{BA3FADE1-2E71-4652-AE5F-7A8A99D208B7}"/>
    <dgm:cxn modelId="{F3DF4843-C616-46A8-89B2-1C0369D68FB2}" type="presOf" srcId="{3C15671D-CDBC-4B9F-A6D7-9BA32F10BFDF}" destId="{38EF1AE1-F10B-4B18-8BAF-7A511702A2BE}" srcOrd="0" destOrd="1" presId="urn:microsoft.com/office/officeart/2018/5/layout/CenteredIconLabelDescriptionList"/>
    <dgm:cxn modelId="{7CBEA14A-C181-42C4-B5C6-9B0A79C62321}" srcId="{94841022-F5E8-438D-9A77-90EEF227744A}" destId="{FCC51250-8825-4566-8AEC-D362334D39C6}" srcOrd="1" destOrd="0" parTransId="{E1714971-D415-40E2-8F58-E6E417366B19}" sibTransId="{D4CAA17A-B0EB-4C9A-AEF1-292F10762B0E}"/>
    <dgm:cxn modelId="{0994F46C-8821-4DD0-9A26-BC04101DCB9C}" srcId="{27E59488-0E35-4427-8912-8CE2781C2B22}" destId="{3D51C1B3-0EAA-4D72-8AC1-F4C428A2E477}" srcOrd="0" destOrd="0" parTransId="{596510E5-DFD1-4CBF-A271-8177AE3EA9D2}" sibTransId="{9F4D1E42-7C1D-4CF7-9F6A-1A8EC1C90DFA}"/>
    <dgm:cxn modelId="{4249AF71-3BB2-4030-9BFB-224753BD3EA5}" type="presOf" srcId="{94841022-F5E8-438D-9A77-90EEF227744A}" destId="{6986EC68-137C-4260-B04F-8BA08EB95C4A}" srcOrd="0" destOrd="0" presId="urn:microsoft.com/office/officeart/2018/5/layout/CenteredIconLabelDescriptionList"/>
    <dgm:cxn modelId="{B3912C58-5FC4-467E-885C-EA89E81BD161}" type="presOf" srcId="{DEB89D15-9101-41D4-B14A-3AD933826142}" destId="{CA3496E6-B9C6-44BD-B4EE-30F69FB7D2B3}" srcOrd="0" destOrd="2" presId="urn:microsoft.com/office/officeart/2018/5/layout/CenteredIconLabelDescriptionList"/>
    <dgm:cxn modelId="{D19108A1-3DEB-4C53-B7B2-B5EC1893FF52}" type="presOf" srcId="{CDEABDA2-A56C-4335-BBA4-9EB870165E42}" destId="{38EF1AE1-F10B-4B18-8BAF-7A511702A2BE}" srcOrd="0" destOrd="0" presId="urn:microsoft.com/office/officeart/2018/5/layout/CenteredIconLabelDescriptionList"/>
    <dgm:cxn modelId="{CF6494AD-0898-4CC4-9577-770D6A365C70}" type="presOf" srcId="{27E59488-0E35-4427-8912-8CE2781C2B22}" destId="{A8AB266B-DC3C-4B05-8AE3-97DCD1B50960}" srcOrd="0" destOrd="0" presId="urn:microsoft.com/office/officeart/2018/5/layout/CenteredIconLabelDescriptionList"/>
    <dgm:cxn modelId="{571549B0-2A59-431F-A206-CE821269C326}" srcId="{27E59488-0E35-4427-8912-8CE2781C2B22}" destId="{DEB89D15-9101-41D4-B14A-3AD933826142}" srcOrd="2" destOrd="0" parTransId="{E1744D45-1D22-4256-B08A-29FED5A84647}" sibTransId="{8D1D1FF3-D1D1-4A7A-90A7-D4B6F14C7F74}"/>
    <dgm:cxn modelId="{54ACEBC9-4887-48C9-B562-976E728685CB}" type="presOf" srcId="{E80DBD81-D589-4691-987D-BD60756C181C}" destId="{CA3496E6-B9C6-44BD-B4EE-30F69FB7D2B3}" srcOrd="0" destOrd="1" presId="urn:microsoft.com/office/officeart/2018/5/layout/CenteredIconLabelDescriptionList"/>
    <dgm:cxn modelId="{B61CECCB-69F2-4B4B-8A88-FE1858407CDC}" type="presOf" srcId="{3D51C1B3-0EAA-4D72-8AC1-F4C428A2E477}" destId="{CA3496E6-B9C6-44BD-B4EE-30F69FB7D2B3}" srcOrd="0" destOrd="0" presId="urn:microsoft.com/office/officeart/2018/5/layout/CenteredIconLabelDescriptionList"/>
    <dgm:cxn modelId="{566719F1-E324-43D4-8B3B-64477008CFCF}" srcId="{FCC51250-8825-4566-8AEC-D362334D39C6}" destId="{3C15671D-CDBC-4B9F-A6D7-9BA32F10BFDF}" srcOrd="1" destOrd="0" parTransId="{98FAA950-7851-4352-B0A2-A42D8E88DAD5}" sibTransId="{C97C0A8C-A57D-4838-A6F4-9131E5A94A78}"/>
    <dgm:cxn modelId="{F7DF5E4C-A3A2-4A3D-87B6-67E79939B18E}" type="presParOf" srcId="{6986EC68-137C-4260-B04F-8BA08EB95C4A}" destId="{2A920C07-9FFA-4999-ACAB-3C104E51BC30}" srcOrd="0" destOrd="0" presId="urn:microsoft.com/office/officeart/2018/5/layout/CenteredIconLabelDescriptionList"/>
    <dgm:cxn modelId="{89D4D67A-D3C8-4D33-9AC7-BC18145849A0}" type="presParOf" srcId="{2A920C07-9FFA-4999-ACAB-3C104E51BC30}" destId="{A37C4EC6-A0EB-41B9-BC64-8CAFF71F41A9}" srcOrd="0" destOrd="0" presId="urn:microsoft.com/office/officeart/2018/5/layout/CenteredIconLabelDescriptionList"/>
    <dgm:cxn modelId="{92E381E9-4E49-404D-A259-3A7A0C22A477}" type="presParOf" srcId="{2A920C07-9FFA-4999-ACAB-3C104E51BC30}" destId="{70850B85-E4B3-450D-AEAF-77C672BDDFFF}" srcOrd="1" destOrd="0" presId="urn:microsoft.com/office/officeart/2018/5/layout/CenteredIconLabelDescriptionList"/>
    <dgm:cxn modelId="{4538C6EE-D922-40CF-A19D-A91D0E20663C}" type="presParOf" srcId="{2A920C07-9FFA-4999-ACAB-3C104E51BC30}" destId="{A8AB266B-DC3C-4B05-8AE3-97DCD1B50960}" srcOrd="2" destOrd="0" presId="urn:microsoft.com/office/officeart/2018/5/layout/CenteredIconLabelDescriptionList"/>
    <dgm:cxn modelId="{CC0A379B-CAFF-42BB-9669-B31BC8C677E8}" type="presParOf" srcId="{2A920C07-9FFA-4999-ACAB-3C104E51BC30}" destId="{3A87B3F2-984F-4073-A564-F910D0EF6C17}" srcOrd="3" destOrd="0" presId="urn:microsoft.com/office/officeart/2018/5/layout/CenteredIconLabelDescriptionList"/>
    <dgm:cxn modelId="{AABFAF22-545F-4689-A32E-EB096947940D}" type="presParOf" srcId="{2A920C07-9FFA-4999-ACAB-3C104E51BC30}" destId="{CA3496E6-B9C6-44BD-B4EE-30F69FB7D2B3}" srcOrd="4" destOrd="0" presId="urn:microsoft.com/office/officeart/2018/5/layout/CenteredIconLabelDescriptionList"/>
    <dgm:cxn modelId="{A298CD3E-0E69-4746-86D3-9F3D8CD8ED5D}" type="presParOf" srcId="{6986EC68-137C-4260-B04F-8BA08EB95C4A}" destId="{0F8E821F-CA8F-47D0-A2A2-D33C3E97F04E}" srcOrd="1" destOrd="0" presId="urn:microsoft.com/office/officeart/2018/5/layout/CenteredIconLabelDescriptionList"/>
    <dgm:cxn modelId="{1A3DC173-485C-43C0-8C8A-628CEF21BB09}" type="presParOf" srcId="{6986EC68-137C-4260-B04F-8BA08EB95C4A}" destId="{ECFEB422-9F99-4982-8134-B08ADD54278E}" srcOrd="2" destOrd="0" presId="urn:microsoft.com/office/officeart/2018/5/layout/CenteredIconLabelDescriptionList"/>
    <dgm:cxn modelId="{A8F530A5-1A9A-439E-B7BC-0A970B314BAE}" type="presParOf" srcId="{ECFEB422-9F99-4982-8134-B08ADD54278E}" destId="{EB951B19-06D4-4614-BFCA-AE4D45AD0629}" srcOrd="0" destOrd="0" presId="urn:microsoft.com/office/officeart/2018/5/layout/CenteredIconLabelDescriptionList"/>
    <dgm:cxn modelId="{EFF06F7D-9ED1-4351-887E-E98D0CAC21F0}" type="presParOf" srcId="{ECFEB422-9F99-4982-8134-B08ADD54278E}" destId="{E296D976-28D7-44F3-99F1-5A4FC5C80CE8}" srcOrd="1" destOrd="0" presId="urn:microsoft.com/office/officeart/2018/5/layout/CenteredIconLabelDescriptionList"/>
    <dgm:cxn modelId="{742E5848-E87D-4FF9-90D1-37A403648B10}" type="presParOf" srcId="{ECFEB422-9F99-4982-8134-B08ADD54278E}" destId="{87521C6A-751C-41B5-B5E2-FF698533636A}" srcOrd="2" destOrd="0" presId="urn:microsoft.com/office/officeart/2018/5/layout/CenteredIconLabelDescriptionList"/>
    <dgm:cxn modelId="{DC3CD12E-533A-4476-A856-41693E71233D}" type="presParOf" srcId="{ECFEB422-9F99-4982-8134-B08ADD54278E}" destId="{5DDE8FDA-4D86-4FE8-A4FA-411CAF034643}" srcOrd="3" destOrd="0" presId="urn:microsoft.com/office/officeart/2018/5/layout/CenteredIconLabelDescriptionList"/>
    <dgm:cxn modelId="{99852367-4BCF-48A6-B2B8-A88492C33550}" type="presParOf" srcId="{ECFEB422-9F99-4982-8134-B08ADD54278E}" destId="{38EF1AE1-F10B-4B18-8BAF-7A511702A2B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CBA231C8-3E26-4F08-B27A-ECAE5FD69C8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D78D3DCA-84CF-4EBE-BBC7-4D765654FE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bitcoin address </a:t>
          </a:r>
          <a:endParaRPr lang="tr-TR"/>
        </a:p>
      </dgm:t>
    </dgm:pt>
    <dgm:pt modelId="{B3073D7B-EF26-4D06-BEA4-790949B3F752}" type="parTrans" cxnId="{5442A598-5424-45DB-B4D4-E75F194C7223}">
      <dgm:prSet/>
      <dgm:spPr/>
      <dgm:t>
        <a:bodyPr/>
        <a:lstStyle/>
        <a:p>
          <a:endParaRPr lang="tr-TR"/>
        </a:p>
      </dgm:t>
    </dgm:pt>
    <dgm:pt modelId="{CDC2EC31-14C6-41C2-9968-E7D274126F68}" type="sibTrans" cxnId="{5442A598-5424-45DB-B4D4-E75F194C7223}">
      <dgm:prSet/>
      <dgm:spPr/>
      <dgm:t>
        <a:bodyPr/>
        <a:lstStyle/>
        <a:p>
          <a:endParaRPr lang="tr-TR"/>
        </a:p>
      </dgm:t>
    </dgm:pt>
    <dgm:pt modelId="{54249CEC-A92C-44CB-9565-08844B3699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derived from the public key </a:t>
          </a:r>
          <a:endParaRPr lang="tr-TR"/>
        </a:p>
      </dgm:t>
    </dgm:pt>
    <dgm:pt modelId="{C5C0BB46-2D9C-41E4-8B9B-5ED95682D86D}" type="parTrans" cxnId="{4E34D53C-BEBB-4D00-8C8E-9E8F57AFFF3E}">
      <dgm:prSet/>
      <dgm:spPr/>
      <dgm:t>
        <a:bodyPr/>
        <a:lstStyle/>
        <a:p>
          <a:endParaRPr lang="tr-TR"/>
        </a:p>
      </dgm:t>
    </dgm:pt>
    <dgm:pt modelId="{06883950-07B7-4320-A58A-22DE69B5B221}" type="sibTrans" cxnId="{4E34D53C-BEBB-4D00-8C8E-9E8F57AFFF3E}">
      <dgm:prSet/>
      <dgm:spPr/>
      <dgm:t>
        <a:bodyPr/>
        <a:lstStyle/>
        <a:p>
          <a:endParaRPr lang="tr-TR"/>
        </a:p>
      </dgm:t>
    </dgm:pt>
    <dgm:pt modelId="{10826F81-4D4B-4E40-AA66-9862D6ABC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through the use of one-way cryptographic</a:t>
          </a:r>
          <a:r>
            <a:rPr lang="tr-TR"/>
            <a:t> </a:t>
          </a:r>
          <a:r>
            <a:rPr lang="en-US"/>
            <a:t>hashing. </a:t>
          </a:r>
          <a:endParaRPr lang="tr-TR"/>
        </a:p>
      </dgm:t>
    </dgm:pt>
    <dgm:pt modelId="{2492F8DD-B291-4C04-A56D-326933F5E6F7}" type="parTrans" cxnId="{2290EE31-37E4-41F1-BFCE-CD4FE2E9CDEB}">
      <dgm:prSet/>
      <dgm:spPr/>
      <dgm:t>
        <a:bodyPr/>
        <a:lstStyle/>
        <a:p>
          <a:endParaRPr lang="tr-TR"/>
        </a:p>
      </dgm:t>
    </dgm:pt>
    <dgm:pt modelId="{ECB3FB20-FB97-469F-9188-25D1DE5FDAFF}" type="sibTrans" cxnId="{2290EE31-37E4-41F1-BFCE-CD4FE2E9CDEB}">
      <dgm:prSet/>
      <dgm:spPr/>
      <dgm:t>
        <a:bodyPr/>
        <a:lstStyle/>
        <a:p>
          <a:endParaRPr lang="tr-TR"/>
        </a:p>
      </dgm:t>
    </dgm:pt>
    <dgm:pt modelId="{2DB97512-B3EC-4BE9-94E7-6D19B43A44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“hashing algorithm”</a:t>
          </a:r>
          <a:endParaRPr lang="tr-TR"/>
        </a:p>
      </dgm:t>
    </dgm:pt>
    <dgm:pt modelId="{46E7A54F-1275-4B71-BB8C-EC1F21AC4396}" type="parTrans" cxnId="{CEE6DF0A-2B0B-4745-814B-7FDB8CC10F29}">
      <dgm:prSet/>
      <dgm:spPr/>
      <dgm:t>
        <a:bodyPr/>
        <a:lstStyle/>
        <a:p>
          <a:endParaRPr lang="tr-TR"/>
        </a:p>
      </dgm:t>
    </dgm:pt>
    <dgm:pt modelId="{965AFBCB-1EF9-47A4-9916-CE6D2C480188}" type="sibTrans" cxnId="{CEE6DF0A-2B0B-4745-814B-7FDB8CC10F29}">
      <dgm:prSet/>
      <dgm:spPr/>
      <dgm:t>
        <a:bodyPr/>
        <a:lstStyle/>
        <a:p>
          <a:endParaRPr lang="tr-TR"/>
        </a:p>
      </dgm:t>
    </dgm:pt>
    <dgm:pt modelId="{27C5995B-5F9D-41EE-B31D-67EE8C966B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simply “hash algorithm”</a:t>
          </a:r>
          <a:endParaRPr lang="tr-TR" dirty="0"/>
        </a:p>
      </dgm:t>
    </dgm:pt>
    <dgm:pt modelId="{1D3D8876-AD93-467B-80FF-2974E82BC9DB}" type="parTrans" cxnId="{B65282B3-65DA-49B0-A7C7-50EB3C8AA2AC}">
      <dgm:prSet/>
      <dgm:spPr/>
      <dgm:t>
        <a:bodyPr/>
        <a:lstStyle/>
        <a:p>
          <a:endParaRPr lang="tr-TR"/>
        </a:p>
      </dgm:t>
    </dgm:pt>
    <dgm:pt modelId="{D8CD4183-128E-4AF6-B0BF-D38EC16AD7BA}" type="sibTrans" cxnId="{B65282B3-65DA-49B0-A7C7-50EB3C8AA2AC}">
      <dgm:prSet/>
      <dgm:spPr/>
      <dgm:t>
        <a:bodyPr/>
        <a:lstStyle/>
        <a:p>
          <a:endParaRPr lang="tr-TR"/>
        </a:p>
      </dgm:t>
    </dgm:pt>
    <dgm:pt modelId="{3526C2D8-571C-402E-95E0-82A50DF62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produces a fingerprint</a:t>
          </a:r>
          <a:r>
            <a:rPr lang="tr-TR" dirty="0"/>
            <a:t>:</a:t>
          </a:r>
        </a:p>
      </dgm:t>
    </dgm:pt>
    <dgm:pt modelId="{5625E2CA-0622-4C94-8952-342E2BD2CE6F}" type="parTrans" cxnId="{1FD43014-446B-405E-A788-A26708CEAD87}">
      <dgm:prSet/>
      <dgm:spPr/>
      <dgm:t>
        <a:bodyPr/>
        <a:lstStyle/>
        <a:p>
          <a:endParaRPr lang="tr-TR"/>
        </a:p>
      </dgm:t>
    </dgm:pt>
    <dgm:pt modelId="{A583124F-C1BA-488F-BD98-D1F1FFC99875}" type="sibTrans" cxnId="{1FD43014-446B-405E-A788-A26708CEAD87}">
      <dgm:prSet/>
      <dgm:spPr/>
      <dgm:t>
        <a:bodyPr/>
        <a:lstStyle/>
        <a:p>
          <a:endParaRPr lang="tr-TR"/>
        </a:p>
      </dgm:t>
    </dgm:pt>
    <dgm:pt modelId="{E4C338F7-7511-48E3-B82E-738BBB25D5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one-way</a:t>
          </a:r>
          <a:r>
            <a:rPr lang="tr-TR" dirty="0"/>
            <a:t> </a:t>
          </a:r>
          <a:r>
            <a:rPr lang="en-US" dirty="0"/>
            <a:t>function </a:t>
          </a:r>
          <a:endParaRPr lang="tr-TR" dirty="0"/>
        </a:p>
      </dgm:t>
    </dgm:pt>
    <dgm:pt modelId="{FB3BFF4A-1E54-4947-836E-5984A442A1B4}" type="parTrans" cxnId="{379A4293-616C-4AED-829A-9D42653E45AA}">
      <dgm:prSet/>
      <dgm:spPr/>
      <dgm:t>
        <a:bodyPr/>
        <a:lstStyle/>
        <a:p>
          <a:endParaRPr lang="tr-TR"/>
        </a:p>
      </dgm:t>
    </dgm:pt>
    <dgm:pt modelId="{6440B767-AF12-4E5B-B7F4-6722CEBBFEBA}" type="sibTrans" cxnId="{379A4293-616C-4AED-829A-9D42653E45AA}">
      <dgm:prSet/>
      <dgm:spPr/>
      <dgm:t>
        <a:bodyPr/>
        <a:lstStyle/>
        <a:p>
          <a:endParaRPr lang="tr-TR"/>
        </a:p>
      </dgm:t>
    </dgm:pt>
    <dgm:pt modelId="{4C41DF74-3AF4-4DAD-92B5-45098143B3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 </a:t>
          </a:r>
        </a:p>
      </dgm:t>
    </dgm:pt>
    <dgm:pt modelId="{A619F2A9-6AE1-4128-839D-56AAD68929A3}" type="parTrans" cxnId="{F5C0F740-BC7D-4C9F-A48A-CD2D89F70757}">
      <dgm:prSet/>
      <dgm:spPr/>
      <dgm:t>
        <a:bodyPr/>
        <a:lstStyle/>
        <a:p>
          <a:endParaRPr lang="tr-TR"/>
        </a:p>
      </dgm:t>
    </dgm:pt>
    <dgm:pt modelId="{316133D5-EEC2-413E-943B-A3F39F20A7DB}" type="sibTrans" cxnId="{F5C0F740-BC7D-4C9F-A48A-CD2D89F70757}">
      <dgm:prSet/>
      <dgm:spPr/>
      <dgm:t>
        <a:bodyPr/>
        <a:lstStyle/>
        <a:p>
          <a:endParaRPr lang="tr-TR"/>
        </a:p>
      </dgm:t>
    </dgm:pt>
    <dgm:pt modelId="{875C1F83-17E8-4829-B351-D8AB80A88C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“hash”</a:t>
          </a:r>
          <a:r>
            <a:rPr lang="tr-TR" dirty="0"/>
            <a:t> </a:t>
          </a:r>
          <a:r>
            <a:rPr lang="en-US" dirty="0"/>
            <a:t>of an arbitrary-sized input.</a:t>
          </a:r>
          <a:endParaRPr lang="tr-TR" dirty="0"/>
        </a:p>
      </dgm:t>
    </dgm:pt>
    <dgm:pt modelId="{52B7955F-FF5E-4E8C-B2F3-00C881354F96}" type="parTrans" cxnId="{CA601E4B-140A-4F06-83E0-1ED606D71227}">
      <dgm:prSet/>
      <dgm:spPr/>
    </dgm:pt>
    <dgm:pt modelId="{AE02F670-DAB0-453D-BF1E-CD814BF5A16A}" type="sibTrans" cxnId="{CA601E4B-140A-4F06-83E0-1ED606D71227}">
      <dgm:prSet/>
      <dgm:spPr/>
    </dgm:pt>
    <dgm:pt modelId="{936FAD43-A9C4-4C76-810A-35A4BDF1ED1D}" type="pres">
      <dgm:prSet presAssocID="{CBA231C8-3E26-4F08-B27A-ECAE5FD69C80}" presName="root" presStyleCnt="0">
        <dgm:presLayoutVars>
          <dgm:dir/>
          <dgm:resizeHandles val="exact"/>
        </dgm:presLayoutVars>
      </dgm:prSet>
      <dgm:spPr/>
    </dgm:pt>
    <dgm:pt modelId="{6F9629CF-A753-4F23-A23E-903BDDFEE64B}" type="pres">
      <dgm:prSet presAssocID="{D78D3DCA-84CF-4EBE-BBC7-4D765654FE67}" presName="compNode" presStyleCnt="0"/>
      <dgm:spPr/>
    </dgm:pt>
    <dgm:pt modelId="{32056C27-C512-4F60-B5BA-96E9FB488733}" type="pres">
      <dgm:prSet presAssocID="{D78D3DCA-84CF-4EBE-BBC7-4D765654FE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C129C323-DFBA-468C-98E7-22248E94D68B}" type="pres">
      <dgm:prSet presAssocID="{D78D3DCA-84CF-4EBE-BBC7-4D765654FE67}" presName="iconSpace" presStyleCnt="0"/>
      <dgm:spPr/>
    </dgm:pt>
    <dgm:pt modelId="{97922BB5-4BAB-4991-BA2C-E6AB1D7460E0}" type="pres">
      <dgm:prSet presAssocID="{D78D3DCA-84CF-4EBE-BBC7-4D765654FE67}" presName="parTx" presStyleLbl="revTx" presStyleIdx="0" presStyleCnt="6">
        <dgm:presLayoutVars>
          <dgm:chMax val="0"/>
          <dgm:chPref val="0"/>
        </dgm:presLayoutVars>
      </dgm:prSet>
      <dgm:spPr/>
    </dgm:pt>
    <dgm:pt modelId="{8D7317B5-3309-4924-80C8-67FCE118A374}" type="pres">
      <dgm:prSet presAssocID="{D78D3DCA-84CF-4EBE-BBC7-4D765654FE67}" presName="txSpace" presStyleCnt="0"/>
      <dgm:spPr/>
    </dgm:pt>
    <dgm:pt modelId="{D8C0CC89-181E-4A68-853B-F42BB39A3339}" type="pres">
      <dgm:prSet presAssocID="{D78D3DCA-84CF-4EBE-BBC7-4D765654FE67}" presName="desTx" presStyleLbl="revTx" presStyleIdx="1" presStyleCnt="6">
        <dgm:presLayoutVars/>
      </dgm:prSet>
      <dgm:spPr/>
    </dgm:pt>
    <dgm:pt modelId="{9218D18F-9E11-4EAB-A98F-EE8B7AE78941}" type="pres">
      <dgm:prSet presAssocID="{CDC2EC31-14C6-41C2-9968-E7D274126F68}" presName="sibTrans" presStyleCnt="0"/>
      <dgm:spPr/>
    </dgm:pt>
    <dgm:pt modelId="{6C13C440-4CAC-4069-8E0B-F8FA23B077D9}" type="pres">
      <dgm:prSet presAssocID="{2DB97512-B3EC-4BE9-94E7-6D19B43A44DD}" presName="compNode" presStyleCnt="0"/>
      <dgm:spPr/>
    </dgm:pt>
    <dgm:pt modelId="{4F91762D-1825-4523-852A-A539B810BDB6}" type="pres">
      <dgm:prSet presAssocID="{2DB97512-B3EC-4BE9-94E7-6D19B43A44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E52CFA-4964-4662-B951-09736E920FFE}" type="pres">
      <dgm:prSet presAssocID="{2DB97512-B3EC-4BE9-94E7-6D19B43A44DD}" presName="iconSpace" presStyleCnt="0"/>
      <dgm:spPr/>
    </dgm:pt>
    <dgm:pt modelId="{F9638923-20D6-4000-B40E-05BE7292A44B}" type="pres">
      <dgm:prSet presAssocID="{2DB97512-B3EC-4BE9-94E7-6D19B43A44DD}" presName="parTx" presStyleLbl="revTx" presStyleIdx="2" presStyleCnt="6">
        <dgm:presLayoutVars>
          <dgm:chMax val="0"/>
          <dgm:chPref val="0"/>
        </dgm:presLayoutVars>
      </dgm:prSet>
      <dgm:spPr/>
    </dgm:pt>
    <dgm:pt modelId="{4ED4B2E5-024C-46AD-B0B6-A6E975B6A414}" type="pres">
      <dgm:prSet presAssocID="{2DB97512-B3EC-4BE9-94E7-6D19B43A44DD}" presName="txSpace" presStyleCnt="0"/>
      <dgm:spPr/>
    </dgm:pt>
    <dgm:pt modelId="{ABFA7C5C-5DFF-45BB-A58C-5A62008A6E11}" type="pres">
      <dgm:prSet presAssocID="{2DB97512-B3EC-4BE9-94E7-6D19B43A44DD}" presName="desTx" presStyleLbl="revTx" presStyleIdx="3" presStyleCnt="6">
        <dgm:presLayoutVars/>
      </dgm:prSet>
      <dgm:spPr/>
    </dgm:pt>
    <dgm:pt modelId="{4C54A2F1-741B-4F1A-BD01-66D350214EBA}" type="pres">
      <dgm:prSet presAssocID="{965AFBCB-1EF9-47A4-9916-CE6D2C480188}" presName="sibTrans" presStyleCnt="0"/>
      <dgm:spPr/>
    </dgm:pt>
    <dgm:pt modelId="{7214451E-338E-4181-A6F5-EDA2B6087016}" type="pres">
      <dgm:prSet presAssocID="{4C41DF74-3AF4-4DAD-92B5-45098143B39F}" presName="compNode" presStyleCnt="0"/>
      <dgm:spPr/>
    </dgm:pt>
    <dgm:pt modelId="{6EF2201B-F634-4879-BBA5-09C84AE5477A}" type="pres">
      <dgm:prSet presAssocID="{4C41DF74-3AF4-4DAD-92B5-45098143B3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7FC6B44-0CF2-4BC3-8E67-3DE168014CCC}" type="pres">
      <dgm:prSet presAssocID="{4C41DF74-3AF4-4DAD-92B5-45098143B39F}" presName="iconSpace" presStyleCnt="0"/>
      <dgm:spPr/>
    </dgm:pt>
    <dgm:pt modelId="{44C9DA21-06F3-4DAF-8ED2-F7ECAA5BD4E1}" type="pres">
      <dgm:prSet presAssocID="{4C41DF74-3AF4-4DAD-92B5-45098143B39F}" presName="parTx" presStyleLbl="revTx" presStyleIdx="4" presStyleCnt="6">
        <dgm:presLayoutVars>
          <dgm:chMax val="0"/>
          <dgm:chPref val="0"/>
        </dgm:presLayoutVars>
      </dgm:prSet>
      <dgm:spPr/>
    </dgm:pt>
    <dgm:pt modelId="{8A8F2403-A2DC-4FF7-8892-EA45343AE8F3}" type="pres">
      <dgm:prSet presAssocID="{4C41DF74-3AF4-4DAD-92B5-45098143B39F}" presName="txSpace" presStyleCnt="0"/>
      <dgm:spPr/>
    </dgm:pt>
    <dgm:pt modelId="{82C6B049-66D3-4075-A4AF-45AF5B697287}" type="pres">
      <dgm:prSet presAssocID="{4C41DF74-3AF4-4DAD-92B5-45098143B39F}" presName="desTx" presStyleLbl="revTx" presStyleIdx="5" presStyleCnt="6">
        <dgm:presLayoutVars/>
      </dgm:prSet>
      <dgm:spPr/>
    </dgm:pt>
  </dgm:ptLst>
  <dgm:cxnLst>
    <dgm:cxn modelId="{CEE6DF0A-2B0B-4745-814B-7FDB8CC10F29}" srcId="{CBA231C8-3E26-4F08-B27A-ECAE5FD69C80}" destId="{2DB97512-B3EC-4BE9-94E7-6D19B43A44DD}" srcOrd="1" destOrd="0" parTransId="{46E7A54F-1275-4B71-BB8C-EC1F21AC4396}" sibTransId="{965AFBCB-1EF9-47A4-9916-CE6D2C480188}"/>
    <dgm:cxn modelId="{D829830D-12CB-4364-A750-50A9DC2D7870}" type="presOf" srcId="{E4C338F7-7511-48E3-B82E-738BBB25D5FD}" destId="{ABFA7C5C-5DFF-45BB-A58C-5A62008A6E11}" srcOrd="0" destOrd="1" presId="urn:microsoft.com/office/officeart/2018/5/layout/CenteredIconLabelDescriptionList"/>
    <dgm:cxn modelId="{1FD43014-446B-405E-A788-A26708CEAD87}" srcId="{4C41DF74-3AF4-4DAD-92B5-45098143B39F}" destId="{3526C2D8-571C-402E-95E0-82A50DF62ACD}" srcOrd="0" destOrd="0" parTransId="{5625E2CA-0622-4C94-8952-342E2BD2CE6F}" sibTransId="{A583124F-C1BA-488F-BD98-D1F1FFC99875}"/>
    <dgm:cxn modelId="{06031928-1FBC-4B4C-885B-6AD1611A78BB}" type="presOf" srcId="{54249CEC-A92C-44CB-9565-08844B3699D3}" destId="{D8C0CC89-181E-4A68-853B-F42BB39A3339}" srcOrd="0" destOrd="0" presId="urn:microsoft.com/office/officeart/2018/5/layout/CenteredIconLabelDescriptionList"/>
    <dgm:cxn modelId="{2290EE31-37E4-41F1-BFCE-CD4FE2E9CDEB}" srcId="{D78D3DCA-84CF-4EBE-BBC7-4D765654FE67}" destId="{10826F81-4D4B-4E40-AA66-9862D6ABC792}" srcOrd="1" destOrd="0" parTransId="{2492F8DD-B291-4C04-A56D-326933F5E6F7}" sibTransId="{ECB3FB20-FB97-469F-9188-25D1DE5FDAFF}"/>
    <dgm:cxn modelId="{4E34D53C-BEBB-4D00-8C8E-9E8F57AFFF3E}" srcId="{D78D3DCA-84CF-4EBE-BBC7-4D765654FE67}" destId="{54249CEC-A92C-44CB-9565-08844B3699D3}" srcOrd="0" destOrd="0" parTransId="{C5C0BB46-2D9C-41E4-8B9B-5ED95682D86D}" sibTransId="{06883950-07B7-4320-A58A-22DE69B5B221}"/>
    <dgm:cxn modelId="{F5C0F740-BC7D-4C9F-A48A-CD2D89F70757}" srcId="{CBA231C8-3E26-4F08-B27A-ECAE5FD69C80}" destId="{4C41DF74-3AF4-4DAD-92B5-45098143B39F}" srcOrd="2" destOrd="0" parTransId="{A619F2A9-6AE1-4128-839D-56AAD68929A3}" sibTransId="{316133D5-EEC2-413E-943B-A3F39F20A7DB}"/>
    <dgm:cxn modelId="{CA601E4B-140A-4F06-83E0-1ED606D71227}" srcId="{4C41DF74-3AF4-4DAD-92B5-45098143B39F}" destId="{875C1F83-17E8-4829-B351-D8AB80A88C6A}" srcOrd="1" destOrd="0" parTransId="{52B7955F-FF5E-4E8C-B2F3-00C881354F96}" sibTransId="{AE02F670-DAB0-453D-BF1E-CD814BF5A16A}"/>
    <dgm:cxn modelId="{2B65C453-174D-4876-A46A-0A64B67DF87E}" type="presOf" srcId="{875C1F83-17E8-4829-B351-D8AB80A88C6A}" destId="{82C6B049-66D3-4075-A4AF-45AF5B697287}" srcOrd="0" destOrd="1" presId="urn:microsoft.com/office/officeart/2018/5/layout/CenteredIconLabelDescriptionList"/>
    <dgm:cxn modelId="{379A4293-616C-4AED-829A-9D42653E45AA}" srcId="{2DB97512-B3EC-4BE9-94E7-6D19B43A44DD}" destId="{E4C338F7-7511-48E3-B82E-738BBB25D5FD}" srcOrd="1" destOrd="0" parTransId="{FB3BFF4A-1E54-4947-836E-5984A442A1B4}" sibTransId="{6440B767-AF12-4E5B-B7F4-6722CEBBFEBA}"/>
    <dgm:cxn modelId="{5442A598-5424-45DB-B4D4-E75F194C7223}" srcId="{CBA231C8-3E26-4F08-B27A-ECAE5FD69C80}" destId="{D78D3DCA-84CF-4EBE-BBC7-4D765654FE67}" srcOrd="0" destOrd="0" parTransId="{B3073D7B-EF26-4D06-BEA4-790949B3F752}" sibTransId="{CDC2EC31-14C6-41C2-9968-E7D274126F68}"/>
    <dgm:cxn modelId="{F17331AE-AC69-4656-A8B7-AD5D21B5812A}" type="presOf" srcId="{2DB97512-B3EC-4BE9-94E7-6D19B43A44DD}" destId="{F9638923-20D6-4000-B40E-05BE7292A44B}" srcOrd="0" destOrd="0" presId="urn:microsoft.com/office/officeart/2018/5/layout/CenteredIconLabelDescriptionList"/>
    <dgm:cxn modelId="{B65282B3-65DA-49B0-A7C7-50EB3C8AA2AC}" srcId="{2DB97512-B3EC-4BE9-94E7-6D19B43A44DD}" destId="{27C5995B-5F9D-41EE-B31D-67EE8C966B42}" srcOrd="0" destOrd="0" parTransId="{1D3D8876-AD93-467B-80FF-2974E82BC9DB}" sibTransId="{D8CD4183-128E-4AF6-B0BF-D38EC16AD7BA}"/>
    <dgm:cxn modelId="{EEF8EDBF-A7BA-402A-9A96-20741C0B7DC9}" type="presOf" srcId="{D78D3DCA-84CF-4EBE-BBC7-4D765654FE67}" destId="{97922BB5-4BAB-4991-BA2C-E6AB1D7460E0}" srcOrd="0" destOrd="0" presId="urn:microsoft.com/office/officeart/2018/5/layout/CenteredIconLabelDescriptionList"/>
    <dgm:cxn modelId="{ED8437D1-46A9-4B6E-BB66-1F40CC3A1BAC}" type="presOf" srcId="{10826F81-4D4B-4E40-AA66-9862D6ABC792}" destId="{D8C0CC89-181E-4A68-853B-F42BB39A3339}" srcOrd="0" destOrd="1" presId="urn:microsoft.com/office/officeart/2018/5/layout/CenteredIconLabelDescriptionList"/>
    <dgm:cxn modelId="{980458E8-0488-4485-8256-AB55F68167BA}" type="presOf" srcId="{4C41DF74-3AF4-4DAD-92B5-45098143B39F}" destId="{44C9DA21-06F3-4DAF-8ED2-F7ECAA5BD4E1}" srcOrd="0" destOrd="0" presId="urn:microsoft.com/office/officeart/2018/5/layout/CenteredIconLabelDescriptionList"/>
    <dgm:cxn modelId="{560557EC-744A-428F-A0A3-0CCB5FDB08D3}" type="presOf" srcId="{3526C2D8-571C-402E-95E0-82A50DF62ACD}" destId="{82C6B049-66D3-4075-A4AF-45AF5B697287}" srcOrd="0" destOrd="0" presId="urn:microsoft.com/office/officeart/2018/5/layout/CenteredIconLabelDescriptionList"/>
    <dgm:cxn modelId="{C004D1EF-B1DB-4541-B283-E94E60684914}" type="presOf" srcId="{CBA231C8-3E26-4F08-B27A-ECAE5FD69C80}" destId="{936FAD43-A9C4-4C76-810A-35A4BDF1ED1D}" srcOrd="0" destOrd="0" presId="urn:microsoft.com/office/officeart/2018/5/layout/CenteredIconLabelDescriptionList"/>
    <dgm:cxn modelId="{617577F6-36E2-4A4C-A9F6-39F9857AA691}" type="presOf" srcId="{27C5995B-5F9D-41EE-B31D-67EE8C966B42}" destId="{ABFA7C5C-5DFF-45BB-A58C-5A62008A6E11}" srcOrd="0" destOrd="0" presId="urn:microsoft.com/office/officeart/2018/5/layout/CenteredIconLabelDescriptionList"/>
    <dgm:cxn modelId="{E7ED795E-CFF0-4BF3-8443-05563E7B1F85}" type="presParOf" srcId="{936FAD43-A9C4-4C76-810A-35A4BDF1ED1D}" destId="{6F9629CF-A753-4F23-A23E-903BDDFEE64B}" srcOrd="0" destOrd="0" presId="urn:microsoft.com/office/officeart/2018/5/layout/CenteredIconLabelDescriptionList"/>
    <dgm:cxn modelId="{C23E46A9-40F7-4535-B1BD-36781C78AA6C}" type="presParOf" srcId="{6F9629CF-A753-4F23-A23E-903BDDFEE64B}" destId="{32056C27-C512-4F60-B5BA-96E9FB488733}" srcOrd="0" destOrd="0" presId="urn:microsoft.com/office/officeart/2018/5/layout/CenteredIconLabelDescriptionList"/>
    <dgm:cxn modelId="{4849652D-EE92-49E9-A794-36058876A459}" type="presParOf" srcId="{6F9629CF-A753-4F23-A23E-903BDDFEE64B}" destId="{C129C323-DFBA-468C-98E7-22248E94D68B}" srcOrd="1" destOrd="0" presId="urn:microsoft.com/office/officeart/2018/5/layout/CenteredIconLabelDescriptionList"/>
    <dgm:cxn modelId="{155B40A6-00D5-47A6-B476-867D8A5346EA}" type="presParOf" srcId="{6F9629CF-A753-4F23-A23E-903BDDFEE64B}" destId="{97922BB5-4BAB-4991-BA2C-E6AB1D7460E0}" srcOrd="2" destOrd="0" presId="urn:microsoft.com/office/officeart/2018/5/layout/CenteredIconLabelDescriptionList"/>
    <dgm:cxn modelId="{03AD0C5A-FBC9-46BD-BCE4-45DF8D3A1F3A}" type="presParOf" srcId="{6F9629CF-A753-4F23-A23E-903BDDFEE64B}" destId="{8D7317B5-3309-4924-80C8-67FCE118A374}" srcOrd="3" destOrd="0" presId="urn:microsoft.com/office/officeart/2018/5/layout/CenteredIconLabelDescriptionList"/>
    <dgm:cxn modelId="{B56BAE0B-B8AF-4304-84E5-DE2E9115FC13}" type="presParOf" srcId="{6F9629CF-A753-4F23-A23E-903BDDFEE64B}" destId="{D8C0CC89-181E-4A68-853B-F42BB39A3339}" srcOrd="4" destOrd="0" presId="urn:microsoft.com/office/officeart/2018/5/layout/CenteredIconLabelDescriptionList"/>
    <dgm:cxn modelId="{C32CF562-EE3D-459C-AE7A-39C0280C8365}" type="presParOf" srcId="{936FAD43-A9C4-4C76-810A-35A4BDF1ED1D}" destId="{9218D18F-9E11-4EAB-A98F-EE8B7AE78941}" srcOrd="1" destOrd="0" presId="urn:microsoft.com/office/officeart/2018/5/layout/CenteredIconLabelDescriptionList"/>
    <dgm:cxn modelId="{37791336-7D42-436E-A430-47EC91718406}" type="presParOf" srcId="{936FAD43-A9C4-4C76-810A-35A4BDF1ED1D}" destId="{6C13C440-4CAC-4069-8E0B-F8FA23B077D9}" srcOrd="2" destOrd="0" presId="urn:microsoft.com/office/officeart/2018/5/layout/CenteredIconLabelDescriptionList"/>
    <dgm:cxn modelId="{47AB109C-E0AB-4CF0-A3C3-70F331DF6FF5}" type="presParOf" srcId="{6C13C440-4CAC-4069-8E0B-F8FA23B077D9}" destId="{4F91762D-1825-4523-852A-A539B810BDB6}" srcOrd="0" destOrd="0" presId="urn:microsoft.com/office/officeart/2018/5/layout/CenteredIconLabelDescriptionList"/>
    <dgm:cxn modelId="{F175D296-46C5-431F-B12B-E0497BA38087}" type="presParOf" srcId="{6C13C440-4CAC-4069-8E0B-F8FA23B077D9}" destId="{30E52CFA-4964-4662-B951-09736E920FFE}" srcOrd="1" destOrd="0" presId="urn:microsoft.com/office/officeart/2018/5/layout/CenteredIconLabelDescriptionList"/>
    <dgm:cxn modelId="{2CA2A463-5F8D-4ABB-906B-54EAA516BB9A}" type="presParOf" srcId="{6C13C440-4CAC-4069-8E0B-F8FA23B077D9}" destId="{F9638923-20D6-4000-B40E-05BE7292A44B}" srcOrd="2" destOrd="0" presId="urn:microsoft.com/office/officeart/2018/5/layout/CenteredIconLabelDescriptionList"/>
    <dgm:cxn modelId="{038C5220-FE56-4481-B9F7-97DC9927BE51}" type="presParOf" srcId="{6C13C440-4CAC-4069-8E0B-F8FA23B077D9}" destId="{4ED4B2E5-024C-46AD-B0B6-A6E975B6A414}" srcOrd="3" destOrd="0" presId="urn:microsoft.com/office/officeart/2018/5/layout/CenteredIconLabelDescriptionList"/>
    <dgm:cxn modelId="{9E25268F-5C29-4213-A1AF-F12B7BFABDBD}" type="presParOf" srcId="{6C13C440-4CAC-4069-8E0B-F8FA23B077D9}" destId="{ABFA7C5C-5DFF-45BB-A58C-5A62008A6E11}" srcOrd="4" destOrd="0" presId="urn:microsoft.com/office/officeart/2018/5/layout/CenteredIconLabelDescriptionList"/>
    <dgm:cxn modelId="{3046CEE4-F9B3-4CCD-8B93-87E5839DB558}" type="presParOf" srcId="{936FAD43-A9C4-4C76-810A-35A4BDF1ED1D}" destId="{4C54A2F1-741B-4F1A-BD01-66D350214EBA}" srcOrd="3" destOrd="0" presId="urn:microsoft.com/office/officeart/2018/5/layout/CenteredIconLabelDescriptionList"/>
    <dgm:cxn modelId="{D367CDB6-E12A-471C-BBC0-D104C8261007}" type="presParOf" srcId="{936FAD43-A9C4-4C76-810A-35A4BDF1ED1D}" destId="{7214451E-338E-4181-A6F5-EDA2B6087016}" srcOrd="4" destOrd="0" presId="urn:microsoft.com/office/officeart/2018/5/layout/CenteredIconLabelDescriptionList"/>
    <dgm:cxn modelId="{F52F14EE-D949-4363-95A7-9EB080292658}" type="presParOf" srcId="{7214451E-338E-4181-A6F5-EDA2B6087016}" destId="{6EF2201B-F634-4879-BBA5-09C84AE5477A}" srcOrd="0" destOrd="0" presId="urn:microsoft.com/office/officeart/2018/5/layout/CenteredIconLabelDescriptionList"/>
    <dgm:cxn modelId="{6A777F00-ADF2-43DF-A3C9-D15084EC58A5}" type="presParOf" srcId="{7214451E-338E-4181-A6F5-EDA2B6087016}" destId="{97FC6B44-0CF2-4BC3-8E67-3DE168014CCC}" srcOrd="1" destOrd="0" presId="urn:microsoft.com/office/officeart/2018/5/layout/CenteredIconLabelDescriptionList"/>
    <dgm:cxn modelId="{674E24E1-D7D6-46AC-990E-F1E6F6043008}" type="presParOf" srcId="{7214451E-338E-4181-A6F5-EDA2B6087016}" destId="{44C9DA21-06F3-4DAF-8ED2-F7ECAA5BD4E1}" srcOrd="2" destOrd="0" presId="urn:microsoft.com/office/officeart/2018/5/layout/CenteredIconLabelDescriptionList"/>
    <dgm:cxn modelId="{5259F71E-36F4-49B1-8AAB-C548254925D8}" type="presParOf" srcId="{7214451E-338E-4181-A6F5-EDA2B6087016}" destId="{8A8F2403-A2DC-4FF7-8892-EA45343AE8F3}" srcOrd="3" destOrd="0" presId="urn:microsoft.com/office/officeart/2018/5/layout/CenteredIconLabelDescriptionList"/>
    <dgm:cxn modelId="{D30F0B97-8D0A-4CD3-9FF4-04293E023385}" type="presParOf" srcId="{7214451E-338E-4181-A6F5-EDA2B6087016}" destId="{82C6B049-66D3-4075-A4AF-45AF5B69728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CBA231C8-3E26-4F08-B27A-ECAE5FD69C8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A0A89CD0-8558-4854-9950-BF6D608534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SHA256</a:t>
          </a:r>
        </a:p>
      </dgm:t>
    </dgm:pt>
    <dgm:pt modelId="{D9A2A4E1-AFB9-4BF6-A324-F2A2D8BA5EAB}" type="parTrans" cxnId="{70A12FB7-B0C2-4E03-9423-B9B4529B11B9}">
      <dgm:prSet/>
      <dgm:spPr/>
      <dgm:t>
        <a:bodyPr/>
        <a:lstStyle/>
        <a:p>
          <a:endParaRPr lang="tr-TR"/>
        </a:p>
      </dgm:t>
    </dgm:pt>
    <dgm:pt modelId="{EA5AF71A-2D3A-4A61-8EBB-0AF90714230C}" type="sibTrans" cxnId="{70A12FB7-B0C2-4E03-9423-B9B4529B11B9}">
      <dgm:prSet/>
      <dgm:spPr/>
      <dgm:t>
        <a:bodyPr/>
        <a:lstStyle/>
        <a:p>
          <a:endParaRPr lang="tr-TR"/>
        </a:p>
      </dgm:t>
    </dgm:pt>
    <dgm:pt modelId="{D7D6F76C-7DE3-41F6-B861-83DCF1882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</a:t>
          </a:r>
          <a:r>
            <a:rPr lang="en-US" b="1" dirty="0"/>
            <a:t>S</a:t>
          </a:r>
          <a:r>
            <a:rPr lang="en-US" dirty="0"/>
            <a:t>ecure </a:t>
          </a:r>
          <a:r>
            <a:rPr lang="en-US" b="1" dirty="0"/>
            <a:t>H</a:t>
          </a:r>
          <a:r>
            <a:rPr lang="en-US" dirty="0"/>
            <a:t>ash </a:t>
          </a:r>
          <a:r>
            <a:rPr lang="en-US" b="1" dirty="0"/>
            <a:t>A</a:t>
          </a:r>
          <a:r>
            <a:rPr lang="en-US" dirty="0"/>
            <a:t>lgorithm</a:t>
          </a:r>
          <a:endParaRPr lang="tr-TR" dirty="0"/>
        </a:p>
      </dgm:t>
    </dgm:pt>
    <dgm:pt modelId="{BEBA3D26-3CF9-4052-8812-17DAA67E36CC}" type="parTrans" cxnId="{D87BC34A-64D6-4485-88BC-242808EA30D5}">
      <dgm:prSet/>
      <dgm:spPr/>
      <dgm:t>
        <a:bodyPr/>
        <a:lstStyle/>
        <a:p>
          <a:endParaRPr lang="tr-TR"/>
        </a:p>
      </dgm:t>
    </dgm:pt>
    <dgm:pt modelId="{587D7B18-D3F2-47BF-8947-B7A877F8CAA9}" type="sibTrans" cxnId="{D87BC34A-64D6-4485-88BC-242808EA30D5}">
      <dgm:prSet/>
      <dgm:spPr/>
      <dgm:t>
        <a:bodyPr/>
        <a:lstStyle/>
        <a:p>
          <a:endParaRPr lang="tr-TR"/>
        </a:p>
      </dgm:t>
    </dgm:pt>
    <dgm:pt modelId="{28AECAFF-F778-4012-B919-4054201A9A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RIPEMD160</a:t>
          </a:r>
        </a:p>
      </dgm:t>
    </dgm:pt>
    <dgm:pt modelId="{50F1F85A-2139-4447-A4E1-A3F2B76E934B}" type="parTrans" cxnId="{112C3C51-D93D-4212-8B79-E930941AF6C5}">
      <dgm:prSet/>
      <dgm:spPr/>
      <dgm:t>
        <a:bodyPr/>
        <a:lstStyle/>
        <a:p>
          <a:endParaRPr lang="tr-TR"/>
        </a:p>
      </dgm:t>
    </dgm:pt>
    <dgm:pt modelId="{B0F2EB65-F15B-455C-9281-1920347C1DB7}" type="sibTrans" cxnId="{112C3C51-D93D-4212-8B79-E930941AF6C5}">
      <dgm:prSet/>
      <dgm:spPr/>
      <dgm:t>
        <a:bodyPr/>
        <a:lstStyle/>
        <a:p>
          <a:endParaRPr lang="tr-TR"/>
        </a:p>
      </dgm:t>
    </dgm:pt>
    <dgm:pt modelId="{4AFB62A2-22D1-4106-B127-1B742B6AE4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b="1" dirty="0"/>
            <a:t>R</a:t>
          </a:r>
          <a:r>
            <a:rPr lang="en-US" dirty="0"/>
            <a:t>ACE </a:t>
          </a:r>
          <a:r>
            <a:rPr lang="en-US" b="1" dirty="0"/>
            <a:t>I</a:t>
          </a:r>
          <a:r>
            <a:rPr lang="en-US" dirty="0"/>
            <a:t>ntegrity </a:t>
          </a:r>
          <a:r>
            <a:rPr lang="en-US" b="1" dirty="0"/>
            <a:t>P</a:t>
          </a:r>
          <a:r>
            <a:rPr lang="en-US" dirty="0"/>
            <a:t>rimitives </a:t>
          </a:r>
          <a:r>
            <a:rPr lang="en-US" b="1" dirty="0"/>
            <a:t>E</a:t>
          </a:r>
          <a:r>
            <a:rPr lang="en-US" dirty="0"/>
            <a:t>valuation </a:t>
          </a:r>
          <a:r>
            <a:rPr lang="en-US" b="1" dirty="0"/>
            <a:t>M</a:t>
          </a:r>
          <a:r>
            <a:rPr lang="en-US" dirty="0"/>
            <a:t>essage </a:t>
          </a:r>
          <a:r>
            <a:rPr lang="en-US" b="1" dirty="0"/>
            <a:t>D</a:t>
          </a:r>
          <a:r>
            <a:rPr lang="en-US" dirty="0"/>
            <a:t>igest</a:t>
          </a:r>
          <a:endParaRPr lang="tr-TR" dirty="0"/>
        </a:p>
      </dgm:t>
    </dgm:pt>
    <dgm:pt modelId="{3366A637-1FD4-49AF-9BBB-B8ABBC27BA75}" type="parTrans" cxnId="{82E3137A-286B-4E41-8B1D-875FF47D2E24}">
      <dgm:prSet/>
      <dgm:spPr/>
      <dgm:t>
        <a:bodyPr/>
        <a:lstStyle/>
        <a:p>
          <a:endParaRPr lang="tr-TR"/>
        </a:p>
      </dgm:t>
    </dgm:pt>
    <dgm:pt modelId="{5E3371FB-1DC4-4367-AB9A-2E1FADE01BC6}" type="sibTrans" cxnId="{82E3137A-286B-4E41-8B1D-875FF47D2E24}">
      <dgm:prSet/>
      <dgm:spPr/>
      <dgm:t>
        <a:bodyPr/>
        <a:lstStyle/>
        <a:p>
          <a:endParaRPr lang="tr-TR"/>
        </a:p>
      </dgm:t>
    </dgm:pt>
    <dgm:pt modelId="{987A031D-F2D7-41A0-B9F2-994AC0C9A0C5}" type="pres">
      <dgm:prSet presAssocID="{CBA231C8-3E26-4F08-B27A-ECAE5FD69C80}" presName="root" presStyleCnt="0">
        <dgm:presLayoutVars>
          <dgm:dir/>
          <dgm:resizeHandles val="exact"/>
        </dgm:presLayoutVars>
      </dgm:prSet>
      <dgm:spPr/>
    </dgm:pt>
    <dgm:pt modelId="{83791DD6-B4E9-488D-8076-8A585AC7BC77}" type="pres">
      <dgm:prSet presAssocID="{A0A89CD0-8558-4854-9950-BF6D60853497}" presName="compNode" presStyleCnt="0"/>
      <dgm:spPr/>
    </dgm:pt>
    <dgm:pt modelId="{D89F2384-D237-4C5A-8916-3F1D82E8A578}" type="pres">
      <dgm:prSet presAssocID="{A0A89CD0-8558-4854-9950-BF6D608534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33C8817E-B706-44F8-9CED-6906F506CF51}" type="pres">
      <dgm:prSet presAssocID="{A0A89CD0-8558-4854-9950-BF6D60853497}" presName="iconSpace" presStyleCnt="0"/>
      <dgm:spPr/>
    </dgm:pt>
    <dgm:pt modelId="{DC8767AC-66BC-4D17-885A-9B4F10FD6802}" type="pres">
      <dgm:prSet presAssocID="{A0A89CD0-8558-4854-9950-BF6D60853497}" presName="parTx" presStyleLbl="revTx" presStyleIdx="0" presStyleCnt="4">
        <dgm:presLayoutVars>
          <dgm:chMax val="0"/>
          <dgm:chPref val="0"/>
        </dgm:presLayoutVars>
      </dgm:prSet>
      <dgm:spPr/>
    </dgm:pt>
    <dgm:pt modelId="{74B55070-0B70-419E-BD2F-FCA1EE2F273D}" type="pres">
      <dgm:prSet presAssocID="{A0A89CD0-8558-4854-9950-BF6D60853497}" presName="txSpace" presStyleCnt="0"/>
      <dgm:spPr/>
    </dgm:pt>
    <dgm:pt modelId="{AAE2B712-1C7F-4C5C-96C0-F5730CDB161C}" type="pres">
      <dgm:prSet presAssocID="{A0A89CD0-8558-4854-9950-BF6D60853497}" presName="desTx" presStyleLbl="revTx" presStyleIdx="1" presStyleCnt="4">
        <dgm:presLayoutVars/>
      </dgm:prSet>
      <dgm:spPr/>
    </dgm:pt>
    <dgm:pt modelId="{BB9A77D3-4302-4668-9538-90B4E59A86F3}" type="pres">
      <dgm:prSet presAssocID="{EA5AF71A-2D3A-4A61-8EBB-0AF90714230C}" presName="sibTrans" presStyleCnt="0"/>
      <dgm:spPr/>
    </dgm:pt>
    <dgm:pt modelId="{113C9DC9-DB7C-482E-9668-444DDEE77D4E}" type="pres">
      <dgm:prSet presAssocID="{28AECAFF-F778-4012-B919-4054201A9AAD}" presName="compNode" presStyleCnt="0"/>
      <dgm:spPr/>
    </dgm:pt>
    <dgm:pt modelId="{BCC2C5FF-C895-4A50-ADF5-9D2199C3EC3A}" type="pres">
      <dgm:prSet presAssocID="{28AECAFF-F778-4012-B919-4054201A9AA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"/>
        </a:ext>
      </dgm:extLst>
    </dgm:pt>
    <dgm:pt modelId="{216EDA39-BEC3-459C-8A9B-F08C2A3CA574}" type="pres">
      <dgm:prSet presAssocID="{28AECAFF-F778-4012-B919-4054201A9AAD}" presName="iconSpace" presStyleCnt="0"/>
      <dgm:spPr/>
    </dgm:pt>
    <dgm:pt modelId="{591A3E44-A418-41FB-BEC4-DFF576324B95}" type="pres">
      <dgm:prSet presAssocID="{28AECAFF-F778-4012-B919-4054201A9AAD}" presName="parTx" presStyleLbl="revTx" presStyleIdx="2" presStyleCnt="4">
        <dgm:presLayoutVars>
          <dgm:chMax val="0"/>
          <dgm:chPref val="0"/>
        </dgm:presLayoutVars>
      </dgm:prSet>
      <dgm:spPr/>
    </dgm:pt>
    <dgm:pt modelId="{B0D4A556-4CE9-40D3-9432-5ABDE20F9709}" type="pres">
      <dgm:prSet presAssocID="{28AECAFF-F778-4012-B919-4054201A9AAD}" presName="txSpace" presStyleCnt="0"/>
      <dgm:spPr/>
    </dgm:pt>
    <dgm:pt modelId="{F79981D6-7F38-4872-A02A-DC0DE4C20627}" type="pres">
      <dgm:prSet presAssocID="{28AECAFF-F778-4012-B919-4054201A9AAD}" presName="desTx" presStyleLbl="revTx" presStyleIdx="3" presStyleCnt="4">
        <dgm:presLayoutVars/>
      </dgm:prSet>
      <dgm:spPr/>
    </dgm:pt>
  </dgm:ptLst>
  <dgm:cxnLst>
    <dgm:cxn modelId="{0B577019-1D80-4CDF-BF8E-D2CD6627E532}" type="presOf" srcId="{4AFB62A2-22D1-4106-B127-1B742B6AE4F7}" destId="{F79981D6-7F38-4872-A02A-DC0DE4C20627}" srcOrd="0" destOrd="0" presId="urn:microsoft.com/office/officeart/2018/2/layout/IconLabelDescriptionList"/>
    <dgm:cxn modelId="{E91E1160-11FE-4183-8209-5A9242E8F2AE}" type="presOf" srcId="{D7D6F76C-7DE3-41F6-B861-83DCF1882E21}" destId="{AAE2B712-1C7F-4C5C-96C0-F5730CDB161C}" srcOrd="0" destOrd="0" presId="urn:microsoft.com/office/officeart/2018/2/layout/IconLabelDescriptionList"/>
    <dgm:cxn modelId="{4550FE43-5941-4EF9-8561-6075622D6CA7}" type="presOf" srcId="{A0A89CD0-8558-4854-9950-BF6D60853497}" destId="{DC8767AC-66BC-4D17-885A-9B4F10FD6802}" srcOrd="0" destOrd="0" presId="urn:microsoft.com/office/officeart/2018/2/layout/IconLabelDescriptionList"/>
    <dgm:cxn modelId="{D87BC34A-64D6-4485-88BC-242808EA30D5}" srcId="{A0A89CD0-8558-4854-9950-BF6D60853497}" destId="{D7D6F76C-7DE3-41F6-B861-83DCF1882E21}" srcOrd="0" destOrd="0" parTransId="{BEBA3D26-3CF9-4052-8812-17DAA67E36CC}" sibTransId="{587D7B18-D3F2-47BF-8947-B7A877F8CAA9}"/>
    <dgm:cxn modelId="{112C3C51-D93D-4212-8B79-E930941AF6C5}" srcId="{CBA231C8-3E26-4F08-B27A-ECAE5FD69C80}" destId="{28AECAFF-F778-4012-B919-4054201A9AAD}" srcOrd="1" destOrd="0" parTransId="{50F1F85A-2139-4447-A4E1-A3F2B76E934B}" sibTransId="{B0F2EB65-F15B-455C-9281-1920347C1DB7}"/>
    <dgm:cxn modelId="{82E2A377-480F-43B0-AF14-7415A2DE73D9}" type="presOf" srcId="{28AECAFF-F778-4012-B919-4054201A9AAD}" destId="{591A3E44-A418-41FB-BEC4-DFF576324B95}" srcOrd="0" destOrd="0" presId="urn:microsoft.com/office/officeart/2018/2/layout/IconLabelDescriptionList"/>
    <dgm:cxn modelId="{82E3137A-286B-4E41-8B1D-875FF47D2E24}" srcId="{28AECAFF-F778-4012-B919-4054201A9AAD}" destId="{4AFB62A2-22D1-4106-B127-1B742B6AE4F7}" srcOrd="0" destOrd="0" parTransId="{3366A637-1FD4-49AF-9BBB-B8ABBC27BA75}" sibTransId="{5E3371FB-1DC4-4367-AB9A-2E1FADE01BC6}"/>
    <dgm:cxn modelId="{E8A6C497-E662-45FB-86C1-21976A5746FF}" type="presOf" srcId="{CBA231C8-3E26-4F08-B27A-ECAE5FD69C80}" destId="{987A031D-F2D7-41A0-B9F2-994AC0C9A0C5}" srcOrd="0" destOrd="0" presId="urn:microsoft.com/office/officeart/2018/2/layout/IconLabelDescriptionList"/>
    <dgm:cxn modelId="{70A12FB7-B0C2-4E03-9423-B9B4529B11B9}" srcId="{CBA231C8-3E26-4F08-B27A-ECAE5FD69C80}" destId="{A0A89CD0-8558-4854-9950-BF6D60853497}" srcOrd="0" destOrd="0" parTransId="{D9A2A4E1-AFB9-4BF6-A324-F2A2D8BA5EAB}" sibTransId="{EA5AF71A-2D3A-4A61-8EBB-0AF90714230C}"/>
    <dgm:cxn modelId="{BC5CF093-A86E-4185-B6BC-B3684CEA3F21}" type="presParOf" srcId="{987A031D-F2D7-41A0-B9F2-994AC0C9A0C5}" destId="{83791DD6-B4E9-488D-8076-8A585AC7BC77}" srcOrd="0" destOrd="0" presId="urn:microsoft.com/office/officeart/2018/2/layout/IconLabelDescriptionList"/>
    <dgm:cxn modelId="{19B08FFA-906A-4A39-BA57-368815C7DD8A}" type="presParOf" srcId="{83791DD6-B4E9-488D-8076-8A585AC7BC77}" destId="{D89F2384-D237-4C5A-8916-3F1D82E8A578}" srcOrd="0" destOrd="0" presId="urn:microsoft.com/office/officeart/2018/2/layout/IconLabelDescriptionList"/>
    <dgm:cxn modelId="{22F0CF98-5EF5-4D8D-92F6-24BF099E09E8}" type="presParOf" srcId="{83791DD6-B4E9-488D-8076-8A585AC7BC77}" destId="{33C8817E-B706-44F8-9CED-6906F506CF51}" srcOrd="1" destOrd="0" presId="urn:microsoft.com/office/officeart/2018/2/layout/IconLabelDescriptionList"/>
    <dgm:cxn modelId="{E14CD1B1-84FC-4516-AA9C-99AEE6BED7C4}" type="presParOf" srcId="{83791DD6-B4E9-488D-8076-8A585AC7BC77}" destId="{DC8767AC-66BC-4D17-885A-9B4F10FD6802}" srcOrd="2" destOrd="0" presId="urn:microsoft.com/office/officeart/2018/2/layout/IconLabelDescriptionList"/>
    <dgm:cxn modelId="{A314CB56-FB2A-4CB1-BF91-B73207EF5167}" type="presParOf" srcId="{83791DD6-B4E9-488D-8076-8A585AC7BC77}" destId="{74B55070-0B70-419E-BD2F-FCA1EE2F273D}" srcOrd="3" destOrd="0" presId="urn:microsoft.com/office/officeart/2018/2/layout/IconLabelDescriptionList"/>
    <dgm:cxn modelId="{57B62CF7-8CAF-4634-B9C9-3AF0C707792C}" type="presParOf" srcId="{83791DD6-B4E9-488D-8076-8A585AC7BC77}" destId="{AAE2B712-1C7F-4C5C-96C0-F5730CDB161C}" srcOrd="4" destOrd="0" presId="urn:microsoft.com/office/officeart/2018/2/layout/IconLabelDescriptionList"/>
    <dgm:cxn modelId="{35F33570-B7F4-4240-A7AB-48C413DEEC82}" type="presParOf" srcId="{987A031D-F2D7-41A0-B9F2-994AC0C9A0C5}" destId="{BB9A77D3-4302-4668-9538-90B4E59A86F3}" srcOrd="1" destOrd="0" presId="urn:microsoft.com/office/officeart/2018/2/layout/IconLabelDescriptionList"/>
    <dgm:cxn modelId="{45DA96E1-7BDF-4649-9724-4A44D85BDDE8}" type="presParOf" srcId="{987A031D-F2D7-41A0-B9F2-994AC0C9A0C5}" destId="{113C9DC9-DB7C-482E-9668-444DDEE77D4E}" srcOrd="2" destOrd="0" presId="urn:microsoft.com/office/officeart/2018/2/layout/IconLabelDescriptionList"/>
    <dgm:cxn modelId="{12C1699F-5AFA-43BB-8CD4-81496C366CED}" type="presParOf" srcId="{113C9DC9-DB7C-482E-9668-444DDEE77D4E}" destId="{BCC2C5FF-C895-4A50-ADF5-9D2199C3EC3A}" srcOrd="0" destOrd="0" presId="urn:microsoft.com/office/officeart/2018/2/layout/IconLabelDescriptionList"/>
    <dgm:cxn modelId="{B58F225F-5DD8-4A58-B887-381BCAFBCCD9}" type="presParOf" srcId="{113C9DC9-DB7C-482E-9668-444DDEE77D4E}" destId="{216EDA39-BEC3-459C-8A9B-F08C2A3CA574}" srcOrd="1" destOrd="0" presId="urn:microsoft.com/office/officeart/2018/2/layout/IconLabelDescriptionList"/>
    <dgm:cxn modelId="{4855ABD9-9F6B-45EE-A1F4-B64E65603588}" type="presParOf" srcId="{113C9DC9-DB7C-482E-9668-444DDEE77D4E}" destId="{591A3E44-A418-41FB-BEC4-DFF576324B95}" srcOrd="2" destOrd="0" presId="urn:microsoft.com/office/officeart/2018/2/layout/IconLabelDescriptionList"/>
    <dgm:cxn modelId="{6EE86AB3-A8EB-45BC-9C83-EE9AB5B2FAAB}" type="presParOf" srcId="{113C9DC9-DB7C-482E-9668-444DDEE77D4E}" destId="{B0D4A556-4CE9-40D3-9432-5ABDE20F9709}" srcOrd="3" destOrd="0" presId="urn:microsoft.com/office/officeart/2018/2/layout/IconLabelDescriptionList"/>
    <dgm:cxn modelId="{6CF327DF-E9C5-4F49-8D0F-5337DEC4F18D}" type="presParOf" srcId="{113C9DC9-DB7C-482E-9668-444DDEE77D4E}" destId="{F79981D6-7F38-4872-A02A-DC0DE4C2062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8FFF99D3-10CC-420E-B7FC-D07529E57B5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A5713A6-32CA-478F-9F2A-45E2B8FBC4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K</a:t>
          </a:r>
          <a:endParaRPr lang="tr-TR"/>
        </a:p>
      </dgm:t>
    </dgm:pt>
    <dgm:pt modelId="{002FF1F2-820A-4B56-ADAC-02A9D8EA12E7}" type="parTrans" cxnId="{55379789-095B-41B3-8F03-42B782CC3E4E}">
      <dgm:prSet/>
      <dgm:spPr/>
      <dgm:t>
        <a:bodyPr/>
        <a:lstStyle/>
        <a:p>
          <a:endParaRPr lang="tr-TR"/>
        </a:p>
      </dgm:t>
    </dgm:pt>
    <dgm:pt modelId="{D4FDC974-6A72-452D-902B-DBDA95425355}" type="sibTrans" cxnId="{55379789-095B-41B3-8F03-42B782CC3E4E}">
      <dgm:prSet/>
      <dgm:spPr/>
      <dgm:t>
        <a:bodyPr/>
        <a:lstStyle/>
        <a:p>
          <a:endParaRPr lang="tr-TR"/>
        </a:p>
      </dgm:t>
    </dgm:pt>
    <dgm:pt modelId="{CBF001DE-AD7B-4159-8B4E-8B219749B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SHA256 hash</a:t>
          </a:r>
          <a:r>
            <a:rPr lang="tr-TR"/>
            <a:t> of K</a:t>
          </a:r>
        </a:p>
      </dgm:t>
    </dgm:pt>
    <dgm:pt modelId="{7236555F-9DCB-4612-B8A1-B9DC9094E2DB}" type="parTrans" cxnId="{1BCABBED-5A43-416C-AB91-E1D2BE8D4659}">
      <dgm:prSet/>
      <dgm:spPr/>
      <dgm:t>
        <a:bodyPr/>
        <a:lstStyle/>
        <a:p>
          <a:endParaRPr lang="tr-TR"/>
        </a:p>
      </dgm:t>
    </dgm:pt>
    <dgm:pt modelId="{C57E81E7-EC33-4D7E-8DE2-B69582BAB1AC}" type="sibTrans" cxnId="{1BCABBED-5A43-416C-AB91-E1D2BE8D4659}">
      <dgm:prSet/>
      <dgm:spPr/>
      <dgm:t>
        <a:bodyPr/>
        <a:lstStyle/>
        <a:p>
          <a:endParaRPr lang="tr-TR"/>
        </a:p>
      </dgm:t>
    </dgm:pt>
    <dgm:pt modelId="{BDBD1486-8352-4F8D-A8DF-61F43DC670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A</a:t>
          </a:r>
          <a:endParaRPr lang="tr-TR"/>
        </a:p>
      </dgm:t>
    </dgm:pt>
    <dgm:pt modelId="{F619F84C-8197-4092-8362-D4A23FA8A47D}" type="parTrans" cxnId="{51050EC4-9D80-4DA4-AD9D-5814F57F04A1}">
      <dgm:prSet/>
      <dgm:spPr/>
      <dgm:t>
        <a:bodyPr/>
        <a:lstStyle/>
        <a:p>
          <a:endParaRPr lang="tr-TR"/>
        </a:p>
      </dgm:t>
    </dgm:pt>
    <dgm:pt modelId="{426F732E-A81D-42D5-981F-C278922D8AED}" type="sibTrans" cxnId="{51050EC4-9D80-4DA4-AD9D-5814F57F04A1}">
      <dgm:prSet/>
      <dgm:spPr/>
      <dgm:t>
        <a:bodyPr/>
        <a:lstStyle/>
        <a:p>
          <a:endParaRPr lang="tr-TR"/>
        </a:p>
      </dgm:t>
    </dgm:pt>
    <dgm:pt modelId="{7DD0BE68-3715-43F7-B605-67480AB9AF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1"/>
            </a:rPr>
            <a:t>RIPEMD160</a:t>
          </a:r>
          <a:r>
            <a:rPr lang="en-US"/>
            <a:t> hash of the result</a:t>
          </a:r>
          <a:endParaRPr lang="tr-TR"/>
        </a:p>
      </dgm:t>
    </dgm:pt>
    <dgm:pt modelId="{88CD1CDB-DBC2-4F0A-8545-4CA292B8C30B}" type="parTrans" cxnId="{C6307B6E-D1E3-4D2B-9A8E-C6568F84CC3D}">
      <dgm:prSet/>
      <dgm:spPr/>
      <dgm:t>
        <a:bodyPr/>
        <a:lstStyle/>
        <a:p>
          <a:endParaRPr lang="tr-TR"/>
        </a:p>
      </dgm:t>
    </dgm:pt>
    <dgm:pt modelId="{5B25FA62-93EB-4439-AF3E-EC47A61DCF73}" type="sibTrans" cxnId="{C6307B6E-D1E3-4D2B-9A8E-C6568F84CC3D}">
      <dgm:prSet/>
      <dgm:spPr/>
      <dgm:t>
        <a:bodyPr/>
        <a:lstStyle/>
        <a:p>
          <a:endParaRPr lang="tr-TR"/>
        </a:p>
      </dgm:t>
    </dgm:pt>
    <dgm:pt modelId="{D06696AA-7C46-4354-85E4-C699EE11B5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public key</a:t>
          </a:r>
          <a:endParaRPr lang="tr-TR"/>
        </a:p>
      </dgm:t>
    </dgm:pt>
    <dgm:pt modelId="{D8F8E3D8-4C46-4F48-92C5-271D124D59B7}" type="parTrans" cxnId="{672536F1-37B1-4D54-B9FA-29738EBF7B3D}">
      <dgm:prSet/>
      <dgm:spPr/>
      <dgm:t>
        <a:bodyPr/>
        <a:lstStyle/>
        <a:p>
          <a:endParaRPr lang="tr-TR"/>
        </a:p>
      </dgm:t>
    </dgm:pt>
    <dgm:pt modelId="{9D8F4E9F-F18C-4F8D-85CA-C6C3DF16408B}" type="sibTrans" cxnId="{672536F1-37B1-4D54-B9FA-29738EBF7B3D}">
      <dgm:prSet/>
      <dgm:spPr/>
      <dgm:t>
        <a:bodyPr/>
        <a:lstStyle/>
        <a:p>
          <a:endParaRPr lang="tr-TR"/>
        </a:p>
      </dgm:t>
    </dgm:pt>
    <dgm:pt modelId="{E0BCDFBE-2806-47C3-95D4-CCE0042A75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A</a:t>
          </a:r>
          <a:endParaRPr lang="tr-TR"/>
        </a:p>
      </dgm:t>
    </dgm:pt>
    <dgm:pt modelId="{8D9155A8-B71A-4284-9194-D38C77C2E5E3}" type="parTrans" cxnId="{F370C216-C82E-4085-B601-BFEA332273C5}">
      <dgm:prSet/>
      <dgm:spPr/>
      <dgm:t>
        <a:bodyPr/>
        <a:lstStyle/>
        <a:p>
          <a:endParaRPr lang="tr-TR"/>
        </a:p>
      </dgm:t>
    </dgm:pt>
    <dgm:pt modelId="{9589986C-8D1B-4BE4-8CDF-ED4124CECFB5}" type="sibTrans" cxnId="{F370C216-C82E-4085-B601-BFEA332273C5}">
      <dgm:prSet/>
      <dgm:spPr/>
      <dgm:t>
        <a:bodyPr/>
        <a:lstStyle/>
        <a:p>
          <a:endParaRPr lang="tr-TR"/>
        </a:p>
      </dgm:t>
    </dgm:pt>
    <dgm:pt modelId="{E0246BAF-D03D-4A67-974D-5F84B6B717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resulting bitcoin address</a:t>
          </a:r>
          <a:endParaRPr lang="tr-TR"/>
        </a:p>
      </dgm:t>
    </dgm:pt>
    <dgm:pt modelId="{E00E3057-EFF5-4633-AECD-ED806CBED6D6}" type="parTrans" cxnId="{0743C301-AFF8-473A-B036-DB1FBA62A462}">
      <dgm:prSet/>
      <dgm:spPr/>
      <dgm:t>
        <a:bodyPr/>
        <a:lstStyle/>
        <a:p>
          <a:endParaRPr lang="tr-TR"/>
        </a:p>
      </dgm:t>
    </dgm:pt>
    <dgm:pt modelId="{EBBFC29A-8959-495A-B2D9-5673818568E7}" type="sibTrans" cxnId="{0743C301-AFF8-473A-B036-DB1FBA62A462}">
      <dgm:prSet/>
      <dgm:spPr/>
      <dgm:t>
        <a:bodyPr/>
        <a:lstStyle/>
        <a:p>
          <a:endParaRPr lang="tr-TR"/>
        </a:p>
      </dgm:t>
    </dgm:pt>
    <dgm:pt modelId="{4019AF82-8157-41A6-9A3F-15D2E72961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Steps</a:t>
          </a:r>
        </a:p>
      </dgm:t>
    </dgm:pt>
    <dgm:pt modelId="{ECE6D527-56E9-44E3-A992-0D1E4A167383}" type="parTrans" cxnId="{A9B06A8E-7BBC-4B19-90AB-127D1C2AA480}">
      <dgm:prSet/>
      <dgm:spPr/>
      <dgm:t>
        <a:bodyPr/>
        <a:lstStyle/>
        <a:p>
          <a:endParaRPr lang="tr-TR"/>
        </a:p>
      </dgm:t>
    </dgm:pt>
    <dgm:pt modelId="{A6568A89-50A5-47A6-9A0D-2DAE4C4DF141}" type="sibTrans" cxnId="{A9B06A8E-7BBC-4B19-90AB-127D1C2AA480}">
      <dgm:prSet/>
      <dgm:spPr/>
      <dgm:t>
        <a:bodyPr/>
        <a:lstStyle/>
        <a:p>
          <a:endParaRPr lang="tr-TR"/>
        </a:p>
      </dgm:t>
    </dgm:pt>
    <dgm:pt modelId="{60B8AFDD-4B40-476D-9EE3-29278C92D4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= </a:t>
          </a:r>
          <a:r>
            <a:rPr lang="tr-TR" i="1"/>
            <a:t>RIPEMD</a:t>
          </a:r>
          <a:r>
            <a:rPr lang="tr-TR"/>
            <a:t>160 </a:t>
          </a:r>
          <a:r>
            <a:rPr lang="tr-TR" i="1"/>
            <a:t>SHA</a:t>
          </a:r>
          <a:r>
            <a:rPr lang="tr-TR"/>
            <a:t>256 </a:t>
          </a:r>
          <a:r>
            <a:rPr lang="tr-TR" i="1"/>
            <a:t>K</a:t>
          </a:r>
          <a:endParaRPr lang="tr-TR"/>
        </a:p>
      </dgm:t>
    </dgm:pt>
    <dgm:pt modelId="{6252EFE3-A7E3-4D7F-ADCB-461803B23ACE}" type="parTrans" cxnId="{D15E5691-D4C7-4BE5-A9A8-AE61CF20AF89}">
      <dgm:prSet/>
      <dgm:spPr/>
      <dgm:t>
        <a:bodyPr/>
        <a:lstStyle/>
        <a:p>
          <a:endParaRPr lang="tr-TR"/>
        </a:p>
      </dgm:t>
    </dgm:pt>
    <dgm:pt modelId="{ED145684-1E49-4B9C-A4CD-FAEBC760DD92}" type="sibTrans" cxnId="{D15E5691-D4C7-4BE5-A9A8-AE61CF20AF89}">
      <dgm:prSet/>
      <dgm:spPr/>
      <dgm:t>
        <a:bodyPr/>
        <a:lstStyle/>
        <a:p>
          <a:endParaRPr lang="tr-TR"/>
        </a:p>
      </dgm:t>
    </dgm:pt>
    <dgm:pt modelId="{8E56EAB5-F744-434E-A8CC-0ACAB0166B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160</a:t>
          </a:r>
          <a:r>
            <a:rPr lang="en-US"/>
            <a:t>-bit</a:t>
          </a:r>
          <a:r>
            <a:rPr lang="tr-TR"/>
            <a:t>/</a:t>
          </a:r>
          <a:r>
            <a:rPr lang="en-US" b="1"/>
            <a:t>20</a:t>
          </a:r>
          <a:r>
            <a:rPr lang="en-US"/>
            <a:t>-byte number</a:t>
          </a:r>
          <a:endParaRPr lang="tr-TR"/>
        </a:p>
      </dgm:t>
    </dgm:pt>
    <dgm:pt modelId="{7978E680-EC9D-4014-8CFC-706E4AAF6BA7}" type="parTrans" cxnId="{DDDED2F7-8F05-4557-A7D7-EC211E7F29AC}">
      <dgm:prSet/>
      <dgm:spPr/>
      <dgm:t>
        <a:bodyPr/>
        <a:lstStyle/>
        <a:p>
          <a:endParaRPr lang="tr-TR"/>
        </a:p>
      </dgm:t>
    </dgm:pt>
    <dgm:pt modelId="{F209EC4A-0622-43B0-A49B-9F54102C61DA}" type="sibTrans" cxnId="{DDDED2F7-8F05-4557-A7D7-EC211E7F29AC}">
      <dgm:prSet/>
      <dgm:spPr/>
      <dgm:t>
        <a:bodyPr/>
        <a:lstStyle/>
        <a:p>
          <a:endParaRPr lang="tr-TR"/>
        </a:p>
      </dgm:t>
    </dgm:pt>
    <dgm:pt modelId="{46EB7A43-B5E8-4342-B7B4-BF8406EB43E9}" type="pres">
      <dgm:prSet presAssocID="{8FFF99D3-10CC-420E-B7FC-D07529E57B5F}" presName="root" presStyleCnt="0">
        <dgm:presLayoutVars>
          <dgm:dir/>
          <dgm:resizeHandles val="exact"/>
        </dgm:presLayoutVars>
      </dgm:prSet>
      <dgm:spPr/>
    </dgm:pt>
    <dgm:pt modelId="{3F06A21E-709A-4E1C-A85A-2C95D64868C7}" type="pres">
      <dgm:prSet presAssocID="{5A5713A6-32CA-478F-9F2A-45E2B8FBC4D2}" presName="compNode" presStyleCnt="0"/>
      <dgm:spPr/>
    </dgm:pt>
    <dgm:pt modelId="{DC55EB1C-3DAF-4EDA-AA01-109D82E5878A}" type="pres">
      <dgm:prSet presAssocID="{5A5713A6-32CA-478F-9F2A-45E2B8FBC4D2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6E3AF2F-67EE-4EB9-88A1-E62F351E5549}" type="pres">
      <dgm:prSet presAssocID="{5A5713A6-32CA-478F-9F2A-45E2B8FBC4D2}" presName="iconSpace" presStyleCnt="0"/>
      <dgm:spPr/>
    </dgm:pt>
    <dgm:pt modelId="{EFCF83AC-DB01-4203-A758-9E8F07DB4BE6}" type="pres">
      <dgm:prSet presAssocID="{5A5713A6-32CA-478F-9F2A-45E2B8FBC4D2}" presName="parTx" presStyleLbl="revTx" presStyleIdx="0" presStyleCnt="8">
        <dgm:presLayoutVars>
          <dgm:chMax val="0"/>
          <dgm:chPref val="0"/>
        </dgm:presLayoutVars>
      </dgm:prSet>
      <dgm:spPr/>
    </dgm:pt>
    <dgm:pt modelId="{17B44997-6CE0-4C4D-99D9-F2FB90111DFD}" type="pres">
      <dgm:prSet presAssocID="{5A5713A6-32CA-478F-9F2A-45E2B8FBC4D2}" presName="txSpace" presStyleCnt="0"/>
      <dgm:spPr/>
    </dgm:pt>
    <dgm:pt modelId="{448A58E5-0FEA-41B8-8BD3-B11EFDE2C1A6}" type="pres">
      <dgm:prSet presAssocID="{5A5713A6-32CA-478F-9F2A-45E2B8FBC4D2}" presName="desTx" presStyleLbl="revTx" presStyleIdx="1" presStyleCnt="8">
        <dgm:presLayoutVars/>
      </dgm:prSet>
      <dgm:spPr/>
    </dgm:pt>
    <dgm:pt modelId="{64A02940-44AA-47DB-88B5-6789D905B4F4}" type="pres">
      <dgm:prSet presAssocID="{D4FDC974-6A72-452D-902B-DBDA95425355}" presName="sibTrans" presStyleCnt="0"/>
      <dgm:spPr/>
    </dgm:pt>
    <dgm:pt modelId="{7540402A-3725-4CBA-8B84-534E508C3CBE}" type="pres">
      <dgm:prSet presAssocID="{E0BCDFBE-2806-47C3-95D4-CCE0042A752D}" presName="compNode" presStyleCnt="0"/>
      <dgm:spPr/>
    </dgm:pt>
    <dgm:pt modelId="{663D959F-3ABB-476F-BE7A-0BD16B95950B}" type="pres">
      <dgm:prSet presAssocID="{E0BCDFBE-2806-47C3-95D4-CCE0042A752D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8DF9B3E-7D1E-48C8-B77A-7FE290101592}" type="pres">
      <dgm:prSet presAssocID="{E0BCDFBE-2806-47C3-95D4-CCE0042A752D}" presName="iconSpace" presStyleCnt="0"/>
      <dgm:spPr/>
    </dgm:pt>
    <dgm:pt modelId="{D81F3E03-FA42-4EA6-9BD4-08C76B2DE6D9}" type="pres">
      <dgm:prSet presAssocID="{E0BCDFBE-2806-47C3-95D4-CCE0042A752D}" presName="parTx" presStyleLbl="revTx" presStyleIdx="2" presStyleCnt="8">
        <dgm:presLayoutVars>
          <dgm:chMax val="0"/>
          <dgm:chPref val="0"/>
        </dgm:presLayoutVars>
      </dgm:prSet>
      <dgm:spPr/>
    </dgm:pt>
    <dgm:pt modelId="{355E6306-4FA3-4FB4-A357-BF948F31218C}" type="pres">
      <dgm:prSet presAssocID="{E0BCDFBE-2806-47C3-95D4-CCE0042A752D}" presName="txSpace" presStyleCnt="0"/>
      <dgm:spPr/>
    </dgm:pt>
    <dgm:pt modelId="{AD1AF963-A0CD-4F03-A1A3-1860885AE8F3}" type="pres">
      <dgm:prSet presAssocID="{E0BCDFBE-2806-47C3-95D4-CCE0042A752D}" presName="desTx" presStyleLbl="revTx" presStyleIdx="3" presStyleCnt="8">
        <dgm:presLayoutVars/>
      </dgm:prSet>
      <dgm:spPr/>
    </dgm:pt>
    <dgm:pt modelId="{89BB4935-5FDC-4770-9DD9-11A094B3B43C}" type="pres">
      <dgm:prSet presAssocID="{9589986C-8D1B-4BE4-8CDF-ED4124CECFB5}" presName="sibTrans" presStyleCnt="0"/>
      <dgm:spPr/>
    </dgm:pt>
    <dgm:pt modelId="{E155E915-16A3-4841-8400-79B28B573CE8}" type="pres">
      <dgm:prSet presAssocID="{4019AF82-8157-41A6-9A3F-15D2E7296101}" presName="compNode" presStyleCnt="0"/>
      <dgm:spPr/>
    </dgm:pt>
    <dgm:pt modelId="{AC1F02C7-EA33-4A79-A701-AA4AF79CCFAE}" type="pres">
      <dgm:prSet presAssocID="{4019AF82-8157-41A6-9A3F-15D2E7296101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66E68C9E-40B4-40E3-9441-532DE622F295}" type="pres">
      <dgm:prSet presAssocID="{4019AF82-8157-41A6-9A3F-15D2E7296101}" presName="iconSpace" presStyleCnt="0"/>
      <dgm:spPr/>
    </dgm:pt>
    <dgm:pt modelId="{EC88AE08-B56B-456A-87E9-A2F3E5C343FA}" type="pres">
      <dgm:prSet presAssocID="{4019AF82-8157-41A6-9A3F-15D2E7296101}" presName="parTx" presStyleLbl="revTx" presStyleIdx="4" presStyleCnt="8">
        <dgm:presLayoutVars>
          <dgm:chMax val="0"/>
          <dgm:chPref val="0"/>
        </dgm:presLayoutVars>
      </dgm:prSet>
      <dgm:spPr/>
    </dgm:pt>
    <dgm:pt modelId="{D6F7C3CF-7467-443A-AE3A-A9D3649CD60E}" type="pres">
      <dgm:prSet presAssocID="{4019AF82-8157-41A6-9A3F-15D2E7296101}" presName="txSpace" presStyleCnt="0"/>
      <dgm:spPr/>
    </dgm:pt>
    <dgm:pt modelId="{B0FDBFAB-956F-489A-92E6-50FB668E4E81}" type="pres">
      <dgm:prSet presAssocID="{4019AF82-8157-41A6-9A3F-15D2E7296101}" presName="desTx" presStyleLbl="revTx" presStyleIdx="5" presStyleCnt="8">
        <dgm:presLayoutVars/>
      </dgm:prSet>
      <dgm:spPr/>
    </dgm:pt>
    <dgm:pt modelId="{7166FB09-ECEC-4ED3-9CAE-0A68930E3631}" type="pres">
      <dgm:prSet presAssocID="{A6568A89-50A5-47A6-9A0D-2DAE4C4DF141}" presName="sibTrans" presStyleCnt="0"/>
      <dgm:spPr/>
    </dgm:pt>
    <dgm:pt modelId="{D416EAB9-9B5D-4CEF-84B8-BA49B4138A3D}" type="pres">
      <dgm:prSet presAssocID="{BDBD1486-8352-4F8D-A8DF-61F43DC67024}" presName="compNode" presStyleCnt="0"/>
      <dgm:spPr/>
    </dgm:pt>
    <dgm:pt modelId="{888E133A-8B7D-40C4-8CA6-FE8F23D2239D}" type="pres">
      <dgm:prSet presAssocID="{BDBD1486-8352-4F8D-A8DF-61F43DC67024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4C09D33-62CE-47F5-BF2B-93250BD98C8E}" type="pres">
      <dgm:prSet presAssocID="{BDBD1486-8352-4F8D-A8DF-61F43DC67024}" presName="iconSpace" presStyleCnt="0"/>
      <dgm:spPr/>
    </dgm:pt>
    <dgm:pt modelId="{9AC7E774-4C6B-4F80-9981-5D2DA71526DD}" type="pres">
      <dgm:prSet presAssocID="{BDBD1486-8352-4F8D-A8DF-61F43DC67024}" presName="parTx" presStyleLbl="revTx" presStyleIdx="6" presStyleCnt="8">
        <dgm:presLayoutVars>
          <dgm:chMax val="0"/>
          <dgm:chPref val="0"/>
        </dgm:presLayoutVars>
      </dgm:prSet>
      <dgm:spPr/>
    </dgm:pt>
    <dgm:pt modelId="{FAB3F9B2-1B85-41B6-A3E8-C5412844F80D}" type="pres">
      <dgm:prSet presAssocID="{BDBD1486-8352-4F8D-A8DF-61F43DC67024}" presName="txSpace" presStyleCnt="0"/>
      <dgm:spPr/>
    </dgm:pt>
    <dgm:pt modelId="{989D94E8-C7D8-49E1-8230-894EFE206C2F}" type="pres">
      <dgm:prSet presAssocID="{BDBD1486-8352-4F8D-A8DF-61F43DC67024}" presName="desTx" presStyleLbl="revTx" presStyleIdx="7" presStyleCnt="8">
        <dgm:presLayoutVars/>
      </dgm:prSet>
      <dgm:spPr/>
    </dgm:pt>
  </dgm:ptLst>
  <dgm:cxnLst>
    <dgm:cxn modelId="{0743C301-AFF8-473A-B036-DB1FBA62A462}" srcId="{E0BCDFBE-2806-47C3-95D4-CCE0042A752D}" destId="{E0246BAF-D03D-4A67-974D-5F84B6B7172E}" srcOrd="0" destOrd="0" parTransId="{E00E3057-EFF5-4633-AECD-ED806CBED6D6}" sibTransId="{EBBFC29A-8959-495A-B2D9-5673818568E7}"/>
    <dgm:cxn modelId="{F370C216-C82E-4085-B601-BFEA332273C5}" srcId="{8FFF99D3-10CC-420E-B7FC-D07529E57B5F}" destId="{E0BCDFBE-2806-47C3-95D4-CCE0042A752D}" srcOrd="1" destOrd="0" parTransId="{8D9155A8-B71A-4284-9194-D38C77C2E5E3}" sibTransId="{9589986C-8D1B-4BE4-8CDF-ED4124CECFB5}"/>
    <dgm:cxn modelId="{71873E5B-B51A-4FAC-88B7-961335ACB2C6}" type="presOf" srcId="{4019AF82-8157-41A6-9A3F-15D2E7296101}" destId="{EC88AE08-B56B-456A-87E9-A2F3E5C343FA}" srcOrd="0" destOrd="0" presId="urn:microsoft.com/office/officeart/2018/5/layout/CenteredIconLabelDescriptionList"/>
    <dgm:cxn modelId="{5CD5F25B-F8D7-4B9E-99A8-7E6418827B45}" type="presOf" srcId="{E0BCDFBE-2806-47C3-95D4-CCE0042A752D}" destId="{D81F3E03-FA42-4EA6-9BD4-08C76B2DE6D9}" srcOrd="0" destOrd="0" presId="urn:microsoft.com/office/officeart/2018/5/layout/CenteredIconLabelDescriptionList"/>
    <dgm:cxn modelId="{C6307B6E-D1E3-4D2B-9A8E-C6568F84CC3D}" srcId="{4019AF82-8157-41A6-9A3F-15D2E7296101}" destId="{7DD0BE68-3715-43F7-B605-67480AB9AF5D}" srcOrd="1" destOrd="0" parTransId="{88CD1CDB-DBC2-4F0A-8545-4CA292B8C30B}" sibTransId="{5B25FA62-93EB-4439-AF3E-EC47A61DCF73}"/>
    <dgm:cxn modelId="{55379789-095B-41B3-8F03-42B782CC3E4E}" srcId="{8FFF99D3-10CC-420E-B7FC-D07529E57B5F}" destId="{5A5713A6-32CA-478F-9F2A-45E2B8FBC4D2}" srcOrd="0" destOrd="0" parTransId="{002FF1F2-820A-4B56-ADAC-02A9D8EA12E7}" sibTransId="{D4FDC974-6A72-452D-902B-DBDA95425355}"/>
    <dgm:cxn modelId="{A9B06A8E-7BBC-4B19-90AB-127D1C2AA480}" srcId="{8FFF99D3-10CC-420E-B7FC-D07529E57B5F}" destId="{4019AF82-8157-41A6-9A3F-15D2E7296101}" srcOrd="2" destOrd="0" parTransId="{ECE6D527-56E9-44E3-A992-0D1E4A167383}" sibTransId="{A6568A89-50A5-47A6-9A0D-2DAE4C4DF141}"/>
    <dgm:cxn modelId="{D15E5691-D4C7-4BE5-A9A8-AE61CF20AF89}" srcId="{BDBD1486-8352-4F8D-A8DF-61F43DC67024}" destId="{60B8AFDD-4B40-476D-9EE3-29278C92D4C3}" srcOrd="0" destOrd="0" parTransId="{6252EFE3-A7E3-4D7F-ADCB-461803B23ACE}" sibTransId="{ED145684-1E49-4B9C-A4CD-FAEBC760DD92}"/>
    <dgm:cxn modelId="{F813AC92-73E0-484B-9705-0823B04A3E85}" type="presOf" srcId="{8E56EAB5-F744-434E-A8CC-0ACAB0166BE5}" destId="{989D94E8-C7D8-49E1-8230-894EFE206C2F}" srcOrd="0" destOrd="1" presId="urn:microsoft.com/office/officeart/2018/5/layout/CenteredIconLabelDescriptionList"/>
    <dgm:cxn modelId="{A9EEB79C-6C46-42F7-9DF6-A7B3A35A8C27}" type="presOf" srcId="{8FFF99D3-10CC-420E-B7FC-D07529E57B5F}" destId="{46EB7A43-B5E8-4342-B7B4-BF8406EB43E9}" srcOrd="0" destOrd="0" presId="urn:microsoft.com/office/officeart/2018/5/layout/CenteredIconLabelDescriptionList"/>
    <dgm:cxn modelId="{D7B645A2-068F-43D5-BE68-CF98AD0817F9}" type="presOf" srcId="{E0246BAF-D03D-4A67-974D-5F84B6B7172E}" destId="{AD1AF963-A0CD-4F03-A1A3-1860885AE8F3}" srcOrd="0" destOrd="0" presId="urn:microsoft.com/office/officeart/2018/5/layout/CenteredIconLabelDescriptionList"/>
    <dgm:cxn modelId="{4B6238A3-7066-4838-A07C-D956123A6102}" type="presOf" srcId="{7DD0BE68-3715-43F7-B605-67480AB9AF5D}" destId="{B0FDBFAB-956F-489A-92E6-50FB668E4E81}" srcOrd="0" destOrd="1" presId="urn:microsoft.com/office/officeart/2018/5/layout/CenteredIconLabelDescriptionList"/>
    <dgm:cxn modelId="{51050EC4-9D80-4DA4-AD9D-5814F57F04A1}" srcId="{8FFF99D3-10CC-420E-B7FC-D07529E57B5F}" destId="{BDBD1486-8352-4F8D-A8DF-61F43DC67024}" srcOrd="3" destOrd="0" parTransId="{F619F84C-8197-4092-8362-D4A23FA8A47D}" sibTransId="{426F732E-A81D-42D5-981F-C278922D8AED}"/>
    <dgm:cxn modelId="{564508C5-9EDC-4F90-84AB-902BB9180B00}" type="presOf" srcId="{D06696AA-7C46-4354-85E4-C699EE11B59C}" destId="{448A58E5-0FEA-41B8-8BD3-B11EFDE2C1A6}" srcOrd="0" destOrd="0" presId="urn:microsoft.com/office/officeart/2018/5/layout/CenteredIconLabelDescriptionList"/>
    <dgm:cxn modelId="{5893BFDF-1A1C-4B58-B289-EDE8FAD4D843}" type="presOf" srcId="{CBF001DE-AD7B-4159-8B4E-8B219749BC8F}" destId="{B0FDBFAB-956F-489A-92E6-50FB668E4E81}" srcOrd="0" destOrd="0" presId="urn:microsoft.com/office/officeart/2018/5/layout/CenteredIconLabelDescriptionList"/>
    <dgm:cxn modelId="{ED25ABE0-6AF9-48B9-8AD4-A4C1F8C8EB27}" type="presOf" srcId="{BDBD1486-8352-4F8D-A8DF-61F43DC67024}" destId="{9AC7E774-4C6B-4F80-9981-5D2DA71526DD}" srcOrd="0" destOrd="0" presId="urn:microsoft.com/office/officeart/2018/5/layout/CenteredIconLabelDescriptionList"/>
    <dgm:cxn modelId="{85F2E6E1-DFFD-4231-98EA-6D9A51F7630E}" type="presOf" srcId="{60B8AFDD-4B40-476D-9EE3-29278C92D4C3}" destId="{989D94E8-C7D8-49E1-8230-894EFE206C2F}" srcOrd="0" destOrd="0" presId="urn:microsoft.com/office/officeart/2018/5/layout/CenteredIconLabelDescriptionList"/>
    <dgm:cxn modelId="{55EB4DE6-4251-4CE0-9EBA-EBE16E9C8594}" type="presOf" srcId="{5A5713A6-32CA-478F-9F2A-45E2B8FBC4D2}" destId="{EFCF83AC-DB01-4203-A758-9E8F07DB4BE6}" srcOrd="0" destOrd="0" presId="urn:microsoft.com/office/officeart/2018/5/layout/CenteredIconLabelDescriptionList"/>
    <dgm:cxn modelId="{1BCABBED-5A43-416C-AB91-E1D2BE8D4659}" srcId="{4019AF82-8157-41A6-9A3F-15D2E7296101}" destId="{CBF001DE-AD7B-4159-8B4E-8B219749BC8F}" srcOrd="0" destOrd="0" parTransId="{7236555F-9DCB-4612-B8A1-B9DC9094E2DB}" sibTransId="{C57E81E7-EC33-4D7E-8DE2-B69582BAB1AC}"/>
    <dgm:cxn modelId="{672536F1-37B1-4D54-B9FA-29738EBF7B3D}" srcId="{5A5713A6-32CA-478F-9F2A-45E2B8FBC4D2}" destId="{D06696AA-7C46-4354-85E4-C699EE11B59C}" srcOrd="0" destOrd="0" parTransId="{D8F8E3D8-4C46-4F48-92C5-271D124D59B7}" sibTransId="{9D8F4E9F-F18C-4F8D-85CA-C6C3DF16408B}"/>
    <dgm:cxn modelId="{DDDED2F7-8F05-4557-A7D7-EC211E7F29AC}" srcId="{BDBD1486-8352-4F8D-A8DF-61F43DC67024}" destId="{8E56EAB5-F744-434E-A8CC-0ACAB0166BE5}" srcOrd="1" destOrd="0" parTransId="{7978E680-EC9D-4014-8CFC-706E4AAF6BA7}" sibTransId="{F209EC4A-0622-43B0-A49B-9F54102C61DA}"/>
    <dgm:cxn modelId="{F1E0487A-84F1-4A28-9B36-61907E020F0C}" type="presParOf" srcId="{46EB7A43-B5E8-4342-B7B4-BF8406EB43E9}" destId="{3F06A21E-709A-4E1C-A85A-2C95D64868C7}" srcOrd="0" destOrd="0" presId="urn:microsoft.com/office/officeart/2018/5/layout/CenteredIconLabelDescriptionList"/>
    <dgm:cxn modelId="{F87B07AF-BE00-4D53-A9F8-79F0CFF3E869}" type="presParOf" srcId="{3F06A21E-709A-4E1C-A85A-2C95D64868C7}" destId="{DC55EB1C-3DAF-4EDA-AA01-109D82E5878A}" srcOrd="0" destOrd="0" presId="urn:microsoft.com/office/officeart/2018/5/layout/CenteredIconLabelDescriptionList"/>
    <dgm:cxn modelId="{13DF994B-9AD2-42C0-AFE3-FC0581DB6DED}" type="presParOf" srcId="{3F06A21E-709A-4E1C-A85A-2C95D64868C7}" destId="{96E3AF2F-67EE-4EB9-88A1-E62F351E5549}" srcOrd="1" destOrd="0" presId="urn:microsoft.com/office/officeart/2018/5/layout/CenteredIconLabelDescriptionList"/>
    <dgm:cxn modelId="{F8240E0C-7606-4D2B-A77C-DC01B29F9B6E}" type="presParOf" srcId="{3F06A21E-709A-4E1C-A85A-2C95D64868C7}" destId="{EFCF83AC-DB01-4203-A758-9E8F07DB4BE6}" srcOrd="2" destOrd="0" presId="urn:microsoft.com/office/officeart/2018/5/layout/CenteredIconLabelDescriptionList"/>
    <dgm:cxn modelId="{636FAD42-0D91-401D-A456-4723E5AF6259}" type="presParOf" srcId="{3F06A21E-709A-4E1C-A85A-2C95D64868C7}" destId="{17B44997-6CE0-4C4D-99D9-F2FB90111DFD}" srcOrd="3" destOrd="0" presId="urn:microsoft.com/office/officeart/2018/5/layout/CenteredIconLabelDescriptionList"/>
    <dgm:cxn modelId="{A2A5D1D3-158A-441D-8D03-6C01783022EB}" type="presParOf" srcId="{3F06A21E-709A-4E1C-A85A-2C95D64868C7}" destId="{448A58E5-0FEA-41B8-8BD3-B11EFDE2C1A6}" srcOrd="4" destOrd="0" presId="urn:microsoft.com/office/officeart/2018/5/layout/CenteredIconLabelDescriptionList"/>
    <dgm:cxn modelId="{A3EAEBA5-F2E6-474A-B194-1DC0EF751263}" type="presParOf" srcId="{46EB7A43-B5E8-4342-B7B4-BF8406EB43E9}" destId="{64A02940-44AA-47DB-88B5-6789D905B4F4}" srcOrd="1" destOrd="0" presId="urn:microsoft.com/office/officeart/2018/5/layout/CenteredIconLabelDescriptionList"/>
    <dgm:cxn modelId="{05E922FE-A769-4045-9AD5-04FF73B186FA}" type="presParOf" srcId="{46EB7A43-B5E8-4342-B7B4-BF8406EB43E9}" destId="{7540402A-3725-4CBA-8B84-534E508C3CBE}" srcOrd="2" destOrd="0" presId="urn:microsoft.com/office/officeart/2018/5/layout/CenteredIconLabelDescriptionList"/>
    <dgm:cxn modelId="{68FF6FA2-7EC0-4D34-B05B-75342303DCE6}" type="presParOf" srcId="{7540402A-3725-4CBA-8B84-534E508C3CBE}" destId="{663D959F-3ABB-476F-BE7A-0BD16B95950B}" srcOrd="0" destOrd="0" presId="urn:microsoft.com/office/officeart/2018/5/layout/CenteredIconLabelDescriptionList"/>
    <dgm:cxn modelId="{6D231F55-55D0-4753-8E1E-02732F2F4B63}" type="presParOf" srcId="{7540402A-3725-4CBA-8B84-534E508C3CBE}" destId="{68DF9B3E-7D1E-48C8-B77A-7FE290101592}" srcOrd="1" destOrd="0" presId="urn:microsoft.com/office/officeart/2018/5/layout/CenteredIconLabelDescriptionList"/>
    <dgm:cxn modelId="{268E7F34-B49F-418F-9E63-095130413F75}" type="presParOf" srcId="{7540402A-3725-4CBA-8B84-534E508C3CBE}" destId="{D81F3E03-FA42-4EA6-9BD4-08C76B2DE6D9}" srcOrd="2" destOrd="0" presId="urn:microsoft.com/office/officeart/2018/5/layout/CenteredIconLabelDescriptionList"/>
    <dgm:cxn modelId="{8A3EB77A-B48B-4B87-8756-8F81BB925A51}" type="presParOf" srcId="{7540402A-3725-4CBA-8B84-534E508C3CBE}" destId="{355E6306-4FA3-4FB4-A357-BF948F31218C}" srcOrd="3" destOrd="0" presId="urn:microsoft.com/office/officeart/2018/5/layout/CenteredIconLabelDescriptionList"/>
    <dgm:cxn modelId="{E6362B8F-841B-4F0E-997E-A56BD1A5C07C}" type="presParOf" srcId="{7540402A-3725-4CBA-8B84-534E508C3CBE}" destId="{AD1AF963-A0CD-4F03-A1A3-1860885AE8F3}" srcOrd="4" destOrd="0" presId="urn:microsoft.com/office/officeart/2018/5/layout/CenteredIconLabelDescriptionList"/>
    <dgm:cxn modelId="{F29FE758-9FB2-4694-A01F-B418A0B22540}" type="presParOf" srcId="{46EB7A43-B5E8-4342-B7B4-BF8406EB43E9}" destId="{89BB4935-5FDC-4770-9DD9-11A094B3B43C}" srcOrd="3" destOrd="0" presId="urn:microsoft.com/office/officeart/2018/5/layout/CenteredIconLabelDescriptionList"/>
    <dgm:cxn modelId="{ED6E3C2B-CCE8-4726-8F1A-CA4AD8E6AD96}" type="presParOf" srcId="{46EB7A43-B5E8-4342-B7B4-BF8406EB43E9}" destId="{E155E915-16A3-4841-8400-79B28B573CE8}" srcOrd="4" destOrd="0" presId="urn:microsoft.com/office/officeart/2018/5/layout/CenteredIconLabelDescriptionList"/>
    <dgm:cxn modelId="{2CD0A7EE-33A4-4396-8F2A-63C0BC064CBA}" type="presParOf" srcId="{E155E915-16A3-4841-8400-79B28B573CE8}" destId="{AC1F02C7-EA33-4A79-A701-AA4AF79CCFAE}" srcOrd="0" destOrd="0" presId="urn:microsoft.com/office/officeart/2018/5/layout/CenteredIconLabelDescriptionList"/>
    <dgm:cxn modelId="{A15FC330-0553-4D2C-919D-18D58E01C995}" type="presParOf" srcId="{E155E915-16A3-4841-8400-79B28B573CE8}" destId="{66E68C9E-40B4-40E3-9441-532DE622F295}" srcOrd="1" destOrd="0" presId="urn:microsoft.com/office/officeart/2018/5/layout/CenteredIconLabelDescriptionList"/>
    <dgm:cxn modelId="{17944B69-0231-4B4B-96D2-FBFADA120ACA}" type="presParOf" srcId="{E155E915-16A3-4841-8400-79B28B573CE8}" destId="{EC88AE08-B56B-456A-87E9-A2F3E5C343FA}" srcOrd="2" destOrd="0" presId="urn:microsoft.com/office/officeart/2018/5/layout/CenteredIconLabelDescriptionList"/>
    <dgm:cxn modelId="{DD24E2ED-E349-4E73-85C5-2E88A29FD534}" type="presParOf" srcId="{E155E915-16A3-4841-8400-79B28B573CE8}" destId="{D6F7C3CF-7467-443A-AE3A-A9D3649CD60E}" srcOrd="3" destOrd="0" presId="urn:microsoft.com/office/officeart/2018/5/layout/CenteredIconLabelDescriptionList"/>
    <dgm:cxn modelId="{0D99AFC9-0509-4A1F-BCDD-8FC586EDCBCA}" type="presParOf" srcId="{E155E915-16A3-4841-8400-79B28B573CE8}" destId="{B0FDBFAB-956F-489A-92E6-50FB668E4E81}" srcOrd="4" destOrd="0" presId="urn:microsoft.com/office/officeart/2018/5/layout/CenteredIconLabelDescriptionList"/>
    <dgm:cxn modelId="{7D786B9D-364D-4025-AA66-7CE4E77F0287}" type="presParOf" srcId="{46EB7A43-B5E8-4342-B7B4-BF8406EB43E9}" destId="{7166FB09-ECEC-4ED3-9CAE-0A68930E3631}" srcOrd="5" destOrd="0" presId="urn:microsoft.com/office/officeart/2018/5/layout/CenteredIconLabelDescriptionList"/>
    <dgm:cxn modelId="{E3DDC2D7-1402-4D5D-A417-4D0F010A4879}" type="presParOf" srcId="{46EB7A43-B5E8-4342-B7B4-BF8406EB43E9}" destId="{D416EAB9-9B5D-4CEF-84B8-BA49B4138A3D}" srcOrd="6" destOrd="0" presId="urn:microsoft.com/office/officeart/2018/5/layout/CenteredIconLabelDescriptionList"/>
    <dgm:cxn modelId="{2ED6D4E5-9605-4EF3-A19E-00FEC5804ABE}" type="presParOf" srcId="{D416EAB9-9B5D-4CEF-84B8-BA49B4138A3D}" destId="{888E133A-8B7D-40C4-8CA6-FE8F23D2239D}" srcOrd="0" destOrd="0" presId="urn:microsoft.com/office/officeart/2018/5/layout/CenteredIconLabelDescriptionList"/>
    <dgm:cxn modelId="{CB5394A0-8795-4DC1-9646-D73E51BA9FAF}" type="presParOf" srcId="{D416EAB9-9B5D-4CEF-84B8-BA49B4138A3D}" destId="{64C09D33-62CE-47F5-BF2B-93250BD98C8E}" srcOrd="1" destOrd="0" presId="urn:microsoft.com/office/officeart/2018/5/layout/CenteredIconLabelDescriptionList"/>
    <dgm:cxn modelId="{52B479E7-3B38-4653-A9A9-9BCBC0E0E3F0}" type="presParOf" srcId="{D416EAB9-9B5D-4CEF-84B8-BA49B4138A3D}" destId="{9AC7E774-4C6B-4F80-9981-5D2DA71526DD}" srcOrd="2" destOrd="0" presId="urn:microsoft.com/office/officeart/2018/5/layout/CenteredIconLabelDescriptionList"/>
    <dgm:cxn modelId="{9EE88D9A-8F1E-498A-8D0A-0FD4AC89672D}" type="presParOf" srcId="{D416EAB9-9B5D-4CEF-84B8-BA49B4138A3D}" destId="{FAB3F9B2-1B85-41B6-A3E8-C5412844F80D}" srcOrd="3" destOrd="0" presId="urn:microsoft.com/office/officeart/2018/5/layout/CenteredIconLabelDescriptionList"/>
    <dgm:cxn modelId="{026CCFC8-DD5F-4CF9-A5EB-5B4CFB214AA1}" type="presParOf" srcId="{D416EAB9-9B5D-4CEF-84B8-BA49B4138A3D}" destId="{989D94E8-C7D8-49E1-8230-894EFE206C2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2AA7B8BC-8F1F-436F-B905-ACC4696219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CB4D4BC7-242D-4AD1-8B3A-C4C049D2A3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Bitcoin Address</a:t>
          </a:r>
        </a:p>
      </dgm:t>
    </dgm:pt>
    <dgm:pt modelId="{30BEBBA7-922A-403C-89CF-496E29BD9D76}" type="parTrans" cxnId="{44919B44-B830-404D-9D55-3706786D0599}">
      <dgm:prSet/>
      <dgm:spPr/>
      <dgm:t>
        <a:bodyPr/>
        <a:lstStyle/>
        <a:p>
          <a:endParaRPr lang="tr-TR"/>
        </a:p>
      </dgm:t>
    </dgm:pt>
    <dgm:pt modelId="{3D4D7884-4867-48E6-A065-73C61E61B66B}" type="sibTrans" cxnId="{44919B44-B830-404D-9D55-3706786D0599}">
      <dgm:prSet/>
      <dgm:spPr/>
      <dgm:t>
        <a:bodyPr/>
        <a:lstStyle/>
        <a:p>
          <a:endParaRPr lang="tr-TR"/>
        </a:p>
      </dgm:t>
    </dgm:pt>
    <dgm:pt modelId="{1E3EA66A-03B7-426A-97D1-9F10C21AA8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</a:t>
          </a:r>
          <a:r>
            <a:rPr lang="en-US" i="1" dirty="0"/>
            <a:t>not </a:t>
          </a:r>
          <a:r>
            <a:rPr lang="en-US" dirty="0"/>
            <a:t>the same</a:t>
          </a:r>
          <a:endParaRPr lang="tr-TR" dirty="0"/>
        </a:p>
      </dgm:t>
    </dgm:pt>
    <dgm:pt modelId="{3928302D-90C2-4D8F-A290-8DD5B7E1A20A}" type="parTrans" cxnId="{6D99749A-81C0-4A86-A7E4-8DB1EF4972BA}">
      <dgm:prSet/>
      <dgm:spPr/>
      <dgm:t>
        <a:bodyPr/>
        <a:lstStyle/>
        <a:p>
          <a:endParaRPr lang="tr-TR"/>
        </a:p>
      </dgm:t>
    </dgm:pt>
    <dgm:pt modelId="{68F4157A-1BB7-476D-BB72-47C5FC4CDACD}" type="sibTrans" cxnId="{6D99749A-81C0-4A86-A7E4-8DB1EF4972BA}">
      <dgm:prSet/>
      <dgm:spPr/>
      <dgm:t>
        <a:bodyPr/>
        <a:lstStyle/>
        <a:p>
          <a:endParaRPr lang="tr-TR"/>
        </a:p>
      </dgm:t>
    </dgm:pt>
    <dgm:pt modelId="{A93F280B-FAF2-4123-BF43-6786D35FDA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addresses</a:t>
          </a:r>
          <a:endParaRPr lang="tr-TR"/>
        </a:p>
      </dgm:t>
    </dgm:pt>
    <dgm:pt modelId="{61AC0DF4-4E58-47B6-A88B-8A374389ED6B}" type="parTrans" cxnId="{DC09B9B4-5F87-4ED8-B5CC-C95DCCD9A76B}">
      <dgm:prSet/>
      <dgm:spPr/>
      <dgm:t>
        <a:bodyPr/>
        <a:lstStyle/>
        <a:p>
          <a:endParaRPr lang="tr-TR"/>
        </a:p>
      </dgm:t>
    </dgm:pt>
    <dgm:pt modelId="{1CCE5EC4-AD2D-41A9-84D4-D85AFA783C1D}" type="sibTrans" cxnId="{DC09B9B4-5F87-4ED8-B5CC-C95DCCD9A76B}">
      <dgm:prSet/>
      <dgm:spPr/>
      <dgm:t>
        <a:bodyPr/>
        <a:lstStyle/>
        <a:p>
          <a:endParaRPr lang="tr-TR"/>
        </a:p>
      </dgm:t>
    </dgm:pt>
    <dgm:pt modelId="{C81F2E6A-115E-4024-B2B4-E29DE1D16E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derived from a public key</a:t>
          </a:r>
          <a:endParaRPr lang="tr-TR"/>
        </a:p>
      </dgm:t>
    </dgm:pt>
    <dgm:pt modelId="{2224B326-4DE5-4DC0-99F0-FC306633EE7D}" type="parTrans" cxnId="{27649368-404A-4DAC-B159-831C6F19737A}">
      <dgm:prSet/>
      <dgm:spPr/>
      <dgm:t>
        <a:bodyPr/>
        <a:lstStyle/>
        <a:p>
          <a:endParaRPr lang="tr-TR"/>
        </a:p>
      </dgm:t>
    </dgm:pt>
    <dgm:pt modelId="{AF194671-2883-40C2-A26F-DB1BFF792885}" type="sibTrans" cxnId="{27649368-404A-4DAC-B159-831C6F19737A}">
      <dgm:prSet/>
      <dgm:spPr/>
      <dgm:t>
        <a:bodyPr/>
        <a:lstStyle/>
        <a:p>
          <a:endParaRPr lang="tr-TR"/>
        </a:p>
      </dgm:t>
    </dgm:pt>
    <dgm:pt modelId="{985A3CAF-0BE1-4D83-8003-81D11474C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a one-way function</a:t>
          </a:r>
          <a:endParaRPr lang="tr-TR" dirty="0"/>
        </a:p>
      </dgm:t>
    </dgm:pt>
    <dgm:pt modelId="{CD8EFD6E-84F4-4690-BD99-7F82C14AFD62}" type="parTrans" cxnId="{A27338F3-8F9C-4A94-A409-86F4FAB27656}">
      <dgm:prSet/>
      <dgm:spPr/>
      <dgm:t>
        <a:bodyPr/>
        <a:lstStyle/>
        <a:p>
          <a:endParaRPr lang="tr-TR"/>
        </a:p>
      </dgm:t>
    </dgm:pt>
    <dgm:pt modelId="{4B9DC522-84FE-41FC-9EB2-D2FD9A53D0F5}" type="sibTrans" cxnId="{A27338F3-8F9C-4A94-A409-86F4FAB27656}">
      <dgm:prSet/>
      <dgm:spPr/>
      <dgm:t>
        <a:bodyPr/>
        <a:lstStyle/>
        <a:p>
          <a:endParaRPr lang="tr-TR"/>
        </a:p>
      </dgm:t>
    </dgm:pt>
    <dgm:pt modelId="{1AE6149F-C120-4F97-9C2F-2225A4193D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</a:t>
          </a:r>
          <a:r>
            <a:rPr lang="en-US" dirty="0"/>
            <a:t>a public key </a:t>
          </a:r>
          <a:endParaRPr lang="tr-TR" dirty="0"/>
        </a:p>
      </dgm:t>
    </dgm:pt>
    <dgm:pt modelId="{1DCAB412-AAD9-4669-BD19-93DB64E2C160}" type="parTrans" cxnId="{B01030EC-3953-4E47-AB25-81422D51902A}">
      <dgm:prSet/>
      <dgm:spPr/>
      <dgm:t>
        <a:bodyPr/>
        <a:lstStyle/>
        <a:p>
          <a:endParaRPr lang="tr-TR"/>
        </a:p>
      </dgm:t>
    </dgm:pt>
    <dgm:pt modelId="{FF198E87-4E86-4BF4-89D4-A4AA649E401F}" type="sibTrans" cxnId="{B01030EC-3953-4E47-AB25-81422D51902A}">
      <dgm:prSet/>
      <dgm:spPr/>
      <dgm:t>
        <a:bodyPr/>
        <a:lstStyle/>
        <a:p>
          <a:endParaRPr lang="tr-TR"/>
        </a:p>
      </dgm:t>
    </dgm:pt>
    <dgm:pt modelId="{3C20F8CE-3947-48DD-A3CD-02ACA45603B2}" type="pres">
      <dgm:prSet presAssocID="{2AA7B8BC-8F1F-436F-B905-ACC469621984}" presName="root" presStyleCnt="0">
        <dgm:presLayoutVars>
          <dgm:dir/>
          <dgm:resizeHandles val="exact"/>
        </dgm:presLayoutVars>
      </dgm:prSet>
      <dgm:spPr/>
    </dgm:pt>
    <dgm:pt modelId="{5DE3FEAC-60A0-4198-8140-5034B635AB78}" type="pres">
      <dgm:prSet presAssocID="{CB4D4BC7-242D-4AD1-8B3A-C4C049D2A3F0}" presName="compNode" presStyleCnt="0"/>
      <dgm:spPr/>
    </dgm:pt>
    <dgm:pt modelId="{7E8BBC99-B33E-43A6-9EE4-648CAA6DB3E4}" type="pres">
      <dgm:prSet presAssocID="{CB4D4BC7-242D-4AD1-8B3A-C4C049D2A3F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AABD518-DD35-44B4-ACD9-AE4AC143C9E4}" type="pres">
      <dgm:prSet presAssocID="{CB4D4BC7-242D-4AD1-8B3A-C4C049D2A3F0}" presName="iconSpace" presStyleCnt="0"/>
      <dgm:spPr/>
    </dgm:pt>
    <dgm:pt modelId="{B10B7A60-175B-494F-AE28-794F69C07FF8}" type="pres">
      <dgm:prSet presAssocID="{CB4D4BC7-242D-4AD1-8B3A-C4C049D2A3F0}" presName="parTx" presStyleLbl="revTx" presStyleIdx="0" presStyleCnt="4">
        <dgm:presLayoutVars>
          <dgm:chMax val="0"/>
          <dgm:chPref val="0"/>
        </dgm:presLayoutVars>
      </dgm:prSet>
      <dgm:spPr/>
    </dgm:pt>
    <dgm:pt modelId="{72CAE676-2951-4848-AE48-7F31E6933838}" type="pres">
      <dgm:prSet presAssocID="{CB4D4BC7-242D-4AD1-8B3A-C4C049D2A3F0}" presName="txSpace" presStyleCnt="0"/>
      <dgm:spPr/>
    </dgm:pt>
    <dgm:pt modelId="{48CBDE96-FC16-490E-B82A-3991084A29D6}" type="pres">
      <dgm:prSet presAssocID="{CB4D4BC7-242D-4AD1-8B3A-C4C049D2A3F0}" presName="desTx" presStyleLbl="revTx" presStyleIdx="1" presStyleCnt="4">
        <dgm:presLayoutVars/>
      </dgm:prSet>
      <dgm:spPr/>
    </dgm:pt>
    <dgm:pt modelId="{175C3824-F08E-434A-91C5-77C6495B1D68}" type="pres">
      <dgm:prSet presAssocID="{3D4D7884-4867-48E6-A065-73C61E61B66B}" presName="sibTrans" presStyleCnt="0"/>
      <dgm:spPr/>
    </dgm:pt>
    <dgm:pt modelId="{B96E4D54-0F27-4A53-8B54-ED3893783A19}" type="pres">
      <dgm:prSet presAssocID="{A93F280B-FAF2-4123-BF43-6786D35FDA0F}" presName="compNode" presStyleCnt="0"/>
      <dgm:spPr/>
    </dgm:pt>
    <dgm:pt modelId="{2283BD33-5D96-4E9C-AD7E-15AACB695541}" type="pres">
      <dgm:prSet presAssocID="{A93F280B-FAF2-4123-BF43-6786D35FDA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21B3632-73B2-49EE-BA04-56E6BF81DC25}" type="pres">
      <dgm:prSet presAssocID="{A93F280B-FAF2-4123-BF43-6786D35FDA0F}" presName="iconSpace" presStyleCnt="0"/>
      <dgm:spPr/>
    </dgm:pt>
    <dgm:pt modelId="{101BC4C5-1C05-45F0-8E35-9DA4624CD375}" type="pres">
      <dgm:prSet presAssocID="{A93F280B-FAF2-4123-BF43-6786D35FDA0F}" presName="parTx" presStyleLbl="revTx" presStyleIdx="2" presStyleCnt="4">
        <dgm:presLayoutVars>
          <dgm:chMax val="0"/>
          <dgm:chPref val="0"/>
        </dgm:presLayoutVars>
      </dgm:prSet>
      <dgm:spPr/>
    </dgm:pt>
    <dgm:pt modelId="{6CC8A913-7B26-4741-B045-B35208041FBE}" type="pres">
      <dgm:prSet presAssocID="{A93F280B-FAF2-4123-BF43-6786D35FDA0F}" presName="txSpace" presStyleCnt="0"/>
      <dgm:spPr/>
    </dgm:pt>
    <dgm:pt modelId="{0F238FA3-18BA-4BEA-8F74-CDEC6982EC36}" type="pres">
      <dgm:prSet presAssocID="{A93F280B-FAF2-4123-BF43-6786D35FDA0F}" presName="desTx" presStyleLbl="revTx" presStyleIdx="3" presStyleCnt="4">
        <dgm:presLayoutVars/>
      </dgm:prSet>
      <dgm:spPr/>
    </dgm:pt>
  </dgm:ptLst>
  <dgm:cxnLst>
    <dgm:cxn modelId="{D4B63E12-C849-4573-AC12-64F1B002C708}" type="presOf" srcId="{CB4D4BC7-242D-4AD1-8B3A-C4C049D2A3F0}" destId="{B10B7A60-175B-494F-AE28-794F69C07FF8}" srcOrd="0" destOrd="0" presId="urn:microsoft.com/office/officeart/2018/2/layout/IconLabelDescriptionList"/>
    <dgm:cxn modelId="{54B03E36-B05C-40AC-979E-A8A5E72522F9}" type="presOf" srcId="{1AE6149F-C120-4F97-9C2F-2225A4193D06}" destId="{48CBDE96-FC16-490E-B82A-3991084A29D6}" srcOrd="0" destOrd="1" presId="urn:microsoft.com/office/officeart/2018/2/layout/IconLabelDescriptionList"/>
    <dgm:cxn modelId="{44919B44-B830-404D-9D55-3706786D0599}" srcId="{2AA7B8BC-8F1F-436F-B905-ACC469621984}" destId="{CB4D4BC7-242D-4AD1-8B3A-C4C049D2A3F0}" srcOrd="0" destOrd="0" parTransId="{30BEBBA7-922A-403C-89CF-496E29BD9D76}" sibTransId="{3D4D7884-4867-48E6-A065-73C61E61B66B}"/>
    <dgm:cxn modelId="{27649368-404A-4DAC-B159-831C6F19737A}" srcId="{A93F280B-FAF2-4123-BF43-6786D35FDA0F}" destId="{C81F2E6A-115E-4024-B2B4-E29DE1D16EB9}" srcOrd="0" destOrd="0" parTransId="{2224B326-4DE5-4DC0-99F0-FC306633EE7D}" sibTransId="{AF194671-2883-40C2-A26F-DB1BFF792885}"/>
    <dgm:cxn modelId="{019FFC70-C33B-4D3E-86E1-E93AD348E59F}" type="presOf" srcId="{2AA7B8BC-8F1F-436F-B905-ACC469621984}" destId="{3C20F8CE-3947-48DD-A3CD-02ACA45603B2}" srcOrd="0" destOrd="0" presId="urn:microsoft.com/office/officeart/2018/2/layout/IconLabelDescriptionList"/>
    <dgm:cxn modelId="{11B95577-2C4D-486E-88DC-6071A5713A91}" type="presOf" srcId="{A93F280B-FAF2-4123-BF43-6786D35FDA0F}" destId="{101BC4C5-1C05-45F0-8E35-9DA4624CD375}" srcOrd="0" destOrd="0" presId="urn:microsoft.com/office/officeart/2018/2/layout/IconLabelDescriptionList"/>
    <dgm:cxn modelId="{6D99749A-81C0-4A86-A7E4-8DB1EF4972BA}" srcId="{CB4D4BC7-242D-4AD1-8B3A-C4C049D2A3F0}" destId="{1E3EA66A-03B7-426A-97D1-9F10C21AA88F}" srcOrd="0" destOrd="0" parTransId="{3928302D-90C2-4D8F-A290-8DD5B7E1A20A}" sibTransId="{68F4157A-1BB7-476D-BB72-47C5FC4CDACD}"/>
    <dgm:cxn modelId="{DC09B9B4-5F87-4ED8-B5CC-C95DCCD9A76B}" srcId="{2AA7B8BC-8F1F-436F-B905-ACC469621984}" destId="{A93F280B-FAF2-4123-BF43-6786D35FDA0F}" srcOrd="1" destOrd="0" parTransId="{61AC0DF4-4E58-47B6-A88B-8A374389ED6B}" sibTransId="{1CCE5EC4-AD2D-41A9-84D4-D85AFA783C1D}"/>
    <dgm:cxn modelId="{D93167D2-7DF8-4DAA-968C-CB8A3D811ACC}" type="presOf" srcId="{1E3EA66A-03B7-426A-97D1-9F10C21AA88F}" destId="{48CBDE96-FC16-490E-B82A-3991084A29D6}" srcOrd="0" destOrd="0" presId="urn:microsoft.com/office/officeart/2018/2/layout/IconLabelDescriptionList"/>
    <dgm:cxn modelId="{580271E9-EE52-41B2-8DBB-A1C963CB749E}" type="presOf" srcId="{C81F2E6A-115E-4024-B2B4-E29DE1D16EB9}" destId="{0F238FA3-18BA-4BEA-8F74-CDEC6982EC36}" srcOrd="0" destOrd="0" presId="urn:microsoft.com/office/officeart/2018/2/layout/IconLabelDescriptionList"/>
    <dgm:cxn modelId="{B01030EC-3953-4E47-AB25-81422D51902A}" srcId="{CB4D4BC7-242D-4AD1-8B3A-C4C049D2A3F0}" destId="{1AE6149F-C120-4F97-9C2F-2225A4193D06}" srcOrd="1" destOrd="0" parTransId="{1DCAB412-AAD9-4669-BD19-93DB64E2C160}" sibTransId="{FF198E87-4E86-4BF4-89D4-A4AA649E401F}"/>
    <dgm:cxn modelId="{A82A24ED-C639-4600-9952-BE7100990F04}" type="presOf" srcId="{985A3CAF-0BE1-4D83-8003-81D11474CCA7}" destId="{0F238FA3-18BA-4BEA-8F74-CDEC6982EC36}" srcOrd="0" destOrd="1" presId="urn:microsoft.com/office/officeart/2018/2/layout/IconLabelDescriptionList"/>
    <dgm:cxn modelId="{A27338F3-8F9C-4A94-A409-86F4FAB27656}" srcId="{A93F280B-FAF2-4123-BF43-6786D35FDA0F}" destId="{985A3CAF-0BE1-4D83-8003-81D11474CCA7}" srcOrd="1" destOrd="0" parTransId="{CD8EFD6E-84F4-4690-BD99-7F82C14AFD62}" sibTransId="{4B9DC522-84FE-41FC-9EB2-D2FD9A53D0F5}"/>
    <dgm:cxn modelId="{6484554C-0AFF-4CB3-AD98-18FE46FBF494}" type="presParOf" srcId="{3C20F8CE-3947-48DD-A3CD-02ACA45603B2}" destId="{5DE3FEAC-60A0-4198-8140-5034B635AB78}" srcOrd="0" destOrd="0" presId="urn:microsoft.com/office/officeart/2018/2/layout/IconLabelDescriptionList"/>
    <dgm:cxn modelId="{63FB8E4E-EC82-4D26-B058-C27C99F49262}" type="presParOf" srcId="{5DE3FEAC-60A0-4198-8140-5034B635AB78}" destId="{7E8BBC99-B33E-43A6-9EE4-648CAA6DB3E4}" srcOrd="0" destOrd="0" presId="urn:microsoft.com/office/officeart/2018/2/layout/IconLabelDescriptionList"/>
    <dgm:cxn modelId="{7E537B7B-8E6D-4221-8C86-75A3CEB7520E}" type="presParOf" srcId="{5DE3FEAC-60A0-4198-8140-5034B635AB78}" destId="{1AABD518-DD35-44B4-ACD9-AE4AC143C9E4}" srcOrd="1" destOrd="0" presId="urn:microsoft.com/office/officeart/2018/2/layout/IconLabelDescriptionList"/>
    <dgm:cxn modelId="{36EA436B-B3CB-4F1B-8669-59B7A432918D}" type="presParOf" srcId="{5DE3FEAC-60A0-4198-8140-5034B635AB78}" destId="{B10B7A60-175B-494F-AE28-794F69C07FF8}" srcOrd="2" destOrd="0" presId="urn:microsoft.com/office/officeart/2018/2/layout/IconLabelDescriptionList"/>
    <dgm:cxn modelId="{604B0F3A-7C17-4561-963A-B87324B075F8}" type="presParOf" srcId="{5DE3FEAC-60A0-4198-8140-5034B635AB78}" destId="{72CAE676-2951-4848-AE48-7F31E6933838}" srcOrd="3" destOrd="0" presId="urn:microsoft.com/office/officeart/2018/2/layout/IconLabelDescriptionList"/>
    <dgm:cxn modelId="{3A1FB1D5-F5D8-4484-9706-453A8C79E814}" type="presParOf" srcId="{5DE3FEAC-60A0-4198-8140-5034B635AB78}" destId="{48CBDE96-FC16-490E-B82A-3991084A29D6}" srcOrd="4" destOrd="0" presId="urn:microsoft.com/office/officeart/2018/2/layout/IconLabelDescriptionList"/>
    <dgm:cxn modelId="{98B29C23-8586-4A1C-8A54-338D3483D55D}" type="presParOf" srcId="{3C20F8CE-3947-48DD-A3CD-02ACA45603B2}" destId="{175C3824-F08E-434A-91C5-77C6495B1D68}" srcOrd="1" destOrd="0" presId="urn:microsoft.com/office/officeart/2018/2/layout/IconLabelDescriptionList"/>
    <dgm:cxn modelId="{007EFD84-9EC1-4F2A-AD9D-4F4C6C90A837}" type="presParOf" srcId="{3C20F8CE-3947-48DD-A3CD-02ACA45603B2}" destId="{B96E4D54-0F27-4A53-8B54-ED3893783A19}" srcOrd="2" destOrd="0" presId="urn:microsoft.com/office/officeart/2018/2/layout/IconLabelDescriptionList"/>
    <dgm:cxn modelId="{EEA1D7C5-E386-4322-B51B-5F2A3B488F3E}" type="presParOf" srcId="{B96E4D54-0F27-4A53-8B54-ED3893783A19}" destId="{2283BD33-5D96-4E9C-AD7E-15AACB695541}" srcOrd="0" destOrd="0" presId="urn:microsoft.com/office/officeart/2018/2/layout/IconLabelDescriptionList"/>
    <dgm:cxn modelId="{61072499-6235-49F6-B2A8-C6EB25B96FAE}" type="presParOf" srcId="{B96E4D54-0F27-4A53-8B54-ED3893783A19}" destId="{521B3632-73B2-49EE-BA04-56E6BF81DC25}" srcOrd="1" destOrd="0" presId="urn:microsoft.com/office/officeart/2018/2/layout/IconLabelDescriptionList"/>
    <dgm:cxn modelId="{65103283-A170-43B0-AED1-8CE0128E1654}" type="presParOf" srcId="{B96E4D54-0F27-4A53-8B54-ED3893783A19}" destId="{101BC4C5-1C05-45F0-8E35-9DA4624CD375}" srcOrd="2" destOrd="0" presId="urn:microsoft.com/office/officeart/2018/2/layout/IconLabelDescriptionList"/>
    <dgm:cxn modelId="{7BE152F3-A35F-4558-9101-4A4B465B929A}" type="presParOf" srcId="{B96E4D54-0F27-4A53-8B54-ED3893783A19}" destId="{6CC8A913-7B26-4741-B045-B35208041FBE}" srcOrd="3" destOrd="0" presId="urn:microsoft.com/office/officeart/2018/2/layout/IconLabelDescriptionList"/>
    <dgm:cxn modelId="{501787C4-E97F-4593-A478-3929960BA4F4}" type="presParOf" srcId="{B96E4D54-0F27-4A53-8B54-ED3893783A19}" destId="{0F238FA3-18BA-4BEA-8F74-CDEC6982EC3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2AA7B8BC-8F1F-436F-B905-ACC46962198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1A7FF3CF-EB2B-46EC-BC82-572E2FD2CF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“Base58Check” </a:t>
          </a:r>
          <a:endParaRPr lang="tr-TR"/>
        </a:p>
      </dgm:t>
    </dgm:pt>
    <dgm:pt modelId="{5745ACEE-70A5-4961-B58A-4C512CAE2056}" type="parTrans" cxnId="{DC5BF396-72E5-427B-BAFC-9D59467B9B1F}">
      <dgm:prSet/>
      <dgm:spPr/>
      <dgm:t>
        <a:bodyPr/>
        <a:lstStyle/>
        <a:p>
          <a:endParaRPr lang="tr-TR"/>
        </a:p>
      </dgm:t>
    </dgm:pt>
    <dgm:pt modelId="{2B48BD4D-0599-46C5-91CD-C99829B81FF9}" type="sibTrans" cxnId="{DC5BF396-72E5-427B-BAFC-9D59467B9B1F}">
      <dgm:prSet/>
      <dgm:spPr/>
      <dgm:t>
        <a:bodyPr/>
        <a:lstStyle/>
        <a:p>
          <a:endParaRPr lang="tr-TR"/>
        </a:p>
      </dgm:t>
    </dgm:pt>
    <dgm:pt modelId="{93D62AE6-3FA3-47F1-B75C-1FC56238C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encoded </a:t>
          </a:r>
          <a:r>
            <a:rPr lang="tr-TR"/>
            <a:t>with 58 characters</a:t>
          </a:r>
        </a:p>
      </dgm:t>
    </dgm:pt>
    <dgm:pt modelId="{8B2412E6-3AAF-445E-BE7F-8197E1320773}" type="parTrans" cxnId="{01DA3DE4-204A-419C-A4AC-93CD72397C1B}">
      <dgm:prSet/>
      <dgm:spPr/>
      <dgm:t>
        <a:bodyPr/>
        <a:lstStyle/>
        <a:p>
          <a:endParaRPr lang="tr-TR"/>
        </a:p>
      </dgm:t>
    </dgm:pt>
    <dgm:pt modelId="{F0B4BF6B-FA4A-46C7-A533-E81E116415C1}" type="sibTrans" cxnId="{01DA3DE4-204A-419C-A4AC-93CD72397C1B}">
      <dgm:prSet/>
      <dgm:spPr/>
      <dgm:t>
        <a:bodyPr/>
        <a:lstStyle/>
        <a:p>
          <a:endParaRPr lang="tr-TR"/>
        </a:p>
      </dgm:t>
    </dgm:pt>
    <dgm:pt modelId="{CAF26F8D-F7DC-4ED7-B506-8C680014AA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checksum </a:t>
          </a:r>
          <a:endParaRPr lang="tr-TR"/>
        </a:p>
      </dgm:t>
    </dgm:pt>
    <dgm:pt modelId="{586212DB-A312-4874-BDDE-7EF852FF6336}" type="parTrans" cxnId="{28B1EBCC-530F-4FEF-87B1-916E7D387C71}">
      <dgm:prSet/>
      <dgm:spPr/>
      <dgm:t>
        <a:bodyPr/>
        <a:lstStyle/>
        <a:p>
          <a:endParaRPr lang="tr-TR"/>
        </a:p>
      </dgm:t>
    </dgm:pt>
    <dgm:pt modelId="{8C400C98-DC29-4D04-82E8-A1CFEBA7212A}" type="sibTrans" cxnId="{28B1EBCC-530F-4FEF-87B1-916E7D387C71}">
      <dgm:prSet/>
      <dgm:spPr/>
      <dgm:t>
        <a:bodyPr/>
        <a:lstStyle/>
        <a:p>
          <a:endParaRPr lang="tr-TR"/>
        </a:p>
      </dgm:t>
    </dgm:pt>
    <dgm:pt modelId="{DF84CA6D-D81E-4AD0-9305-A65903DF1FE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</a:p>
      </dgm:t>
    </dgm:pt>
    <dgm:pt modelId="{35E4B4A9-EA0C-4112-AD0E-A1F4BD7FF2C7}" type="parTrans" cxnId="{462B310F-564E-4964-AFA1-73A6F5949F3C}">
      <dgm:prSet/>
      <dgm:spPr/>
      <dgm:t>
        <a:bodyPr/>
        <a:lstStyle/>
        <a:p>
          <a:endParaRPr lang="tr-TR"/>
        </a:p>
      </dgm:t>
    </dgm:pt>
    <dgm:pt modelId="{0A18FB16-016C-4F3E-8BEB-CC855A2CD062}" type="sibTrans" cxnId="{462B310F-564E-4964-AFA1-73A6F5949F3C}">
      <dgm:prSet/>
      <dgm:spPr/>
      <dgm:t>
        <a:bodyPr/>
        <a:lstStyle/>
        <a:p>
          <a:endParaRPr lang="tr-TR"/>
        </a:p>
      </dgm:t>
    </dgm:pt>
    <dgm:pt modelId="{660409B5-3CF3-4B29-AF0B-78FE2FACC0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 human readability</a:t>
          </a:r>
          <a:endParaRPr lang="tr-TR"/>
        </a:p>
      </dgm:t>
    </dgm:pt>
    <dgm:pt modelId="{E064EC2E-9FBC-497E-9071-4936EE3C2617}" type="parTrans" cxnId="{213CA8FF-3ED0-4CBD-8C97-D02CD26E810E}">
      <dgm:prSet/>
      <dgm:spPr/>
      <dgm:t>
        <a:bodyPr/>
        <a:lstStyle/>
        <a:p>
          <a:endParaRPr lang="tr-TR"/>
        </a:p>
      </dgm:t>
    </dgm:pt>
    <dgm:pt modelId="{463812DB-1588-4D17-87A4-CBC27D017E50}" type="sibTrans" cxnId="{213CA8FF-3ED0-4CBD-8C97-D02CD26E810E}">
      <dgm:prSet/>
      <dgm:spPr/>
      <dgm:t>
        <a:bodyPr/>
        <a:lstStyle/>
        <a:p>
          <a:endParaRPr lang="tr-TR"/>
        </a:p>
      </dgm:t>
    </dgm:pt>
    <dgm:pt modelId="{76ADA76E-95A4-4279-8E9A-8254A618CA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protect against</a:t>
          </a:r>
          <a:r>
            <a:rPr lang="tr-TR"/>
            <a:t> </a:t>
          </a:r>
          <a:r>
            <a:rPr lang="en-US"/>
            <a:t>errors</a:t>
          </a:r>
          <a:endParaRPr lang="tr-TR"/>
        </a:p>
      </dgm:t>
    </dgm:pt>
    <dgm:pt modelId="{C472E9E1-480E-4423-B175-720DEEC27B2A}" type="parTrans" cxnId="{77913D06-6F92-4AD9-B2A2-DE3C1263D4BF}">
      <dgm:prSet/>
      <dgm:spPr/>
      <dgm:t>
        <a:bodyPr/>
        <a:lstStyle/>
        <a:p>
          <a:endParaRPr lang="tr-TR"/>
        </a:p>
      </dgm:t>
    </dgm:pt>
    <dgm:pt modelId="{AB944E00-F8A9-4BE6-9D02-FF5E4BE53310}" type="sibTrans" cxnId="{77913D06-6F92-4AD9-B2A2-DE3C1263D4BF}">
      <dgm:prSet/>
      <dgm:spPr/>
      <dgm:t>
        <a:bodyPr/>
        <a:lstStyle/>
        <a:p>
          <a:endParaRPr lang="tr-TR"/>
        </a:p>
      </dgm:t>
    </dgm:pt>
    <dgm:pt modelId="{11B7CE78-F80F-432E-8C87-E208EC8DD1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address transcription and entry</a:t>
          </a:r>
          <a:endParaRPr lang="tr-TR"/>
        </a:p>
      </dgm:t>
    </dgm:pt>
    <dgm:pt modelId="{97E6A5AC-35C8-4402-AB5D-555B838ADD3D}" type="parTrans" cxnId="{0A324013-9799-4735-85C8-BC4FB2EEE268}">
      <dgm:prSet/>
      <dgm:spPr/>
    </dgm:pt>
    <dgm:pt modelId="{1723A460-687F-4F48-8FA7-E6DEAF50FE7A}" type="sibTrans" cxnId="{0A324013-9799-4735-85C8-BC4FB2EEE268}">
      <dgm:prSet/>
      <dgm:spPr/>
    </dgm:pt>
    <dgm:pt modelId="{887F0E76-B654-49D5-AFFC-C1C21EF25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ambiguity</a:t>
          </a:r>
          <a:endParaRPr lang="tr-TR"/>
        </a:p>
      </dgm:t>
    </dgm:pt>
    <dgm:pt modelId="{A716833A-B295-4737-8065-0E24AD5008B1}" type="parTrans" cxnId="{C0411D43-60B9-481B-81CB-4419E7B2934C}">
      <dgm:prSet/>
      <dgm:spPr/>
    </dgm:pt>
    <dgm:pt modelId="{F9937AD0-02E9-4D06-AF48-4C641773F94A}" type="sibTrans" cxnId="{C0411D43-60B9-481B-81CB-4419E7B2934C}">
      <dgm:prSet/>
      <dgm:spPr/>
    </dgm:pt>
    <dgm:pt modelId="{A58463A1-3E31-4C61-AE58-0E5038A05B01}" type="pres">
      <dgm:prSet presAssocID="{2AA7B8BC-8F1F-436F-B905-ACC469621984}" presName="root" presStyleCnt="0">
        <dgm:presLayoutVars>
          <dgm:dir/>
          <dgm:resizeHandles val="exact"/>
        </dgm:presLayoutVars>
      </dgm:prSet>
      <dgm:spPr/>
    </dgm:pt>
    <dgm:pt modelId="{2FE2797F-B35B-4012-B0DE-C7334593450B}" type="pres">
      <dgm:prSet presAssocID="{1A7FF3CF-EB2B-46EC-BC82-572E2FD2CFFA}" presName="compNode" presStyleCnt="0"/>
      <dgm:spPr/>
    </dgm:pt>
    <dgm:pt modelId="{1938FEB6-5B2E-4F27-B1DD-8DB84D71B3DD}" type="pres">
      <dgm:prSet presAssocID="{1A7FF3CF-EB2B-46EC-BC82-572E2FD2CF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ACC186E-83D0-4B38-8FFD-88FC6361D060}" type="pres">
      <dgm:prSet presAssocID="{1A7FF3CF-EB2B-46EC-BC82-572E2FD2CFFA}" presName="iconSpace" presStyleCnt="0"/>
      <dgm:spPr/>
    </dgm:pt>
    <dgm:pt modelId="{EFF067ED-D726-4D9B-84F5-1206A80AFACC}" type="pres">
      <dgm:prSet presAssocID="{1A7FF3CF-EB2B-46EC-BC82-572E2FD2CFFA}" presName="parTx" presStyleLbl="revTx" presStyleIdx="0" presStyleCnt="6">
        <dgm:presLayoutVars>
          <dgm:chMax val="0"/>
          <dgm:chPref val="0"/>
        </dgm:presLayoutVars>
      </dgm:prSet>
      <dgm:spPr/>
    </dgm:pt>
    <dgm:pt modelId="{CC72A04A-002D-4F45-9677-60017BD4695F}" type="pres">
      <dgm:prSet presAssocID="{1A7FF3CF-EB2B-46EC-BC82-572E2FD2CFFA}" presName="txSpace" presStyleCnt="0"/>
      <dgm:spPr/>
    </dgm:pt>
    <dgm:pt modelId="{66BFCBC5-2B4C-48D0-BD13-BC21215EAEE1}" type="pres">
      <dgm:prSet presAssocID="{1A7FF3CF-EB2B-46EC-BC82-572E2FD2CFFA}" presName="desTx" presStyleLbl="revTx" presStyleIdx="1" presStyleCnt="6">
        <dgm:presLayoutVars/>
      </dgm:prSet>
      <dgm:spPr/>
    </dgm:pt>
    <dgm:pt modelId="{EAB030BB-29BD-4E96-A88E-DBD4E0400A1C}" type="pres">
      <dgm:prSet presAssocID="{2B48BD4D-0599-46C5-91CD-C99829B81FF9}" presName="sibTrans" presStyleCnt="0"/>
      <dgm:spPr/>
    </dgm:pt>
    <dgm:pt modelId="{D1EF2B45-6B64-42D9-BB86-0A19AF5ACB41}" type="pres">
      <dgm:prSet presAssocID="{DF84CA6D-D81E-4AD0-9305-A65903DF1FE5}" presName="compNode" presStyleCnt="0"/>
      <dgm:spPr/>
    </dgm:pt>
    <dgm:pt modelId="{9002538A-2199-40FE-A67A-C1DA51646988}" type="pres">
      <dgm:prSet presAssocID="{DF84CA6D-D81E-4AD0-9305-A65903DF1F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810EA0-4212-424C-9AA0-8C8751AA2A1E}" type="pres">
      <dgm:prSet presAssocID="{DF84CA6D-D81E-4AD0-9305-A65903DF1FE5}" presName="iconSpace" presStyleCnt="0"/>
      <dgm:spPr/>
    </dgm:pt>
    <dgm:pt modelId="{6714EB58-4D41-47B0-98CD-1614DCD6F04C}" type="pres">
      <dgm:prSet presAssocID="{DF84CA6D-D81E-4AD0-9305-A65903DF1FE5}" presName="parTx" presStyleLbl="revTx" presStyleIdx="2" presStyleCnt="6">
        <dgm:presLayoutVars>
          <dgm:chMax val="0"/>
          <dgm:chPref val="0"/>
        </dgm:presLayoutVars>
      </dgm:prSet>
      <dgm:spPr/>
    </dgm:pt>
    <dgm:pt modelId="{6761A3AB-9620-40AA-BD06-8310C6F85308}" type="pres">
      <dgm:prSet presAssocID="{DF84CA6D-D81E-4AD0-9305-A65903DF1FE5}" presName="txSpace" presStyleCnt="0"/>
      <dgm:spPr/>
    </dgm:pt>
    <dgm:pt modelId="{AE1438B0-FC0D-4A9B-930E-D8996A0BE084}" type="pres">
      <dgm:prSet presAssocID="{DF84CA6D-D81E-4AD0-9305-A65903DF1FE5}" presName="desTx" presStyleLbl="revTx" presStyleIdx="3" presStyleCnt="6">
        <dgm:presLayoutVars/>
      </dgm:prSet>
      <dgm:spPr/>
    </dgm:pt>
    <dgm:pt modelId="{B790C543-4190-4807-AB45-B8BB42FC4DCC}" type="pres">
      <dgm:prSet presAssocID="{0A18FB16-016C-4F3E-8BEB-CC855A2CD062}" presName="sibTrans" presStyleCnt="0"/>
      <dgm:spPr/>
    </dgm:pt>
    <dgm:pt modelId="{A81376B7-6C74-4053-93DE-2210B0857DBD}" type="pres">
      <dgm:prSet presAssocID="{76ADA76E-95A4-4279-8E9A-8254A618CAAE}" presName="compNode" presStyleCnt="0"/>
      <dgm:spPr/>
    </dgm:pt>
    <dgm:pt modelId="{29B3B46E-FB9C-463D-87B1-A5372C3069BC}" type="pres">
      <dgm:prSet presAssocID="{76ADA76E-95A4-4279-8E9A-8254A618CA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B8825E9-E2CE-4E1C-912B-5FA29256048B}" type="pres">
      <dgm:prSet presAssocID="{76ADA76E-95A4-4279-8E9A-8254A618CAAE}" presName="iconSpace" presStyleCnt="0"/>
      <dgm:spPr/>
    </dgm:pt>
    <dgm:pt modelId="{2F825147-876E-41CD-86AD-163B1A380D35}" type="pres">
      <dgm:prSet presAssocID="{76ADA76E-95A4-4279-8E9A-8254A618CAAE}" presName="parTx" presStyleLbl="revTx" presStyleIdx="4" presStyleCnt="6">
        <dgm:presLayoutVars>
          <dgm:chMax val="0"/>
          <dgm:chPref val="0"/>
        </dgm:presLayoutVars>
      </dgm:prSet>
      <dgm:spPr/>
    </dgm:pt>
    <dgm:pt modelId="{C7107B00-CBAD-400A-B2B2-C261F75E28A0}" type="pres">
      <dgm:prSet presAssocID="{76ADA76E-95A4-4279-8E9A-8254A618CAAE}" presName="txSpace" presStyleCnt="0"/>
      <dgm:spPr/>
    </dgm:pt>
    <dgm:pt modelId="{9BA4242E-D0CF-492E-8877-75CE5210731A}" type="pres">
      <dgm:prSet presAssocID="{76ADA76E-95A4-4279-8E9A-8254A618CAAE}" presName="desTx" presStyleLbl="revTx" presStyleIdx="5" presStyleCnt="6">
        <dgm:presLayoutVars/>
      </dgm:prSet>
      <dgm:spPr/>
    </dgm:pt>
  </dgm:ptLst>
  <dgm:cxnLst>
    <dgm:cxn modelId="{970C5501-E2C5-4612-A9FB-F48ADB8DCF7D}" type="presOf" srcId="{1A7FF3CF-EB2B-46EC-BC82-572E2FD2CFFA}" destId="{EFF067ED-D726-4D9B-84F5-1206A80AFACC}" srcOrd="0" destOrd="0" presId="urn:microsoft.com/office/officeart/2018/2/layout/IconLabelDescriptionList"/>
    <dgm:cxn modelId="{77913D06-6F92-4AD9-B2A2-DE3C1263D4BF}" srcId="{2AA7B8BC-8F1F-436F-B905-ACC469621984}" destId="{76ADA76E-95A4-4279-8E9A-8254A618CAAE}" srcOrd="2" destOrd="0" parTransId="{C472E9E1-480E-4423-B175-720DEEC27B2A}" sibTransId="{AB944E00-F8A9-4BE6-9D02-FF5E4BE53310}"/>
    <dgm:cxn modelId="{462B310F-564E-4964-AFA1-73A6F5949F3C}" srcId="{2AA7B8BC-8F1F-436F-B905-ACC469621984}" destId="{DF84CA6D-D81E-4AD0-9305-A65903DF1FE5}" srcOrd="1" destOrd="0" parTransId="{35E4B4A9-EA0C-4112-AD0E-A1F4BD7FF2C7}" sibTransId="{0A18FB16-016C-4F3E-8BEB-CC855A2CD062}"/>
    <dgm:cxn modelId="{0A324013-9799-4735-85C8-BC4FB2EEE268}" srcId="{76ADA76E-95A4-4279-8E9A-8254A618CAAE}" destId="{11B7CE78-F80F-432E-8C87-E208EC8DD197}" srcOrd="0" destOrd="0" parTransId="{97E6A5AC-35C8-4402-AB5D-555B838ADD3D}" sibTransId="{1723A460-687F-4F48-8FA7-E6DEAF50FE7A}"/>
    <dgm:cxn modelId="{9722B733-AE71-432D-9FFD-BCBC72228DAA}" type="presOf" srcId="{CAF26F8D-F7DC-4ED7-B506-8C680014AA9B}" destId="{66BFCBC5-2B4C-48D0-BD13-BC21215EAEE1}" srcOrd="0" destOrd="1" presId="urn:microsoft.com/office/officeart/2018/2/layout/IconLabelDescriptionList"/>
    <dgm:cxn modelId="{C0411D43-60B9-481B-81CB-4419E7B2934C}" srcId="{DF84CA6D-D81E-4AD0-9305-A65903DF1FE5}" destId="{887F0E76-B654-49D5-AFFC-C1C21EF25667}" srcOrd="1" destOrd="0" parTransId="{A716833A-B295-4737-8065-0E24AD5008B1}" sibTransId="{F9937AD0-02E9-4D06-AF48-4C641773F94A}"/>
    <dgm:cxn modelId="{05F02255-A071-4909-9296-B094ED21A335}" type="presOf" srcId="{11B7CE78-F80F-432E-8C87-E208EC8DD197}" destId="{9BA4242E-D0CF-492E-8877-75CE5210731A}" srcOrd="0" destOrd="0" presId="urn:microsoft.com/office/officeart/2018/2/layout/IconLabelDescriptionList"/>
    <dgm:cxn modelId="{4E98F18F-9636-49C9-93EB-E735FBE3BE01}" type="presOf" srcId="{93D62AE6-3FA3-47F1-B75C-1FC56238CF80}" destId="{66BFCBC5-2B4C-48D0-BD13-BC21215EAEE1}" srcOrd="0" destOrd="0" presId="urn:microsoft.com/office/officeart/2018/2/layout/IconLabelDescriptionList"/>
    <dgm:cxn modelId="{DC5BF396-72E5-427B-BAFC-9D59467B9B1F}" srcId="{2AA7B8BC-8F1F-436F-B905-ACC469621984}" destId="{1A7FF3CF-EB2B-46EC-BC82-572E2FD2CFFA}" srcOrd="0" destOrd="0" parTransId="{5745ACEE-70A5-4961-B58A-4C512CAE2056}" sibTransId="{2B48BD4D-0599-46C5-91CD-C99829B81FF9}"/>
    <dgm:cxn modelId="{F720DB9A-57B9-452E-80F8-E9A28BC5D0B3}" type="presOf" srcId="{76ADA76E-95A4-4279-8E9A-8254A618CAAE}" destId="{2F825147-876E-41CD-86AD-163B1A380D35}" srcOrd="0" destOrd="0" presId="urn:microsoft.com/office/officeart/2018/2/layout/IconLabelDescriptionList"/>
    <dgm:cxn modelId="{7C9F5CAD-E62E-4E89-A1F6-431118604228}" type="presOf" srcId="{2AA7B8BC-8F1F-436F-B905-ACC469621984}" destId="{A58463A1-3E31-4C61-AE58-0E5038A05B01}" srcOrd="0" destOrd="0" presId="urn:microsoft.com/office/officeart/2018/2/layout/IconLabelDescriptionList"/>
    <dgm:cxn modelId="{28B1EBCC-530F-4FEF-87B1-916E7D387C71}" srcId="{1A7FF3CF-EB2B-46EC-BC82-572E2FD2CFFA}" destId="{CAF26F8D-F7DC-4ED7-B506-8C680014AA9B}" srcOrd="1" destOrd="0" parTransId="{586212DB-A312-4874-BDDE-7EF852FF6336}" sibTransId="{8C400C98-DC29-4D04-82E8-A1CFEBA7212A}"/>
    <dgm:cxn modelId="{37EEC8CE-C0FE-48A5-AB1B-DD325591F726}" type="presOf" srcId="{DF84CA6D-D81E-4AD0-9305-A65903DF1FE5}" destId="{6714EB58-4D41-47B0-98CD-1614DCD6F04C}" srcOrd="0" destOrd="0" presId="urn:microsoft.com/office/officeart/2018/2/layout/IconLabelDescriptionList"/>
    <dgm:cxn modelId="{01DA3DE4-204A-419C-A4AC-93CD72397C1B}" srcId="{1A7FF3CF-EB2B-46EC-BC82-572E2FD2CFFA}" destId="{93D62AE6-3FA3-47F1-B75C-1FC56238CF80}" srcOrd="0" destOrd="0" parTransId="{8B2412E6-3AAF-445E-BE7F-8197E1320773}" sibTransId="{F0B4BF6B-FA4A-46C7-A533-E81E116415C1}"/>
    <dgm:cxn modelId="{1D12DEF4-918E-4B1E-A7A2-D1E4004A0D1B}" type="presOf" srcId="{887F0E76-B654-49D5-AFFC-C1C21EF25667}" destId="{AE1438B0-FC0D-4A9B-930E-D8996A0BE084}" srcOrd="0" destOrd="1" presId="urn:microsoft.com/office/officeart/2018/2/layout/IconLabelDescriptionList"/>
    <dgm:cxn modelId="{C70851FE-1D02-48AB-B1AC-A2BAED4C1D49}" type="presOf" srcId="{660409B5-3CF3-4B29-AF0B-78FE2FACC0FD}" destId="{AE1438B0-FC0D-4A9B-930E-D8996A0BE084}" srcOrd="0" destOrd="0" presId="urn:microsoft.com/office/officeart/2018/2/layout/IconLabelDescriptionList"/>
    <dgm:cxn modelId="{213CA8FF-3ED0-4CBD-8C97-D02CD26E810E}" srcId="{DF84CA6D-D81E-4AD0-9305-A65903DF1FE5}" destId="{660409B5-3CF3-4B29-AF0B-78FE2FACC0FD}" srcOrd="0" destOrd="0" parTransId="{E064EC2E-9FBC-497E-9071-4936EE3C2617}" sibTransId="{463812DB-1588-4D17-87A4-CBC27D017E50}"/>
    <dgm:cxn modelId="{F0AB523B-61C0-4B9E-8C96-605E0EAA8E17}" type="presParOf" srcId="{A58463A1-3E31-4C61-AE58-0E5038A05B01}" destId="{2FE2797F-B35B-4012-B0DE-C7334593450B}" srcOrd="0" destOrd="0" presId="urn:microsoft.com/office/officeart/2018/2/layout/IconLabelDescriptionList"/>
    <dgm:cxn modelId="{C270E628-32B5-49A8-8E6E-AAF29B1EBE31}" type="presParOf" srcId="{2FE2797F-B35B-4012-B0DE-C7334593450B}" destId="{1938FEB6-5B2E-4F27-B1DD-8DB84D71B3DD}" srcOrd="0" destOrd="0" presId="urn:microsoft.com/office/officeart/2018/2/layout/IconLabelDescriptionList"/>
    <dgm:cxn modelId="{54AB55CE-10DB-4F69-9B8A-0B99B9FC1114}" type="presParOf" srcId="{2FE2797F-B35B-4012-B0DE-C7334593450B}" destId="{FACC186E-83D0-4B38-8FFD-88FC6361D060}" srcOrd="1" destOrd="0" presId="urn:microsoft.com/office/officeart/2018/2/layout/IconLabelDescriptionList"/>
    <dgm:cxn modelId="{86E99971-354A-42A7-AD59-56F7303190AA}" type="presParOf" srcId="{2FE2797F-B35B-4012-B0DE-C7334593450B}" destId="{EFF067ED-D726-4D9B-84F5-1206A80AFACC}" srcOrd="2" destOrd="0" presId="urn:microsoft.com/office/officeart/2018/2/layout/IconLabelDescriptionList"/>
    <dgm:cxn modelId="{2244901F-C518-4A64-814B-B3F0EB682AC2}" type="presParOf" srcId="{2FE2797F-B35B-4012-B0DE-C7334593450B}" destId="{CC72A04A-002D-4F45-9677-60017BD4695F}" srcOrd="3" destOrd="0" presId="urn:microsoft.com/office/officeart/2018/2/layout/IconLabelDescriptionList"/>
    <dgm:cxn modelId="{1C896CF3-0D68-4AE7-9E25-B413381702A8}" type="presParOf" srcId="{2FE2797F-B35B-4012-B0DE-C7334593450B}" destId="{66BFCBC5-2B4C-48D0-BD13-BC21215EAEE1}" srcOrd="4" destOrd="0" presId="urn:microsoft.com/office/officeart/2018/2/layout/IconLabelDescriptionList"/>
    <dgm:cxn modelId="{4ED4B1EC-806C-4627-A7C8-82D4E18960A4}" type="presParOf" srcId="{A58463A1-3E31-4C61-AE58-0E5038A05B01}" destId="{EAB030BB-29BD-4E96-A88E-DBD4E0400A1C}" srcOrd="1" destOrd="0" presId="urn:microsoft.com/office/officeart/2018/2/layout/IconLabelDescriptionList"/>
    <dgm:cxn modelId="{24A209AE-B717-4968-96C0-4BFA403AEF43}" type="presParOf" srcId="{A58463A1-3E31-4C61-AE58-0E5038A05B01}" destId="{D1EF2B45-6B64-42D9-BB86-0A19AF5ACB41}" srcOrd="2" destOrd="0" presId="urn:microsoft.com/office/officeart/2018/2/layout/IconLabelDescriptionList"/>
    <dgm:cxn modelId="{03081115-9F2E-498B-A757-AC44662FCB89}" type="presParOf" srcId="{D1EF2B45-6B64-42D9-BB86-0A19AF5ACB41}" destId="{9002538A-2199-40FE-A67A-C1DA51646988}" srcOrd="0" destOrd="0" presId="urn:microsoft.com/office/officeart/2018/2/layout/IconLabelDescriptionList"/>
    <dgm:cxn modelId="{E0883287-7982-4312-8EBF-DD5282F1B483}" type="presParOf" srcId="{D1EF2B45-6B64-42D9-BB86-0A19AF5ACB41}" destId="{23810EA0-4212-424C-9AA0-8C8751AA2A1E}" srcOrd="1" destOrd="0" presId="urn:microsoft.com/office/officeart/2018/2/layout/IconLabelDescriptionList"/>
    <dgm:cxn modelId="{FDF4B3A4-4E33-4028-8735-F800C6B77797}" type="presParOf" srcId="{D1EF2B45-6B64-42D9-BB86-0A19AF5ACB41}" destId="{6714EB58-4D41-47B0-98CD-1614DCD6F04C}" srcOrd="2" destOrd="0" presId="urn:microsoft.com/office/officeart/2018/2/layout/IconLabelDescriptionList"/>
    <dgm:cxn modelId="{3418404B-9389-48E9-AF8E-E3846A7C490D}" type="presParOf" srcId="{D1EF2B45-6B64-42D9-BB86-0A19AF5ACB41}" destId="{6761A3AB-9620-40AA-BD06-8310C6F85308}" srcOrd="3" destOrd="0" presId="urn:microsoft.com/office/officeart/2018/2/layout/IconLabelDescriptionList"/>
    <dgm:cxn modelId="{822CD7DB-E3B2-45CA-9824-DA804BD56B7A}" type="presParOf" srcId="{D1EF2B45-6B64-42D9-BB86-0A19AF5ACB41}" destId="{AE1438B0-FC0D-4A9B-930E-D8996A0BE084}" srcOrd="4" destOrd="0" presId="urn:microsoft.com/office/officeart/2018/2/layout/IconLabelDescriptionList"/>
    <dgm:cxn modelId="{7F91C8F6-B85F-43AB-BC1B-2FBDCFD0615C}" type="presParOf" srcId="{A58463A1-3E31-4C61-AE58-0E5038A05B01}" destId="{B790C543-4190-4807-AB45-B8BB42FC4DCC}" srcOrd="3" destOrd="0" presId="urn:microsoft.com/office/officeart/2018/2/layout/IconLabelDescriptionList"/>
    <dgm:cxn modelId="{4C6463A1-EBAE-4E8C-9D9B-1C50C3A818D9}" type="presParOf" srcId="{A58463A1-3E31-4C61-AE58-0E5038A05B01}" destId="{A81376B7-6C74-4053-93DE-2210B0857DBD}" srcOrd="4" destOrd="0" presId="urn:microsoft.com/office/officeart/2018/2/layout/IconLabelDescriptionList"/>
    <dgm:cxn modelId="{AA56BE9E-83BB-430E-89E3-E3F1AF34541F}" type="presParOf" srcId="{A81376B7-6C74-4053-93DE-2210B0857DBD}" destId="{29B3B46E-FB9C-463D-87B1-A5372C3069BC}" srcOrd="0" destOrd="0" presId="urn:microsoft.com/office/officeart/2018/2/layout/IconLabelDescriptionList"/>
    <dgm:cxn modelId="{75A45D05-B6DB-4BC1-A566-27243325C794}" type="presParOf" srcId="{A81376B7-6C74-4053-93DE-2210B0857DBD}" destId="{2B8825E9-E2CE-4E1C-912B-5FA29256048B}" srcOrd="1" destOrd="0" presId="urn:microsoft.com/office/officeart/2018/2/layout/IconLabelDescriptionList"/>
    <dgm:cxn modelId="{48EC5373-146D-4178-8F5F-468C4B8A8150}" type="presParOf" srcId="{A81376B7-6C74-4053-93DE-2210B0857DBD}" destId="{2F825147-876E-41CD-86AD-163B1A380D35}" srcOrd="2" destOrd="0" presId="urn:microsoft.com/office/officeart/2018/2/layout/IconLabelDescriptionList"/>
    <dgm:cxn modelId="{2581CD1A-A047-48A8-B1D2-4B0523771941}" type="presParOf" srcId="{A81376B7-6C74-4053-93DE-2210B0857DBD}" destId="{C7107B00-CBAD-400A-B2B2-C261F75E28A0}" srcOrd="3" destOrd="0" presId="urn:microsoft.com/office/officeart/2018/2/layout/IconLabelDescriptionList"/>
    <dgm:cxn modelId="{5C98E14B-7530-40BD-88B8-5C2B44F65AD9}" type="presParOf" srcId="{A81376B7-6C74-4053-93DE-2210B0857DBD}" destId="{9BA4242E-D0CF-492E-8877-75CE5210731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830F05-89A6-4B64-B2FC-23F6FE159D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Decimal system</a:t>
          </a:r>
          <a:endParaRPr lang="en-US"/>
        </a:p>
      </dgm:t>
    </dgm:pt>
    <dgm:pt modelId="{A50F71FA-2937-46BB-A101-2F9B7C3D54AC}" type="parTrans" cxnId="{1153512D-18C0-4542-AF73-8590F6DE4A4F}">
      <dgm:prSet/>
      <dgm:spPr/>
      <dgm:t>
        <a:bodyPr/>
        <a:lstStyle/>
        <a:p>
          <a:endParaRPr lang="en-US" sz="2400"/>
        </a:p>
      </dgm:t>
    </dgm:pt>
    <dgm:pt modelId="{887BDE4A-907F-483E-9C1B-1721DBF3B4A9}" type="sibTrans" cxnId="{1153512D-18C0-4542-AF73-8590F6DE4A4F}">
      <dgm:prSet/>
      <dgm:spPr/>
      <dgm:t>
        <a:bodyPr/>
        <a:lstStyle/>
        <a:p>
          <a:endParaRPr lang="en-US"/>
        </a:p>
      </dgm:t>
    </dgm:pt>
    <dgm:pt modelId="{76F6AC86-1D5A-4767-A906-19E4C9BAF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the 10</a:t>
          </a:r>
          <a:r>
            <a:rPr lang="tr-TR"/>
            <a:t> </a:t>
          </a:r>
          <a:r>
            <a:rPr lang="en-US"/>
            <a:t>numerals </a:t>
          </a:r>
        </a:p>
      </dgm:t>
    </dgm:pt>
    <dgm:pt modelId="{165D0DCB-04A9-4E4B-AC97-17635288C4DF}" type="parTrans" cxnId="{D3876079-4521-453C-8570-6DB55363A09F}">
      <dgm:prSet/>
      <dgm:spPr/>
      <dgm:t>
        <a:bodyPr/>
        <a:lstStyle/>
        <a:p>
          <a:endParaRPr lang="en-US" sz="2400"/>
        </a:p>
      </dgm:t>
    </dgm:pt>
    <dgm:pt modelId="{8444BE0D-B91D-49BE-ADA1-E5517BB5550A}" type="sibTrans" cxnId="{D3876079-4521-453C-8570-6DB55363A09F}">
      <dgm:prSet/>
      <dgm:spPr/>
      <dgm:t>
        <a:bodyPr/>
        <a:lstStyle/>
        <a:p>
          <a:endParaRPr lang="en-US"/>
        </a:p>
      </dgm:t>
    </dgm:pt>
    <dgm:pt modelId="{AD70AEA1-2840-4F51-9200-CE757DF66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0 through 9</a:t>
          </a:r>
        </a:p>
      </dgm:t>
    </dgm:pt>
    <dgm:pt modelId="{D7C90DA2-CF2F-4673-B52E-E7415584A95E}" type="parTrans" cxnId="{4238444B-240A-45AD-9719-D30E17442EE0}">
      <dgm:prSet/>
      <dgm:spPr/>
      <dgm:t>
        <a:bodyPr/>
        <a:lstStyle/>
        <a:p>
          <a:endParaRPr lang="en-US" sz="2400"/>
        </a:p>
      </dgm:t>
    </dgm:pt>
    <dgm:pt modelId="{6BFFDAE4-5985-42BB-9A63-9154D5F3580B}" type="sibTrans" cxnId="{4238444B-240A-45AD-9719-D30E17442EE0}">
      <dgm:prSet/>
      <dgm:spPr/>
      <dgm:t>
        <a:bodyPr/>
        <a:lstStyle/>
        <a:p>
          <a:endParaRPr lang="en-US"/>
        </a:p>
      </dgm:t>
    </dgm:pt>
    <dgm:pt modelId="{D3A37BB3-BB7D-4A15-8C73-44D633DDD1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</a:t>
          </a:r>
          <a:r>
            <a:rPr lang="en-US" dirty="0" err="1"/>
            <a:t>exadecimal</a:t>
          </a:r>
          <a:r>
            <a:rPr lang="en-US" dirty="0"/>
            <a:t> system </a:t>
          </a:r>
        </a:p>
      </dgm:t>
    </dgm:pt>
    <dgm:pt modelId="{80046612-DA43-4623-B55C-B6C7375CAF94}" type="parTrans" cxnId="{2377698E-4DD6-43F6-9394-07E7768EB3AA}">
      <dgm:prSet/>
      <dgm:spPr/>
      <dgm:t>
        <a:bodyPr/>
        <a:lstStyle/>
        <a:p>
          <a:endParaRPr lang="en-US" sz="2400"/>
        </a:p>
      </dgm:t>
    </dgm:pt>
    <dgm:pt modelId="{EE4D253C-36FA-4DC0-AD80-029A5106063C}" type="sibTrans" cxnId="{2377698E-4DD6-43F6-9394-07E7768EB3AA}">
      <dgm:prSet/>
      <dgm:spPr/>
      <dgm:t>
        <a:bodyPr/>
        <a:lstStyle/>
        <a:p>
          <a:endParaRPr lang="en-US"/>
        </a:p>
      </dgm:t>
    </dgm:pt>
    <dgm:pt modelId="{9E83578F-B88F-4F57-89BB-87A16FB51A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16</a:t>
          </a:r>
          <a:r>
            <a:rPr lang="tr-TR"/>
            <a:t>:</a:t>
          </a:r>
          <a:r>
            <a:rPr lang="en-US"/>
            <a:t> </a:t>
          </a:r>
          <a:r>
            <a:rPr lang="tr-TR"/>
            <a:t>10 numerals</a:t>
          </a:r>
          <a:endParaRPr lang="en-US"/>
        </a:p>
      </dgm:t>
    </dgm:pt>
    <dgm:pt modelId="{C95022A2-B09D-4964-8F11-15B4A65FFD8B}" type="parTrans" cxnId="{DA5216CE-2948-4BC9-B3DB-7B0F9155AA41}">
      <dgm:prSet/>
      <dgm:spPr/>
      <dgm:t>
        <a:bodyPr/>
        <a:lstStyle/>
        <a:p>
          <a:endParaRPr lang="en-US" sz="2400"/>
        </a:p>
      </dgm:t>
    </dgm:pt>
    <dgm:pt modelId="{818784E4-C5C1-413F-9F5E-48ABE8621292}" type="sibTrans" cxnId="{DA5216CE-2948-4BC9-B3DB-7B0F9155AA41}">
      <dgm:prSet/>
      <dgm:spPr/>
      <dgm:t>
        <a:bodyPr/>
        <a:lstStyle/>
        <a:p>
          <a:endParaRPr lang="en-US"/>
        </a:p>
      </dgm:t>
    </dgm:pt>
    <dgm:pt modelId="{FD2EA17A-4026-46EE-9A13-EF7C28E0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the letters A through F. </a:t>
          </a:r>
        </a:p>
      </dgm:t>
    </dgm:pt>
    <dgm:pt modelId="{DE478078-FE1C-4D70-9529-FB0B88743436}" type="parTrans" cxnId="{AFE8CD72-30F9-4E7F-ABB8-8067598E06A3}">
      <dgm:prSet/>
      <dgm:spPr/>
      <dgm:t>
        <a:bodyPr/>
        <a:lstStyle/>
        <a:p>
          <a:endParaRPr lang="en-US" sz="2400"/>
        </a:p>
      </dgm:t>
    </dgm:pt>
    <dgm:pt modelId="{C57E399B-6D6C-4440-9FF6-B6D9B4D7BF8D}" type="sibTrans" cxnId="{AFE8CD72-30F9-4E7F-ABB8-8067598E06A3}">
      <dgm:prSet/>
      <dgm:spPr/>
      <dgm:t>
        <a:bodyPr/>
        <a:lstStyle/>
        <a:p>
          <a:endParaRPr lang="en-US"/>
        </a:p>
      </dgm:t>
    </dgm:pt>
    <dgm:pt modelId="{02444FD4-ED52-4A4D-B506-F250126F8630}" type="pres">
      <dgm:prSet presAssocID="{CF4D169A-0C7F-4203-8C1E-43BC5B437247}" presName="root" presStyleCnt="0">
        <dgm:presLayoutVars>
          <dgm:dir/>
          <dgm:resizeHandles val="exact"/>
        </dgm:presLayoutVars>
      </dgm:prSet>
      <dgm:spPr/>
    </dgm:pt>
    <dgm:pt modelId="{8351A0D9-9C3C-4C16-9407-4D2DDD0866D7}" type="pres">
      <dgm:prSet presAssocID="{3F830F05-89A6-4B64-B2FC-23F6FE159DAF}" presName="compNode" presStyleCnt="0"/>
      <dgm:spPr/>
    </dgm:pt>
    <dgm:pt modelId="{0CFB7F4E-1965-426C-A555-37E591B4428C}" type="pres">
      <dgm:prSet presAssocID="{3F830F05-89A6-4B64-B2FC-23F6FE159D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mals"/>
        </a:ext>
      </dgm:extLst>
    </dgm:pt>
    <dgm:pt modelId="{9AEBD15F-A0D1-4682-8537-C7E2B7059E8F}" type="pres">
      <dgm:prSet presAssocID="{3F830F05-89A6-4B64-B2FC-23F6FE159DAF}" presName="iconSpace" presStyleCnt="0"/>
      <dgm:spPr/>
    </dgm:pt>
    <dgm:pt modelId="{CF4F69B9-67D4-4414-81CD-A0766F692082}" type="pres">
      <dgm:prSet presAssocID="{3F830F05-89A6-4B64-B2FC-23F6FE159DAF}" presName="parTx" presStyleLbl="revTx" presStyleIdx="0" presStyleCnt="4">
        <dgm:presLayoutVars>
          <dgm:chMax val="0"/>
          <dgm:chPref val="0"/>
        </dgm:presLayoutVars>
      </dgm:prSet>
      <dgm:spPr/>
    </dgm:pt>
    <dgm:pt modelId="{516A14F7-8BCD-4B89-8EA6-B89D43F1E04E}" type="pres">
      <dgm:prSet presAssocID="{3F830F05-89A6-4B64-B2FC-23F6FE159DAF}" presName="txSpace" presStyleCnt="0"/>
      <dgm:spPr/>
    </dgm:pt>
    <dgm:pt modelId="{24EFCAB9-38B9-4E76-BFE2-A49983D0AA2A}" type="pres">
      <dgm:prSet presAssocID="{3F830F05-89A6-4B64-B2FC-23F6FE159DAF}" presName="desTx" presStyleLbl="revTx" presStyleIdx="1" presStyleCnt="4">
        <dgm:presLayoutVars/>
      </dgm:prSet>
      <dgm:spPr/>
    </dgm:pt>
    <dgm:pt modelId="{7EEF66A7-F5BB-4D9F-973B-4F5820EEA4E6}" type="pres">
      <dgm:prSet presAssocID="{887BDE4A-907F-483E-9C1B-1721DBF3B4A9}" presName="sibTrans" presStyleCnt="0"/>
      <dgm:spPr/>
    </dgm:pt>
    <dgm:pt modelId="{0F8F3C71-3EC0-44F8-828E-93553C31C777}" type="pres">
      <dgm:prSet presAssocID="{D3A37BB3-BB7D-4A15-8C73-44D633DDD1B3}" presName="compNode" presStyleCnt="0"/>
      <dgm:spPr/>
    </dgm:pt>
    <dgm:pt modelId="{E1603116-BB61-4AFA-AE35-584594689490}" type="pres">
      <dgm:prSet presAssocID="{D3A37BB3-BB7D-4A15-8C73-44D633DDD1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parator"/>
        </a:ext>
      </dgm:extLst>
    </dgm:pt>
    <dgm:pt modelId="{B7A8D5E9-3760-41FA-A91D-7BDA10D93B29}" type="pres">
      <dgm:prSet presAssocID="{D3A37BB3-BB7D-4A15-8C73-44D633DDD1B3}" presName="iconSpace" presStyleCnt="0"/>
      <dgm:spPr/>
    </dgm:pt>
    <dgm:pt modelId="{E94E2095-CB4F-4EDD-8C16-616592DF07FA}" type="pres">
      <dgm:prSet presAssocID="{D3A37BB3-BB7D-4A15-8C73-44D633DDD1B3}" presName="parTx" presStyleLbl="revTx" presStyleIdx="2" presStyleCnt="4">
        <dgm:presLayoutVars>
          <dgm:chMax val="0"/>
          <dgm:chPref val="0"/>
        </dgm:presLayoutVars>
      </dgm:prSet>
      <dgm:spPr/>
    </dgm:pt>
    <dgm:pt modelId="{CA5AE24D-6591-40F1-88A4-DC8871F75C60}" type="pres">
      <dgm:prSet presAssocID="{D3A37BB3-BB7D-4A15-8C73-44D633DDD1B3}" presName="txSpace" presStyleCnt="0"/>
      <dgm:spPr/>
    </dgm:pt>
    <dgm:pt modelId="{88882D1A-6EA2-479F-9336-202447B56F51}" type="pres">
      <dgm:prSet presAssocID="{D3A37BB3-BB7D-4A15-8C73-44D633DDD1B3}" presName="desTx" presStyleLbl="revTx" presStyleIdx="3" presStyleCnt="4">
        <dgm:presLayoutVars/>
      </dgm:prSet>
      <dgm:spPr/>
    </dgm:pt>
  </dgm:ptLst>
  <dgm:cxnLst>
    <dgm:cxn modelId="{1153512D-18C0-4542-AF73-8590F6DE4A4F}" srcId="{CF4D169A-0C7F-4203-8C1E-43BC5B437247}" destId="{3F830F05-89A6-4B64-B2FC-23F6FE159DAF}" srcOrd="0" destOrd="0" parTransId="{A50F71FA-2937-46BB-A101-2F9B7C3D54AC}" sibTransId="{887BDE4A-907F-483E-9C1B-1721DBF3B4A9}"/>
    <dgm:cxn modelId="{D0F5472E-028C-4AC6-97D0-C254234E7C33}" type="presOf" srcId="{9E83578F-B88F-4F57-89BB-87A16FB51A3A}" destId="{88882D1A-6EA2-479F-9336-202447B56F51}" srcOrd="0" destOrd="0" presId="urn:microsoft.com/office/officeart/2018/2/layout/IconLabelDescriptionList"/>
    <dgm:cxn modelId="{4238444B-240A-45AD-9719-D30E17442EE0}" srcId="{3F830F05-89A6-4B64-B2FC-23F6FE159DAF}" destId="{AD70AEA1-2840-4F51-9200-CE757DF66BDA}" srcOrd="1" destOrd="0" parTransId="{D7C90DA2-CF2F-4673-B52E-E7415584A95E}" sibTransId="{6BFFDAE4-5985-42BB-9A63-9154D5F3580B}"/>
    <dgm:cxn modelId="{AFE8CD72-30F9-4E7F-ABB8-8067598E06A3}" srcId="{D3A37BB3-BB7D-4A15-8C73-44D633DDD1B3}" destId="{FD2EA17A-4026-46EE-9A13-EF7C28E0EC0D}" srcOrd="1" destOrd="0" parTransId="{DE478078-FE1C-4D70-9529-FB0B88743436}" sibTransId="{C57E399B-6D6C-4440-9FF6-B6D9B4D7BF8D}"/>
    <dgm:cxn modelId="{8731F252-5CBF-4A27-9BA5-C85002C290CD}" type="presOf" srcId="{D3A37BB3-BB7D-4A15-8C73-44D633DDD1B3}" destId="{E94E2095-CB4F-4EDD-8C16-616592DF07FA}" srcOrd="0" destOrd="0" presId="urn:microsoft.com/office/officeart/2018/2/layout/IconLabelDescriptionList"/>
    <dgm:cxn modelId="{122FC477-BFC4-4176-BDA8-774ECCB85214}" type="presOf" srcId="{76F6AC86-1D5A-4767-A906-19E4C9BAF078}" destId="{24EFCAB9-38B9-4E76-BFE2-A49983D0AA2A}" srcOrd="0" destOrd="0" presId="urn:microsoft.com/office/officeart/2018/2/layout/IconLabelDescriptionList"/>
    <dgm:cxn modelId="{D3876079-4521-453C-8570-6DB55363A09F}" srcId="{3F830F05-89A6-4B64-B2FC-23F6FE159DAF}" destId="{76F6AC86-1D5A-4767-A906-19E4C9BAF078}" srcOrd="0" destOrd="0" parTransId="{165D0DCB-04A9-4E4B-AC97-17635288C4DF}" sibTransId="{8444BE0D-B91D-49BE-ADA1-E5517BB5550A}"/>
    <dgm:cxn modelId="{2377698E-4DD6-43F6-9394-07E7768EB3AA}" srcId="{CF4D169A-0C7F-4203-8C1E-43BC5B437247}" destId="{D3A37BB3-BB7D-4A15-8C73-44D633DDD1B3}" srcOrd="1" destOrd="0" parTransId="{80046612-DA43-4623-B55C-B6C7375CAF94}" sibTransId="{EE4D253C-36FA-4DC0-AD80-029A5106063C}"/>
    <dgm:cxn modelId="{331EB0CD-3649-45FA-B8EC-51C15DA29857}" type="presOf" srcId="{FD2EA17A-4026-46EE-9A13-EF7C28E0EC0D}" destId="{88882D1A-6EA2-479F-9336-202447B56F51}" srcOrd="0" destOrd="1" presId="urn:microsoft.com/office/officeart/2018/2/layout/IconLabelDescriptionList"/>
    <dgm:cxn modelId="{DA5216CE-2948-4BC9-B3DB-7B0F9155AA41}" srcId="{D3A37BB3-BB7D-4A15-8C73-44D633DDD1B3}" destId="{9E83578F-B88F-4F57-89BB-87A16FB51A3A}" srcOrd="0" destOrd="0" parTransId="{C95022A2-B09D-4964-8F11-15B4A65FFD8B}" sibTransId="{818784E4-C5C1-413F-9F5E-48ABE8621292}"/>
    <dgm:cxn modelId="{7D5C0ED1-A1AB-4028-9C81-1A62F3D6BA5A}" type="presOf" srcId="{3F830F05-89A6-4B64-B2FC-23F6FE159DAF}" destId="{CF4F69B9-67D4-4414-81CD-A0766F692082}" srcOrd="0" destOrd="0" presId="urn:microsoft.com/office/officeart/2018/2/layout/IconLabelDescriptionList"/>
    <dgm:cxn modelId="{780C4DE9-999E-47FB-8408-014BB1F85C22}" type="presOf" srcId="{CF4D169A-0C7F-4203-8C1E-43BC5B437247}" destId="{02444FD4-ED52-4A4D-B506-F250126F8630}" srcOrd="0" destOrd="0" presId="urn:microsoft.com/office/officeart/2018/2/layout/IconLabelDescriptionList"/>
    <dgm:cxn modelId="{79FA3CFF-8E31-4081-8400-9C9E982B3DCC}" type="presOf" srcId="{AD70AEA1-2840-4F51-9200-CE757DF66BDA}" destId="{24EFCAB9-38B9-4E76-BFE2-A49983D0AA2A}" srcOrd="0" destOrd="1" presId="urn:microsoft.com/office/officeart/2018/2/layout/IconLabelDescriptionList"/>
    <dgm:cxn modelId="{21C6E457-D8C8-4338-8B6A-959488ED9F9B}" type="presParOf" srcId="{02444FD4-ED52-4A4D-B506-F250126F8630}" destId="{8351A0D9-9C3C-4C16-9407-4D2DDD0866D7}" srcOrd="0" destOrd="0" presId="urn:microsoft.com/office/officeart/2018/2/layout/IconLabelDescriptionList"/>
    <dgm:cxn modelId="{48B3252F-B2AD-48CD-A830-F342C9DACCCA}" type="presParOf" srcId="{8351A0D9-9C3C-4C16-9407-4D2DDD0866D7}" destId="{0CFB7F4E-1965-426C-A555-37E591B4428C}" srcOrd="0" destOrd="0" presId="urn:microsoft.com/office/officeart/2018/2/layout/IconLabelDescriptionList"/>
    <dgm:cxn modelId="{D440D26C-0E3D-467B-BE9F-B309D3E39190}" type="presParOf" srcId="{8351A0D9-9C3C-4C16-9407-4D2DDD0866D7}" destId="{9AEBD15F-A0D1-4682-8537-C7E2B7059E8F}" srcOrd="1" destOrd="0" presId="urn:microsoft.com/office/officeart/2018/2/layout/IconLabelDescriptionList"/>
    <dgm:cxn modelId="{AFAF9906-ABA9-4B79-A1C4-862DCC64FF9C}" type="presParOf" srcId="{8351A0D9-9C3C-4C16-9407-4D2DDD0866D7}" destId="{CF4F69B9-67D4-4414-81CD-A0766F692082}" srcOrd="2" destOrd="0" presId="urn:microsoft.com/office/officeart/2018/2/layout/IconLabelDescriptionList"/>
    <dgm:cxn modelId="{6146707F-2A75-4231-8239-7B10F99486E6}" type="presParOf" srcId="{8351A0D9-9C3C-4C16-9407-4D2DDD0866D7}" destId="{516A14F7-8BCD-4B89-8EA6-B89D43F1E04E}" srcOrd="3" destOrd="0" presId="urn:microsoft.com/office/officeart/2018/2/layout/IconLabelDescriptionList"/>
    <dgm:cxn modelId="{911B9812-26BD-47BE-9948-A52E74F7E530}" type="presParOf" srcId="{8351A0D9-9C3C-4C16-9407-4D2DDD0866D7}" destId="{24EFCAB9-38B9-4E76-BFE2-A49983D0AA2A}" srcOrd="4" destOrd="0" presId="urn:microsoft.com/office/officeart/2018/2/layout/IconLabelDescriptionList"/>
    <dgm:cxn modelId="{DDAF8AC4-0989-4058-823F-C9FE10B81BEF}" type="presParOf" srcId="{02444FD4-ED52-4A4D-B506-F250126F8630}" destId="{7EEF66A7-F5BB-4D9F-973B-4F5820EEA4E6}" srcOrd="1" destOrd="0" presId="urn:microsoft.com/office/officeart/2018/2/layout/IconLabelDescriptionList"/>
    <dgm:cxn modelId="{38762A25-79BE-42E0-ADE4-CBE7920F595B}" type="presParOf" srcId="{02444FD4-ED52-4A4D-B506-F250126F8630}" destId="{0F8F3C71-3EC0-44F8-828E-93553C31C777}" srcOrd="2" destOrd="0" presId="urn:microsoft.com/office/officeart/2018/2/layout/IconLabelDescriptionList"/>
    <dgm:cxn modelId="{923A7DE9-DECC-4676-9273-8EA124251010}" type="presParOf" srcId="{0F8F3C71-3EC0-44F8-828E-93553C31C777}" destId="{E1603116-BB61-4AFA-AE35-584594689490}" srcOrd="0" destOrd="0" presId="urn:microsoft.com/office/officeart/2018/2/layout/IconLabelDescriptionList"/>
    <dgm:cxn modelId="{F27F5F76-129E-4BF7-9401-E0CF1FC37BE6}" type="presParOf" srcId="{0F8F3C71-3EC0-44F8-828E-93553C31C777}" destId="{B7A8D5E9-3760-41FA-A91D-7BDA10D93B29}" srcOrd="1" destOrd="0" presId="urn:microsoft.com/office/officeart/2018/2/layout/IconLabelDescriptionList"/>
    <dgm:cxn modelId="{77AAC86A-59C5-47F1-8CDB-56EA8C8F3976}" type="presParOf" srcId="{0F8F3C71-3EC0-44F8-828E-93553C31C777}" destId="{E94E2095-CB4F-4EDD-8C16-616592DF07FA}" srcOrd="2" destOrd="0" presId="urn:microsoft.com/office/officeart/2018/2/layout/IconLabelDescriptionList"/>
    <dgm:cxn modelId="{31067750-5295-468C-9019-CF7346212A95}" type="presParOf" srcId="{0F8F3C71-3EC0-44F8-828E-93553C31C777}" destId="{CA5AE24D-6591-40F1-88A4-DC8871F75C60}" srcOrd="3" destOrd="0" presId="urn:microsoft.com/office/officeart/2018/2/layout/IconLabelDescriptionList"/>
    <dgm:cxn modelId="{D444BA0B-45AB-4C66-870D-EBB9F738C58D}" type="presParOf" srcId="{0F8F3C71-3EC0-44F8-828E-93553C31C777}" destId="{88882D1A-6EA2-479F-9336-202447B56F5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B33D198-7B12-4C4B-91DF-70D3878DFE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Hexadecimal</a:t>
          </a:r>
          <a:r>
            <a:rPr lang="tr-TR"/>
            <a:t> shorter</a:t>
          </a:r>
          <a:endParaRPr lang="en-US"/>
        </a:p>
      </dgm:t>
    </dgm:pt>
    <dgm:pt modelId="{A0DC6FBE-0F6B-4202-B2ED-B661F26A1D63}" type="parTrans" cxnId="{E9948FC9-83F7-4204-A177-3479077BFEA6}">
      <dgm:prSet/>
      <dgm:spPr/>
      <dgm:t>
        <a:bodyPr/>
        <a:lstStyle/>
        <a:p>
          <a:endParaRPr lang="en-US" sz="2400"/>
        </a:p>
      </dgm:t>
    </dgm:pt>
    <dgm:pt modelId="{D28F8EA2-1FAF-4927-B7FC-429048CEA9FF}" type="sibTrans" cxnId="{E9948FC9-83F7-4204-A177-3479077BFEA6}">
      <dgm:prSet/>
      <dgm:spPr/>
      <dgm:t>
        <a:bodyPr/>
        <a:lstStyle/>
        <a:p>
          <a:endParaRPr lang="en-US"/>
        </a:p>
      </dgm:t>
    </dgm:pt>
    <dgm:pt modelId="{0AB8D9A6-FB8C-403A-87DE-F1C0D05E62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number in hexadecimal is shorter</a:t>
          </a:r>
        </a:p>
      </dgm:t>
    </dgm:pt>
    <dgm:pt modelId="{C24934E5-2650-41DC-8965-3198F8185F13}" type="parTrans" cxnId="{6031305E-D0EE-4743-A6F6-91EEF05C4C99}">
      <dgm:prSet/>
      <dgm:spPr/>
      <dgm:t>
        <a:bodyPr/>
        <a:lstStyle/>
        <a:p>
          <a:endParaRPr lang="en-US" sz="2400"/>
        </a:p>
      </dgm:t>
    </dgm:pt>
    <dgm:pt modelId="{BADA7D5D-2CD9-481F-8C8A-BF71F94BCDEA}" type="sibTrans" cxnId="{6031305E-D0EE-4743-A6F6-91EEF05C4C99}">
      <dgm:prSet/>
      <dgm:spPr/>
      <dgm:t>
        <a:bodyPr/>
        <a:lstStyle/>
        <a:p>
          <a:endParaRPr lang="en-US"/>
        </a:p>
      </dgm:t>
    </dgm:pt>
    <dgm:pt modelId="{4235D4BD-2CF7-41E0-A1FC-4BA5FE729F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than decimal representation. </a:t>
          </a:r>
        </a:p>
      </dgm:t>
    </dgm:pt>
    <dgm:pt modelId="{6F49D28A-AB4E-48F8-AFEF-D0DD9A7F2C13}" type="parTrans" cxnId="{33CCB86A-9198-447E-91FA-032E66B3453A}">
      <dgm:prSet/>
      <dgm:spPr/>
      <dgm:t>
        <a:bodyPr/>
        <a:lstStyle/>
        <a:p>
          <a:endParaRPr lang="en-US" sz="2400"/>
        </a:p>
      </dgm:t>
    </dgm:pt>
    <dgm:pt modelId="{94F8A22C-F89A-4AD9-BB36-693072F3EB3D}" type="sibTrans" cxnId="{33CCB86A-9198-447E-91FA-032E66B3453A}">
      <dgm:prSet/>
      <dgm:spPr/>
      <dgm:t>
        <a:bodyPr/>
        <a:lstStyle/>
        <a:p>
          <a:endParaRPr lang="en-US"/>
        </a:p>
      </dgm:t>
    </dgm:pt>
    <dgm:pt modelId="{591F3ABD-0160-42B9-84CE-B5E6D50EA1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Base64 representation</a:t>
          </a:r>
        </a:p>
      </dgm:t>
    </dgm:pt>
    <dgm:pt modelId="{9B0C4D2C-839A-4487-AB82-DB3F8A827540}" type="parTrans" cxnId="{168E688D-2478-421D-BC82-8D555C5C8E4D}">
      <dgm:prSet/>
      <dgm:spPr/>
      <dgm:t>
        <a:bodyPr/>
        <a:lstStyle/>
        <a:p>
          <a:endParaRPr lang="en-US" sz="2400"/>
        </a:p>
      </dgm:t>
    </dgm:pt>
    <dgm:pt modelId="{1BC9DCE6-2135-4E3E-846F-AC25F0A779EF}" type="sibTrans" cxnId="{168E688D-2478-421D-BC82-8D555C5C8E4D}">
      <dgm:prSet/>
      <dgm:spPr/>
      <dgm:t>
        <a:bodyPr/>
        <a:lstStyle/>
        <a:p>
          <a:endParaRPr lang="en-US"/>
        </a:p>
      </dgm:t>
    </dgm:pt>
    <dgm:pt modelId="{4AD5535F-3739-41BF-8547-BDA483B8EE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Shorter than Hexadecimal</a:t>
          </a:r>
          <a:endParaRPr lang="en-US" dirty="0"/>
        </a:p>
      </dgm:t>
    </dgm:pt>
    <dgm:pt modelId="{8EC14161-4EE2-4094-9535-0017C4D61B0D}" type="parTrans" cxnId="{3602CAFA-E967-4F1F-834C-863210F1627C}">
      <dgm:prSet/>
      <dgm:spPr/>
    </dgm:pt>
    <dgm:pt modelId="{0F2859C2-6ED6-4C79-BDF2-82223EB21DE2}" type="sibTrans" cxnId="{3602CAFA-E967-4F1F-834C-863210F1627C}">
      <dgm:prSet/>
      <dgm:spPr/>
    </dgm:pt>
    <dgm:pt modelId="{B915D22F-B5BE-4B17-8448-275AAED45836}" type="pres">
      <dgm:prSet presAssocID="{CF4D169A-0C7F-4203-8C1E-43BC5B437247}" presName="root" presStyleCnt="0">
        <dgm:presLayoutVars>
          <dgm:dir/>
          <dgm:resizeHandles val="exact"/>
        </dgm:presLayoutVars>
      </dgm:prSet>
      <dgm:spPr/>
    </dgm:pt>
    <dgm:pt modelId="{3A1ECCA9-4DF5-4CCD-968C-C5D12670E624}" type="pres">
      <dgm:prSet presAssocID="{CB33D198-7B12-4C4B-91DF-70D3878DFE1D}" presName="compNode" presStyleCnt="0"/>
      <dgm:spPr/>
    </dgm:pt>
    <dgm:pt modelId="{9FBB5511-9696-4AB8-9316-97C6D6B55591}" type="pres">
      <dgm:prSet presAssocID="{CB33D198-7B12-4C4B-91DF-70D3878DFE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41BFCA6-A34D-4EC2-8EBB-7B9BF4694599}" type="pres">
      <dgm:prSet presAssocID="{CB33D198-7B12-4C4B-91DF-70D3878DFE1D}" presName="iconSpace" presStyleCnt="0"/>
      <dgm:spPr/>
    </dgm:pt>
    <dgm:pt modelId="{19104989-56E8-42DF-8AB1-699AF532BA4D}" type="pres">
      <dgm:prSet presAssocID="{CB33D198-7B12-4C4B-91DF-70D3878DFE1D}" presName="parTx" presStyleLbl="revTx" presStyleIdx="0" presStyleCnt="4">
        <dgm:presLayoutVars>
          <dgm:chMax val="0"/>
          <dgm:chPref val="0"/>
        </dgm:presLayoutVars>
      </dgm:prSet>
      <dgm:spPr/>
    </dgm:pt>
    <dgm:pt modelId="{297E8E1A-AD69-4853-BABF-88D69FE860A1}" type="pres">
      <dgm:prSet presAssocID="{CB33D198-7B12-4C4B-91DF-70D3878DFE1D}" presName="txSpace" presStyleCnt="0"/>
      <dgm:spPr/>
    </dgm:pt>
    <dgm:pt modelId="{21219A9D-FEC6-4EEC-9CA7-25A58247A0D4}" type="pres">
      <dgm:prSet presAssocID="{CB33D198-7B12-4C4B-91DF-70D3878DFE1D}" presName="desTx" presStyleLbl="revTx" presStyleIdx="1" presStyleCnt="4">
        <dgm:presLayoutVars/>
      </dgm:prSet>
      <dgm:spPr/>
    </dgm:pt>
    <dgm:pt modelId="{C165639B-839A-44FE-8E6B-C97CA4CEA954}" type="pres">
      <dgm:prSet presAssocID="{D28F8EA2-1FAF-4927-B7FC-429048CEA9FF}" presName="sibTrans" presStyleCnt="0"/>
      <dgm:spPr/>
    </dgm:pt>
    <dgm:pt modelId="{4D2EE43F-71F3-4237-961B-BEB990BCD20C}" type="pres">
      <dgm:prSet presAssocID="{591F3ABD-0160-42B9-84CE-B5E6D50EA133}" presName="compNode" presStyleCnt="0"/>
      <dgm:spPr/>
    </dgm:pt>
    <dgm:pt modelId="{E8331243-969C-4BD2-B721-8551F6E35777}" type="pres">
      <dgm:prSet presAssocID="{591F3ABD-0160-42B9-84CE-B5E6D50EA13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C843E98-C9B9-4D3B-A2D7-3BFD24CFD365}" type="pres">
      <dgm:prSet presAssocID="{591F3ABD-0160-42B9-84CE-B5E6D50EA133}" presName="iconSpace" presStyleCnt="0"/>
      <dgm:spPr/>
    </dgm:pt>
    <dgm:pt modelId="{F08153A4-F2AA-40E4-90A2-8B1658F1911A}" type="pres">
      <dgm:prSet presAssocID="{591F3ABD-0160-42B9-84CE-B5E6D50EA133}" presName="parTx" presStyleLbl="revTx" presStyleIdx="2" presStyleCnt="4">
        <dgm:presLayoutVars>
          <dgm:chMax val="0"/>
          <dgm:chPref val="0"/>
        </dgm:presLayoutVars>
      </dgm:prSet>
      <dgm:spPr/>
    </dgm:pt>
    <dgm:pt modelId="{305B5D13-A627-4009-AB14-9AEAFE824284}" type="pres">
      <dgm:prSet presAssocID="{591F3ABD-0160-42B9-84CE-B5E6D50EA133}" presName="txSpace" presStyleCnt="0"/>
      <dgm:spPr/>
    </dgm:pt>
    <dgm:pt modelId="{06E4A449-98A1-44FB-AFB1-DDE7BBAFC663}" type="pres">
      <dgm:prSet presAssocID="{591F3ABD-0160-42B9-84CE-B5E6D50EA133}" presName="desTx" presStyleLbl="revTx" presStyleIdx="3" presStyleCnt="4">
        <dgm:presLayoutVars/>
      </dgm:prSet>
      <dgm:spPr/>
    </dgm:pt>
  </dgm:ptLst>
  <dgm:cxnLst>
    <dgm:cxn modelId="{DD858F27-AB6B-424D-8BC7-C3DCE84C74A8}" type="presOf" srcId="{4AD5535F-3739-41BF-8547-BDA483B8EE66}" destId="{06E4A449-98A1-44FB-AFB1-DDE7BBAFC663}" srcOrd="0" destOrd="0" presId="urn:microsoft.com/office/officeart/2018/5/layout/CenteredIconLabelDescriptionList"/>
    <dgm:cxn modelId="{6F9A2228-2E0B-44E3-BF80-14DBCCCC6FE8}" type="presOf" srcId="{591F3ABD-0160-42B9-84CE-B5E6D50EA133}" destId="{F08153A4-F2AA-40E4-90A2-8B1658F1911A}" srcOrd="0" destOrd="0" presId="urn:microsoft.com/office/officeart/2018/5/layout/CenteredIconLabelDescriptionList"/>
    <dgm:cxn modelId="{6031305E-D0EE-4743-A6F6-91EEF05C4C99}" srcId="{CB33D198-7B12-4C4B-91DF-70D3878DFE1D}" destId="{0AB8D9A6-FB8C-403A-87DE-F1C0D05E62EB}" srcOrd="0" destOrd="0" parTransId="{C24934E5-2650-41DC-8965-3198F8185F13}" sibTransId="{BADA7D5D-2CD9-481F-8C8A-BF71F94BCDEA}"/>
    <dgm:cxn modelId="{33CCB86A-9198-447E-91FA-032E66B3453A}" srcId="{CB33D198-7B12-4C4B-91DF-70D3878DFE1D}" destId="{4235D4BD-2CF7-41E0-A1FC-4BA5FE729FB1}" srcOrd="1" destOrd="0" parTransId="{6F49D28A-AB4E-48F8-AFEF-D0DD9A7F2C13}" sibTransId="{94F8A22C-F89A-4AD9-BB36-693072F3EB3D}"/>
    <dgm:cxn modelId="{E8CFC54F-6B8A-4E03-93B2-CF7BCA663D1F}" type="presOf" srcId="{4235D4BD-2CF7-41E0-A1FC-4BA5FE729FB1}" destId="{21219A9D-FEC6-4EEC-9CA7-25A58247A0D4}" srcOrd="0" destOrd="1" presId="urn:microsoft.com/office/officeart/2018/5/layout/CenteredIconLabelDescriptionList"/>
    <dgm:cxn modelId="{168E688D-2478-421D-BC82-8D555C5C8E4D}" srcId="{CF4D169A-0C7F-4203-8C1E-43BC5B437247}" destId="{591F3ABD-0160-42B9-84CE-B5E6D50EA133}" srcOrd="1" destOrd="0" parTransId="{9B0C4D2C-839A-4487-AB82-DB3F8A827540}" sibTransId="{1BC9DCE6-2135-4E3E-846F-AC25F0A779EF}"/>
    <dgm:cxn modelId="{F0A3D4C6-F7D5-45B3-A4D0-40E49C25F2D5}" type="presOf" srcId="{CB33D198-7B12-4C4B-91DF-70D3878DFE1D}" destId="{19104989-56E8-42DF-8AB1-699AF532BA4D}" srcOrd="0" destOrd="0" presId="urn:microsoft.com/office/officeart/2018/5/layout/CenteredIconLabelDescriptionList"/>
    <dgm:cxn modelId="{E9948FC9-83F7-4204-A177-3479077BFEA6}" srcId="{CF4D169A-0C7F-4203-8C1E-43BC5B437247}" destId="{CB33D198-7B12-4C4B-91DF-70D3878DFE1D}" srcOrd="0" destOrd="0" parTransId="{A0DC6FBE-0F6B-4202-B2ED-B661F26A1D63}" sibTransId="{D28F8EA2-1FAF-4927-B7FC-429048CEA9FF}"/>
    <dgm:cxn modelId="{FE8170F5-DAFE-4E70-8AD3-9186F4F380F6}" type="presOf" srcId="{CF4D169A-0C7F-4203-8C1E-43BC5B437247}" destId="{B915D22F-B5BE-4B17-8448-275AAED45836}" srcOrd="0" destOrd="0" presId="urn:microsoft.com/office/officeart/2018/5/layout/CenteredIconLabelDescriptionList"/>
    <dgm:cxn modelId="{258D8FF8-207F-4FE2-8898-830F02F33568}" type="presOf" srcId="{0AB8D9A6-FB8C-403A-87DE-F1C0D05E62EB}" destId="{21219A9D-FEC6-4EEC-9CA7-25A58247A0D4}" srcOrd="0" destOrd="0" presId="urn:microsoft.com/office/officeart/2018/5/layout/CenteredIconLabelDescriptionList"/>
    <dgm:cxn modelId="{3602CAFA-E967-4F1F-834C-863210F1627C}" srcId="{591F3ABD-0160-42B9-84CE-B5E6D50EA133}" destId="{4AD5535F-3739-41BF-8547-BDA483B8EE66}" srcOrd="0" destOrd="0" parTransId="{8EC14161-4EE2-4094-9535-0017C4D61B0D}" sibTransId="{0F2859C2-6ED6-4C79-BDF2-82223EB21DE2}"/>
    <dgm:cxn modelId="{A0C5CF53-B4AE-4CE9-AA6E-C98914DE65D2}" type="presParOf" srcId="{B915D22F-B5BE-4B17-8448-275AAED45836}" destId="{3A1ECCA9-4DF5-4CCD-968C-C5D12670E624}" srcOrd="0" destOrd="0" presId="urn:microsoft.com/office/officeart/2018/5/layout/CenteredIconLabelDescriptionList"/>
    <dgm:cxn modelId="{AD7CAA5D-912B-4B1C-8822-0D88DA6B10A4}" type="presParOf" srcId="{3A1ECCA9-4DF5-4CCD-968C-C5D12670E624}" destId="{9FBB5511-9696-4AB8-9316-97C6D6B55591}" srcOrd="0" destOrd="0" presId="urn:microsoft.com/office/officeart/2018/5/layout/CenteredIconLabelDescriptionList"/>
    <dgm:cxn modelId="{96F0E2A6-8583-414A-BBE0-F2A5A6FB3D70}" type="presParOf" srcId="{3A1ECCA9-4DF5-4CCD-968C-C5D12670E624}" destId="{F41BFCA6-A34D-4EC2-8EBB-7B9BF4694599}" srcOrd="1" destOrd="0" presId="urn:microsoft.com/office/officeart/2018/5/layout/CenteredIconLabelDescriptionList"/>
    <dgm:cxn modelId="{606C4673-4A2B-4A55-B08D-C595BA9D5F2A}" type="presParOf" srcId="{3A1ECCA9-4DF5-4CCD-968C-C5D12670E624}" destId="{19104989-56E8-42DF-8AB1-699AF532BA4D}" srcOrd="2" destOrd="0" presId="urn:microsoft.com/office/officeart/2018/5/layout/CenteredIconLabelDescriptionList"/>
    <dgm:cxn modelId="{86C6818C-D283-44A6-9F04-3AD549AA1629}" type="presParOf" srcId="{3A1ECCA9-4DF5-4CCD-968C-C5D12670E624}" destId="{297E8E1A-AD69-4853-BABF-88D69FE860A1}" srcOrd="3" destOrd="0" presId="urn:microsoft.com/office/officeart/2018/5/layout/CenteredIconLabelDescriptionList"/>
    <dgm:cxn modelId="{FA72D5B3-87CA-46B3-8378-0BDA0C921AF0}" type="presParOf" srcId="{3A1ECCA9-4DF5-4CCD-968C-C5D12670E624}" destId="{21219A9D-FEC6-4EEC-9CA7-25A58247A0D4}" srcOrd="4" destOrd="0" presId="urn:microsoft.com/office/officeart/2018/5/layout/CenteredIconLabelDescriptionList"/>
    <dgm:cxn modelId="{4B97FD6A-533D-4F83-9E75-E9AC02437366}" type="presParOf" srcId="{B915D22F-B5BE-4B17-8448-275AAED45836}" destId="{C165639B-839A-44FE-8E6B-C97CA4CEA954}" srcOrd="1" destOrd="0" presId="urn:microsoft.com/office/officeart/2018/5/layout/CenteredIconLabelDescriptionList"/>
    <dgm:cxn modelId="{304A15EC-5C00-475E-9199-8C4A5D6BB491}" type="presParOf" srcId="{B915D22F-B5BE-4B17-8448-275AAED45836}" destId="{4D2EE43F-71F3-4237-961B-BEB990BCD20C}" srcOrd="2" destOrd="0" presId="urn:microsoft.com/office/officeart/2018/5/layout/CenteredIconLabelDescriptionList"/>
    <dgm:cxn modelId="{E46F6649-D247-41B3-AB79-587EB09E672C}" type="presParOf" srcId="{4D2EE43F-71F3-4237-961B-BEB990BCD20C}" destId="{E8331243-969C-4BD2-B721-8551F6E35777}" srcOrd="0" destOrd="0" presId="urn:microsoft.com/office/officeart/2018/5/layout/CenteredIconLabelDescriptionList"/>
    <dgm:cxn modelId="{EABE655C-AA69-456F-8A06-46A4F2C93EE4}" type="presParOf" srcId="{4D2EE43F-71F3-4237-961B-BEB990BCD20C}" destId="{DC843E98-C9B9-4D3B-A2D7-3BFD24CFD365}" srcOrd="1" destOrd="0" presId="urn:microsoft.com/office/officeart/2018/5/layout/CenteredIconLabelDescriptionList"/>
    <dgm:cxn modelId="{4449D071-BACA-462A-A5D2-CE82EF1345AE}" type="presParOf" srcId="{4D2EE43F-71F3-4237-961B-BEB990BCD20C}" destId="{F08153A4-F2AA-40E4-90A2-8B1658F1911A}" srcOrd="2" destOrd="0" presId="urn:microsoft.com/office/officeart/2018/5/layout/CenteredIconLabelDescriptionList"/>
    <dgm:cxn modelId="{AC9DAD92-255B-4346-89D7-F617842A7D95}" type="presParOf" srcId="{4D2EE43F-71F3-4237-961B-BEB990BCD20C}" destId="{305B5D13-A627-4009-AB14-9AEAFE824284}" srcOrd="3" destOrd="0" presId="urn:microsoft.com/office/officeart/2018/5/layout/CenteredIconLabelDescriptionList"/>
    <dgm:cxn modelId="{3BF3FF59-FC74-46A5-8635-640011817AEF}" type="presParOf" srcId="{4D2EE43F-71F3-4237-961B-BEB990BCD20C}" destId="{06E4A449-98A1-44FB-AFB1-DDE7BBAFC6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CF4D169A-0C7F-4203-8C1E-43BC5B437247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A44E561-1251-4697-8551-15E4F95CD4F8}">
      <dgm:prSet/>
      <dgm:spPr/>
      <dgm:t>
        <a:bodyPr/>
        <a:lstStyle/>
        <a:p>
          <a:r>
            <a:rPr lang="tr-TR" dirty="0"/>
            <a:t>52 letter</a:t>
          </a:r>
          <a:endParaRPr lang="en-US" dirty="0"/>
        </a:p>
      </dgm:t>
    </dgm:pt>
    <dgm:pt modelId="{7E3340D5-277B-4C0B-A0EE-F539B64EAE1A}" type="parTrans" cxnId="{2C982F46-0123-49AB-AB49-05470E0A1B11}">
      <dgm:prSet/>
      <dgm:spPr/>
      <dgm:t>
        <a:bodyPr/>
        <a:lstStyle/>
        <a:p>
          <a:endParaRPr lang="en-US" sz="2400"/>
        </a:p>
      </dgm:t>
    </dgm:pt>
    <dgm:pt modelId="{BB9F9BC5-F9E9-46A6-89F9-7BE1E11BE182}" type="sibTrans" cxnId="{2C982F46-0123-49AB-AB49-05470E0A1B11}">
      <dgm:prSet/>
      <dgm:spPr/>
      <dgm:t>
        <a:bodyPr/>
        <a:lstStyle/>
        <a:p>
          <a:endParaRPr lang="en-US"/>
        </a:p>
      </dgm:t>
    </dgm:pt>
    <dgm:pt modelId="{1BC3BDFA-9469-4D9C-8508-9A834C722702}">
      <dgm:prSet/>
      <dgm:spPr/>
      <dgm:t>
        <a:bodyPr/>
        <a:lstStyle/>
        <a:p>
          <a:r>
            <a:rPr lang="en-US" dirty="0"/>
            <a:t>26</a:t>
          </a:r>
          <a:r>
            <a:rPr lang="tr-TR" dirty="0"/>
            <a:t> </a:t>
          </a:r>
          <a:r>
            <a:rPr lang="en-US" dirty="0"/>
            <a:t>capital letters</a:t>
          </a:r>
        </a:p>
      </dgm:t>
    </dgm:pt>
    <dgm:pt modelId="{FB4FF091-9090-4C49-828D-E73BB642F4ED}" type="parTrans" cxnId="{DA8082F5-E2C9-4B52-9F1D-183079EA685A}">
      <dgm:prSet/>
      <dgm:spPr/>
      <dgm:t>
        <a:bodyPr/>
        <a:lstStyle/>
        <a:p>
          <a:endParaRPr lang="en-US" sz="2400"/>
        </a:p>
      </dgm:t>
    </dgm:pt>
    <dgm:pt modelId="{E993DA6F-A6FF-498D-984D-F87C53AF718F}" type="sibTrans" cxnId="{DA8082F5-E2C9-4B52-9F1D-183079EA685A}">
      <dgm:prSet/>
      <dgm:spPr/>
      <dgm:t>
        <a:bodyPr/>
        <a:lstStyle/>
        <a:p>
          <a:endParaRPr lang="en-US"/>
        </a:p>
      </dgm:t>
    </dgm:pt>
    <dgm:pt modelId="{20DC1CAC-D241-4CD9-B36C-35D42F9EFE62}">
      <dgm:prSet/>
      <dgm:spPr/>
      <dgm:t>
        <a:bodyPr/>
        <a:lstStyle/>
        <a:p>
          <a:r>
            <a:rPr lang="en-US" dirty="0"/>
            <a:t>10</a:t>
          </a:r>
          <a:r>
            <a:rPr lang="tr-TR" dirty="0"/>
            <a:t> </a:t>
          </a:r>
          <a:r>
            <a:rPr lang="en-US" dirty="0"/>
            <a:t>numerals</a:t>
          </a:r>
        </a:p>
      </dgm:t>
    </dgm:pt>
    <dgm:pt modelId="{D1194C3D-0166-4107-97B4-A5E0F18D26CC}" type="parTrans" cxnId="{706524FB-84EE-444C-B2A6-662BE16F876B}">
      <dgm:prSet/>
      <dgm:spPr/>
      <dgm:t>
        <a:bodyPr/>
        <a:lstStyle/>
        <a:p>
          <a:endParaRPr lang="en-US" sz="2400"/>
        </a:p>
      </dgm:t>
    </dgm:pt>
    <dgm:pt modelId="{E1E06489-9749-48C3-8054-A68582AF1E68}" type="sibTrans" cxnId="{706524FB-84EE-444C-B2A6-662BE16F876B}">
      <dgm:prSet/>
      <dgm:spPr/>
      <dgm:t>
        <a:bodyPr/>
        <a:lstStyle/>
        <a:p>
          <a:endParaRPr lang="en-US"/>
        </a:p>
      </dgm:t>
    </dgm:pt>
    <dgm:pt modelId="{2A79C64F-590A-4E2A-820A-9BB806101397}">
      <dgm:prSet/>
      <dgm:spPr/>
      <dgm:t>
        <a:bodyPr/>
        <a:lstStyle/>
        <a:p>
          <a:r>
            <a:rPr lang="en-US" dirty="0"/>
            <a:t>2</a:t>
          </a:r>
          <a:r>
            <a:rPr lang="tr-TR" dirty="0"/>
            <a:t> </a:t>
          </a:r>
          <a:r>
            <a:rPr lang="en-US" dirty="0"/>
            <a:t>characters</a:t>
          </a:r>
          <a:r>
            <a:rPr lang="tr-TR" dirty="0"/>
            <a:t>:</a:t>
          </a:r>
          <a:endParaRPr lang="en-US" dirty="0"/>
        </a:p>
      </dgm:t>
    </dgm:pt>
    <dgm:pt modelId="{BCF3DC96-746D-4D2D-8A00-9055A998A456}" type="parTrans" cxnId="{F638736E-93A6-46C5-BAA1-AE8BBFE59607}">
      <dgm:prSet/>
      <dgm:spPr/>
      <dgm:t>
        <a:bodyPr/>
        <a:lstStyle/>
        <a:p>
          <a:endParaRPr lang="en-US" sz="2400"/>
        </a:p>
      </dgm:t>
    </dgm:pt>
    <dgm:pt modelId="{7DB4BF78-92A1-408D-B89B-2CE40D2ED4BB}" type="sibTrans" cxnId="{F638736E-93A6-46C5-BAA1-AE8BBFE59607}">
      <dgm:prSet/>
      <dgm:spPr/>
      <dgm:t>
        <a:bodyPr/>
        <a:lstStyle/>
        <a:p>
          <a:endParaRPr lang="en-US"/>
        </a:p>
      </dgm:t>
    </dgm:pt>
    <dgm:pt modelId="{BCE99292-DAFA-4872-A35D-A5485DA0D4D2}">
      <dgm:prSet/>
      <dgm:spPr/>
      <dgm:t>
        <a:bodyPr/>
        <a:lstStyle/>
        <a:p>
          <a:r>
            <a:rPr lang="en-US" dirty="0"/>
            <a:t>26</a:t>
          </a:r>
          <a:r>
            <a:rPr lang="tr-TR" dirty="0"/>
            <a:t> </a:t>
          </a:r>
          <a:r>
            <a:rPr lang="en-US" dirty="0"/>
            <a:t>lowercase letters</a:t>
          </a:r>
        </a:p>
      </dgm:t>
    </dgm:pt>
    <dgm:pt modelId="{6073DF97-A734-42C9-A0A2-C11942B5719D}" type="parTrans" cxnId="{439C6E0D-7131-4AAF-9BD7-983506469F6C}">
      <dgm:prSet/>
      <dgm:spPr/>
      <dgm:t>
        <a:bodyPr/>
        <a:lstStyle/>
        <a:p>
          <a:endParaRPr lang="tr-TR"/>
        </a:p>
      </dgm:t>
    </dgm:pt>
    <dgm:pt modelId="{99531FED-B263-4104-B1B7-10ACD83A22E4}" type="sibTrans" cxnId="{439C6E0D-7131-4AAF-9BD7-983506469F6C}">
      <dgm:prSet/>
      <dgm:spPr/>
      <dgm:t>
        <a:bodyPr/>
        <a:lstStyle/>
        <a:p>
          <a:endParaRPr lang="tr-TR"/>
        </a:p>
      </dgm:t>
    </dgm:pt>
    <dgm:pt modelId="{F69BD9CD-E7B9-41F9-AE8E-161E35D28595}">
      <dgm:prSet/>
      <dgm:spPr/>
      <dgm:t>
        <a:bodyPr/>
        <a:lstStyle/>
        <a:p>
          <a:r>
            <a:rPr lang="tr-TR" dirty="0"/>
            <a:t>«+»,</a:t>
          </a:r>
          <a:endParaRPr lang="en-US" dirty="0"/>
        </a:p>
      </dgm:t>
    </dgm:pt>
    <dgm:pt modelId="{AD73A882-DFFF-4D13-B6F5-3246BBB9C17B}" type="parTrans" cxnId="{D8DB044A-36DF-414A-AA0B-F46BCDD0B878}">
      <dgm:prSet/>
      <dgm:spPr/>
      <dgm:t>
        <a:bodyPr/>
        <a:lstStyle/>
        <a:p>
          <a:endParaRPr lang="tr-TR"/>
        </a:p>
      </dgm:t>
    </dgm:pt>
    <dgm:pt modelId="{42759EF0-71FE-44BF-8772-BDB908200E29}" type="sibTrans" cxnId="{D8DB044A-36DF-414A-AA0B-F46BCDD0B878}">
      <dgm:prSet/>
      <dgm:spPr/>
      <dgm:t>
        <a:bodyPr/>
        <a:lstStyle/>
        <a:p>
          <a:endParaRPr lang="tr-TR"/>
        </a:p>
      </dgm:t>
    </dgm:pt>
    <dgm:pt modelId="{952EEB24-A6D5-4F2D-920A-E90F2BADC500}">
      <dgm:prSet/>
      <dgm:spPr/>
      <dgm:t>
        <a:bodyPr/>
        <a:lstStyle/>
        <a:p>
          <a:r>
            <a:rPr lang="tr-TR"/>
            <a:t> </a:t>
          </a:r>
          <a:r>
            <a:rPr lang="tr-TR" dirty="0"/>
            <a:t>«/»</a:t>
          </a:r>
          <a:endParaRPr lang="en-US" dirty="0"/>
        </a:p>
      </dgm:t>
    </dgm:pt>
    <dgm:pt modelId="{EDCA4692-692E-4FE1-918A-B45B0702FA17}" type="parTrans" cxnId="{1D0013FC-0AB0-439C-90DF-163FC3F9B0B7}">
      <dgm:prSet/>
      <dgm:spPr/>
      <dgm:t>
        <a:bodyPr/>
        <a:lstStyle/>
        <a:p>
          <a:endParaRPr lang="tr-TR"/>
        </a:p>
      </dgm:t>
    </dgm:pt>
    <dgm:pt modelId="{0C575A76-DB56-4FFF-AEA0-2FDEBC164BE8}" type="sibTrans" cxnId="{1D0013FC-0AB0-439C-90DF-163FC3F9B0B7}">
      <dgm:prSet/>
      <dgm:spPr/>
      <dgm:t>
        <a:bodyPr/>
        <a:lstStyle/>
        <a:p>
          <a:endParaRPr lang="tr-TR"/>
        </a:p>
      </dgm:t>
    </dgm:pt>
    <dgm:pt modelId="{0C6EABF8-D521-4E53-8FBC-AE5DE044E9C4}">
      <dgm:prSet/>
      <dgm:spPr/>
      <dgm:t>
        <a:bodyPr/>
        <a:lstStyle/>
        <a:p>
          <a:r>
            <a:rPr lang="tr-TR" dirty="0"/>
            <a:t>0, 1, 2, 3, 4, 5, 6, 7, 8, 9</a:t>
          </a:r>
          <a:endParaRPr lang="en-US" dirty="0"/>
        </a:p>
      </dgm:t>
    </dgm:pt>
    <dgm:pt modelId="{5F89DDEB-9814-415B-8E47-9F43E18B6B02}" type="parTrans" cxnId="{21EF3237-260F-4EC9-9F89-AFB972548D69}">
      <dgm:prSet/>
      <dgm:spPr/>
      <dgm:t>
        <a:bodyPr/>
        <a:lstStyle/>
        <a:p>
          <a:endParaRPr lang="tr-TR"/>
        </a:p>
      </dgm:t>
    </dgm:pt>
    <dgm:pt modelId="{47304843-ED23-46CB-B264-9EDFAF22899F}" type="sibTrans" cxnId="{21EF3237-260F-4EC9-9F89-AFB972548D69}">
      <dgm:prSet/>
      <dgm:spPr/>
      <dgm:t>
        <a:bodyPr/>
        <a:lstStyle/>
        <a:p>
          <a:endParaRPr lang="tr-TR"/>
        </a:p>
      </dgm:t>
    </dgm:pt>
    <dgm:pt modelId="{1163D038-DC79-4137-87AB-3AE63C82A755}" type="pres">
      <dgm:prSet presAssocID="{CF4D169A-0C7F-4203-8C1E-43BC5B437247}" presName="Name0" presStyleCnt="0">
        <dgm:presLayoutVars>
          <dgm:dir/>
          <dgm:animLvl val="lvl"/>
          <dgm:resizeHandles val="exact"/>
        </dgm:presLayoutVars>
      </dgm:prSet>
      <dgm:spPr/>
    </dgm:pt>
    <dgm:pt modelId="{F883887D-E1BA-42CC-9A56-69CF1388D42E}" type="pres">
      <dgm:prSet presAssocID="{1A44E561-1251-4697-8551-15E4F95CD4F8}" presName="composite" presStyleCnt="0"/>
      <dgm:spPr/>
    </dgm:pt>
    <dgm:pt modelId="{0CC92390-DD4D-46F6-9A0C-31D7F3B291D3}" type="pres">
      <dgm:prSet presAssocID="{1A44E561-1251-4697-8551-15E4F95CD4F8}" presName="parTx" presStyleLbl="alignNode1" presStyleIdx="0" presStyleCnt="3">
        <dgm:presLayoutVars>
          <dgm:chMax val="0"/>
          <dgm:chPref val="0"/>
        </dgm:presLayoutVars>
      </dgm:prSet>
      <dgm:spPr/>
    </dgm:pt>
    <dgm:pt modelId="{6E014C95-E1E7-4A54-AA81-689DE9C7052B}" type="pres">
      <dgm:prSet presAssocID="{1A44E561-1251-4697-8551-15E4F95CD4F8}" presName="desTx" presStyleLbl="alignAccFollowNode1" presStyleIdx="0" presStyleCnt="3">
        <dgm:presLayoutVars/>
      </dgm:prSet>
      <dgm:spPr/>
    </dgm:pt>
    <dgm:pt modelId="{5E17DFD8-D0A2-48DC-B600-06DC37D56D62}" type="pres">
      <dgm:prSet presAssocID="{BB9F9BC5-F9E9-46A6-89F9-7BE1E11BE182}" presName="space" presStyleCnt="0"/>
      <dgm:spPr/>
    </dgm:pt>
    <dgm:pt modelId="{D1C8057D-8460-435C-A5A9-5F43E5DE1E24}" type="pres">
      <dgm:prSet presAssocID="{20DC1CAC-D241-4CD9-B36C-35D42F9EFE62}" presName="composite" presStyleCnt="0"/>
      <dgm:spPr/>
    </dgm:pt>
    <dgm:pt modelId="{3163EF10-60B8-4EF5-B456-4F38A75D45EB}" type="pres">
      <dgm:prSet presAssocID="{20DC1CAC-D241-4CD9-B36C-35D42F9EFE62}" presName="parTx" presStyleLbl="alignNode1" presStyleIdx="1" presStyleCnt="3">
        <dgm:presLayoutVars>
          <dgm:chMax val="0"/>
          <dgm:chPref val="0"/>
        </dgm:presLayoutVars>
      </dgm:prSet>
      <dgm:spPr/>
    </dgm:pt>
    <dgm:pt modelId="{B0DCD891-7865-49BA-93EB-F5B6FFA646ED}" type="pres">
      <dgm:prSet presAssocID="{20DC1CAC-D241-4CD9-B36C-35D42F9EFE62}" presName="desTx" presStyleLbl="alignAccFollowNode1" presStyleIdx="1" presStyleCnt="3">
        <dgm:presLayoutVars/>
      </dgm:prSet>
      <dgm:spPr/>
    </dgm:pt>
    <dgm:pt modelId="{F8C92E80-5EF2-42D0-B936-1173276F88DA}" type="pres">
      <dgm:prSet presAssocID="{E1E06489-9749-48C3-8054-A68582AF1E68}" presName="space" presStyleCnt="0"/>
      <dgm:spPr/>
    </dgm:pt>
    <dgm:pt modelId="{10CDE70F-2F6E-4A4E-84A8-98F918C08357}" type="pres">
      <dgm:prSet presAssocID="{2A79C64F-590A-4E2A-820A-9BB806101397}" presName="composite" presStyleCnt="0"/>
      <dgm:spPr/>
    </dgm:pt>
    <dgm:pt modelId="{58D0C815-8621-4E71-B40B-22B9E06E1D35}" type="pres">
      <dgm:prSet presAssocID="{2A79C64F-590A-4E2A-820A-9BB806101397}" presName="parTx" presStyleLbl="alignNode1" presStyleIdx="2" presStyleCnt="3">
        <dgm:presLayoutVars>
          <dgm:chMax val="0"/>
          <dgm:chPref val="0"/>
        </dgm:presLayoutVars>
      </dgm:prSet>
      <dgm:spPr/>
    </dgm:pt>
    <dgm:pt modelId="{E6268280-59A8-4D8D-A418-FC29204BB712}" type="pres">
      <dgm:prSet presAssocID="{2A79C64F-590A-4E2A-820A-9BB806101397}" presName="desTx" presStyleLbl="alignAccFollowNode1" presStyleIdx="2" presStyleCnt="3">
        <dgm:presLayoutVars/>
      </dgm:prSet>
      <dgm:spPr/>
    </dgm:pt>
  </dgm:ptLst>
  <dgm:cxnLst>
    <dgm:cxn modelId="{439C6E0D-7131-4AAF-9BD7-983506469F6C}" srcId="{1A44E561-1251-4697-8551-15E4F95CD4F8}" destId="{BCE99292-DAFA-4872-A35D-A5485DA0D4D2}" srcOrd="0" destOrd="0" parTransId="{6073DF97-A734-42C9-A0A2-C11942B5719D}" sibTransId="{99531FED-B263-4104-B1B7-10ACD83A22E4}"/>
    <dgm:cxn modelId="{21EF3237-260F-4EC9-9F89-AFB972548D69}" srcId="{20DC1CAC-D241-4CD9-B36C-35D42F9EFE62}" destId="{0C6EABF8-D521-4E53-8FBC-AE5DE044E9C4}" srcOrd="0" destOrd="0" parTransId="{5F89DDEB-9814-415B-8E47-9F43E18B6B02}" sibTransId="{47304843-ED23-46CB-B264-9EDFAF22899F}"/>
    <dgm:cxn modelId="{D0DE295D-3F4F-4F1A-911E-8011BDB9C1FC}" type="presOf" srcId="{F69BD9CD-E7B9-41F9-AE8E-161E35D28595}" destId="{E6268280-59A8-4D8D-A418-FC29204BB712}" srcOrd="0" destOrd="0" presId="urn:microsoft.com/office/officeart/2016/7/layout/HorizontalActionList"/>
    <dgm:cxn modelId="{2C982F46-0123-49AB-AB49-05470E0A1B11}" srcId="{CF4D169A-0C7F-4203-8C1E-43BC5B437247}" destId="{1A44E561-1251-4697-8551-15E4F95CD4F8}" srcOrd="0" destOrd="0" parTransId="{7E3340D5-277B-4C0B-A0EE-F539B64EAE1A}" sibTransId="{BB9F9BC5-F9E9-46A6-89F9-7BE1E11BE182}"/>
    <dgm:cxn modelId="{56303F48-5D8E-40EB-B54D-A1656FEEBD83}" type="presOf" srcId="{952EEB24-A6D5-4F2D-920A-E90F2BADC500}" destId="{E6268280-59A8-4D8D-A418-FC29204BB712}" srcOrd="0" destOrd="1" presId="urn:microsoft.com/office/officeart/2016/7/layout/HorizontalActionList"/>
    <dgm:cxn modelId="{D8DB044A-36DF-414A-AA0B-F46BCDD0B878}" srcId="{2A79C64F-590A-4E2A-820A-9BB806101397}" destId="{F69BD9CD-E7B9-41F9-AE8E-161E35D28595}" srcOrd="0" destOrd="0" parTransId="{AD73A882-DFFF-4D13-B6F5-3246BBB9C17B}" sibTransId="{42759EF0-71FE-44BF-8772-BDB908200E29}"/>
    <dgm:cxn modelId="{F638736E-93A6-46C5-BAA1-AE8BBFE59607}" srcId="{CF4D169A-0C7F-4203-8C1E-43BC5B437247}" destId="{2A79C64F-590A-4E2A-820A-9BB806101397}" srcOrd="2" destOrd="0" parTransId="{BCF3DC96-746D-4D2D-8A00-9055A998A456}" sibTransId="{7DB4BF78-92A1-408D-B89B-2CE40D2ED4BB}"/>
    <dgm:cxn modelId="{6FAAC85A-85DA-446B-9702-4A5A89DC402C}" type="presOf" srcId="{2A79C64F-590A-4E2A-820A-9BB806101397}" destId="{58D0C815-8621-4E71-B40B-22B9E06E1D35}" srcOrd="0" destOrd="0" presId="urn:microsoft.com/office/officeart/2016/7/layout/HorizontalActionList"/>
    <dgm:cxn modelId="{23CDFF90-D725-4854-AF28-22C734D53824}" type="presOf" srcId="{1A44E561-1251-4697-8551-15E4F95CD4F8}" destId="{0CC92390-DD4D-46F6-9A0C-31D7F3B291D3}" srcOrd="0" destOrd="0" presId="urn:microsoft.com/office/officeart/2016/7/layout/HorizontalActionList"/>
    <dgm:cxn modelId="{E5D8979A-AE22-4745-8B27-2298C674AA70}" type="presOf" srcId="{CF4D169A-0C7F-4203-8C1E-43BC5B437247}" destId="{1163D038-DC79-4137-87AB-3AE63C82A755}" srcOrd="0" destOrd="0" presId="urn:microsoft.com/office/officeart/2016/7/layout/HorizontalActionList"/>
    <dgm:cxn modelId="{5577D5A0-7783-47BB-9B19-450D525F52FE}" type="presOf" srcId="{0C6EABF8-D521-4E53-8FBC-AE5DE044E9C4}" destId="{B0DCD891-7865-49BA-93EB-F5B6FFA646ED}" srcOrd="0" destOrd="0" presId="urn:microsoft.com/office/officeart/2016/7/layout/HorizontalActionList"/>
    <dgm:cxn modelId="{7E8910D5-8251-4B1E-B0B5-7A044CDF4C64}" type="presOf" srcId="{1BC3BDFA-9469-4D9C-8508-9A834C722702}" destId="{6E014C95-E1E7-4A54-AA81-689DE9C7052B}" srcOrd="0" destOrd="1" presId="urn:microsoft.com/office/officeart/2016/7/layout/HorizontalActionList"/>
    <dgm:cxn modelId="{B52C3FE0-1F06-476B-9C0C-0D5E03F0C0F9}" type="presOf" srcId="{20DC1CAC-D241-4CD9-B36C-35D42F9EFE62}" destId="{3163EF10-60B8-4EF5-B456-4F38A75D45EB}" srcOrd="0" destOrd="0" presId="urn:microsoft.com/office/officeart/2016/7/layout/HorizontalActionList"/>
    <dgm:cxn modelId="{6C3294F3-43C8-4CEA-934B-6BFA4BA30F72}" type="presOf" srcId="{BCE99292-DAFA-4872-A35D-A5485DA0D4D2}" destId="{6E014C95-E1E7-4A54-AA81-689DE9C7052B}" srcOrd="0" destOrd="0" presId="urn:microsoft.com/office/officeart/2016/7/layout/HorizontalActionList"/>
    <dgm:cxn modelId="{DA8082F5-E2C9-4B52-9F1D-183079EA685A}" srcId="{1A44E561-1251-4697-8551-15E4F95CD4F8}" destId="{1BC3BDFA-9469-4D9C-8508-9A834C722702}" srcOrd="1" destOrd="0" parTransId="{FB4FF091-9090-4C49-828D-E73BB642F4ED}" sibTransId="{E993DA6F-A6FF-498D-984D-F87C53AF718F}"/>
    <dgm:cxn modelId="{706524FB-84EE-444C-B2A6-662BE16F876B}" srcId="{CF4D169A-0C7F-4203-8C1E-43BC5B437247}" destId="{20DC1CAC-D241-4CD9-B36C-35D42F9EFE62}" srcOrd="1" destOrd="0" parTransId="{D1194C3D-0166-4107-97B4-A5E0F18D26CC}" sibTransId="{E1E06489-9749-48C3-8054-A68582AF1E68}"/>
    <dgm:cxn modelId="{1D0013FC-0AB0-439C-90DF-163FC3F9B0B7}" srcId="{2A79C64F-590A-4E2A-820A-9BB806101397}" destId="{952EEB24-A6D5-4F2D-920A-E90F2BADC500}" srcOrd="1" destOrd="0" parTransId="{EDCA4692-692E-4FE1-918A-B45B0702FA17}" sibTransId="{0C575A76-DB56-4FFF-AEA0-2FDEBC164BE8}"/>
    <dgm:cxn modelId="{EE7FC6FD-0CF7-4D36-9DB2-DD33BC74B906}" type="presParOf" srcId="{1163D038-DC79-4137-87AB-3AE63C82A755}" destId="{F883887D-E1BA-42CC-9A56-69CF1388D42E}" srcOrd="0" destOrd="0" presId="urn:microsoft.com/office/officeart/2016/7/layout/HorizontalActionList"/>
    <dgm:cxn modelId="{A898DA9F-73AC-4827-B64C-F8F36B692C74}" type="presParOf" srcId="{F883887D-E1BA-42CC-9A56-69CF1388D42E}" destId="{0CC92390-DD4D-46F6-9A0C-31D7F3B291D3}" srcOrd="0" destOrd="0" presId="urn:microsoft.com/office/officeart/2016/7/layout/HorizontalActionList"/>
    <dgm:cxn modelId="{490959E2-F65B-4107-B09B-59B21C93A90A}" type="presParOf" srcId="{F883887D-E1BA-42CC-9A56-69CF1388D42E}" destId="{6E014C95-E1E7-4A54-AA81-689DE9C7052B}" srcOrd="1" destOrd="0" presId="urn:microsoft.com/office/officeart/2016/7/layout/HorizontalActionList"/>
    <dgm:cxn modelId="{8CA0D214-A58C-4C98-B3E4-0BA55B288AB4}" type="presParOf" srcId="{1163D038-DC79-4137-87AB-3AE63C82A755}" destId="{5E17DFD8-D0A2-48DC-B600-06DC37D56D62}" srcOrd="1" destOrd="0" presId="urn:microsoft.com/office/officeart/2016/7/layout/HorizontalActionList"/>
    <dgm:cxn modelId="{97000FD2-178E-406D-8487-9B573324A8E2}" type="presParOf" srcId="{1163D038-DC79-4137-87AB-3AE63C82A755}" destId="{D1C8057D-8460-435C-A5A9-5F43E5DE1E24}" srcOrd="2" destOrd="0" presId="urn:microsoft.com/office/officeart/2016/7/layout/HorizontalActionList"/>
    <dgm:cxn modelId="{182AA864-43AF-4AC0-BA8E-D7EA31659252}" type="presParOf" srcId="{D1C8057D-8460-435C-A5A9-5F43E5DE1E24}" destId="{3163EF10-60B8-4EF5-B456-4F38A75D45EB}" srcOrd="0" destOrd="0" presId="urn:microsoft.com/office/officeart/2016/7/layout/HorizontalActionList"/>
    <dgm:cxn modelId="{E05E949F-4965-4941-8067-9F72453032FC}" type="presParOf" srcId="{D1C8057D-8460-435C-A5A9-5F43E5DE1E24}" destId="{B0DCD891-7865-49BA-93EB-F5B6FFA646ED}" srcOrd="1" destOrd="0" presId="urn:microsoft.com/office/officeart/2016/7/layout/HorizontalActionList"/>
    <dgm:cxn modelId="{6504553E-D0FE-4EE9-86E4-F53E47C6E68C}" type="presParOf" srcId="{1163D038-DC79-4137-87AB-3AE63C82A755}" destId="{F8C92E80-5EF2-42D0-B936-1173276F88DA}" srcOrd="3" destOrd="0" presId="urn:microsoft.com/office/officeart/2016/7/layout/HorizontalActionList"/>
    <dgm:cxn modelId="{EF264252-D488-4D3C-8263-39F6E225399B}" type="presParOf" srcId="{1163D038-DC79-4137-87AB-3AE63C82A755}" destId="{10CDE70F-2F6E-4A4E-84A8-98F918C08357}" srcOrd="4" destOrd="0" presId="urn:microsoft.com/office/officeart/2016/7/layout/HorizontalActionList"/>
    <dgm:cxn modelId="{1E40CF4C-6EF2-41A8-9CE5-28180435AA38}" type="presParOf" srcId="{10CDE70F-2F6E-4A4E-84A8-98F918C08357}" destId="{58D0C815-8621-4E71-B40B-22B9E06E1D35}" srcOrd="0" destOrd="0" presId="urn:microsoft.com/office/officeart/2016/7/layout/HorizontalActionList"/>
    <dgm:cxn modelId="{9C42DA4C-F074-4A49-B518-25D043A66262}" type="presParOf" srcId="{10CDE70F-2F6E-4A4E-84A8-98F918C08357}" destId="{E6268280-59A8-4D8D-A418-FC29204BB71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5D28272-6369-4A0C-9579-3171A612DC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 </a:t>
          </a:r>
          <a:r>
            <a:rPr lang="tr-TR"/>
            <a:t>vs </a:t>
          </a:r>
          <a:r>
            <a:rPr lang="en-US"/>
            <a:t>Base64</a:t>
          </a:r>
          <a:endParaRPr lang="tr-TR"/>
        </a:p>
      </dgm:t>
    </dgm:pt>
    <dgm:pt modelId="{B30B1E72-215F-4715-9512-079B163E7A90}" type="parTrans" cxnId="{DD2070AA-203C-4B90-9FFE-3CA005395874}">
      <dgm:prSet/>
      <dgm:spPr/>
      <dgm:t>
        <a:bodyPr/>
        <a:lstStyle/>
        <a:p>
          <a:endParaRPr lang="tr-TR"/>
        </a:p>
      </dgm:t>
    </dgm:pt>
    <dgm:pt modelId="{3F6225B2-0D8B-4DDB-803C-7C58E37B2446}" type="sibTrans" cxnId="{DD2070AA-203C-4B90-9FFE-3CA005395874}">
      <dgm:prSet/>
      <dgm:spPr/>
      <dgm:t>
        <a:bodyPr/>
        <a:lstStyle/>
        <a:p>
          <a:endParaRPr lang="tr-TR"/>
        </a:p>
      </dgm:t>
    </dgm:pt>
    <dgm:pt modelId="{A5067AE3-E98A-4487-8752-AF07616259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upper- and lowercase</a:t>
          </a:r>
          <a:r>
            <a:rPr lang="tr-TR" dirty="0"/>
            <a:t> </a:t>
          </a:r>
          <a:r>
            <a:rPr lang="en-US" dirty="0"/>
            <a:t>letters and numbers </a:t>
          </a:r>
          <a:endParaRPr lang="tr-TR" dirty="0"/>
        </a:p>
      </dgm:t>
    </dgm:pt>
    <dgm:pt modelId="{DC1DE3E6-B4FF-4765-976A-7210DBF723D0}" type="parTrans" cxnId="{B5A5007A-9863-4C1D-865F-645988C8945F}">
      <dgm:prSet/>
      <dgm:spPr/>
      <dgm:t>
        <a:bodyPr/>
        <a:lstStyle/>
        <a:p>
          <a:endParaRPr lang="tr-TR"/>
        </a:p>
      </dgm:t>
    </dgm:pt>
    <dgm:pt modelId="{95AC0160-4206-4690-A487-D3913AB58583}" type="sibTrans" cxnId="{B5A5007A-9863-4C1D-865F-645988C8945F}">
      <dgm:prSet/>
      <dgm:spPr/>
      <dgm:t>
        <a:bodyPr/>
        <a:lstStyle/>
        <a:p>
          <a:endParaRPr lang="tr-TR"/>
        </a:p>
      </dgm:t>
    </dgm:pt>
    <dgm:pt modelId="{C57236FF-F0E2-4FC3-B59E-513244F869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Omit</a:t>
          </a:r>
          <a:r>
            <a:rPr lang="tr-TR"/>
            <a:t> </a:t>
          </a:r>
          <a:r>
            <a:rPr lang="en-US"/>
            <a:t> </a:t>
          </a:r>
          <a:endParaRPr lang="tr-TR"/>
        </a:p>
      </dgm:t>
    </dgm:pt>
    <dgm:pt modelId="{569C6D86-27B6-4962-96D1-41B408DF7B61}" type="parTrans" cxnId="{3D325F2B-CF14-425A-8E0A-B72986C3FCD3}">
      <dgm:prSet/>
      <dgm:spPr/>
      <dgm:t>
        <a:bodyPr/>
        <a:lstStyle/>
        <a:p>
          <a:endParaRPr lang="tr-TR"/>
        </a:p>
      </dgm:t>
    </dgm:pt>
    <dgm:pt modelId="{8481FAAC-0E2D-4832-ABFE-5D3B1050A16D}" type="sibTrans" cxnId="{3D325F2B-CF14-425A-8E0A-B72986C3FCD3}">
      <dgm:prSet/>
      <dgm:spPr/>
      <dgm:t>
        <a:bodyPr/>
        <a:lstStyle/>
        <a:p>
          <a:endParaRPr lang="tr-TR"/>
        </a:p>
      </dgm:t>
    </dgm:pt>
    <dgm:pt modelId="{0778911D-B4C7-44C2-8773-BF9D9A338B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 characters</a:t>
          </a:r>
          <a:endParaRPr lang="tr-TR" dirty="0"/>
        </a:p>
      </dgm:t>
    </dgm:pt>
    <dgm:pt modelId="{7B56A021-1C48-48D6-A5F3-C697B673F447}" type="parTrans" cxnId="{7AB36F39-98B1-4C77-A4A6-251ADC80143E}">
      <dgm:prSet/>
      <dgm:spPr/>
      <dgm:t>
        <a:bodyPr/>
        <a:lstStyle/>
        <a:p>
          <a:endParaRPr lang="tr-TR"/>
        </a:p>
      </dgm:t>
    </dgm:pt>
    <dgm:pt modelId="{BA872C24-4ECA-4FD8-9368-1011A76B8DA7}" type="sibTrans" cxnId="{7AB36F39-98B1-4C77-A4A6-251ADC80143E}">
      <dgm:prSet/>
      <dgm:spPr/>
      <dgm:t>
        <a:bodyPr/>
        <a:lstStyle/>
        <a:p>
          <a:endParaRPr lang="tr-TR"/>
        </a:p>
      </dgm:t>
    </dgm:pt>
    <dgm:pt modelId="{4C2FCBFF-37F4-4BB3-B15E-82A15157E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Base58 is a subset of Base64</a:t>
          </a:r>
          <a:endParaRPr lang="tr-TR" dirty="0"/>
        </a:p>
      </dgm:t>
    </dgm:pt>
    <dgm:pt modelId="{773CB71E-9F1A-4E07-BD8E-0BB6902DC02D}" type="parTrans" cxnId="{6E6A07CE-4356-4FCF-AE55-72F91DA67BDD}">
      <dgm:prSet/>
      <dgm:spPr/>
      <dgm:t>
        <a:bodyPr/>
        <a:lstStyle/>
        <a:p>
          <a:endParaRPr lang="tr-TR"/>
        </a:p>
      </dgm:t>
    </dgm:pt>
    <dgm:pt modelId="{F9EE53AC-A94E-4782-9D2B-62E4891438F3}" type="sibTrans" cxnId="{6E6A07CE-4356-4FCF-AE55-72F91DA67BDD}">
      <dgm:prSet/>
      <dgm:spPr/>
      <dgm:t>
        <a:bodyPr/>
        <a:lstStyle/>
        <a:p>
          <a:endParaRPr lang="tr-TR"/>
        </a:p>
      </dgm:t>
    </dgm:pt>
    <dgm:pt modelId="{78B5C7AE-15BA-4591-A553-6E7091900E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frequently mistaken</a:t>
          </a:r>
          <a:endParaRPr lang="tr-TR" dirty="0"/>
        </a:p>
      </dgm:t>
    </dgm:pt>
    <dgm:pt modelId="{8969824F-3BFC-413E-9309-F7EAAE41CFCA}" type="parTrans" cxnId="{680273FE-6B8D-4C8B-8134-2576D6557F5E}">
      <dgm:prSet/>
      <dgm:spPr/>
    </dgm:pt>
    <dgm:pt modelId="{3F366D91-1826-4460-973F-80B78B560A5C}" type="sibTrans" cxnId="{680273FE-6B8D-4C8B-8134-2576D6557F5E}">
      <dgm:prSet/>
      <dgm:spPr/>
    </dgm:pt>
    <dgm:pt modelId="{D3DCFAA8-D20C-459C-8A24-AA247F6E802A}" type="pres">
      <dgm:prSet presAssocID="{C7939FA9-FE29-4948-820A-384B80304A17}" presName="root" presStyleCnt="0">
        <dgm:presLayoutVars>
          <dgm:dir/>
          <dgm:resizeHandles val="exact"/>
        </dgm:presLayoutVars>
      </dgm:prSet>
      <dgm:spPr/>
    </dgm:pt>
    <dgm:pt modelId="{019228AB-A0E5-4CB3-90C4-8BE82CF4092D}" type="pres">
      <dgm:prSet presAssocID="{E5D28272-6369-4A0C-9579-3171A612DC0E}" presName="compNode" presStyleCnt="0"/>
      <dgm:spPr/>
    </dgm:pt>
    <dgm:pt modelId="{3514E36B-2322-4DCC-A542-2240887880C4}" type="pres">
      <dgm:prSet presAssocID="{E5D28272-6369-4A0C-9579-3171A612DC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7E359282-DEA5-4AFB-A5B6-0CA28FE5A13D}" type="pres">
      <dgm:prSet presAssocID="{E5D28272-6369-4A0C-9579-3171A612DC0E}" presName="iconSpace" presStyleCnt="0"/>
      <dgm:spPr/>
    </dgm:pt>
    <dgm:pt modelId="{A74C5D83-D0AA-4986-8B1B-EA7199B3827D}" type="pres">
      <dgm:prSet presAssocID="{E5D28272-6369-4A0C-9579-3171A612DC0E}" presName="parTx" presStyleLbl="revTx" presStyleIdx="0" presStyleCnt="4">
        <dgm:presLayoutVars>
          <dgm:chMax val="0"/>
          <dgm:chPref val="0"/>
        </dgm:presLayoutVars>
      </dgm:prSet>
      <dgm:spPr/>
    </dgm:pt>
    <dgm:pt modelId="{D447240F-CA84-4F6C-8D38-BF4CFD7F3F89}" type="pres">
      <dgm:prSet presAssocID="{E5D28272-6369-4A0C-9579-3171A612DC0E}" presName="txSpace" presStyleCnt="0"/>
      <dgm:spPr/>
    </dgm:pt>
    <dgm:pt modelId="{8B951A92-D27C-4B18-93A8-7CCA531D84DF}" type="pres">
      <dgm:prSet presAssocID="{E5D28272-6369-4A0C-9579-3171A612DC0E}" presName="desTx" presStyleLbl="revTx" presStyleIdx="1" presStyleCnt="4">
        <dgm:presLayoutVars/>
      </dgm:prSet>
      <dgm:spPr/>
    </dgm:pt>
    <dgm:pt modelId="{2561E70B-2152-4EF7-9597-42C873DF3548}" type="pres">
      <dgm:prSet presAssocID="{3F6225B2-0D8B-4DDB-803C-7C58E37B2446}" presName="sibTrans" presStyleCnt="0"/>
      <dgm:spPr/>
    </dgm:pt>
    <dgm:pt modelId="{DB27515A-1890-45EC-BB5E-ADE6BFACB287}" type="pres">
      <dgm:prSet presAssocID="{C57236FF-F0E2-4FC3-B59E-513244F86918}" presName="compNode" presStyleCnt="0"/>
      <dgm:spPr/>
    </dgm:pt>
    <dgm:pt modelId="{F217D488-754E-453B-8373-C74EB11E5DF1}" type="pres">
      <dgm:prSet presAssocID="{C57236FF-F0E2-4FC3-B59E-513244F8691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DD22927-46AB-47DC-9045-4A59856641F8}" type="pres">
      <dgm:prSet presAssocID="{C57236FF-F0E2-4FC3-B59E-513244F86918}" presName="iconSpace" presStyleCnt="0"/>
      <dgm:spPr/>
    </dgm:pt>
    <dgm:pt modelId="{59B09593-0D33-437E-B4EC-77C7CE8DBD03}" type="pres">
      <dgm:prSet presAssocID="{C57236FF-F0E2-4FC3-B59E-513244F86918}" presName="parTx" presStyleLbl="revTx" presStyleIdx="2" presStyleCnt="4">
        <dgm:presLayoutVars>
          <dgm:chMax val="0"/>
          <dgm:chPref val="0"/>
        </dgm:presLayoutVars>
      </dgm:prSet>
      <dgm:spPr/>
    </dgm:pt>
    <dgm:pt modelId="{DB21A400-F953-44C0-8DBF-9D3E037CC2FD}" type="pres">
      <dgm:prSet presAssocID="{C57236FF-F0E2-4FC3-B59E-513244F86918}" presName="txSpace" presStyleCnt="0"/>
      <dgm:spPr/>
    </dgm:pt>
    <dgm:pt modelId="{DDE33EF8-349C-455D-9D50-41A836C43783}" type="pres">
      <dgm:prSet presAssocID="{C57236FF-F0E2-4FC3-B59E-513244F86918}" presName="desTx" presStyleLbl="revTx" presStyleIdx="3" presStyleCnt="4">
        <dgm:presLayoutVars/>
      </dgm:prSet>
      <dgm:spPr/>
    </dgm:pt>
  </dgm:ptLst>
  <dgm:cxnLst>
    <dgm:cxn modelId="{CB566B01-D507-41D1-9380-BD1FA2230FE6}" type="presOf" srcId="{78B5C7AE-15BA-4591-A553-6E7091900E0A}" destId="{DDE33EF8-349C-455D-9D50-41A836C43783}" srcOrd="0" destOrd="1" presId="urn:microsoft.com/office/officeart/2018/5/layout/CenteredIconLabelDescriptionList"/>
    <dgm:cxn modelId="{8F1CA503-D2E3-42F3-A51E-B314928A75F6}" type="presOf" srcId="{C7939FA9-FE29-4948-820A-384B80304A17}" destId="{D3DCFAA8-D20C-459C-8A24-AA247F6E802A}" srcOrd="0" destOrd="0" presId="urn:microsoft.com/office/officeart/2018/5/layout/CenteredIconLabelDescriptionList"/>
    <dgm:cxn modelId="{91CFE90E-2DFF-441E-8E2E-D2FAE5156258}" type="presOf" srcId="{4C2FCBFF-37F4-4BB3-B15E-82A15157E880}" destId="{8B951A92-D27C-4B18-93A8-7CCA531D84DF}" srcOrd="0" destOrd="0" presId="urn:microsoft.com/office/officeart/2018/5/layout/CenteredIconLabelDescriptionList"/>
    <dgm:cxn modelId="{3D325F2B-CF14-425A-8E0A-B72986C3FCD3}" srcId="{C7939FA9-FE29-4948-820A-384B80304A17}" destId="{C57236FF-F0E2-4FC3-B59E-513244F86918}" srcOrd="1" destOrd="0" parTransId="{569C6D86-27B6-4962-96D1-41B408DF7B61}" sibTransId="{8481FAAC-0E2D-4832-ABFE-5D3B1050A16D}"/>
    <dgm:cxn modelId="{7AB36F39-98B1-4C77-A4A6-251ADC80143E}" srcId="{C57236FF-F0E2-4FC3-B59E-513244F86918}" destId="{0778911D-B4C7-44C2-8773-BF9D9A338BC6}" srcOrd="0" destOrd="0" parTransId="{7B56A021-1C48-48D6-A5F3-C697B673F447}" sibTransId="{BA872C24-4ECA-4FD8-9368-1011A76B8DA7}"/>
    <dgm:cxn modelId="{B5A5007A-9863-4C1D-865F-645988C8945F}" srcId="{E5D28272-6369-4A0C-9579-3171A612DC0E}" destId="{A5067AE3-E98A-4487-8752-AF076162593B}" srcOrd="1" destOrd="0" parTransId="{DC1DE3E6-B4FF-4765-976A-7210DBF723D0}" sibTransId="{95AC0160-4206-4690-A487-D3913AB58583}"/>
    <dgm:cxn modelId="{1956555A-9377-4052-A828-F0B81E6E6F31}" type="presOf" srcId="{0778911D-B4C7-44C2-8773-BF9D9A338BC6}" destId="{DDE33EF8-349C-455D-9D50-41A836C43783}" srcOrd="0" destOrd="0" presId="urn:microsoft.com/office/officeart/2018/5/layout/CenteredIconLabelDescriptionList"/>
    <dgm:cxn modelId="{AEA7D97C-A7C4-4686-BE96-9EA343C399E2}" type="presOf" srcId="{E5D28272-6369-4A0C-9579-3171A612DC0E}" destId="{A74C5D83-D0AA-4986-8B1B-EA7199B3827D}" srcOrd="0" destOrd="0" presId="urn:microsoft.com/office/officeart/2018/5/layout/CenteredIconLabelDescriptionList"/>
    <dgm:cxn modelId="{C0BFC8A8-9917-438B-878E-28CE7522CC07}" type="presOf" srcId="{C57236FF-F0E2-4FC3-B59E-513244F86918}" destId="{59B09593-0D33-437E-B4EC-77C7CE8DBD03}" srcOrd="0" destOrd="0" presId="urn:microsoft.com/office/officeart/2018/5/layout/CenteredIconLabelDescriptionList"/>
    <dgm:cxn modelId="{DD2070AA-203C-4B90-9FFE-3CA005395874}" srcId="{C7939FA9-FE29-4948-820A-384B80304A17}" destId="{E5D28272-6369-4A0C-9579-3171A612DC0E}" srcOrd="0" destOrd="0" parTransId="{B30B1E72-215F-4715-9512-079B163E7A90}" sibTransId="{3F6225B2-0D8B-4DDB-803C-7C58E37B2446}"/>
    <dgm:cxn modelId="{06F4AAC0-F794-4AE4-B20D-2D057BE596C0}" type="presOf" srcId="{A5067AE3-E98A-4487-8752-AF076162593B}" destId="{8B951A92-D27C-4B18-93A8-7CCA531D84DF}" srcOrd="0" destOrd="1" presId="urn:microsoft.com/office/officeart/2018/5/layout/CenteredIconLabelDescriptionList"/>
    <dgm:cxn modelId="{6E6A07CE-4356-4FCF-AE55-72F91DA67BDD}" srcId="{E5D28272-6369-4A0C-9579-3171A612DC0E}" destId="{4C2FCBFF-37F4-4BB3-B15E-82A15157E880}" srcOrd="0" destOrd="0" parTransId="{773CB71E-9F1A-4E07-BD8E-0BB6902DC02D}" sibTransId="{F9EE53AC-A94E-4782-9D2B-62E4891438F3}"/>
    <dgm:cxn modelId="{680273FE-6B8D-4C8B-8134-2576D6557F5E}" srcId="{C57236FF-F0E2-4FC3-B59E-513244F86918}" destId="{78B5C7AE-15BA-4591-A553-6E7091900E0A}" srcOrd="1" destOrd="0" parTransId="{8969824F-3BFC-413E-9309-F7EAAE41CFCA}" sibTransId="{3F366D91-1826-4460-973F-80B78B560A5C}"/>
    <dgm:cxn modelId="{75DBA6E3-553C-42A8-9B75-7A78493FDF35}" type="presParOf" srcId="{D3DCFAA8-D20C-459C-8A24-AA247F6E802A}" destId="{019228AB-A0E5-4CB3-90C4-8BE82CF4092D}" srcOrd="0" destOrd="0" presId="urn:microsoft.com/office/officeart/2018/5/layout/CenteredIconLabelDescriptionList"/>
    <dgm:cxn modelId="{3026E41C-C2FB-4D07-9472-7A2876EF537A}" type="presParOf" srcId="{019228AB-A0E5-4CB3-90C4-8BE82CF4092D}" destId="{3514E36B-2322-4DCC-A542-2240887880C4}" srcOrd="0" destOrd="0" presId="urn:microsoft.com/office/officeart/2018/5/layout/CenteredIconLabelDescriptionList"/>
    <dgm:cxn modelId="{C6450FD9-8640-47FB-B3A0-877D3DC79DEF}" type="presParOf" srcId="{019228AB-A0E5-4CB3-90C4-8BE82CF4092D}" destId="{7E359282-DEA5-4AFB-A5B6-0CA28FE5A13D}" srcOrd="1" destOrd="0" presId="urn:microsoft.com/office/officeart/2018/5/layout/CenteredIconLabelDescriptionList"/>
    <dgm:cxn modelId="{E0432623-D3A1-4BCC-99BA-B75E8968B36F}" type="presParOf" srcId="{019228AB-A0E5-4CB3-90C4-8BE82CF4092D}" destId="{A74C5D83-D0AA-4986-8B1B-EA7199B3827D}" srcOrd="2" destOrd="0" presId="urn:microsoft.com/office/officeart/2018/5/layout/CenteredIconLabelDescriptionList"/>
    <dgm:cxn modelId="{3948135E-5CA9-4CE3-83F8-686BBCF8A741}" type="presParOf" srcId="{019228AB-A0E5-4CB3-90C4-8BE82CF4092D}" destId="{D447240F-CA84-4F6C-8D38-BF4CFD7F3F89}" srcOrd="3" destOrd="0" presId="urn:microsoft.com/office/officeart/2018/5/layout/CenteredIconLabelDescriptionList"/>
    <dgm:cxn modelId="{4522985D-5E6C-4552-BF93-F17DB89B69C6}" type="presParOf" srcId="{019228AB-A0E5-4CB3-90C4-8BE82CF4092D}" destId="{8B951A92-D27C-4B18-93A8-7CCA531D84DF}" srcOrd="4" destOrd="0" presId="urn:microsoft.com/office/officeart/2018/5/layout/CenteredIconLabelDescriptionList"/>
    <dgm:cxn modelId="{CDEBA0E6-A331-4028-9CFC-C89C36373886}" type="presParOf" srcId="{D3DCFAA8-D20C-459C-8A24-AA247F6E802A}" destId="{2561E70B-2152-4EF7-9597-42C873DF3548}" srcOrd="1" destOrd="0" presId="urn:microsoft.com/office/officeart/2018/5/layout/CenteredIconLabelDescriptionList"/>
    <dgm:cxn modelId="{4221EF1F-50C6-4D75-997E-C2BBB82940A8}" type="presParOf" srcId="{D3DCFAA8-D20C-459C-8A24-AA247F6E802A}" destId="{DB27515A-1890-45EC-BB5E-ADE6BFACB287}" srcOrd="2" destOrd="0" presId="urn:microsoft.com/office/officeart/2018/5/layout/CenteredIconLabelDescriptionList"/>
    <dgm:cxn modelId="{0E691B7E-21A5-4574-8AE9-21F4A54BAD2D}" type="presParOf" srcId="{DB27515A-1890-45EC-BB5E-ADE6BFACB287}" destId="{F217D488-754E-453B-8373-C74EB11E5DF1}" srcOrd="0" destOrd="0" presId="urn:microsoft.com/office/officeart/2018/5/layout/CenteredIconLabelDescriptionList"/>
    <dgm:cxn modelId="{D717E035-4496-4E90-8192-E0F86F677AAF}" type="presParOf" srcId="{DB27515A-1890-45EC-BB5E-ADE6BFACB287}" destId="{EDD22927-46AB-47DC-9045-4A59856641F8}" srcOrd="1" destOrd="0" presId="urn:microsoft.com/office/officeart/2018/5/layout/CenteredIconLabelDescriptionList"/>
    <dgm:cxn modelId="{4068C6E5-0883-41C8-BB15-2357D2180EBB}" type="presParOf" srcId="{DB27515A-1890-45EC-BB5E-ADE6BFACB287}" destId="{59B09593-0D33-437E-B4EC-77C7CE8DBD03}" srcOrd="2" destOrd="0" presId="urn:microsoft.com/office/officeart/2018/5/layout/CenteredIconLabelDescriptionList"/>
    <dgm:cxn modelId="{AFDFC5EC-B21F-4D4B-AC20-499227554842}" type="presParOf" srcId="{DB27515A-1890-45EC-BB5E-ADE6BFACB287}" destId="{DB21A400-F953-44C0-8DBF-9D3E037CC2FD}" srcOrd="3" destOrd="0" presId="urn:microsoft.com/office/officeart/2018/5/layout/CenteredIconLabelDescriptionList"/>
    <dgm:cxn modelId="{DBF883AF-D34C-4762-B0C1-83FA38E32C9B}" type="presParOf" srcId="{DB27515A-1890-45EC-BB5E-ADE6BFACB287}" destId="{DDE33EF8-349C-455D-9D50-41A836C437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tr-TR"/>
        </a:p>
      </dgm:t>
    </dgm:pt>
    <dgm:pt modelId="{27112C90-3F65-42AA-A53B-4C8E17EDCBAD}">
      <dgm:prSet/>
      <dgm:spPr/>
      <dgm:t>
        <a:bodyPr/>
        <a:lstStyle/>
        <a:p>
          <a:r>
            <a:rPr lang="pt-BR" dirty="0"/>
            <a:t>0</a:t>
          </a:r>
          <a:r>
            <a:rPr lang="tr-TR" dirty="0"/>
            <a:t>:</a:t>
          </a:r>
          <a:r>
            <a:rPr lang="pt-BR" dirty="0"/>
            <a:t> number zero</a:t>
          </a:r>
          <a:endParaRPr lang="tr-TR" dirty="0"/>
        </a:p>
      </dgm:t>
    </dgm:pt>
    <dgm:pt modelId="{BDF2BCA0-9B88-44C5-89FB-A6B108EF3602}" type="parTrans" cxnId="{5D81EAD7-A1C8-4B96-9372-1148B881B4CA}">
      <dgm:prSet/>
      <dgm:spPr/>
      <dgm:t>
        <a:bodyPr/>
        <a:lstStyle/>
        <a:p>
          <a:endParaRPr lang="tr-TR"/>
        </a:p>
      </dgm:t>
    </dgm:pt>
    <dgm:pt modelId="{4F0C7A73-CB91-4BC0-9723-3C0753C52E4F}" type="sibTrans" cxnId="{5D81EAD7-A1C8-4B96-9372-1148B881B4CA}">
      <dgm:prSet/>
      <dgm:spPr/>
      <dgm:t>
        <a:bodyPr/>
        <a:lstStyle/>
        <a:p>
          <a:endParaRPr lang="tr-TR"/>
        </a:p>
      </dgm:t>
    </dgm:pt>
    <dgm:pt modelId="{57A365C9-74E0-451C-B1C0-24A8479CA43F}">
      <dgm:prSet/>
      <dgm:spPr/>
      <dgm:t>
        <a:bodyPr/>
        <a:lstStyle/>
        <a:p>
          <a:r>
            <a:rPr lang="tr-TR"/>
            <a:t>Base58 alphabet</a:t>
          </a:r>
        </a:p>
      </dgm:t>
    </dgm:pt>
    <dgm:pt modelId="{EDAAD430-AFBD-4CA2-946F-C85C94256DEB}" type="parTrans" cxnId="{42E2C827-0681-486B-A1CA-8D97347A1BF0}">
      <dgm:prSet/>
      <dgm:spPr/>
      <dgm:t>
        <a:bodyPr/>
        <a:lstStyle/>
        <a:p>
          <a:endParaRPr lang="tr-TR"/>
        </a:p>
      </dgm:t>
    </dgm:pt>
    <dgm:pt modelId="{BE768F51-3C3B-4178-A13E-F9BEBC0478F6}" type="sibTrans" cxnId="{42E2C827-0681-486B-A1CA-8D97347A1BF0}">
      <dgm:prSet/>
      <dgm:spPr/>
      <dgm:t>
        <a:bodyPr/>
        <a:lstStyle/>
        <a:p>
          <a:endParaRPr lang="tr-TR"/>
        </a:p>
      </dgm:t>
    </dgm:pt>
    <dgm:pt modelId="{D4BFA02E-4A50-41B6-92AC-44E44F412E37}">
      <dgm:prSet/>
      <dgm:spPr/>
      <dgm:t>
        <a:bodyPr/>
        <a:lstStyle/>
        <a:p>
          <a:r>
            <a:rPr lang="tr-TR" dirty="0"/>
            <a:t>123456789</a:t>
          </a:r>
        </a:p>
      </dgm:t>
    </dgm:pt>
    <dgm:pt modelId="{32DEDF68-7ADE-4534-BF68-21E546312830}" type="parTrans" cxnId="{F963EB6B-0025-47C5-A843-E7F5FA4CA312}">
      <dgm:prSet/>
      <dgm:spPr/>
      <dgm:t>
        <a:bodyPr/>
        <a:lstStyle/>
        <a:p>
          <a:endParaRPr lang="tr-TR"/>
        </a:p>
      </dgm:t>
    </dgm:pt>
    <dgm:pt modelId="{3E6EB271-C8CB-4896-BFC5-98C565A36BB7}" type="sibTrans" cxnId="{F963EB6B-0025-47C5-A843-E7F5FA4CA312}">
      <dgm:prSet/>
      <dgm:spPr/>
      <dgm:t>
        <a:bodyPr/>
        <a:lstStyle/>
        <a:p>
          <a:endParaRPr lang="tr-TR"/>
        </a:p>
      </dgm:t>
    </dgm:pt>
    <dgm:pt modelId="{DE210783-6948-47EB-9E3D-7A4E568CFD48}">
      <dgm:prSet/>
      <dgm:spPr/>
      <dgm:t>
        <a:bodyPr/>
        <a:lstStyle/>
        <a:p>
          <a:r>
            <a:rPr lang="tr-TR" dirty="0"/>
            <a:t>Omitted</a:t>
          </a:r>
        </a:p>
      </dgm:t>
    </dgm:pt>
    <dgm:pt modelId="{0D2A7967-4676-45AA-B59E-77D2C34E3C21}" type="parTrans" cxnId="{5C732E05-C344-4D54-8250-FFDA27B1800D}">
      <dgm:prSet/>
      <dgm:spPr/>
    </dgm:pt>
    <dgm:pt modelId="{6B45C0EB-34DD-4AB6-B43D-40C82CC927FD}" type="sibTrans" cxnId="{5C732E05-C344-4D54-8250-FFDA27B1800D}">
      <dgm:prSet/>
      <dgm:spPr/>
    </dgm:pt>
    <dgm:pt modelId="{4C120476-6D4F-4344-B0CE-8E869B4275E9}">
      <dgm:prSet/>
      <dgm:spPr/>
      <dgm:t>
        <a:bodyPr/>
        <a:lstStyle/>
        <a:p>
          <a:r>
            <a:rPr lang="pt-BR" dirty="0"/>
            <a:t>O</a:t>
          </a:r>
          <a:r>
            <a:rPr lang="tr-TR" dirty="0"/>
            <a:t>:</a:t>
          </a:r>
          <a:r>
            <a:rPr lang="pt-BR" dirty="0"/>
            <a:t> capital o</a:t>
          </a:r>
          <a:endParaRPr lang="tr-TR" dirty="0"/>
        </a:p>
      </dgm:t>
    </dgm:pt>
    <dgm:pt modelId="{98373BC8-4AD0-474A-AA7E-BD6FFAA78B6E}" type="parTrans" cxnId="{EA68151E-2B7F-4632-9096-5FD8B1CE5678}">
      <dgm:prSet/>
      <dgm:spPr/>
    </dgm:pt>
    <dgm:pt modelId="{FAF78F61-1DEA-4A7D-BA71-7EC47E49616C}" type="sibTrans" cxnId="{EA68151E-2B7F-4632-9096-5FD8B1CE5678}">
      <dgm:prSet/>
      <dgm:spPr/>
    </dgm:pt>
    <dgm:pt modelId="{E43D0B78-61DE-4220-86FE-AA3091E6CB33}">
      <dgm:prSet/>
      <dgm:spPr/>
      <dgm:t>
        <a:bodyPr/>
        <a:lstStyle/>
        <a:p>
          <a:r>
            <a:rPr lang="pt-BR" dirty="0"/>
            <a:t> l</a:t>
          </a:r>
          <a:r>
            <a:rPr lang="tr-TR" dirty="0"/>
            <a:t>:</a:t>
          </a:r>
          <a:r>
            <a:rPr lang="pt-BR" dirty="0"/>
            <a:t> lower L</a:t>
          </a:r>
          <a:endParaRPr lang="tr-TR" dirty="0"/>
        </a:p>
      </dgm:t>
    </dgm:pt>
    <dgm:pt modelId="{AA950CFF-F5F2-4463-9C4A-E8C290405171}" type="parTrans" cxnId="{3FB00530-1B4F-4C87-A784-DF07D1C342C4}">
      <dgm:prSet/>
      <dgm:spPr/>
    </dgm:pt>
    <dgm:pt modelId="{8A0B717B-A0E0-4605-B0F2-7B1B728D36BE}" type="sibTrans" cxnId="{3FB00530-1B4F-4C87-A784-DF07D1C342C4}">
      <dgm:prSet/>
      <dgm:spPr/>
    </dgm:pt>
    <dgm:pt modelId="{91A8D379-4DC0-4AD9-934C-A28460CFE646}">
      <dgm:prSet/>
      <dgm:spPr/>
      <dgm:t>
        <a:bodyPr/>
        <a:lstStyle/>
        <a:p>
          <a:r>
            <a:rPr lang="pt-BR" dirty="0"/>
            <a:t>I</a:t>
          </a:r>
          <a:r>
            <a:rPr lang="tr-TR" dirty="0"/>
            <a:t>:</a:t>
          </a:r>
          <a:r>
            <a:rPr lang="pt-BR" dirty="0"/>
            <a:t> capital i</a:t>
          </a:r>
          <a:endParaRPr lang="tr-TR" dirty="0"/>
        </a:p>
      </dgm:t>
    </dgm:pt>
    <dgm:pt modelId="{93434456-10DB-4FF3-BF0C-9AB1694D5BDB}" type="parTrans" cxnId="{DEE7429E-9634-4160-8970-0740E56AE387}">
      <dgm:prSet/>
      <dgm:spPr/>
    </dgm:pt>
    <dgm:pt modelId="{CF943C03-B56F-4C3E-B7BF-E4A2C8A13111}" type="sibTrans" cxnId="{DEE7429E-9634-4160-8970-0740E56AE387}">
      <dgm:prSet/>
      <dgm:spPr/>
    </dgm:pt>
    <dgm:pt modelId="{0B8669F2-70B7-4E74-86FE-7AAFD2EC929B}">
      <dgm:prSet/>
      <dgm:spPr/>
      <dgm:t>
        <a:bodyPr/>
        <a:lstStyle/>
        <a:p>
          <a:r>
            <a:rPr lang="tr-TR"/>
            <a:t>the </a:t>
          </a:r>
          <a:r>
            <a:rPr lang="tr-TR" dirty="0"/>
            <a:t>symbols “+” and “/”</a:t>
          </a:r>
        </a:p>
      </dgm:t>
    </dgm:pt>
    <dgm:pt modelId="{855C300F-95E1-49DE-9451-0A35082BD658}" type="parTrans" cxnId="{FAF5ED4F-556F-46D2-82FE-E42DBB284CAD}">
      <dgm:prSet/>
      <dgm:spPr/>
    </dgm:pt>
    <dgm:pt modelId="{E073F398-DC96-4838-AB4D-A6100181D29E}" type="sibTrans" cxnId="{FAF5ED4F-556F-46D2-82FE-E42DBB284CAD}">
      <dgm:prSet/>
      <dgm:spPr/>
    </dgm:pt>
    <dgm:pt modelId="{7FCF1644-D6B7-4C48-B061-F6938C4C436E}">
      <dgm:prSet/>
      <dgm:spPr/>
      <dgm:t>
        <a:bodyPr/>
        <a:lstStyle/>
        <a:p>
          <a:r>
            <a:rPr lang="tr-TR"/>
            <a:t>abcdefghijkmnopqrstuvwxyz</a:t>
          </a:r>
          <a:endParaRPr lang="tr-TR" dirty="0"/>
        </a:p>
      </dgm:t>
    </dgm:pt>
    <dgm:pt modelId="{FB55E145-7731-435B-8EEA-7D1BB0D87CDC}" type="parTrans" cxnId="{1A07B035-B6E8-4421-9213-72E54BB60D11}">
      <dgm:prSet/>
      <dgm:spPr/>
    </dgm:pt>
    <dgm:pt modelId="{0F13ED2E-6455-4E45-85D5-569758B2710C}" type="sibTrans" cxnId="{1A07B035-B6E8-4421-9213-72E54BB60D11}">
      <dgm:prSet/>
      <dgm:spPr/>
    </dgm:pt>
    <dgm:pt modelId="{A1C3A94A-6D78-4CC5-9AFD-DDDAE2DDABDC}">
      <dgm:prSet/>
      <dgm:spPr/>
      <dgm:t>
        <a:bodyPr/>
        <a:lstStyle/>
        <a:p>
          <a:r>
            <a:rPr lang="tr-TR"/>
            <a:t>ABCDEFGHJKLMNPQRSTUVWXYZ</a:t>
          </a:r>
          <a:endParaRPr lang="tr-TR" dirty="0"/>
        </a:p>
      </dgm:t>
    </dgm:pt>
    <dgm:pt modelId="{38C72B47-AF79-41DB-A8C0-BD78E26E9031}" type="parTrans" cxnId="{C288F5CD-EB26-4443-9892-5E2FF8555B9D}">
      <dgm:prSet/>
      <dgm:spPr/>
    </dgm:pt>
    <dgm:pt modelId="{3166E9D8-074C-49F1-B8AB-567A2935B169}" type="sibTrans" cxnId="{C288F5CD-EB26-4443-9892-5E2FF8555B9D}">
      <dgm:prSet/>
      <dgm:spPr/>
    </dgm:pt>
    <dgm:pt modelId="{FFE9AED7-3936-403B-925C-A22FBCD5CCCA}" type="pres">
      <dgm:prSet presAssocID="{C7939FA9-FE29-4948-820A-384B80304A17}" presName="Name0" presStyleCnt="0">
        <dgm:presLayoutVars>
          <dgm:dir/>
          <dgm:animLvl val="lvl"/>
          <dgm:resizeHandles val="exact"/>
        </dgm:presLayoutVars>
      </dgm:prSet>
      <dgm:spPr/>
    </dgm:pt>
    <dgm:pt modelId="{A4A842D4-025A-42DE-8177-BF68816CA68E}" type="pres">
      <dgm:prSet presAssocID="{DE210783-6948-47EB-9E3D-7A4E568CFD48}" presName="composite" presStyleCnt="0"/>
      <dgm:spPr/>
    </dgm:pt>
    <dgm:pt modelId="{33A86AFD-9414-4AA0-906B-5DEBC8017CEF}" type="pres">
      <dgm:prSet presAssocID="{DE210783-6948-47EB-9E3D-7A4E568CFD4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60E767D-6B5C-4723-9249-EFF1FD4EC543}" type="pres">
      <dgm:prSet presAssocID="{DE210783-6948-47EB-9E3D-7A4E568CFD48}" presName="desTx" presStyleLbl="alignAccFollowNode1" presStyleIdx="0" presStyleCnt="2">
        <dgm:presLayoutVars>
          <dgm:bulletEnabled val="1"/>
        </dgm:presLayoutVars>
      </dgm:prSet>
      <dgm:spPr/>
    </dgm:pt>
    <dgm:pt modelId="{21BF0112-343E-4320-B24A-97B03967532F}" type="pres">
      <dgm:prSet presAssocID="{6B45C0EB-34DD-4AB6-B43D-40C82CC927FD}" presName="space" presStyleCnt="0"/>
      <dgm:spPr/>
    </dgm:pt>
    <dgm:pt modelId="{F9DB05B9-5425-4603-9193-D61901167909}" type="pres">
      <dgm:prSet presAssocID="{57A365C9-74E0-451C-B1C0-24A8479CA43F}" presName="composite" presStyleCnt="0"/>
      <dgm:spPr/>
    </dgm:pt>
    <dgm:pt modelId="{78A50885-C5FE-4C72-BB88-E8858408559F}" type="pres">
      <dgm:prSet presAssocID="{57A365C9-74E0-451C-B1C0-24A8479CA43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B45CCB2-25E9-4E3D-B366-7EA712794DEF}" type="pres">
      <dgm:prSet presAssocID="{57A365C9-74E0-451C-B1C0-24A8479CA43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C5BDC03-AD31-46E8-91AC-0689FCCCE711}" type="presOf" srcId="{57A365C9-74E0-451C-B1C0-24A8479CA43F}" destId="{78A50885-C5FE-4C72-BB88-E8858408559F}" srcOrd="0" destOrd="0" presId="urn:microsoft.com/office/officeart/2005/8/layout/hList1"/>
    <dgm:cxn modelId="{5C732E05-C344-4D54-8250-FFDA27B1800D}" srcId="{C7939FA9-FE29-4948-820A-384B80304A17}" destId="{DE210783-6948-47EB-9E3D-7A4E568CFD48}" srcOrd="0" destOrd="0" parTransId="{0D2A7967-4676-45AA-B59E-77D2C34E3C21}" sibTransId="{6B45C0EB-34DD-4AB6-B43D-40C82CC927FD}"/>
    <dgm:cxn modelId="{BE4EC217-3AED-4879-BA1C-62B94B90D2EA}" type="presOf" srcId="{E43D0B78-61DE-4220-86FE-AA3091E6CB33}" destId="{760E767D-6B5C-4723-9249-EFF1FD4EC543}" srcOrd="0" destOrd="2" presId="urn:microsoft.com/office/officeart/2005/8/layout/hList1"/>
    <dgm:cxn modelId="{EA68151E-2B7F-4632-9096-5FD8B1CE5678}" srcId="{DE210783-6948-47EB-9E3D-7A4E568CFD48}" destId="{4C120476-6D4F-4344-B0CE-8E869B4275E9}" srcOrd="1" destOrd="0" parTransId="{98373BC8-4AD0-474A-AA7E-BD6FFAA78B6E}" sibTransId="{FAF78F61-1DEA-4A7D-BA71-7EC47E49616C}"/>
    <dgm:cxn modelId="{42E2C827-0681-486B-A1CA-8D97347A1BF0}" srcId="{C7939FA9-FE29-4948-820A-384B80304A17}" destId="{57A365C9-74E0-451C-B1C0-24A8479CA43F}" srcOrd="1" destOrd="0" parTransId="{EDAAD430-AFBD-4CA2-946F-C85C94256DEB}" sibTransId="{BE768F51-3C3B-4178-A13E-F9BEBC0478F6}"/>
    <dgm:cxn modelId="{3FB00530-1B4F-4C87-A784-DF07D1C342C4}" srcId="{DE210783-6948-47EB-9E3D-7A4E568CFD48}" destId="{E43D0B78-61DE-4220-86FE-AA3091E6CB33}" srcOrd="2" destOrd="0" parTransId="{AA950CFF-F5F2-4463-9C4A-E8C290405171}" sibTransId="{8A0B717B-A0E0-4605-B0F2-7B1B728D36BE}"/>
    <dgm:cxn modelId="{763ED231-8CC3-4B02-B6EA-810B98A00E0F}" type="presOf" srcId="{DE210783-6948-47EB-9E3D-7A4E568CFD48}" destId="{33A86AFD-9414-4AA0-906B-5DEBC8017CEF}" srcOrd="0" destOrd="0" presId="urn:microsoft.com/office/officeart/2005/8/layout/hList1"/>
    <dgm:cxn modelId="{1A07B035-B6E8-4421-9213-72E54BB60D11}" srcId="{57A365C9-74E0-451C-B1C0-24A8479CA43F}" destId="{7FCF1644-D6B7-4C48-B061-F6938C4C436E}" srcOrd="2" destOrd="0" parTransId="{FB55E145-7731-435B-8EEA-7D1BB0D87CDC}" sibTransId="{0F13ED2E-6455-4E45-85D5-569758B2710C}"/>
    <dgm:cxn modelId="{98ABB33E-22FB-4665-9B40-5DAC57655F05}" type="presOf" srcId="{4C120476-6D4F-4344-B0CE-8E869B4275E9}" destId="{760E767D-6B5C-4723-9249-EFF1FD4EC543}" srcOrd="0" destOrd="1" presId="urn:microsoft.com/office/officeart/2005/8/layout/hList1"/>
    <dgm:cxn modelId="{0E386C63-2735-4373-9819-8FEB15FF8A1D}" type="presOf" srcId="{D4BFA02E-4A50-41B6-92AC-44E44F412E37}" destId="{2B45CCB2-25E9-4E3D-B366-7EA712794DEF}" srcOrd="0" destOrd="0" presId="urn:microsoft.com/office/officeart/2005/8/layout/hList1"/>
    <dgm:cxn modelId="{F963EB6B-0025-47C5-A843-E7F5FA4CA312}" srcId="{57A365C9-74E0-451C-B1C0-24A8479CA43F}" destId="{D4BFA02E-4A50-41B6-92AC-44E44F412E37}" srcOrd="0" destOrd="0" parTransId="{32DEDF68-7ADE-4534-BF68-21E546312830}" sibTransId="{3E6EB271-C8CB-4896-BFC5-98C565A36BB7}"/>
    <dgm:cxn modelId="{FAF5ED4F-556F-46D2-82FE-E42DBB284CAD}" srcId="{DE210783-6948-47EB-9E3D-7A4E568CFD48}" destId="{0B8669F2-70B7-4E74-86FE-7AAFD2EC929B}" srcOrd="4" destOrd="0" parTransId="{855C300F-95E1-49DE-9451-0A35082BD658}" sibTransId="{E073F398-DC96-4838-AB4D-A6100181D29E}"/>
    <dgm:cxn modelId="{FE4E3150-321D-474B-8092-C282865C23F7}" type="presOf" srcId="{7FCF1644-D6B7-4C48-B061-F6938C4C436E}" destId="{2B45CCB2-25E9-4E3D-B366-7EA712794DEF}" srcOrd="0" destOrd="2" presId="urn:microsoft.com/office/officeart/2005/8/layout/hList1"/>
    <dgm:cxn modelId="{DBCF6A7C-A0FD-4842-8269-BFA0B61CFED9}" type="presOf" srcId="{27112C90-3F65-42AA-A53B-4C8E17EDCBAD}" destId="{760E767D-6B5C-4723-9249-EFF1FD4EC543}" srcOrd="0" destOrd="0" presId="urn:microsoft.com/office/officeart/2005/8/layout/hList1"/>
    <dgm:cxn modelId="{DEE7429E-9634-4160-8970-0740E56AE387}" srcId="{DE210783-6948-47EB-9E3D-7A4E568CFD48}" destId="{91A8D379-4DC0-4AD9-934C-A28460CFE646}" srcOrd="3" destOrd="0" parTransId="{93434456-10DB-4FF3-BF0C-9AB1694D5BDB}" sibTransId="{CF943C03-B56F-4C3E-B7BF-E4A2C8A13111}"/>
    <dgm:cxn modelId="{C2AD6FA2-8BB0-4AE6-B0E4-C7BEF4330DDD}" type="presOf" srcId="{C7939FA9-FE29-4948-820A-384B80304A17}" destId="{FFE9AED7-3936-403B-925C-A22FBCD5CCCA}" srcOrd="0" destOrd="0" presId="urn:microsoft.com/office/officeart/2005/8/layout/hList1"/>
    <dgm:cxn modelId="{92B77EB5-036A-48EE-B69C-5E26BCD9B3EC}" type="presOf" srcId="{0B8669F2-70B7-4E74-86FE-7AAFD2EC929B}" destId="{760E767D-6B5C-4723-9249-EFF1FD4EC543}" srcOrd="0" destOrd="4" presId="urn:microsoft.com/office/officeart/2005/8/layout/hList1"/>
    <dgm:cxn modelId="{2A83C2CB-97BB-4250-9221-71DF035B1E19}" type="presOf" srcId="{91A8D379-4DC0-4AD9-934C-A28460CFE646}" destId="{760E767D-6B5C-4723-9249-EFF1FD4EC543}" srcOrd="0" destOrd="3" presId="urn:microsoft.com/office/officeart/2005/8/layout/hList1"/>
    <dgm:cxn modelId="{C288F5CD-EB26-4443-9892-5E2FF8555B9D}" srcId="{57A365C9-74E0-451C-B1C0-24A8479CA43F}" destId="{A1C3A94A-6D78-4CC5-9AFD-DDDAE2DDABDC}" srcOrd="1" destOrd="0" parTransId="{38C72B47-AF79-41DB-A8C0-BD78E26E9031}" sibTransId="{3166E9D8-074C-49F1-B8AB-567A2935B169}"/>
    <dgm:cxn modelId="{5D9BA8D3-E345-48A6-A81E-8BAF109ECD5E}" type="presOf" srcId="{A1C3A94A-6D78-4CC5-9AFD-DDDAE2DDABDC}" destId="{2B45CCB2-25E9-4E3D-B366-7EA712794DEF}" srcOrd="0" destOrd="1" presId="urn:microsoft.com/office/officeart/2005/8/layout/hList1"/>
    <dgm:cxn modelId="{5D81EAD7-A1C8-4B96-9372-1148B881B4CA}" srcId="{DE210783-6948-47EB-9E3D-7A4E568CFD48}" destId="{27112C90-3F65-42AA-A53B-4C8E17EDCBAD}" srcOrd="0" destOrd="0" parTransId="{BDF2BCA0-9B88-44C5-89FB-A6B108EF3602}" sibTransId="{4F0C7A73-CB91-4BC0-9723-3C0753C52E4F}"/>
    <dgm:cxn modelId="{FD6E595C-AC99-4EC7-9AAF-F1912F7B1B5C}" type="presParOf" srcId="{FFE9AED7-3936-403B-925C-A22FBCD5CCCA}" destId="{A4A842D4-025A-42DE-8177-BF68816CA68E}" srcOrd="0" destOrd="0" presId="urn:microsoft.com/office/officeart/2005/8/layout/hList1"/>
    <dgm:cxn modelId="{A92374AD-F36B-4A60-93DB-8A20EF5DEBEE}" type="presParOf" srcId="{A4A842D4-025A-42DE-8177-BF68816CA68E}" destId="{33A86AFD-9414-4AA0-906B-5DEBC8017CEF}" srcOrd="0" destOrd="0" presId="urn:microsoft.com/office/officeart/2005/8/layout/hList1"/>
    <dgm:cxn modelId="{19141991-F2C7-4860-A60B-572BB4EE1F5C}" type="presParOf" srcId="{A4A842D4-025A-42DE-8177-BF68816CA68E}" destId="{760E767D-6B5C-4723-9249-EFF1FD4EC543}" srcOrd="1" destOrd="0" presId="urn:microsoft.com/office/officeart/2005/8/layout/hList1"/>
    <dgm:cxn modelId="{DDC3DE93-FC6F-489F-8052-0F4F6F3BC117}" type="presParOf" srcId="{FFE9AED7-3936-403B-925C-A22FBCD5CCCA}" destId="{21BF0112-343E-4320-B24A-97B03967532F}" srcOrd="1" destOrd="0" presId="urn:microsoft.com/office/officeart/2005/8/layout/hList1"/>
    <dgm:cxn modelId="{9EACC098-46F6-42B3-8E1A-8C207A8FA2E4}" type="presParOf" srcId="{FFE9AED7-3936-403B-925C-A22FBCD5CCCA}" destId="{F9DB05B9-5425-4603-9193-D61901167909}" srcOrd="2" destOrd="0" presId="urn:microsoft.com/office/officeart/2005/8/layout/hList1"/>
    <dgm:cxn modelId="{EDF5764C-E9E4-443F-8F75-8816BE6B0B5F}" type="presParOf" srcId="{F9DB05B9-5425-4603-9193-D61901167909}" destId="{78A50885-C5FE-4C72-BB88-E8858408559F}" srcOrd="0" destOrd="0" presId="urn:microsoft.com/office/officeart/2005/8/layout/hList1"/>
    <dgm:cxn modelId="{A3A1598C-78A3-4B9D-ADEC-9EBDA1131173}" type="presParOf" srcId="{F9DB05B9-5425-4603-9193-D61901167909}" destId="{2B45CCB2-25E9-4E3D-B366-7EA712794DE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7939FA9-FE29-4948-820A-384B80304A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124B2127-A184-4B33-B280-67D9BF4050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Base64 </a:t>
          </a:r>
          <a:endParaRPr lang="tr-TR"/>
        </a:p>
      </dgm:t>
    </dgm:pt>
    <dgm:pt modelId="{E5E532A0-2CDD-4C12-BC37-CF42CBD2C037}" type="parTrans" cxnId="{5D122183-93F8-4F7B-BFC3-D752F2E30F7E}">
      <dgm:prSet/>
      <dgm:spPr/>
      <dgm:t>
        <a:bodyPr/>
        <a:lstStyle/>
        <a:p>
          <a:endParaRPr lang="tr-TR"/>
        </a:p>
      </dgm:t>
    </dgm:pt>
    <dgm:pt modelId="{B2CF8B12-AC34-41CA-BDEE-552AD53B2C3C}" type="sibTrans" cxnId="{5D122183-93F8-4F7B-BFC3-D752F2E30F7E}">
      <dgm:prSet/>
      <dgm:spPr/>
      <dgm:t>
        <a:bodyPr/>
        <a:lstStyle/>
        <a:p>
          <a:endParaRPr lang="tr-TR"/>
        </a:p>
      </dgm:t>
    </dgm:pt>
    <dgm:pt modelId="{AA906D43-337D-4091-9319-D960A22D4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to add</a:t>
          </a:r>
          <a:endParaRPr lang="tr-TR" dirty="0"/>
        </a:p>
      </dgm:t>
    </dgm:pt>
    <dgm:pt modelId="{C1D63579-8AD6-44F3-AE9F-C7EDE6F8BD4D}" type="parTrans" cxnId="{D3B3CC98-8737-48DE-B1AC-77C8DA8745FC}">
      <dgm:prSet/>
      <dgm:spPr/>
      <dgm:t>
        <a:bodyPr/>
        <a:lstStyle/>
        <a:p>
          <a:endParaRPr lang="tr-TR"/>
        </a:p>
      </dgm:t>
    </dgm:pt>
    <dgm:pt modelId="{A07AD26E-BC9A-455E-BCD2-0A8DF7FAF1F5}" type="sibTrans" cxnId="{D3B3CC98-8737-48DE-B1AC-77C8DA8745FC}">
      <dgm:prSet/>
      <dgm:spPr/>
      <dgm:t>
        <a:bodyPr/>
        <a:lstStyle/>
        <a:p>
          <a:endParaRPr lang="tr-TR"/>
        </a:p>
      </dgm:t>
    </dgm:pt>
    <dgm:pt modelId="{0DB70275-131F-4D09-8015-74437F52F9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 </a:t>
          </a:r>
          <a:endParaRPr lang="tr-TR"/>
        </a:p>
      </dgm:t>
    </dgm:pt>
    <dgm:pt modelId="{494FC8E0-429B-4355-98F4-9F9B8D5F5EB5}" type="parTrans" cxnId="{94307C4A-0B00-44ED-AD92-59243A71DE8E}">
      <dgm:prSet/>
      <dgm:spPr/>
      <dgm:t>
        <a:bodyPr/>
        <a:lstStyle/>
        <a:p>
          <a:endParaRPr lang="tr-TR"/>
        </a:p>
      </dgm:t>
    </dgm:pt>
    <dgm:pt modelId="{0B5CD65D-5CB0-49D0-BFC0-EABD8EF5520A}" type="sibTrans" cxnId="{94307C4A-0B00-44ED-AD92-59243A71DE8E}">
      <dgm:prSet/>
      <dgm:spPr/>
      <dgm:t>
        <a:bodyPr/>
        <a:lstStyle/>
        <a:p>
          <a:endParaRPr lang="tr-TR"/>
        </a:p>
      </dgm:t>
    </dgm:pt>
    <dgm:pt modelId="{07BBED62-F1C0-4B1F-ACB3-2C362784A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</a:t>
          </a:r>
          <a:r>
            <a:rPr lang="en-US" dirty="0" err="1"/>
            <a:t>textbased</a:t>
          </a:r>
          <a:r>
            <a:rPr lang="tr-TR" dirty="0"/>
            <a:t> </a:t>
          </a:r>
          <a:r>
            <a:rPr lang="en-US" dirty="0"/>
            <a:t>binary-encoding format</a:t>
          </a:r>
          <a:endParaRPr lang="tr-TR" dirty="0"/>
        </a:p>
      </dgm:t>
    </dgm:pt>
    <dgm:pt modelId="{41DDE3F8-DB8E-4287-B445-3635EE4231CD}" type="parTrans" cxnId="{1BA8D735-B540-449D-862A-E184DB88B016}">
      <dgm:prSet/>
      <dgm:spPr/>
      <dgm:t>
        <a:bodyPr/>
        <a:lstStyle/>
        <a:p>
          <a:endParaRPr lang="tr-TR"/>
        </a:p>
      </dgm:t>
    </dgm:pt>
    <dgm:pt modelId="{8AD3F9BC-01E3-41FB-8771-54253816A3A9}" type="sibTrans" cxnId="{1BA8D735-B540-449D-862A-E184DB88B016}">
      <dgm:prSet/>
      <dgm:spPr/>
      <dgm:t>
        <a:bodyPr/>
        <a:lstStyle/>
        <a:p>
          <a:endParaRPr lang="tr-TR"/>
        </a:p>
      </dgm:t>
    </dgm:pt>
    <dgm:pt modelId="{87DC93F1-E434-498B-9B14-81BFE6BDF5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in </a:t>
          </a:r>
          <a:r>
            <a:rPr lang="tr-TR" dirty="0"/>
            <a:t>cryptocurrencies</a:t>
          </a:r>
        </a:p>
      </dgm:t>
    </dgm:pt>
    <dgm:pt modelId="{41F7C540-1947-4451-B28D-1A89CE3F43C2}" type="parTrans" cxnId="{09548632-27E9-4E2D-9A1B-263027BEF64A}">
      <dgm:prSet/>
      <dgm:spPr/>
      <dgm:t>
        <a:bodyPr/>
        <a:lstStyle/>
        <a:p>
          <a:endParaRPr lang="tr-TR"/>
        </a:p>
      </dgm:t>
    </dgm:pt>
    <dgm:pt modelId="{50963DB0-8D12-47F0-8B2A-4EEC16EDC16D}" type="sibTrans" cxnId="{09548632-27E9-4E2D-9A1B-263027BEF64A}">
      <dgm:prSet/>
      <dgm:spPr/>
      <dgm:t>
        <a:bodyPr/>
        <a:lstStyle/>
        <a:p>
          <a:endParaRPr lang="tr-TR"/>
        </a:p>
      </dgm:t>
    </dgm:pt>
    <dgm:pt modelId="{26F96AE6-D17B-4F61-B447-0B28C3EA02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binary </a:t>
          </a:r>
          <a:r>
            <a:rPr lang="en-US" dirty="0"/>
            <a:t>attachments to email</a:t>
          </a:r>
          <a:endParaRPr lang="tr-TR" dirty="0"/>
        </a:p>
      </dgm:t>
    </dgm:pt>
    <dgm:pt modelId="{6192FA8E-B321-489D-9834-08F4392EC150}" type="parTrans" cxnId="{CB2B8325-7C5D-4C29-822E-AEF2929120E8}">
      <dgm:prSet/>
      <dgm:spPr/>
      <dgm:t>
        <a:bodyPr/>
        <a:lstStyle/>
        <a:p>
          <a:endParaRPr lang="tr-TR"/>
        </a:p>
      </dgm:t>
    </dgm:pt>
    <dgm:pt modelId="{5818192C-8928-4B35-BFEF-842160458DE5}" type="sibTrans" cxnId="{CB2B8325-7C5D-4C29-822E-AEF2929120E8}">
      <dgm:prSet/>
      <dgm:spPr/>
      <dgm:t>
        <a:bodyPr/>
        <a:lstStyle/>
        <a:p>
          <a:endParaRPr lang="tr-TR"/>
        </a:p>
      </dgm:t>
    </dgm:pt>
    <dgm:pt modelId="{948A40CF-FA01-49D5-914F-636F4B5D80C3}" type="pres">
      <dgm:prSet presAssocID="{C7939FA9-FE29-4948-820A-384B80304A17}" presName="root" presStyleCnt="0">
        <dgm:presLayoutVars>
          <dgm:dir/>
          <dgm:resizeHandles val="exact"/>
        </dgm:presLayoutVars>
      </dgm:prSet>
      <dgm:spPr/>
    </dgm:pt>
    <dgm:pt modelId="{B6337A4A-4485-4E76-BBDF-1FFDEC11EA13}" type="pres">
      <dgm:prSet presAssocID="{124B2127-A184-4B33-B280-67D9BF4050EA}" presName="compNode" presStyleCnt="0"/>
      <dgm:spPr/>
    </dgm:pt>
    <dgm:pt modelId="{05F0561F-BE67-42DD-9FA1-96F2C0B79496}" type="pres">
      <dgm:prSet presAssocID="{124B2127-A184-4B33-B280-67D9BF4050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44D78DE9-F044-45AE-A6B7-3682BBAFAAC8}" type="pres">
      <dgm:prSet presAssocID="{124B2127-A184-4B33-B280-67D9BF4050EA}" presName="iconSpace" presStyleCnt="0"/>
      <dgm:spPr/>
    </dgm:pt>
    <dgm:pt modelId="{0CF7E11C-1A71-4F9F-A17B-41DABB96F9D3}" type="pres">
      <dgm:prSet presAssocID="{124B2127-A184-4B33-B280-67D9BF4050EA}" presName="parTx" presStyleLbl="revTx" presStyleIdx="0" presStyleCnt="4">
        <dgm:presLayoutVars>
          <dgm:chMax val="0"/>
          <dgm:chPref val="0"/>
        </dgm:presLayoutVars>
      </dgm:prSet>
      <dgm:spPr/>
    </dgm:pt>
    <dgm:pt modelId="{7B0442DD-71B0-44A4-90A2-970F597577FD}" type="pres">
      <dgm:prSet presAssocID="{124B2127-A184-4B33-B280-67D9BF4050EA}" presName="txSpace" presStyleCnt="0"/>
      <dgm:spPr/>
    </dgm:pt>
    <dgm:pt modelId="{ED8A2E6C-DBB4-4084-BF2E-198E330D895E}" type="pres">
      <dgm:prSet presAssocID="{124B2127-A184-4B33-B280-67D9BF4050EA}" presName="desTx" presStyleLbl="revTx" presStyleIdx="1" presStyleCnt="4">
        <dgm:presLayoutVars/>
      </dgm:prSet>
      <dgm:spPr/>
    </dgm:pt>
    <dgm:pt modelId="{8B27D359-81AE-4575-925D-1BA1A2B8E719}" type="pres">
      <dgm:prSet presAssocID="{B2CF8B12-AC34-41CA-BDEE-552AD53B2C3C}" presName="sibTrans" presStyleCnt="0"/>
      <dgm:spPr/>
    </dgm:pt>
    <dgm:pt modelId="{79D8E06D-C218-435D-805B-B50D9025DCC1}" type="pres">
      <dgm:prSet presAssocID="{0DB70275-131F-4D09-8015-74437F52F93F}" presName="compNode" presStyleCnt="0"/>
      <dgm:spPr/>
    </dgm:pt>
    <dgm:pt modelId="{2A997B26-60C4-41C8-9189-4246A4614093}" type="pres">
      <dgm:prSet presAssocID="{0DB70275-131F-4D09-8015-74437F52F93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4B88BC-107B-41B1-BA6B-F2F30EC2BE3A}" type="pres">
      <dgm:prSet presAssocID="{0DB70275-131F-4D09-8015-74437F52F93F}" presName="iconSpace" presStyleCnt="0"/>
      <dgm:spPr/>
    </dgm:pt>
    <dgm:pt modelId="{3039B492-08AC-4C32-A130-052815F83EC5}" type="pres">
      <dgm:prSet presAssocID="{0DB70275-131F-4D09-8015-74437F52F93F}" presName="parTx" presStyleLbl="revTx" presStyleIdx="2" presStyleCnt="4">
        <dgm:presLayoutVars>
          <dgm:chMax val="0"/>
          <dgm:chPref val="0"/>
        </dgm:presLayoutVars>
      </dgm:prSet>
      <dgm:spPr/>
    </dgm:pt>
    <dgm:pt modelId="{A9D107D9-5657-4B0D-B507-69F5CC3F681C}" type="pres">
      <dgm:prSet presAssocID="{0DB70275-131F-4D09-8015-74437F52F93F}" presName="txSpace" presStyleCnt="0"/>
      <dgm:spPr/>
    </dgm:pt>
    <dgm:pt modelId="{4353C7C3-7522-45F0-B60F-9F5FDAC41B60}" type="pres">
      <dgm:prSet presAssocID="{0DB70275-131F-4D09-8015-74437F52F93F}" presName="desTx" presStyleLbl="revTx" presStyleIdx="3" presStyleCnt="4">
        <dgm:presLayoutVars/>
      </dgm:prSet>
      <dgm:spPr/>
    </dgm:pt>
  </dgm:ptLst>
  <dgm:cxnLst>
    <dgm:cxn modelId="{B8145A03-0BA3-4F3A-A4CB-9918137EA8A2}" type="presOf" srcId="{C7939FA9-FE29-4948-820A-384B80304A17}" destId="{948A40CF-FA01-49D5-914F-636F4B5D80C3}" srcOrd="0" destOrd="0" presId="urn:microsoft.com/office/officeart/2018/5/layout/CenteredIconLabelDescriptionList"/>
    <dgm:cxn modelId="{D72AC21E-1246-4E0C-B7D8-9D9DA09F35AB}" type="presOf" srcId="{0DB70275-131F-4D09-8015-74437F52F93F}" destId="{3039B492-08AC-4C32-A130-052815F83EC5}" srcOrd="0" destOrd="0" presId="urn:microsoft.com/office/officeart/2018/5/layout/CenteredIconLabelDescriptionList"/>
    <dgm:cxn modelId="{7BF3A921-D364-4E49-8163-E9073FE5817E}" type="presOf" srcId="{87DC93F1-E434-498B-9B14-81BFE6BDF597}" destId="{4353C7C3-7522-45F0-B60F-9F5FDAC41B60}" srcOrd="0" destOrd="1" presId="urn:microsoft.com/office/officeart/2018/5/layout/CenteredIconLabelDescriptionList"/>
    <dgm:cxn modelId="{CB2B8325-7C5D-4C29-822E-AEF2929120E8}" srcId="{124B2127-A184-4B33-B280-67D9BF4050EA}" destId="{26F96AE6-D17B-4F61-B447-0B28C3EA022B}" srcOrd="1" destOrd="0" parTransId="{6192FA8E-B321-489D-9834-08F4392EC150}" sibTransId="{5818192C-8928-4B35-BFEF-842160458DE5}"/>
    <dgm:cxn modelId="{09548632-27E9-4E2D-9A1B-263027BEF64A}" srcId="{0DB70275-131F-4D09-8015-74437F52F93F}" destId="{87DC93F1-E434-498B-9B14-81BFE6BDF597}" srcOrd="1" destOrd="0" parTransId="{41F7C540-1947-4451-B28D-1A89CE3F43C2}" sibTransId="{50963DB0-8D12-47F0-8B2A-4EEC16EDC16D}"/>
    <dgm:cxn modelId="{1BA8D735-B540-449D-862A-E184DB88B016}" srcId="{0DB70275-131F-4D09-8015-74437F52F93F}" destId="{07BBED62-F1C0-4B1F-ACB3-2C362784ABA1}" srcOrd="0" destOrd="0" parTransId="{41DDE3F8-DB8E-4287-B445-3635EE4231CD}" sibTransId="{8AD3F9BC-01E3-41FB-8771-54253816A3A9}"/>
    <dgm:cxn modelId="{71315364-4AF4-417D-8876-ADC377A46E82}" type="presOf" srcId="{AA906D43-337D-4091-9319-D960A22D479F}" destId="{ED8A2E6C-DBB4-4084-BF2E-198E330D895E}" srcOrd="0" destOrd="0" presId="urn:microsoft.com/office/officeart/2018/5/layout/CenteredIconLabelDescriptionList"/>
    <dgm:cxn modelId="{94307C4A-0B00-44ED-AD92-59243A71DE8E}" srcId="{C7939FA9-FE29-4948-820A-384B80304A17}" destId="{0DB70275-131F-4D09-8015-74437F52F93F}" srcOrd="1" destOrd="0" parTransId="{494FC8E0-429B-4355-98F4-9F9B8D5F5EB5}" sibTransId="{0B5CD65D-5CB0-49D0-BFC0-EABD8EF5520A}"/>
    <dgm:cxn modelId="{3CF68551-7561-47DC-B286-0B6729EDCD13}" type="presOf" srcId="{07BBED62-F1C0-4B1F-ACB3-2C362784ABA1}" destId="{4353C7C3-7522-45F0-B60F-9F5FDAC41B60}" srcOrd="0" destOrd="0" presId="urn:microsoft.com/office/officeart/2018/5/layout/CenteredIconLabelDescriptionList"/>
    <dgm:cxn modelId="{5D122183-93F8-4F7B-BFC3-D752F2E30F7E}" srcId="{C7939FA9-FE29-4948-820A-384B80304A17}" destId="{124B2127-A184-4B33-B280-67D9BF4050EA}" srcOrd="0" destOrd="0" parTransId="{E5E532A0-2CDD-4C12-BC37-CF42CBD2C037}" sibTransId="{B2CF8B12-AC34-41CA-BDEE-552AD53B2C3C}"/>
    <dgm:cxn modelId="{D3B3CC98-8737-48DE-B1AC-77C8DA8745FC}" srcId="{124B2127-A184-4B33-B280-67D9BF4050EA}" destId="{AA906D43-337D-4091-9319-D960A22D479F}" srcOrd="0" destOrd="0" parTransId="{C1D63579-8AD6-44F3-AE9F-C7EDE6F8BD4D}" sibTransId="{A07AD26E-BC9A-455E-BCD2-0A8DF7FAF1F5}"/>
    <dgm:cxn modelId="{719B08D5-D844-4323-9177-C89A6AC942C7}" type="presOf" srcId="{124B2127-A184-4B33-B280-67D9BF4050EA}" destId="{0CF7E11C-1A71-4F9F-A17B-41DABB96F9D3}" srcOrd="0" destOrd="0" presId="urn:microsoft.com/office/officeart/2018/5/layout/CenteredIconLabelDescriptionList"/>
    <dgm:cxn modelId="{022EB6F3-F595-4442-9F67-EF496F87E376}" type="presOf" srcId="{26F96AE6-D17B-4F61-B447-0B28C3EA022B}" destId="{ED8A2E6C-DBB4-4084-BF2E-198E330D895E}" srcOrd="0" destOrd="1" presId="urn:microsoft.com/office/officeart/2018/5/layout/CenteredIconLabelDescriptionList"/>
    <dgm:cxn modelId="{254BE77B-537E-4A7F-8734-C10DAF5BC3A3}" type="presParOf" srcId="{948A40CF-FA01-49D5-914F-636F4B5D80C3}" destId="{B6337A4A-4485-4E76-BBDF-1FFDEC11EA13}" srcOrd="0" destOrd="0" presId="urn:microsoft.com/office/officeart/2018/5/layout/CenteredIconLabelDescriptionList"/>
    <dgm:cxn modelId="{7CF49481-00E6-456E-AC17-743493BCA46A}" type="presParOf" srcId="{B6337A4A-4485-4E76-BBDF-1FFDEC11EA13}" destId="{05F0561F-BE67-42DD-9FA1-96F2C0B79496}" srcOrd="0" destOrd="0" presId="urn:microsoft.com/office/officeart/2018/5/layout/CenteredIconLabelDescriptionList"/>
    <dgm:cxn modelId="{956F73C3-8D51-4B4C-A1DB-7DB6B288595E}" type="presParOf" srcId="{B6337A4A-4485-4E76-BBDF-1FFDEC11EA13}" destId="{44D78DE9-F044-45AE-A6B7-3682BBAFAAC8}" srcOrd="1" destOrd="0" presId="urn:microsoft.com/office/officeart/2018/5/layout/CenteredIconLabelDescriptionList"/>
    <dgm:cxn modelId="{7EBFE54E-A2C3-496D-B471-AE6017D1D5BF}" type="presParOf" srcId="{B6337A4A-4485-4E76-BBDF-1FFDEC11EA13}" destId="{0CF7E11C-1A71-4F9F-A17B-41DABB96F9D3}" srcOrd="2" destOrd="0" presId="urn:microsoft.com/office/officeart/2018/5/layout/CenteredIconLabelDescriptionList"/>
    <dgm:cxn modelId="{94D080C1-E4C6-4083-BD53-0945D9C1AA27}" type="presParOf" srcId="{B6337A4A-4485-4E76-BBDF-1FFDEC11EA13}" destId="{7B0442DD-71B0-44A4-90A2-970F597577FD}" srcOrd="3" destOrd="0" presId="urn:microsoft.com/office/officeart/2018/5/layout/CenteredIconLabelDescriptionList"/>
    <dgm:cxn modelId="{18FD1071-1F50-4C3C-BA40-D69E9788FC32}" type="presParOf" srcId="{B6337A4A-4485-4E76-BBDF-1FFDEC11EA13}" destId="{ED8A2E6C-DBB4-4084-BF2E-198E330D895E}" srcOrd="4" destOrd="0" presId="urn:microsoft.com/office/officeart/2018/5/layout/CenteredIconLabelDescriptionList"/>
    <dgm:cxn modelId="{1969DFE0-6CA0-4982-8CC4-706836F5B62E}" type="presParOf" srcId="{948A40CF-FA01-49D5-914F-636F4B5D80C3}" destId="{8B27D359-81AE-4575-925D-1BA1A2B8E719}" srcOrd="1" destOrd="0" presId="urn:microsoft.com/office/officeart/2018/5/layout/CenteredIconLabelDescriptionList"/>
    <dgm:cxn modelId="{1A46F73A-5A24-4604-B72A-48A9E41C971D}" type="presParOf" srcId="{948A40CF-FA01-49D5-914F-636F4B5D80C3}" destId="{79D8E06D-C218-435D-805B-B50D9025DCC1}" srcOrd="2" destOrd="0" presId="urn:microsoft.com/office/officeart/2018/5/layout/CenteredIconLabelDescriptionList"/>
    <dgm:cxn modelId="{CF4241F5-FC31-400A-B6DD-32302BCB7B80}" type="presParOf" srcId="{79D8E06D-C218-435D-805B-B50D9025DCC1}" destId="{2A997B26-60C4-41C8-9189-4246A4614093}" srcOrd="0" destOrd="0" presId="urn:microsoft.com/office/officeart/2018/5/layout/CenteredIconLabelDescriptionList"/>
    <dgm:cxn modelId="{B77C74C1-10D3-4229-BFED-409C77A9231B}" type="presParOf" srcId="{79D8E06D-C218-435D-805B-B50D9025DCC1}" destId="{024B88BC-107B-41B1-BA6B-F2F30EC2BE3A}" srcOrd="1" destOrd="0" presId="urn:microsoft.com/office/officeart/2018/5/layout/CenteredIconLabelDescriptionList"/>
    <dgm:cxn modelId="{77387F9F-7627-4E01-8CFC-382468E9EAE0}" type="presParOf" srcId="{79D8E06D-C218-435D-805B-B50D9025DCC1}" destId="{3039B492-08AC-4C32-A130-052815F83EC5}" srcOrd="2" destOrd="0" presId="urn:microsoft.com/office/officeart/2018/5/layout/CenteredIconLabelDescriptionList"/>
    <dgm:cxn modelId="{A5CC2DEF-1BAD-4A43-B620-2E4329B64705}" type="presParOf" srcId="{79D8E06D-C218-435D-805B-B50D9025DCC1}" destId="{A9D107D9-5657-4B0D-B507-69F5CC3F681C}" srcOrd="3" destOrd="0" presId="urn:microsoft.com/office/officeart/2018/5/layout/CenteredIconLabelDescriptionList"/>
    <dgm:cxn modelId="{0D47B692-C34D-4D93-88D9-65E991979770}" type="presParOf" srcId="{79D8E06D-C218-435D-805B-B50D9025DCC1}" destId="{4353C7C3-7522-45F0-B60F-9F5FDAC41B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A308A2F-89D4-4D29-8C47-ABC34D0E3E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350F150-F4BA-484B-B1C8-013E60B25A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“version byte” </a:t>
          </a:r>
        </a:p>
      </dgm:t>
    </dgm:pt>
    <dgm:pt modelId="{D906E8F2-2434-4672-816C-D020502CD13F}" type="parTrans" cxnId="{25DB81F7-E783-42A8-8186-12F842E235FD}">
      <dgm:prSet/>
      <dgm:spPr/>
      <dgm:t>
        <a:bodyPr/>
        <a:lstStyle/>
        <a:p>
          <a:endParaRPr lang="en-US"/>
        </a:p>
      </dgm:t>
    </dgm:pt>
    <dgm:pt modelId="{9DEF8BAD-0213-47A2-9A1B-A3DFBFABE4BE}" type="sibTrans" cxnId="{25DB81F7-E783-42A8-8186-12F842E235FD}">
      <dgm:prSet/>
      <dgm:spPr/>
      <dgm:t>
        <a:bodyPr/>
        <a:lstStyle/>
        <a:p>
          <a:endParaRPr lang="en-US"/>
        </a:p>
      </dgm:t>
    </dgm:pt>
    <dgm:pt modelId="{0F1E78BC-7743-4C97-965A-D98F73F833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prefix</a:t>
          </a:r>
          <a:r>
            <a:rPr lang="tr-TR"/>
            <a:t> </a:t>
          </a:r>
          <a:r>
            <a:rPr lang="en-US"/>
            <a:t>add</a:t>
          </a:r>
          <a:r>
            <a:rPr lang="tr-TR"/>
            <a:t>ed</a:t>
          </a:r>
          <a:r>
            <a:rPr lang="en-US"/>
            <a:t> to the</a:t>
          </a:r>
          <a:r>
            <a:rPr lang="tr-TR"/>
            <a:t> </a:t>
          </a:r>
          <a:r>
            <a:rPr lang="en-US"/>
            <a:t>data, </a:t>
          </a:r>
        </a:p>
      </dgm:t>
    </dgm:pt>
    <dgm:pt modelId="{82286915-3717-4462-BBC8-314E4DCDC272}" type="parTrans" cxnId="{98526B07-5923-451D-85E2-D1CC8626B1DB}">
      <dgm:prSet/>
      <dgm:spPr/>
      <dgm:t>
        <a:bodyPr/>
        <a:lstStyle/>
        <a:p>
          <a:endParaRPr lang="en-US"/>
        </a:p>
      </dgm:t>
    </dgm:pt>
    <dgm:pt modelId="{2057E491-BCEA-406B-B037-B2457A7C94C5}" type="sibTrans" cxnId="{98526B07-5923-451D-85E2-D1CC8626B1DB}">
      <dgm:prSet/>
      <dgm:spPr/>
      <dgm:t>
        <a:bodyPr/>
        <a:lstStyle/>
        <a:p>
          <a:endParaRPr lang="en-US"/>
        </a:p>
      </dgm:t>
    </dgm:pt>
    <dgm:pt modelId="{B241B9E0-F75F-4782-846C-7B10CDEB6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easily identify the encoded type</a:t>
          </a:r>
        </a:p>
      </dgm:t>
    </dgm:pt>
    <dgm:pt modelId="{43351D81-A3FF-480C-992D-E62B25AC20CB}" type="parTrans" cxnId="{AEA917E8-7EF7-4BBC-B0EF-2B4836F81D7D}">
      <dgm:prSet/>
      <dgm:spPr/>
      <dgm:t>
        <a:bodyPr/>
        <a:lstStyle/>
        <a:p>
          <a:endParaRPr lang="en-US"/>
        </a:p>
      </dgm:t>
    </dgm:pt>
    <dgm:pt modelId="{B5445DE5-82E1-4BAC-AB2A-C425B017EBFD}" type="sibTrans" cxnId="{AEA917E8-7EF7-4BBC-B0EF-2B4836F81D7D}">
      <dgm:prSet/>
      <dgm:spPr/>
      <dgm:t>
        <a:bodyPr/>
        <a:lstStyle/>
        <a:p>
          <a:endParaRPr lang="en-US"/>
        </a:p>
      </dgm:t>
    </dgm:pt>
    <dgm:pt modelId="{67B68530-3F33-4B4E-913C-6EACDFBC7C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0x00 in hex</a:t>
          </a:r>
        </a:p>
      </dgm:t>
    </dgm:pt>
    <dgm:pt modelId="{C5381E06-DDE4-4B3F-97DF-A8E9EFFD1A38}" type="parTrans" cxnId="{AB896DEC-BD20-4EBD-8FA3-CF861590AA49}">
      <dgm:prSet/>
      <dgm:spPr/>
      <dgm:t>
        <a:bodyPr/>
        <a:lstStyle/>
        <a:p>
          <a:endParaRPr lang="en-US"/>
        </a:p>
      </dgm:t>
    </dgm:pt>
    <dgm:pt modelId="{4150A19F-6870-444B-8414-918C3A5CEC24}" type="sibTrans" cxnId="{AB896DEC-BD20-4EBD-8FA3-CF861590AA49}">
      <dgm:prSet/>
      <dgm:spPr/>
      <dgm:t>
        <a:bodyPr/>
        <a:lstStyle/>
        <a:p>
          <a:endParaRPr lang="en-US"/>
        </a:p>
      </dgm:t>
    </dgm:pt>
    <dgm:pt modelId="{C6872CAA-5C76-48AB-B1CB-610CD78DB1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 address</a:t>
          </a:r>
        </a:p>
      </dgm:t>
    </dgm:pt>
    <dgm:pt modelId="{1EF3B64D-0078-4FA9-970E-89BEE68DBDB4}" type="parTrans" cxnId="{BB4631FA-2801-4D23-8302-670DCDFF0836}">
      <dgm:prSet/>
      <dgm:spPr/>
      <dgm:t>
        <a:bodyPr/>
        <a:lstStyle/>
        <a:p>
          <a:endParaRPr lang="en-US"/>
        </a:p>
      </dgm:t>
    </dgm:pt>
    <dgm:pt modelId="{A5CA7D13-4575-44E6-80C0-49BD005D3DA1}" type="sibTrans" cxnId="{BB4631FA-2801-4D23-8302-670DCDFF0836}">
      <dgm:prSet/>
      <dgm:spPr/>
      <dgm:t>
        <a:bodyPr/>
        <a:lstStyle/>
        <a:p>
          <a:endParaRPr lang="en-US"/>
        </a:p>
      </dgm:t>
    </dgm:pt>
    <dgm:pt modelId="{2A4E7C40-B82B-491E-BC75-EE95BD98E7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0x80 in hex </a:t>
          </a:r>
        </a:p>
      </dgm:t>
    </dgm:pt>
    <dgm:pt modelId="{28B9537D-C1C4-4B03-ABA1-369D342BBAFF}" type="parTrans" cxnId="{7FFC65E1-F150-4CC5-8A88-5A498A7EEEB9}">
      <dgm:prSet/>
      <dgm:spPr/>
      <dgm:t>
        <a:bodyPr/>
        <a:lstStyle/>
        <a:p>
          <a:endParaRPr lang="en-US"/>
        </a:p>
      </dgm:t>
    </dgm:pt>
    <dgm:pt modelId="{3F6DF402-FF93-40AA-AD56-DC0BAC78DB22}" type="sibTrans" cxnId="{7FFC65E1-F150-4CC5-8A88-5A498A7EEEB9}">
      <dgm:prSet/>
      <dgm:spPr/>
      <dgm:t>
        <a:bodyPr/>
        <a:lstStyle/>
        <a:p>
          <a:endParaRPr lang="en-US"/>
        </a:p>
      </dgm:t>
    </dgm:pt>
    <dgm:pt modelId="{E9115453-DE89-4C01-9773-EDB47A58AE8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128 in </a:t>
          </a:r>
          <a:r>
            <a:rPr lang="tr-TR" dirty="0" err="1"/>
            <a:t>decimal</a:t>
          </a:r>
          <a:endParaRPr lang="en-US" dirty="0"/>
        </a:p>
      </dgm:t>
    </dgm:pt>
    <dgm:pt modelId="{4705FAF2-9DDD-414A-B231-A6E09137546F}" type="parTrans" cxnId="{C3A6EDA2-EFFC-41CB-A250-57870BEA349B}">
      <dgm:prSet/>
      <dgm:spPr/>
      <dgm:t>
        <a:bodyPr/>
        <a:lstStyle/>
        <a:p>
          <a:endParaRPr lang="en-US"/>
        </a:p>
      </dgm:t>
    </dgm:pt>
    <dgm:pt modelId="{97489260-0F31-4227-A556-E378DF08EC1D}" type="sibTrans" cxnId="{C3A6EDA2-EFFC-41CB-A250-57870BEA349B}">
      <dgm:prSet/>
      <dgm:spPr/>
      <dgm:t>
        <a:bodyPr/>
        <a:lstStyle/>
        <a:p>
          <a:endParaRPr lang="en-US"/>
        </a:p>
      </dgm:t>
    </dgm:pt>
    <dgm:pt modelId="{FB70D25F-C0C8-46E4-B258-72B919E882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prefix used when encoding a private key</a:t>
          </a:r>
        </a:p>
      </dgm:t>
    </dgm:pt>
    <dgm:pt modelId="{C415BF91-0E2E-4936-BA6D-C5BFE473CA51}" type="parTrans" cxnId="{347E857C-9C0D-4EF2-987F-FB7B95ECF55A}">
      <dgm:prSet/>
      <dgm:spPr/>
      <dgm:t>
        <a:bodyPr/>
        <a:lstStyle/>
        <a:p>
          <a:endParaRPr lang="en-US"/>
        </a:p>
      </dgm:t>
    </dgm:pt>
    <dgm:pt modelId="{FEE7F2BF-C9F7-4830-82FF-482A7549FA65}" type="sibTrans" cxnId="{347E857C-9C0D-4EF2-987F-FB7B95ECF55A}">
      <dgm:prSet/>
      <dgm:spPr/>
      <dgm:t>
        <a:bodyPr/>
        <a:lstStyle/>
        <a:p>
          <a:endParaRPr lang="en-US"/>
        </a:p>
      </dgm:t>
    </dgm:pt>
    <dgm:pt modelId="{48C0AEFE-99A2-45DE-B3E8-CA03619A64A6}" type="pres">
      <dgm:prSet presAssocID="{9A308A2F-89D4-4D29-8C47-ABC34D0E3E2C}" presName="root" presStyleCnt="0">
        <dgm:presLayoutVars>
          <dgm:dir/>
          <dgm:resizeHandles val="exact"/>
        </dgm:presLayoutVars>
      </dgm:prSet>
      <dgm:spPr/>
    </dgm:pt>
    <dgm:pt modelId="{D246D4CF-1540-4696-A417-E01DC99228DD}" type="pres">
      <dgm:prSet presAssocID="{4350F150-F4BA-484B-B1C8-013E60B25AB2}" presName="compNode" presStyleCnt="0"/>
      <dgm:spPr/>
    </dgm:pt>
    <dgm:pt modelId="{2C28C29F-85D5-4DBF-B036-4B60E1FDEA88}" type="pres">
      <dgm:prSet presAssocID="{4350F150-F4BA-484B-B1C8-013E60B25A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EFD524D-8893-4C2C-BA6D-6946F0480B15}" type="pres">
      <dgm:prSet presAssocID="{4350F150-F4BA-484B-B1C8-013E60B25AB2}" presName="iconSpace" presStyleCnt="0"/>
      <dgm:spPr/>
    </dgm:pt>
    <dgm:pt modelId="{74B56837-3B7E-4754-B853-FD18623FAB67}" type="pres">
      <dgm:prSet presAssocID="{4350F150-F4BA-484B-B1C8-013E60B25AB2}" presName="parTx" presStyleLbl="revTx" presStyleIdx="0" presStyleCnt="6">
        <dgm:presLayoutVars>
          <dgm:chMax val="0"/>
          <dgm:chPref val="0"/>
        </dgm:presLayoutVars>
      </dgm:prSet>
      <dgm:spPr/>
    </dgm:pt>
    <dgm:pt modelId="{2AA637E1-AA56-4D70-B858-1152331E7480}" type="pres">
      <dgm:prSet presAssocID="{4350F150-F4BA-484B-B1C8-013E60B25AB2}" presName="txSpace" presStyleCnt="0"/>
      <dgm:spPr/>
    </dgm:pt>
    <dgm:pt modelId="{93A9FD03-BF0E-4392-BDB0-4D35FE09E97E}" type="pres">
      <dgm:prSet presAssocID="{4350F150-F4BA-484B-B1C8-013E60B25AB2}" presName="desTx" presStyleLbl="revTx" presStyleIdx="1" presStyleCnt="6">
        <dgm:presLayoutVars/>
      </dgm:prSet>
      <dgm:spPr/>
    </dgm:pt>
    <dgm:pt modelId="{0DB3236A-F858-4076-AFF4-ED77BF4D0B35}" type="pres">
      <dgm:prSet presAssocID="{9DEF8BAD-0213-47A2-9A1B-A3DFBFABE4BE}" presName="sibTrans" presStyleCnt="0"/>
      <dgm:spPr/>
    </dgm:pt>
    <dgm:pt modelId="{8B0A4EB9-4AD4-42A2-B314-ACABBB19CB66}" type="pres">
      <dgm:prSet presAssocID="{67B68530-3F33-4B4E-913C-6EACDFBC7C28}" presName="compNode" presStyleCnt="0"/>
      <dgm:spPr/>
    </dgm:pt>
    <dgm:pt modelId="{AD33B0A3-CEE7-4324-B207-D70F6B0D05D4}" type="pres">
      <dgm:prSet presAssocID="{67B68530-3F33-4B4E-913C-6EACDFBC7C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ressBook"/>
        </a:ext>
      </dgm:extLst>
    </dgm:pt>
    <dgm:pt modelId="{6B54F75F-358F-44AF-9231-5035AE92B399}" type="pres">
      <dgm:prSet presAssocID="{67B68530-3F33-4B4E-913C-6EACDFBC7C28}" presName="iconSpace" presStyleCnt="0"/>
      <dgm:spPr/>
    </dgm:pt>
    <dgm:pt modelId="{5DBE4753-D089-4068-AB04-397AABDEFD56}" type="pres">
      <dgm:prSet presAssocID="{67B68530-3F33-4B4E-913C-6EACDFBC7C28}" presName="parTx" presStyleLbl="revTx" presStyleIdx="2" presStyleCnt="6">
        <dgm:presLayoutVars>
          <dgm:chMax val="0"/>
          <dgm:chPref val="0"/>
        </dgm:presLayoutVars>
      </dgm:prSet>
      <dgm:spPr/>
    </dgm:pt>
    <dgm:pt modelId="{27ED7355-FA7F-4935-B1D0-AB3263EB2F5E}" type="pres">
      <dgm:prSet presAssocID="{67B68530-3F33-4B4E-913C-6EACDFBC7C28}" presName="txSpace" presStyleCnt="0"/>
      <dgm:spPr/>
    </dgm:pt>
    <dgm:pt modelId="{B6D48501-A1DD-4BAB-AF63-B3FFB7D5B6C9}" type="pres">
      <dgm:prSet presAssocID="{67B68530-3F33-4B4E-913C-6EACDFBC7C28}" presName="desTx" presStyleLbl="revTx" presStyleIdx="3" presStyleCnt="6">
        <dgm:presLayoutVars/>
      </dgm:prSet>
      <dgm:spPr/>
    </dgm:pt>
    <dgm:pt modelId="{9AD1DAC3-12D2-40E2-9E66-0C43091478D8}" type="pres">
      <dgm:prSet presAssocID="{4150A19F-6870-444B-8414-918C3A5CEC24}" presName="sibTrans" presStyleCnt="0"/>
      <dgm:spPr/>
    </dgm:pt>
    <dgm:pt modelId="{E0200A0A-AD8C-48EC-91FB-7640B776680D}" type="pres">
      <dgm:prSet presAssocID="{2A4E7C40-B82B-491E-BC75-EE95BD98E7F9}" presName="compNode" presStyleCnt="0"/>
      <dgm:spPr/>
    </dgm:pt>
    <dgm:pt modelId="{5F43BD0A-6936-46C9-B434-76F2F01B8D0D}" type="pres">
      <dgm:prSet presAssocID="{2A4E7C40-B82B-491E-BC75-EE95BD98E7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307B0F1-1398-4D0A-8F76-C4169FC52493}" type="pres">
      <dgm:prSet presAssocID="{2A4E7C40-B82B-491E-BC75-EE95BD98E7F9}" presName="iconSpace" presStyleCnt="0"/>
      <dgm:spPr/>
    </dgm:pt>
    <dgm:pt modelId="{DC2F0C2F-7AB3-43C7-BA35-261B8BAF80BA}" type="pres">
      <dgm:prSet presAssocID="{2A4E7C40-B82B-491E-BC75-EE95BD98E7F9}" presName="parTx" presStyleLbl="revTx" presStyleIdx="4" presStyleCnt="6">
        <dgm:presLayoutVars>
          <dgm:chMax val="0"/>
          <dgm:chPref val="0"/>
        </dgm:presLayoutVars>
      </dgm:prSet>
      <dgm:spPr/>
    </dgm:pt>
    <dgm:pt modelId="{224A4E22-B1C8-4643-B61E-A8C2FD2EE530}" type="pres">
      <dgm:prSet presAssocID="{2A4E7C40-B82B-491E-BC75-EE95BD98E7F9}" presName="txSpace" presStyleCnt="0"/>
      <dgm:spPr/>
    </dgm:pt>
    <dgm:pt modelId="{110DA55F-F6FD-4710-8290-5283C863D4E9}" type="pres">
      <dgm:prSet presAssocID="{2A4E7C40-B82B-491E-BC75-EE95BD98E7F9}" presName="desTx" presStyleLbl="revTx" presStyleIdx="5" presStyleCnt="6">
        <dgm:presLayoutVars/>
      </dgm:prSet>
      <dgm:spPr/>
    </dgm:pt>
  </dgm:ptLst>
  <dgm:cxnLst>
    <dgm:cxn modelId="{98526B07-5923-451D-85E2-D1CC8626B1DB}" srcId="{4350F150-F4BA-484B-B1C8-013E60B25AB2}" destId="{0F1E78BC-7743-4C97-965A-D98F73F83359}" srcOrd="0" destOrd="0" parTransId="{82286915-3717-4462-BBC8-314E4DCDC272}" sibTransId="{2057E491-BCEA-406B-B037-B2457A7C94C5}"/>
    <dgm:cxn modelId="{E8D0CD3C-2FC7-45B6-8EF1-0846F9597747}" type="presOf" srcId="{0F1E78BC-7743-4C97-965A-D98F73F83359}" destId="{93A9FD03-BF0E-4392-BDB0-4D35FE09E97E}" srcOrd="0" destOrd="0" presId="urn:microsoft.com/office/officeart/2018/5/layout/CenteredIconLabelDescriptionList"/>
    <dgm:cxn modelId="{B831385D-0924-4174-986B-516F4FE41964}" type="presOf" srcId="{9A308A2F-89D4-4D29-8C47-ABC34D0E3E2C}" destId="{48C0AEFE-99A2-45DE-B3E8-CA03619A64A6}" srcOrd="0" destOrd="0" presId="urn:microsoft.com/office/officeart/2018/5/layout/CenteredIconLabelDescriptionList"/>
    <dgm:cxn modelId="{00636673-DD1E-4547-A759-C49052193C49}" type="presOf" srcId="{C6872CAA-5C76-48AB-B1CB-610CD78DB105}" destId="{B6D48501-A1DD-4BAB-AF63-B3FFB7D5B6C9}" srcOrd="0" destOrd="0" presId="urn:microsoft.com/office/officeart/2018/5/layout/CenteredIconLabelDescriptionList"/>
    <dgm:cxn modelId="{B5660F74-1A67-4CFE-AC47-99B85FB36E8E}" type="presOf" srcId="{4350F150-F4BA-484B-B1C8-013E60B25AB2}" destId="{74B56837-3B7E-4754-B853-FD18623FAB67}" srcOrd="0" destOrd="0" presId="urn:microsoft.com/office/officeart/2018/5/layout/CenteredIconLabelDescriptionList"/>
    <dgm:cxn modelId="{347E857C-9C0D-4EF2-987F-FB7B95ECF55A}" srcId="{2A4E7C40-B82B-491E-BC75-EE95BD98E7F9}" destId="{FB70D25F-C0C8-46E4-B258-72B919E8826D}" srcOrd="1" destOrd="0" parTransId="{C415BF91-0E2E-4936-BA6D-C5BFE473CA51}" sibTransId="{FEE7F2BF-C9F7-4830-82FF-482A7549FA65}"/>
    <dgm:cxn modelId="{61C9CC88-0074-4128-A315-806C080C54DE}" type="presOf" srcId="{67B68530-3F33-4B4E-913C-6EACDFBC7C28}" destId="{5DBE4753-D089-4068-AB04-397AABDEFD56}" srcOrd="0" destOrd="0" presId="urn:microsoft.com/office/officeart/2018/5/layout/CenteredIconLabelDescriptionList"/>
    <dgm:cxn modelId="{B6FAB093-D4AF-4C1C-9152-DA848EA3BC72}" type="presOf" srcId="{FB70D25F-C0C8-46E4-B258-72B919E8826D}" destId="{110DA55F-F6FD-4710-8290-5283C863D4E9}" srcOrd="0" destOrd="1" presId="urn:microsoft.com/office/officeart/2018/5/layout/CenteredIconLabelDescriptionList"/>
    <dgm:cxn modelId="{C3A6EDA2-EFFC-41CB-A250-57870BEA349B}" srcId="{2A4E7C40-B82B-491E-BC75-EE95BD98E7F9}" destId="{E9115453-DE89-4C01-9773-EDB47A58AE8E}" srcOrd="0" destOrd="0" parTransId="{4705FAF2-9DDD-414A-B231-A6E09137546F}" sibTransId="{97489260-0F31-4227-A556-E378DF08EC1D}"/>
    <dgm:cxn modelId="{7FFC65E1-F150-4CC5-8A88-5A498A7EEEB9}" srcId="{9A308A2F-89D4-4D29-8C47-ABC34D0E3E2C}" destId="{2A4E7C40-B82B-491E-BC75-EE95BD98E7F9}" srcOrd="2" destOrd="0" parTransId="{28B9537D-C1C4-4B03-ABA1-369D342BBAFF}" sibTransId="{3F6DF402-FF93-40AA-AD56-DC0BAC78DB22}"/>
    <dgm:cxn modelId="{B38F36E2-5449-4CB9-BA05-4D35C73768E7}" type="presOf" srcId="{2A4E7C40-B82B-491E-BC75-EE95BD98E7F9}" destId="{DC2F0C2F-7AB3-43C7-BA35-261B8BAF80BA}" srcOrd="0" destOrd="0" presId="urn:microsoft.com/office/officeart/2018/5/layout/CenteredIconLabelDescriptionList"/>
    <dgm:cxn modelId="{AEA917E8-7EF7-4BBC-B0EF-2B4836F81D7D}" srcId="{4350F150-F4BA-484B-B1C8-013E60B25AB2}" destId="{B241B9E0-F75F-4782-846C-7B10CDEB60D1}" srcOrd="1" destOrd="0" parTransId="{43351D81-A3FF-480C-992D-E62B25AC20CB}" sibTransId="{B5445DE5-82E1-4BAC-AB2A-C425B017EBFD}"/>
    <dgm:cxn modelId="{AB896DEC-BD20-4EBD-8FA3-CF861590AA49}" srcId="{9A308A2F-89D4-4D29-8C47-ABC34D0E3E2C}" destId="{67B68530-3F33-4B4E-913C-6EACDFBC7C28}" srcOrd="1" destOrd="0" parTransId="{C5381E06-DDE4-4B3F-97DF-A8E9EFFD1A38}" sibTransId="{4150A19F-6870-444B-8414-918C3A5CEC24}"/>
    <dgm:cxn modelId="{CEED8AF2-6248-45A8-96D3-B56711EFFE65}" type="presOf" srcId="{E9115453-DE89-4C01-9773-EDB47A58AE8E}" destId="{110DA55F-F6FD-4710-8290-5283C863D4E9}" srcOrd="0" destOrd="0" presId="urn:microsoft.com/office/officeart/2018/5/layout/CenteredIconLabelDescriptionList"/>
    <dgm:cxn modelId="{25DB81F7-E783-42A8-8186-12F842E235FD}" srcId="{9A308A2F-89D4-4D29-8C47-ABC34D0E3E2C}" destId="{4350F150-F4BA-484B-B1C8-013E60B25AB2}" srcOrd="0" destOrd="0" parTransId="{D906E8F2-2434-4672-816C-D020502CD13F}" sibTransId="{9DEF8BAD-0213-47A2-9A1B-A3DFBFABE4BE}"/>
    <dgm:cxn modelId="{BB4631FA-2801-4D23-8302-670DCDFF0836}" srcId="{67B68530-3F33-4B4E-913C-6EACDFBC7C28}" destId="{C6872CAA-5C76-48AB-B1CB-610CD78DB105}" srcOrd="0" destOrd="0" parTransId="{1EF3B64D-0078-4FA9-970E-89BEE68DBDB4}" sibTransId="{A5CA7D13-4575-44E6-80C0-49BD005D3DA1}"/>
    <dgm:cxn modelId="{63DFBAFB-9755-4CD1-BDF1-ABC7C5D6A6B5}" type="presOf" srcId="{B241B9E0-F75F-4782-846C-7B10CDEB60D1}" destId="{93A9FD03-BF0E-4392-BDB0-4D35FE09E97E}" srcOrd="0" destOrd="1" presId="urn:microsoft.com/office/officeart/2018/5/layout/CenteredIconLabelDescriptionList"/>
    <dgm:cxn modelId="{A4919A53-2524-4281-BFBE-104FC8ABB5E7}" type="presParOf" srcId="{48C0AEFE-99A2-45DE-B3E8-CA03619A64A6}" destId="{D246D4CF-1540-4696-A417-E01DC99228DD}" srcOrd="0" destOrd="0" presId="urn:microsoft.com/office/officeart/2018/5/layout/CenteredIconLabelDescriptionList"/>
    <dgm:cxn modelId="{94D056C6-B179-4CAE-8D2B-0CEA5C0DB7CA}" type="presParOf" srcId="{D246D4CF-1540-4696-A417-E01DC99228DD}" destId="{2C28C29F-85D5-4DBF-B036-4B60E1FDEA88}" srcOrd="0" destOrd="0" presId="urn:microsoft.com/office/officeart/2018/5/layout/CenteredIconLabelDescriptionList"/>
    <dgm:cxn modelId="{9045D6B3-D822-4D7D-9884-C5F24B2CC326}" type="presParOf" srcId="{D246D4CF-1540-4696-A417-E01DC99228DD}" destId="{BEFD524D-8893-4C2C-BA6D-6946F0480B15}" srcOrd="1" destOrd="0" presId="urn:microsoft.com/office/officeart/2018/5/layout/CenteredIconLabelDescriptionList"/>
    <dgm:cxn modelId="{CC1ADA39-883D-400E-BA5D-00498E92B463}" type="presParOf" srcId="{D246D4CF-1540-4696-A417-E01DC99228DD}" destId="{74B56837-3B7E-4754-B853-FD18623FAB67}" srcOrd="2" destOrd="0" presId="urn:microsoft.com/office/officeart/2018/5/layout/CenteredIconLabelDescriptionList"/>
    <dgm:cxn modelId="{018A4035-7496-4283-9B64-FB127FBE43BE}" type="presParOf" srcId="{D246D4CF-1540-4696-A417-E01DC99228DD}" destId="{2AA637E1-AA56-4D70-B858-1152331E7480}" srcOrd="3" destOrd="0" presId="urn:microsoft.com/office/officeart/2018/5/layout/CenteredIconLabelDescriptionList"/>
    <dgm:cxn modelId="{A0F328F0-FEF6-475D-9BB8-E4910ADE8C20}" type="presParOf" srcId="{D246D4CF-1540-4696-A417-E01DC99228DD}" destId="{93A9FD03-BF0E-4392-BDB0-4D35FE09E97E}" srcOrd="4" destOrd="0" presId="urn:microsoft.com/office/officeart/2018/5/layout/CenteredIconLabelDescriptionList"/>
    <dgm:cxn modelId="{BF64AA5B-3D90-47A6-9EA0-E09198101753}" type="presParOf" srcId="{48C0AEFE-99A2-45DE-B3E8-CA03619A64A6}" destId="{0DB3236A-F858-4076-AFF4-ED77BF4D0B35}" srcOrd="1" destOrd="0" presId="urn:microsoft.com/office/officeart/2018/5/layout/CenteredIconLabelDescriptionList"/>
    <dgm:cxn modelId="{87C46B42-E432-45AB-96F0-6809F56B13E4}" type="presParOf" srcId="{48C0AEFE-99A2-45DE-B3E8-CA03619A64A6}" destId="{8B0A4EB9-4AD4-42A2-B314-ACABBB19CB66}" srcOrd="2" destOrd="0" presId="urn:microsoft.com/office/officeart/2018/5/layout/CenteredIconLabelDescriptionList"/>
    <dgm:cxn modelId="{1DB931C4-A7E7-4726-A789-B251CEBB8BF1}" type="presParOf" srcId="{8B0A4EB9-4AD4-42A2-B314-ACABBB19CB66}" destId="{AD33B0A3-CEE7-4324-B207-D70F6B0D05D4}" srcOrd="0" destOrd="0" presId="urn:microsoft.com/office/officeart/2018/5/layout/CenteredIconLabelDescriptionList"/>
    <dgm:cxn modelId="{3BF41BB5-179A-41CB-9919-9AA9101C3ACD}" type="presParOf" srcId="{8B0A4EB9-4AD4-42A2-B314-ACABBB19CB66}" destId="{6B54F75F-358F-44AF-9231-5035AE92B399}" srcOrd="1" destOrd="0" presId="urn:microsoft.com/office/officeart/2018/5/layout/CenteredIconLabelDescriptionList"/>
    <dgm:cxn modelId="{DEA97AB7-E619-4BE2-B5D7-AFC387685231}" type="presParOf" srcId="{8B0A4EB9-4AD4-42A2-B314-ACABBB19CB66}" destId="{5DBE4753-D089-4068-AB04-397AABDEFD56}" srcOrd="2" destOrd="0" presId="urn:microsoft.com/office/officeart/2018/5/layout/CenteredIconLabelDescriptionList"/>
    <dgm:cxn modelId="{CB7F9D85-2D32-4776-A532-B92768C7A265}" type="presParOf" srcId="{8B0A4EB9-4AD4-42A2-B314-ACABBB19CB66}" destId="{27ED7355-FA7F-4935-B1D0-AB3263EB2F5E}" srcOrd="3" destOrd="0" presId="urn:microsoft.com/office/officeart/2018/5/layout/CenteredIconLabelDescriptionList"/>
    <dgm:cxn modelId="{6AF46AA9-E681-4A37-868A-407CBC9B38F4}" type="presParOf" srcId="{8B0A4EB9-4AD4-42A2-B314-ACABBB19CB66}" destId="{B6D48501-A1DD-4BAB-AF63-B3FFB7D5B6C9}" srcOrd="4" destOrd="0" presId="urn:microsoft.com/office/officeart/2018/5/layout/CenteredIconLabelDescriptionList"/>
    <dgm:cxn modelId="{D69E0E31-65F9-4BB3-807C-BB483FC6F02B}" type="presParOf" srcId="{48C0AEFE-99A2-45DE-B3E8-CA03619A64A6}" destId="{9AD1DAC3-12D2-40E2-9E66-0C43091478D8}" srcOrd="3" destOrd="0" presId="urn:microsoft.com/office/officeart/2018/5/layout/CenteredIconLabelDescriptionList"/>
    <dgm:cxn modelId="{C66CE150-E152-4E50-82E0-D819FEB3E079}" type="presParOf" srcId="{48C0AEFE-99A2-45DE-B3E8-CA03619A64A6}" destId="{E0200A0A-AD8C-48EC-91FB-7640B776680D}" srcOrd="4" destOrd="0" presId="urn:microsoft.com/office/officeart/2018/5/layout/CenteredIconLabelDescriptionList"/>
    <dgm:cxn modelId="{009C2C7A-5861-4A92-B72B-2DD1EAB069F5}" type="presParOf" srcId="{E0200A0A-AD8C-48EC-91FB-7640B776680D}" destId="{5F43BD0A-6936-46C9-B434-76F2F01B8D0D}" srcOrd="0" destOrd="0" presId="urn:microsoft.com/office/officeart/2018/5/layout/CenteredIconLabelDescriptionList"/>
    <dgm:cxn modelId="{4DDA10ED-1291-47C8-82E5-6F18DDA4B87F}" type="presParOf" srcId="{E0200A0A-AD8C-48EC-91FB-7640B776680D}" destId="{7307B0F1-1398-4D0A-8F76-C4169FC52493}" srcOrd="1" destOrd="0" presId="urn:microsoft.com/office/officeart/2018/5/layout/CenteredIconLabelDescriptionList"/>
    <dgm:cxn modelId="{FF9FE1F7-F7C2-4BF3-ACC6-9E951976E4B7}" type="presParOf" srcId="{E0200A0A-AD8C-48EC-91FB-7640B776680D}" destId="{DC2F0C2F-7AB3-43C7-BA35-261B8BAF80BA}" srcOrd="2" destOrd="0" presId="urn:microsoft.com/office/officeart/2018/5/layout/CenteredIconLabelDescriptionList"/>
    <dgm:cxn modelId="{4CE8C3E8-02B7-441D-BC53-2FC93FBBC68F}" type="presParOf" srcId="{E0200A0A-AD8C-48EC-91FB-7640B776680D}" destId="{224A4E22-B1C8-4643-B61E-A8C2FD2EE530}" srcOrd="3" destOrd="0" presId="urn:microsoft.com/office/officeart/2018/5/layout/CenteredIconLabelDescriptionList"/>
    <dgm:cxn modelId="{311EDA78-CBCC-4FB0-9F19-AF17B40F522D}" type="presParOf" srcId="{E0200A0A-AD8C-48EC-91FB-7640B776680D}" destId="{110DA55F-F6FD-4710-8290-5283C863D4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2208BACA-0FAE-47FF-8DE2-F85836B6F3F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E648174-067F-43BA-A5FB-B1D9527306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Next </a:t>
          </a:r>
        </a:p>
      </dgm:t>
    </dgm:pt>
    <dgm:pt modelId="{FA3B4E10-CE19-401A-9958-CA1E0A174C28}" type="parTrans" cxnId="{83EE2962-915B-4FA2-8F1E-A496177B5285}">
      <dgm:prSet/>
      <dgm:spPr/>
      <dgm:t>
        <a:bodyPr/>
        <a:lstStyle/>
        <a:p>
          <a:endParaRPr lang="en-US"/>
        </a:p>
      </dgm:t>
    </dgm:pt>
    <dgm:pt modelId="{290707C8-5BC0-4A38-B736-A4388C1BCA11}" type="sibTrans" cxnId="{83EE2962-915B-4FA2-8F1E-A496177B5285}">
      <dgm:prSet/>
      <dgm:spPr/>
      <dgm:t>
        <a:bodyPr/>
        <a:lstStyle/>
        <a:p>
          <a:endParaRPr lang="en-US"/>
        </a:p>
      </dgm:t>
    </dgm:pt>
    <dgm:pt modelId="{31C6FA61-3B88-4E33-824F-880DBDE0A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compute the “double-SHA” checksum </a:t>
          </a:r>
        </a:p>
      </dgm:t>
    </dgm:pt>
    <dgm:pt modelId="{627F364F-FBF8-4C32-A96B-AECB696947A5}" type="parTrans" cxnId="{9B3EB37B-38A1-4DCA-A5B2-369B05ECECF3}">
      <dgm:prSet/>
      <dgm:spPr/>
      <dgm:t>
        <a:bodyPr/>
        <a:lstStyle/>
        <a:p>
          <a:endParaRPr lang="en-US"/>
        </a:p>
      </dgm:t>
    </dgm:pt>
    <dgm:pt modelId="{EA1AA8CA-CBE8-4E94-9865-801EA0B9AC6A}" type="sibTrans" cxnId="{9B3EB37B-38A1-4DCA-A5B2-369B05ECECF3}">
      <dgm:prSet/>
      <dgm:spPr/>
      <dgm:t>
        <a:bodyPr/>
        <a:lstStyle/>
        <a:p>
          <a:endParaRPr lang="en-US"/>
        </a:p>
      </dgm:t>
    </dgm:pt>
    <dgm:pt modelId="{152281EB-9559-4268-BC97-490C999969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meaning</a:t>
          </a:r>
        </a:p>
      </dgm:t>
    </dgm:pt>
    <dgm:pt modelId="{42F94E0A-47B0-4A1B-B4BB-FF6126E4D1B7}" type="parTrans" cxnId="{027FC0C8-1FE0-4C52-BD9D-240FF6FAE04D}">
      <dgm:prSet/>
      <dgm:spPr/>
      <dgm:t>
        <a:bodyPr/>
        <a:lstStyle/>
        <a:p>
          <a:endParaRPr lang="en-US"/>
        </a:p>
      </dgm:t>
    </dgm:pt>
    <dgm:pt modelId="{53B8643B-F7AB-4634-9E65-0C2C7DA677E8}" type="sibTrans" cxnId="{027FC0C8-1FE0-4C52-BD9D-240FF6FAE04D}">
      <dgm:prSet/>
      <dgm:spPr/>
      <dgm:t>
        <a:bodyPr/>
        <a:lstStyle/>
        <a:p>
          <a:endParaRPr lang="en-US"/>
        </a:p>
      </dgm:t>
    </dgm:pt>
    <dgm:pt modelId="{B01EC0D7-6B0B-4E43-AD11-847A2147DA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checksum = SHA256(SHA256(</a:t>
          </a:r>
          <a:r>
            <a:rPr lang="en-US" dirty="0" err="1"/>
            <a:t>prefix+data</a:t>
          </a:r>
          <a:r>
            <a:rPr lang="en-US" dirty="0"/>
            <a:t>))</a:t>
          </a:r>
        </a:p>
      </dgm:t>
    </dgm:pt>
    <dgm:pt modelId="{A979763B-D01D-4A2A-A189-E374833AA08C}" type="parTrans" cxnId="{BF361F2E-DB12-4991-941B-D3B1C88F3FF2}">
      <dgm:prSet/>
      <dgm:spPr/>
      <dgm:t>
        <a:bodyPr/>
        <a:lstStyle/>
        <a:p>
          <a:endParaRPr lang="en-US"/>
        </a:p>
      </dgm:t>
    </dgm:pt>
    <dgm:pt modelId="{8DF29444-DBB6-44F9-960E-E84741229D2D}" type="sibTrans" cxnId="{BF361F2E-DB12-4991-941B-D3B1C88F3FF2}">
      <dgm:prSet/>
      <dgm:spPr/>
      <dgm:t>
        <a:bodyPr/>
        <a:lstStyle/>
        <a:p>
          <a:endParaRPr lang="en-US"/>
        </a:p>
      </dgm:t>
    </dgm:pt>
    <dgm:pt modelId="{A422D9DC-E3F7-41D1-8E8A-94E726DB2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Formula</a:t>
          </a:r>
          <a:endParaRPr lang="en-US" dirty="0"/>
        </a:p>
      </dgm:t>
    </dgm:pt>
    <dgm:pt modelId="{BB11D68B-5A30-4192-804F-16068BF661CB}" type="parTrans" cxnId="{B00EE0C7-3124-4B3E-9D91-CD99159A0E75}">
      <dgm:prSet/>
      <dgm:spPr/>
      <dgm:t>
        <a:bodyPr/>
        <a:lstStyle/>
        <a:p>
          <a:endParaRPr lang="tr-TR"/>
        </a:p>
      </dgm:t>
    </dgm:pt>
    <dgm:pt modelId="{DD22B507-698C-4D2B-ADDD-CE78B9967177}" type="sibTrans" cxnId="{B00EE0C7-3124-4B3E-9D91-CD99159A0E75}">
      <dgm:prSet/>
      <dgm:spPr/>
      <dgm:t>
        <a:bodyPr/>
        <a:lstStyle/>
        <a:p>
          <a:endParaRPr lang="tr-TR"/>
        </a:p>
      </dgm:t>
    </dgm:pt>
    <dgm:pt modelId="{5B9D5377-C955-4412-96C4-9AD65821BA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apply the SHA256 hash</a:t>
          </a:r>
          <a:r>
            <a:rPr lang="tr-TR" dirty="0"/>
            <a:t> </a:t>
          </a:r>
          <a:r>
            <a:rPr lang="en-US" dirty="0"/>
            <a:t>algorithm</a:t>
          </a:r>
          <a:r>
            <a:rPr lang="tr-TR" dirty="0"/>
            <a:t> </a:t>
          </a:r>
          <a:r>
            <a:rPr lang="en-US" dirty="0"/>
            <a:t>twice</a:t>
          </a:r>
        </a:p>
      </dgm:t>
    </dgm:pt>
    <dgm:pt modelId="{902FB5F1-7058-48A6-B558-A8860263E9A7}" type="parTrans" cxnId="{3EE09531-B402-4AB2-8FBC-7C2F6B9F8571}">
      <dgm:prSet/>
      <dgm:spPr/>
      <dgm:t>
        <a:bodyPr/>
        <a:lstStyle/>
        <a:p>
          <a:endParaRPr lang="tr-TR"/>
        </a:p>
      </dgm:t>
    </dgm:pt>
    <dgm:pt modelId="{B3C1AF07-7DCF-4252-A6E3-7789582B1BEC}" type="sibTrans" cxnId="{3EE09531-B402-4AB2-8FBC-7C2F6B9F8571}">
      <dgm:prSet/>
      <dgm:spPr/>
      <dgm:t>
        <a:bodyPr/>
        <a:lstStyle/>
        <a:p>
          <a:endParaRPr lang="tr-TR"/>
        </a:p>
      </dgm:t>
    </dgm:pt>
    <dgm:pt modelId="{80A6E489-51CA-49C5-AB0C-651F40CA0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</a:t>
          </a:r>
          <a:r>
            <a:rPr lang="en-US" dirty="0"/>
            <a:t>the previous result (prefix and data)</a:t>
          </a:r>
        </a:p>
      </dgm:t>
    </dgm:pt>
    <dgm:pt modelId="{B8849327-999A-45C6-8FC1-C1F256CFBDA6}" type="parTrans" cxnId="{B2129143-685F-476B-BB19-C0481D14DCAE}">
      <dgm:prSet/>
      <dgm:spPr/>
      <dgm:t>
        <a:bodyPr/>
        <a:lstStyle/>
        <a:p>
          <a:endParaRPr lang="tr-TR"/>
        </a:p>
      </dgm:t>
    </dgm:pt>
    <dgm:pt modelId="{F8451572-C730-4067-A07B-D2265C37BF52}" type="sibTrans" cxnId="{B2129143-685F-476B-BB19-C0481D14DCAE}">
      <dgm:prSet/>
      <dgm:spPr/>
      <dgm:t>
        <a:bodyPr/>
        <a:lstStyle/>
        <a:p>
          <a:endParaRPr lang="tr-TR"/>
        </a:p>
      </dgm:t>
    </dgm:pt>
    <dgm:pt modelId="{D4BCE0CA-B155-4C44-B3A8-68BFEC95BBA5}" type="pres">
      <dgm:prSet presAssocID="{2208BACA-0FAE-47FF-8DE2-F85836B6F3F3}" presName="root" presStyleCnt="0">
        <dgm:presLayoutVars>
          <dgm:dir/>
          <dgm:resizeHandles val="exact"/>
        </dgm:presLayoutVars>
      </dgm:prSet>
      <dgm:spPr/>
    </dgm:pt>
    <dgm:pt modelId="{CDD35940-0111-4DF5-92A2-1DC0B0BAA2DA}" type="pres">
      <dgm:prSet presAssocID="{4E648174-067F-43BA-A5FB-B1D952730615}" presName="compNode" presStyleCnt="0"/>
      <dgm:spPr/>
    </dgm:pt>
    <dgm:pt modelId="{02134D07-DF79-4CA7-A44A-63BDE18EA93C}" type="pres">
      <dgm:prSet presAssocID="{4E648174-067F-43BA-A5FB-B1D9527306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10FA90D-4972-4D8A-A7AA-DBA601693B73}" type="pres">
      <dgm:prSet presAssocID="{4E648174-067F-43BA-A5FB-B1D952730615}" presName="iconSpace" presStyleCnt="0"/>
      <dgm:spPr/>
    </dgm:pt>
    <dgm:pt modelId="{D97569A8-E270-4978-9DB1-6A2728EA67D9}" type="pres">
      <dgm:prSet presAssocID="{4E648174-067F-43BA-A5FB-B1D952730615}" presName="parTx" presStyleLbl="revTx" presStyleIdx="0" presStyleCnt="6">
        <dgm:presLayoutVars>
          <dgm:chMax val="0"/>
          <dgm:chPref val="0"/>
        </dgm:presLayoutVars>
      </dgm:prSet>
      <dgm:spPr/>
    </dgm:pt>
    <dgm:pt modelId="{798496A7-30E4-470D-ACF3-CB0D4CDE3308}" type="pres">
      <dgm:prSet presAssocID="{4E648174-067F-43BA-A5FB-B1D952730615}" presName="txSpace" presStyleCnt="0"/>
      <dgm:spPr/>
    </dgm:pt>
    <dgm:pt modelId="{1599EB25-8086-4BA4-82D2-0F7472FD7F64}" type="pres">
      <dgm:prSet presAssocID="{4E648174-067F-43BA-A5FB-B1D952730615}" presName="desTx" presStyleLbl="revTx" presStyleIdx="1" presStyleCnt="6">
        <dgm:presLayoutVars/>
      </dgm:prSet>
      <dgm:spPr/>
    </dgm:pt>
    <dgm:pt modelId="{211327D4-D5A6-493E-A193-8AEC9827ED79}" type="pres">
      <dgm:prSet presAssocID="{290707C8-5BC0-4A38-B736-A4388C1BCA11}" presName="sibTrans" presStyleCnt="0"/>
      <dgm:spPr/>
    </dgm:pt>
    <dgm:pt modelId="{FAC6F660-D427-46C5-AD55-C0C5BF48165E}" type="pres">
      <dgm:prSet presAssocID="{152281EB-9559-4268-BC97-490C99996987}" presName="compNode" presStyleCnt="0"/>
      <dgm:spPr/>
    </dgm:pt>
    <dgm:pt modelId="{4027C2A0-2409-44BC-AB03-7365AA0D1A18}" type="pres">
      <dgm:prSet presAssocID="{152281EB-9559-4268-BC97-490C999969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892C228-F339-4A15-88A4-F10D4C2DA76E}" type="pres">
      <dgm:prSet presAssocID="{152281EB-9559-4268-BC97-490C99996987}" presName="iconSpace" presStyleCnt="0"/>
      <dgm:spPr/>
    </dgm:pt>
    <dgm:pt modelId="{0497B03C-A04F-4B29-9910-D7BD92BCB4F1}" type="pres">
      <dgm:prSet presAssocID="{152281EB-9559-4268-BC97-490C99996987}" presName="parTx" presStyleLbl="revTx" presStyleIdx="2" presStyleCnt="6">
        <dgm:presLayoutVars>
          <dgm:chMax val="0"/>
          <dgm:chPref val="0"/>
        </dgm:presLayoutVars>
      </dgm:prSet>
      <dgm:spPr/>
    </dgm:pt>
    <dgm:pt modelId="{E6B05B4B-BC30-4D7F-8B85-3BFA4A4B7BAC}" type="pres">
      <dgm:prSet presAssocID="{152281EB-9559-4268-BC97-490C99996987}" presName="txSpace" presStyleCnt="0"/>
      <dgm:spPr/>
    </dgm:pt>
    <dgm:pt modelId="{4F1FA572-F1AC-41B5-A397-1053140C2180}" type="pres">
      <dgm:prSet presAssocID="{152281EB-9559-4268-BC97-490C99996987}" presName="desTx" presStyleLbl="revTx" presStyleIdx="3" presStyleCnt="6">
        <dgm:presLayoutVars/>
      </dgm:prSet>
      <dgm:spPr/>
    </dgm:pt>
    <dgm:pt modelId="{83D99465-8466-443F-9CDD-087F45C7DDC0}" type="pres">
      <dgm:prSet presAssocID="{53B8643B-F7AB-4634-9E65-0C2C7DA677E8}" presName="sibTrans" presStyleCnt="0"/>
      <dgm:spPr/>
    </dgm:pt>
    <dgm:pt modelId="{37F3F370-62DB-4CAD-9A16-2719DA628BEA}" type="pres">
      <dgm:prSet presAssocID="{A422D9DC-E3F7-41D1-8E8A-94E726DB2142}" presName="compNode" presStyleCnt="0"/>
      <dgm:spPr/>
    </dgm:pt>
    <dgm:pt modelId="{90631FAF-119F-43E8-B96D-5095B3AF3B7D}" type="pres">
      <dgm:prSet presAssocID="{A422D9DC-E3F7-41D1-8E8A-94E726DB21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E696B1F-497A-4E0C-9443-053420B84ABB}" type="pres">
      <dgm:prSet presAssocID="{A422D9DC-E3F7-41D1-8E8A-94E726DB2142}" presName="iconSpace" presStyleCnt="0"/>
      <dgm:spPr/>
    </dgm:pt>
    <dgm:pt modelId="{5DA82E3B-487A-4BC2-9D99-F8686AE5FF73}" type="pres">
      <dgm:prSet presAssocID="{A422D9DC-E3F7-41D1-8E8A-94E726DB2142}" presName="parTx" presStyleLbl="revTx" presStyleIdx="4" presStyleCnt="6">
        <dgm:presLayoutVars>
          <dgm:chMax val="0"/>
          <dgm:chPref val="0"/>
        </dgm:presLayoutVars>
      </dgm:prSet>
      <dgm:spPr/>
    </dgm:pt>
    <dgm:pt modelId="{1125BCBC-34AD-466F-883E-2B8D0D1A9163}" type="pres">
      <dgm:prSet presAssocID="{A422D9DC-E3F7-41D1-8E8A-94E726DB2142}" presName="txSpace" presStyleCnt="0"/>
      <dgm:spPr/>
    </dgm:pt>
    <dgm:pt modelId="{F0AF7700-923A-45F3-9301-981F7D1BF8DB}" type="pres">
      <dgm:prSet presAssocID="{A422D9DC-E3F7-41D1-8E8A-94E726DB2142}" presName="desTx" presStyleLbl="revTx" presStyleIdx="5" presStyleCnt="6">
        <dgm:presLayoutVars/>
      </dgm:prSet>
      <dgm:spPr/>
    </dgm:pt>
  </dgm:ptLst>
  <dgm:cxnLst>
    <dgm:cxn modelId="{D192ED21-62ED-4D86-BCC1-298D12BA6E91}" type="presOf" srcId="{2208BACA-0FAE-47FF-8DE2-F85836B6F3F3}" destId="{D4BCE0CA-B155-4C44-B3A8-68BFEC95BBA5}" srcOrd="0" destOrd="0" presId="urn:microsoft.com/office/officeart/2018/5/layout/CenteredIconLabelDescriptionList"/>
    <dgm:cxn modelId="{BF361F2E-DB12-4991-941B-D3B1C88F3FF2}" srcId="{A422D9DC-E3F7-41D1-8E8A-94E726DB2142}" destId="{B01EC0D7-6B0B-4E43-AD11-847A2147DAB7}" srcOrd="0" destOrd="0" parTransId="{A979763B-D01D-4A2A-A189-E374833AA08C}" sibTransId="{8DF29444-DBB6-44F9-960E-E84741229D2D}"/>
    <dgm:cxn modelId="{3EE09531-B402-4AB2-8FBC-7C2F6B9F8571}" srcId="{152281EB-9559-4268-BC97-490C99996987}" destId="{5B9D5377-C955-4412-96C4-9AD65821BAFD}" srcOrd="0" destOrd="0" parTransId="{902FB5F1-7058-48A6-B558-A8860263E9A7}" sibTransId="{B3C1AF07-7DCF-4252-A6E3-7789582B1BEC}"/>
    <dgm:cxn modelId="{83EE2962-915B-4FA2-8F1E-A496177B5285}" srcId="{2208BACA-0FAE-47FF-8DE2-F85836B6F3F3}" destId="{4E648174-067F-43BA-A5FB-B1D952730615}" srcOrd="0" destOrd="0" parTransId="{FA3B4E10-CE19-401A-9958-CA1E0A174C28}" sibTransId="{290707C8-5BC0-4A38-B736-A4388C1BCA11}"/>
    <dgm:cxn modelId="{B2129143-685F-476B-BB19-C0481D14DCAE}" srcId="{152281EB-9559-4268-BC97-490C99996987}" destId="{80A6E489-51CA-49C5-AB0C-651F40CA0B7C}" srcOrd="1" destOrd="0" parTransId="{B8849327-999A-45C6-8FC1-C1F256CFBDA6}" sibTransId="{F8451572-C730-4067-A07B-D2265C37BF52}"/>
    <dgm:cxn modelId="{4A22A04D-1BBA-448C-BEE3-A69266EE85B7}" type="presOf" srcId="{152281EB-9559-4268-BC97-490C99996987}" destId="{0497B03C-A04F-4B29-9910-D7BD92BCB4F1}" srcOrd="0" destOrd="0" presId="urn:microsoft.com/office/officeart/2018/5/layout/CenteredIconLabelDescriptionList"/>
    <dgm:cxn modelId="{9B3EB37B-38A1-4DCA-A5B2-369B05ECECF3}" srcId="{4E648174-067F-43BA-A5FB-B1D952730615}" destId="{31C6FA61-3B88-4E33-824F-880DBDE0A420}" srcOrd="0" destOrd="0" parTransId="{627F364F-FBF8-4C32-A96B-AECB696947A5}" sibTransId="{EA1AA8CA-CBE8-4E94-9865-801EA0B9AC6A}"/>
    <dgm:cxn modelId="{6CA3519B-7BC6-4DFD-B28E-19C9924F842F}" type="presOf" srcId="{4E648174-067F-43BA-A5FB-B1D952730615}" destId="{D97569A8-E270-4978-9DB1-6A2728EA67D9}" srcOrd="0" destOrd="0" presId="urn:microsoft.com/office/officeart/2018/5/layout/CenteredIconLabelDescriptionList"/>
    <dgm:cxn modelId="{DAACFEB1-AF92-4D86-92CF-95BECAD148A0}" type="presOf" srcId="{80A6E489-51CA-49C5-AB0C-651F40CA0B7C}" destId="{4F1FA572-F1AC-41B5-A397-1053140C2180}" srcOrd="0" destOrd="1" presId="urn:microsoft.com/office/officeart/2018/5/layout/CenteredIconLabelDescriptionList"/>
    <dgm:cxn modelId="{1D690ABA-E613-4BC1-B8D9-F1F77DCF6FAC}" type="presOf" srcId="{A422D9DC-E3F7-41D1-8E8A-94E726DB2142}" destId="{5DA82E3B-487A-4BC2-9D99-F8686AE5FF73}" srcOrd="0" destOrd="0" presId="urn:microsoft.com/office/officeart/2018/5/layout/CenteredIconLabelDescriptionList"/>
    <dgm:cxn modelId="{B00EE0C7-3124-4B3E-9D91-CD99159A0E75}" srcId="{2208BACA-0FAE-47FF-8DE2-F85836B6F3F3}" destId="{A422D9DC-E3F7-41D1-8E8A-94E726DB2142}" srcOrd="2" destOrd="0" parTransId="{BB11D68B-5A30-4192-804F-16068BF661CB}" sibTransId="{DD22B507-698C-4D2B-ADDD-CE78B9967177}"/>
    <dgm:cxn modelId="{027FC0C8-1FE0-4C52-BD9D-240FF6FAE04D}" srcId="{2208BACA-0FAE-47FF-8DE2-F85836B6F3F3}" destId="{152281EB-9559-4268-BC97-490C99996987}" srcOrd="1" destOrd="0" parTransId="{42F94E0A-47B0-4A1B-B4BB-FF6126E4D1B7}" sibTransId="{53B8643B-F7AB-4634-9E65-0C2C7DA677E8}"/>
    <dgm:cxn modelId="{5ECF12D1-0E34-4FBA-A681-D2BBED00B90D}" type="presOf" srcId="{5B9D5377-C955-4412-96C4-9AD65821BAFD}" destId="{4F1FA572-F1AC-41B5-A397-1053140C2180}" srcOrd="0" destOrd="0" presId="urn:microsoft.com/office/officeart/2018/5/layout/CenteredIconLabelDescriptionList"/>
    <dgm:cxn modelId="{17C8DDDC-22D2-44F2-BC3A-40A6CC619E52}" type="presOf" srcId="{31C6FA61-3B88-4E33-824F-880DBDE0A420}" destId="{1599EB25-8086-4BA4-82D2-0F7472FD7F64}" srcOrd="0" destOrd="0" presId="urn:microsoft.com/office/officeart/2018/5/layout/CenteredIconLabelDescriptionList"/>
    <dgm:cxn modelId="{B65364E2-B980-414D-8FEA-F7FEC361D867}" type="presOf" srcId="{B01EC0D7-6B0B-4E43-AD11-847A2147DAB7}" destId="{F0AF7700-923A-45F3-9301-981F7D1BF8DB}" srcOrd="0" destOrd="0" presId="urn:microsoft.com/office/officeart/2018/5/layout/CenteredIconLabelDescriptionList"/>
    <dgm:cxn modelId="{DFE18695-DC8E-4F5C-B868-F331ED52E3C2}" type="presParOf" srcId="{D4BCE0CA-B155-4C44-B3A8-68BFEC95BBA5}" destId="{CDD35940-0111-4DF5-92A2-1DC0B0BAA2DA}" srcOrd="0" destOrd="0" presId="urn:microsoft.com/office/officeart/2018/5/layout/CenteredIconLabelDescriptionList"/>
    <dgm:cxn modelId="{C62F40CA-C7F4-4A44-8E45-CF0C009AC548}" type="presParOf" srcId="{CDD35940-0111-4DF5-92A2-1DC0B0BAA2DA}" destId="{02134D07-DF79-4CA7-A44A-63BDE18EA93C}" srcOrd="0" destOrd="0" presId="urn:microsoft.com/office/officeart/2018/5/layout/CenteredIconLabelDescriptionList"/>
    <dgm:cxn modelId="{9147AEDF-C841-45B9-A075-00728B2627F0}" type="presParOf" srcId="{CDD35940-0111-4DF5-92A2-1DC0B0BAA2DA}" destId="{110FA90D-4972-4D8A-A7AA-DBA601693B73}" srcOrd="1" destOrd="0" presId="urn:microsoft.com/office/officeart/2018/5/layout/CenteredIconLabelDescriptionList"/>
    <dgm:cxn modelId="{E2BD74F7-E105-4A2B-ADF6-2795875AD5AA}" type="presParOf" srcId="{CDD35940-0111-4DF5-92A2-1DC0B0BAA2DA}" destId="{D97569A8-E270-4978-9DB1-6A2728EA67D9}" srcOrd="2" destOrd="0" presId="urn:microsoft.com/office/officeart/2018/5/layout/CenteredIconLabelDescriptionList"/>
    <dgm:cxn modelId="{06DE5A26-F0EB-4B8F-921C-3DACCF2F5132}" type="presParOf" srcId="{CDD35940-0111-4DF5-92A2-1DC0B0BAA2DA}" destId="{798496A7-30E4-470D-ACF3-CB0D4CDE3308}" srcOrd="3" destOrd="0" presId="urn:microsoft.com/office/officeart/2018/5/layout/CenteredIconLabelDescriptionList"/>
    <dgm:cxn modelId="{112F5A69-6F36-44FA-8134-8CD4FFA4F686}" type="presParOf" srcId="{CDD35940-0111-4DF5-92A2-1DC0B0BAA2DA}" destId="{1599EB25-8086-4BA4-82D2-0F7472FD7F64}" srcOrd="4" destOrd="0" presId="urn:microsoft.com/office/officeart/2018/5/layout/CenteredIconLabelDescriptionList"/>
    <dgm:cxn modelId="{F6F884E5-AFF9-41C9-BF00-F10CA89C62D7}" type="presParOf" srcId="{D4BCE0CA-B155-4C44-B3A8-68BFEC95BBA5}" destId="{211327D4-D5A6-493E-A193-8AEC9827ED79}" srcOrd="1" destOrd="0" presId="urn:microsoft.com/office/officeart/2018/5/layout/CenteredIconLabelDescriptionList"/>
    <dgm:cxn modelId="{0117C34B-CC06-482B-8BC7-8F892B8B2F22}" type="presParOf" srcId="{D4BCE0CA-B155-4C44-B3A8-68BFEC95BBA5}" destId="{FAC6F660-D427-46C5-AD55-C0C5BF48165E}" srcOrd="2" destOrd="0" presId="urn:microsoft.com/office/officeart/2018/5/layout/CenteredIconLabelDescriptionList"/>
    <dgm:cxn modelId="{400666DE-3DD1-4A74-A237-10A8A621E8AB}" type="presParOf" srcId="{FAC6F660-D427-46C5-AD55-C0C5BF48165E}" destId="{4027C2A0-2409-44BC-AB03-7365AA0D1A18}" srcOrd="0" destOrd="0" presId="urn:microsoft.com/office/officeart/2018/5/layout/CenteredIconLabelDescriptionList"/>
    <dgm:cxn modelId="{3928F039-03A4-4B3F-BE0F-5807ECD7C3C8}" type="presParOf" srcId="{FAC6F660-D427-46C5-AD55-C0C5BF48165E}" destId="{A892C228-F339-4A15-88A4-F10D4C2DA76E}" srcOrd="1" destOrd="0" presId="urn:microsoft.com/office/officeart/2018/5/layout/CenteredIconLabelDescriptionList"/>
    <dgm:cxn modelId="{D521238B-E6A3-45CB-80E1-376075D1B4CC}" type="presParOf" srcId="{FAC6F660-D427-46C5-AD55-C0C5BF48165E}" destId="{0497B03C-A04F-4B29-9910-D7BD92BCB4F1}" srcOrd="2" destOrd="0" presId="urn:microsoft.com/office/officeart/2018/5/layout/CenteredIconLabelDescriptionList"/>
    <dgm:cxn modelId="{B0C7CF1F-8BD6-4525-ACE9-C4391E30C872}" type="presParOf" srcId="{FAC6F660-D427-46C5-AD55-C0C5BF48165E}" destId="{E6B05B4B-BC30-4D7F-8B85-3BFA4A4B7BAC}" srcOrd="3" destOrd="0" presId="urn:microsoft.com/office/officeart/2018/5/layout/CenteredIconLabelDescriptionList"/>
    <dgm:cxn modelId="{A69BDA9F-2178-4CFC-A88C-3CF5215AF2B6}" type="presParOf" srcId="{FAC6F660-D427-46C5-AD55-C0C5BF48165E}" destId="{4F1FA572-F1AC-41B5-A397-1053140C2180}" srcOrd="4" destOrd="0" presId="urn:microsoft.com/office/officeart/2018/5/layout/CenteredIconLabelDescriptionList"/>
    <dgm:cxn modelId="{675BAF11-1C51-45C1-BE45-6CC6C71DE9AE}" type="presParOf" srcId="{D4BCE0CA-B155-4C44-B3A8-68BFEC95BBA5}" destId="{83D99465-8466-443F-9CDD-087F45C7DDC0}" srcOrd="3" destOrd="0" presId="urn:microsoft.com/office/officeart/2018/5/layout/CenteredIconLabelDescriptionList"/>
    <dgm:cxn modelId="{74503304-596A-42DF-9272-4322DC4243AA}" type="presParOf" srcId="{D4BCE0CA-B155-4C44-B3A8-68BFEC95BBA5}" destId="{37F3F370-62DB-4CAD-9A16-2719DA628BEA}" srcOrd="4" destOrd="0" presId="urn:microsoft.com/office/officeart/2018/5/layout/CenteredIconLabelDescriptionList"/>
    <dgm:cxn modelId="{17D97651-4B6D-4802-B2F2-9F18FFEB4B68}" type="presParOf" srcId="{37F3F370-62DB-4CAD-9A16-2719DA628BEA}" destId="{90631FAF-119F-43E8-B96D-5095B3AF3B7D}" srcOrd="0" destOrd="0" presId="urn:microsoft.com/office/officeart/2018/5/layout/CenteredIconLabelDescriptionList"/>
    <dgm:cxn modelId="{55A6806C-0747-46BE-9F61-FD40F0B4AB60}" type="presParOf" srcId="{37F3F370-62DB-4CAD-9A16-2719DA628BEA}" destId="{EE696B1F-497A-4E0C-9443-053420B84ABB}" srcOrd="1" destOrd="0" presId="urn:microsoft.com/office/officeart/2018/5/layout/CenteredIconLabelDescriptionList"/>
    <dgm:cxn modelId="{1D13307E-8A29-4E7E-A943-C2624F64C104}" type="presParOf" srcId="{37F3F370-62DB-4CAD-9A16-2719DA628BEA}" destId="{5DA82E3B-487A-4BC2-9D99-F8686AE5FF73}" srcOrd="2" destOrd="0" presId="urn:microsoft.com/office/officeart/2018/5/layout/CenteredIconLabelDescriptionList"/>
    <dgm:cxn modelId="{2DB7774D-F0D4-42F0-B703-CED0E11BD08A}" type="presParOf" srcId="{37F3F370-62DB-4CAD-9A16-2719DA628BEA}" destId="{1125BCBC-34AD-466F-883E-2B8D0D1A9163}" srcOrd="3" destOrd="0" presId="urn:microsoft.com/office/officeart/2018/5/layout/CenteredIconLabelDescriptionList"/>
    <dgm:cxn modelId="{7C762249-44D6-48F8-8BBF-EFAE8488A142}" type="presParOf" srcId="{37F3F370-62DB-4CAD-9A16-2719DA628BEA}" destId="{F0AF7700-923A-45F3-9301-981F7D1BF8D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2208BACA-0FAE-47FF-8DE2-F85836B6F3F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94E86B3-41F9-4199-8FDF-8F18B10C4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Result</a:t>
          </a:r>
          <a:endParaRPr lang="en-US"/>
        </a:p>
      </dgm:t>
    </dgm:pt>
    <dgm:pt modelId="{62C66D5F-02DE-42CE-B94F-1C26EBF93198}" type="parTrans" cxnId="{A4F5C190-E5CD-4B5F-9CC7-177F335717F2}">
      <dgm:prSet/>
      <dgm:spPr/>
      <dgm:t>
        <a:bodyPr/>
        <a:lstStyle/>
        <a:p>
          <a:endParaRPr lang="en-US"/>
        </a:p>
      </dgm:t>
    </dgm:pt>
    <dgm:pt modelId="{13DCA444-52F0-4200-8C9C-BB942D42DC81}" type="sibTrans" cxnId="{A4F5C190-E5CD-4B5F-9CC7-177F335717F2}">
      <dgm:prSet/>
      <dgm:spPr/>
      <dgm:t>
        <a:bodyPr/>
        <a:lstStyle/>
        <a:p>
          <a:endParaRPr lang="en-US"/>
        </a:p>
      </dgm:t>
    </dgm:pt>
    <dgm:pt modelId="{C12C43B1-A02E-483A-9332-9085E53261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32-byte hash (hash-of-a-hash), </a:t>
          </a:r>
        </a:p>
      </dgm:t>
    </dgm:pt>
    <dgm:pt modelId="{9C9BFC62-A76C-4F7E-96E2-A12EBA8A62A1}" type="parTrans" cxnId="{F3309349-4ECF-4DF8-A830-77F349043E93}">
      <dgm:prSet/>
      <dgm:spPr/>
      <dgm:t>
        <a:bodyPr/>
        <a:lstStyle/>
        <a:p>
          <a:endParaRPr lang="en-US"/>
        </a:p>
      </dgm:t>
    </dgm:pt>
    <dgm:pt modelId="{17B9C4F8-807A-4CAA-A381-8631E3493A00}" type="sibTrans" cxnId="{F3309349-4ECF-4DF8-A830-77F349043E93}">
      <dgm:prSet/>
      <dgm:spPr/>
      <dgm:t>
        <a:bodyPr/>
        <a:lstStyle/>
        <a:p>
          <a:endParaRPr lang="en-US"/>
        </a:p>
      </dgm:t>
    </dgm:pt>
    <dgm:pt modelId="{DC956887-2F44-4E62-8808-81941CEA2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take only the first four bytes</a:t>
          </a:r>
        </a:p>
      </dgm:t>
    </dgm:pt>
    <dgm:pt modelId="{B47F4468-0049-4BF9-8BDB-6270B35271BC}" type="parTrans" cxnId="{28A17F97-802A-4B03-A1FC-DC259886DAF7}">
      <dgm:prSet/>
      <dgm:spPr/>
      <dgm:t>
        <a:bodyPr/>
        <a:lstStyle/>
        <a:p>
          <a:endParaRPr lang="en-US"/>
        </a:p>
      </dgm:t>
    </dgm:pt>
    <dgm:pt modelId="{5878F432-1222-49B0-A56B-4D55103BA035}" type="sibTrans" cxnId="{28A17F97-802A-4B03-A1FC-DC259886DAF7}">
      <dgm:prSet/>
      <dgm:spPr/>
      <dgm:t>
        <a:bodyPr/>
        <a:lstStyle/>
        <a:p>
          <a:endParaRPr lang="en-US"/>
        </a:p>
      </dgm:t>
    </dgm:pt>
    <dgm:pt modelId="{D73F84B4-847A-4E49-B298-D9D197904E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  <a:endParaRPr lang="en-US"/>
        </a:p>
      </dgm:t>
    </dgm:pt>
    <dgm:pt modelId="{E6B9E505-190C-4326-A355-E1BABB57B790}" type="parTrans" cxnId="{63D96B9B-C984-4FBD-9C58-2FCD82DCF79D}">
      <dgm:prSet/>
      <dgm:spPr/>
      <dgm:t>
        <a:bodyPr/>
        <a:lstStyle/>
        <a:p>
          <a:endParaRPr lang="en-US"/>
        </a:p>
      </dgm:t>
    </dgm:pt>
    <dgm:pt modelId="{175042D8-542A-4A82-96C0-D63885F70BE3}" type="sibTrans" cxnId="{63D96B9B-C984-4FBD-9C58-2FCD82DCF79D}">
      <dgm:prSet/>
      <dgm:spPr/>
      <dgm:t>
        <a:bodyPr/>
        <a:lstStyle/>
        <a:p>
          <a:endParaRPr lang="en-US"/>
        </a:p>
      </dgm:t>
    </dgm:pt>
    <dgm:pt modelId="{B496FDA4-91B7-4929-862A-63A57DD36D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four bytes serve as the error-checking code, or checksum</a:t>
          </a:r>
        </a:p>
      </dgm:t>
    </dgm:pt>
    <dgm:pt modelId="{240747AA-25CF-448C-8B47-07EBCF88791C}" type="parTrans" cxnId="{91D3F035-1E65-457D-AC31-0BAE3842FDA7}">
      <dgm:prSet/>
      <dgm:spPr/>
      <dgm:t>
        <a:bodyPr/>
        <a:lstStyle/>
        <a:p>
          <a:endParaRPr lang="en-US"/>
        </a:p>
      </dgm:t>
    </dgm:pt>
    <dgm:pt modelId="{814611E2-089F-4697-9115-D3B504C9434A}" type="sibTrans" cxnId="{91D3F035-1E65-457D-AC31-0BAE3842FDA7}">
      <dgm:prSet/>
      <dgm:spPr/>
      <dgm:t>
        <a:bodyPr/>
        <a:lstStyle/>
        <a:p>
          <a:endParaRPr lang="en-US"/>
        </a:p>
      </dgm:t>
    </dgm:pt>
    <dgm:pt modelId="{2C9D233E-4DDB-425D-A9A8-DD93423BB1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Concatenate</a:t>
          </a:r>
          <a:endParaRPr lang="en-US"/>
        </a:p>
      </dgm:t>
    </dgm:pt>
    <dgm:pt modelId="{96E37E97-5346-4CE9-832E-2CB67D6526BB}" type="parTrans" cxnId="{BA5EF639-45E2-4ECA-A6B2-4A821608D011}">
      <dgm:prSet/>
      <dgm:spPr/>
      <dgm:t>
        <a:bodyPr/>
        <a:lstStyle/>
        <a:p>
          <a:endParaRPr lang="en-US"/>
        </a:p>
      </dgm:t>
    </dgm:pt>
    <dgm:pt modelId="{96EDACB2-A21D-4D9D-B4CE-1012CA00AFCB}" type="sibTrans" cxnId="{BA5EF639-45E2-4ECA-A6B2-4A821608D011}">
      <dgm:prSet/>
      <dgm:spPr/>
      <dgm:t>
        <a:bodyPr/>
        <a:lstStyle/>
        <a:p>
          <a:endParaRPr lang="en-US"/>
        </a:p>
      </dgm:t>
    </dgm:pt>
    <dgm:pt modelId="{8558857B-625A-47E4-B963-A56202041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checksum is</a:t>
          </a:r>
          <a:r>
            <a:rPr lang="tr-TR"/>
            <a:t> </a:t>
          </a:r>
          <a:r>
            <a:rPr lang="en-US"/>
            <a:t>concatenated (appended) to the end.</a:t>
          </a:r>
        </a:p>
      </dgm:t>
    </dgm:pt>
    <dgm:pt modelId="{AB66FC2E-E995-4BB6-A1D2-C019465FDD1A}" type="parTrans" cxnId="{1D0B30C2-B972-4845-A503-CE877417EF9F}">
      <dgm:prSet/>
      <dgm:spPr/>
      <dgm:t>
        <a:bodyPr/>
        <a:lstStyle/>
        <a:p>
          <a:endParaRPr lang="en-US"/>
        </a:p>
      </dgm:t>
    </dgm:pt>
    <dgm:pt modelId="{C297FF2B-5BC8-45D5-A29A-38DBB5F7AA5C}" type="sibTrans" cxnId="{1D0B30C2-B972-4845-A503-CE877417EF9F}">
      <dgm:prSet/>
      <dgm:spPr/>
      <dgm:t>
        <a:bodyPr/>
        <a:lstStyle/>
        <a:p>
          <a:endParaRPr lang="en-US"/>
        </a:p>
      </dgm:t>
    </dgm:pt>
    <dgm:pt modelId="{D4BCE0CA-B155-4C44-B3A8-68BFEC95BBA5}" type="pres">
      <dgm:prSet presAssocID="{2208BACA-0FAE-47FF-8DE2-F85836B6F3F3}" presName="root" presStyleCnt="0">
        <dgm:presLayoutVars>
          <dgm:dir/>
          <dgm:resizeHandles val="exact"/>
        </dgm:presLayoutVars>
      </dgm:prSet>
      <dgm:spPr/>
    </dgm:pt>
    <dgm:pt modelId="{12348588-095E-44EA-9092-C084FB0FB6F2}" type="pres">
      <dgm:prSet presAssocID="{994E86B3-41F9-4199-8FDF-8F18B10C4737}" presName="compNode" presStyleCnt="0"/>
      <dgm:spPr/>
    </dgm:pt>
    <dgm:pt modelId="{3315374D-5798-4844-AB45-E4E1990BE4FA}" type="pres">
      <dgm:prSet presAssocID="{994E86B3-41F9-4199-8FDF-8F18B10C47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F97E6A-32B2-4475-9079-A23B94837531}" type="pres">
      <dgm:prSet presAssocID="{994E86B3-41F9-4199-8FDF-8F18B10C4737}" presName="iconSpace" presStyleCnt="0"/>
      <dgm:spPr/>
    </dgm:pt>
    <dgm:pt modelId="{B44FB437-A179-48BA-A25A-5D1B7A1D2E53}" type="pres">
      <dgm:prSet presAssocID="{994E86B3-41F9-4199-8FDF-8F18B10C4737}" presName="parTx" presStyleLbl="revTx" presStyleIdx="0" presStyleCnt="6">
        <dgm:presLayoutVars>
          <dgm:chMax val="0"/>
          <dgm:chPref val="0"/>
        </dgm:presLayoutVars>
      </dgm:prSet>
      <dgm:spPr/>
    </dgm:pt>
    <dgm:pt modelId="{AD4D817F-D5DB-496C-9CB4-393C92468C6D}" type="pres">
      <dgm:prSet presAssocID="{994E86B3-41F9-4199-8FDF-8F18B10C4737}" presName="txSpace" presStyleCnt="0"/>
      <dgm:spPr/>
    </dgm:pt>
    <dgm:pt modelId="{D5A5301C-7104-45CB-92DF-81545E3BD5B9}" type="pres">
      <dgm:prSet presAssocID="{994E86B3-41F9-4199-8FDF-8F18B10C4737}" presName="desTx" presStyleLbl="revTx" presStyleIdx="1" presStyleCnt="6">
        <dgm:presLayoutVars/>
      </dgm:prSet>
      <dgm:spPr/>
    </dgm:pt>
    <dgm:pt modelId="{A25BEAEC-D5B2-4023-8B43-E44AEA22E1BF}" type="pres">
      <dgm:prSet presAssocID="{13DCA444-52F0-4200-8C9C-BB942D42DC81}" presName="sibTrans" presStyleCnt="0"/>
      <dgm:spPr/>
    </dgm:pt>
    <dgm:pt modelId="{DAB6B93A-194D-41A5-818B-6033DEAA1606}" type="pres">
      <dgm:prSet presAssocID="{D73F84B4-847A-4E49-B298-D9D197904ED4}" presName="compNode" presStyleCnt="0"/>
      <dgm:spPr/>
    </dgm:pt>
    <dgm:pt modelId="{10388A66-86E7-4A8D-8158-B3233A358D30}" type="pres">
      <dgm:prSet presAssocID="{D73F84B4-847A-4E49-B298-D9D197904E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1DD10AD5-7F4D-4FE0-9F76-103F701526D1}" type="pres">
      <dgm:prSet presAssocID="{D73F84B4-847A-4E49-B298-D9D197904ED4}" presName="iconSpace" presStyleCnt="0"/>
      <dgm:spPr/>
    </dgm:pt>
    <dgm:pt modelId="{1702BB5A-3318-4470-98DA-84E498FFAE87}" type="pres">
      <dgm:prSet presAssocID="{D73F84B4-847A-4E49-B298-D9D197904ED4}" presName="parTx" presStyleLbl="revTx" presStyleIdx="2" presStyleCnt="6">
        <dgm:presLayoutVars>
          <dgm:chMax val="0"/>
          <dgm:chPref val="0"/>
        </dgm:presLayoutVars>
      </dgm:prSet>
      <dgm:spPr/>
    </dgm:pt>
    <dgm:pt modelId="{8892E8D2-3A62-4AE3-BB7F-FBE46EBA1908}" type="pres">
      <dgm:prSet presAssocID="{D73F84B4-847A-4E49-B298-D9D197904ED4}" presName="txSpace" presStyleCnt="0"/>
      <dgm:spPr/>
    </dgm:pt>
    <dgm:pt modelId="{36B2DB13-F47E-42D1-9428-93C2FA8A0C41}" type="pres">
      <dgm:prSet presAssocID="{D73F84B4-847A-4E49-B298-D9D197904ED4}" presName="desTx" presStyleLbl="revTx" presStyleIdx="3" presStyleCnt="6">
        <dgm:presLayoutVars/>
      </dgm:prSet>
      <dgm:spPr/>
    </dgm:pt>
    <dgm:pt modelId="{2C89200F-D053-479B-8B6D-8350EA420738}" type="pres">
      <dgm:prSet presAssocID="{175042D8-542A-4A82-96C0-D63885F70BE3}" presName="sibTrans" presStyleCnt="0"/>
      <dgm:spPr/>
    </dgm:pt>
    <dgm:pt modelId="{824CB11D-592B-47E6-9171-D9D07DB5C342}" type="pres">
      <dgm:prSet presAssocID="{2C9D233E-4DDB-425D-A9A8-DD93423BB12F}" presName="compNode" presStyleCnt="0"/>
      <dgm:spPr/>
    </dgm:pt>
    <dgm:pt modelId="{EBA46BA4-D87B-4AEA-A36D-9DB246F4EA6D}" type="pres">
      <dgm:prSet presAssocID="{2C9D233E-4DDB-425D-A9A8-DD93423BB1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4E3DA0E-6797-4619-B68B-45311675C71B}" type="pres">
      <dgm:prSet presAssocID="{2C9D233E-4DDB-425D-A9A8-DD93423BB12F}" presName="iconSpace" presStyleCnt="0"/>
      <dgm:spPr/>
    </dgm:pt>
    <dgm:pt modelId="{13391FFD-B4AE-4886-87A0-AA583B46491F}" type="pres">
      <dgm:prSet presAssocID="{2C9D233E-4DDB-425D-A9A8-DD93423BB12F}" presName="parTx" presStyleLbl="revTx" presStyleIdx="4" presStyleCnt="6">
        <dgm:presLayoutVars>
          <dgm:chMax val="0"/>
          <dgm:chPref val="0"/>
        </dgm:presLayoutVars>
      </dgm:prSet>
      <dgm:spPr/>
    </dgm:pt>
    <dgm:pt modelId="{64A5E99E-5CBE-4787-9770-884878A359D0}" type="pres">
      <dgm:prSet presAssocID="{2C9D233E-4DDB-425D-A9A8-DD93423BB12F}" presName="txSpace" presStyleCnt="0"/>
      <dgm:spPr/>
    </dgm:pt>
    <dgm:pt modelId="{FA93AD95-324D-492A-9ACF-1977D30A8BE1}" type="pres">
      <dgm:prSet presAssocID="{2C9D233E-4DDB-425D-A9A8-DD93423BB12F}" presName="desTx" presStyleLbl="revTx" presStyleIdx="5" presStyleCnt="6">
        <dgm:presLayoutVars/>
      </dgm:prSet>
      <dgm:spPr/>
    </dgm:pt>
  </dgm:ptLst>
  <dgm:cxnLst>
    <dgm:cxn modelId="{D192ED21-62ED-4D86-BCC1-298D12BA6E91}" type="presOf" srcId="{2208BACA-0FAE-47FF-8DE2-F85836B6F3F3}" destId="{D4BCE0CA-B155-4C44-B3A8-68BFEC95BBA5}" srcOrd="0" destOrd="0" presId="urn:microsoft.com/office/officeart/2018/5/layout/CenteredIconLabelDescriptionList"/>
    <dgm:cxn modelId="{91D3F035-1E65-457D-AC31-0BAE3842FDA7}" srcId="{D73F84B4-847A-4E49-B298-D9D197904ED4}" destId="{B496FDA4-91B7-4929-862A-63A57DD36D04}" srcOrd="0" destOrd="0" parTransId="{240747AA-25CF-448C-8B47-07EBCF88791C}" sibTransId="{814611E2-089F-4697-9115-D3B504C9434A}"/>
    <dgm:cxn modelId="{BA5EF639-45E2-4ECA-A6B2-4A821608D011}" srcId="{2208BACA-0FAE-47FF-8DE2-F85836B6F3F3}" destId="{2C9D233E-4DDB-425D-A9A8-DD93423BB12F}" srcOrd="2" destOrd="0" parTransId="{96E37E97-5346-4CE9-832E-2CB67D6526BB}" sibTransId="{96EDACB2-A21D-4D9D-B4CE-1012CA00AFCB}"/>
    <dgm:cxn modelId="{23424348-402F-4737-A4C6-DB5E15BED1C6}" type="presOf" srcId="{D73F84B4-847A-4E49-B298-D9D197904ED4}" destId="{1702BB5A-3318-4470-98DA-84E498FFAE87}" srcOrd="0" destOrd="0" presId="urn:microsoft.com/office/officeart/2018/5/layout/CenteredIconLabelDescriptionList"/>
    <dgm:cxn modelId="{F3309349-4ECF-4DF8-A830-77F349043E93}" srcId="{994E86B3-41F9-4199-8FDF-8F18B10C4737}" destId="{C12C43B1-A02E-483A-9332-9085E53261F9}" srcOrd="0" destOrd="0" parTransId="{9C9BFC62-A76C-4F7E-96E2-A12EBA8A62A1}" sibTransId="{17B9C4F8-807A-4CAA-A381-8631E3493A00}"/>
    <dgm:cxn modelId="{E845214B-A5D9-468D-8CF4-4F3D32AC3035}" type="presOf" srcId="{DC956887-2F44-4E62-8808-81941CEA2D56}" destId="{D5A5301C-7104-45CB-92DF-81545E3BD5B9}" srcOrd="0" destOrd="1" presId="urn:microsoft.com/office/officeart/2018/5/layout/CenteredIconLabelDescriptionList"/>
    <dgm:cxn modelId="{B8B45053-E4D5-4A43-8BD9-7EBD1FF8A857}" type="presOf" srcId="{C12C43B1-A02E-483A-9332-9085E53261F9}" destId="{D5A5301C-7104-45CB-92DF-81545E3BD5B9}" srcOrd="0" destOrd="0" presId="urn:microsoft.com/office/officeart/2018/5/layout/CenteredIconLabelDescriptionList"/>
    <dgm:cxn modelId="{5A739B79-00DA-42DA-B41B-F14FCCC5D440}" type="presOf" srcId="{B496FDA4-91B7-4929-862A-63A57DD36D04}" destId="{36B2DB13-F47E-42D1-9428-93C2FA8A0C41}" srcOrd="0" destOrd="0" presId="urn:microsoft.com/office/officeart/2018/5/layout/CenteredIconLabelDescriptionList"/>
    <dgm:cxn modelId="{459DFE8A-DB15-4585-A991-2C5CC5FCE05E}" type="presOf" srcId="{994E86B3-41F9-4199-8FDF-8F18B10C4737}" destId="{B44FB437-A179-48BA-A25A-5D1B7A1D2E53}" srcOrd="0" destOrd="0" presId="urn:microsoft.com/office/officeart/2018/5/layout/CenteredIconLabelDescriptionList"/>
    <dgm:cxn modelId="{A4F5C190-E5CD-4B5F-9CC7-177F335717F2}" srcId="{2208BACA-0FAE-47FF-8DE2-F85836B6F3F3}" destId="{994E86B3-41F9-4199-8FDF-8F18B10C4737}" srcOrd="0" destOrd="0" parTransId="{62C66D5F-02DE-42CE-B94F-1C26EBF93198}" sibTransId="{13DCA444-52F0-4200-8C9C-BB942D42DC81}"/>
    <dgm:cxn modelId="{28A17F97-802A-4B03-A1FC-DC259886DAF7}" srcId="{994E86B3-41F9-4199-8FDF-8F18B10C4737}" destId="{DC956887-2F44-4E62-8808-81941CEA2D56}" srcOrd="1" destOrd="0" parTransId="{B47F4468-0049-4BF9-8BDB-6270B35271BC}" sibTransId="{5878F432-1222-49B0-A56B-4D55103BA035}"/>
    <dgm:cxn modelId="{63D96B9B-C984-4FBD-9C58-2FCD82DCF79D}" srcId="{2208BACA-0FAE-47FF-8DE2-F85836B6F3F3}" destId="{D73F84B4-847A-4E49-B298-D9D197904ED4}" srcOrd="1" destOrd="0" parTransId="{E6B9E505-190C-4326-A355-E1BABB57B790}" sibTransId="{175042D8-542A-4A82-96C0-D63885F70BE3}"/>
    <dgm:cxn modelId="{6276B19B-5E0E-4463-AAA4-001325686888}" type="presOf" srcId="{8558857B-625A-47E4-B963-A562020419AD}" destId="{FA93AD95-324D-492A-9ACF-1977D30A8BE1}" srcOrd="0" destOrd="0" presId="urn:microsoft.com/office/officeart/2018/5/layout/CenteredIconLabelDescriptionList"/>
    <dgm:cxn modelId="{1D0B30C2-B972-4845-A503-CE877417EF9F}" srcId="{2C9D233E-4DDB-425D-A9A8-DD93423BB12F}" destId="{8558857B-625A-47E4-B963-A562020419AD}" srcOrd="0" destOrd="0" parTransId="{AB66FC2E-E995-4BB6-A1D2-C019465FDD1A}" sibTransId="{C297FF2B-5BC8-45D5-A29A-38DBB5F7AA5C}"/>
    <dgm:cxn modelId="{CBF5B9F0-B58E-4A13-8181-F9E871BFA2E1}" type="presOf" srcId="{2C9D233E-4DDB-425D-A9A8-DD93423BB12F}" destId="{13391FFD-B4AE-4886-87A0-AA583B46491F}" srcOrd="0" destOrd="0" presId="urn:microsoft.com/office/officeart/2018/5/layout/CenteredIconLabelDescriptionList"/>
    <dgm:cxn modelId="{B1F71F8E-727B-4A11-8177-708F3BDC86F1}" type="presParOf" srcId="{D4BCE0CA-B155-4C44-B3A8-68BFEC95BBA5}" destId="{12348588-095E-44EA-9092-C084FB0FB6F2}" srcOrd="0" destOrd="0" presId="urn:microsoft.com/office/officeart/2018/5/layout/CenteredIconLabelDescriptionList"/>
    <dgm:cxn modelId="{ACC49FAC-EA61-4242-A964-29E0DC80C12A}" type="presParOf" srcId="{12348588-095E-44EA-9092-C084FB0FB6F2}" destId="{3315374D-5798-4844-AB45-E4E1990BE4FA}" srcOrd="0" destOrd="0" presId="urn:microsoft.com/office/officeart/2018/5/layout/CenteredIconLabelDescriptionList"/>
    <dgm:cxn modelId="{27A6D519-094C-493A-9521-7C5DA3C1231B}" type="presParOf" srcId="{12348588-095E-44EA-9092-C084FB0FB6F2}" destId="{B6F97E6A-32B2-4475-9079-A23B94837531}" srcOrd="1" destOrd="0" presId="urn:microsoft.com/office/officeart/2018/5/layout/CenteredIconLabelDescriptionList"/>
    <dgm:cxn modelId="{4E836B76-B647-4B14-8A15-1CFF02889CC7}" type="presParOf" srcId="{12348588-095E-44EA-9092-C084FB0FB6F2}" destId="{B44FB437-A179-48BA-A25A-5D1B7A1D2E53}" srcOrd="2" destOrd="0" presId="urn:microsoft.com/office/officeart/2018/5/layout/CenteredIconLabelDescriptionList"/>
    <dgm:cxn modelId="{86C491E6-C0DE-477B-9E29-72757816D465}" type="presParOf" srcId="{12348588-095E-44EA-9092-C084FB0FB6F2}" destId="{AD4D817F-D5DB-496C-9CB4-393C92468C6D}" srcOrd="3" destOrd="0" presId="urn:microsoft.com/office/officeart/2018/5/layout/CenteredIconLabelDescriptionList"/>
    <dgm:cxn modelId="{D32D9DAD-D332-4E61-96C6-52DDACF9030F}" type="presParOf" srcId="{12348588-095E-44EA-9092-C084FB0FB6F2}" destId="{D5A5301C-7104-45CB-92DF-81545E3BD5B9}" srcOrd="4" destOrd="0" presId="urn:microsoft.com/office/officeart/2018/5/layout/CenteredIconLabelDescriptionList"/>
    <dgm:cxn modelId="{533BB786-6FC3-4252-8690-0C0B2D028815}" type="presParOf" srcId="{D4BCE0CA-B155-4C44-B3A8-68BFEC95BBA5}" destId="{A25BEAEC-D5B2-4023-8B43-E44AEA22E1BF}" srcOrd="1" destOrd="0" presId="urn:microsoft.com/office/officeart/2018/5/layout/CenteredIconLabelDescriptionList"/>
    <dgm:cxn modelId="{B8AC9016-5CC9-47D5-842B-A36B71C2865D}" type="presParOf" srcId="{D4BCE0CA-B155-4C44-B3A8-68BFEC95BBA5}" destId="{DAB6B93A-194D-41A5-818B-6033DEAA1606}" srcOrd="2" destOrd="0" presId="urn:microsoft.com/office/officeart/2018/5/layout/CenteredIconLabelDescriptionList"/>
    <dgm:cxn modelId="{C0399A39-E24D-408A-870A-78E0FC6682F4}" type="presParOf" srcId="{DAB6B93A-194D-41A5-818B-6033DEAA1606}" destId="{10388A66-86E7-4A8D-8158-B3233A358D30}" srcOrd="0" destOrd="0" presId="urn:microsoft.com/office/officeart/2018/5/layout/CenteredIconLabelDescriptionList"/>
    <dgm:cxn modelId="{766AEC0C-8B15-45C7-9B89-F4047DAEA7F0}" type="presParOf" srcId="{DAB6B93A-194D-41A5-818B-6033DEAA1606}" destId="{1DD10AD5-7F4D-4FE0-9F76-103F701526D1}" srcOrd="1" destOrd="0" presId="urn:microsoft.com/office/officeart/2018/5/layout/CenteredIconLabelDescriptionList"/>
    <dgm:cxn modelId="{9A258855-6E94-4557-BEE6-41EB38FBE48D}" type="presParOf" srcId="{DAB6B93A-194D-41A5-818B-6033DEAA1606}" destId="{1702BB5A-3318-4470-98DA-84E498FFAE87}" srcOrd="2" destOrd="0" presId="urn:microsoft.com/office/officeart/2018/5/layout/CenteredIconLabelDescriptionList"/>
    <dgm:cxn modelId="{55C86357-2E29-4DE9-987F-FAD5871C3AFF}" type="presParOf" srcId="{DAB6B93A-194D-41A5-818B-6033DEAA1606}" destId="{8892E8D2-3A62-4AE3-BB7F-FBE46EBA1908}" srcOrd="3" destOrd="0" presId="urn:microsoft.com/office/officeart/2018/5/layout/CenteredIconLabelDescriptionList"/>
    <dgm:cxn modelId="{16D6A713-4443-4B37-91B6-6748E63FC3E5}" type="presParOf" srcId="{DAB6B93A-194D-41A5-818B-6033DEAA1606}" destId="{36B2DB13-F47E-42D1-9428-93C2FA8A0C41}" srcOrd="4" destOrd="0" presId="urn:microsoft.com/office/officeart/2018/5/layout/CenteredIconLabelDescriptionList"/>
    <dgm:cxn modelId="{92219C2F-139B-4B24-AEA6-E03DF93F6144}" type="presParOf" srcId="{D4BCE0CA-B155-4C44-B3A8-68BFEC95BBA5}" destId="{2C89200F-D053-479B-8B6D-8350EA420738}" srcOrd="3" destOrd="0" presId="urn:microsoft.com/office/officeart/2018/5/layout/CenteredIconLabelDescriptionList"/>
    <dgm:cxn modelId="{98C909F3-C5C4-49ED-916D-A4FCDFF32128}" type="presParOf" srcId="{D4BCE0CA-B155-4C44-B3A8-68BFEC95BBA5}" destId="{824CB11D-592B-47E6-9171-D9D07DB5C342}" srcOrd="4" destOrd="0" presId="urn:microsoft.com/office/officeart/2018/5/layout/CenteredIconLabelDescriptionList"/>
    <dgm:cxn modelId="{6056A77F-01A1-4245-BA00-0D84C0B0B8C4}" type="presParOf" srcId="{824CB11D-592B-47E6-9171-D9D07DB5C342}" destId="{EBA46BA4-D87B-4AEA-A36D-9DB246F4EA6D}" srcOrd="0" destOrd="0" presId="urn:microsoft.com/office/officeart/2018/5/layout/CenteredIconLabelDescriptionList"/>
    <dgm:cxn modelId="{1CFCFD72-B704-4052-AA2E-4DD35D3311B3}" type="presParOf" srcId="{824CB11D-592B-47E6-9171-D9D07DB5C342}" destId="{14E3DA0E-6797-4619-B68B-45311675C71B}" srcOrd="1" destOrd="0" presId="urn:microsoft.com/office/officeart/2018/5/layout/CenteredIconLabelDescriptionList"/>
    <dgm:cxn modelId="{B89C0704-B3A5-4174-9F9F-A2925BFC47BC}" type="presParOf" srcId="{824CB11D-592B-47E6-9171-D9D07DB5C342}" destId="{13391FFD-B4AE-4886-87A0-AA583B46491F}" srcOrd="2" destOrd="0" presId="urn:microsoft.com/office/officeart/2018/5/layout/CenteredIconLabelDescriptionList"/>
    <dgm:cxn modelId="{A833AFC6-FD3D-4AE8-B5E4-73FEFD627B1E}" type="presParOf" srcId="{824CB11D-592B-47E6-9171-D9D07DB5C342}" destId="{64A5E99E-5CBE-4787-9770-884878A359D0}" srcOrd="3" destOrd="0" presId="urn:microsoft.com/office/officeart/2018/5/layout/CenteredIconLabelDescriptionList"/>
    <dgm:cxn modelId="{7CD79893-5AB1-4903-A01C-0DEEFC7EF33E}" type="presParOf" srcId="{824CB11D-592B-47E6-9171-D9D07DB5C342}" destId="{FA93AD95-324D-492A-9ACF-1977D30A8BE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9C68783A-94F0-4169-8D45-C3320AD41AC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EBFBD3-64B7-46D5-94F6-45841E5424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Composition of the result</a:t>
          </a:r>
          <a:endParaRPr lang="en-US"/>
        </a:p>
      </dgm:t>
    </dgm:pt>
    <dgm:pt modelId="{C7074B86-18E6-4E1D-84D6-37887E9ECC5D}" type="parTrans" cxnId="{17EB141B-F0BC-490D-85F6-ECD8CDCC84E4}">
      <dgm:prSet/>
      <dgm:spPr/>
      <dgm:t>
        <a:bodyPr/>
        <a:lstStyle/>
        <a:p>
          <a:endParaRPr lang="en-US"/>
        </a:p>
      </dgm:t>
    </dgm:pt>
    <dgm:pt modelId="{508B2514-F3C3-490D-9740-01FA82462035}" type="sibTrans" cxnId="{17EB141B-F0BC-490D-85F6-ECD8CDCC84E4}">
      <dgm:prSet/>
      <dgm:spPr/>
      <dgm:t>
        <a:bodyPr/>
        <a:lstStyle/>
        <a:p>
          <a:endParaRPr lang="en-US"/>
        </a:p>
      </dgm:t>
    </dgm:pt>
    <dgm:pt modelId="{2E7DDEC1-3310-439B-82BE-A11FEC2CA0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prefix</a:t>
          </a:r>
        </a:p>
      </dgm:t>
    </dgm:pt>
    <dgm:pt modelId="{28860E59-941C-431B-8A39-1E096A5C1256}" type="parTrans" cxnId="{0AD882E9-624E-4E25-A666-4371B05A7BC7}">
      <dgm:prSet/>
      <dgm:spPr/>
      <dgm:t>
        <a:bodyPr/>
        <a:lstStyle/>
        <a:p>
          <a:endParaRPr lang="en-US"/>
        </a:p>
      </dgm:t>
    </dgm:pt>
    <dgm:pt modelId="{C81BD91C-2C0F-4C18-9A00-5717FE22E0D6}" type="sibTrans" cxnId="{0AD882E9-624E-4E25-A666-4371B05A7BC7}">
      <dgm:prSet/>
      <dgm:spPr/>
      <dgm:t>
        <a:bodyPr/>
        <a:lstStyle/>
        <a:p>
          <a:endParaRPr lang="en-US"/>
        </a:p>
      </dgm:t>
    </dgm:pt>
    <dgm:pt modelId="{2FD578E7-4941-4EE9-8B71-CF20BDC7D2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</a:t>
          </a:r>
        </a:p>
      </dgm:t>
    </dgm:pt>
    <dgm:pt modelId="{D12AEDAA-DC6F-414A-B7F6-2CE0DDBC79E6}" type="parTrans" cxnId="{B1D21A55-E928-4781-AC61-81D9B0DCFF5A}">
      <dgm:prSet/>
      <dgm:spPr/>
      <dgm:t>
        <a:bodyPr/>
        <a:lstStyle/>
        <a:p>
          <a:endParaRPr lang="en-US"/>
        </a:p>
      </dgm:t>
    </dgm:pt>
    <dgm:pt modelId="{93BE03D9-B8AD-41A5-A0C0-F452D8221F08}" type="sibTrans" cxnId="{B1D21A55-E928-4781-AC61-81D9B0DCFF5A}">
      <dgm:prSet/>
      <dgm:spPr/>
      <dgm:t>
        <a:bodyPr/>
        <a:lstStyle/>
        <a:p>
          <a:endParaRPr lang="en-US"/>
        </a:p>
      </dgm:t>
    </dgm:pt>
    <dgm:pt modelId="{888391AD-232A-4E73-ABC3-653C39E69A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checksum</a:t>
          </a:r>
        </a:p>
      </dgm:t>
    </dgm:pt>
    <dgm:pt modelId="{E4DF2213-AD5D-4A06-B781-01A07FD89A89}" type="parTrans" cxnId="{7CD496A1-0646-443A-B7BD-F2CDF0CE973E}">
      <dgm:prSet/>
      <dgm:spPr/>
      <dgm:t>
        <a:bodyPr/>
        <a:lstStyle/>
        <a:p>
          <a:endParaRPr lang="en-US"/>
        </a:p>
      </dgm:t>
    </dgm:pt>
    <dgm:pt modelId="{36231117-B7EE-4969-A407-16730C74509C}" type="sibTrans" cxnId="{7CD496A1-0646-443A-B7BD-F2CDF0CE973E}">
      <dgm:prSet/>
      <dgm:spPr/>
      <dgm:t>
        <a:bodyPr/>
        <a:lstStyle/>
        <a:p>
          <a:endParaRPr lang="en-US"/>
        </a:p>
      </dgm:t>
    </dgm:pt>
    <dgm:pt modelId="{29B7FAAA-3811-451E-B0BA-62B910FA40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Encode in Base58</a:t>
          </a:r>
          <a:endParaRPr lang="en-US"/>
        </a:p>
      </dgm:t>
    </dgm:pt>
    <dgm:pt modelId="{484F60A1-6EC7-413F-B869-3A7FCE650B5C}" type="parTrans" cxnId="{DFA6BB74-C6B7-4265-85CF-1874C16483CE}">
      <dgm:prSet/>
      <dgm:spPr/>
      <dgm:t>
        <a:bodyPr/>
        <a:lstStyle/>
        <a:p>
          <a:endParaRPr lang="en-US"/>
        </a:p>
      </dgm:t>
    </dgm:pt>
    <dgm:pt modelId="{DF784827-EA36-4018-A51E-499F56D961B5}" type="sibTrans" cxnId="{DFA6BB74-C6B7-4265-85CF-1874C16483CE}">
      <dgm:prSet/>
      <dgm:spPr/>
      <dgm:t>
        <a:bodyPr/>
        <a:lstStyle/>
        <a:p>
          <a:endParaRPr lang="en-US"/>
        </a:p>
      </dgm:t>
    </dgm:pt>
    <dgm:pt modelId="{F3995B60-FC8C-47B0-9E6B-185ABA4354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result</a:t>
          </a:r>
          <a:r>
            <a:rPr lang="tr-TR"/>
            <a:t> </a:t>
          </a:r>
          <a:r>
            <a:rPr lang="en-US"/>
            <a:t>is encoded using the Base58 alphabet</a:t>
          </a:r>
        </a:p>
      </dgm:t>
    </dgm:pt>
    <dgm:pt modelId="{284094F4-B925-4F33-A4D9-B9E0A3FF552B}" type="parTrans" cxnId="{67BD220A-9D3C-4DE9-A9C3-C3B571D16187}">
      <dgm:prSet/>
      <dgm:spPr/>
      <dgm:t>
        <a:bodyPr/>
        <a:lstStyle/>
        <a:p>
          <a:endParaRPr lang="en-US"/>
        </a:p>
      </dgm:t>
    </dgm:pt>
    <dgm:pt modelId="{57EF8F11-E761-4CD3-A672-16E21856E677}" type="sibTrans" cxnId="{67BD220A-9D3C-4DE9-A9C3-C3B571D16187}">
      <dgm:prSet/>
      <dgm:spPr/>
      <dgm:t>
        <a:bodyPr/>
        <a:lstStyle/>
        <a:p>
          <a:endParaRPr lang="en-US"/>
        </a:p>
      </dgm:t>
    </dgm:pt>
    <dgm:pt modelId="{18301428-D1F0-4623-85AD-EB43688D2EE7}" type="pres">
      <dgm:prSet presAssocID="{9C68783A-94F0-4169-8D45-C3320AD41ACF}" presName="root" presStyleCnt="0">
        <dgm:presLayoutVars>
          <dgm:dir/>
          <dgm:resizeHandles val="exact"/>
        </dgm:presLayoutVars>
      </dgm:prSet>
      <dgm:spPr/>
    </dgm:pt>
    <dgm:pt modelId="{D6328129-B210-4AF0-87D0-074AA7A35928}" type="pres">
      <dgm:prSet presAssocID="{40EBFBD3-64B7-46D5-94F6-45841E5424E4}" presName="compNode" presStyleCnt="0"/>
      <dgm:spPr/>
    </dgm:pt>
    <dgm:pt modelId="{CFF5ADFC-7A12-48A3-B5A5-CEB1F00A3F31}" type="pres">
      <dgm:prSet presAssocID="{40EBFBD3-64B7-46D5-94F6-45841E5424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89BBD8-BDDE-43D1-983A-D0E74EB5FBF6}" type="pres">
      <dgm:prSet presAssocID="{40EBFBD3-64B7-46D5-94F6-45841E5424E4}" presName="iconSpace" presStyleCnt="0"/>
      <dgm:spPr/>
    </dgm:pt>
    <dgm:pt modelId="{B8E8CBC6-06AA-45D6-B5B2-510F788B6B20}" type="pres">
      <dgm:prSet presAssocID="{40EBFBD3-64B7-46D5-94F6-45841E5424E4}" presName="parTx" presStyleLbl="revTx" presStyleIdx="0" presStyleCnt="4">
        <dgm:presLayoutVars>
          <dgm:chMax val="0"/>
          <dgm:chPref val="0"/>
        </dgm:presLayoutVars>
      </dgm:prSet>
      <dgm:spPr/>
    </dgm:pt>
    <dgm:pt modelId="{28CE1862-845A-4B18-9C7E-2428D6EEB08D}" type="pres">
      <dgm:prSet presAssocID="{40EBFBD3-64B7-46D5-94F6-45841E5424E4}" presName="txSpace" presStyleCnt="0"/>
      <dgm:spPr/>
    </dgm:pt>
    <dgm:pt modelId="{39B57B2F-4156-4B01-A24E-6798F939D7B8}" type="pres">
      <dgm:prSet presAssocID="{40EBFBD3-64B7-46D5-94F6-45841E5424E4}" presName="desTx" presStyleLbl="revTx" presStyleIdx="1" presStyleCnt="4">
        <dgm:presLayoutVars/>
      </dgm:prSet>
      <dgm:spPr/>
    </dgm:pt>
    <dgm:pt modelId="{FDB3CD15-B01C-497D-BA56-F7C28269EE2D}" type="pres">
      <dgm:prSet presAssocID="{508B2514-F3C3-490D-9740-01FA82462035}" presName="sibTrans" presStyleCnt="0"/>
      <dgm:spPr/>
    </dgm:pt>
    <dgm:pt modelId="{E5E35A3C-F374-4A8E-8AF3-60BA5AED43BA}" type="pres">
      <dgm:prSet presAssocID="{29B7FAAA-3811-451E-B0BA-62B910FA40CE}" presName="compNode" presStyleCnt="0"/>
      <dgm:spPr/>
    </dgm:pt>
    <dgm:pt modelId="{F8D96238-A747-4525-9B9E-BD5F7E6A9034}" type="pres">
      <dgm:prSet presAssocID="{29B7FAAA-3811-451E-B0BA-62B910FA40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98DD01-268C-4B67-86CD-DE99A8AB5A2E}" type="pres">
      <dgm:prSet presAssocID="{29B7FAAA-3811-451E-B0BA-62B910FA40CE}" presName="iconSpace" presStyleCnt="0"/>
      <dgm:spPr/>
    </dgm:pt>
    <dgm:pt modelId="{03364F7E-D69B-4811-A791-F8835E91AE8D}" type="pres">
      <dgm:prSet presAssocID="{29B7FAAA-3811-451E-B0BA-62B910FA40CE}" presName="parTx" presStyleLbl="revTx" presStyleIdx="2" presStyleCnt="4">
        <dgm:presLayoutVars>
          <dgm:chMax val="0"/>
          <dgm:chPref val="0"/>
        </dgm:presLayoutVars>
      </dgm:prSet>
      <dgm:spPr/>
    </dgm:pt>
    <dgm:pt modelId="{AA363BD5-4789-434C-8F31-A464F56F7500}" type="pres">
      <dgm:prSet presAssocID="{29B7FAAA-3811-451E-B0BA-62B910FA40CE}" presName="txSpace" presStyleCnt="0"/>
      <dgm:spPr/>
    </dgm:pt>
    <dgm:pt modelId="{7D29C308-AA49-4BF3-8D17-8106FE296F7D}" type="pres">
      <dgm:prSet presAssocID="{29B7FAAA-3811-451E-B0BA-62B910FA40CE}" presName="desTx" presStyleLbl="revTx" presStyleIdx="3" presStyleCnt="4">
        <dgm:presLayoutVars/>
      </dgm:prSet>
      <dgm:spPr/>
    </dgm:pt>
  </dgm:ptLst>
  <dgm:cxnLst>
    <dgm:cxn modelId="{67BD220A-9D3C-4DE9-A9C3-C3B571D16187}" srcId="{29B7FAAA-3811-451E-B0BA-62B910FA40CE}" destId="{F3995B60-FC8C-47B0-9E6B-185ABA4354F9}" srcOrd="0" destOrd="0" parTransId="{284094F4-B925-4F33-A4D9-B9E0A3FF552B}" sibTransId="{57EF8F11-E761-4CD3-A672-16E21856E677}"/>
    <dgm:cxn modelId="{17EB141B-F0BC-490D-85F6-ECD8CDCC84E4}" srcId="{9C68783A-94F0-4169-8D45-C3320AD41ACF}" destId="{40EBFBD3-64B7-46D5-94F6-45841E5424E4}" srcOrd="0" destOrd="0" parTransId="{C7074B86-18E6-4E1D-84D6-37887E9ECC5D}" sibTransId="{508B2514-F3C3-490D-9740-01FA82462035}"/>
    <dgm:cxn modelId="{BF373F33-0201-4026-8391-9CB3D23157D5}" type="presOf" srcId="{2E7DDEC1-3310-439B-82BE-A11FEC2CA0DF}" destId="{39B57B2F-4156-4B01-A24E-6798F939D7B8}" srcOrd="0" destOrd="0" presId="urn:microsoft.com/office/officeart/2018/2/layout/IconLabelDescriptionList"/>
    <dgm:cxn modelId="{D8520D40-C8AF-40E4-B5AE-FFD102DC42EB}" type="presOf" srcId="{9C68783A-94F0-4169-8D45-C3320AD41ACF}" destId="{18301428-D1F0-4623-85AD-EB43688D2EE7}" srcOrd="0" destOrd="0" presId="urn:microsoft.com/office/officeart/2018/2/layout/IconLabelDescriptionList"/>
    <dgm:cxn modelId="{8A8A7647-DF5C-4E10-8AC7-2F2DC2670EB9}" type="presOf" srcId="{888391AD-232A-4E73-ABC3-653C39E69A89}" destId="{39B57B2F-4156-4B01-A24E-6798F939D7B8}" srcOrd="0" destOrd="2" presId="urn:microsoft.com/office/officeart/2018/2/layout/IconLabelDescriptionList"/>
    <dgm:cxn modelId="{CB17BF68-0845-4DDC-AAF6-DADBD430D847}" type="presOf" srcId="{29B7FAAA-3811-451E-B0BA-62B910FA40CE}" destId="{03364F7E-D69B-4811-A791-F8835E91AE8D}" srcOrd="0" destOrd="0" presId="urn:microsoft.com/office/officeart/2018/2/layout/IconLabelDescriptionList"/>
    <dgm:cxn modelId="{ED579C50-6337-4277-87C0-E1BBF29D8560}" type="presOf" srcId="{F3995B60-FC8C-47B0-9E6B-185ABA4354F9}" destId="{7D29C308-AA49-4BF3-8D17-8106FE296F7D}" srcOrd="0" destOrd="0" presId="urn:microsoft.com/office/officeart/2018/2/layout/IconLabelDescriptionList"/>
    <dgm:cxn modelId="{DFA6BB74-C6B7-4265-85CF-1874C16483CE}" srcId="{9C68783A-94F0-4169-8D45-C3320AD41ACF}" destId="{29B7FAAA-3811-451E-B0BA-62B910FA40CE}" srcOrd="1" destOrd="0" parTransId="{484F60A1-6EC7-413F-B869-3A7FCE650B5C}" sibTransId="{DF784827-EA36-4018-A51E-499F56D961B5}"/>
    <dgm:cxn modelId="{B1D21A55-E928-4781-AC61-81D9B0DCFF5A}" srcId="{40EBFBD3-64B7-46D5-94F6-45841E5424E4}" destId="{2FD578E7-4941-4EE9-8B71-CF20BDC7D283}" srcOrd="1" destOrd="0" parTransId="{D12AEDAA-DC6F-414A-B7F6-2CE0DDBC79E6}" sibTransId="{93BE03D9-B8AD-41A5-A0C0-F452D8221F08}"/>
    <dgm:cxn modelId="{4F0B9D80-64F7-41B0-A589-0B0308E33197}" type="presOf" srcId="{2FD578E7-4941-4EE9-8B71-CF20BDC7D283}" destId="{39B57B2F-4156-4B01-A24E-6798F939D7B8}" srcOrd="0" destOrd="1" presId="urn:microsoft.com/office/officeart/2018/2/layout/IconLabelDescriptionList"/>
    <dgm:cxn modelId="{7CD496A1-0646-443A-B7BD-F2CDF0CE973E}" srcId="{40EBFBD3-64B7-46D5-94F6-45841E5424E4}" destId="{888391AD-232A-4E73-ABC3-653C39E69A89}" srcOrd="2" destOrd="0" parTransId="{E4DF2213-AD5D-4A06-B781-01A07FD89A89}" sibTransId="{36231117-B7EE-4969-A407-16730C74509C}"/>
    <dgm:cxn modelId="{02F798E6-4F90-46C6-8D91-BD199DBA4355}" type="presOf" srcId="{40EBFBD3-64B7-46D5-94F6-45841E5424E4}" destId="{B8E8CBC6-06AA-45D6-B5B2-510F788B6B20}" srcOrd="0" destOrd="0" presId="urn:microsoft.com/office/officeart/2018/2/layout/IconLabelDescriptionList"/>
    <dgm:cxn modelId="{0AD882E9-624E-4E25-A666-4371B05A7BC7}" srcId="{40EBFBD3-64B7-46D5-94F6-45841E5424E4}" destId="{2E7DDEC1-3310-439B-82BE-A11FEC2CA0DF}" srcOrd="0" destOrd="0" parTransId="{28860E59-941C-431B-8A39-1E096A5C1256}" sibTransId="{C81BD91C-2C0F-4C18-9A00-5717FE22E0D6}"/>
    <dgm:cxn modelId="{3BBB3E2E-D17D-4D94-9E75-77567AEBEA6D}" type="presParOf" srcId="{18301428-D1F0-4623-85AD-EB43688D2EE7}" destId="{D6328129-B210-4AF0-87D0-074AA7A35928}" srcOrd="0" destOrd="0" presId="urn:microsoft.com/office/officeart/2018/2/layout/IconLabelDescriptionList"/>
    <dgm:cxn modelId="{9C919DC2-63E5-4344-A986-C51C132CF3C4}" type="presParOf" srcId="{D6328129-B210-4AF0-87D0-074AA7A35928}" destId="{CFF5ADFC-7A12-48A3-B5A5-CEB1F00A3F31}" srcOrd="0" destOrd="0" presId="urn:microsoft.com/office/officeart/2018/2/layout/IconLabelDescriptionList"/>
    <dgm:cxn modelId="{F459F6BC-71A7-43EE-B496-E373D032AA3C}" type="presParOf" srcId="{D6328129-B210-4AF0-87D0-074AA7A35928}" destId="{2189BBD8-BDDE-43D1-983A-D0E74EB5FBF6}" srcOrd="1" destOrd="0" presId="urn:microsoft.com/office/officeart/2018/2/layout/IconLabelDescriptionList"/>
    <dgm:cxn modelId="{D4E401F4-5F5B-4C5E-9E95-8F794B03CAC7}" type="presParOf" srcId="{D6328129-B210-4AF0-87D0-074AA7A35928}" destId="{B8E8CBC6-06AA-45D6-B5B2-510F788B6B20}" srcOrd="2" destOrd="0" presId="urn:microsoft.com/office/officeart/2018/2/layout/IconLabelDescriptionList"/>
    <dgm:cxn modelId="{8E6937AD-8F3C-4461-A325-DD79EA403AD1}" type="presParOf" srcId="{D6328129-B210-4AF0-87D0-074AA7A35928}" destId="{28CE1862-845A-4B18-9C7E-2428D6EEB08D}" srcOrd="3" destOrd="0" presId="urn:microsoft.com/office/officeart/2018/2/layout/IconLabelDescriptionList"/>
    <dgm:cxn modelId="{C1A17A03-3D34-4D32-A795-9AE33F9B4EBE}" type="presParOf" srcId="{D6328129-B210-4AF0-87D0-074AA7A35928}" destId="{39B57B2F-4156-4B01-A24E-6798F939D7B8}" srcOrd="4" destOrd="0" presId="urn:microsoft.com/office/officeart/2018/2/layout/IconLabelDescriptionList"/>
    <dgm:cxn modelId="{4F2CAD3C-ABF1-4FF6-B166-EF02584C08A3}" type="presParOf" srcId="{18301428-D1F0-4623-85AD-EB43688D2EE7}" destId="{FDB3CD15-B01C-497D-BA56-F7C28269EE2D}" srcOrd="1" destOrd="0" presId="urn:microsoft.com/office/officeart/2018/2/layout/IconLabelDescriptionList"/>
    <dgm:cxn modelId="{F433B3CA-5EAE-4647-9844-433B130E0B63}" type="presParOf" srcId="{18301428-D1F0-4623-85AD-EB43688D2EE7}" destId="{E5E35A3C-F374-4A8E-8AF3-60BA5AED43BA}" srcOrd="2" destOrd="0" presId="urn:microsoft.com/office/officeart/2018/2/layout/IconLabelDescriptionList"/>
    <dgm:cxn modelId="{6B34693E-7D27-47E2-9EAA-DB22AEFA1927}" type="presParOf" srcId="{E5E35A3C-F374-4A8E-8AF3-60BA5AED43BA}" destId="{F8D96238-A747-4525-9B9E-BD5F7E6A9034}" srcOrd="0" destOrd="0" presId="urn:microsoft.com/office/officeart/2018/2/layout/IconLabelDescriptionList"/>
    <dgm:cxn modelId="{FF5C42A1-E3E9-45C1-88ED-2CCD80793617}" type="presParOf" srcId="{E5E35A3C-F374-4A8E-8AF3-60BA5AED43BA}" destId="{AC98DD01-268C-4B67-86CD-DE99A8AB5A2E}" srcOrd="1" destOrd="0" presId="urn:microsoft.com/office/officeart/2018/2/layout/IconLabelDescriptionList"/>
    <dgm:cxn modelId="{72F1001A-DB5C-46D1-AA2C-873D78C94358}" type="presParOf" srcId="{E5E35A3C-F374-4A8E-8AF3-60BA5AED43BA}" destId="{03364F7E-D69B-4811-A791-F8835E91AE8D}" srcOrd="2" destOrd="0" presId="urn:microsoft.com/office/officeart/2018/2/layout/IconLabelDescriptionList"/>
    <dgm:cxn modelId="{684B6819-A1AF-45E6-A37D-32C4C8728FDA}" type="presParOf" srcId="{E5E35A3C-F374-4A8E-8AF3-60BA5AED43BA}" destId="{AA363BD5-4789-434C-8F31-A464F56F7500}" srcOrd="3" destOrd="0" presId="urn:microsoft.com/office/officeart/2018/2/layout/IconLabelDescriptionList"/>
    <dgm:cxn modelId="{8842A90C-26D7-42BF-8DC8-1C802F4C38E0}" type="presParOf" srcId="{E5E35A3C-F374-4A8E-8AF3-60BA5AED43BA}" destId="{7D29C308-AA49-4BF3-8D17-8106FE296F7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3D0E6B31-274A-4E05-8381-1E56513DD0E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D35DE2-DA91-4DCE-ACFB-EF391EC8B0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Representation</a:t>
          </a:r>
          <a:endParaRPr lang="en-US"/>
        </a:p>
      </dgm:t>
    </dgm:pt>
    <dgm:pt modelId="{EC117652-4B61-4D36-8903-C009D0209164}" type="parTrans" cxnId="{AE80C278-6A6A-4DC4-B825-266D8D218707}">
      <dgm:prSet/>
      <dgm:spPr/>
      <dgm:t>
        <a:bodyPr/>
        <a:lstStyle/>
        <a:p>
          <a:endParaRPr lang="en-US"/>
        </a:p>
      </dgm:t>
    </dgm:pt>
    <dgm:pt modelId="{CFF0C871-6BE5-40C2-AC0B-B28F8EC31A20}" type="sibTrans" cxnId="{AE80C278-6A6A-4DC4-B825-266D8D218707}">
      <dgm:prSet/>
      <dgm:spPr/>
      <dgm:t>
        <a:bodyPr/>
        <a:lstStyle/>
        <a:p>
          <a:endParaRPr lang="en-US"/>
        </a:p>
      </dgm:t>
    </dgm:pt>
    <dgm:pt modelId="{1A4175A8-DD1E-488B-9CCB-3EB1A52F98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Both private</a:t>
          </a:r>
        </a:p>
      </dgm:t>
    </dgm:pt>
    <dgm:pt modelId="{383EA01C-4004-4D3C-B167-834C1904F176}" type="parTrans" cxnId="{404A3DA9-D282-45B4-B2A8-883863118505}">
      <dgm:prSet/>
      <dgm:spPr/>
      <dgm:t>
        <a:bodyPr/>
        <a:lstStyle/>
        <a:p>
          <a:endParaRPr lang="en-US"/>
        </a:p>
      </dgm:t>
    </dgm:pt>
    <dgm:pt modelId="{8B5CEC9B-CB5E-4DA4-8516-4388986E78D0}" type="sibTrans" cxnId="{404A3DA9-D282-45B4-B2A8-883863118505}">
      <dgm:prSet/>
      <dgm:spPr/>
      <dgm:t>
        <a:bodyPr/>
        <a:lstStyle/>
        <a:p>
          <a:endParaRPr lang="en-US"/>
        </a:p>
      </dgm:t>
    </dgm:pt>
    <dgm:pt modelId="{96D14FF6-9B60-4D41-8427-0287A9428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number of</a:t>
          </a:r>
        </a:p>
      </dgm:t>
    </dgm:pt>
    <dgm:pt modelId="{68905A7A-0AC8-485B-8C04-D6E9D6DA11DD}" type="parTrans" cxnId="{7D0D4867-8C80-48B2-AA74-8FED2473866A}">
      <dgm:prSet/>
      <dgm:spPr/>
      <dgm:t>
        <a:bodyPr/>
        <a:lstStyle/>
        <a:p>
          <a:endParaRPr lang="en-US"/>
        </a:p>
      </dgm:t>
    </dgm:pt>
    <dgm:pt modelId="{A2C8621D-A0DE-49F1-AAC4-E0E507330908}" type="sibTrans" cxnId="{7D0D4867-8C80-48B2-AA74-8FED2473866A}">
      <dgm:prSet/>
      <dgm:spPr/>
      <dgm:t>
        <a:bodyPr/>
        <a:lstStyle/>
        <a:p>
          <a:endParaRPr lang="en-US"/>
        </a:p>
      </dgm:t>
    </dgm:pt>
    <dgm:pt modelId="{748B736B-34E4-4DBF-9EB1-A1A73B9715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Values are the same</a:t>
          </a:r>
          <a:endParaRPr lang="en-US"/>
        </a:p>
      </dgm:t>
    </dgm:pt>
    <dgm:pt modelId="{29A1CD6E-0BA2-44F0-B663-0D62EF98D037}" type="parTrans" cxnId="{EAEC84F9-5E21-455D-98D1-536FACF50112}">
      <dgm:prSet/>
      <dgm:spPr/>
      <dgm:t>
        <a:bodyPr/>
        <a:lstStyle/>
        <a:p>
          <a:endParaRPr lang="en-US"/>
        </a:p>
      </dgm:t>
    </dgm:pt>
    <dgm:pt modelId="{CE1EBC6C-BCBB-43B2-87C7-A15032F87731}" type="sibTrans" cxnId="{EAEC84F9-5E21-455D-98D1-536FACF50112}">
      <dgm:prSet/>
      <dgm:spPr/>
      <dgm:t>
        <a:bodyPr/>
        <a:lstStyle/>
        <a:p>
          <a:endParaRPr lang="en-US"/>
        </a:p>
      </dgm:t>
    </dgm:pt>
    <dgm:pt modelId="{47EB820C-A22B-477B-A3E3-17317471B6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 though they look different</a:t>
          </a:r>
        </a:p>
      </dgm:t>
    </dgm:pt>
    <dgm:pt modelId="{4EF290B2-75E3-49A8-85C4-80CD9D0EB42D}" type="parTrans" cxnId="{2AF2C63F-EA1B-49AB-B999-4B2F63DD00E2}">
      <dgm:prSet/>
      <dgm:spPr/>
      <dgm:t>
        <a:bodyPr/>
        <a:lstStyle/>
        <a:p>
          <a:endParaRPr lang="en-US"/>
        </a:p>
      </dgm:t>
    </dgm:pt>
    <dgm:pt modelId="{A5CB2F37-BF58-4564-86EA-AB1D74D14F6E}" type="sibTrans" cxnId="{2AF2C63F-EA1B-49AB-B999-4B2F63DD00E2}">
      <dgm:prSet/>
      <dgm:spPr/>
      <dgm:t>
        <a:bodyPr/>
        <a:lstStyle/>
        <a:p>
          <a:endParaRPr lang="en-US"/>
        </a:p>
      </dgm:t>
    </dgm:pt>
    <dgm:pt modelId="{A482B8C6-9A28-406E-92DA-8A5F4645BC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</a:t>
          </a:r>
        </a:p>
      </dgm:t>
    </dgm:pt>
    <dgm:pt modelId="{EE20C533-194B-4F69-8ABE-9A03CB215AE7}" type="parTrans" cxnId="{C4C776D7-CEBA-491D-B671-D2CC5D06DE9E}">
      <dgm:prSet/>
      <dgm:spPr/>
      <dgm:t>
        <a:bodyPr/>
        <a:lstStyle/>
        <a:p>
          <a:endParaRPr lang="tr-TR"/>
        </a:p>
      </dgm:t>
    </dgm:pt>
    <dgm:pt modelId="{64D63CF9-3AAC-4153-906F-7392114CF7CE}" type="sibTrans" cxnId="{C4C776D7-CEBA-491D-B671-D2CC5D06DE9E}">
      <dgm:prSet/>
      <dgm:spPr/>
    </dgm:pt>
    <dgm:pt modelId="{4B20C5AF-EEF3-486A-A9B9-E7791E4574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be represented </a:t>
          </a:r>
        </a:p>
      </dgm:t>
    </dgm:pt>
    <dgm:pt modelId="{4DDE8310-2378-4407-A8D6-D1810EED9F4A}" type="parTrans" cxnId="{CB3EB30C-107A-4A0E-93D0-975BBA147DA6}">
      <dgm:prSet/>
      <dgm:spPr/>
      <dgm:t>
        <a:bodyPr/>
        <a:lstStyle/>
        <a:p>
          <a:endParaRPr lang="tr-TR"/>
        </a:p>
      </dgm:t>
    </dgm:pt>
    <dgm:pt modelId="{6D3870D6-E326-4B41-9878-3A4D0EFFC5DC}" type="sibTrans" cxnId="{CB3EB30C-107A-4A0E-93D0-975BBA147DA6}">
      <dgm:prSet/>
      <dgm:spPr/>
    </dgm:pt>
    <dgm:pt modelId="{A8C66943-D366-4440-A1B0-EEA1F4D7FA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 formats</a:t>
          </a:r>
        </a:p>
      </dgm:t>
    </dgm:pt>
    <dgm:pt modelId="{1A8B226F-9707-4F68-BF86-DD938CADC3C0}" type="parTrans" cxnId="{AF069904-F64C-42A3-B0B6-6632B4F6D2AF}">
      <dgm:prSet/>
      <dgm:spPr/>
      <dgm:t>
        <a:bodyPr/>
        <a:lstStyle/>
        <a:p>
          <a:endParaRPr lang="tr-TR"/>
        </a:p>
      </dgm:t>
    </dgm:pt>
    <dgm:pt modelId="{0E2AE9D3-1EA3-4B87-94FF-F535B6B0571A}" type="sibTrans" cxnId="{AF069904-F64C-42A3-B0B6-6632B4F6D2AF}">
      <dgm:prSet/>
      <dgm:spPr/>
    </dgm:pt>
    <dgm:pt modelId="{2B3C9D08-3DB9-49A5-AD4C-EAC2D0F7C7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encode the same number</a:t>
          </a:r>
        </a:p>
      </dgm:t>
    </dgm:pt>
    <dgm:pt modelId="{70E85A34-4BA2-498C-BC95-140B00AAE643}" type="parTrans" cxnId="{89C0E155-189F-40F4-82E7-C8A8183206BF}">
      <dgm:prSet/>
      <dgm:spPr/>
      <dgm:t>
        <a:bodyPr/>
        <a:lstStyle/>
        <a:p>
          <a:endParaRPr lang="tr-TR"/>
        </a:p>
      </dgm:t>
    </dgm:pt>
    <dgm:pt modelId="{6D6489BB-5E1B-4AAE-B219-7E7263A8AFC4}" type="sibTrans" cxnId="{89C0E155-189F-40F4-82E7-C8A8183206BF}">
      <dgm:prSet/>
      <dgm:spPr/>
    </dgm:pt>
    <dgm:pt modelId="{371BCF18-303D-4188-82FF-2D27C07D440E}" type="pres">
      <dgm:prSet presAssocID="{3D0E6B31-274A-4E05-8381-1E56513DD0ED}" presName="root" presStyleCnt="0">
        <dgm:presLayoutVars>
          <dgm:dir/>
          <dgm:resizeHandles val="exact"/>
        </dgm:presLayoutVars>
      </dgm:prSet>
      <dgm:spPr/>
    </dgm:pt>
    <dgm:pt modelId="{6D1CF802-79E2-4712-B9C7-3489DBFAD64A}" type="pres">
      <dgm:prSet presAssocID="{E0D35DE2-DA91-4DCE-ACFB-EF391EC8B0EF}" presName="compNode" presStyleCnt="0"/>
      <dgm:spPr/>
    </dgm:pt>
    <dgm:pt modelId="{927E0D22-4373-49F4-9B9A-D941CE365BE2}" type="pres">
      <dgm:prSet presAssocID="{E0D35DE2-DA91-4DCE-ACFB-EF391EC8B0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F581FFB-2A38-4381-9B46-46FE5B1CE25B}" type="pres">
      <dgm:prSet presAssocID="{E0D35DE2-DA91-4DCE-ACFB-EF391EC8B0EF}" presName="iconSpace" presStyleCnt="0"/>
      <dgm:spPr/>
    </dgm:pt>
    <dgm:pt modelId="{63CB7E6B-6724-4E1C-87F9-3243AD6B6D2A}" type="pres">
      <dgm:prSet presAssocID="{E0D35DE2-DA91-4DCE-ACFB-EF391EC8B0EF}" presName="parTx" presStyleLbl="revTx" presStyleIdx="0" presStyleCnt="6">
        <dgm:presLayoutVars>
          <dgm:chMax val="0"/>
          <dgm:chPref val="0"/>
        </dgm:presLayoutVars>
      </dgm:prSet>
      <dgm:spPr/>
    </dgm:pt>
    <dgm:pt modelId="{0D102054-1811-4A94-93F3-B698FE87A42E}" type="pres">
      <dgm:prSet presAssocID="{E0D35DE2-DA91-4DCE-ACFB-EF391EC8B0EF}" presName="txSpace" presStyleCnt="0"/>
      <dgm:spPr/>
    </dgm:pt>
    <dgm:pt modelId="{AC6F9602-06A9-4B24-8B1B-44F37A849A17}" type="pres">
      <dgm:prSet presAssocID="{E0D35DE2-DA91-4DCE-ACFB-EF391EC8B0EF}" presName="desTx" presStyleLbl="revTx" presStyleIdx="1" presStyleCnt="6">
        <dgm:presLayoutVars/>
      </dgm:prSet>
      <dgm:spPr/>
    </dgm:pt>
    <dgm:pt modelId="{81AE0ABD-FB06-4127-8320-ECAA4FC87767}" type="pres">
      <dgm:prSet presAssocID="{CFF0C871-6BE5-40C2-AC0B-B28F8EC31A20}" presName="sibTrans" presStyleCnt="0"/>
      <dgm:spPr/>
    </dgm:pt>
    <dgm:pt modelId="{F16BBA4A-5C72-4A69-B25C-AC98401E9C55}" type="pres">
      <dgm:prSet presAssocID="{4B20C5AF-EEF3-486A-A9B9-E7791E457469}" presName="compNode" presStyleCnt="0"/>
      <dgm:spPr/>
    </dgm:pt>
    <dgm:pt modelId="{9588979D-747C-4ED3-B1B5-178D4E24D6EF}" type="pres">
      <dgm:prSet presAssocID="{4B20C5AF-EEF3-486A-A9B9-E7791E4574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43FDDDB3-3D61-4D9A-9C94-65E0125D062C}" type="pres">
      <dgm:prSet presAssocID="{4B20C5AF-EEF3-486A-A9B9-E7791E457469}" presName="iconSpace" presStyleCnt="0"/>
      <dgm:spPr/>
    </dgm:pt>
    <dgm:pt modelId="{EA20491B-F074-4B3A-A71A-DA76918E9A07}" type="pres">
      <dgm:prSet presAssocID="{4B20C5AF-EEF3-486A-A9B9-E7791E457469}" presName="parTx" presStyleLbl="revTx" presStyleIdx="2" presStyleCnt="6">
        <dgm:presLayoutVars>
          <dgm:chMax val="0"/>
          <dgm:chPref val="0"/>
        </dgm:presLayoutVars>
      </dgm:prSet>
      <dgm:spPr/>
    </dgm:pt>
    <dgm:pt modelId="{0D71D9AB-F8A6-4940-B615-5FDA5DAB2E40}" type="pres">
      <dgm:prSet presAssocID="{4B20C5AF-EEF3-486A-A9B9-E7791E457469}" presName="txSpace" presStyleCnt="0"/>
      <dgm:spPr/>
    </dgm:pt>
    <dgm:pt modelId="{99BF2A38-460A-4B9D-A92C-0C8C6EA3591A}" type="pres">
      <dgm:prSet presAssocID="{4B20C5AF-EEF3-486A-A9B9-E7791E457469}" presName="desTx" presStyleLbl="revTx" presStyleIdx="3" presStyleCnt="6">
        <dgm:presLayoutVars/>
      </dgm:prSet>
      <dgm:spPr/>
    </dgm:pt>
    <dgm:pt modelId="{7BCD1BBC-2684-4CE2-9837-752019BF4A9F}" type="pres">
      <dgm:prSet presAssocID="{6D3870D6-E326-4B41-9878-3A4D0EFFC5DC}" presName="sibTrans" presStyleCnt="0"/>
      <dgm:spPr/>
    </dgm:pt>
    <dgm:pt modelId="{33323BC1-3527-412C-B30F-4A2F14FCD00F}" type="pres">
      <dgm:prSet presAssocID="{748B736B-34E4-4DBF-9EB1-A1A73B971574}" presName="compNode" presStyleCnt="0"/>
      <dgm:spPr/>
    </dgm:pt>
    <dgm:pt modelId="{F24FF6FD-45CD-4EBC-BDE6-0E13C33A9F12}" type="pres">
      <dgm:prSet presAssocID="{748B736B-34E4-4DBF-9EB1-A1A73B9715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25EAAA63-55A9-438E-8CAE-B6E74D210D40}" type="pres">
      <dgm:prSet presAssocID="{748B736B-34E4-4DBF-9EB1-A1A73B971574}" presName="iconSpace" presStyleCnt="0"/>
      <dgm:spPr/>
    </dgm:pt>
    <dgm:pt modelId="{AB880856-5491-49CC-BA65-CC913B71C3C5}" type="pres">
      <dgm:prSet presAssocID="{748B736B-34E4-4DBF-9EB1-A1A73B971574}" presName="parTx" presStyleLbl="revTx" presStyleIdx="4" presStyleCnt="6">
        <dgm:presLayoutVars>
          <dgm:chMax val="0"/>
          <dgm:chPref val="0"/>
        </dgm:presLayoutVars>
      </dgm:prSet>
      <dgm:spPr/>
    </dgm:pt>
    <dgm:pt modelId="{7C85B253-CB2E-4F3F-945B-31D45665A769}" type="pres">
      <dgm:prSet presAssocID="{748B736B-34E4-4DBF-9EB1-A1A73B971574}" presName="txSpace" presStyleCnt="0"/>
      <dgm:spPr/>
    </dgm:pt>
    <dgm:pt modelId="{5E3169EE-98DF-4540-976E-1364EF177E3D}" type="pres">
      <dgm:prSet presAssocID="{748B736B-34E4-4DBF-9EB1-A1A73B971574}" presName="desTx" presStyleLbl="revTx" presStyleIdx="5" presStyleCnt="6">
        <dgm:presLayoutVars/>
      </dgm:prSet>
      <dgm:spPr/>
    </dgm:pt>
  </dgm:ptLst>
  <dgm:cxnLst>
    <dgm:cxn modelId="{AF069904-F64C-42A3-B0B6-6632B4F6D2AF}" srcId="{4B20C5AF-EEF3-486A-A9B9-E7791E457469}" destId="{A8C66943-D366-4440-A1B0-EEA1F4D7FA68}" srcOrd="1" destOrd="0" parTransId="{1A8B226F-9707-4F68-BF86-DD938CADC3C0}" sibTransId="{0E2AE9D3-1EA3-4B87-94FF-F535B6B0571A}"/>
    <dgm:cxn modelId="{CB3EB30C-107A-4A0E-93D0-975BBA147DA6}" srcId="{3D0E6B31-274A-4E05-8381-1E56513DD0ED}" destId="{4B20C5AF-EEF3-486A-A9B9-E7791E457469}" srcOrd="1" destOrd="0" parTransId="{4DDE8310-2378-4407-A8D6-D1810EED9F4A}" sibTransId="{6D3870D6-E326-4B41-9878-3A4D0EFFC5DC}"/>
    <dgm:cxn modelId="{A93B0218-995E-496D-81AC-83A72E34364D}" type="presOf" srcId="{A482B8C6-9A28-406E-92DA-8A5F4645BCEC}" destId="{AC6F9602-06A9-4B24-8B1B-44F37A849A17}" srcOrd="0" destOrd="1" presId="urn:microsoft.com/office/officeart/2018/2/layout/IconLabelDescriptionList"/>
    <dgm:cxn modelId="{25094725-E32E-4D36-9C17-C44F18EA8A4F}" type="presOf" srcId="{3D0E6B31-274A-4E05-8381-1E56513DD0ED}" destId="{371BCF18-303D-4188-82FF-2D27C07D440E}" srcOrd="0" destOrd="0" presId="urn:microsoft.com/office/officeart/2018/2/layout/IconLabelDescriptionList"/>
    <dgm:cxn modelId="{2AF2C63F-EA1B-49AB-B999-4B2F63DD00E2}" srcId="{748B736B-34E4-4DBF-9EB1-A1A73B971574}" destId="{47EB820C-A22B-477B-A3E3-17317471B6D9}" srcOrd="0" destOrd="0" parTransId="{4EF290B2-75E3-49A8-85C4-80CD9D0EB42D}" sibTransId="{A5CB2F37-BF58-4564-86EA-AB1D74D14F6E}"/>
    <dgm:cxn modelId="{9DA95746-3CB0-47A3-A3FB-3C0E22B8738D}" type="presOf" srcId="{47EB820C-A22B-477B-A3E3-17317471B6D9}" destId="{5E3169EE-98DF-4540-976E-1364EF177E3D}" srcOrd="0" destOrd="0" presId="urn:microsoft.com/office/officeart/2018/2/layout/IconLabelDescriptionList"/>
    <dgm:cxn modelId="{7D0D4867-8C80-48B2-AA74-8FED2473866A}" srcId="{4B20C5AF-EEF3-486A-A9B9-E7791E457469}" destId="{96D14FF6-9B60-4D41-8427-0287A942827D}" srcOrd="0" destOrd="0" parTransId="{68905A7A-0AC8-485B-8C04-D6E9D6DA11DD}" sibTransId="{A2C8621D-A0DE-49F1-AAC4-E0E507330908}"/>
    <dgm:cxn modelId="{89C0E155-189F-40F4-82E7-C8A8183206BF}" srcId="{748B736B-34E4-4DBF-9EB1-A1A73B971574}" destId="{2B3C9D08-3DB9-49A5-AD4C-EAC2D0F7C7CD}" srcOrd="1" destOrd="0" parTransId="{70E85A34-4BA2-498C-BC95-140B00AAE643}" sibTransId="{6D6489BB-5E1B-4AAE-B219-7E7263A8AFC4}"/>
    <dgm:cxn modelId="{AE80C278-6A6A-4DC4-B825-266D8D218707}" srcId="{3D0E6B31-274A-4E05-8381-1E56513DD0ED}" destId="{E0D35DE2-DA91-4DCE-ACFB-EF391EC8B0EF}" srcOrd="0" destOrd="0" parTransId="{EC117652-4B61-4D36-8903-C009D0209164}" sibTransId="{CFF0C871-6BE5-40C2-AC0B-B28F8EC31A20}"/>
    <dgm:cxn modelId="{9D716196-1DC3-4E1E-97E4-81E13BF5F2E8}" type="presOf" srcId="{96D14FF6-9B60-4D41-8427-0287A942827D}" destId="{99BF2A38-460A-4B9D-A92C-0C8C6EA3591A}" srcOrd="0" destOrd="0" presId="urn:microsoft.com/office/officeart/2018/2/layout/IconLabelDescriptionList"/>
    <dgm:cxn modelId="{51763798-91C9-4FFB-9DD6-DD91F3BCF04C}" type="presOf" srcId="{A8C66943-D366-4440-A1B0-EEA1F4D7FA68}" destId="{99BF2A38-460A-4B9D-A92C-0C8C6EA3591A}" srcOrd="0" destOrd="1" presId="urn:microsoft.com/office/officeart/2018/2/layout/IconLabelDescriptionList"/>
    <dgm:cxn modelId="{837D67A6-B46E-4DC7-8B49-038713E4B769}" type="presOf" srcId="{1A4175A8-DD1E-488B-9CCB-3EB1A52F9807}" destId="{AC6F9602-06A9-4B24-8B1B-44F37A849A17}" srcOrd="0" destOrd="0" presId="urn:microsoft.com/office/officeart/2018/2/layout/IconLabelDescriptionList"/>
    <dgm:cxn modelId="{404A3DA9-D282-45B4-B2A8-883863118505}" srcId="{E0D35DE2-DA91-4DCE-ACFB-EF391EC8B0EF}" destId="{1A4175A8-DD1E-488B-9CCB-3EB1A52F9807}" srcOrd="0" destOrd="0" parTransId="{383EA01C-4004-4D3C-B167-834C1904F176}" sibTransId="{8B5CEC9B-CB5E-4DA4-8516-4388986E78D0}"/>
    <dgm:cxn modelId="{77754DAF-5E09-4581-8D5D-5A8DA6B4547E}" type="presOf" srcId="{4B20C5AF-EEF3-486A-A9B9-E7791E457469}" destId="{EA20491B-F074-4B3A-A71A-DA76918E9A07}" srcOrd="0" destOrd="0" presId="urn:microsoft.com/office/officeart/2018/2/layout/IconLabelDescriptionList"/>
    <dgm:cxn modelId="{070BC6CB-2795-48E7-BC48-10F8CCAD67E4}" type="presOf" srcId="{2B3C9D08-3DB9-49A5-AD4C-EAC2D0F7C7CD}" destId="{5E3169EE-98DF-4540-976E-1364EF177E3D}" srcOrd="0" destOrd="1" presId="urn:microsoft.com/office/officeart/2018/2/layout/IconLabelDescriptionList"/>
    <dgm:cxn modelId="{C4C776D7-CEBA-491D-B671-D2CC5D06DE9E}" srcId="{E0D35DE2-DA91-4DCE-ACFB-EF391EC8B0EF}" destId="{A482B8C6-9A28-406E-92DA-8A5F4645BCEC}" srcOrd="1" destOrd="0" parTransId="{EE20C533-194B-4F69-8ABE-9A03CB215AE7}" sibTransId="{64D63CF9-3AAC-4153-906F-7392114CF7CE}"/>
    <dgm:cxn modelId="{07F93BE8-9E96-4D08-A0F0-D0D5649F19F4}" type="presOf" srcId="{E0D35DE2-DA91-4DCE-ACFB-EF391EC8B0EF}" destId="{63CB7E6B-6724-4E1C-87F9-3243AD6B6D2A}" srcOrd="0" destOrd="0" presId="urn:microsoft.com/office/officeart/2018/2/layout/IconLabelDescriptionList"/>
    <dgm:cxn modelId="{3E85F8F8-6D13-43CE-92E4-965CB8B4C39A}" type="presOf" srcId="{748B736B-34E4-4DBF-9EB1-A1A73B971574}" destId="{AB880856-5491-49CC-BA65-CC913B71C3C5}" srcOrd="0" destOrd="0" presId="urn:microsoft.com/office/officeart/2018/2/layout/IconLabelDescriptionList"/>
    <dgm:cxn modelId="{EAEC84F9-5E21-455D-98D1-536FACF50112}" srcId="{3D0E6B31-274A-4E05-8381-1E56513DD0ED}" destId="{748B736B-34E4-4DBF-9EB1-A1A73B971574}" srcOrd="2" destOrd="0" parTransId="{29A1CD6E-0BA2-44F0-B663-0D62EF98D037}" sibTransId="{CE1EBC6C-BCBB-43B2-87C7-A15032F87731}"/>
    <dgm:cxn modelId="{0F2695B3-1D3D-4B8E-80F5-553568FD7BFD}" type="presParOf" srcId="{371BCF18-303D-4188-82FF-2D27C07D440E}" destId="{6D1CF802-79E2-4712-B9C7-3489DBFAD64A}" srcOrd="0" destOrd="0" presId="urn:microsoft.com/office/officeart/2018/2/layout/IconLabelDescriptionList"/>
    <dgm:cxn modelId="{746A4997-5C89-498B-9AEA-BBEDC9273C40}" type="presParOf" srcId="{6D1CF802-79E2-4712-B9C7-3489DBFAD64A}" destId="{927E0D22-4373-49F4-9B9A-D941CE365BE2}" srcOrd="0" destOrd="0" presId="urn:microsoft.com/office/officeart/2018/2/layout/IconLabelDescriptionList"/>
    <dgm:cxn modelId="{9F08BFCA-3E3C-479B-A4F0-8D2296AABDDD}" type="presParOf" srcId="{6D1CF802-79E2-4712-B9C7-3489DBFAD64A}" destId="{BF581FFB-2A38-4381-9B46-46FE5B1CE25B}" srcOrd="1" destOrd="0" presId="urn:microsoft.com/office/officeart/2018/2/layout/IconLabelDescriptionList"/>
    <dgm:cxn modelId="{243147D4-5B3A-4AEB-A5AC-BFAA8F6D3BA3}" type="presParOf" srcId="{6D1CF802-79E2-4712-B9C7-3489DBFAD64A}" destId="{63CB7E6B-6724-4E1C-87F9-3243AD6B6D2A}" srcOrd="2" destOrd="0" presId="urn:microsoft.com/office/officeart/2018/2/layout/IconLabelDescriptionList"/>
    <dgm:cxn modelId="{98093DED-5486-4E42-BF60-574EBDE1FA77}" type="presParOf" srcId="{6D1CF802-79E2-4712-B9C7-3489DBFAD64A}" destId="{0D102054-1811-4A94-93F3-B698FE87A42E}" srcOrd="3" destOrd="0" presId="urn:microsoft.com/office/officeart/2018/2/layout/IconLabelDescriptionList"/>
    <dgm:cxn modelId="{FCD8CB94-519C-49C9-B6D4-1F2DAB4061B2}" type="presParOf" srcId="{6D1CF802-79E2-4712-B9C7-3489DBFAD64A}" destId="{AC6F9602-06A9-4B24-8B1B-44F37A849A17}" srcOrd="4" destOrd="0" presId="urn:microsoft.com/office/officeart/2018/2/layout/IconLabelDescriptionList"/>
    <dgm:cxn modelId="{9AFCA2D7-37E2-40F3-A839-F1278066C37A}" type="presParOf" srcId="{371BCF18-303D-4188-82FF-2D27C07D440E}" destId="{81AE0ABD-FB06-4127-8320-ECAA4FC87767}" srcOrd="1" destOrd="0" presId="urn:microsoft.com/office/officeart/2018/2/layout/IconLabelDescriptionList"/>
    <dgm:cxn modelId="{4AFEBC81-DDA8-439E-8B41-10594BB63A2B}" type="presParOf" srcId="{371BCF18-303D-4188-82FF-2D27C07D440E}" destId="{F16BBA4A-5C72-4A69-B25C-AC98401E9C55}" srcOrd="2" destOrd="0" presId="urn:microsoft.com/office/officeart/2018/2/layout/IconLabelDescriptionList"/>
    <dgm:cxn modelId="{46CBF6D8-EBAF-4EF6-95EE-B3A6500E7A62}" type="presParOf" srcId="{F16BBA4A-5C72-4A69-B25C-AC98401E9C55}" destId="{9588979D-747C-4ED3-B1B5-178D4E24D6EF}" srcOrd="0" destOrd="0" presId="urn:microsoft.com/office/officeart/2018/2/layout/IconLabelDescriptionList"/>
    <dgm:cxn modelId="{5EE0F394-DA41-4443-8C07-5E43131246E7}" type="presParOf" srcId="{F16BBA4A-5C72-4A69-B25C-AC98401E9C55}" destId="{43FDDDB3-3D61-4D9A-9C94-65E0125D062C}" srcOrd="1" destOrd="0" presId="urn:microsoft.com/office/officeart/2018/2/layout/IconLabelDescriptionList"/>
    <dgm:cxn modelId="{F0653509-CCBA-435E-B451-F3267A028A35}" type="presParOf" srcId="{F16BBA4A-5C72-4A69-B25C-AC98401E9C55}" destId="{EA20491B-F074-4B3A-A71A-DA76918E9A07}" srcOrd="2" destOrd="0" presId="urn:microsoft.com/office/officeart/2018/2/layout/IconLabelDescriptionList"/>
    <dgm:cxn modelId="{7433D3D2-93BB-4067-B7FA-BDB3D2199623}" type="presParOf" srcId="{F16BBA4A-5C72-4A69-B25C-AC98401E9C55}" destId="{0D71D9AB-F8A6-4940-B615-5FDA5DAB2E40}" srcOrd="3" destOrd="0" presId="urn:microsoft.com/office/officeart/2018/2/layout/IconLabelDescriptionList"/>
    <dgm:cxn modelId="{C7DF8C9A-F3EA-4294-BD23-8B9C485B7503}" type="presParOf" srcId="{F16BBA4A-5C72-4A69-B25C-AC98401E9C55}" destId="{99BF2A38-460A-4B9D-A92C-0C8C6EA3591A}" srcOrd="4" destOrd="0" presId="urn:microsoft.com/office/officeart/2018/2/layout/IconLabelDescriptionList"/>
    <dgm:cxn modelId="{1A689C07-5A40-44A3-BC6B-ABA8D3797ED0}" type="presParOf" srcId="{371BCF18-303D-4188-82FF-2D27C07D440E}" destId="{7BCD1BBC-2684-4CE2-9837-752019BF4A9F}" srcOrd="3" destOrd="0" presId="urn:microsoft.com/office/officeart/2018/2/layout/IconLabelDescriptionList"/>
    <dgm:cxn modelId="{186E7CD5-441C-4078-9AFC-82AE88FC7CA5}" type="presParOf" srcId="{371BCF18-303D-4188-82FF-2D27C07D440E}" destId="{33323BC1-3527-412C-B30F-4A2F14FCD00F}" srcOrd="4" destOrd="0" presId="urn:microsoft.com/office/officeart/2018/2/layout/IconLabelDescriptionList"/>
    <dgm:cxn modelId="{DC07ABD6-70E3-445D-AA91-2A85704979F9}" type="presParOf" srcId="{33323BC1-3527-412C-B30F-4A2F14FCD00F}" destId="{F24FF6FD-45CD-4EBC-BDE6-0E13C33A9F12}" srcOrd="0" destOrd="0" presId="urn:microsoft.com/office/officeart/2018/2/layout/IconLabelDescriptionList"/>
    <dgm:cxn modelId="{FEE803CF-A883-46E2-8C2E-856F8E720B97}" type="presParOf" srcId="{33323BC1-3527-412C-B30F-4A2F14FCD00F}" destId="{25EAAA63-55A9-438E-8CAE-B6E74D210D40}" srcOrd="1" destOrd="0" presId="urn:microsoft.com/office/officeart/2018/2/layout/IconLabelDescriptionList"/>
    <dgm:cxn modelId="{22CF0878-6A37-411A-B0E3-07EC9A14A468}" type="presParOf" srcId="{33323BC1-3527-412C-B30F-4A2F14FCD00F}" destId="{AB880856-5491-49CC-BA65-CC913B71C3C5}" srcOrd="2" destOrd="0" presId="urn:microsoft.com/office/officeart/2018/2/layout/IconLabelDescriptionList"/>
    <dgm:cxn modelId="{2C49026B-BB1C-453E-BE88-F7260073193C}" type="presParOf" srcId="{33323BC1-3527-412C-B30F-4A2F14FCD00F}" destId="{7C85B253-CB2E-4F3F-945B-31D45665A769}" srcOrd="3" destOrd="0" presId="urn:microsoft.com/office/officeart/2018/2/layout/IconLabelDescriptionList"/>
    <dgm:cxn modelId="{E4A91A00-1D1E-4DAF-B8C7-D2E940E155D9}" type="presParOf" srcId="{33323BC1-3527-412C-B30F-4A2F14FCD00F}" destId="{5E3169EE-98DF-4540-976E-1364EF177E3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3D0E6B31-274A-4E05-8381-1E56513DD0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DA8398-1ED6-4203-9E22-78D472D688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Readibility</a:t>
          </a:r>
          <a:endParaRPr lang="en-US"/>
        </a:p>
      </dgm:t>
    </dgm:pt>
    <dgm:pt modelId="{7C862BD6-8340-446F-90A7-5E10EBF79DF1}" type="parTrans" cxnId="{7E62B7A7-9143-42DC-A760-88821C866F89}">
      <dgm:prSet/>
      <dgm:spPr/>
      <dgm:t>
        <a:bodyPr/>
        <a:lstStyle/>
        <a:p>
          <a:endParaRPr lang="en-US"/>
        </a:p>
      </dgm:t>
    </dgm:pt>
    <dgm:pt modelId="{4606EB87-A475-49CC-B1AF-6223C25934D9}" type="sibTrans" cxnId="{7E62B7A7-9143-42DC-A760-88821C866F89}">
      <dgm:prSet/>
      <dgm:spPr/>
      <dgm:t>
        <a:bodyPr/>
        <a:lstStyle/>
        <a:p>
          <a:endParaRPr lang="en-US"/>
        </a:p>
      </dgm:t>
    </dgm:pt>
    <dgm:pt modelId="{ED9663E4-38AA-4DEF-B781-C5EA5E3A72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Representation </a:t>
          </a:r>
          <a:r>
            <a:rPr lang="en-US"/>
            <a:t>formats</a:t>
          </a:r>
        </a:p>
      </dgm:t>
    </dgm:pt>
    <dgm:pt modelId="{AE5F72CF-9B85-4F8B-A2AB-CFB90EBC6D05}" type="parTrans" cxnId="{C90EF1E6-473A-4412-8FD0-56C97DD26D5E}">
      <dgm:prSet/>
      <dgm:spPr/>
      <dgm:t>
        <a:bodyPr/>
        <a:lstStyle/>
        <a:p>
          <a:endParaRPr lang="en-US"/>
        </a:p>
      </dgm:t>
    </dgm:pt>
    <dgm:pt modelId="{593C53B4-A63D-499B-B0C0-420C2997F913}" type="sibTrans" cxnId="{C90EF1E6-473A-4412-8FD0-56C97DD26D5E}">
      <dgm:prSet/>
      <dgm:spPr/>
      <dgm:t>
        <a:bodyPr/>
        <a:lstStyle/>
        <a:p>
          <a:endParaRPr lang="en-US"/>
        </a:p>
      </dgm:t>
    </dgm:pt>
    <dgm:pt modelId="{9BC22869-894A-4A3A-8236-13EBC47574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read and transcribe</a:t>
          </a:r>
          <a:r>
            <a:rPr lang="tr-TR"/>
            <a:t> </a:t>
          </a:r>
          <a:r>
            <a:rPr lang="en-US"/>
            <a:t>keys</a:t>
          </a:r>
          <a:r>
            <a:rPr lang="tr-TR"/>
            <a:t> easily</a:t>
          </a:r>
          <a:endParaRPr lang="en-US"/>
        </a:p>
      </dgm:t>
    </dgm:pt>
    <dgm:pt modelId="{02083F65-18F7-4D51-AD40-162B6D53D0E4}" type="parTrans" cxnId="{7DF8F5C1-7F0A-4D96-A1A5-FBF3FCA75C46}">
      <dgm:prSet/>
      <dgm:spPr/>
      <dgm:t>
        <a:bodyPr/>
        <a:lstStyle/>
        <a:p>
          <a:endParaRPr lang="en-US"/>
        </a:p>
      </dgm:t>
    </dgm:pt>
    <dgm:pt modelId="{55F01971-C8D1-4E47-86E5-306F9C05D54C}" type="sibTrans" cxnId="{7DF8F5C1-7F0A-4D96-A1A5-FBF3FCA75C46}">
      <dgm:prSet/>
      <dgm:spPr/>
      <dgm:t>
        <a:bodyPr/>
        <a:lstStyle/>
        <a:p>
          <a:endParaRPr lang="en-US"/>
        </a:p>
      </dgm:t>
    </dgm:pt>
    <dgm:pt modelId="{CAC930A6-95DC-48B3-BA3B-441F21D2C5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introducing errors</a:t>
          </a:r>
        </a:p>
      </dgm:t>
    </dgm:pt>
    <dgm:pt modelId="{13C27B5A-0242-4F81-9B98-E79839AAB9A1}" type="parTrans" cxnId="{68560449-7F52-423A-9702-F0C0B444DA05}">
      <dgm:prSet/>
      <dgm:spPr/>
    </dgm:pt>
    <dgm:pt modelId="{13728217-8594-40EA-9564-E24025ACC49F}" type="sibTrans" cxnId="{68560449-7F52-423A-9702-F0C0B444DA05}">
      <dgm:prSet/>
      <dgm:spPr/>
      <dgm:t>
        <a:bodyPr/>
        <a:lstStyle/>
        <a:p>
          <a:endParaRPr lang="en-US"/>
        </a:p>
      </dgm:t>
    </dgm:pt>
    <dgm:pt modelId="{BBF1E306-B72A-44C3-AB7A-952CCF5666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primarily used</a:t>
          </a:r>
        </a:p>
      </dgm:t>
    </dgm:pt>
    <dgm:pt modelId="{E5BDB9FB-1D3A-4AAC-8141-C5B8BBCEFFEF}" type="parTrans" cxnId="{00163A6E-4356-47F9-AD92-C6EC9CFC8CCC}">
      <dgm:prSet/>
      <dgm:spPr/>
    </dgm:pt>
    <dgm:pt modelId="{D962C7D1-EEF4-415B-BE04-9E3A02908FE7}" type="sibTrans" cxnId="{00163A6E-4356-47F9-AD92-C6EC9CFC8CCC}">
      <dgm:prSet/>
      <dgm:spPr/>
      <dgm:t>
        <a:bodyPr/>
        <a:lstStyle/>
        <a:p>
          <a:endParaRPr lang="en-US"/>
        </a:p>
      </dgm:t>
    </dgm:pt>
    <dgm:pt modelId="{812E69C1-6988-420F-8D4C-44EBBE7F82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Error preventions</a:t>
          </a:r>
          <a:endParaRPr lang="en-US"/>
        </a:p>
      </dgm:t>
    </dgm:pt>
    <dgm:pt modelId="{62BD7E58-E439-4947-9015-FE7124DA54AF}" type="parTrans" cxnId="{68C51D69-9A79-4EB9-BD9F-AAFD7B8BBCC9}">
      <dgm:prSet/>
      <dgm:spPr/>
    </dgm:pt>
    <dgm:pt modelId="{604A9C9C-55AC-4D8B-B030-06C8EF15D859}" type="sibTrans" cxnId="{68C51D69-9A79-4EB9-BD9F-AAFD7B8BBCC9}">
      <dgm:prSet/>
      <dgm:spPr/>
      <dgm:t>
        <a:bodyPr/>
        <a:lstStyle/>
        <a:p>
          <a:endParaRPr lang="en-US"/>
        </a:p>
      </dgm:t>
    </dgm:pt>
    <dgm:pt modelId="{D26DAADD-3734-43FB-8C3F-7019927485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Main reason of new formats</a:t>
          </a:r>
          <a:endParaRPr lang="en-US"/>
        </a:p>
      </dgm:t>
    </dgm:pt>
    <dgm:pt modelId="{4B694566-5F66-4C3B-9F7F-2309E4DAD380}" type="parTrans" cxnId="{278B1500-B8D5-4F94-8326-D3F3CC33FF91}">
      <dgm:prSet/>
      <dgm:spPr/>
    </dgm:pt>
    <dgm:pt modelId="{6D930A64-7AEC-457D-B2A8-AC3C01FF9E19}" type="sibTrans" cxnId="{278B1500-B8D5-4F94-8326-D3F3CC33FF91}">
      <dgm:prSet/>
      <dgm:spPr/>
      <dgm:t>
        <a:bodyPr/>
        <a:lstStyle/>
        <a:p>
          <a:endParaRPr lang="en-US"/>
        </a:p>
      </dgm:t>
    </dgm:pt>
    <dgm:pt modelId="{9091DC2F-B753-491F-94CB-CF4DECA83414}" type="pres">
      <dgm:prSet presAssocID="{3D0E6B31-274A-4E05-8381-1E56513DD0ED}" presName="root" presStyleCnt="0">
        <dgm:presLayoutVars>
          <dgm:dir/>
          <dgm:resizeHandles val="exact"/>
        </dgm:presLayoutVars>
      </dgm:prSet>
      <dgm:spPr/>
    </dgm:pt>
    <dgm:pt modelId="{327E23ED-0161-4B19-A8D5-D888C64DDBE3}" type="pres">
      <dgm:prSet presAssocID="{4EDA8398-1ED6-4203-9E22-78D472D68825}" presName="compNode" presStyleCnt="0"/>
      <dgm:spPr/>
    </dgm:pt>
    <dgm:pt modelId="{FCFF5AF3-0AB9-4A36-8017-706FD5F5CC90}" type="pres">
      <dgm:prSet presAssocID="{4EDA8398-1ED6-4203-9E22-78D472D688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EFCD1D0D-AA70-4389-8950-0D009E23BC8E}" type="pres">
      <dgm:prSet presAssocID="{4EDA8398-1ED6-4203-9E22-78D472D68825}" presName="iconSpace" presStyleCnt="0"/>
      <dgm:spPr/>
    </dgm:pt>
    <dgm:pt modelId="{3C82CAB6-EAC5-4428-BE85-BBD118A7AF36}" type="pres">
      <dgm:prSet presAssocID="{4EDA8398-1ED6-4203-9E22-78D472D68825}" presName="parTx" presStyleLbl="revTx" presStyleIdx="0" presStyleCnt="6">
        <dgm:presLayoutVars>
          <dgm:chMax val="0"/>
          <dgm:chPref val="0"/>
        </dgm:presLayoutVars>
      </dgm:prSet>
      <dgm:spPr/>
    </dgm:pt>
    <dgm:pt modelId="{4B223DD9-4453-4FB8-A360-A99B9256C9EA}" type="pres">
      <dgm:prSet presAssocID="{4EDA8398-1ED6-4203-9E22-78D472D68825}" presName="txSpace" presStyleCnt="0"/>
      <dgm:spPr/>
    </dgm:pt>
    <dgm:pt modelId="{053CA685-775C-4FE8-B24B-BB3DBA57D9F0}" type="pres">
      <dgm:prSet presAssocID="{4EDA8398-1ED6-4203-9E22-78D472D68825}" presName="desTx" presStyleLbl="revTx" presStyleIdx="1" presStyleCnt="6">
        <dgm:presLayoutVars/>
      </dgm:prSet>
      <dgm:spPr/>
    </dgm:pt>
    <dgm:pt modelId="{391991E2-FA64-4365-B22D-64D2DE3E0FF5}" type="pres">
      <dgm:prSet presAssocID="{4606EB87-A475-49CC-B1AF-6223C25934D9}" presName="sibTrans" presStyleCnt="0"/>
      <dgm:spPr/>
    </dgm:pt>
    <dgm:pt modelId="{C5EC356D-1B22-45C8-AABD-7760400EF57D}" type="pres">
      <dgm:prSet presAssocID="{ED9663E4-38AA-4DEF-B781-C5EA5E3A72AD}" presName="compNode" presStyleCnt="0"/>
      <dgm:spPr/>
    </dgm:pt>
    <dgm:pt modelId="{F84E0746-721C-46C2-B9A5-557EA51F2B1B}" type="pres">
      <dgm:prSet presAssocID="{ED9663E4-38AA-4DEF-B781-C5EA5E3A72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B820AD2-D1EE-4803-8D88-FA666D26307D}" type="pres">
      <dgm:prSet presAssocID="{ED9663E4-38AA-4DEF-B781-C5EA5E3A72AD}" presName="iconSpace" presStyleCnt="0"/>
      <dgm:spPr/>
    </dgm:pt>
    <dgm:pt modelId="{0519B19B-73F5-4816-83E2-7CE4E7CDB790}" type="pres">
      <dgm:prSet presAssocID="{ED9663E4-38AA-4DEF-B781-C5EA5E3A72AD}" presName="parTx" presStyleLbl="revTx" presStyleIdx="2" presStyleCnt="6">
        <dgm:presLayoutVars>
          <dgm:chMax val="0"/>
          <dgm:chPref val="0"/>
        </dgm:presLayoutVars>
      </dgm:prSet>
      <dgm:spPr/>
    </dgm:pt>
    <dgm:pt modelId="{5087C022-73CB-49E4-A14A-4CDE8FC97D91}" type="pres">
      <dgm:prSet presAssocID="{ED9663E4-38AA-4DEF-B781-C5EA5E3A72AD}" presName="txSpace" presStyleCnt="0"/>
      <dgm:spPr/>
    </dgm:pt>
    <dgm:pt modelId="{5D2DDDC7-9378-4EA9-BC4E-20F08497B884}" type="pres">
      <dgm:prSet presAssocID="{ED9663E4-38AA-4DEF-B781-C5EA5E3A72AD}" presName="desTx" presStyleLbl="revTx" presStyleIdx="3" presStyleCnt="6">
        <dgm:presLayoutVars/>
      </dgm:prSet>
      <dgm:spPr/>
    </dgm:pt>
    <dgm:pt modelId="{DF695FFE-9FDF-4ED2-A44B-51D2F406448D}" type="pres">
      <dgm:prSet presAssocID="{593C53B4-A63D-499B-B0C0-420C2997F913}" presName="sibTrans" presStyleCnt="0"/>
      <dgm:spPr/>
    </dgm:pt>
    <dgm:pt modelId="{86BF1D10-0BD9-44DD-A7D8-E60358827528}" type="pres">
      <dgm:prSet presAssocID="{812E69C1-6988-420F-8D4C-44EBBE7F82AF}" presName="compNode" presStyleCnt="0"/>
      <dgm:spPr/>
    </dgm:pt>
    <dgm:pt modelId="{CF0F9A77-D1E8-4445-B3B5-E11D1869CCAE}" type="pres">
      <dgm:prSet presAssocID="{812E69C1-6988-420F-8D4C-44EBBE7F82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414A1AC-1182-4907-8F6B-06D429F3E27C}" type="pres">
      <dgm:prSet presAssocID="{812E69C1-6988-420F-8D4C-44EBBE7F82AF}" presName="iconSpace" presStyleCnt="0"/>
      <dgm:spPr/>
    </dgm:pt>
    <dgm:pt modelId="{B2A01EB4-2E77-48E0-8B67-E23123CC6E3B}" type="pres">
      <dgm:prSet presAssocID="{812E69C1-6988-420F-8D4C-44EBBE7F82AF}" presName="parTx" presStyleLbl="revTx" presStyleIdx="4" presStyleCnt="6">
        <dgm:presLayoutVars>
          <dgm:chMax val="0"/>
          <dgm:chPref val="0"/>
        </dgm:presLayoutVars>
      </dgm:prSet>
      <dgm:spPr/>
    </dgm:pt>
    <dgm:pt modelId="{BAD9D1D2-4D2F-4729-82E8-FC5A84568068}" type="pres">
      <dgm:prSet presAssocID="{812E69C1-6988-420F-8D4C-44EBBE7F82AF}" presName="txSpace" presStyleCnt="0"/>
      <dgm:spPr/>
    </dgm:pt>
    <dgm:pt modelId="{E34508AA-3010-4A51-99E0-4279BF9C3643}" type="pres">
      <dgm:prSet presAssocID="{812E69C1-6988-420F-8D4C-44EBBE7F82AF}" presName="desTx" presStyleLbl="revTx" presStyleIdx="5" presStyleCnt="6">
        <dgm:presLayoutVars/>
      </dgm:prSet>
      <dgm:spPr/>
    </dgm:pt>
  </dgm:ptLst>
  <dgm:cxnLst>
    <dgm:cxn modelId="{278B1500-B8D5-4F94-8326-D3F3CC33FF91}" srcId="{4EDA8398-1ED6-4203-9E22-78D472D68825}" destId="{D26DAADD-3734-43FB-8C3F-701992748555}" srcOrd="0" destOrd="0" parTransId="{4B694566-5F66-4C3B-9F7F-2309E4DAD380}" sibTransId="{6D930A64-7AEC-457D-B2A8-AC3C01FF9E19}"/>
    <dgm:cxn modelId="{39CFF615-8778-484A-9237-939323143674}" type="presOf" srcId="{CAC930A6-95DC-48B3-BA3B-441F21D2C559}" destId="{E34508AA-3010-4A51-99E0-4279BF9C3643}" srcOrd="0" destOrd="0" presId="urn:microsoft.com/office/officeart/2018/5/layout/CenteredIconLabelDescriptionList"/>
    <dgm:cxn modelId="{19FCE030-EE6E-4B93-BBD6-17FCCE0159BA}" type="presOf" srcId="{812E69C1-6988-420F-8D4C-44EBBE7F82AF}" destId="{B2A01EB4-2E77-48E0-8B67-E23123CC6E3B}" srcOrd="0" destOrd="0" presId="urn:microsoft.com/office/officeart/2018/5/layout/CenteredIconLabelDescriptionList"/>
    <dgm:cxn modelId="{DD017136-F166-45FC-8B88-4DD9C2658C83}" type="presOf" srcId="{4EDA8398-1ED6-4203-9E22-78D472D68825}" destId="{3C82CAB6-EAC5-4428-BE85-BBD118A7AF36}" srcOrd="0" destOrd="0" presId="urn:microsoft.com/office/officeart/2018/5/layout/CenteredIconLabelDescriptionList"/>
    <dgm:cxn modelId="{8C4F983C-7770-4656-8D98-32E7B27249C1}" type="presOf" srcId="{BBF1E306-B72A-44C3-AB7A-952CCF566677}" destId="{5D2DDDC7-9378-4EA9-BC4E-20F08497B884}" srcOrd="0" destOrd="0" presId="urn:microsoft.com/office/officeart/2018/5/layout/CenteredIconLabelDescriptionList"/>
    <dgm:cxn modelId="{A7A34F5C-E9CA-4FA4-B3BE-6A305F62C850}" type="presOf" srcId="{ED9663E4-38AA-4DEF-B781-C5EA5E3A72AD}" destId="{0519B19B-73F5-4816-83E2-7CE4E7CDB790}" srcOrd="0" destOrd="0" presId="urn:microsoft.com/office/officeart/2018/5/layout/CenteredIconLabelDescriptionList"/>
    <dgm:cxn modelId="{F16AF548-D25B-4A67-A57F-EC20605DFD1E}" type="presOf" srcId="{D26DAADD-3734-43FB-8C3F-701992748555}" destId="{053CA685-775C-4FE8-B24B-BB3DBA57D9F0}" srcOrd="0" destOrd="0" presId="urn:microsoft.com/office/officeart/2018/5/layout/CenteredIconLabelDescriptionList"/>
    <dgm:cxn modelId="{68560449-7F52-423A-9702-F0C0B444DA05}" srcId="{812E69C1-6988-420F-8D4C-44EBBE7F82AF}" destId="{CAC930A6-95DC-48B3-BA3B-441F21D2C559}" srcOrd="0" destOrd="0" parTransId="{13C27B5A-0242-4F81-9B98-E79839AAB9A1}" sibTransId="{13728217-8594-40EA-9564-E24025ACC49F}"/>
    <dgm:cxn modelId="{68C51D69-9A79-4EB9-BD9F-AAFD7B8BBCC9}" srcId="{3D0E6B31-274A-4E05-8381-1E56513DD0ED}" destId="{812E69C1-6988-420F-8D4C-44EBBE7F82AF}" srcOrd="2" destOrd="0" parTransId="{62BD7E58-E439-4947-9015-FE7124DA54AF}" sibTransId="{604A9C9C-55AC-4D8B-B030-06C8EF15D859}"/>
    <dgm:cxn modelId="{00163A6E-4356-47F9-AD92-C6EC9CFC8CCC}" srcId="{ED9663E4-38AA-4DEF-B781-C5EA5E3A72AD}" destId="{BBF1E306-B72A-44C3-AB7A-952CCF566677}" srcOrd="0" destOrd="0" parTransId="{E5BDB9FB-1D3A-4AAC-8141-C5B8BBCEFFEF}" sibTransId="{D962C7D1-EEF4-415B-BE04-9E3A02908FE7}"/>
    <dgm:cxn modelId="{7E62B7A7-9143-42DC-A760-88821C866F89}" srcId="{3D0E6B31-274A-4E05-8381-1E56513DD0ED}" destId="{4EDA8398-1ED6-4203-9E22-78D472D68825}" srcOrd="0" destOrd="0" parTransId="{7C862BD6-8340-446F-90A7-5E10EBF79DF1}" sibTransId="{4606EB87-A475-49CC-B1AF-6223C25934D9}"/>
    <dgm:cxn modelId="{7DF8F5C1-7F0A-4D96-A1A5-FBF3FCA75C46}" srcId="{ED9663E4-38AA-4DEF-B781-C5EA5E3A72AD}" destId="{9BC22869-894A-4A3A-8236-13EBC47574F0}" srcOrd="1" destOrd="0" parTransId="{02083F65-18F7-4D51-AD40-162B6D53D0E4}" sibTransId="{55F01971-C8D1-4E47-86E5-306F9C05D54C}"/>
    <dgm:cxn modelId="{350212DC-1C12-4FB5-ABE0-952BA6C7C7D7}" type="presOf" srcId="{9BC22869-894A-4A3A-8236-13EBC47574F0}" destId="{5D2DDDC7-9378-4EA9-BC4E-20F08497B884}" srcOrd="0" destOrd="1" presId="urn:microsoft.com/office/officeart/2018/5/layout/CenteredIconLabelDescriptionList"/>
    <dgm:cxn modelId="{77CEBEE6-CE05-4CB8-9B2A-71797D2E16CA}" type="presOf" srcId="{3D0E6B31-274A-4E05-8381-1E56513DD0ED}" destId="{9091DC2F-B753-491F-94CB-CF4DECA83414}" srcOrd="0" destOrd="0" presId="urn:microsoft.com/office/officeart/2018/5/layout/CenteredIconLabelDescriptionList"/>
    <dgm:cxn modelId="{C90EF1E6-473A-4412-8FD0-56C97DD26D5E}" srcId="{3D0E6B31-274A-4E05-8381-1E56513DD0ED}" destId="{ED9663E4-38AA-4DEF-B781-C5EA5E3A72AD}" srcOrd="1" destOrd="0" parTransId="{AE5F72CF-9B85-4F8B-A2AB-CFB90EBC6D05}" sibTransId="{593C53B4-A63D-499B-B0C0-420C2997F913}"/>
    <dgm:cxn modelId="{3EBF833E-9912-45EB-8393-86AF99037C97}" type="presParOf" srcId="{9091DC2F-B753-491F-94CB-CF4DECA83414}" destId="{327E23ED-0161-4B19-A8D5-D888C64DDBE3}" srcOrd="0" destOrd="0" presId="urn:microsoft.com/office/officeart/2018/5/layout/CenteredIconLabelDescriptionList"/>
    <dgm:cxn modelId="{9CB44F8E-C91F-4856-A329-6552FF1BC6CD}" type="presParOf" srcId="{327E23ED-0161-4B19-A8D5-D888C64DDBE3}" destId="{FCFF5AF3-0AB9-4A36-8017-706FD5F5CC90}" srcOrd="0" destOrd="0" presId="urn:microsoft.com/office/officeart/2018/5/layout/CenteredIconLabelDescriptionList"/>
    <dgm:cxn modelId="{3298AE9A-7ABC-4096-B1CB-AAC5DE302A93}" type="presParOf" srcId="{327E23ED-0161-4B19-A8D5-D888C64DDBE3}" destId="{EFCD1D0D-AA70-4389-8950-0D009E23BC8E}" srcOrd="1" destOrd="0" presId="urn:microsoft.com/office/officeart/2018/5/layout/CenteredIconLabelDescriptionList"/>
    <dgm:cxn modelId="{B5612C9D-E30F-4EF2-9E40-988612B0C7C9}" type="presParOf" srcId="{327E23ED-0161-4B19-A8D5-D888C64DDBE3}" destId="{3C82CAB6-EAC5-4428-BE85-BBD118A7AF36}" srcOrd="2" destOrd="0" presId="urn:microsoft.com/office/officeart/2018/5/layout/CenteredIconLabelDescriptionList"/>
    <dgm:cxn modelId="{0BF4E339-4763-47E7-9FFE-63344123F674}" type="presParOf" srcId="{327E23ED-0161-4B19-A8D5-D888C64DDBE3}" destId="{4B223DD9-4453-4FB8-A360-A99B9256C9EA}" srcOrd="3" destOrd="0" presId="urn:microsoft.com/office/officeart/2018/5/layout/CenteredIconLabelDescriptionList"/>
    <dgm:cxn modelId="{60724EC6-B124-456A-A966-80E6B3453D58}" type="presParOf" srcId="{327E23ED-0161-4B19-A8D5-D888C64DDBE3}" destId="{053CA685-775C-4FE8-B24B-BB3DBA57D9F0}" srcOrd="4" destOrd="0" presId="urn:microsoft.com/office/officeart/2018/5/layout/CenteredIconLabelDescriptionList"/>
    <dgm:cxn modelId="{D240FDF1-4F9A-48C2-B28D-6DF4E257A3C6}" type="presParOf" srcId="{9091DC2F-B753-491F-94CB-CF4DECA83414}" destId="{391991E2-FA64-4365-B22D-64D2DE3E0FF5}" srcOrd="1" destOrd="0" presId="urn:microsoft.com/office/officeart/2018/5/layout/CenteredIconLabelDescriptionList"/>
    <dgm:cxn modelId="{FBBCC13A-62EE-4B22-BEBE-5E1233DCDA6D}" type="presParOf" srcId="{9091DC2F-B753-491F-94CB-CF4DECA83414}" destId="{C5EC356D-1B22-45C8-AABD-7760400EF57D}" srcOrd="2" destOrd="0" presId="urn:microsoft.com/office/officeart/2018/5/layout/CenteredIconLabelDescriptionList"/>
    <dgm:cxn modelId="{26473CE4-DFD4-42E3-B3E5-ABDBFB221E88}" type="presParOf" srcId="{C5EC356D-1B22-45C8-AABD-7760400EF57D}" destId="{F84E0746-721C-46C2-B9A5-557EA51F2B1B}" srcOrd="0" destOrd="0" presId="urn:microsoft.com/office/officeart/2018/5/layout/CenteredIconLabelDescriptionList"/>
    <dgm:cxn modelId="{1A9F31CA-5893-41E1-B36E-8BCDC76B2464}" type="presParOf" srcId="{C5EC356D-1B22-45C8-AABD-7760400EF57D}" destId="{8B820AD2-D1EE-4803-8D88-FA666D26307D}" srcOrd="1" destOrd="0" presId="urn:microsoft.com/office/officeart/2018/5/layout/CenteredIconLabelDescriptionList"/>
    <dgm:cxn modelId="{C195F127-74B1-4AC6-BABF-B18450247216}" type="presParOf" srcId="{C5EC356D-1B22-45C8-AABD-7760400EF57D}" destId="{0519B19B-73F5-4816-83E2-7CE4E7CDB790}" srcOrd="2" destOrd="0" presId="urn:microsoft.com/office/officeart/2018/5/layout/CenteredIconLabelDescriptionList"/>
    <dgm:cxn modelId="{9D769CCA-3946-4991-9DF6-3279773FCE83}" type="presParOf" srcId="{C5EC356D-1B22-45C8-AABD-7760400EF57D}" destId="{5087C022-73CB-49E4-A14A-4CDE8FC97D91}" srcOrd="3" destOrd="0" presId="urn:microsoft.com/office/officeart/2018/5/layout/CenteredIconLabelDescriptionList"/>
    <dgm:cxn modelId="{C3058733-27EE-4F30-835A-08E178FB0914}" type="presParOf" srcId="{C5EC356D-1B22-45C8-AABD-7760400EF57D}" destId="{5D2DDDC7-9378-4EA9-BC4E-20F08497B884}" srcOrd="4" destOrd="0" presId="urn:microsoft.com/office/officeart/2018/5/layout/CenteredIconLabelDescriptionList"/>
    <dgm:cxn modelId="{7D50868F-DD23-4C19-A769-B555808260BA}" type="presParOf" srcId="{9091DC2F-B753-491F-94CB-CF4DECA83414}" destId="{DF695FFE-9FDF-4ED2-A44B-51D2F406448D}" srcOrd="3" destOrd="0" presId="urn:microsoft.com/office/officeart/2018/5/layout/CenteredIconLabelDescriptionList"/>
    <dgm:cxn modelId="{4A60AB6E-9019-4E47-B1F8-DBFC3DAE1D5A}" type="presParOf" srcId="{9091DC2F-B753-491F-94CB-CF4DECA83414}" destId="{86BF1D10-0BD9-44DD-A7D8-E60358827528}" srcOrd="4" destOrd="0" presId="urn:microsoft.com/office/officeart/2018/5/layout/CenteredIconLabelDescriptionList"/>
    <dgm:cxn modelId="{D84BBC40-E925-4409-A13B-0A9B4F4E3D1A}" type="presParOf" srcId="{86BF1D10-0BD9-44DD-A7D8-E60358827528}" destId="{CF0F9A77-D1E8-4445-B3B5-E11D1869CCAE}" srcOrd="0" destOrd="0" presId="urn:microsoft.com/office/officeart/2018/5/layout/CenteredIconLabelDescriptionList"/>
    <dgm:cxn modelId="{FDE0C5D9-7F51-4EB8-A6D6-538B2EDBCE84}" type="presParOf" srcId="{86BF1D10-0BD9-44DD-A7D8-E60358827528}" destId="{F414A1AC-1182-4907-8F6B-06D429F3E27C}" srcOrd="1" destOrd="0" presId="urn:microsoft.com/office/officeart/2018/5/layout/CenteredIconLabelDescriptionList"/>
    <dgm:cxn modelId="{58AE2514-81DB-4612-A681-EB40E56E77F0}" type="presParOf" srcId="{86BF1D10-0BD9-44DD-A7D8-E60358827528}" destId="{B2A01EB4-2E77-48E0-8B67-E23123CC6E3B}" srcOrd="2" destOrd="0" presId="urn:microsoft.com/office/officeart/2018/5/layout/CenteredIconLabelDescriptionList"/>
    <dgm:cxn modelId="{1F5FBE9D-5B44-46D9-95EA-F9888FDD7E1B}" type="presParOf" srcId="{86BF1D10-0BD9-44DD-A7D8-E60358827528}" destId="{BAD9D1D2-4D2F-4729-82E8-FC5A84568068}" srcOrd="3" destOrd="0" presId="urn:microsoft.com/office/officeart/2018/5/layout/CenteredIconLabelDescriptionList"/>
    <dgm:cxn modelId="{6C868961-35D5-47F8-871E-45D154E25D50}" type="presParOf" srcId="{86BF1D10-0BD9-44DD-A7D8-E60358827528}" destId="{E34508AA-3010-4A51-99E0-4279BF9C364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90209AC1-2CE9-4559-A738-79B6465AC4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2D2392-06B1-4938-B133-4174D05FD3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private key</a:t>
          </a:r>
        </a:p>
      </dgm:t>
    </dgm:pt>
    <dgm:pt modelId="{307CC9D8-F47B-4735-9064-47FA0616A78E}" type="parTrans" cxnId="{AFD5A6E5-BEB1-4755-B4E0-E045C43446E0}">
      <dgm:prSet/>
      <dgm:spPr/>
      <dgm:t>
        <a:bodyPr/>
        <a:lstStyle/>
        <a:p>
          <a:endParaRPr lang="en-US"/>
        </a:p>
      </dgm:t>
    </dgm:pt>
    <dgm:pt modelId="{4186A84A-C85C-4DEA-AA53-889DF154FE1E}" type="sibTrans" cxnId="{AFD5A6E5-BEB1-4755-B4E0-E045C43446E0}">
      <dgm:prSet/>
      <dgm:spPr/>
      <dgm:t>
        <a:bodyPr/>
        <a:lstStyle/>
        <a:p>
          <a:endParaRPr lang="en-US"/>
        </a:p>
      </dgm:t>
    </dgm:pt>
    <dgm:pt modelId="{78BD1C07-FFF1-4ACA-B804-85D25E006D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be represented</a:t>
          </a:r>
        </a:p>
      </dgm:t>
    </dgm:pt>
    <dgm:pt modelId="{5553EB46-EFDF-4804-B7FA-F482CA8CB5AB}" type="parTrans" cxnId="{7C55C9AA-C33E-4DE0-9871-876B5EA0E062}">
      <dgm:prSet/>
      <dgm:spPr/>
      <dgm:t>
        <a:bodyPr/>
        <a:lstStyle/>
        <a:p>
          <a:endParaRPr lang="en-US"/>
        </a:p>
      </dgm:t>
    </dgm:pt>
    <dgm:pt modelId="{1A5B2E0D-EEFC-469C-8252-E1B5B0A9FFDF}" type="sibTrans" cxnId="{7C55C9AA-C33E-4DE0-9871-876B5EA0E062}">
      <dgm:prSet/>
      <dgm:spPr/>
      <dgm:t>
        <a:bodyPr/>
        <a:lstStyle/>
        <a:p>
          <a:endParaRPr lang="en-US"/>
        </a:p>
      </dgm:t>
    </dgm:pt>
    <dgm:pt modelId="{DA31A440-898F-413F-B93A-E6D8C8E144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correspond</a:t>
          </a:r>
          <a:r>
            <a:rPr lang="tr-TR"/>
            <a:t> </a:t>
          </a:r>
          <a:r>
            <a:rPr lang="en-US"/>
            <a:t>to</a:t>
          </a:r>
        </a:p>
      </dgm:t>
    </dgm:pt>
    <dgm:pt modelId="{39621CEF-A5C8-4E9E-B3D5-7A426C3665D2}" type="parTrans" cxnId="{7AD69D9F-5945-4E0E-829C-36D3D801204C}">
      <dgm:prSet/>
      <dgm:spPr/>
      <dgm:t>
        <a:bodyPr/>
        <a:lstStyle/>
        <a:p>
          <a:endParaRPr lang="en-US"/>
        </a:p>
      </dgm:t>
    </dgm:pt>
    <dgm:pt modelId="{F6DC5A4F-26AC-46C3-B5CF-1EE54F710F35}" type="sibTrans" cxnId="{7AD69D9F-5945-4E0E-829C-36D3D801204C}">
      <dgm:prSet/>
      <dgm:spPr/>
      <dgm:t>
        <a:bodyPr/>
        <a:lstStyle/>
        <a:p>
          <a:endParaRPr lang="en-US"/>
        </a:p>
      </dgm:t>
    </dgm:pt>
    <dgm:pt modelId="{6C7C46E8-BAB3-4D76-8F9A-419B4C09415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256-bit number</a:t>
          </a:r>
          <a:endParaRPr lang="en-US"/>
        </a:p>
      </dgm:t>
    </dgm:pt>
    <dgm:pt modelId="{A43B200A-8816-48A1-A426-F2D66A977C04}" type="parTrans" cxnId="{7EF0A2B1-91B6-46F4-AA6C-DE62BE64F5B8}">
      <dgm:prSet/>
      <dgm:spPr/>
    </dgm:pt>
    <dgm:pt modelId="{5889076E-10F1-4BE9-AA9C-D84E6EB6309C}" type="sibTrans" cxnId="{7EF0A2B1-91B6-46F4-AA6C-DE62BE64F5B8}">
      <dgm:prSet/>
      <dgm:spPr/>
      <dgm:t>
        <a:bodyPr/>
        <a:lstStyle/>
        <a:p>
          <a:endParaRPr lang="en-US"/>
        </a:p>
      </dgm:t>
    </dgm:pt>
    <dgm:pt modelId="{F9F53551-DB49-49D7-A40A-5C80511BC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number of different formats, </a:t>
          </a:r>
        </a:p>
      </dgm:t>
    </dgm:pt>
    <dgm:pt modelId="{72E26FF6-0720-42C8-AB89-82513BAD571B}" type="parTrans" cxnId="{40D701FE-1703-4030-A44F-6F0996470545}">
      <dgm:prSet/>
      <dgm:spPr/>
    </dgm:pt>
    <dgm:pt modelId="{B4538CE6-30AD-4A3B-8CC4-C63B52B5D39D}" type="sibTrans" cxnId="{40D701FE-1703-4030-A44F-6F0996470545}">
      <dgm:prSet/>
      <dgm:spPr/>
      <dgm:t>
        <a:bodyPr/>
        <a:lstStyle/>
        <a:p>
          <a:endParaRPr lang="en-US"/>
        </a:p>
      </dgm:t>
    </dgm:pt>
    <dgm:pt modelId="{9166460A-801E-4D75-A2C1-E6AB13C2BC2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All are the  same</a:t>
          </a:r>
          <a:endParaRPr lang="en-US"/>
        </a:p>
      </dgm:t>
    </dgm:pt>
    <dgm:pt modelId="{B400064A-2F47-4BCA-AC93-E76405CBFDB1}" type="parTrans" cxnId="{FF80E4F2-31B2-43B1-9C0C-204A6708C7C9}">
      <dgm:prSet/>
      <dgm:spPr/>
    </dgm:pt>
    <dgm:pt modelId="{6E1DA3AF-FB55-4E11-93F5-08C7332874D7}" type="sibTrans" cxnId="{FF80E4F2-31B2-43B1-9C0C-204A6708C7C9}">
      <dgm:prSet/>
      <dgm:spPr/>
      <dgm:t>
        <a:bodyPr/>
        <a:lstStyle/>
        <a:p>
          <a:endParaRPr lang="en-US"/>
        </a:p>
      </dgm:t>
    </dgm:pt>
    <dgm:pt modelId="{23DB80DB-6C91-4AF5-8038-CB2FCCBD3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same 256-bit number</a:t>
          </a:r>
        </a:p>
      </dgm:t>
    </dgm:pt>
    <dgm:pt modelId="{744047B3-0C9A-41B2-A29B-4C539F482F14}" type="parTrans" cxnId="{FD38CDBE-834D-46B5-AD90-4E651580ED89}">
      <dgm:prSet/>
      <dgm:spPr/>
    </dgm:pt>
    <dgm:pt modelId="{C28DFC20-0BA3-44FF-88A3-D32C605A6F9E}" type="sibTrans" cxnId="{FD38CDBE-834D-46B5-AD90-4E651580ED89}">
      <dgm:prSet/>
      <dgm:spPr/>
      <dgm:t>
        <a:bodyPr/>
        <a:lstStyle/>
        <a:p>
          <a:endParaRPr lang="en-US"/>
        </a:p>
      </dgm:t>
    </dgm:pt>
    <dgm:pt modelId="{0A856A8A-851B-4E77-86E0-1BC0FAD39D06}" type="pres">
      <dgm:prSet presAssocID="{90209AC1-2CE9-4559-A738-79B6465AC4C1}" presName="root" presStyleCnt="0">
        <dgm:presLayoutVars>
          <dgm:dir/>
          <dgm:resizeHandles val="exact"/>
        </dgm:presLayoutVars>
      </dgm:prSet>
      <dgm:spPr/>
    </dgm:pt>
    <dgm:pt modelId="{2D1CD0CA-3D5A-45F8-B382-D7002E3898B2}" type="pres">
      <dgm:prSet presAssocID="{BC2D2392-06B1-4938-B133-4174D05FD323}" presName="compNode" presStyleCnt="0"/>
      <dgm:spPr/>
    </dgm:pt>
    <dgm:pt modelId="{23B1B90F-A9F8-4A94-B59B-90CD9CC36A7A}" type="pres">
      <dgm:prSet presAssocID="{BC2D2392-06B1-4938-B133-4174D05FD3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3486088-DEEE-460F-A53C-2A326C901AA4}" type="pres">
      <dgm:prSet presAssocID="{BC2D2392-06B1-4938-B133-4174D05FD323}" presName="iconSpace" presStyleCnt="0"/>
      <dgm:spPr/>
    </dgm:pt>
    <dgm:pt modelId="{0BA10435-7537-40BE-9DDC-1632118E78F7}" type="pres">
      <dgm:prSet presAssocID="{BC2D2392-06B1-4938-B133-4174D05FD323}" presName="parTx" presStyleLbl="revTx" presStyleIdx="0" presStyleCnt="6">
        <dgm:presLayoutVars>
          <dgm:chMax val="0"/>
          <dgm:chPref val="0"/>
        </dgm:presLayoutVars>
      </dgm:prSet>
      <dgm:spPr/>
    </dgm:pt>
    <dgm:pt modelId="{A2D8A50D-E319-46C9-BD06-7078F29D3511}" type="pres">
      <dgm:prSet presAssocID="{BC2D2392-06B1-4938-B133-4174D05FD323}" presName="txSpace" presStyleCnt="0"/>
      <dgm:spPr/>
    </dgm:pt>
    <dgm:pt modelId="{6FF30FEC-5E20-44F6-BC36-818C97C1842F}" type="pres">
      <dgm:prSet presAssocID="{BC2D2392-06B1-4938-B133-4174D05FD323}" presName="desTx" presStyleLbl="revTx" presStyleIdx="1" presStyleCnt="6">
        <dgm:presLayoutVars/>
      </dgm:prSet>
      <dgm:spPr/>
    </dgm:pt>
    <dgm:pt modelId="{A35BB989-1BF6-4B49-814A-58CC2C59FBD3}" type="pres">
      <dgm:prSet presAssocID="{4186A84A-C85C-4DEA-AA53-889DF154FE1E}" presName="sibTrans" presStyleCnt="0"/>
      <dgm:spPr/>
    </dgm:pt>
    <dgm:pt modelId="{2ED18C36-D329-43D5-9C56-51EB42BA0254}" type="pres">
      <dgm:prSet presAssocID="{78BD1C07-FFF1-4ACA-B804-85D25E006D73}" presName="compNode" presStyleCnt="0"/>
      <dgm:spPr/>
    </dgm:pt>
    <dgm:pt modelId="{BB4DB5FA-0624-416A-B13D-05F6318CDE31}" type="pres">
      <dgm:prSet presAssocID="{78BD1C07-FFF1-4ACA-B804-85D25E006D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6DF8D7DD-A535-4C71-9637-044C6C699DC1}" type="pres">
      <dgm:prSet presAssocID="{78BD1C07-FFF1-4ACA-B804-85D25E006D73}" presName="iconSpace" presStyleCnt="0"/>
      <dgm:spPr/>
    </dgm:pt>
    <dgm:pt modelId="{02D59923-5F7E-4444-A667-0E2A9B8EF4DC}" type="pres">
      <dgm:prSet presAssocID="{78BD1C07-FFF1-4ACA-B804-85D25E006D73}" presName="parTx" presStyleLbl="revTx" presStyleIdx="2" presStyleCnt="6">
        <dgm:presLayoutVars>
          <dgm:chMax val="0"/>
          <dgm:chPref val="0"/>
        </dgm:presLayoutVars>
      </dgm:prSet>
      <dgm:spPr/>
    </dgm:pt>
    <dgm:pt modelId="{E9B5B9FD-356B-4B16-8A99-4C210A70277B}" type="pres">
      <dgm:prSet presAssocID="{78BD1C07-FFF1-4ACA-B804-85D25E006D73}" presName="txSpace" presStyleCnt="0"/>
      <dgm:spPr/>
    </dgm:pt>
    <dgm:pt modelId="{D7C662B3-7A23-4A52-A0EE-88F8D5538EC0}" type="pres">
      <dgm:prSet presAssocID="{78BD1C07-FFF1-4ACA-B804-85D25E006D73}" presName="desTx" presStyleLbl="revTx" presStyleIdx="3" presStyleCnt="6">
        <dgm:presLayoutVars/>
      </dgm:prSet>
      <dgm:spPr/>
    </dgm:pt>
    <dgm:pt modelId="{16FB8DC3-6785-4CFA-A109-B7F34A91F82C}" type="pres">
      <dgm:prSet presAssocID="{1A5B2E0D-EEFC-469C-8252-E1B5B0A9FFDF}" presName="sibTrans" presStyleCnt="0"/>
      <dgm:spPr/>
    </dgm:pt>
    <dgm:pt modelId="{E4B4244B-2540-4010-AE42-FBFCC020007B}" type="pres">
      <dgm:prSet presAssocID="{9166460A-801E-4D75-A2C1-E6AB13C2BC25}" presName="compNode" presStyleCnt="0"/>
      <dgm:spPr/>
    </dgm:pt>
    <dgm:pt modelId="{4A8984F6-D0CB-49E7-AF63-DD0583D5D308}" type="pres">
      <dgm:prSet presAssocID="{9166460A-801E-4D75-A2C1-E6AB13C2BC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E19979F-787A-4F05-A9A9-01043B73774A}" type="pres">
      <dgm:prSet presAssocID="{9166460A-801E-4D75-A2C1-E6AB13C2BC25}" presName="iconSpace" presStyleCnt="0"/>
      <dgm:spPr/>
    </dgm:pt>
    <dgm:pt modelId="{51740911-3BEF-41D3-9D22-855AF499004D}" type="pres">
      <dgm:prSet presAssocID="{9166460A-801E-4D75-A2C1-E6AB13C2BC25}" presName="parTx" presStyleLbl="revTx" presStyleIdx="4" presStyleCnt="6">
        <dgm:presLayoutVars>
          <dgm:chMax val="0"/>
          <dgm:chPref val="0"/>
        </dgm:presLayoutVars>
      </dgm:prSet>
      <dgm:spPr/>
    </dgm:pt>
    <dgm:pt modelId="{88C9D719-A11D-4D8C-8B2C-1F6453420AD6}" type="pres">
      <dgm:prSet presAssocID="{9166460A-801E-4D75-A2C1-E6AB13C2BC25}" presName="txSpace" presStyleCnt="0"/>
      <dgm:spPr/>
    </dgm:pt>
    <dgm:pt modelId="{1BB61CDD-B312-423C-8471-B879341F73B2}" type="pres">
      <dgm:prSet presAssocID="{9166460A-801E-4D75-A2C1-E6AB13C2BC25}" presName="desTx" presStyleLbl="revTx" presStyleIdx="5" presStyleCnt="6">
        <dgm:presLayoutVars/>
      </dgm:prSet>
      <dgm:spPr/>
    </dgm:pt>
  </dgm:ptLst>
  <dgm:cxnLst>
    <dgm:cxn modelId="{34150A16-E5C5-4BD6-BD8F-680D90DD38AD}" type="presOf" srcId="{23DB80DB-6C91-4AF5-8038-CB2FCCBD37D8}" destId="{1BB61CDD-B312-423C-8471-B879341F73B2}" srcOrd="0" destOrd="1" presId="urn:microsoft.com/office/officeart/2018/5/layout/CenteredIconLabelDescriptionList"/>
    <dgm:cxn modelId="{5BAF4E5C-3A02-4DF5-AF0C-7BD5F3A0F552}" type="presOf" srcId="{DA31A440-898F-413F-B93A-E6D8C8E144B0}" destId="{1BB61CDD-B312-423C-8471-B879341F73B2}" srcOrd="0" destOrd="0" presId="urn:microsoft.com/office/officeart/2018/5/layout/CenteredIconLabelDescriptionList"/>
    <dgm:cxn modelId="{98256B49-C928-44AC-ABBE-8ACF8530797D}" type="presOf" srcId="{9166460A-801E-4D75-A2C1-E6AB13C2BC25}" destId="{51740911-3BEF-41D3-9D22-855AF499004D}" srcOrd="0" destOrd="0" presId="urn:microsoft.com/office/officeart/2018/5/layout/CenteredIconLabelDescriptionList"/>
    <dgm:cxn modelId="{DEEB0C53-5AAE-47F8-BE6F-82FC801A1F9B}" type="presOf" srcId="{F9F53551-DB49-49D7-A40A-5C80511BCD59}" destId="{D7C662B3-7A23-4A52-A0EE-88F8D5538EC0}" srcOrd="0" destOrd="0" presId="urn:microsoft.com/office/officeart/2018/5/layout/CenteredIconLabelDescriptionList"/>
    <dgm:cxn modelId="{99B53293-90DC-423B-8F2B-893883662A4E}" type="presOf" srcId="{78BD1C07-FFF1-4ACA-B804-85D25E006D73}" destId="{02D59923-5F7E-4444-A667-0E2A9B8EF4DC}" srcOrd="0" destOrd="0" presId="urn:microsoft.com/office/officeart/2018/5/layout/CenteredIconLabelDescriptionList"/>
    <dgm:cxn modelId="{DC5FAD99-1EFB-4315-826B-B25C66CBFF1E}" type="presOf" srcId="{6C7C46E8-BAB3-4D76-8F9A-419B4C094154}" destId="{6FF30FEC-5E20-44F6-BC36-818C97C1842F}" srcOrd="0" destOrd="0" presId="urn:microsoft.com/office/officeart/2018/5/layout/CenteredIconLabelDescriptionList"/>
    <dgm:cxn modelId="{7AD69D9F-5945-4E0E-829C-36D3D801204C}" srcId="{9166460A-801E-4D75-A2C1-E6AB13C2BC25}" destId="{DA31A440-898F-413F-B93A-E6D8C8E144B0}" srcOrd="0" destOrd="0" parTransId="{39621CEF-A5C8-4E9E-B3D5-7A426C3665D2}" sibTransId="{F6DC5A4F-26AC-46C3-B5CF-1EE54F710F35}"/>
    <dgm:cxn modelId="{7C55C9AA-C33E-4DE0-9871-876B5EA0E062}" srcId="{90209AC1-2CE9-4559-A738-79B6465AC4C1}" destId="{78BD1C07-FFF1-4ACA-B804-85D25E006D73}" srcOrd="1" destOrd="0" parTransId="{5553EB46-EFDF-4804-B7FA-F482CA8CB5AB}" sibTransId="{1A5B2E0D-EEFC-469C-8252-E1B5B0A9FFDF}"/>
    <dgm:cxn modelId="{7EF0A2B1-91B6-46F4-AA6C-DE62BE64F5B8}" srcId="{BC2D2392-06B1-4938-B133-4174D05FD323}" destId="{6C7C46E8-BAB3-4D76-8F9A-419B4C094154}" srcOrd="0" destOrd="0" parTransId="{A43B200A-8816-48A1-A426-F2D66A977C04}" sibTransId="{5889076E-10F1-4BE9-AA9C-D84E6EB6309C}"/>
    <dgm:cxn modelId="{FD38CDBE-834D-46B5-AD90-4E651580ED89}" srcId="{9166460A-801E-4D75-A2C1-E6AB13C2BC25}" destId="{23DB80DB-6C91-4AF5-8038-CB2FCCBD37D8}" srcOrd="1" destOrd="0" parTransId="{744047B3-0C9A-41B2-A29B-4C539F482F14}" sibTransId="{C28DFC20-0BA3-44FF-88A3-D32C605A6F9E}"/>
    <dgm:cxn modelId="{666C72C5-7E04-4F36-96C1-53E40F4C5417}" type="presOf" srcId="{BC2D2392-06B1-4938-B133-4174D05FD323}" destId="{0BA10435-7537-40BE-9DDC-1632118E78F7}" srcOrd="0" destOrd="0" presId="urn:microsoft.com/office/officeart/2018/5/layout/CenteredIconLabelDescriptionList"/>
    <dgm:cxn modelId="{214D7FE2-A1C2-4FD6-8B88-44E8D5016DEB}" type="presOf" srcId="{90209AC1-2CE9-4559-A738-79B6465AC4C1}" destId="{0A856A8A-851B-4E77-86E0-1BC0FAD39D06}" srcOrd="0" destOrd="0" presId="urn:microsoft.com/office/officeart/2018/5/layout/CenteredIconLabelDescriptionList"/>
    <dgm:cxn modelId="{AFD5A6E5-BEB1-4755-B4E0-E045C43446E0}" srcId="{90209AC1-2CE9-4559-A738-79B6465AC4C1}" destId="{BC2D2392-06B1-4938-B133-4174D05FD323}" srcOrd="0" destOrd="0" parTransId="{307CC9D8-F47B-4735-9064-47FA0616A78E}" sibTransId="{4186A84A-C85C-4DEA-AA53-889DF154FE1E}"/>
    <dgm:cxn modelId="{FF80E4F2-31B2-43B1-9C0C-204A6708C7C9}" srcId="{90209AC1-2CE9-4559-A738-79B6465AC4C1}" destId="{9166460A-801E-4D75-A2C1-E6AB13C2BC25}" srcOrd="2" destOrd="0" parTransId="{B400064A-2F47-4BCA-AC93-E76405CBFDB1}" sibTransId="{6E1DA3AF-FB55-4E11-93F5-08C7332874D7}"/>
    <dgm:cxn modelId="{40D701FE-1703-4030-A44F-6F0996470545}" srcId="{78BD1C07-FFF1-4ACA-B804-85D25E006D73}" destId="{F9F53551-DB49-49D7-A40A-5C80511BCD59}" srcOrd="0" destOrd="0" parTransId="{72E26FF6-0720-42C8-AB89-82513BAD571B}" sibTransId="{B4538CE6-30AD-4A3B-8CC4-C63B52B5D39D}"/>
    <dgm:cxn modelId="{982A6375-8595-4109-9712-3DD74DA588AB}" type="presParOf" srcId="{0A856A8A-851B-4E77-86E0-1BC0FAD39D06}" destId="{2D1CD0CA-3D5A-45F8-B382-D7002E3898B2}" srcOrd="0" destOrd="0" presId="urn:microsoft.com/office/officeart/2018/5/layout/CenteredIconLabelDescriptionList"/>
    <dgm:cxn modelId="{B19E89C0-7F20-465A-A316-DAE793A278BB}" type="presParOf" srcId="{2D1CD0CA-3D5A-45F8-B382-D7002E3898B2}" destId="{23B1B90F-A9F8-4A94-B59B-90CD9CC36A7A}" srcOrd="0" destOrd="0" presId="urn:microsoft.com/office/officeart/2018/5/layout/CenteredIconLabelDescriptionList"/>
    <dgm:cxn modelId="{608EF106-F311-45ED-B9D2-536E7676A1C0}" type="presParOf" srcId="{2D1CD0CA-3D5A-45F8-B382-D7002E3898B2}" destId="{53486088-DEEE-460F-A53C-2A326C901AA4}" srcOrd="1" destOrd="0" presId="urn:microsoft.com/office/officeart/2018/5/layout/CenteredIconLabelDescriptionList"/>
    <dgm:cxn modelId="{AE784175-460E-49D9-A10A-96D8859E4763}" type="presParOf" srcId="{2D1CD0CA-3D5A-45F8-B382-D7002E3898B2}" destId="{0BA10435-7537-40BE-9DDC-1632118E78F7}" srcOrd="2" destOrd="0" presId="urn:microsoft.com/office/officeart/2018/5/layout/CenteredIconLabelDescriptionList"/>
    <dgm:cxn modelId="{DB17F994-EFD8-40A7-9661-32F1D6CDE6B3}" type="presParOf" srcId="{2D1CD0CA-3D5A-45F8-B382-D7002E3898B2}" destId="{A2D8A50D-E319-46C9-BD06-7078F29D3511}" srcOrd="3" destOrd="0" presId="urn:microsoft.com/office/officeart/2018/5/layout/CenteredIconLabelDescriptionList"/>
    <dgm:cxn modelId="{F671A7FC-C3D1-43C2-BD1E-97992DE63805}" type="presParOf" srcId="{2D1CD0CA-3D5A-45F8-B382-D7002E3898B2}" destId="{6FF30FEC-5E20-44F6-BC36-818C97C1842F}" srcOrd="4" destOrd="0" presId="urn:microsoft.com/office/officeart/2018/5/layout/CenteredIconLabelDescriptionList"/>
    <dgm:cxn modelId="{60896E70-232F-4FE7-B631-4DC7B23B1473}" type="presParOf" srcId="{0A856A8A-851B-4E77-86E0-1BC0FAD39D06}" destId="{A35BB989-1BF6-4B49-814A-58CC2C59FBD3}" srcOrd="1" destOrd="0" presId="urn:microsoft.com/office/officeart/2018/5/layout/CenteredIconLabelDescriptionList"/>
    <dgm:cxn modelId="{00A03B97-9277-4CE0-862E-68AAED445147}" type="presParOf" srcId="{0A856A8A-851B-4E77-86E0-1BC0FAD39D06}" destId="{2ED18C36-D329-43D5-9C56-51EB42BA0254}" srcOrd="2" destOrd="0" presId="urn:microsoft.com/office/officeart/2018/5/layout/CenteredIconLabelDescriptionList"/>
    <dgm:cxn modelId="{15B4A06D-279D-48E0-8428-77230FCF593B}" type="presParOf" srcId="{2ED18C36-D329-43D5-9C56-51EB42BA0254}" destId="{BB4DB5FA-0624-416A-B13D-05F6318CDE31}" srcOrd="0" destOrd="0" presId="urn:microsoft.com/office/officeart/2018/5/layout/CenteredIconLabelDescriptionList"/>
    <dgm:cxn modelId="{D1AC3486-AE67-45F5-B60F-11FA5D5A4A9D}" type="presParOf" srcId="{2ED18C36-D329-43D5-9C56-51EB42BA0254}" destId="{6DF8D7DD-A535-4C71-9637-044C6C699DC1}" srcOrd="1" destOrd="0" presId="urn:microsoft.com/office/officeart/2018/5/layout/CenteredIconLabelDescriptionList"/>
    <dgm:cxn modelId="{C30DC9ED-5DA1-40B0-AE4C-F41932918416}" type="presParOf" srcId="{2ED18C36-D329-43D5-9C56-51EB42BA0254}" destId="{02D59923-5F7E-4444-A667-0E2A9B8EF4DC}" srcOrd="2" destOrd="0" presId="urn:microsoft.com/office/officeart/2018/5/layout/CenteredIconLabelDescriptionList"/>
    <dgm:cxn modelId="{ACABCE9D-FDD6-48A1-A87D-CC1A8CDAFC24}" type="presParOf" srcId="{2ED18C36-D329-43D5-9C56-51EB42BA0254}" destId="{E9B5B9FD-356B-4B16-8A99-4C210A70277B}" srcOrd="3" destOrd="0" presId="urn:microsoft.com/office/officeart/2018/5/layout/CenteredIconLabelDescriptionList"/>
    <dgm:cxn modelId="{AEE7B952-F3F6-460D-B175-1D0CAA77E794}" type="presParOf" srcId="{2ED18C36-D329-43D5-9C56-51EB42BA0254}" destId="{D7C662B3-7A23-4A52-A0EE-88F8D5538EC0}" srcOrd="4" destOrd="0" presId="urn:microsoft.com/office/officeart/2018/5/layout/CenteredIconLabelDescriptionList"/>
    <dgm:cxn modelId="{5755C3B4-A151-4E0F-AF23-0618BC24CA9C}" type="presParOf" srcId="{0A856A8A-851B-4E77-86E0-1BC0FAD39D06}" destId="{16FB8DC3-6785-4CFA-A109-B7F34A91F82C}" srcOrd="3" destOrd="0" presId="urn:microsoft.com/office/officeart/2018/5/layout/CenteredIconLabelDescriptionList"/>
    <dgm:cxn modelId="{97DC248F-89CA-4808-9BBC-E8F7A5F273FF}" type="presParOf" srcId="{0A856A8A-851B-4E77-86E0-1BC0FAD39D06}" destId="{E4B4244B-2540-4010-AE42-FBFCC020007B}" srcOrd="4" destOrd="0" presId="urn:microsoft.com/office/officeart/2018/5/layout/CenteredIconLabelDescriptionList"/>
    <dgm:cxn modelId="{CEDE7F1E-0B9D-4541-9FA3-B0C325046F75}" type="presParOf" srcId="{E4B4244B-2540-4010-AE42-FBFCC020007B}" destId="{4A8984F6-D0CB-49E7-AF63-DD0583D5D308}" srcOrd="0" destOrd="0" presId="urn:microsoft.com/office/officeart/2018/5/layout/CenteredIconLabelDescriptionList"/>
    <dgm:cxn modelId="{D6202D54-873C-447F-A429-3A5E6E0AED72}" type="presParOf" srcId="{E4B4244B-2540-4010-AE42-FBFCC020007B}" destId="{9E19979F-787A-4F05-A9A9-01043B73774A}" srcOrd="1" destOrd="0" presId="urn:microsoft.com/office/officeart/2018/5/layout/CenteredIconLabelDescriptionList"/>
    <dgm:cxn modelId="{B7047453-6CB4-463E-8D4A-C728C96B9026}" type="presParOf" srcId="{E4B4244B-2540-4010-AE42-FBFCC020007B}" destId="{51740911-3BEF-41D3-9D22-855AF499004D}" srcOrd="2" destOrd="0" presId="urn:microsoft.com/office/officeart/2018/5/layout/CenteredIconLabelDescriptionList"/>
    <dgm:cxn modelId="{D0731783-CBED-4C81-8921-6B6FB8AB09D0}" type="presParOf" srcId="{E4B4244B-2540-4010-AE42-FBFCC020007B}" destId="{88C9D719-A11D-4D8C-8B2C-1F6453420AD6}" srcOrd="3" destOrd="0" presId="urn:microsoft.com/office/officeart/2018/5/layout/CenteredIconLabelDescriptionList"/>
    <dgm:cxn modelId="{77AD3C4E-DE9B-4744-BDE1-D3B5AA8D2615}" type="presParOf" srcId="{E4B4244B-2540-4010-AE42-FBFCC020007B}" destId="{1BB61CDD-B312-423C-8471-B879341F73B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90209AC1-2CE9-4559-A738-79B6465AC4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83C6B6-5DEA-4BC9-A283-1D5A0C2BCF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 of formats</a:t>
          </a:r>
          <a:endParaRPr lang="en-US"/>
        </a:p>
      </dgm:t>
    </dgm:pt>
    <dgm:pt modelId="{D1D627BE-91B3-49EE-9FCF-415CA9CC2550}" type="parTrans" cxnId="{C97583F8-B45E-4359-B0FF-9359EF20613F}">
      <dgm:prSet/>
      <dgm:spPr/>
      <dgm:t>
        <a:bodyPr/>
        <a:lstStyle/>
        <a:p>
          <a:endParaRPr lang="en-US"/>
        </a:p>
      </dgm:t>
    </dgm:pt>
    <dgm:pt modelId="{F864F40F-87DD-4A41-B57B-5C2CE12AB6F5}" type="sibTrans" cxnId="{C97583F8-B45E-4359-B0FF-9359EF20613F}">
      <dgm:prSet/>
      <dgm:spPr/>
      <dgm:t>
        <a:bodyPr/>
        <a:lstStyle/>
        <a:p>
          <a:endParaRPr lang="en-US"/>
        </a:p>
      </dgm:t>
    </dgm:pt>
    <dgm:pt modelId="{A00FEFD2-5C95-4BE1-AFC1-9CD68CA089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internally in software </a:t>
          </a:r>
        </a:p>
      </dgm:t>
    </dgm:pt>
    <dgm:pt modelId="{192AD8DA-6F19-4641-97BF-2AB3270E7137}" type="parTrans" cxnId="{726A8782-F87C-44AE-82CB-D9D44132B203}">
      <dgm:prSet/>
      <dgm:spPr/>
      <dgm:t>
        <a:bodyPr/>
        <a:lstStyle/>
        <a:p>
          <a:endParaRPr lang="en-US"/>
        </a:p>
      </dgm:t>
    </dgm:pt>
    <dgm:pt modelId="{D4F9B039-8C11-4FD7-86F3-6021A6D113A8}" type="sibTrans" cxnId="{726A8782-F87C-44AE-82CB-D9D44132B203}">
      <dgm:prSet/>
      <dgm:spPr/>
      <dgm:t>
        <a:bodyPr/>
        <a:lstStyle/>
        <a:p>
          <a:endParaRPr lang="en-US"/>
        </a:p>
      </dgm:t>
    </dgm:pt>
    <dgm:pt modelId="{3F42AEBB-CC65-4F1F-BC22-D72C08121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rarely shown to</a:t>
          </a:r>
          <a:r>
            <a:rPr lang="tr-TR"/>
            <a:t> </a:t>
          </a:r>
          <a:r>
            <a:rPr lang="en-US"/>
            <a:t>users</a:t>
          </a:r>
        </a:p>
      </dgm:t>
    </dgm:pt>
    <dgm:pt modelId="{2344E674-F8FD-4A8E-ACB8-F63F62F45FB8}" type="parTrans" cxnId="{E61BC689-ECD4-4456-9789-79AEF0D3943F}">
      <dgm:prSet/>
      <dgm:spPr/>
      <dgm:t>
        <a:bodyPr/>
        <a:lstStyle/>
        <a:p>
          <a:endParaRPr lang="en-US"/>
        </a:p>
      </dgm:t>
    </dgm:pt>
    <dgm:pt modelId="{78A458DF-2F79-4ED4-B11D-B05CBF2BC602}" type="sibTrans" cxnId="{E61BC689-ECD4-4456-9789-79AEF0D3943F}">
      <dgm:prSet/>
      <dgm:spPr/>
      <dgm:t>
        <a:bodyPr/>
        <a:lstStyle/>
        <a:p>
          <a:endParaRPr lang="en-US"/>
        </a:p>
      </dgm:t>
    </dgm:pt>
    <dgm:pt modelId="{25A2AC61-6FCC-43AA-A82F-9D4A78FF85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WIF</a:t>
          </a:r>
          <a:endParaRPr lang="en-US"/>
        </a:p>
      </dgm:t>
    </dgm:pt>
    <dgm:pt modelId="{6F1E077D-2AA4-4AEF-8A7B-60EC2F7017D3}" type="parTrans" cxnId="{64605F3E-01BC-462C-B8DB-DAE9B1D10F2A}">
      <dgm:prSet/>
      <dgm:spPr/>
      <dgm:t>
        <a:bodyPr/>
        <a:lstStyle/>
        <a:p>
          <a:endParaRPr lang="en-US"/>
        </a:p>
      </dgm:t>
    </dgm:pt>
    <dgm:pt modelId="{B1D8656C-BC2A-4717-B988-078BC875D65F}" type="sibTrans" cxnId="{64605F3E-01BC-462C-B8DB-DAE9B1D10F2A}">
      <dgm:prSet/>
      <dgm:spPr/>
      <dgm:t>
        <a:bodyPr/>
        <a:lstStyle/>
        <a:p>
          <a:endParaRPr lang="en-US"/>
        </a:p>
      </dgm:t>
    </dgm:pt>
    <dgm:pt modelId="{5C1EAFA6-6A5F-4808-BFA3-C795EBD74E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import/export of </a:t>
          </a:r>
          <a:r>
            <a:rPr lang="tr-TR"/>
            <a:t>private </a:t>
          </a:r>
          <a:r>
            <a:rPr lang="en-US"/>
            <a:t>keys</a:t>
          </a:r>
        </a:p>
      </dgm:t>
    </dgm:pt>
    <dgm:pt modelId="{57529EFD-C016-48E7-B9AD-E52926E1E2FC}" type="parTrans" cxnId="{0CFB162F-F28F-487C-9500-1A3F99A607D5}">
      <dgm:prSet/>
      <dgm:spPr/>
      <dgm:t>
        <a:bodyPr/>
        <a:lstStyle/>
        <a:p>
          <a:endParaRPr lang="en-US"/>
        </a:p>
      </dgm:t>
    </dgm:pt>
    <dgm:pt modelId="{528F0556-045B-41CB-A7D5-69A79357F343}" type="sibTrans" cxnId="{0CFB162F-F28F-487C-9500-1A3F99A607D5}">
      <dgm:prSet/>
      <dgm:spPr/>
      <dgm:t>
        <a:bodyPr/>
        <a:lstStyle/>
        <a:p>
          <a:endParaRPr lang="en-US"/>
        </a:p>
      </dgm:t>
    </dgm:pt>
    <dgm:pt modelId="{3CF89956-9AF3-495D-9610-1D8D09566D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often used in</a:t>
          </a:r>
          <a:r>
            <a:rPr lang="tr-TR"/>
            <a:t> </a:t>
          </a:r>
          <a:r>
            <a:rPr lang="en-US"/>
            <a:t>QR cod</a:t>
          </a:r>
          <a:r>
            <a:rPr lang="tr-TR"/>
            <a:t>/</a:t>
          </a:r>
          <a:r>
            <a:rPr lang="en-US"/>
            <a:t>barcode</a:t>
          </a:r>
        </a:p>
      </dgm:t>
    </dgm:pt>
    <dgm:pt modelId="{4238BFCF-F661-4814-B3D5-E6FC00D35E90}" type="parTrans" cxnId="{E9C2A7B3-C4FC-44B4-A853-3B027EC82594}">
      <dgm:prSet/>
      <dgm:spPr/>
      <dgm:t>
        <a:bodyPr/>
        <a:lstStyle/>
        <a:p>
          <a:endParaRPr lang="en-US"/>
        </a:p>
      </dgm:t>
    </dgm:pt>
    <dgm:pt modelId="{889F3B09-34A5-4A42-94EA-6435D58764DE}" type="sibTrans" cxnId="{E9C2A7B3-C4FC-44B4-A853-3B027EC82594}">
      <dgm:prSet/>
      <dgm:spPr/>
      <dgm:t>
        <a:bodyPr/>
        <a:lstStyle/>
        <a:p>
          <a:endParaRPr lang="en-US"/>
        </a:p>
      </dgm:t>
    </dgm:pt>
    <dgm:pt modelId="{FB3A7651-CB53-4BCD-B682-47D2FC2050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used</a:t>
          </a:r>
        </a:p>
      </dgm:t>
    </dgm:pt>
    <dgm:pt modelId="{4229C882-0925-40CD-8CA7-DAB2D5913679}" type="parTrans" cxnId="{CEE55042-D08F-4BCC-9CA1-55B5AACC83BF}">
      <dgm:prSet/>
      <dgm:spPr/>
      <dgm:t>
        <a:bodyPr/>
        <a:lstStyle/>
        <a:p>
          <a:endParaRPr lang="tr-TR"/>
        </a:p>
      </dgm:t>
    </dgm:pt>
    <dgm:pt modelId="{6DFB543E-23A3-4747-ACF6-D931FF10B7D8}" type="sibTrans" cxnId="{CEE55042-D08F-4BCC-9CA1-55B5AACC83BF}">
      <dgm:prSet/>
      <dgm:spPr/>
      <dgm:t>
        <a:bodyPr/>
        <a:lstStyle/>
        <a:p>
          <a:endParaRPr lang="tr-TR"/>
        </a:p>
      </dgm:t>
    </dgm:pt>
    <dgm:pt modelId="{196EC520-D1C7-4B8C-AC7D-B3AEBD87D5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Raw &amp; </a:t>
          </a:r>
          <a:r>
            <a:rPr lang="en-US"/>
            <a:t>Hexadecimal</a:t>
          </a:r>
          <a:r>
            <a:rPr lang="tr-TR"/>
            <a:t> </a:t>
          </a:r>
          <a:endParaRPr lang="en-US"/>
        </a:p>
      </dgm:t>
    </dgm:pt>
    <dgm:pt modelId="{30C440F0-F00D-4D57-B6C1-33FB09EEA751}" type="parTrans" cxnId="{2AE881A4-4D2D-4D8A-939B-0CB504391AEE}">
      <dgm:prSet/>
      <dgm:spPr/>
      <dgm:t>
        <a:bodyPr/>
        <a:lstStyle/>
        <a:p>
          <a:endParaRPr lang="tr-TR"/>
        </a:p>
      </dgm:t>
    </dgm:pt>
    <dgm:pt modelId="{35ECC62C-2394-45B9-A720-C3C27FB0CADE}" type="sibTrans" cxnId="{2AE881A4-4D2D-4D8A-939B-0CB504391AEE}">
      <dgm:prSet/>
      <dgm:spPr/>
      <dgm:t>
        <a:bodyPr/>
        <a:lstStyle/>
        <a:p>
          <a:endParaRPr lang="tr-TR"/>
        </a:p>
      </dgm:t>
    </dgm:pt>
    <dgm:pt modelId="{F15EEB42-C65D-4BE4-BCD4-D40A50731E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different circumstances. </a:t>
          </a:r>
        </a:p>
      </dgm:t>
    </dgm:pt>
    <dgm:pt modelId="{AE2C190B-6A6D-4D55-984B-03A60F174BD3}" type="parTrans" cxnId="{6BE69753-87A6-44DC-AD79-77DAE7612A09}">
      <dgm:prSet/>
      <dgm:spPr/>
      <dgm:t>
        <a:bodyPr/>
        <a:lstStyle/>
        <a:p>
          <a:endParaRPr lang="tr-TR"/>
        </a:p>
      </dgm:t>
    </dgm:pt>
    <dgm:pt modelId="{82CF05F6-4E4F-459F-BC65-076699E03203}" type="sibTrans" cxnId="{6BE69753-87A6-44DC-AD79-77DAE7612A09}">
      <dgm:prSet/>
      <dgm:spPr/>
      <dgm:t>
        <a:bodyPr/>
        <a:lstStyle/>
        <a:p>
          <a:endParaRPr lang="tr-TR"/>
        </a:p>
      </dgm:t>
    </dgm:pt>
    <dgm:pt modelId="{742E9EEA-4ADE-454A-BBBD-4CBAA0EC9E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between wallets </a:t>
          </a:r>
        </a:p>
      </dgm:t>
    </dgm:pt>
    <dgm:pt modelId="{303E53A5-8586-41E2-82F2-D6474E662163}" type="parTrans" cxnId="{6ECCF754-6F35-402A-819A-2D163C509135}">
      <dgm:prSet/>
      <dgm:spPr/>
      <dgm:t>
        <a:bodyPr/>
        <a:lstStyle/>
        <a:p>
          <a:endParaRPr lang="tr-TR"/>
        </a:p>
      </dgm:t>
    </dgm:pt>
    <dgm:pt modelId="{50B1B131-D53C-47FB-B458-29A9B420EB6E}" type="sibTrans" cxnId="{6ECCF754-6F35-402A-819A-2D163C509135}">
      <dgm:prSet/>
      <dgm:spPr/>
      <dgm:t>
        <a:bodyPr/>
        <a:lstStyle/>
        <a:p>
          <a:endParaRPr lang="tr-TR"/>
        </a:p>
      </dgm:t>
    </dgm:pt>
    <dgm:pt modelId="{85C3928E-B7B4-495B-A6E2-6E040E4A9B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QR code </a:t>
          </a:r>
        </a:p>
      </dgm:t>
    </dgm:pt>
    <dgm:pt modelId="{D41E0EC9-0861-4AB9-9131-5C45CA40AF16}" type="parTrans" cxnId="{7F34381C-06A3-4FB5-A09F-3A32F75DF2BB}">
      <dgm:prSet/>
      <dgm:spPr/>
      <dgm:t>
        <a:bodyPr/>
        <a:lstStyle/>
        <a:p>
          <a:endParaRPr lang="tr-TR"/>
        </a:p>
      </dgm:t>
    </dgm:pt>
    <dgm:pt modelId="{A9949F95-637B-4194-91F2-18003281D723}" type="sibTrans" cxnId="{7F34381C-06A3-4FB5-A09F-3A32F75DF2BB}">
      <dgm:prSet/>
      <dgm:spPr/>
      <dgm:t>
        <a:bodyPr/>
        <a:lstStyle/>
        <a:p>
          <a:endParaRPr lang="tr-TR"/>
        </a:p>
      </dgm:t>
    </dgm:pt>
    <dgm:pt modelId="{DA3C7F75-377A-41CA-8159-E7BB66AA319A}" type="pres">
      <dgm:prSet presAssocID="{90209AC1-2CE9-4559-A738-79B6465AC4C1}" presName="root" presStyleCnt="0">
        <dgm:presLayoutVars>
          <dgm:dir/>
          <dgm:resizeHandles val="exact"/>
        </dgm:presLayoutVars>
      </dgm:prSet>
      <dgm:spPr/>
    </dgm:pt>
    <dgm:pt modelId="{0F847746-85E1-4903-AB68-988BC35EF7E9}" type="pres">
      <dgm:prSet presAssocID="{BB83C6B6-5DEA-4BC9-A283-1D5A0C2BCF7C}" presName="compNode" presStyleCnt="0"/>
      <dgm:spPr/>
    </dgm:pt>
    <dgm:pt modelId="{52F593BB-2987-46E1-B9A9-86A4B5821997}" type="pres">
      <dgm:prSet presAssocID="{BB83C6B6-5DEA-4BC9-A283-1D5A0C2BCF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CF83B26C-DF0D-4E63-8369-891C1B8763DD}" type="pres">
      <dgm:prSet presAssocID="{BB83C6B6-5DEA-4BC9-A283-1D5A0C2BCF7C}" presName="iconSpace" presStyleCnt="0"/>
      <dgm:spPr/>
    </dgm:pt>
    <dgm:pt modelId="{49B33A68-8AF0-4DBF-8004-B762FFC36928}" type="pres">
      <dgm:prSet presAssocID="{BB83C6B6-5DEA-4BC9-A283-1D5A0C2BCF7C}" presName="parTx" presStyleLbl="revTx" presStyleIdx="0" presStyleCnt="8">
        <dgm:presLayoutVars>
          <dgm:chMax val="0"/>
          <dgm:chPref val="0"/>
        </dgm:presLayoutVars>
      </dgm:prSet>
      <dgm:spPr/>
    </dgm:pt>
    <dgm:pt modelId="{748880A9-069B-4711-B21A-D1981014BDEB}" type="pres">
      <dgm:prSet presAssocID="{BB83C6B6-5DEA-4BC9-A283-1D5A0C2BCF7C}" presName="txSpace" presStyleCnt="0"/>
      <dgm:spPr/>
    </dgm:pt>
    <dgm:pt modelId="{4BC9E583-A7D4-4492-88BF-B4467EF7BB76}" type="pres">
      <dgm:prSet presAssocID="{BB83C6B6-5DEA-4BC9-A283-1D5A0C2BCF7C}" presName="desTx" presStyleLbl="revTx" presStyleIdx="1" presStyleCnt="8">
        <dgm:presLayoutVars/>
      </dgm:prSet>
      <dgm:spPr/>
    </dgm:pt>
    <dgm:pt modelId="{76CB3915-78E3-48B2-8563-CFA95C923E6F}" type="pres">
      <dgm:prSet presAssocID="{F864F40F-87DD-4A41-B57B-5C2CE12AB6F5}" presName="sibTrans" presStyleCnt="0"/>
      <dgm:spPr/>
    </dgm:pt>
    <dgm:pt modelId="{699FFB7C-5E2A-4023-B21F-00FB94BA2CEE}" type="pres">
      <dgm:prSet presAssocID="{196EC520-D1C7-4B8C-AC7D-B3AEBD87D589}" presName="compNode" presStyleCnt="0"/>
      <dgm:spPr/>
    </dgm:pt>
    <dgm:pt modelId="{2A853D74-5B22-4391-9954-FC4CAE4BBC13}" type="pres">
      <dgm:prSet presAssocID="{196EC520-D1C7-4B8C-AC7D-B3AEBD87D5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326C485-E8DE-4538-820F-DDAEC7BED3CA}" type="pres">
      <dgm:prSet presAssocID="{196EC520-D1C7-4B8C-AC7D-B3AEBD87D589}" presName="iconSpace" presStyleCnt="0"/>
      <dgm:spPr/>
    </dgm:pt>
    <dgm:pt modelId="{BA1717A2-FF7B-4BBD-8706-B2FC55BA6391}" type="pres">
      <dgm:prSet presAssocID="{196EC520-D1C7-4B8C-AC7D-B3AEBD87D589}" presName="parTx" presStyleLbl="revTx" presStyleIdx="2" presStyleCnt="8">
        <dgm:presLayoutVars>
          <dgm:chMax val="0"/>
          <dgm:chPref val="0"/>
        </dgm:presLayoutVars>
      </dgm:prSet>
      <dgm:spPr/>
    </dgm:pt>
    <dgm:pt modelId="{E861AF81-496F-4479-92E6-79E2EC29AED7}" type="pres">
      <dgm:prSet presAssocID="{196EC520-D1C7-4B8C-AC7D-B3AEBD87D589}" presName="txSpace" presStyleCnt="0"/>
      <dgm:spPr/>
    </dgm:pt>
    <dgm:pt modelId="{F746481E-D04C-4AFA-ABAD-E6F9B9F7ABC9}" type="pres">
      <dgm:prSet presAssocID="{196EC520-D1C7-4B8C-AC7D-B3AEBD87D589}" presName="desTx" presStyleLbl="revTx" presStyleIdx="3" presStyleCnt="8">
        <dgm:presLayoutVars/>
      </dgm:prSet>
      <dgm:spPr/>
    </dgm:pt>
    <dgm:pt modelId="{2FEDD5B2-800B-4FCD-826D-37F895629119}" type="pres">
      <dgm:prSet presAssocID="{35ECC62C-2394-45B9-A720-C3C27FB0CADE}" presName="sibTrans" presStyleCnt="0"/>
      <dgm:spPr/>
    </dgm:pt>
    <dgm:pt modelId="{C67FE9DA-43AA-492A-8F76-F4A1F128CBC3}" type="pres">
      <dgm:prSet presAssocID="{25A2AC61-6FCC-43AA-A82F-9D4A78FF85EA}" presName="compNode" presStyleCnt="0"/>
      <dgm:spPr/>
    </dgm:pt>
    <dgm:pt modelId="{52C6AE03-9489-4C06-8304-2B334F6B74E7}" type="pres">
      <dgm:prSet presAssocID="{25A2AC61-6FCC-43AA-A82F-9D4A78FF85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67FE4E83-88E1-4187-87FB-14D4577E884C}" type="pres">
      <dgm:prSet presAssocID="{25A2AC61-6FCC-43AA-A82F-9D4A78FF85EA}" presName="iconSpace" presStyleCnt="0"/>
      <dgm:spPr/>
    </dgm:pt>
    <dgm:pt modelId="{F68B5F9C-0993-49CB-90BE-A4647CA40EEE}" type="pres">
      <dgm:prSet presAssocID="{25A2AC61-6FCC-43AA-A82F-9D4A78FF85EA}" presName="parTx" presStyleLbl="revTx" presStyleIdx="4" presStyleCnt="8">
        <dgm:presLayoutVars>
          <dgm:chMax val="0"/>
          <dgm:chPref val="0"/>
        </dgm:presLayoutVars>
      </dgm:prSet>
      <dgm:spPr/>
    </dgm:pt>
    <dgm:pt modelId="{FF6CA065-9DDB-4A17-BEF7-75DEF2A45A5A}" type="pres">
      <dgm:prSet presAssocID="{25A2AC61-6FCC-43AA-A82F-9D4A78FF85EA}" presName="txSpace" presStyleCnt="0"/>
      <dgm:spPr/>
    </dgm:pt>
    <dgm:pt modelId="{424BC0AF-F8A8-4536-9DAD-FB714C1E8958}" type="pres">
      <dgm:prSet presAssocID="{25A2AC61-6FCC-43AA-A82F-9D4A78FF85EA}" presName="desTx" presStyleLbl="revTx" presStyleIdx="5" presStyleCnt="8">
        <dgm:presLayoutVars/>
      </dgm:prSet>
      <dgm:spPr/>
    </dgm:pt>
    <dgm:pt modelId="{F9EA875E-1256-4F52-83EC-F726A678FF60}" type="pres">
      <dgm:prSet presAssocID="{B1D8656C-BC2A-4717-B988-078BC875D65F}" presName="sibTrans" presStyleCnt="0"/>
      <dgm:spPr/>
    </dgm:pt>
    <dgm:pt modelId="{0F0A0914-F443-4330-8639-CD2550758B07}" type="pres">
      <dgm:prSet presAssocID="{85C3928E-B7B4-495B-A6E2-6E040E4A9B9D}" presName="compNode" presStyleCnt="0"/>
      <dgm:spPr/>
    </dgm:pt>
    <dgm:pt modelId="{8A442736-8FFA-40E7-8EC0-29DA64DA4C07}" type="pres">
      <dgm:prSet presAssocID="{85C3928E-B7B4-495B-A6E2-6E040E4A9B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4F6A63A0-C950-4864-B57A-C79BBF376831}" type="pres">
      <dgm:prSet presAssocID="{85C3928E-B7B4-495B-A6E2-6E040E4A9B9D}" presName="iconSpace" presStyleCnt="0"/>
      <dgm:spPr/>
    </dgm:pt>
    <dgm:pt modelId="{3A94A53F-468D-490D-B76C-CB0F6339E04F}" type="pres">
      <dgm:prSet presAssocID="{85C3928E-B7B4-495B-A6E2-6E040E4A9B9D}" presName="parTx" presStyleLbl="revTx" presStyleIdx="6" presStyleCnt="8">
        <dgm:presLayoutVars>
          <dgm:chMax val="0"/>
          <dgm:chPref val="0"/>
        </dgm:presLayoutVars>
      </dgm:prSet>
      <dgm:spPr/>
    </dgm:pt>
    <dgm:pt modelId="{805097CF-1F6B-400F-874F-C6471636E089}" type="pres">
      <dgm:prSet presAssocID="{85C3928E-B7B4-495B-A6E2-6E040E4A9B9D}" presName="txSpace" presStyleCnt="0"/>
      <dgm:spPr/>
    </dgm:pt>
    <dgm:pt modelId="{E26FA81B-5BA9-4878-8DD1-5207BF9382AE}" type="pres">
      <dgm:prSet presAssocID="{85C3928E-B7B4-495B-A6E2-6E040E4A9B9D}" presName="desTx" presStyleLbl="revTx" presStyleIdx="7" presStyleCnt="8">
        <dgm:presLayoutVars/>
      </dgm:prSet>
      <dgm:spPr/>
    </dgm:pt>
  </dgm:ptLst>
  <dgm:cxnLst>
    <dgm:cxn modelId="{82485C04-9CDD-40EB-8456-AD4F16812D24}" type="presOf" srcId="{742E9EEA-4ADE-454A-BBBD-4CBAA0EC9E41}" destId="{424BC0AF-F8A8-4536-9DAD-FB714C1E8958}" srcOrd="0" destOrd="1" presId="urn:microsoft.com/office/officeart/2018/5/layout/CenteredIconLabelDescriptionList"/>
    <dgm:cxn modelId="{7F34381C-06A3-4FB5-A09F-3A32F75DF2BB}" srcId="{90209AC1-2CE9-4559-A738-79B6465AC4C1}" destId="{85C3928E-B7B4-495B-A6E2-6E040E4A9B9D}" srcOrd="3" destOrd="0" parTransId="{D41E0EC9-0861-4AB9-9131-5C45CA40AF16}" sibTransId="{A9949F95-637B-4194-91F2-18003281D723}"/>
    <dgm:cxn modelId="{EC4CB323-6CB1-4A71-93DF-0640E3E6F5FD}" type="presOf" srcId="{BB83C6B6-5DEA-4BC9-A283-1D5A0C2BCF7C}" destId="{49B33A68-8AF0-4DBF-8004-B762FFC36928}" srcOrd="0" destOrd="0" presId="urn:microsoft.com/office/officeart/2018/5/layout/CenteredIconLabelDescriptionList"/>
    <dgm:cxn modelId="{0CFB162F-F28F-487C-9500-1A3F99A607D5}" srcId="{25A2AC61-6FCC-43AA-A82F-9D4A78FF85EA}" destId="{5C1EAFA6-6A5F-4808-BFA3-C795EBD74E01}" srcOrd="0" destOrd="0" parTransId="{57529EFD-C016-48E7-B9AD-E52926E1E2FC}" sibTransId="{528F0556-045B-41CB-A7D5-69A79357F343}"/>
    <dgm:cxn modelId="{4B241F31-87B4-406D-96AA-27B3BE9C86EB}" type="presOf" srcId="{3CF89956-9AF3-495D-9610-1D8D09566D65}" destId="{E26FA81B-5BA9-4878-8DD1-5207BF9382AE}" srcOrd="0" destOrd="0" presId="urn:microsoft.com/office/officeart/2018/5/layout/CenteredIconLabelDescriptionList"/>
    <dgm:cxn modelId="{91DF193A-6D02-4CBA-B759-DBA28DC157F4}" type="presOf" srcId="{85C3928E-B7B4-495B-A6E2-6E040E4A9B9D}" destId="{3A94A53F-468D-490D-B76C-CB0F6339E04F}" srcOrd="0" destOrd="0" presId="urn:microsoft.com/office/officeart/2018/5/layout/CenteredIconLabelDescriptionList"/>
    <dgm:cxn modelId="{64605F3E-01BC-462C-B8DB-DAE9B1D10F2A}" srcId="{90209AC1-2CE9-4559-A738-79B6465AC4C1}" destId="{25A2AC61-6FCC-43AA-A82F-9D4A78FF85EA}" srcOrd="2" destOrd="0" parTransId="{6F1E077D-2AA4-4AEF-8A7B-60EC2F7017D3}" sibTransId="{B1D8656C-BC2A-4717-B988-078BC875D65F}"/>
    <dgm:cxn modelId="{89F3E35B-D4B2-4F6F-8DDB-10D6A25CC942}" type="presOf" srcId="{A00FEFD2-5C95-4BE1-AFC1-9CD68CA08978}" destId="{F746481E-D04C-4AFA-ABAD-E6F9B9F7ABC9}" srcOrd="0" destOrd="0" presId="urn:microsoft.com/office/officeart/2018/5/layout/CenteredIconLabelDescriptionList"/>
    <dgm:cxn modelId="{241ABC5D-C572-466B-848F-A895588EBD71}" type="presOf" srcId="{196EC520-D1C7-4B8C-AC7D-B3AEBD87D589}" destId="{BA1717A2-FF7B-4BBD-8706-B2FC55BA6391}" srcOrd="0" destOrd="0" presId="urn:microsoft.com/office/officeart/2018/5/layout/CenteredIconLabelDescriptionList"/>
    <dgm:cxn modelId="{CEE55042-D08F-4BCC-9CA1-55B5AACC83BF}" srcId="{BB83C6B6-5DEA-4BC9-A283-1D5A0C2BCF7C}" destId="{FB3A7651-CB53-4BCD-B682-47D2FC20503A}" srcOrd="0" destOrd="0" parTransId="{4229C882-0925-40CD-8CA7-DAB2D5913679}" sibTransId="{6DFB543E-23A3-4747-ACF6-D931FF10B7D8}"/>
    <dgm:cxn modelId="{EAE20546-E532-410E-B532-7F56C1FEFCC3}" type="presOf" srcId="{F15EEB42-C65D-4BE4-BCD4-D40A50731EAE}" destId="{4BC9E583-A7D4-4492-88BF-B4467EF7BB76}" srcOrd="0" destOrd="1" presId="urn:microsoft.com/office/officeart/2018/5/layout/CenteredIconLabelDescriptionList"/>
    <dgm:cxn modelId="{2A155650-39AF-4CE1-B0E2-7A6FE0931225}" type="presOf" srcId="{3F42AEBB-CC65-4F1F-BC22-D72C08121820}" destId="{F746481E-D04C-4AFA-ABAD-E6F9B9F7ABC9}" srcOrd="0" destOrd="1" presId="urn:microsoft.com/office/officeart/2018/5/layout/CenteredIconLabelDescriptionList"/>
    <dgm:cxn modelId="{6BE69753-87A6-44DC-AD79-77DAE7612A09}" srcId="{BB83C6B6-5DEA-4BC9-A283-1D5A0C2BCF7C}" destId="{F15EEB42-C65D-4BE4-BCD4-D40A50731EAE}" srcOrd="1" destOrd="0" parTransId="{AE2C190B-6A6D-4D55-984B-03A60F174BD3}" sibTransId="{82CF05F6-4E4F-459F-BC65-076699E03203}"/>
    <dgm:cxn modelId="{6ECCF754-6F35-402A-819A-2D163C509135}" srcId="{25A2AC61-6FCC-43AA-A82F-9D4A78FF85EA}" destId="{742E9EEA-4ADE-454A-BBBD-4CBAA0EC9E41}" srcOrd="1" destOrd="0" parTransId="{303E53A5-8586-41E2-82F2-D6474E662163}" sibTransId="{50B1B131-D53C-47FB-B458-29A9B420EB6E}"/>
    <dgm:cxn modelId="{726A8782-F87C-44AE-82CB-D9D44132B203}" srcId="{196EC520-D1C7-4B8C-AC7D-B3AEBD87D589}" destId="{A00FEFD2-5C95-4BE1-AFC1-9CD68CA08978}" srcOrd="0" destOrd="0" parTransId="{192AD8DA-6F19-4641-97BF-2AB3270E7137}" sibTransId="{D4F9B039-8C11-4FD7-86F3-6021A6D113A8}"/>
    <dgm:cxn modelId="{E61BC689-ECD4-4456-9789-79AEF0D3943F}" srcId="{196EC520-D1C7-4B8C-AC7D-B3AEBD87D589}" destId="{3F42AEBB-CC65-4F1F-BC22-D72C08121820}" srcOrd="1" destOrd="0" parTransId="{2344E674-F8FD-4A8E-ACB8-F63F62F45FB8}" sibTransId="{78A458DF-2F79-4ED4-B11D-B05CBF2BC602}"/>
    <dgm:cxn modelId="{47F96D92-78C3-4DE5-9671-6006560DB02B}" type="presOf" srcId="{5C1EAFA6-6A5F-4808-BFA3-C795EBD74E01}" destId="{424BC0AF-F8A8-4536-9DAD-FB714C1E8958}" srcOrd="0" destOrd="0" presId="urn:microsoft.com/office/officeart/2018/5/layout/CenteredIconLabelDescriptionList"/>
    <dgm:cxn modelId="{2AE881A4-4D2D-4D8A-939B-0CB504391AEE}" srcId="{90209AC1-2CE9-4559-A738-79B6465AC4C1}" destId="{196EC520-D1C7-4B8C-AC7D-B3AEBD87D589}" srcOrd="1" destOrd="0" parTransId="{30C440F0-F00D-4D57-B6C1-33FB09EEA751}" sibTransId="{35ECC62C-2394-45B9-A720-C3C27FB0CADE}"/>
    <dgm:cxn modelId="{040843B3-8320-4D00-A7EB-A19685CCAF67}" type="presOf" srcId="{25A2AC61-6FCC-43AA-A82F-9D4A78FF85EA}" destId="{F68B5F9C-0993-49CB-90BE-A4647CA40EEE}" srcOrd="0" destOrd="0" presId="urn:microsoft.com/office/officeart/2018/5/layout/CenteredIconLabelDescriptionList"/>
    <dgm:cxn modelId="{E9C2A7B3-C4FC-44B4-A853-3B027EC82594}" srcId="{85C3928E-B7B4-495B-A6E2-6E040E4A9B9D}" destId="{3CF89956-9AF3-495D-9610-1D8D09566D65}" srcOrd="0" destOrd="0" parTransId="{4238BFCF-F661-4814-B3D5-E6FC00D35E90}" sibTransId="{889F3B09-34A5-4A42-94EA-6435D58764DE}"/>
    <dgm:cxn modelId="{DCBB39D0-8718-437E-AD4D-8CCE9EAAD762}" type="presOf" srcId="{90209AC1-2CE9-4559-A738-79B6465AC4C1}" destId="{DA3C7F75-377A-41CA-8159-E7BB66AA319A}" srcOrd="0" destOrd="0" presId="urn:microsoft.com/office/officeart/2018/5/layout/CenteredIconLabelDescriptionList"/>
    <dgm:cxn modelId="{332AAAF7-DAF7-4F59-B535-97FF25112973}" type="presOf" srcId="{FB3A7651-CB53-4BCD-B682-47D2FC20503A}" destId="{4BC9E583-A7D4-4492-88BF-B4467EF7BB76}" srcOrd="0" destOrd="0" presId="urn:microsoft.com/office/officeart/2018/5/layout/CenteredIconLabelDescriptionList"/>
    <dgm:cxn modelId="{C97583F8-B45E-4359-B0FF-9359EF20613F}" srcId="{90209AC1-2CE9-4559-A738-79B6465AC4C1}" destId="{BB83C6B6-5DEA-4BC9-A283-1D5A0C2BCF7C}" srcOrd="0" destOrd="0" parTransId="{D1D627BE-91B3-49EE-9FCF-415CA9CC2550}" sibTransId="{F864F40F-87DD-4A41-B57B-5C2CE12AB6F5}"/>
    <dgm:cxn modelId="{026B5C33-F40D-4E44-9D54-3284934B27A0}" type="presParOf" srcId="{DA3C7F75-377A-41CA-8159-E7BB66AA319A}" destId="{0F847746-85E1-4903-AB68-988BC35EF7E9}" srcOrd="0" destOrd="0" presId="urn:microsoft.com/office/officeart/2018/5/layout/CenteredIconLabelDescriptionList"/>
    <dgm:cxn modelId="{FD08846B-17E4-4E92-B944-6D031800B1F7}" type="presParOf" srcId="{0F847746-85E1-4903-AB68-988BC35EF7E9}" destId="{52F593BB-2987-46E1-B9A9-86A4B5821997}" srcOrd="0" destOrd="0" presId="urn:microsoft.com/office/officeart/2018/5/layout/CenteredIconLabelDescriptionList"/>
    <dgm:cxn modelId="{FBB3968C-AEEC-4BB4-B186-F965A1DFA53E}" type="presParOf" srcId="{0F847746-85E1-4903-AB68-988BC35EF7E9}" destId="{CF83B26C-DF0D-4E63-8369-891C1B8763DD}" srcOrd="1" destOrd="0" presId="urn:microsoft.com/office/officeart/2018/5/layout/CenteredIconLabelDescriptionList"/>
    <dgm:cxn modelId="{A55EA754-D593-4FD8-9D20-97D441FACF59}" type="presParOf" srcId="{0F847746-85E1-4903-AB68-988BC35EF7E9}" destId="{49B33A68-8AF0-4DBF-8004-B762FFC36928}" srcOrd="2" destOrd="0" presId="urn:microsoft.com/office/officeart/2018/5/layout/CenteredIconLabelDescriptionList"/>
    <dgm:cxn modelId="{8123BE47-2356-4321-996D-CF126DF633D1}" type="presParOf" srcId="{0F847746-85E1-4903-AB68-988BC35EF7E9}" destId="{748880A9-069B-4711-B21A-D1981014BDEB}" srcOrd="3" destOrd="0" presId="urn:microsoft.com/office/officeart/2018/5/layout/CenteredIconLabelDescriptionList"/>
    <dgm:cxn modelId="{18AF6BAB-07A8-48D7-AF3C-74C260FA2497}" type="presParOf" srcId="{0F847746-85E1-4903-AB68-988BC35EF7E9}" destId="{4BC9E583-A7D4-4492-88BF-B4467EF7BB76}" srcOrd="4" destOrd="0" presId="urn:microsoft.com/office/officeart/2018/5/layout/CenteredIconLabelDescriptionList"/>
    <dgm:cxn modelId="{25A7D293-6D6A-4A6C-90C5-EE20E50A5F64}" type="presParOf" srcId="{DA3C7F75-377A-41CA-8159-E7BB66AA319A}" destId="{76CB3915-78E3-48B2-8563-CFA95C923E6F}" srcOrd="1" destOrd="0" presId="urn:microsoft.com/office/officeart/2018/5/layout/CenteredIconLabelDescriptionList"/>
    <dgm:cxn modelId="{D6B31CF0-E100-4BED-B48C-F37FA9E4E3C8}" type="presParOf" srcId="{DA3C7F75-377A-41CA-8159-E7BB66AA319A}" destId="{699FFB7C-5E2A-4023-B21F-00FB94BA2CEE}" srcOrd="2" destOrd="0" presId="urn:microsoft.com/office/officeart/2018/5/layout/CenteredIconLabelDescriptionList"/>
    <dgm:cxn modelId="{5B140628-A6F4-4801-BAF6-3BA0080CE0E3}" type="presParOf" srcId="{699FFB7C-5E2A-4023-B21F-00FB94BA2CEE}" destId="{2A853D74-5B22-4391-9954-FC4CAE4BBC13}" srcOrd="0" destOrd="0" presId="urn:microsoft.com/office/officeart/2018/5/layout/CenteredIconLabelDescriptionList"/>
    <dgm:cxn modelId="{F2BDA9EE-3096-4433-881F-D1CBE24E8826}" type="presParOf" srcId="{699FFB7C-5E2A-4023-B21F-00FB94BA2CEE}" destId="{9326C485-E8DE-4538-820F-DDAEC7BED3CA}" srcOrd="1" destOrd="0" presId="urn:microsoft.com/office/officeart/2018/5/layout/CenteredIconLabelDescriptionList"/>
    <dgm:cxn modelId="{C6B78EC3-E537-4300-8DC9-04C0A52E0C27}" type="presParOf" srcId="{699FFB7C-5E2A-4023-B21F-00FB94BA2CEE}" destId="{BA1717A2-FF7B-4BBD-8706-B2FC55BA6391}" srcOrd="2" destOrd="0" presId="urn:microsoft.com/office/officeart/2018/5/layout/CenteredIconLabelDescriptionList"/>
    <dgm:cxn modelId="{1A066045-75FC-447C-9EDD-49DFD04B1D5C}" type="presParOf" srcId="{699FFB7C-5E2A-4023-B21F-00FB94BA2CEE}" destId="{E861AF81-496F-4479-92E6-79E2EC29AED7}" srcOrd="3" destOrd="0" presId="urn:microsoft.com/office/officeart/2018/5/layout/CenteredIconLabelDescriptionList"/>
    <dgm:cxn modelId="{C943B834-CCC4-4DC7-9A25-753659E15328}" type="presParOf" srcId="{699FFB7C-5E2A-4023-B21F-00FB94BA2CEE}" destId="{F746481E-D04C-4AFA-ABAD-E6F9B9F7ABC9}" srcOrd="4" destOrd="0" presId="urn:microsoft.com/office/officeart/2018/5/layout/CenteredIconLabelDescriptionList"/>
    <dgm:cxn modelId="{583E1AB8-56E1-467E-9E23-75CCB7FD2316}" type="presParOf" srcId="{DA3C7F75-377A-41CA-8159-E7BB66AA319A}" destId="{2FEDD5B2-800B-4FCD-826D-37F895629119}" srcOrd="3" destOrd="0" presId="urn:microsoft.com/office/officeart/2018/5/layout/CenteredIconLabelDescriptionList"/>
    <dgm:cxn modelId="{715354FB-A491-4819-A02D-E55D1C7D67D7}" type="presParOf" srcId="{DA3C7F75-377A-41CA-8159-E7BB66AA319A}" destId="{C67FE9DA-43AA-492A-8F76-F4A1F128CBC3}" srcOrd="4" destOrd="0" presId="urn:microsoft.com/office/officeart/2018/5/layout/CenteredIconLabelDescriptionList"/>
    <dgm:cxn modelId="{F58C9F03-8055-4C06-89A1-F1A26AAD0574}" type="presParOf" srcId="{C67FE9DA-43AA-492A-8F76-F4A1F128CBC3}" destId="{52C6AE03-9489-4C06-8304-2B334F6B74E7}" srcOrd="0" destOrd="0" presId="urn:microsoft.com/office/officeart/2018/5/layout/CenteredIconLabelDescriptionList"/>
    <dgm:cxn modelId="{43531BC4-18D3-4DD7-ACDD-E75CE5038AF8}" type="presParOf" srcId="{C67FE9DA-43AA-492A-8F76-F4A1F128CBC3}" destId="{67FE4E83-88E1-4187-87FB-14D4577E884C}" srcOrd="1" destOrd="0" presId="urn:microsoft.com/office/officeart/2018/5/layout/CenteredIconLabelDescriptionList"/>
    <dgm:cxn modelId="{5D2354A7-5C09-4153-93C4-18E6B945FF22}" type="presParOf" srcId="{C67FE9DA-43AA-492A-8F76-F4A1F128CBC3}" destId="{F68B5F9C-0993-49CB-90BE-A4647CA40EEE}" srcOrd="2" destOrd="0" presId="urn:microsoft.com/office/officeart/2018/5/layout/CenteredIconLabelDescriptionList"/>
    <dgm:cxn modelId="{B3FA9592-56DA-4349-9A65-4E9A5379A7FD}" type="presParOf" srcId="{C67FE9DA-43AA-492A-8F76-F4A1F128CBC3}" destId="{FF6CA065-9DDB-4A17-BEF7-75DEF2A45A5A}" srcOrd="3" destOrd="0" presId="urn:microsoft.com/office/officeart/2018/5/layout/CenteredIconLabelDescriptionList"/>
    <dgm:cxn modelId="{350D254F-27AC-4BD8-B62D-C970F056ED27}" type="presParOf" srcId="{C67FE9DA-43AA-492A-8F76-F4A1F128CBC3}" destId="{424BC0AF-F8A8-4536-9DAD-FB714C1E8958}" srcOrd="4" destOrd="0" presId="urn:microsoft.com/office/officeart/2018/5/layout/CenteredIconLabelDescriptionList"/>
    <dgm:cxn modelId="{00956D1A-BFD1-45B6-847A-4083ED857EF0}" type="presParOf" srcId="{DA3C7F75-377A-41CA-8159-E7BB66AA319A}" destId="{F9EA875E-1256-4F52-83EC-F726A678FF60}" srcOrd="5" destOrd="0" presId="urn:microsoft.com/office/officeart/2018/5/layout/CenteredIconLabelDescriptionList"/>
    <dgm:cxn modelId="{DED3EF14-9F59-48F6-BC11-6A66C942009C}" type="presParOf" srcId="{DA3C7F75-377A-41CA-8159-E7BB66AA319A}" destId="{0F0A0914-F443-4330-8639-CD2550758B07}" srcOrd="6" destOrd="0" presId="urn:microsoft.com/office/officeart/2018/5/layout/CenteredIconLabelDescriptionList"/>
    <dgm:cxn modelId="{24949C2C-B747-4E1D-BE87-538C146DFB0B}" type="presParOf" srcId="{0F0A0914-F443-4330-8639-CD2550758B07}" destId="{8A442736-8FFA-40E7-8EC0-29DA64DA4C07}" srcOrd="0" destOrd="0" presId="urn:microsoft.com/office/officeart/2018/5/layout/CenteredIconLabelDescriptionList"/>
    <dgm:cxn modelId="{3106636F-6DFE-41D3-BEA4-1934B082B970}" type="presParOf" srcId="{0F0A0914-F443-4330-8639-CD2550758B07}" destId="{4F6A63A0-C950-4864-B57A-C79BBF376831}" srcOrd="1" destOrd="0" presId="urn:microsoft.com/office/officeart/2018/5/layout/CenteredIconLabelDescriptionList"/>
    <dgm:cxn modelId="{17A24E0E-7C11-4AFB-826D-C6C2241EEDF7}" type="presParOf" srcId="{0F0A0914-F443-4330-8639-CD2550758B07}" destId="{3A94A53F-468D-490D-B76C-CB0F6339E04F}" srcOrd="2" destOrd="0" presId="urn:microsoft.com/office/officeart/2018/5/layout/CenteredIconLabelDescriptionList"/>
    <dgm:cxn modelId="{BBBE4857-40EF-4843-B505-85608617B0A5}" type="presParOf" srcId="{0F0A0914-F443-4330-8639-CD2550758B07}" destId="{805097CF-1F6B-400F-874F-C6471636E089}" srcOrd="3" destOrd="0" presId="urn:microsoft.com/office/officeart/2018/5/layout/CenteredIconLabelDescriptionList"/>
    <dgm:cxn modelId="{CB2AFDB4-4D4A-425B-83F1-7ABFA2887C75}" type="presParOf" srcId="{0F0A0914-F443-4330-8639-CD2550758B07}" destId="{E26FA81B-5BA9-4878-8DD1-5207BF9382A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2B8CC7A5-1E2E-4681-8B1B-399D302899A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C6497346-4337-4397-A56B-254204991D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Bitcoin Explorer</a:t>
          </a:r>
          <a:endParaRPr lang="tr-TR"/>
        </a:p>
      </dgm:t>
    </dgm:pt>
    <dgm:pt modelId="{885FCB7F-F3CA-45F6-A52D-B177041C0F5D}" type="parTrans" cxnId="{99C43056-BF09-4EBA-B1F8-25F3E8E01F0E}">
      <dgm:prSet/>
      <dgm:spPr/>
      <dgm:t>
        <a:bodyPr/>
        <a:lstStyle/>
        <a:p>
          <a:endParaRPr lang="tr-TR"/>
        </a:p>
      </dgm:t>
    </dgm:pt>
    <dgm:pt modelId="{E0B663E3-E5EA-4096-BE80-F9A25DB2692B}" type="sibTrans" cxnId="{99C43056-BF09-4EBA-B1F8-25F3E8E01F0E}">
      <dgm:prSet/>
      <dgm:spPr/>
      <dgm:t>
        <a:bodyPr/>
        <a:lstStyle/>
        <a:p>
          <a:endParaRPr lang="tr-TR"/>
        </a:p>
      </dgm:t>
    </dgm:pt>
    <dgm:pt modelId="{3EE09598-66E2-4E0B-A837-15C08E5FBB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commands make it easy</a:t>
          </a:r>
          <a:endParaRPr lang="tr-TR" dirty="0"/>
        </a:p>
      </dgm:t>
    </dgm:pt>
    <dgm:pt modelId="{8C4E3920-1664-46A6-8B30-DC10478830EB}" type="parTrans" cxnId="{B35DE5B1-F4FF-4B12-86DF-C259F8287AD3}">
      <dgm:prSet/>
      <dgm:spPr/>
      <dgm:t>
        <a:bodyPr/>
        <a:lstStyle/>
        <a:p>
          <a:endParaRPr lang="tr-TR"/>
        </a:p>
      </dgm:t>
    </dgm:pt>
    <dgm:pt modelId="{D2736825-F9EC-4EB3-9979-B0DAFBCC94A4}" type="sibTrans" cxnId="{B35DE5B1-F4FF-4B12-86DF-C259F8287AD3}">
      <dgm:prSet/>
      <dgm:spPr/>
      <dgm:t>
        <a:bodyPr/>
        <a:lstStyle/>
        <a:p>
          <a:endParaRPr lang="tr-TR"/>
        </a:p>
      </dgm:t>
    </dgm:pt>
    <dgm:pt modelId="{8DFC75AC-8C1B-43EF-865E-B7B322827F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keys </a:t>
          </a:r>
          <a:endParaRPr lang="tr-TR" dirty="0"/>
        </a:p>
      </dgm:t>
    </dgm:pt>
    <dgm:pt modelId="{D85A9F9C-DBDF-4A7A-98B6-2BAD8543CF63}" type="parTrans" cxnId="{165AF80E-983A-4DF8-A72E-54DAEC4AA136}">
      <dgm:prSet/>
      <dgm:spPr/>
      <dgm:t>
        <a:bodyPr/>
        <a:lstStyle/>
        <a:p>
          <a:endParaRPr lang="tr-TR"/>
        </a:p>
      </dgm:t>
    </dgm:pt>
    <dgm:pt modelId="{AEA648AD-9438-4F99-AB46-5C3F50445342}" type="sibTrans" cxnId="{165AF80E-983A-4DF8-A72E-54DAEC4AA136}">
      <dgm:prSet/>
      <dgm:spPr/>
      <dgm:t>
        <a:bodyPr/>
        <a:lstStyle/>
        <a:p>
          <a:endParaRPr lang="tr-TR"/>
        </a:p>
      </dgm:t>
    </dgm:pt>
    <dgm:pt modelId="{1604EAFB-AF9B-441A-94C0-52E5FA721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write shell scripts</a:t>
          </a:r>
          <a:r>
            <a:rPr lang="tr-TR" dirty="0"/>
            <a:t> </a:t>
          </a:r>
          <a:r>
            <a:rPr lang="en-US" dirty="0"/>
            <a:t>command-line “pipes” </a:t>
          </a:r>
          <a:endParaRPr lang="tr-TR" dirty="0"/>
        </a:p>
      </dgm:t>
    </dgm:pt>
    <dgm:pt modelId="{50A948BB-8658-4432-9A53-C3503412A39D}" type="parTrans" cxnId="{03560085-C5EC-46CC-AA1A-99F26BA6190D}">
      <dgm:prSet/>
      <dgm:spPr/>
      <dgm:t>
        <a:bodyPr/>
        <a:lstStyle/>
        <a:p>
          <a:endParaRPr lang="tr-TR"/>
        </a:p>
      </dgm:t>
    </dgm:pt>
    <dgm:pt modelId="{87B691A8-08DB-4C37-AB1D-27204B8468D6}" type="sibTrans" cxnId="{03560085-C5EC-46CC-AA1A-99F26BA6190D}">
      <dgm:prSet/>
      <dgm:spPr/>
      <dgm:t>
        <a:bodyPr/>
        <a:lstStyle/>
        <a:p>
          <a:endParaRPr lang="tr-TR"/>
        </a:p>
      </dgm:t>
    </dgm:pt>
    <dgm:pt modelId="{19F5B506-40C8-4F5E-A48F-5DDEDBA315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Manipulation</a:t>
          </a:r>
        </a:p>
      </dgm:t>
    </dgm:pt>
    <dgm:pt modelId="{68A5B878-043C-4928-8B03-1B8BF59CFDD5}" type="sibTrans" cxnId="{05BE4E67-9B20-4158-A2FC-975880011C90}">
      <dgm:prSet/>
      <dgm:spPr/>
      <dgm:t>
        <a:bodyPr/>
        <a:lstStyle/>
        <a:p>
          <a:endParaRPr lang="tr-TR"/>
        </a:p>
      </dgm:t>
    </dgm:pt>
    <dgm:pt modelId="{6697D541-29A8-430B-9E99-6A77E1081AF4}" type="parTrans" cxnId="{05BE4E67-9B20-4158-A2FC-975880011C90}">
      <dgm:prSet/>
      <dgm:spPr/>
      <dgm:t>
        <a:bodyPr/>
        <a:lstStyle/>
        <a:p>
          <a:endParaRPr lang="tr-TR"/>
        </a:p>
      </dgm:t>
    </dgm:pt>
    <dgm:pt modelId="{65098958-3B35-4DEE-A04E-E968822577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addresses</a:t>
          </a:r>
          <a:endParaRPr lang="tr-TR" dirty="0"/>
        </a:p>
      </dgm:t>
    </dgm:pt>
    <dgm:pt modelId="{E6D79453-DA62-483A-80CF-73014FE0C5BE}" type="parTrans" cxnId="{4CC6AFFA-7994-4030-94B7-BE2FD5E7F481}">
      <dgm:prSet/>
      <dgm:spPr/>
      <dgm:t>
        <a:bodyPr/>
        <a:lstStyle/>
        <a:p>
          <a:endParaRPr lang="tr-TR"/>
        </a:p>
      </dgm:t>
    </dgm:pt>
    <dgm:pt modelId="{2A34638A-5811-4C0C-8A18-DCFA02E89E5D}" type="sibTrans" cxnId="{4CC6AFFA-7994-4030-94B7-BE2FD5E7F481}">
      <dgm:prSet/>
      <dgm:spPr/>
      <dgm:t>
        <a:bodyPr/>
        <a:lstStyle/>
        <a:p>
          <a:endParaRPr lang="tr-TR"/>
        </a:p>
      </dgm:t>
    </dgm:pt>
    <dgm:pt modelId="{481C9D39-7173-48BB-8921-E6404381C2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transactions</a:t>
          </a:r>
          <a:endParaRPr lang="tr-TR" dirty="0"/>
        </a:p>
      </dgm:t>
    </dgm:pt>
    <dgm:pt modelId="{088C247B-7126-46AA-956B-8DF050129FCE}" type="parTrans" cxnId="{054BAA20-2B3D-470E-9234-83E7B1183F52}">
      <dgm:prSet/>
      <dgm:spPr/>
      <dgm:t>
        <a:bodyPr/>
        <a:lstStyle/>
        <a:p>
          <a:endParaRPr lang="tr-TR"/>
        </a:p>
      </dgm:t>
    </dgm:pt>
    <dgm:pt modelId="{AF98B094-4C29-4490-8CBE-EE7806154A65}" type="sibTrans" cxnId="{054BAA20-2B3D-470E-9234-83E7B1183F52}">
      <dgm:prSet/>
      <dgm:spPr/>
      <dgm:t>
        <a:bodyPr/>
        <a:lstStyle/>
        <a:p>
          <a:endParaRPr lang="tr-TR"/>
        </a:p>
      </dgm:t>
    </dgm:pt>
    <dgm:pt modelId="{40347A35-BE87-4C9A-BE43-96BA3630450B}" type="pres">
      <dgm:prSet presAssocID="{2B8CC7A5-1E2E-4681-8B1B-399D302899A9}" presName="root" presStyleCnt="0">
        <dgm:presLayoutVars>
          <dgm:dir/>
          <dgm:resizeHandles val="exact"/>
        </dgm:presLayoutVars>
      </dgm:prSet>
      <dgm:spPr/>
    </dgm:pt>
    <dgm:pt modelId="{F13ABC0F-41F6-4F37-9A61-5244DBE789FE}" type="pres">
      <dgm:prSet presAssocID="{C6497346-4337-4397-A56B-254204991D4F}" presName="compNode" presStyleCnt="0"/>
      <dgm:spPr/>
    </dgm:pt>
    <dgm:pt modelId="{08FF3BC4-46AC-4395-BF1F-31E39D5CEE6D}" type="pres">
      <dgm:prSet presAssocID="{C6497346-4337-4397-A56B-254204991D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253F8FCE-5AE6-4A23-85B0-102254905BB5}" type="pres">
      <dgm:prSet presAssocID="{C6497346-4337-4397-A56B-254204991D4F}" presName="iconSpace" presStyleCnt="0"/>
      <dgm:spPr/>
    </dgm:pt>
    <dgm:pt modelId="{2168BFDB-4052-4B5C-89B7-9C878AE3E915}" type="pres">
      <dgm:prSet presAssocID="{C6497346-4337-4397-A56B-254204991D4F}" presName="parTx" presStyleLbl="revTx" presStyleIdx="0" presStyleCnt="4">
        <dgm:presLayoutVars>
          <dgm:chMax val="0"/>
          <dgm:chPref val="0"/>
        </dgm:presLayoutVars>
      </dgm:prSet>
      <dgm:spPr/>
    </dgm:pt>
    <dgm:pt modelId="{A32F5597-BCD0-4170-88D7-7712A9B666DD}" type="pres">
      <dgm:prSet presAssocID="{C6497346-4337-4397-A56B-254204991D4F}" presName="txSpace" presStyleCnt="0"/>
      <dgm:spPr/>
    </dgm:pt>
    <dgm:pt modelId="{336E8BB8-9427-40D4-A787-A6AD9142742E}" type="pres">
      <dgm:prSet presAssocID="{C6497346-4337-4397-A56B-254204991D4F}" presName="desTx" presStyleLbl="revTx" presStyleIdx="1" presStyleCnt="4">
        <dgm:presLayoutVars/>
      </dgm:prSet>
      <dgm:spPr/>
    </dgm:pt>
    <dgm:pt modelId="{A4ABBD70-A867-47D5-B679-1C6A47B380E7}" type="pres">
      <dgm:prSet presAssocID="{E0B663E3-E5EA-4096-BE80-F9A25DB2692B}" presName="sibTrans" presStyleCnt="0"/>
      <dgm:spPr/>
    </dgm:pt>
    <dgm:pt modelId="{F669819F-A1AE-4701-AAB1-A77851AD54F3}" type="pres">
      <dgm:prSet presAssocID="{19F5B506-40C8-4F5E-A48F-5DDEDBA31567}" presName="compNode" presStyleCnt="0"/>
      <dgm:spPr/>
    </dgm:pt>
    <dgm:pt modelId="{5711A078-4255-49A9-A33E-C60939AEF53D}" type="pres">
      <dgm:prSet presAssocID="{19F5B506-40C8-4F5E-A48F-5DDEDBA315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B8EB2BFD-A36D-42BB-A73D-2386ED9CCCFD}" type="pres">
      <dgm:prSet presAssocID="{19F5B506-40C8-4F5E-A48F-5DDEDBA31567}" presName="iconSpace" presStyleCnt="0"/>
      <dgm:spPr/>
    </dgm:pt>
    <dgm:pt modelId="{37A7CFA1-1989-465F-B28F-149657E732FF}" type="pres">
      <dgm:prSet presAssocID="{19F5B506-40C8-4F5E-A48F-5DDEDBA31567}" presName="parTx" presStyleLbl="revTx" presStyleIdx="2" presStyleCnt="4">
        <dgm:presLayoutVars>
          <dgm:chMax val="0"/>
          <dgm:chPref val="0"/>
        </dgm:presLayoutVars>
      </dgm:prSet>
      <dgm:spPr/>
    </dgm:pt>
    <dgm:pt modelId="{3C4F42EE-6B4B-489B-8CA0-487B44C2DD91}" type="pres">
      <dgm:prSet presAssocID="{19F5B506-40C8-4F5E-A48F-5DDEDBA31567}" presName="txSpace" presStyleCnt="0"/>
      <dgm:spPr/>
    </dgm:pt>
    <dgm:pt modelId="{41814A79-DC88-48B7-928A-5393E2560261}" type="pres">
      <dgm:prSet presAssocID="{19F5B506-40C8-4F5E-A48F-5DDEDBA31567}" presName="desTx" presStyleLbl="revTx" presStyleIdx="3" presStyleCnt="4">
        <dgm:presLayoutVars/>
      </dgm:prSet>
      <dgm:spPr/>
    </dgm:pt>
  </dgm:ptLst>
  <dgm:cxnLst>
    <dgm:cxn modelId="{CE19B201-B2D1-4837-8FB6-A1CA5A9A9B88}" type="presOf" srcId="{3EE09598-66E2-4E0B-A837-15C08E5FBB55}" destId="{336E8BB8-9427-40D4-A787-A6AD9142742E}" srcOrd="0" destOrd="0" presId="urn:microsoft.com/office/officeart/2018/2/layout/IconLabelDescriptionList"/>
    <dgm:cxn modelId="{165AF80E-983A-4DF8-A72E-54DAEC4AA136}" srcId="{19F5B506-40C8-4F5E-A48F-5DDEDBA31567}" destId="{8DFC75AC-8C1B-43EF-865E-B7B322827FC5}" srcOrd="0" destOrd="0" parTransId="{D85A9F9C-DBDF-4A7A-98B6-2BAD8543CF63}" sibTransId="{AEA648AD-9438-4F99-AB46-5C3F50445342}"/>
    <dgm:cxn modelId="{22A7C71F-3C98-4E1B-8822-E6F151EABFFD}" type="presOf" srcId="{19F5B506-40C8-4F5E-A48F-5DDEDBA31567}" destId="{37A7CFA1-1989-465F-B28F-149657E732FF}" srcOrd="0" destOrd="0" presId="urn:microsoft.com/office/officeart/2018/2/layout/IconLabelDescriptionList"/>
    <dgm:cxn modelId="{054BAA20-2B3D-470E-9234-83E7B1183F52}" srcId="{19F5B506-40C8-4F5E-A48F-5DDEDBA31567}" destId="{481C9D39-7173-48BB-8921-E6404381C299}" srcOrd="2" destOrd="0" parTransId="{088C247B-7126-46AA-956B-8DF050129FCE}" sibTransId="{AF98B094-4C29-4490-8CBE-EE7806154A65}"/>
    <dgm:cxn modelId="{05BE4E67-9B20-4158-A2FC-975880011C90}" srcId="{2B8CC7A5-1E2E-4681-8B1B-399D302899A9}" destId="{19F5B506-40C8-4F5E-A48F-5DDEDBA31567}" srcOrd="1" destOrd="0" parTransId="{6697D541-29A8-430B-9E99-6A77E1081AF4}" sibTransId="{68A5B878-043C-4928-8B03-1B8BF59CFDD5}"/>
    <dgm:cxn modelId="{098CFE67-7B05-40D6-8A76-E0FA575A8C5A}" type="presOf" srcId="{481C9D39-7173-48BB-8921-E6404381C299}" destId="{41814A79-DC88-48B7-928A-5393E2560261}" srcOrd="0" destOrd="2" presId="urn:microsoft.com/office/officeart/2018/2/layout/IconLabelDescriptionList"/>
    <dgm:cxn modelId="{72F56D6D-03DC-4A45-B5D9-A5F8E17F31E8}" type="presOf" srcId="{C6497346-4337-4397-A56B-254204991D4F}" destId="{2168BFDB-4052-4B5C-89B7-9C878AE3E915}" srcOrd="0" destOrd="0" presId="urn:microsoft.com/office/officeart/2018/2/layout/IconLabelDescriptionList"/>
    <dgm:cxn modelId="{85315D73-E576-424D-968D-B5A72ABD5C3C}" type="presOf" srcId="{8DFC75AC-8C1B-43EF-865E-B7B322827FC5}" destId="{41814A79-DC88-48B7-928A-5393E2560261}" srcOrd="0" destOrd="0" presId="urn:microsoft.com/office/officeart/2018/2/layout/IconLabelDescriptionList"/>
    <dgm:cxn modelId="{99C43056-BF09-4EBA-B1F8-25F3E8E01F0E}" srcId="{2B8CC7A5-1E2E-4681-8B1B-399D302899A9}" destId="{C6497346-4337-4397-A56B-254204991D4F}" srcOrd="0" destOrd="0" parTransId="{885FCB7F-F3CA-45F6-A52D-B177041C0F5D}" sibTransId="{E0B663E3-E5EA-4096-BE80-F9A25DB2692B}"/>
    <dgm:cxn modelId="{29363E83-701E-40C4-9B00-2A758895EECE}" type="presOf" srcId="{2B8CC7A5-1E2E-4681-8B1B-399D302899A9}" destId="{40347A35-BE87-4C9A-BE43-96BA3630450B}" srcOrd="0" destOrd="0" presId="urn:microsoft.com/office/officeart/2018/2/layout/IconLabelDescriptionList"/>
    <dgm:cxn modelId="{03560085-C5EC-46CC-AA1A-99F26BA6190D}" srcId="{C6497346-4337-4397-A56B-254204991D4F}" destId="{1604EAFB-AF9B-441A-94C0-52E5FA7210EF}" srcOrd="1" destOrd="0" parTransId="{50A948BB-8658-4432-9A53-C3503412A39D}" sibTransId="{87B691A8-08DB-4C37-AB1D-27204B8468D6}"/>
    <dgm:cxn modelId="{6FCD8999-755D-44AC-89B3-BF6FAD236D9D}" type="presOf" srcId="{65098958-3B35-4DEE-A04E-E968822577AC}" destId="{41814A79-DC88-48B7-928A-5393E2560261}" srcOrd="0" destOrd="1" presId="urn:microsoft.com/office/officeart/2018/2/layout/IconLabelDescriptionList"/>
    <dgm:cxn modelId="{B35DE5B1-F4FF-4B12-86DF-C259F8287AD3}" srcId="{C6497346-4337-4397-A56B-254204991D4F}" destId="{3EE09598-66E2-4E0B-A837-15C08E5FBB55}" srcOrd="0" destOrd="0" parTransId="{8C4E3920-1664-46A6-8B30-DC10478830EB}" sibTransId="{D2736825-F9EC-4EB3-9979-B0DAFBCC94A4}"/>
    <dgm:cxn modelId="{D3ABD2BE-44E9-4A39-979C-C40924EC4696}" type="presOf" srcId="{1604EAFB-AF9B-441A-94C0-52E5FA7210EF}" destId="{336E8BB8-9427-40D4-A787-A6AD9142742E}" srcOrd="0" destOrd="1" presId="urn:microsoft.com/office/officeart/2018/2/layout/IconLabelDescriptionList"/>
    <dgm:cxn modelId="{4CC6AFFA-7994-4030-94B7-BE2FD5E7F481}" srcId="{19F5B506-40C8-4F5E-A48F-5DDEDBA31567}" destId="{65098958-3B35-4DEE-A04E-E968822577AC}" srcOrd="1" destOrd="0" parTransId="{E6D79453-DA62-483A-80CF-73014FE0C5BE}" sibTransId="{2A34638A-5811-4C0C-8A18-DCFA02E89E5D}"/>
    <dgm:cxn modelId="{26F4EA80-9BFA-451F-9B74-D0748094FA7D}" type="presParOf" srcId="{40347A35-BE87-4C9A-BE43-96BA3630450B}" destId="{F13ABC0F-41F6-4F37-9A61-5244DBE789FE}" srcOrd="0" destOrd="0" presId="urn:microsoft.com/office/officeart/2018/2/layout/IconLabelDescriptionList"/>
    <dgm:cxn modelId="{360B96A9-DA9D-400D-B5F1-CC38DB707BA3}" type="presParOf" srcId="{F13ABC0F-41F6-4F37-9A61-5244DBE789FE}" destId="{08FF3BC4-46AC-4395-BF1F-31E39D5CEE6D}" srcOrd="0" destOrd="0" presId="urn:microsoft.com/office/officeart/2018/2/layout/IconLabelDescriptionList"/>
    <dgm:cxn modelId="{C433141C-3EEF-40C9-974E-2D7C6D80D539}" type="presParOf" srcId="{F13ABC0F-41F6-4F37-9A61-5244DBE789FE}" destId="{253F8FCE-5AE6-4A23-85B0-102254905BB5}" srcOrd="1" destOrd="0" presId="urn:microsoft.com/office/officeart/2018/2/layout/IconLabelDescriptionList"/>
    <dgm:cxn modelId="{37C693C3-A497-4F5C-BAFF-F727CC1D2D1E}" type="presParOf" srcId="{F13ABC0F-41F6-4F37-9A61-5244DBE789FE}" destId="{2168BFDB-4052-4B5C-89B7-9C878AE3E915}" srcOrd="2" destOrd="0" presId="urn:microsoft.com/office/officeart/2018/2/layout/IconLabelDescriptionList"/>
    <dgm:cxn modelId="{CAD4D922-34F2-4C35-94EA-CF490E63C4BC}" type="presParOf" srcId="{F13ABC0F-41F6-4F37-9A61-5244DBE789FE}" destId="{A32F5597-BCD0-4170-88D7-7712A9B666DD}" srcOrd="3" destOrd="0" presId="urn:microsoft.com/office/officeart/2018/2/layout/IconLabelDescriptionList"/>
    <dgm:cxn modelId="{E14AB8C8-7456-44DD-9623-C9352041D8E7}" type="presParOf" srcId="{F13ABC0F-41F6-4F37-9A61-5244DBE789FE}" destId="{336E8BB8-9427-40D4-A787-A6AD9142742E}" srcOrd="4" destOrd="0" presId="urn:microsoft.com/office/officeart/2018/2/layout/IconLabelDescriptionList"/>
    <dgm:cxn modelId="{6575DBE2-2B07-4AA4-AE54-5D6C31038DAA}" type="presParOf" srcId="{40347A35-BE87-4C9A-BE43-96BA3630450B}" destId="{A4ABBD70-A867-47D5-B679-1C6A47B380E7}" srcOrd="1" destOrd="0" presId="urn:microsoft.com/office/officeart/2018/2/layout/IconLabelDescriptionList"/>
    <dgm:cxn modelId="{DA6A8F3C-C662-4A5E-81B7-ECA83979770F}" type="presParOf" srcId="{40347A35-BE87-4C9A-BE43-96BA3630450B}" destId="{F669819F-A1AE-4701-AAB1-A77851AD54F3}" srcOrd="2" destOrd="0" presId="urn:microsoft.com/office/officeart/2018/2/layout/IconLabelDescriptionList"/>
    <dgm:cxn modelId="{1FDD6C93-9DF3-4CC1-892C-EE21766162AF}" type="presParOf" srcId="{F669819F-A1AE-4701-AAB1-A77851AD54F3}" destId="{5711A078-4255-49A9-A33E-C60939AEF53D}" srcOrd="0" destOrd="0" presId="urn:microsoft.com/office/officeart/2018/2/layout/IconLabelDescriptionList"/>
    <dgm:cxn modelId="{09386325-7BC3-4DF3-98DF-38C5178CC722}" type="presParOf" srcId="{F669819F-A1AE-4701-AAB1-A77851AD54F3}" destId="{B8EB2BFD-A36D-42BB-A73D-2386ED9CCCFD}" srcOrd="1" destOrd="0" presId="urn:microsoft.com/office/officeart/2018/2/layout/IconLabelDescriptionList"/>
    <dgm:cxn modelId="{723FB439-624F-41B7-ABCE-084115458588}" type="presParOf" srcId="{F669819F-A1AE-4701-AAB1-A77851AD54F3}" destId="{37A7CFA1-1989-465F-B28F-149657E732FF}" srcOrd="2" destOrd="0" presId="urn:microsoft.com/office/officeart/2018/2/layout/IconLabelDescriptionList"/>
    <dgm:cxn modelId="{B9341595-345F-4B37-849B-2768A069962B}" type="presParOf" srcId="{F669819F-A1AE-4701-AAB1-A77851AD54F3}" destId="{3C4F42EE-6B4B-489B-8CA0-487B44C2DD91}" srcOrd="3" destOrd="0" presId="urn:microsoft.com/office/officeart/2018/2/layout/IconLabelDescriptionList"/>
    <dgm:cxn modelId="{1A7FFA5D-A9DC-4F04-A3DE-739DA30206FD}" type="presParOf" srcId="{F669819F-A1AE-4701-AAB1-A77851AD54F3}" destId="{41814A79-DC88-48B7-928A-5393E256026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2B8CC7A5-1E2E-4681-8B1B-399D302899A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751321B6-B36E-4DE1-8A92-1591FC1BBFA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base58check-decode </a:t>
          </a:r>
        </a:p>
      </dgm:t>
    </dgm:pt>
    <dgm:pt modelId="{CA1A5050-E450-4A21-BE7C-7381EA2EA414}" type="parTrans" cxnId="{C141972A-F2CD-462D-910B-AA2BE4CCE3D8}">
      <dgm:prSet/>
      <dgm:spPr/>
      <dgm:t>
        <a:bodyPr/>
        <a:lstStyle/>
        <a:p>
          <a:endParaRPr lang="tr-TR"/>
        </a:p>
      </dgm:t>
    </dgm:pt>
    <dgm:pt modelId="{1DD5C532-4779-4579-8731-80F329783EA5}" type="sibTrans" cxnId="{C141972A-F2CD-462D-910B-AA2BE4CCE3D8}">
      <dgm:prSet/>
      <dgm:spPr/>
      <dgm:t>
        <a:bodyPr/>
        <a:lstStyle/>
        <a:p>
          <a:endParaRPr lang="tr-TR"/>
        </a:p>
      </dgm:t>
    </dgm:pt>
    <dgm:pt modelId="{B81ECD64-67FB-4721-8E31-1F459452F6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decode the Base58Check format on the command</a:t>
          </a:r>
          <a:r>
            <a:rPr lang="tr-TR"/>
            <a:t> line.</a:t>
          </a:r>
        </a:p>
      </dgm:t>
    </dgm:pt>
    <dgm:pt modelId="{F5E60A85-FC79-4B7C-9E2E-A5C9842533B1}" type="parTrans" cxnId="{18C59269-C37C-4A34-AA0F-A4A6289D530A}">
      <dgm:prSet/>
      <dgm:spPr/>
      <dgm:t>
        <a:bodyPr/>
        <a:lstStyle/>
        <a:p>
          <a:endParaRPr lang="tr-TR"/>
        </a:p>
      </dgm:t>
    </dgm:pt>
    <dgm:pt modelId="{5EB047A8-CF9B-459C-9D26-C521F35354F4}" type="sibTrans" cxnId="{18C59269-C37C-4A34-AA0F-A4A6289D530A}">
      <dgm:prSet/>
      <dgm:spPr/>
      <dgm:t>
        <a:bodyPr/>
        <a:lstStyle/>
        <a:p>
          <a:endParaRPr lang="tr-TR"/>
        </a:p>
      </dgm:t>
    </dgm:pt>
    <dgm:pt modelId="{C5120622-8BC4-4926-9C50-2ADE2DE407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result </a:t>
          </a:r>
          <a:endParaRPr lang="tr-TR"/>
        </a:p>
      </dgm:t>
    </dgm:pt>
    <dgm:pt modelId="{A5BA337E-2D41-4CEB-B6B7-F74B350CD1E5}" type="parTrans" cxnId="{8C620439-ADEE-4E59-81F5-81DE6A123B0F}">
      <dgm:prSet/>
      <dgm:spPr/>
      <dgm:t>
        <a:bodyPr/>
        <a:lstStyle/>
        <a:p>
          <a:endParaRPr lang="tr-TR"/>
        </a:p>
      </dgm:t>
    </dgm:pt>
    <dgm:pt modelId="{C6DF4EAC-7CBF-4D12-8410-D6B3F881945C}" type="sibTrans" cxnId="{8C620439-ADEE-4E59-81F5-81DE6A123B0F}">
      <dgm:prSet/>
      <dgm:spPr/>
      <dgm:t>
        <a:bodyPr/>
        <a:lstStyle/>
        <a:p>
          <a:endParaRPr lang="tr-TR"/>
        </a:p>
      </dgm:t>
    </dgm:pt>
    <dgm:pt modelId="{DBA20061-D5D0-4B0B-B03C-DDCD654A77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contains the key as payload, </a:t>
          </a:r>
          <a:endParaRPr lang="tr-TR"/>
        </a:p>
      </dgm:t>
    </dgm:pt>
    <dgm:pt modelId="{9E26C4F2-54CE-47D8-9371-ED681C26B7C6}" type="parTrans" cxnId="{64E0B8A4-B08A-424B-9425-E04F5C0228E9}">
      <dgm:prSet/>
      <dgm:spPr/>
      <dgm:t>
        <a:bodyPr/>
        <a:lstStyle/>
        <a:p>
          <a:endParaRPr lang="tr-TR"/>
        </a:p>
      </dgm:t>
    </dgm:pt>
    <dgm:pt modelId="{F8A4643C-C935-4C98-8500-200BFDB34967}" type="sibTrans" cxnId="{64E0B8A4-B08A-424B-9425-E04F5C0228E9}">
      <dgm:prSet/>
      <dgm:spPr/>
      <dgm:t>
        <a:bodyPr/>
        <a:lstStyle/>
        <a:p>
          <a:endParaRPr lang="tr-TR"/>
        </a:p>
      </dgm:t>
    </dgm:pt>
    <dgm:pt modelId="{15F93F83-CD35-42B1-9A90-21CCDC6E2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WIF version prefix 128 </a:t>
          </a:r>
          <a:endParaRPr lang="tr-TR" dirty="0"/>
        </a:p>
      </dgm:t>
    </dgm:pt>
    <dgm:pt modelId="{6507F450-F8AC-4148-B34E-389A6ABE47C0}" type="parTrans" cxnId="{E0DC2DDE-7F67-4846-BF9E-037891024B06}">
      <dgm:prSet/>
      <dgm:spPr/>
      <dgm:t>
        <a:bodyPr/>
        <a:lstStyle/>
        <a:p>
          <a:endParaRPr lang="tr-TR"/>
        </a:p>
      </dgm:t>
    </dgm:pt>
    <dgm:pt modelId="{CB8CB49B-F390-473D-B36E-CB92A30D582C}" type="sibTrans" cxnId="{E0DC2DDE-7F67-4846-BF9E-037891024B06}">
      <dgm:prSet/>
      <dgm:spPr/>
      <dgm:t>
        <a:bodyPr/>
        <a:lstStyle/>
        <a:p>
          <a:endParaRPr lang="tr-TR"/>
        </a:p>
      </dgm:t>
    </dgm:pt>
    <dgm:pt modelId="{11798EE2-6CD1-4E9C-94B5-04F39D1E4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checksum.</a:t>
          </a:r>
          <a:endParaRPr lang="tr-TR"/>
        </a:p>
      </dgm:t>
    </dgm:pt>
    <dgm:pt modelId="{309B3DEA-FE9B-4737-A1B3-F9EA1948EB6A}" type="parTrans" cxnId="{505985C3-E242-4906-9FA7-C8BC70C648DE}">
      <dgm:prSet/>
      <dgm:spPr/>
      <dgm:t>
        <a:bodyPr/>
        <a:lstStyle/>
        <a:p>
          <a:endParaRPr lang="tr-TR"/>
        </a:p>
      </dgm:t>
    </dgm:pt>
    <dgm:pt modelId="{66F357FE-B2A8-4930-96CB-9DA80C944E9A}" type="sibTrans" cxnId="{505985C3-E242-4906-9FA7-C8BC70C648DE}">
      <dgm:prSet/>
      <dgm:spPr/>
      <dgm:t>
        <a:bodyPr/>
        <a:lstStyle/>
        <a:p>
          <a:endParaRPr lang="tr-TR"/>
        </a:p>
      </dgm:t>
    </dgm:pt>
    <dgm:pt modelId="{40347A35-BE87-4C9A-BE43-96BA3630450B}" type="pres">
      <dgm:prSet presAssocID="{2B8CC7A5-1E2E-4681-8B1B-399D302899A9}" presName="root" presStyleCnt="0">
        <dgm:presLayoutVars>
          <dgm:dir/>
          <dgm:resizeHandles val="exact"/>
        </dgm:presLayoutVars>
      </dgm:prSet>
      <dgm:spPr/>
    </dgm:pt>
    <dgm:pt modelId="{8E26CBAA-F792-47D0-B92E-E2749A980BF3}" type="pres">
      <dgm:prSet presAssocID="{751321B6-B36E-4DE1-8A92-1591FC1BBFA8}" presName="compNode" presStyleCnt="0"/>
      <dgm:spPr/>
    </dgm:pt>
    <dgm:pt modelId="{D2A66C2A-85E2-4798-A365-9C45F55D0459}" type="pres">
      <dgm:prSet presAssocID="{751321B6-B36E-4DE1-8A92-1591FC1BBFA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9646E05-76A9-4CDF-97FE-DDF745239C04}" type="pres">
      <dgm:prSet presAssocID="{751321B6-B36E-4DE1-8A92-1591FC1BBFA8}" presName="iconSpace" presStyleCnt="0"/>
      <dgm:spPr/>
    </dgm:pt>
    <dgm:pt modelId="{A40219A9-BFC3-4622-AFBE-F0634C448EAE}" type="pres">
      <dgm:prSet presAssocID="{751321B6-B36E-4DE1-8A92-1591FC1BBFA8}" presName="parTx" presStyleLbl="revTx" presStyleIdx="0" presStyleCnt="4">
        <dgm:presLayoutVars>
          <dgm:chMax val="0"/>
          <dgm:chPref val="0"/>
        </dgm:presLayoutVars>
      </dgm:prSet>
      <dgm:spPr/>
    </dgm:pt>
    <dgm:pt modelId="{2BF94627-BA10-4EC1-A2CB-C484D65DEBC0}" type="pres">
      <dgm:prSet presAssocID="{751321B6-B36E-4DE1-8A92-1591FC1BBFA8}" presName="txSpace" presStyleCnt="0"/>
      <dgm:spPr/>
    </dgm:pt>
    <dgm:pt modelId="{32A55BAC-80E6-4344-B4E4-C385F7FCFAE4}" type="pres">
      <dgm:prSet presAssocID="{751321B6-B36E-4DE1-8A92-1591FC1BBFA8}" presName="desTx" presStyleLbl="revTx" presStyleIdx="1" presStyleCnt="4">
        <dgm:presLayoutVars/>
      </dgm:prSet>
      <dgm:spPr/>
    </dgm:pt>
    <dgm:pt modelId="{2162FAB4-DDD2-4D5F-BA00-46A67EC792A0}" type="pres">
      <dgm:prSet presAssocID="{1DD5C532-4779-4579-8731-80F329783EA5}" presName="sibTrans" presStyleCnt="0"/>
      <dgm:spPr/>
    </dgm:pt>
    <dgm:pt modelId="{426BA9EF-1808-4296-8696-266B60B45E9C}" type="pres">
      <dgm:prSet presAssocID="{C5120622-8BC4-4926-9C50-2ADE2DE40775}" presName="compNode" presStyleCnt="0"/>
      <dgm:spPr/>
    </dgm:pt>
    <dgm:pt modelId="{B3ACFAF9-258E-45D1-8BBF-87D8C2EECEDA}" type="pres">
      <dgm:prSet presAssocID="{C5120622-8BC4-4926-9C50-2ADE2DE4077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0B52BA2-B39B-49E6-B1A3-F782415E3737}" type="pres">
      <dgm:prSet presAssocID="{C5120622-8BC4-4926-9C50-2ADE2DE40775}" presName="iconSpace" presStyleCnt="0"/>
      <dgm:spPr/>
    </dgm:pt>
    <dgm:pt modelId="{75BAAA66-3CCE-4E15-92C7-EDF91B420879}" type="pres">
      <dgm:prSet presAssocID="{C5120622-8BC4-4926-9C50-2ADE2DE40775}" presName="parTx" presStyleLbl="revTx" presStyleIdx="2" presStyleCnt="4">
        <dgm:presLayoutVars>
          <dgm:chMax val="0"/>
          <dgm:chPref val="0"/>
        </dgm:presLayoutVars>
      </dgm:prSet>
      <dgm:spPr/>
    </dgm:pt>
    <dgm:pt modelId="{26E6D4CA-FFA9-4CEE-BED9-12B091B2EB22}" type="pres">
      <dgm:prSet presAssocID="{C5120622-8BC4-4926-9C50-2ADE2DE40775}" presName="txSpace" presStyleCnt="0"/>
      <dgm:spPr/>
    </dgm:pt>
    <dgm:pt modelId="{EBAB064E-58FA-4986-8957-A154C6388CAD}" type="pres">
      <dgm:prSet presAssocID="{C5120622-8BC4-4926-9C50-2ADE2DE40775}" presName="desTx" presStyleLbl="revTx" presStyleIdx="3" presStyleCnt="4">
        <dgm:presLayoutVars/>
      </dgm:prSet>
      <dgm:spPr/>
    </dgm:pt>
  </dgm:ptLst>
  <dgm:cxnLst>
    <dgm:cxn modelId="{107E2509-A90A-4F55-9995-652174B81227}" type="presOf" srcId="{751321B6-B36E-4DE1-8A92-1591FC1BBFA8}" destId="{A40219A9-BFC3-4622-AFBE-F0634C448EAE}" srcOrd="0" destOrd="0" presId="urn:microsoft.com/office/officeart/2018/2/layout/IconLabelDescriptionList"/>
    <dgm:cxn modelId="{C141972A-F2CD-462D-910B-AA2BE4CCE3D8}" srcId="{2B8CC7A5-1E2E-4681-8B1B-399D302899A9}" destId="{751321B6-B36E-4DE1-8A92-1591FC1BBFA8}" srcOrd="0" destOrd="0" parTransId="{CA1A5050-E450-4A21-BE7C-7381EA2EA414}" sibTransId="{1DD5C532-4779-4579-8731-80F329783EA5}"/>
    <dgm:cxn modelId="{8C620439-ADEE-4E59-81F5-81DE6A123B0F}" srcId="{2B8CC7A5-1E2E-4681-8B1B-399D302899A9}" destId="{C5120622-8BC4-4926-9C50-2ADE2DE40775}" srcOrd="1" destOrd="0" parTransId="{A5BA337E-2D41-4CEB-B6B7-F74B350CD1E5}" sibTransId="{C6DF4EAC-7CBF-4D12-8410-D6B3F881945C}"/>
    <dgm:cxn modelId="{078BA03F-D7DE-412D-8941-F8B874B6B9D4}" type="presOf" srcId="{11798EE2-6CD1-4E9C-94B5-04F39D1E4783}" destId="{EBAB064E-58FA-4986-8957-A154C6388CAD}" srcOrd="0" destOrd="2" presId="urn:microsoft.com/office/officeart/2018/2/layout/IconLabelDescriptionList"/>
    <dgm:cxn modelId="{18C59269-C37C-4A34-AA0F-A4A6289D530A}" srcId="{751321B6-B36E-4DE1-8A92-1591FC1BBFA8}" destId="{B81ECD64-67FB-4721-8E31-1F459452F61E}" srcOrd="0" destOrd="0" parTransId="{F5E60A85-FC79-4B7C-9E2E-A5C9842533B1}" sibTransId="{5EB047A8-CF9B-459C-9D26-C521F35354F4}"/>
    <dgm:cxn modelId="{1D93494C-9DA4-40C1-B5DA-EBE60DF814B5}" type="presOf" srcId="{B81ECD64-67FB-4721-8E31-1F459452F61E}" destId="{32A55BAC-80E6-4344-B4E4-C385F7FCFAE4}" srcOrd="0" destOrd="0" presId="urn:microsoft.com/office/officeart/2018/2/layout/IconLabelDescriptionList"/>
    <dgm:cxn modelId="{29363E83-701E-40C4-9B00-2A758895EECE}" type="presOf" srcId="{2B8CC7A5-1E2E-4681-8B1B-399D302899A9}" destId="{40347A35-BE87-4C9A-BE43-96BA3630450B}" srcOrd="0" destOrd="0" presId="urn:microsoft.com/office/officeart/2018/2/layout/IconLabelDescriptionList"/>
    <dgm:cxn modelId="{E4689A87-5435-4D3D-83DA-FB43D5AD1C09}" type="presOf" srcId="{DBA20061-D5D0-4B0B-B03C-DDCD654A7774}" destId="{EBAB064E-58FA-4986-8957-A154C6388CAD}" srcOrd="0" destOrd="0" presId="urn:microsoft.com/office/officeart/2018/2/layout/IconLabelDescriptionList"/>
    <dgm:cxn modelId="{64E0B8A4-B08A-424B-9425-E04F5C0228E9}" srcId="{C5120622-8BC4-4926-9C50-2ADE2DE40775}" destId="{DBA20061-D5D0-4B0B-B03C-DDCD654A7774}" srcOrd="0" destOrd="0" parTransId="{9E26C4F2-54CE-47D8-9371-ED681C26B7C6}" sibTransId="{F8A4643C-C935-4C98-8500-200BFDB34967}"/>
    <dgm:cxn modelId="{505985C3-E242-4906-9FA7-C8BC70C648DE}" srcId="{C5120622-8BC4-4926-9C50-2ADE2DE40775}" destId="{11798EE2-6CD1-4E9C-94B5-04F39D1E4783}" srcOrd="2" destOrd="0" parTransId="{309B3DEA-FE9B-4737-A1B3-F9EA1948EB6A}" sibTransId="{66F357FE-B2A8-4930-96CB-9DA80C944E9A}"/>
    <dgm:cxn modelId="{7D9D6ACD-1AFD-4EAD-BA77-80A425A87294}" type="presOf" srcId="{15F93F83-CD35-42B1-9A90-21CCDC6E2867}" destId="{EBAB064E-58FA-4986-8957-A154C6388CAD}" srcOrd="0" destOrd="1" presId="urn:microsoft.com/office/officeart/2018/2/layout/IconLabelDescriptionList"/>
    <dgm:cxn modelId="{E0DC2DDE-7F67-4846-BF9E-037891024B06}" srcId="{C5120622-8BC4-4926-9C50-2ADE2DE40775}" destId="{15F93F83-CD35-42B1-9A90-21CCDC6E2867}" srcOrd="1" destOrd="0" parTransId="{6507F450-F8AC-4148-B34E-389A6ABE47C0}" sibTransId="{CB8CB49B-F390-473D-B36E-CB92A30D582C}"/>
    <dgm:cxn modelId="{F44DD0F1-69D2-4604-AE25-3ABD42F59204}" type="presOf" srcId="{C5120622-8BC4-4926-9C50-2ADE2DE40775}" destId="{75BAAA66-3CCE-4E15-92C7-EDF91B420879}" srcOrd="0" destOrd="0" presId="urn:microsoft.com/office/officeart/2018/2/layout/IconLabelDescriptionList"/>
    <dgm:cxn modelId="{F323815B-0C32-4143-9B13-49AC4100A152}" type="presParOf" srcId="{40347A35-BE87-4C9A-BE43-96BA3630450B}" destId="{8E26CBAA-F792-47D0-B92E-E2749A980BF3}" srcOrd="0" destOrd="0" presId="urn:microsoft.com/office/officeart/2018/2/layout/IconLabelDescriptionList"/>
    <dgm:cxn modelId="{88DF395D-7EDF-43B2-9EA3-B78C66AB9545}" type="presParOf" srcId="{8E26CBAA-F792-47D0-B92E-E2749A980BF3}" destId="{D2A66C2A-85E2-4798-A365-9C45F55D0459}" srcOrd="0" destOrd="0" presId="urn:microsoft.com/office/officeart/2018/2/layout/IconLabelDescriptionList"/>
    <dgm:cxn modelId="{236964AA-EA71-40E2-98BB-3ACAC41D1FD1}" type="presParOf" srcId="{8E26CBAA-F792-47D0-B92E-E2749A980BF3}" destId="{A9646E05-76A9-4CDF-97FE-DDF745239C04}" srcOrd="1" destOrd="0" presId="urn:microsoft.com/office/officeart/2018/2/layout/IconLabelDescriptionList"/>
    <dgm:cxn modelId="{D10A2D3D-F01D-428E-9E2E-15E1158B7380}" type="presParOf" srcId="{8E26CBAA-F792-47D0-B92E-E2749A980BF3}" destId="{A40219A9-BFC3-4622-AFBE-F0634C448EAE}" srcOrd="2" destOrd="0" presId="urn:microsoft.com/office/officeart/2018/2/layout/IconLabelDescriptionList"/>
    <dgm:cxn modelId="{EDE3006A-87BC-4A70-8961-CCBBAC089681}" type="presParOf" srcId="{8E26CBAA-F792-47D0-B92E-E2749A980BF3}" destId="{2BF94627-BA10-4EC1-A2CB-C484D65DEBC0}" srcOrd="3" destOrd="0" presId="urn:microsoft.com/office/officeart/2018/2/layout/IconLabelDescriptionList"/>
    <dgm:cxn modelId="{1FDE1219-C381-45BF-9CF3-BD1CEC399462}" type="presParOf" srcId="{8E26CBAA-F792-47D0-B92E-E2749A980BF3}" destId="{32A55BAC-80E6-4344-B4E4-C385F7FCFAE4}" srcOrd="4" destOrd="0" presId="urn:microsoft.com/office/officeart/2018/2/layout/IconLabelDescriptionList"/>
    <dgm:cxn modelId="{A1CED049-02D0-4305-8238-00745C6F9D0E}" type="presParOf" srcId="{40347A35-BE87-4C9A-BE43-96BA3630450B}" destId="{2162FAB4-DDD2-4D5F-BA00-46A67EC792A0}" srcOrd="1" destOrd="0" presId="urn:microsoft.com/office/officeart/2018/2/layout/IconLabelDescriptionList"/>
    <dgm:cxn modelId="{B5DF11DC-44A5-4AC0-AC74-188B3D7ED925}" type="presParOf" srcId="{40347A35-BE87-4C9A-BE43-96BA3630450B}" destId="{426BA9EF-1808-4296-8696-266B60B45E9C}" srcOrd="2" destOrd="0" presId="urn:microsoft.com/office/officeart/2018/2/layout/IconLabelDescriptionList"/>
    <dgm:cxn modelId="{897E6242-7290-49AB-B9C7-7DADEBB0C8DF}" type="presParOf" srcId="{426BA9EF-1808-4296-8696-266B60B45E9C}" destId="{B3ACFAF9-258E-45D1-8BBF-87D8C2EECEDA}" srcOrd="0" destOrd="0" presId="urn:microsoft.com/office/officeart/2018/2/layout/IconLabelDescriptionList"/>
    <dgm:cxn modelId="{79013FAF-0BA8-4961-A8DC-264DEA42A9B7}" type="presParOf" srcId="{426BA9EF-1808-4296-8696-266B60B45E9C}" destId="{E0B52BA2-B39B-49E6-B1A3-F782415E3737}" srcOrd="1" destOrd="0" presId="urn:microsoft.com/office/officeart/2018/2/layout/IconLabelDescriptionList"/>
    <dgm:cxn modelId="{E691C524-4B95-40BE-95AA-8739642D078A}" type="presParOf" srcId="{426BA9EF-1808-4296-8696-266B60B45E9C}" destId="{75BAAA66-3CCE-4E15-92C7-EDF91B420879}" srcOrd="2" destOrd="0" presId="urn:microsoft.com/office/officeart/2018/2/layout/IconLabelDescriptionList"/>
    <dgm:cxn modelId="{00852E97-A955-4A0D-8E2F-051FE7A4E8EC}" type="presParOf" srcId="{426BA9EF-1808-4296-8696-266B60B45E9C}" destId="{26E6D4CA-FFA9-4CEE-BED9-12B091B2EB22}" srcOrd="3" destOrd="0" presId="urn:microsoft.com/office/officeart/2018/2/layout/IconLabelDescriptionList"/>
    <dgm:cxn modelId="{B64EEC5D-8113-4CAF-8883-06AB9412F319}" type="presParOf" srcId="{426BA9EF-1808-4296-8696-266B60B45E9C}" destId="{EBAB064E-58FA-4986-8957-A154C6388CA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A389E170-9BCE-48B5-A8D8-DDF3EE612B1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341FD4A4-4ED5-422D-B139-434F4BEF6B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Sufix 01</a:t>
          </a:r>
        </a:p>
      </dgm:t>
    </dgm:pt>
    <dgm:pt modelId="{F12E6151-E995-45D5-B7CE-3619BA99EACA}" type="parTrans" cxnId="{7E57982B-D209-48F2-91A6-3CE2111BBEDE}">
      <dgm:prSet/>
      <dgm:spPr/>
      <dgm:t>
        <a:bodyPr/>
        <a:lstStyle/>
        <a:p>
          <a:endParaRPr lang="tr-TR"/>
        </a:p>
      </dgm:t>
    </dgm:pt>
    <dgm:pt modelId="{FB6B03CB-2ED2-4C66-811B-99362E533B65}" type="sibTrans" cxnId="{7E57982B-D209-48F2-91A6-3CE2111BBEDE}">
      <dgm:prSet/>
      <dgm:spPr/>
      <dgm:t>
        <a:bodyPr/>
        <a:lstStyle/>
        <a:p>
          <a:endParaRPr lang="tr-TR"/>
        </a:p>
      </dgm:t>
    </dgm:pt>
    <dgm:pt modelId="{4791B41F-9433-4320-865A-7AFE774A13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</a:t>
          </a:r>
        </a:p>
      </dgm:t>
    </dgm:pt>
    <dgm:pt modelId="{98CC5EFE-4073-42B5-8B52-8461BBB5A1C3}" type="parTrans" cxnId="{ED6E44CA-56BD-4A69-A075-841A67AA1CF4}">
      <dgm:prSet/>
      <dgm:spPr/>
      <dgm:t>
        <a:bodyPr/>
        <a:lstStyle/>
        <a:p>
          <a:endParaRPr lang="tr-TR"/>
        </a:p>
      </dgm:t>
    </dgm:pt>
    <dgm:pt modelId="{4DC15491-05D5-4BB2-9B61-F38B17238702}" type="sibTrans" cxnId="{ED6E44CA-56BD-4A69-A075-841A67AA1CF4}">
      <dgm:prSet/>
      <dgm:spPr/>
      <dgm:t>
        <a:bodyPr/>
        <a:lstStyle/>
        <a:p>
          <a:endParaRPr lang="tr-TR"/>
        </a:p>
      </dgm:t>
    </dgm:pt>
    <dgm:pt modelId="{ECFE97C2-0FA3-421C-895D-FD517F309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appended with the suffix 01 </a:t>
          </a:r>
          <a:endParaRPr lang="tr-TR" dirty="0"/>
        </a:p>
      </dgm:t>
    </dgm:pt>
    <dgm:pt modelId="{7C4E5CFC-C037-439B-9C1A-A826D50F1416}" type="parTrans" cxnId="{3C6AABBA-71F2-431A-92C8-CFAB43D4990B}">
      <dgm:prSet/>
      <dgm:spPr/>
      <dgm:t>
        <a:bodyPr/>
        <a:lstStyle/>
        <a:p>
          <a:endParaRPr lang="tr-TR"/>
        </a:p>
      </dgm:t>
    </dgm:pt>
    <dgm:pt modelId="{A654CF88-1F49-4833-82ED-0A6FD8664234}" type="sibTrans" cxnId="{3C6AABBA-71F2-431A-92C8-CFAB43D4990B}">
      <dgm:prSet/>
      <dgm:spPr/>
      <dgm:t>
        <a:bodyPr/>
        <a:lstStyle/>
        <a:p>
          <a:endParaRPr lang="tr-TR"/>
        </a:p>
      </dgm:t>
    </dgm:pt>
    <dgm:pt modelId="{FAF6AC2E-8641-424B-A448-1EB09E9D88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Signaling</a:t>
          </a:r>
          <a:r>
            <a:rPr lang="tr-TR" dirty="0"/>
            <a:t> </a:t>
          </a:r>
          <a:r>
            <a:rPr lang="en-US" dirty="0"/>
            <a:t>the derived public key</a:t>
          </a:r>
          <a:endParaRPr lang="tr-TR" dirty="0"/>
        </a:p>
      </dgm:t>
    </dgm:pt>
    <dgm:pt modelId="{44941AF8-26A4-4729-837E-7D02436D8324}" type="parTrans" cxnId="{A01D2817-FD74-4D34-BADC-12959326B80C}">
      <dgm:prSet/>
      <dgm:spPr/>
      <dgm:t>
        <a:bodyPr/>
        <a:lstStyle/>
        <a:p>
          <a:endParaRPr lang="tr-TR"/>
        </a:p>
      </dgm:t>
    </dgm:pt>
    <dgm:pt modelId="{90C2F9B6-BCF2-4136-AAD0-A054B1E43558}" type="sibTrans" cxnId="{A01D2817-FD74-4D34-BADC-12959326B80C}">
      <dgm:prSet/>
      <dgm:spPr/>
      <dgm:t>
        <a:bodyPr/>
        <a:lstStyle/>
        <a:p>
          <a:endParaRPr lang="tr-TR"/>
        </a:p>
      </dgm:t>
    </dgm:pt>
    <dgm:pt modelId="{67BEA6F7-9B87-45BC-A775-1460422CAA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İs</a:t>
          </a:r>
          <a:r>
            <a:rPr lang="tr-TR" dirty="0"/>
            <a:t> </a:t>
          </a:r>
          <a:r>
            <a:rPr lang="en-US" dirty="0"/>
            <a:t>to be compressed</a:t>
          </a:r>
          <a:endParaRPr lang="tr-TR" dirty="0"/>
        </a:p>
      </dgm:t>
    </dgm:pt>
    <dgm:pt modelId="{26C921C7-E42C-49D6-A069-3DFB6927AF0F}" type="parTrans" cxnId="{031D18F3-184C-499C-BC99-E172C722D604}">
      <dgm:prSet/>
      <dgm:spPr/>
      <dgm:t>
        <a:bodyPr/>
        <a:lstStyle/>
        <a:p>
          <a:endParaRPr lang="tr-TR"/>
        </a:p>
      </dgm:t>
    </dgm:pt>
    <dgm:pt modelId="{A03CDFBC-D5A4-4A37-9EAB-C82407D8BD1F}" type="sibTrans" cxnId="{031D18F3-184C-499C-BC99-E172C722D604}">
      <dgm:prSet/>
      <dgm:spPr/>
      <dgm:t>
        <a:bodyPr/>
        <a:lstStyle/>
        <a:p>
          <a:endParaRPr lang="tr-TR"/>
        </a:p>
      </dgm:t>
    </dgm:pt>
    <dgm:pt modelId="{97237924-62D1-4543-BD85-9158C0F53F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“payload” of the compressed key is</a:t>
          </a:r>
          <a:endParaRPr lang="tr-TR" dirty="0"/>
        </a:p>
      </dgm:t>
    </dgm:pt>
    <dgm:pt modelId="{2690B30F-52A6-4455-B276-AF9717E95438}" type="parTrans" cxnId="{56DA74D6-0D47-4431-A475-2E2046210583}">
      <dgm:prSet/>
      <dgm:spPr/>
      <dgm:t>
        <a:bodyPr/>
        <a:lstStyle/>
        <a:p>
          <a:endParaRPr lang="tr-TR"/>
        </a:p>
      </dgm:t>
    </dgm:pt>
    <dgm:pt modelId="{E437155B-1F03-4F49-9BE9-33129DFF63E6}" type="sibTrans" cxnId="{56DA74D6-0D47-4431-A475-2E2046210583}">
      <dgm:prSet/>
      <dgm:spPr/>
      <dgm:t>
        <a:bodyPr/>
        <a:lstStyle/>
        <a:p>
          <a:endParaRPr lang="tr-TR"/>
        </a:p>
      </dgm:t>
    </dgm:pt>
    <dgm:pt modelId="{96BFC1A6-82BE-4259-881D-FBCC392CDBAB}" type="pres">
      <dgm:prSet presAssocID="{A389E170-9BCE-48B5-A8D8-DDF3EE612B10}" presName="root" presStyleCnt="0">
        <dgm:presLayoutVars>
          <dgm:dir/>
          <dgm:resizeHandles val="exact"/>
        </dgm:presLayoutVars>
      </dgm:prSet>
      <dgm:spPr/>
    </dgm:pt>
    <dgm:pt modelId="{B6367BFC-136C-4DF7-BB7D-C01DFDD560DF}" type="pres">
      <dgm:prSet presAssocID="{341FD4A4-4ED5-422D-B139-434F4BEF6B2E}" presName="compNode" presStyleCnt="0"/>
      <dgm:spPr/>
    </dgm:pt>
    <dgm:pt modelId="{FD264C25-5899-4F98-84BA-88AC987E34A0}" type="pres">
      <dgm:prSet presAssocID="{341FD4A4-4ED5-422D-B139-434F4BEF6B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CE3AF0E-3F85-4B02-9BE1-CA4FB7E24B67}" type="pres">
      <dgm:prSet presAssocID="{341FD4A4-4ED5-422D-B139-434F4BEF6B2E}" presName="iconSpace" presStyleCnt="0"/>
      <dgm:spPr/>
    </dgm:pt>
    <dgm:pt modelId="{11E8EB9A-E8B8-46A7-AF0E-59C20D28E995}" type="pres">
      <dgm:prSet presAssocID="{341FD4A4-4ED5-422D-B139-434F4BEF6B2E}" presName="parTx" presStyleLbl="revTx" presStyleIdx="0" presStyleCnt="4">
        <dgm:presLayoutVars>
          <dgm:chMax val="0"/>
          <dgm:chPref val="0"/>
        </dgm:presLayoutVars>
      </dgm:prSet>
      <dgm:spPr/>
    </dgm:pt>
    <dgm:pt modelId="{D32C35C0-EE22-4EA2-96A5-21180346FEF7}" type="pres">
      <dgm:prSet presAssocID="{341FD4A4-4ED5-422D-B139-434F4BEF6B2E}" presName="txSpace" presStyleCnt="0"/>
      <dgm:spPr/>
    </dgm:pt>
    <dgm:pt modelId="{0A6F1B3B-C73A-404D-8FEE-379416D9C125}" type="pres">
      <dgm:prSet presAssocID="{341FD4A4-4ED5-422D-B139-434F4BEF6B2E}" presName="desTx" presStyleLbl="revTx" presStyleIdx="1" presStyleCnt="4">
        <dgm:presLayoutVars/>
      </dgm:prSet>
      <dgm:spPr/>
    </dgm:pt>
    <dgm:pt modelId="{E622EF15-D80D-437F-937C-441EA7797B20}" type="pres">
      <dgm:prSet presAssocID="{FB6B03CB-2ED2-4C66-811B-99362E533B65}" presName="sibTrans" presStyleCnt="0"/>
      <dgm:spPr/>
    </dgm:pt>
    <dgm:pt modelId="{8B907189-16EE-4B21-859C-A505F8C4022E}" type="pres">
      <dgm:prSet presAssocID="{4791B41F-9433-4320-865A-7AFE774A13BB}" presName="compNode" presStyleCnt="0"/>
      <dgm:spPr/>
    </dgm:pt>
    <dgm:pt modelId="{96336684-F76D-450D-B22A-81C58A9B4392}" type="pres">
      <dgm:prSet presAssocID="{4791B41F-9433-4320-865A-7AFE774A13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7124FFC-1BA5-4A56-8FC3-8C41F7FE3FE6}" type="pres">
      <dgm:prSet presAssocID="{4791B41F-9433-4320-865A-7AFE774A13BB}" presName="iconSpace" presStyleCnt="0"/>
      <dgm:spPr/>
    </dgm:pt>
    <dgm:pt modelId="{33A4A380-ED21-4D6B-949C-B7BE69F79202}" type="pres">
      <dgm:prSet presAssocID="{4791B41F-9433-4320-865A-7AFE774A13BB}" presName="parTx" presStyleLbl="revTx" presStyleIdx="2" presStyleCnt="4">
        <dgm:presLayoutVars>
          <dgm:chMax val="0"/>
          <dgm:chPref val="0"/>
        </dgm:presLayoutVars>
      </dgm:prSet>
      <dgm:spPr/>
    </dgm:pt>
    <dgm:pt modelId="{9EA06E74-F7CF-484D-92C1-CE0221016012}" type="pres">
      <dgm:prSet presAssocID="{4791B41F-9433-4320-865A-7AFE774A13BB}" presName="txSpace" presStyleCnt="0"/>
      <dgm:spPr/>
    </dgm:pt>
    <dgm:pt modelId="{C62043D6-BE9A-46CB-B50C-9F93EB3E5A87}" type="pres">
      <dgm:prSet presAssocID="{4791B41F-9433-4320-865A-7AFE774A13BB}" presName="desTx" presStyleLbl="revTx" presStyleIdx="3" presStyleCnt="4">
        <dgm:presLayoutVars/>
      </dgm:prSet>
      <dgm:spPr/>
    </dgm:pt>
  </dgm:ptLst>
  <dgm:cxnLst>
    <dgm:cxn modelId="{A01D2817-FD74-4D34-BADC-12959326B80C}" srcId="{4791B41F-9433-4320-865A-7AFE774A13BB}" destId="{FAF6AC2E-8641-424B-A448-1EB09E9D888E}" srcOrd="0" destOrd="0" parTransId="{44941AF8-26A4-4729-837E-7D02436D8324}" sibTransId="{90C2F9B6-BCF2-4136-AAD0-A054B1E43558}"/>
    <dgm:cxn modelId="{94912C2A-B4E8-4A41-A8FC-3EF57925DBA3}" type="presOf" srcId="{97237924-62D1-4543-BD85-9158C0F53F70}" destId="{0A6F1B3B-C73A-404D-8FEE-379416D9C125}" srcOrd="0" destOrd="0" presId="urn:microsoft.com/office/officeart/2018/2/layout/IconLabelDescriptionList"/>
    <dgm:cxn modelId="{7E57982B-D209-48F2-91A6-3CE2111BBEDE}" srcId="{A389E170-9BCE-48B5-A8D8-DDF3EE612B10}" destId="{341FD4A4-4ED5-422D-B139-434F4BEF6B2E}" srcOrd="0" destOrd="0" parTransId="{F12E6151-E995-45D5-B7CE-3619BA99EACA}" sibTransId="{FB6B03CB-2ED2-4C66-811B-99362E533B65}"/>
    <dgm:cxn modelId="{D45A6F5D-8E90-462A-80DD-4132890E64A8}" type="presOf" srcId="{4791B41F-9433-4320-865A-7AFE774A13BB}" destId="{33A4A380-ED21-4D6B-949C-B7BE69F79202}" srcOrd="0" destOrd="0" presId="urn:microsoft.com/office/officeart/2018/2/layout/IconLabelDescriptionList"/>
    <dgm:cxn modelId="{9CF6F266-1854-4204-B728-30A5850D3659}" type="presOf" srcId="{ECFE97C2-0FA3-421C-895D-FD517F3092B7}" destId="{0A6F1B3B-C73A-404D-8FEE-379416D9C125}" srcOrd="0" destOrd="1" presId="urn:microsoft.com/office/officeart/2018/2/layout/IconLabelDescriptionList"/>
    <dgm:cxn modelId="{AAFBBB67-A962-4CDC-9CCC-C4046855B4DB}" type="presOf" srcId="{67BEA6F7-9B87-45BC-A775-1460422CAA80}" destId="{C62043D6-BE9A-46CB-B50C-9F93EB3E5A87}" srcOrd="0" destOrd="1" presId="urn:microsoft.com/office/officeart/2018/2/layout/IconLabelDescriptionList"/>
    <dgm:cxn modelId="{12FE277F-B478-4609-9BD4-68D26A96D480}" type="presOf" srcId="{341FD4A4-4ED5-422D-B139-434F4BEF6B2E}" destId="{11E8EB9A-E8B8-46A7-AF0E-59C20D28E995}" srcOrd="0" destOrd="0" presId="urn:microsoft.com/office/officeart/2018/2/layout/IconLabelDescriptionList"/>
    <dgm:cxn modelId="{4CDAC489-7ECA-4143-99EB-39201DCA396E}" type="presOf" srcId="{FAF6AC2E-8641-424B-A448-1EB09E9D888E}" destId="{C62043D6-BE9A-46CB-B50C-9F93EB3E5A87}" srcOrd="0" destOrd="0" presId="urn:microsoft.com/office/officeart/2018/2/layout/IconLabelDescriptionList"/>
    <dgm:cxn modelId="{3C6AABBA-71F2-431A-92C8-CFAB43D4990B}" srcId="{341FD4A4-4ED5-422D-B139-434F4BEF6B2E}" destId="{ECFE97C2-0FA3-421C-895D-FD517F3092B7}" srcOrd="1" destOrd="0" parTransId="{7C4E5CFC-C037-439B-9C1A-A826D50F1416}" sibTransId="{A654CF88-1F49-4833-82ED-0A6FD8664234}"/>
    <dgm:cxn modelId="{ED6E44CA-56BD-4A69-A075-841A67AA1CF4}" srcId="{A389E170-9BCE-48B5-A8D8-DDF3EE612B10}" destId="{4791B41F-9433-4320-865A-7AFE774A13BB}" srcOrd="1" destOrd="0" parTransId="{98CC5EFE-4073-42B5-8B52-8461BBB5A1C3}" sibTransId="{4DC15491-05D5-4BB2-9B61-F38B17238702}"/>
    <dgm:cxn modelId="{56DA74D6-0D47-4431-A475-2E2046210583}" srcId="{341FD4A4-4ED5-422D-B139-434F4BEF6B2E}" destId="{97237924-62D1-4543-BD85-9158C0F53F70}" srcOrd="0" destOrd="0" parTransId="{2690B30F-52A6-4455-B276-AF9717E95438}" sibTransId="{E437155B-1F03-4F49-9BE9-33129DFF63E6}"/>
    <dgm:cxn modelId="{03319BE7-CF50-44ED-AE10-02218D13D0E0}" type="presOf" srcId="{A389E170-9BCE-48B5-A8D8-DDF3EE612B10}" destId="{96BFC1A6-82BE-4259-881D-FBCC392CDBAB}" srcOrd="0" destOrd="0" presId="urn:microsoft.com/office/officeart/2018/2/layout/IconLabelDescriptionList"/>
    <dgm:cxn modelId="{031D18F3-184C-499C-BC99-E172C722D604}" srcId="{4791B41F-9433-4320-865A-7AFE774A13BB}" destId="{67BEA6F7-9B87-45BC-A775-1460422CAA80}" srcOrd="1" destOrd="0" parTransId="{26C921C7-E42C-49D6-A069-3DFB6927AF0F}" sibTransId="{A03CDFBC-D5A4-4A37-9EAB-C82407D8BD1F}"/>
    <dgm:cxn modelId="{7C4E187C-A225-4ED2-967D-0167A7D97D30}" type="presParOf" srcId="{96BFC1A6-82BE-4259-881D-FBCC392CDBAB}" destId="{B6367BFC-136C-4DF7-BB7D-C01DFDD560DF}" srcOrd="0" destOrd="0" presId="urn:microsoft.com/office/officeart/2018/2/layout/IconLabelDescriptionList"/>
    <dgm:cxn modelId="{3C1C06E5-1F5B-40B2-8F56-8DCDF481C322}" type="presParOf" srcId="{B6367BFC-136C-4DF7-BB7D-C01DFDD560DF}" destId="{FD264C25-5899-4F98-84BA-88AC987E34A0}" srcOrd="0" destOrd="0" presId="urn:microsoft.com/office/officeart/2018/2/layout/IconLabelDescriptionList"/>
    <dgm:cxn modelId="{E6864DE7-900C-453E-AA10-E127AE482255}" type="presParOf" srcId="{B6367BFC-136C-4DF7-BB7D-C01DFDD560DF}" destId="{5CE3AF0E-3F85-4B02-9BE1-CA4FB7E24B67}" srcOrd="1" destOrd="0" presId="urn:microsoft.com/office/officeart/2018/2/layout/IconLabelDescriptionList"/>
    <dgm:cxn modelId="{44A69AEC-E7DE-4348-8E47-D86F9FFA447A}" type="presParOf" srcId="{B6367BFC-136C-4DF7-BB7D-C01DFDD560DF}" destId="{11E8EB9A-E8B8-46A7-AF0E-59C20D28E995}" srcOrd="2" destOrd="0" presId="urn:microsoft.com/office/officeart/2018/2/layout/IconLabelDescriptionList"/>
    <dgm:cxn modelId="{66A06106-8D67-4B59-B1D6-9F59C0549DC2}" type="presParOf" srcId="{B6367BFC-136C-4DF7-BB7D-C01DFDD560DF}" destId="{D32C35C0-EE22-4EA2-96A5-21180346FEF7}" srcOrd="3" destOrd="0" presId="urn:microsoft.com/office/officeart/2018/2/layout/IconLabelDescriptionList"/>
    <dgm:cxn modelId="{C843258C-532B-45B1-B665-45F4F0BD4EF0}" type="presParOf" srcId="{B6367BFC-136C-4DF7-BB7D-C01DFDD560DF}" destId="{0A6F1B3B-C73A-404D-8FEE-379416D9C125}" srcOrd="4" destOrd="0" presId="urn:microsoft.com/office/officeart/2018/2/layout/IconLabelDescriptionList"/>
    <dgm:cxn modelId="{519E6A57-9B6F-4BB3-9323-14C05F0BC8EC}" type="presParOf" srcId="{96BFC1A6-82BE-4259-881D-FBCC392CDBAB}" destId="{E622EF15-D80D-437F-937C-441EA7797B20}" srcOrd="1" destOrd="0" presId="urn:microsoft.com/office/officeart/2018/2/layout/IconLabelDescriptionList"/>
    <dgm:cxn modelId="{869EC316-6CC1-440C-A55C-B4BB3DAFDC9E}" type="presParOf" srcId="{96BFC1A6-82BE-4259-881D-FBCC392CDBAB}" destId="{8B907189-16EE-4B21-859C-A505F8C4022E}" srcOrd="2" destOrd="0" presId="urn:microsoft.com/office/officeart/2018/2/layout/IconLabelDescriptionList"/>
    <dgm:cxn modelId="{20B4B86B-3B20-4054-A5C4-335A6EF608D8}" type="presParOf" srcId="{8B907189-16EE-4B21-859C-A505F8C4022E}" destId="{96336684-F76D-450D-B22A-81C58A9B4392}" srcOrd="0" destOrd="0" presId="urn:microsoft.com/office/officeart/2018/2/layout/IconLabelDescriptionList"/>
    <dgm:cxn modelId="{6AD1ED05-0280-4CD1-994F-CC1146F6E246}" type="presParOf" srcId="{8B907189-16EE-4B21-859C-A505F8C4022E}" destId="{27124FFC-1BA5-4A56-8FC3-8C41F7FE3FE6}" srcOrd="1" destOrd="0" presId="urn:microsoft.com/office/officeart/2018/2/layout/IconLabelDescriptionList"/>
    <dgm:cxn modelId="{9D8CC492-3A0D-474A-B471-AEADA08FCF7B}" type="presParOf" srcId="{8B907189-16EE-4B21-859C-A505F8C4022E}" destId="{33A4A380-ED21-4D6B-949C-B7BE69F79202}" srcOrd="2" destOrd="0" presId="urn:microsoft.com/office/officeart/2018/2/layout/IconLabelDescriptionList"/>
    <dgm:cxn modelId="{D0AAEBD5-040A-4D38-AA85-D2641A6E9C3E}" type="presParOf" srcId="{8B907189-16EE-4B21-859C-A505F8C4022E}" destId="{9EA06E74-F7CF-484D-92C1-CE0221016012}" srcOrd="3" destOrd="0" presId="urn:microsoft.com/office/officeart/2018/2/layout/IconLabelDescriptionList"/>
    <dgm:cxn modelId="{3D281845-BDC3-4F9D-BA33-1500AE2AA2AB}" type="presParOf" srcId="{8B907189-16EE-4B21-859C-A505F8C4022E}" destId="{C62043D6-BE9A-46CB-B50C-9F93EB3E5A8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E320F943-DBB9-4C37-9C21-0D9D53FEC11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DF07990E-912D-41E0-9708-504B135F96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base58check-encode</a:t>
          </a:r>
        </a:p>
      </dgm:t>
    </dgm:pt>
    <dgm:pt modelId="{A7EA211E-615A-4E5B-A559-4E3586C74ED3}" type="parTrans" cxnId="{72CBBD64-80CE-480E-BAF6-9BA4D6DB0082}">
      <dgm:prSet/>
      <dgm:spPr/>
      <dgm:t>
        <a:bodyPr/>
        <a:lstStyle/>
        <a:p>
          <a:endParaRPr lang="tr-TR"/>
        </a:p>
      </dgm:t>
    </dgm:pt>
    <dgm:pt modelId="{45F5D24B-3C54-45BB-B06F-DB4587570BB4}" type="sibTrans" cxnId="{72CBBD64-80CE-480E-BAF6-9BA4D6DB0082}">
      <dgm:prSet/>
      <dgm:spPr/>
      <dgm:t>
        <a:bodyPr/>
        <a:lstStyle/>
        <a:p>
          <a:endParaRPr lang="tr-TR"/>
        </a:p>
      </dgm:t>
    </dgm:pt>
    <dgm:pt modelId="{267791A3-6B80-4B4C-850B-E656F17056B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Opposite of decode</a:t>
          </a:r>
        </a:p>
      </dgm:t>
    </dgm:pt>
    <dgm:pt modelId="{EB44E6D8-84D2-43F1-B777-2F60F0BF2BDA}" type="parTrans" cxnId="{B976EB88-8CBF-4810-9738-119301923FFE}">
      <dgm:prSet/>
      <dgm:spPr/>
      <dgm:t>
        <a:bodyPr/>
        <a:lstStyle/>
        <a:p>
          <a:endParaRPr lang="tr-TR"/>
        </a:p>
      </dgm:t>
    </dgm:pt>
    <dgm:pt modelId="{6179B2D5-4BCA-4912-B187-404C373EFC43}" type="sibTrans" cxnId="{B976EB88-8CBF-4810-9738-119301923FFE}">
      <dgm:prSet/>
      <dgm:spPr/>
      <dgm:t>
        <a:bodyPr/>
        <a:lstStyle/>
        <a:p>
          <a:endParaRPr lang="tr-TR"/>
        </a:p>
      </dgm:t>
    </dgm:pt>
    <dgm:pt modelId="{6FE8FC1C-C630-4A16-BE16-8C26923F6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encode into Base58Check</a:t>
          </a:r>
          <a:endParaRPr lang="tr-TR"/>
        </a:p>
      </dgm:t>
    </dgm:pt>
    <dgm:pt modelId="{EF8A3E7B-1990-497D-B16F-EE2FFD868DBB}" type="parTrans" cxnId="{DAB23B9F-F3F1-4268-AA31-332552E95431}">
      <dgm:prSet/>
      <dgm:spPr/>
      <dgm:t>
        <a:bodyPr/>
        <a:lstStyle/>
        <a:p>
          <a:endParaRPr lang="tr-TR"/>
        </a:p>
      </dgm:t>
    </dgm:pt>
    <dgm:pt modelId="{984E7882-8671-4461-82E1-0A286AB0B807}" type="sibTrans" cxnId="{DAB23B9F-F3F1-4268-AA31-332552E95431}">
      <dgm:prSet/>
      <dgm:spPr/>
      <dgm:t>
        <a:bodyPr/>
        <a:lstStyle/>
        <a:p>
          <a:endParaRPr lang="tr-TR"/>
        </a:p>
      </dgm:t>
    </dgm:pt>
    <dgm:pt modelId="{C28A54FE-28CF-47CB-A229-678BE6C513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provide</a:t>
          </a:r>
          <a:endParaRPr lang="tr-TR"/>
        </a:p>
      </dgm:t>
    </dgm:pt>
    <dgm:pt modelId="{D8EEC80A-2A71-4B34-B578-20A09909D01C}" type="parTrans" cxnId="{0E5F3A92-714D-4A26-BB53-2DCDAB929393}">
      <dgm:prSet/>
      <dgm:spPr/>
      <dgm:t>
        <a:bodyPr/>
        <a:lstStyle/>
        <a:p>
          <a:endParaRPr lang="tr-TR"/>
        </a:p>
      </dgm:t>
    </dgm:pt>
    <dgm:pt modelId="{2BACA425-404F-4714-9D9F-69B910CB62AB}" type="sibTrans" cxnId="{0E5F3A92-714D-4A26-BB53-2DCDAB929393}">
      <dgm:prSet/>
      <dgm:spPr/>
      <dgm:t>
        <a:bodyPr/>
        <a:lstStyle/>
        <a:p>
          <a:endParaRPr lang="tr-TR"/>
        </a:p>
      </dgm:t>
    </dgm:pt>
    <dgm:pt modelId="{DB52FD70-3DFD-4475-B71F-83053E731F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hex private key</a:t>
          </a:r>
          <a:endParaRPr lang="tr-TR" dirty="0"/>
        </a:p>
      </dgm:t>
    </dgm:pt>
    <dgm:pt modelId="{941B2FD5-1283-4B31-9622-618A408B79C1}" type="parTrans" cxnId="{8035EF77-B50F-48BA-B4F8-82EA8D03D8D1}">
      <dgm:prSet/>
      <dgm:spPr/>
      <dgm:t>
        <a:bodyPr/>
        <a:lstStyle/>
        <a:p>
          <a:endParaRPr lang="tr-TR"/>
        </a:p>
      </dgm:t>
    </dgm:pt>
    <dgm:pt modelId="{2AA53088-EB4C-4FBC-B04E-23E8CAF2D015}" type="sibTrans" cxnId="{8035EF77-B50F-48BA-B4F8-82EA8D03D8D1}">
      <dgm:prSet/>
      <dgm:spPr/>
      <dgm:t>
        <a:bodyPr/>
        <a:lstStyle/>
        <a:p>
          <a:endParaRPr lang="tr-TR"/>
        </a:p>
      </dgm:t>
    </dgm:pt>
    <dgm:pt modelId="{6106D7DE-9DFA-427D-BD20-F9AF5B43C7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the WIF version prefix 128</a:t>
          </a:r>
          <a:endParaRPr lang="tr-TR"/>
        </a:p>
      </dgm:t>
    </dgm:pt>
    <dgm:pt modelId="{EF7CE7E9-D758-47FF-8A08-CBE87A01F584}" type="parTrans" cxnId="{8B6EAE26-013F-44BD-AF57-8612FA8B5565}">
      <dgm:prSet/>
      <dgm:spPr/>
      <dgm:t>
        <a:bodyPr/>
        <a:lstStyle/>
        <a:p>
          <a:endParaRPr lang="tr-TR"/>
        </a:p>
      </dgm:t>
    </dgm:pt>
    <dgm:pt modelId="{9DBD5D67-0582-478B-8D35-4BB2EB9B552A}" type="sibTrans" cxnId="{8B6EAE26-013F-44BD-AF57-8612FA8B5565}">
      <dgm:prSet/>
      <dgm:spPr/>
      <dgm:t>
        <a:bodyPr/>
        <a:lstStyle/>
        <a:p>
          <a:endParaRPr lang="tr-TR"/>
        </a:p>
      </dgm:t>
    </dgm:pt>
    <dgm:pt modelId="{6CE786AF-8940-4748-853C-47088CBCBD69}" type="pres">
      <dgm:prSet presAssocID="{E320F943-DBB9-4C37-9C21-0D9D53FEC114}" presName="root" presStyleCnt="0">
        <dgm:presLayoutVars>
          <dgm:dir/>
          <dgm:resizeHandles val="exact"/>
        </dgm:presLayoutVars>
      </dgm:prSet>
      <dgm:spPr/>
    </dgm:pt>
    <dgm:pt modelId="{FF91D58F-B5A6-4445-A365-C1B61035017E}" type="pres">
      <dgm:prSet presAssocID="{DF07990E-912D-41E0-9708-504B135F96E6}" presName="compNode" presStyleCnt="0"/>
      <dgm:spPr/>
    </dgm:pt>
    <dgm:pt modelId="{4FB28EC1-FC86-4A81-A9D3-E4E588B8D627}" type="pres">
      <dgm:prSet presAssocID="{DF07990E-912D-41E0-9708-504B135F96E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46F95C9-5A82-4875-A639-40303B599474}" type="pres">
      <dgm:prSet presAssocID="{DF07990E-912D-41E0-9708-504B135F96E6}" presName="iconSpace" presStyleCnt="0"/>
      <dgm:spPr/>
    </dgm:pt>
    <dgm:pt modelId="{1A7785E4-D0DB-476D-AACC-618509DDF3BB}" type="pres">
      <dgm:prSet presAssocID="{DF07990E-912D-41E0-9708-504B135F96E6}" presName="parTx" presStyleLbl="revTx" presStyleIdx="0" presStyleCnt="4">
        <dgm:presLayoutVars>
          <dgm:chMax val="0"/>
          <dgm:chPref val="0"/>
        </dgm:presLayoutVars>
      </dgm:prSet>
      <dgm:spPr/>
    </dgm:pt>
    <dgm:pt modelId="{45A6CE9A-833A-4A86-91C9-03C504E42B07}" type="pres">
      <dgm:prSet presAssocID="{DF07990E-912D-41E0-9708-504B135F96E6}" presName="txSpace" presStyleCnt="0"/>
      <dgm:spPr/>
    </dgm:pt>
    <dgm:pt modelId="{321DA082-962F-43B9-8CAC-D541D259C966}" type="pres">
      <dgm:prSet presAssocID="{DF07990E-912D-41E0-9708-504B135F96E6}" presName="desTx" presStyleLbl="revTx" presStyleIdx="1" presStyleCnt="4">
        <dgm:presLayoutVars/>
      </dgm:prSet>
      <dgm:spPr/>
    </dgm:pt>
    <dgm:pt modelId="{491BD420-6688-4975-AA10-3A2A4D49FB45}" type="pres">
      <dgm:prSet presAssocID="{45F5D24B-3C54-45BB-B06F-DB4587570BB4}" presName="sibTrans" presStyleCnt="0"/>
      <dgm:spPr/>
    </dgm:pt>
    <dgm:pt modelId="{9F2343CD-6865-48B3-BC37-27A849FAB533}" type="pres">
      <dgm:prSet presAssocID="{C28A54FE-28CF-47CB-A229-678BE6C51327}" presName="compNode" presStyleCnt="0"/>
      <dgm:spPr/>
    </dgm:pt>
    <dgm:pt modelId="{82B49F83-9B9B-4939-8B94-C5CEE39E55C7}" type="pres">
      <dgm:prSet presAssocID="{C28A54FE-28CF-47CB-A229-678BE6C513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37216E5-8C48-4649-8BB5-D17A6855AE95}" type="pres">
      <dgm:prSet presAssocID="{C28A54FE-28CF-47CB-A229-678BE6C51327}" presName="iconSpace" presStyleCnt="0"/>
      <dgm:spPr/>
    </dgm:pt>
    <dgm:pt modelId="{DBDA2ED8-A72C-4FB5-B21F-37CAE548A3FD}" type="pres">
      <dgm:prSet presAssocID="{C28A54FE-28CF-47CB-A229-678BE6C51327}" presName="parTx" presStyleLbl="revTx" presStyleIdx="2" presStyleCnt="4">
        <dgm:presLayoutVars>
          <dgm:chMax val="0"/>
          <dgm:chPref val="0"/>
        </dgm:presLayoutVars>
      </dgm:prSet>
      <dgm:spPr/>
    </dgm:pt>
    <dgm:pt modelId="{CFD70525-953F-457B-8D59-D397F2CCE9AA}" type="pres">
      <dgm:prSet presAssocID="{C28A54FE-28CF-47CB-A229-678BE6C51327}" presName="txSpace" presStyleCnt="0"/>
      <dgm:spPr/>
    </dgm:pt>
    <dgm:pt modelId="{4162D5C0-7A49-4C99-BCA9-3DDDB6137C9F}" type="pres">
      <dgm:prSet presAssocID="{C28A54FE-28CF-47CB-A229-678BE6C51327}" presName="desTx" presStyleLbl="revTx" presStyleIdx="3" presStyleCnt="4">
        <dgm:presLayoutVars/>
      </dgm:prSet>
      <dgm:spPr/>
    </dgm:pt>
  </dgm:ptLst>
  <dgm:cxnLst>
    <dgm:cxn modelId="{8B6EAE26-013F-44BD-AF57-8612FA8B5565}" srcId="{C28A54FE-28CF-47CB-A229-678BE6C51327}" destId="{6106D7DE-9DFA-427D-BD20-F9AF5B43C72C}" srcOrd="1" destOrd="0" parTransId="{EF7CE7E9-D758-47FF-8A08-CBE87A01F584}" sibTransId="{9DBD5D67-0582-478B-8D35-4BB2EB9B552A}"/>
    <dgm:cxn modelId="{72CBBD64-80CE-480E-BAF6-9BA4D6DB0082}" srcId="{E320F943-DBB9-4C37-9C21-0D9D53FEC114}" destId="{DF07990E-912D-41E0-9708-504B135F96E6}" srcOrd="0" destOrd="0" parTransId="{A7EA211E-615A-4E5B-A559-4E3586C74ED3}" sibTransId="{45F5D24B-3C54-45BB-B06F-DB4587570BB4}"/>
    <dgm:cxn modelId="{EB6C566B-C1CF-4A6A-B2EE-C890D398B0A7}" type="presOf" srcId="{6FE8FC1C-C630-4A16-BE16-8C26923F6277}" destId="{321DA082-962F-43B9-8CAC-D541D259C966}" srcOrd="0" destOrd="1" presId="urn:microsoft.com/office/officeart/2018/5/layout/CenteredIconLabelDescriptionList"/>
    <dgm:cxn modelId="{8035EF77-B50F-48BA-B4F8-82EA8D03D8D1}" srcId="{C28A54FE-28CF-47CB-A229-678BE6C51327}" destId="{DB52FD70-3DFD-4475-B71F-83053E731F6D}" srcOrd="0" destOrd="0" parTransId="{941B2FD5-1283-4B31-9622-618A408B79C1}" sibTransId="{2AA53088-EB4C-4FBC-B04E-23E8CAF2D015}"/>
    <dgm:cxn modelId="{6877437E-07DC-4689-821B-27CE5FB2E925}" type="presOf" srcId="{267791A3-6B80-4B4C-850B-E656F17056B8}" destId="{321DA082-962F-43B9-8CAC-D541D259C966}" srcOrd="0" destOrd="0" presId="urn:microsoft.com/office/officeart/2018/5/layout/CenteredIconLabelDescriptionList"/>
    <dgm:cxn modelId="{4D917A7E-4CC0-411B-A43A-CF6E239CFECE}" type="presOf" srcId="{6106D7DE-9DFA-427D-BD20-F9AF5B43C72C}" destId="{4162D5C0-7A49-4C99-BCA9-3DDDB6137C9F}" srcOrd="0" destOrd="1" presId="urn:microsoft.com/office/officeart/2018/5/layout/CenteredIconLabelDescriptionList"/>
    <dgm:cxn modelId="{C8CD9F84-5F35-46EA-B38C-6437EC538A74}" type="presOf" srcId="{C28A54FE-28CF-47CB-A229-678BE6C51327}" destId="{DBDA2ED8-A72C-4FB5-B21F-37CAE548A3FD}" srcOrd="0" destOrd="0" presId="urn:microsoft.com/office/officeart/2018/5/layout/CenteredIconLabelDescriptionList"/>
    <dgm:cxn modelId="{B976EB88-8CBF-4810-9738-119301923FFE}" srcId="{DF07990E-912D-41E0-9708-504B135F96E6}" destId="{267791A3-6B80-4B4C-850B-E656F17056B8}" srcOrd="0" destOrd="0" parTransId="{EB44E6D8-84D2-43F1-B777-2F60F0BF2BDA}" sibTransId="{6179B2D5-4BCA-4912-B187-404C373EFC43}"/>
    <dgm:cxn modelId="{0E5F3A92-714D-4A26-BB53-2DCDAB929393}" srcId="{E320F943-DBB9-4C37-9C21-0D9D53FEC114}" destId="{C28A54FE-28CF-47CB-A229-678BE6C51327}" srcOrd="1" destOrd="0" parTransId="{D8EEC80A-2A71-4B34-B578-20A09909D01C}" sibTransId="{2BACA425-404F-4714-9D9F-69B910CB62AB}"/>
    <dgm:cxn modelId="{DAB23B9F-F3F1-4268-AA31-332552E95431}" srcId="{DF07990E-912D-41E0-9708-504B135F96E6}" destId="{6FE8FC1C-C630-4A16-BE16-8C26923F6277}" srcOrd="1" destOrd="0" parTransId="{EF8A3E7B-1990-497D-B16F-EE2FFD868DBB}" sibTransId="{984E7882-8671-4461-82E1-0A286AB0B807}"/>
    <dgm:cxn modelId="{74854BB3-C42E-46A6-808D-995205D95247}" type="presOf" srcId="{DF07990E-912D-41E0-9708-504B135F96E6}" destId="{1A7785E4-D0DB-476D-AACC-618509DDF3BB}" srcOrd="0" destOrd="0" presId="urn:microsoft.com/office/officeart/2018/5/layout/CenteredIconLabelDescriptionList"/>
    <dgm:cxn modelId="{FCAADDBC-10EB-4240-B7A0-1D4505C97811}" type="presOf" srcId="{DB52FD70-3DFD-4475-B71F-83053E731F6D}" destId="{4162D5C0-7A49-4C99-BCA9-3DDDB6137C9F}" srcOrd="0" destOrd="0" presId="urn:microsoft.com/office/officeart/2018/5/layout/CenteredIconLabelDescriptionList"/>
    <dgm:cxn modelId="{CFCE60F3-B73E-455E-8951-89BF4D29B0A8}" type="presOf" srcId="{E320F943-DBB9-4C37-9C21-0D9D53FEC114}" destId="{6CE786AF-8940-4748-853C-47088CBCBD69}" srcOrd="0" destOrd="0" presId="urn:microsoft.com/office/officeart/2018/5/layout/CenteredIconLabelDescriptionList"/>
    <dgm:cxn modelId="{46C4C91C-99DE-4DC3-B51A-D6FBD78811CF}" type="presParOf" srcId="{6CE786AF-8940-4748-853C-47088CBCBD69}" destId="{FF91D58F-B5A6-4445-A365-C1B61035017E}" srcOrd="0" destOrd="0" presId="urn:microsoft.com/office/officeart/2018/5/layout/CenteredIconLabelDescriptionList"/>
    <dgm:cxn modelId="{5E705FEA-A062-4637-ABF8-C0B162FA7972}" type="presParOf" srcId="{FF91D58F-B5A6-4445-A365-C1B61035017E}" destId="{4FB28EC1-FC86-4A81-A9D3-E4E588B8D627}" srcOrd="0" destOrd="0" presId="urn:microsoft.com/office/officeart/2018/5/layout/CenteredIconLabelDescriptionList"/>
    <dgm:cxn modelId="{9B753AC4-7F40-40F0-BF6D-576E342531DB}" type="presParOf" srcId="{FF91D58F-B5A6-4445-A365-C1B61035017E}" destId="{246F95C9-5A82-4875-A639-40303B599474}" srcOrd="1" destOrd="0" presId="urn:microsoft.com/office/officeart/2018/5/layout/CenteredIconLabelDescriptionList"/>
    <dgm:cxn modelId="{CA503F8C-2DFA-4B6B-B3B4-85F0582E793B}" type="presParOf" srcId="{FF91D58F-B5A6-4445-A365-C1B61035017E}" destId="{1A7785E4-D0DB-476D-AACC-618509DDF3BB}" srcOrd="2" destOrd="0" presId="urn:microsoft.com/office/officeart/2018/5/layout/CenteredIconLabelDescriptionList"/>
    <dgm:cxn modelId="{748DF753-0B5B-4B2E-9D3B-2C9DAA7321A1}" type="presParOf" srcId="{FF91D58F-B5A6-4445-A365-C1B61035017E}" destId="{45A6CE9A-833A-4A86-91C9-03C504E42B07}" srcOrd="3" destOrd="0" presId="urn:microsoft.com/office/officeart/2018/5/layout/CenteredIconLabelDescriptionList"/>
    <dgm:cxn modelId="{3C40DE91-CE08-4D4F-86B9-0BECD42F615D}" type="presParOf" srcId="{FF91D58F-B5A6-4445-A365-C1B61035017E}" destId="{321DA082-962F-43B9-8CAC-D541D259C966}" srcOrd="4" destOrd="0" presId="urn:microsoft.com/office/officeart/2018/5/layout/CenteredIconLabelDescriptionList"/>
    <dgm:cxn modelId="{DEC6CDD0-532E-4473-937E-F41BA874EE59}" type="presParOf" srcId="{6CE786AF-8940-4748-853C-47088CBCBD69}" destId="{491BD420-6688-4975-AA10-3A2A4D49FB45}" srcOrd="1" destOrd="0" presId="urn:microsoft.com/office/officeart/2018/5/layout/CenteredIconLabelDescriptionList"/>
    <dgm:cxn modelId="{174CE1DE-C3E7-4D5B-AB3E-F3BE2DD0291C}" type="presParOf" srcId="{6CE786AF-8940-4748-853C-47088CBCBD69}" destId="{9F2343CD-6865-48B3-BC37-27A849FAB533}" srcOrd="2" destOrd="0" presId="urn:microsoft.com/office/officeart/2018/5/layout/CenteredIconLabelDescriptionList"/>
    <dgm:cxn modelId="{CF3A2691-4AC6-49F0-9E90-75D9BB7700E2}" type="presParOf" srcId="{9F2343CD-6865-48B3-BC37-27A849FAB533}" destId="{82B49F83-9B9B-4939-8B94-C5CEE39E55C7}" srcOrd="0" destOrd="0" presId="urn:microsoft.com/office/officeart/2018/5/layout/CenteredIconLabelDescriptionList"/>
    <dgm:cxn modelId="{89E2CD06-5AAA-43CF-81FA-3057026BA0DF}" type="presParOf" srcId="{9F2343CD-6865-48B3-BC37-27A849FAB533}" destId="{E37216E5-8C48-4649-8BB5-D17A6855AE95}" srcOrd="1" destOrd="0" presId="urn:microsoft.com/office/officeart/2018/5/layout/CenteredIconLabelDescriptionList"/>
    <dgm:cxn modelId="{1377E3B6-A0AD-4AED-B26D-346FE7349EC3}" type="presParOf" srcId="{9F2343CD-6865-48B3-BC37-27A849FAB533}" destId="{DBDA2ED8-A72C-4FB5-B21F-37CAE548A3FD}" srcOrd="2" destOrd="0" presId="urn:microsoft.com/office/officeart/2018/5/layout/CenteredIconLabelDescriptionList"/>
    <dgm:cxn modelId="{0440577F-5F73-4032-938A-6962369668A8}" type="presParOf" srcId="{9F2343CD-6865-48B3-BC37-27A849FAB533}" destId="{CFD70525-953F-457B-8D59-D397F2CCE9AA}" srcOrd="3" destOrd="0" presId="urn:microsoft.com/office/officeart/2018/5/layout/CenteredIconLabelDescriptionList"/>
    <dgm:cxn modelId="{D3FE56E2-CEB6-4462-9398-DD8CEA3B733E}" type="presParOf" srcId="{9F2343CD-6865-48B3-BC37-27A849FAB533}" destId="{4162D5C0-7A49-4C99-BCA9-3DDDB6137C9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0D778D1E-2907-4487-AAE9-D2C851AE47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5E7752D-6F49-4529-91F3-F91BAA5C51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 </a:t>
          </a:r>
          <a:endParaRPr lang="tr-TR"/>
        </a:p>
      </dgm:t>
    </dgm:pt>
    <dgm:pt modelId="{C1F25FF2-AB7D-47B2-950B-9D1CDC31EB52}" type="parTrans" cxnId="{F41881A8-DE2D-441D-A83C-EF25EE4FCCA3}">
      <dgm:prSet/>
      <dgm:spPr/>
      <dgm:t>
        <a:bodyPr/>
        <a:lstStyle/>
        <a:p>
          <a:endParaRPr lang="tr-TR"/>
        </a:p>
      </dgm:t>
    </dgm:pt>
    <dgm:pt modelId="{B3727079-E95C-4B29-B51B-9A0FD2E5DD27}" type="sibTrans" cxnId="{F41881A8-DE2D-441D-A83C-EF25EE4FCCA3}">
      <dgm:prSet/>
      <dgm:spPr/>
      <dgm:t>
        <a:bodyPr/>
        <a:lstStyle/>
        <a:p>
          <a:endParaRPr lang="tr-TR"/>
        </a:p>
      </dgm:t>
    </dgm:pt>
    <dgm:pt modelId="{A4E4487C-135D-45D5-9149-0CEF63B2B3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encode into Base58Check</a:t>
          </a:r>
          <a:endParaRPr lang="tr-TR" dirty="0"/>
        </a:p>
      </dgm:t>
    </dgm:pt>
    <dgm:pt modelId="{714E8E09-862B-4588-ABA2-5FCDDD55D5F3}" type="parTrans" cxnId="{19D97CAE-3A04-4E88-84FF-ECCA406F3C06}">
      <dgm:prSet/>
      <dgm:spPr/>
      <dgm:t>
        <a:bodyPr/>
        <a:lstStyle/>
        <a:p>
          <a:endParaRPr lang="tr-TR"/>
        </a:p>
      </dgm:t>
    </dgm:pt>
    <dgm:pt modelId="{E6F41BBB-5BA8-429D-B08A-06F8F4999F47}" type="sibTrans" cxnId="{19D97CAE-3A04-4E88-84FF-ECCA406F3C06}">
      <dgm:prSet/>
      <dgm:spPr/>
      <dgm:t>
        <a:bodyPr/>
        <a:lstStyle/>
        <a:p>
          <a:endParaRPr lang="tr-TR"/>
        </a:p>
      </dgm:t>
    </dgm:pt>
    <dgm:pt modelId="{FD3F1F7E-9792-4374-AD99-FEBB2F46A5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Append</a:t>
          </a:r>
          <a:r>
            <a:rPr lang="tr-TR"/>
            <a:t> </a:t>
          </a:r>
        </a:p>
      </dgm:t>
    </dgm:pt>
    <dgm:pt modelId="{1FAD18A7-BE9A-41D4-83BD-53012C2951A5}" type="parTrans" cxnId="{1B0E855D-990F-4F80-9951-04BB2B7B8EC9}">
      <dgm:prSet/>
      <dgm:spPr/>
      <dgm:t>
        <a:bodyPr/>
        <a:lstStyle/>
        <a:p>
          <a:endParaRPr lang="tr-TR"/>
        </a:p>
      </dgm:t>
    </dgm:pt>
    <dgm:pt modelId="{4CF90791-AA47-4237-9AF6-B7D1D443DEEC}" type="sibTrans" cxnId="{1B0E855D-990F-4F80-9951-04BB2B7B8EC9}">
      <dgm:prSet/>
      <dgm:spPr/>
      <dgm:t>
        <a:bodyPr/>
        <a:lstStyle/>
        <a:p>
          <a:endParaRPr lang="tr-TR"/>
        </a:p>
      </dgm:t>
    </dgm:pt>
    <dgm:pt modelId="{B4585AEA-822A-4CC2-8ED2-C2980DEDF0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suffix </a:t>
          </a:r>
          <a:r>
            <a:rPr lang="en-US" b="1" dirty="0"/>
            <a:t>01</a:t>
          </a:r>
          <a:r>
            <a:rPr lang="en-US" dirty="0"/>
            <a:t> to the hex key </a:t>
          </a:r>
          <a:endParaRPr lang="tr-TR" dirty="0"/>
        </a:p>
      </dgm:t>
    </dgm:pt>
    <dgm:pt modelId="{8363FFF9-ED1B-43E2-A2D3-FE375B78978A}" type="parTrans" cxnId="{AC123091-5BF1-4D01-9CB0-F70E79CF1FAB}">
      <dgm:prSet/>
      <dgm:spPr/>
      <dgm:t>
        <a:bodyPr/>
        <a:lstStyle/>
        <a:p>
          <a:endParaRPr lang="tr-TR"/>
        </a:p>
      </dgm:t>
    </dgm:pt>
    <dgm:pt modelId="{03B2AD07-5E0C-40AC-B207-BD1AD963BB59}" type="sibTrans" cxnId="{AC123091-5BF1-4D01-9CB0-F70E79CF1FAB}">
      <dgm:prSet/>
      <dgm:spPr/>
      <dgm:t>
        <a:bodyPr/>
        <a:lstStyle/>
        <a:p>
          <a:endParaRPr lang="tr-TR"/>
        </a:p>
      </dgm:t>
    </dgm:pt>
    <dgm:pt modelId="{C7D15230-0727-4B1C-9268-7D705BF4D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then encode as in the</a:t>
          </a:r>
          <a:r>
            <a:rPr lang="tr-TR" dirty="0"/>
            <a:t> preceding section</a:t>
          </a:r>
        </a:p>
      </dgm:t>
    </dgm:pt>
    <dgm:pt modelId="{D092BBC2-39B4-43D0-B9C5-322B48A7A422}" type="parTrans" cxnId="{259BC393-DE98-481C-8D1F-51C115B0F42B}">
      <dgm:prSet/>
      <dgm:spPr/>
      <dgm:t>
        <a:bodyPr/>
        <a:lstStyle/>
        <a:p>
          <a:endParaRPr lang="tr-TR"/>
        </a:p>
      </dgm:t>
    </dgm:pt>
    <dgm:pt modelId="{885AB236-7901-4D99-9FB6-BC404A460F5B}" type="sibTrans" cxnId="{259BC393-DE98-481C-8D1F-51C115B0F42B}">
      <dgm:prSet/>
      <dgm:spPr/>
      <dgm:t>
        <a:bodyPr/>
        <a:lstStyle/>
        <a:p>
          <a:endParaRPr lang="tr-TR"/>
        </a:p>
      </dgm:t>
    </dgm:pt>
    <dgm:pt modelId="{6EA92EFC-4404-42B3-BB4F-1B5FF0D92A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“compressed” private key</a:t>
          </a:r>
          <a:endParaRPr lang="tr-TR" dirty="0"/>
        </a:p>
      </dgm:t>
    </dgm:pt>
    <dgm:pt modelId="{4DF914B5-B106-4654-9812-47329548C2C0}" type="parTrans" cxnId="{8C5C3258-E4C4-4812-B82A-B4D5393C7CFA}">
      <dgm:prSet/>
      <dgm:spPr/>
      <dgm:t>
        <a:bodyPr/>
        <a:lstStyle/>
        <a:p>
          <a:endParaRPr lang="tr-TR"/>
        </a:p>
      </dgm:t>
    </dgm:pt>
    <dgm:pt modelId="{69D2FD1F-54CA-48EC-8EE9-A19FB201740C}" type="sibTrans" cxnId="{8C5C3258-E4C4-4812-B82A-B4D5393C7CFA}">
      <dgm:prSet/>
      <dgm:spPr/>
      <dgm:t>
        <a:bodyPr/>
        <a:lstStyle/>
        <a:p>
          <a:endParaRPr lang="tr-TR"/>
        </a:p>
      </dgm:t>
    </dgm:pt>
    <dgm:pt modelId="{72B50593-18BE-494A-A3D2-07B07F734357}" type="pres">
      <dgm:prSet presAssocID="{0D778D1E-2907-4487-AAE9-D2C851AE4731}" presName="root" presStyleCnt="0">
        <dgm:presLayoutVars>
          <dgm:dir/>
          <dgm:resizeHandles val="exact"/>
        </dgm:presLayoutVars>
      </dgm:prSet>
      <dgm:spPr/>
    </dgm:pt>
    <dgm:pt modelId="{55D383A8-A11F-4A04-BE9F-600C4BB6C19C}" type="pres">
      <dgm:prSet presAssocID="{75E7752D-6F49-4529-91F3-F91BAA5C519C}" presName="compNode" presStyleCnt="0"/>
      <dgm:spPr/>
    </dgm:pt>
    <dgm:pt modelId="{DBC8E39E-1754-4B0A-B1BD-3A28B1CA9D8B}" type="pres">
      <dgm:prSet presAssocID="{75E7752D-6F49-4529-91F3-F91BAA5C51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0807921-A338-408B-BB84-EBF0CEFCB41E}" type="pres">
      <dgm:prSet presAssocID="{75E7752D-6F49-4529-91F3-F91BAA5C519C}" presName="iconSpace" presStyleCnt="0"/>
      <dgm:spPr/>
    </dgm:pt>
    <dgm:pt modelId="{6749401A-F713-48FB-ADB6-686E9737F2AA}" type="pres">
      <dgm:prSet presAssocID="{75E7752D-6F49-4529-91F3-F91BAA5C519C}" presName="parTx" presStyleLbl="revTx" presStyleIdx="0" presStyleCnt="4">
        <dgm:presLayoutVars>
          <dgm:chMax val="0"/>
          <dgm:chPref val="0"/>
        </dgm:presLayoutVars>
      </dgm:prSet>
      <dgm:spPr/>
    </dgm:pt>
    <dgm:pt modelId="{2750F9FE-8213-43FC-B87E-1D97C39DE649}" type="pres">
      <dgm:prSet presAssocID="{75E7752D-6F49-4529-91F3-F91BAA5C519C}" presName="txSpace" presStyleCnt="0"/>
      <dgm:spPr/>
    </dgm:pt>
    <dgm:pt modelId="{59EA5479-7CE9-40CD-934E-BA2E14037103}" type="pres">
      <dgm:prSet presAssocID="{75E7752D-6F49-4529-91F3-F91BAA5C519C}" presName="desTx" presStyleLbl="revTx" presStyleIdx="1" presStyleCnt="4">
        <dgm:presLayoutVars/>
      </dgm:prSet>
      <dgm:spPr/>
    </dgm:pt>
    <dgm:pt modelId="{3A75692B-80F6-49AA-831D-5E0F0B55090C}" type="pres">
      <dgm:prSet presAssocID="{B3727079-E95C-4B29-B51B-9A0FD2E5DD27}" presName="sibTrans" presStyleCnt="0"/>
      <dgm:spPr/>
    </dgm:pt>
    <dgm:pt modelId="{305F6EB3-0ACD-42E6-B474-0E947C322B3C}" type="pres">
      <dgm:prSet presAssocID="{FD3F1F7E-9792-4374-AD99-FEBB2F46A560}" presName="compNode" presStyleCnt="0"/>
      <dgm:spPr/>
    </dgm:pt>
    <dgm:pt modelId="{B481A742-E23E-4171-B05C-CA65B604C8BF}" type="pres">
      <dgm:prSet presAssocID="{FD3F1F7E-9792-4374-AD99-FEBB2F46A5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D8A550F-C539-4F67-B5B0-B45380141ED4}" type="pres">
      <dgm:prSet presAssocID="{FD3F1F7E-9792-4374-AD99-FEBB2F46A560}" presName="iconSpace" presStyleCnt="0"/>
      <dgm:spPr/>
    </dgm:pt>
    <dgm:pt modelId="{E0E20695-A9C3-4F3B-8F2B-EE1C4D9ADCAA}" type="pres">
      <dgm:prSet presAssocID="{FD3F1F7E-9792-4374-AD99-FEBB2F46A560}" presName="parTx" presStyleLbl="revTx" presStyleIdx="2" presStyleCnt="4">
        <dgm:presLayoutVars>
          <dgm:chMax val="0"/>
          <dgm:chPref val="0"/>
        </dgm:presLayoutVars>
      </dgm:prSet>
      <dgm:spPr/>
    </dgm:pt>
    <dgm:pt modelId="{54AA30FE-AB9E-4622-B480-8BF554CC94AB}" type="pres">
      <dgm:prSet presAssocID="{FD3F1F7E-9792-4374-AD99-FEBB2F46A560}" presName="txSpace" presStyleCnt="0"/>
      <dgm:spPr/>
    </dgm:pt>
    <dgm:pt modelId="{291D8538-FE2C-4137-AEE7-4D1478524215}" type="pres">
      <dgm:prSet presAssocID="{FD3F1F7E-9792-4374-AD99-FEBB2F46A560}" presName="desTx" presStyleLbl="revTx" presStyleIdx="3" presStyleCnt="4">
        <dgm:presLayoutVars/>
      </dgm:prSet>
      <dgm:spPr/>
    </dgm:pt>
  </dgm:ptLst>
  <dgm:cxnLst>
    <dgm:cxn modelId="{79015713-9E06-4295-8824-D9A189D48CA6}" type="presOf" srcId="{FD3F1F7E-9792-4374-AD99-FEBB2F46A560}" destId="{E0E20695-A9C3-4F3B-8F2B-EE1C4D9ADCAA}" srcOrd="0" destOrd="0" presId="urn:microsoft.com/office/officeart/2018/5/layout/CenteredIconLabelDescriptionList"/>
    <dgm:cxn modelId="{7976E41A-4825-40EE-B77F-8FC4A281D5FB}" type="presOf" srcId="{0D778D1E-2907-4487-AAE9-D2C851AE4731}" destId="{72B50593-18BE-494A-A3D2-07B07F734357}" srcOrd="0" destOrd="0" presId="urn:microsoft.com/office/officeart/2018/5/layout/CenteredIconLabelDescriptionList"/>
    <dgm:cxn modelId="{0627343F-5569-4F13-ABF3-2A06AF9B4217}" type="presOf" srcId="{C7D15230-0727-4B1C-9268-7D705BF4D334}" destId="{291D8538-FE2C-4137-AEE7-4D1478524215}" srcOrd="0" destOrd="1" presId="urn:microsoft.com/office/officeart/2018/5/layout/CenteredIconLabelDescriptionList"/>
    <dgm:cxn modelId="{83839F5B-4D82-4830-8A14-A789105D363C}" type="presOf" srcId="{A4E4487C-135D-45D5-9149-0CEF63B2B3FF}" destId="{59EA5479-7CE9-40CD-934E-BA2E14037103}" srcOrd="0" destOrd="0" presId="urn:microsoft.com/office/officeart/2018/5/layout/CenteredIconLabelDescriptionList"/>
    <dgm:cxn modelId="{1B0E855D-990F-4F80-9951-04BB2B7B8EC9}" srcId="{0D778D1E-2907-4487-AAE9-D2C851AE4731}" destId="{FD3F1F7E-9792-4374-AD99-FEBB2F46A560}" srcOrd="1" destOrd="0" parTransId="{1FAD18A7-BE9A-41D4-83BD-53012C2951A5}" sibTransId="{4CF90791-AA47-4237-9AF6-B7D1D443DEEC}"/>
    <dgm:cxn modelId="{9856B042-694B-4BDC-9E6D-28D51E0D188F}" type="presOf" srcId="{75E7752D-6F49-4529-91F3-F91BAA5C519C}" destId="{6749401A-F713-48FB-ADB6-686E9737F2AA}" srcOrd="0" destOrd="0" presId="urn:microsoft.com/office/officeart/2018/5/layout/CenteredIconLabelDescriptionList"/>
    <dgm:cxn modelId="{8C5C3258-E4C4-4812-B82A-B4D5393C7CFA}" srcId="{75E7752D-6F49-4529-91F3-F91BAA5C519C}" destId="{6EA92EFC-4404-42B3-BB4F-1B5FF0D92AA3}" srcOrd="1" destOrd="0" parTransId="{4DF914B5-B106-4654-9812-47329548C2C0}" sibTransId="{69D2FD1F-54CA-48EC-8EE9-A19FB201740C}"/>
    <dgm:cxn modelId="{AC123091-5BF1-4D01-9CB0-F70E79CF1FAB}" srcId="{FD3F1F7E-9792-4374-AD99-FEBB2F46A560}" destId="{B4585AEA-822A-4CC2-8ED2-C2980DEDF075}" srcOrd="0" destOrd="0" parTransId="{8363FFF9-ED1B-43E2-A2D3-FE375B78978A}" sibTransId="{03B2AD07-5E0C-40AC-B207-BD1AD963BB59}"/>
    <dgm:cxn modelId="{259BC393-DE98-481C-8D1F-51C115B0F42B}" srcId="{FD3F1F7E-9792-4374-AD99-FEBB2F46A560}" destId="{C7D15230-0727-4B1C-9268-7D705BF4D334}" srcOrd="1" destOrd="0" parTransId="{D092BBC2-39B4-43D0-B9C5-322B48A7A422}" sibTransId="{885AB236-7901-4D99-9FB6-BC404A460F5B}"/>
    <dgm:cxn modelId="{F41881A8-DE2D-441D-A83C-EF25EE4FCCA3}" srcId="{0D778D1E-2907-4487-AAE9-D2C851AE4731}" destId="{75E7752D-6F49-4529-91F3-F91BAA5C519C}" srcOrd="0" destOrd="0" parTransId="{C1F25FF2-AB7D-47B2-950B-9D1CDC31EB52}" sibTransId="{B3727079-E95C-4B29-B51B-9A0FD2E5DD27}"/>
    <dgm:cxn modelId="{19D97CAE-3A04-4E88-84FF-ECCA406F3C06}" srcId="{75E7752D-6F49-4529-91F3-F91BAA5C519C}" destId="{A4E4487C-135D-45D5-9149-0CEF63B2B3FF}" srcOrd="0" destOrd="0" parTransId="{714E8E09-862B-4588-ABA2-5FCDDD55D5F3}" sibTransId="{E6F41BBB-5BA8-429D-B08A-06F8F4999F47}"/>
    <dgm:cxn modelId="{BCB40EBA-8951-4DA9-8851-8A63BF6414D4}" type="presOf" srcId="{6EA92EFC-4404-42B3-BB4F-1B5FF0D92AA3}" destId="{59EA5479-7CE9-40CD-934E-BA2E14037103}" srcOrd="0" destOrd="1" presId="urn:microsoft.com/office/officeart/2018/5/layout/CenteredIconLabelDescriptionList"/>
    <dgm:cxn modelId="{C1E87ECE-1692-40C2-834A-1A09C6328991}" type="presOf" srcId="{B4585AEA-822A-4CC2-8ED2-C2980DEDF075}" destId="{291D8538-FE2C-4137-AEE7-4D1478524215}" srcOrd="0" destOrd="0" presId="urn:microsoft.com/office/officeart/2018/5/layout/CenteredIconLabelDescriptionList"/>
    <dgm:cxn modelId="{4EA8A823-C77A-42F4-A4BD-B33276FB247C}" type="presParOf" srcId="{72B50593-18BE-494A-A3D2-07B07F734357}" destId="{55D383A8-A11F-4A04-BE9F-600C4BB6C19C}" srcOrd="0" destOrd="0" presId="urn:microsoft.com/office/officeart/2018/5/layout/CenteredIconLabelDescriptionList"/>
    <dgm:cxn modelId="{083F5689-A7B9-4439-85B4-D82AD313CF40}" type="presParOf" srcId="{55D383A8-A11F-4A04-BE9F-600C4BB6C19C}" destId="{DBC8E39E-1754-4B0A-B1BD-3A28B1CA9D8B}" srcOrd="0" destOrd="0" presId="urn:microsoft.com/office/officeart/2018/5/layout/CenteredIconLabelDescriptionList"/>
    <dgm:cxn modelId="{762DF779-A9D6-4DED-A55A-EA1851018911}" type="presParOf" srcId="{55D383A8-A11F-4A04-BE9F-600C4BB6C19C}" destId="{D0807921-A338-408B-BB84-EBF0CEFCB41E}" srcOrd="1" destOrd="0" presId="urn:microsoft.com/office/officeart/2018/5/layout/CenteredIconLabelDescriptionList"/>
    <dgm:cxn modelId="{590A1C65-E2D1-47E4-BB32-3645455BAC9F}" type="presParOf" srcId="{55D383A8-A11F-4A04-BE9F-600C4BB6C19C}" destId="{6749401A-F713-48FB-ADB6-686E9737F2AA}" srcOrd="2" destOrd="0" presId="urn:microsoft.com/office/officeart/2018/5/layout/CenteredIconLabelDescriptionList"/>
    <dgm:cxn modelId="{C348712C-0983-429A-8D65-8D5106CB5561}" type="presParOf" srcId="{55D383A8-A11F-4A04-BE9F-600C4BB6C19C}" destId="{2750F9FE-8213-43FC-B87E-1D97C39DE649}" srcOrd="3" destOrd="0" presId="urn:microsoft.com/office/officeart/2018/5/layout/CenteredIconLabelDescriptionList"/>
    <dgm:cxn modelId="{44520CA8-9845-43F2-A426-9AA9CFF3557A}" type="presParOf" srcId="{55D383A8-A11F-4A04-BE9F-600C4BB6C19C}" destId="{59EA5479-7CE9-40CD-934E-BA2E14037103}" srcOrd="4" destOrd="0" presId="urn:microsoft.com/office/officeart/2018/5/layout/CenteredIconLabelDescriptionList"/>
    <dgm:cxn modelId="{6CD16285-D912-4237-BFAB-6DDFE42FFB15}" type="presParOf" srcId="{72B50593-18BE-494A-A3D2-07B07F734357}" destId="{3A75692B-80F6-49AA-831D-5E0F0B55090C}" srcOrd="1" destOrd="0" presId="urn:microsoft.com/office/officeart/2018/5/layout/CenteredIconLabelDescriptionList"/>
    <dgm:cxn modelId="{FA03D4C3-A55D-4996-AB90-CFAD6D47BEBC}" type="presParOf" srcId="{72B50593-18BE-494A-A3D2-07B07F734357}" destId="{305F6EB3-0ACD-42E6-B474-0E947C322B3C}" srcOrd="2" destOrd="0" presId="urn:microsoft.com/office/officeart/2018/5/layout/CenteredIconLabelDescriptionList"/>
    <dgm:cxn modelId="{CD0AFF96-9DEF-4761-A717-1412248210DF}" type="presParOf" srcId="{305F6EB3-0ACD-42E6-B474-0E947C322B3C}" destId="{B481A742-E23E-4171-B05C-CA65B604C8BF}" srcOrd="0" destOrd="0" presId="urn:microsoft.com/office/officeart/2018/5/layout/CenteredIconLabelDescriptionList"/>
    <dgm:cxn modelId="{7619F6D1-3195-4741-BF16-888FEB72A85A}" type="presParOf" srcId="{305F6EB3-0ACD-42E6-B474-0E947C322B3C}" destId="{AD8A550F-C539-4F67-B5B0-B45380141ED4}" srcOrd="1" destOrd="0" presId="urn:microsoft.com/office/officeart/2018/5/layout/CenteredIconLabelDescriptionList"/>
    <dgm:cxn modelId="{3E1CA69F-C1D9-4519-9C9F-11958D9A8655}" type="presParOf" srcId="{305F6EB3-0ACD-42E6-B474-0E947C322B3C}" destId="{E0E20695-A9C3-4F3B-8F2B-EE1C4D9ADCAA}" srcOrd="2" destOrd="0" presId="urn:microsoft.com/office/officeart/2018/5/layout/CenteredIconLabelDescriptionList"/>
    <dgm:cxn modelId="{0DEED7D9-047D-42D2-ADF5-ADA4AC6C4B20}" type="presParOf" srcId="{305F6EB3-0ACD-42E6-B474-0E947C322B3C}" destId="{54AA30FE-AB9E-4622-B480-8BF554CC94AB}" srcOrd="3" destOrd="0" presId="urn:microsoft.com/office/officeart/2018/5/layout/CenteredIconLabelDescriptionList"/>
    <dgm:cxn modelId="{52CC5B7C-9524-4F9A-AED7-ADCC3AFFE96F}" type="presParOf" srcId="{305F6EB3-0ACD-42E6-B474-0E947C322B3C}" destId="{291D8538-FE2C-4137-AEE7-4D147852421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0D778D1E-2907-4487-AAE9-D2C851AE47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8A90164-6524-4F3F-BA63-C066B2D8D6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“K” </a:t>
          </a:r>
          <a:endParaRPr lang="tr-TR"/>
        </a:p>
      </dgm:t>
    </dgm:pt>
    <dgm:pt modelId="{9E6112C9-3E77-4E7F-9E06-B9CD38C7BF35}" type="parTrans" cxnId="{D81E35D1-F739-4B5F-932D-F158FF13E2C7}">
      <dgm:prSet/>
      <dgm:spPr/>
      <dgm:t>
        <a:bodyPr/>
        <a:lstStyle/>
        <a:p>
          <a:endParaRPr lang="tr-TR"/>
        </a:p>
      </dgm:t>
    </dgm:pt>
    <dgm:pt modelId="{ACF8E3B0-6778-435D-950B-BFFBD2CD3C52}" type="sibTrans" cxnId="{D81E35D1-F739-4B5F-932D-F158FF13E2C7}">
      <dgm:prSet/>
      <dgm:spPr/>
      <dgm:t>
        <a:bodyPr/>
        <a:lstStyle/>
        <a:p>
          <a:endParaRPr lang="tr-TR"/>
        </a:p>
      </dgm:t>
    </dgm:pt>
    <dgm:pt modelId="{79563E29-9945-4152-9BCD-E2DD3A6F200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denotes</a:t>
          </a:r>
          <a:endParaRPr lang="tr-TR"/>
        </a:p>
      </dgm:t>
    </dgm:pt>
    <dgm:pt modelId="{4839231D-EA07-444A-A351-86C35E8D790B}" type="parTrans" cxnId="{C3A1B9C2-5B4B-48BE-9A14-529DF4C320BF}">
      <dgm:prSet/>
      <dgm:spPr/>
      <dgm:t>
        <a:bodyPr/>
        <a:lstStyle/>
        <a:p>
          <a:endParaRPr lang="tr-TR"/>
        </a:p>
      </dgm:t>
    </dgm:pt>
    <dgm:pt modelId="{EAA6D92A-98F9-4E28-834F-89375228ABE5}" type="sibTrans" cxnId="{C3A1B9C2-5B4B-48BE-9A14-529DF4C320BF}">
      <dgm:prSet/>
      <dgm:spPr/>
      <dgm:t>
        <a:bodyPr/>
        <a:lstStyle/>
        <a:p>
          <a:endParaRPr lang="tr-TR"/>
        </a:p>
      </dgm:t>
    </dgm:pt>
    <dgm:pt modelId="{E1A97A0B-D240-46B1-B50D-964171E632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will be used</a:t>
          </a:r>
          <a:endParaRPr lang="tr-TR"/>
        </a:p>
      </dgm:t>
    </dgm:pt>
    <dgm:pt modelId="{11792D63-2250-4E55-A20D-AB5DD137D8AF}" type="parTrans" cxnId="{FD462319-B007-4E4B-9B6B-8E895780B277}">
      <dgm:prSet/>
      <dgm:spPr/>
      <dgm:t>
        <a:bodyPr/>
        <a:lstStyle/>
        <a:p>
          <a:endParaRPr lang="tr-TR"/>
        </a:p>
      </dgm:t>
    </dgm:pt>
    <dgm:pt modelId="{E0CA7A69-1942-4885-9E4B-7023601B2581}" type="sibTrans" cxnId="{FD462319-B007-4E4B-9B6B-8E895780B277}">
      <dgm:prSet/>
      <dgm:spPr/>
      <dgm:t>
        <a:bodyPr/>
        <a:lstStyle/>
        <a:p>
          <a:endParaRPr lang="tr-TR"/>
        </a:p>
      </dgm:t>
    </dgm:pt>
    <dgm:pt modelId="{328165A4-FBA4-4048-8B53-2839F6A9522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Format </a:t>
          </a:r>
          <a:r>
            <a:rPr lang="en-US"/>
            <a:t>starts with a “K” </a:t>
          </a:r>
          <a:endParaRPr lang="tr-TR"/>
        </a:p>
      </dgm:t>
    </dgm:pt>
    <dgm:pt modelId="{12D1CD1F-A033-4B02-AC53-3D02543D89F5}" type="parTrans" cxnId="{08CF0EA9-CB2F-4F8D-8905-4E155C1A5BA6}">
      <dgm:prSet/>
      <dgm:spPr/>
      <dgm:t>
        <a:bodyPr/>
        <a:lstStyle/>
        <a:p>
          <a:endParaRPr lang="tr-TR"/>
        </a:p>
      </dgm:t>
    </dgm:pt>
    <dgm:pt modelId="{358CEC5A-620A-4EE2-BA9A-A166AAAE4589}" type="sibTrans" cxnId="{08CF0EA9-CB2F-4F8D-8905-4E155C1A5BA6}">
      <dgm:prSet/>
      <dgm:spPr/>
      <dgm:t>
        <a:bodyPr/>
        <a:lstStyle/>
        <a:p>
          <a:endParaRPr lang="tr-TR"/>
        </a:p>
      </dgm:t>
    </dgm:pt>
    <dgm:pt modelId="{4A2BE589-6BE4-4D3E-BF05-1363575FF1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private</a:t>
          </a:r>
          <a:r>
            <a:rPr lang="tr-TR"/>
            <a:t> </a:t>
          </a:r>
          <a:r>
            <a:rPr lang="en-US"/>
            <a:t>key within</a:t>
          </a:r>
          <a:endParaRPr lang="tr-TR"/>
        </a:p>
      </dgm:t>
    </dgm:pt>
    <dgm:pt modelId="{69785316-3F0B-4FA7-AF24-29502E1F0252}" type="parTrans" cxnId="{8E7975DA-03CE-43EA-B348-EFAFCBFD6C02}">
      <dgm:prSet/>
      <dgm:spPr/>
    </dgm:pt>
    <dgm:pt modelId="{AD0C252E-6DC8-430E-982F-7F252D1EC793}" type="sibTrans" cxnId="{8E7975DA-03CE-43EA-B348-EFAFCBFD6C02}">
      <dgm:prSet/>
      <dgm:spPr/>
      <dgm:t>
        <a:bodyPr/>
        <a:lstStyle/>
        <a:p>
          <a:endParaRPr lang="en-US"/>
        </a:p>
      </dgm:t>
    </dgm:pt>
    <dgm:pt modelId="{42AADCE7-DF93-4F9F-84E4-677758B42E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a suffix of “01” </a:t>
          </a:r>
          <a:endParaRPr lang="tr-TR"/>
        </a:p>
      </dgm:t>
    </dgm:pt>
    <dgm:pt modelId="{65D7F44C-A4B1-4764-A5A0-626DE21FCD52}" type="parTrans" cxnId="{73CB17E6-6C24-4EA3-9EBA-31370DAE265D}">
      <dgm:prSet/>
      <dgm:spPr/>
    </dgm:pt>
    <dgm:pt modelId="{524B6550-4F62-4382-9EA0-4C2DA487E416}" type="sibTrans" cxnId="{73CB17E6-6C24-4EA3-9EBA-31370DAE265D}">
      <dgm:prSet/>
      <dgm:spPr/>
      <dgm:t>
        <a:bodyPr/>
        <a:lstStyle/>
        <a:p>
          <a:endParaRPr lang="en-US"/>
        </a:p>
      </dgm:t>
    </dgm:pt>
    <dgm:pt modelId="{FF8B9883-33C4-42B1-AFAE-A8054A85FB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produce compressed</a:t>
          </a:r>
          <a:endParaRPr lang="tr-TR"/>
        </a:p>
      </dgm:t>
    </dgm:pt>
    <dgm:pt modelId="{25415B23-3D14-43FD-A4B2-A3A0DCA70A52}" type="parTrans" cxnId="{1F1E1193-E3FE-4536-8B5B-18BB94B882E3}">
      <dgm:prSet/>
      <dgm:spPr/>
    </dgm:pt>
    <dgm:pt modelId="{E3A7C3CD-6A0D-4568-BABD-1A2703386E85}" type="sibTrans" cxnId="{1F1E1193-E3FE-4536-8B5B-18BB94B882E3}">
      <dgm:prSet/>
      <dgm:spPr/>
      <dgm:t>
        <a:bodyPr/>
        <a:lstStyle/>
        <a:p>
          <a:endParaRPr lang="en-US"/>
        </a:p>
      </dgm:t>
    </dgm:pt>
    <dgm:pt modelId="{D5A8A884-0143-4066-940B-9C1DF46100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</a:t>
          </a:r>
          <a:r>
            <a:rPr lang="tr-TR"/>
            <a:t> </a:t>
          </a:r>
          <a:r>
            <a:rPr lang="en-US"/>
            <a:t>only</a:t>
          </a:r>
          <a:endParaRPr lang="tr-TR"/>
        </a:p>
      </dgm:t>
    </dgm:pt>
    <dgm:pt modelId="{4E3F6C7A-1265-412C-BB9A-3610129EBFFE}" type="parTrans" cxnId="{E88904BA-7CB1-4B83-BF50-4990E5723214}">
      <dgm:prSet/>
      <dgm:spPr/>
    </dgm:pt>
    <dgm:pt modelId="{689D35D6-2351-45F2-BBB9-1D7CA97C1FEE}" type="sibTrans" cxnId="{E88904BA-7CB1-4B83-BF50-4990E5723214}">
      <dgm:prSet/>
      <dgm:spPr/>
      <dgm:t>
        <a:bodyPr/>
        <a:lstStyle/>
        <a:p>
          <a:endParaRPr lang="en-US"/>
        </a:p>
      </dgm:t>
    </dgm:pt>
    <dgm:pt modelId="{B9B4BCA8-5636-4EA1-B7D5-543184B85C76}" type="pres">
      <dgm:prSet presAssocID="{0D778D1E-2907-4487-AAE9-D2C851AE4731}" presName="root" presStyleCnt="0">
        <dgm:presLayoutVars>
          <dgm:dir/>
          <dgm:resizeHandles val="exact"/>
        </dgm:presLayoutVars>
      </dgm:prSet>
      <dgm:spPr/>
    </dgm:pt>
    <dgm:pt modelId="{92F8DCA3-FCB2-4B3B-B5E5-BFB015AD5EC4}" type="pres">
      <dgm:prSet presAssocID="{58A90164-6524-4F3F-BA63-C066B2D8D630}" presName="compNode" presStyleCnt="0"/>
      <dgm:spPr/>
    </dgm:pt>
    <dgm:pt modelId="{4FC6D78D-A5E8-4B88-9863-2AC9CFDFF992}" type="pres">
      <dgm:prSet presAssocID="{58A90164-6524-4F3F-BA63-C066B2D8D6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27AD9FE-6F09-47A0-9F0F-EC1B8254848B}" type="pres">
      <dgm:prSet presAssocID="{58A90164-6524-4F3F-BA63-C066B2D8D630}" presName="iconSpace" presStyleCnt="0"/>
      <dgm:spPr/>
    </dgm:pt>
    <dgm:pt modelId="{B293D6B4-7C5B-42AA-8377-C6BC8AC6C47B}" type="pres">
      <dgm:prSet presAssocID="{58A90164-6524-4F3F-BA63-C066B2D8D630}" presName="parTx" presStyleLbl="revTx" presStyleIdx="0" presStyleCnt="6">
        <dgm:presLayoutVars>
          <dgm:chMax val="0"/>
          <dgm:chPref val="0"/>
        </dgm:presLayoutVars>
      </dgm:prSet>
      <dgm:spPr/>
    </dgm:pt>
    <dgm:pt modelId="{00D24CC0-CF97-4E94-A3CB-9D0DC46B0195}" type="pres">
      <dgm:prSet presAssocID="{58A90164-6524-4F3F-BA63-C066B2D8D630}" presName="txSpace" presStyleCnt="0"/>
      <dgm:spPr/>
    </dgm:pt>
    <dgm:pt modelId="{21AEAB91-F482-45FD-A9C6-FACC07F12D16}" type="pres">
      <dgm:prSet presAssocID="{58A90164-6524-4F3F-BA63-C066B2D8D630}" presName="desTx" presStyleLbl="revTx" presStyleIdx="1" presStyleCnt="6">
        <dgm:presLayoutVars/>
      </dgm:prSet>
      <dgm:spPr/>
    </dgm:pt>
    <dgm:pt modelId="{BD1ED3CB-7B86-473D-92D9-23DC5B7ADDB0}" type="pres">
      <dgm:prSet presAssocID="{ACF8E3B0-6778-435D-950B-BFFBD2CD3C52}" presName="sibTrans" presStyleCnt="0"/>
      <dgm:spPr/>
    </dgm:pt>
    <dgm:pt modelId="{A74A4008-C250-4CF4-9727-E3A29B99DB7D}" type="pres">
      <dgm:prSet presAssocID="{79563E29-9945-4152-9BCD-E2DD3A6F2003}" presName="compNode" presStyleCnt="0"/>
      <dgm:spPr/>
    </dgm:pt>
    <dgm:pt modelId="{6AB2333A-B5CE-4394-97DE-70D4EEFE0481}" type="pres">
      <dgm:prSet presAssocID="{79563E29-9945-4152-9BCD-E2DD3A6F20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71593DA-D15E-4A96-9ECC-E911565D4ECB}" type="pres">
      <dgm:prSet presAssocID="{79563E29-9945-4152-9BCD-E2DD3A6F2003}" presName="iconSpace" presStyleCnt="0"/>
      <dgm:spPr/>
    </dgm:pt>
    <dgm:pt modelId="{A2FAC12F-85AB-40EA-AA96-2D31E8C1883E}" type="pres">
      <dgm:prSet presAssocID="{79563E29-9945-4152-9BCD-E2DD3A6F2003}" presName="parTx" presStyleLbl="revTx" presStyleIdx="2" presStyleCnt="6">
        <dgm:presLayoutVars>
          <dgm:chMax val="0"/>
          <dgm:chPref val="0"/>
        </dgm:presLayoutVars>
      </dgm:prSet>
      <dgm:spPr/>
    </dgm:pt>
    <dgm:pt modelId="{D60BD150-5B6A-4C73-832A-312FD2D6ACCD}" type="pres">
      <dgm:prSet presAssocID="{79563E29-9945-4152-9BCD-E2DD3A6F2003}" presName="txSpace" presStyleCnt="0"/>
      <dgm:spPr/>
    </dgm:pt>
    <dgm:pt modelId="{0B01BFD3-633F-4573-9EDE-D007460C8057}" type="pres">
      <dgm:prSet presAssocID="{79563E29-9945-4152-9BCD-E2DD3A6F2003}" presName="desTx" presStyleLbl="revTx" presStyleIdx="3" presStyleCnt="6">
        <dgm:presLayoutVars/>
      </dgm:prSet>
      <dgm:spPr/>
    </dgm:pt>
    <dgm:pt modelId="{2C2E74ED-7017-47CB-83A0-AB141A862E80}" type="pres">
      <dgm:prSet presAssocID="{EAA6D92A-98F9-4E28-834F-89375228ABE5}" presName="sibTrans" presStyleCnt="0"/>
      <dgm:spPr/>
    </dgm:pt>
    <dgm:pt modelId="{648EAC79-1AA3-4F10-973D-6E2FB20119C7}" type="pres">
      <dgm:prSet presAssocID="{E1A97A0B-D240-46B1-B50D-964171E632AA}" presName="compNode" presStyleCnt="0"/>
      <dgm:spPr/>
    </dgm:pt>
    <dgm:pt modelId="{A2C4199E-EFB0-455F-AF9B-EBC38D6E0D83}" type="pres">
      <dgm:prSet presAssocID="{E1A97A0B-D240-46B1-B50D-964171E632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0C98DC4-612B-4B83-87D9-47095AFE2A7F}" type="pres">
      <dgm:prSet presAssocID="{E1A97A0B-D240-46B1-B50D-964171E632AA}" presName="iconSpace" presStyleCnt="0"/>
      <dgm:spPr/>
    </dgm:pt>
    <dgm:pt modelId="{C8533D5B-E8C2-491B-81B8-E5C7A7489653}" type="pres">
      <dgm:prSet presAssocID="{E1A97A0B-D240-46B1-B50D-964171E632AA}" presName="parTx" presStyleLbl="revTx" presStyleIdx="4" presStyleCnt="6">
        <dgm:presLayoutVars>
          <dgm:chMax val="0"/>
          <dgm:chPref val="0"/>
        </dgm:presLayoutVars>
      </dgm:prSet>
      <dgm:spPr/>
    </dgm:pt>
    <dgm:pt modelId="{70E8BFBE-B4D7-4D65-BE82-FFFA48BAEFEC}" type="pres">
      <dgm:prSet presAssocID="{E1A97A0B-D240-46B1-B50D-964171E632AA}" presName="txSpace" presStyleCnt="0"/>
      <dgm:spPr/>
    </dgm:pt>
    <dgm:pt modelId="{B3B03A50-6DAD-4CB1-91C8-EDC2EBE56356}" type="pres">
      <dgm:prSet presAssocID="{E1A97A0B-D240-46B1-B50D-964171E632AA}" presName="desTx" presStyleLbl="revTx" presStyleIdx="5" presStyleCnt="6">
        <dgm:presLayoutVars/>
      </dgm:prSet>
      <dgm:spPr/>
    </dgm:pt>
  </dgm:ptLst>
  <dgm:cxnLst>
    <dgm:cxn modelId="{E5672701-CB42-469E-B143-B1D5FDCFB02F}" type="presOf" srcId="{328165A4-FBA4-4048-8B53-2839F6A9522A}" destId="{21AEAB91-F482-45FD-A9C6-FACC07F12D16}" srcOrd="0" destOrd="0" presId="urn:microsoft.com/office/officeart/2018/5/layout/CenteredIconLabelDescriptionList"/>
    <dgm:cxn modelId="{FD462319-B007-4E4B-9B6B-8E895780B277}" srcId="{0D778D1E-2907-4487-AAE9-D2C851AE4731}" destId="{E1A97A0B-D240-46B1-B50D-964171E632AA}" srcOrd="2" destOrd="0" parTransId="{11792D63-2250-4E55-A20D-AB5DD137D8AF}" sibTransId="{E0CA7A69-1942-4885-9E4B-7023601B2581}"/>
    <dgm:cxn modelId="{45849626-F876-4D60-8B3C-6EF5CF278D4B}" type="presOf" srcId="{D5A8A884-0143-4066-940B-9C1DF4610072}" destId="{B3B03A50-6DAD-4CB1-91C8-EDC2EBE56356}" srcOrd="0" destOrd="1" presId="urn:microsoft.com/office/officeart/2018/5/layout/CenteredIconLabelDescriptionList"/>
    <dgm:cxn modelId="{F14F6648-1FA6-4217-8B9C-6FD4A262DD3C}" type="presOf" srcId="{E1A97A0B-D240-46B1-B50D-964171E632AA}" destId="{C8533D5B-E8C2-491B-81B8-E5C7A7489653}" srcOrd="0" destOrd="0" presId="urn:microsoft.com/office/officeart/2018/5/layout/CenteredIconLabelDescriptionList"/>
    <dgm:cxn modelId="{102F796F-ABA3-4002-B190-EA183BB9F520}" type="presOf" srcId="{58A90164-6524-4F3F-BA63-C066B2D8D630}" destId="{B293D6B4-7C5B-42AA-8377-C6BC8AC6C47B}" srcOrd="0" destOrd="0" presId="urn:microsoft.com/office/officeart/2018/5/layout/CenteredIconLabelDescriptionList"/>
    <dgm:cxn modelId="{2168AA5A-1E6B-4653-9247-4464D5A269E7}" type="presOf" srcId="{79563E29-9945-4152-9BCD-E2DD3A6F2003}" destId="{A2FAC12F-85AB-40EA-AA96-2D31E8C1883E}" srcOrd="0" destOrd="0" presId="urn:microsoft.com/office/officeart/2018/5/layout/CenteredIconLabelDescriptionList"/>
    <dgm:cxn modelId="{979F7685-3CED-4472-B79B-2B2273C160DF}" type="presOf" srcId="{4A2BE589-6BE4-4D3E-BF05-1363575FF142}" destId="{0B01BFD3-633F-4573-9EDE-D007460C8057}" srcOrd="0" destOrd="0" presId="urn:microsoft.com/office/officeart/2018/5/layout/CenteredIconLabelDescriptionList"/>
    <dgm:cxn modelId="{1F1E1193-E3FE-4536-8B5B-18BB94B882E3}" srcId="{E1A97A0B-D240-46B1-B50D-964171E632AA}" destId="{FF8B9883-33C4-42B1-AFAE-A8054A85FB2E}" srcOrd="0" destOrd="0" parTransId="{25415B23-3D14-43FD-A4B2-A3A0DCA70A52}" sibTransId="{E3A7C3CD-6A0D-4568-BABD-1A2703386E85}"/>
    <dgm:cxn modelId="{08CF0EA9-CB2F-4F8D-8905-4E155C1A5BA6}" srcId="{58A90164-6524-4F3F-BA63-C066B2D8D630}" destId="{328165A4-FBA4-4048-8B53-2839F6A9522A}" srcOrd="0" destOrd="0" parTransId="{12D1CD1F-A033-4B02-AC53-3D02543D89F5}" sibTransId="{358CEC5A-620A-4EE2-BA9A-A166AAAE4589}"/>
    <dgm:cxn modelId="{E88904BA-7CB1-4B83-BF50-4990E5723214}" srcId="{E1A97A0B-D240-46B1-B50D-964171E632AA}" destId="{D5A8A884-0143-4066-940B-9C1DF4610072}" srcOrd="1" destOrd="0" parTransId="{4E3F6C7A-1265-412C-BB9A-3610129EBFFE}" sibTransId="{689D35D6-2351-45F2-BBB9-1D7CA97C1FEE}"/>
    <dgm:cxn modelId="{C3A1B9C2-5B4B-48BE-9A14-529DF4C320BF}" srcId="{0D778D1E-2907-4487-AAE9-D2C851AE4731}" destId="{79563E29-9945-4152-9BCD-E2DD3A6F2003}" srcOrd="1" destOrd="0" parTransId="{4839231D-EA07-444A-A351-86C35E8D790B}" sibTransId="{EAA6D92A-98F9-4E28-834F-89375228ABE5}"/>
    <dgm:cxn modelId="{CF71BBCE-8117-4FF9-A86B-83DD91BCFD7F}" type="presOf" srcId="{0D778D1E-2907-4487-AAE9-D2C851AE4731}" destId="{B9B4BCA8-5636-4EA1-B7D5-543184B85C76}" srcOrd="0" destOrd="0" presId="urn:microsoft.com/office/officeart/2018/5/layout/CenteredIconLabelDescriptionList"/>
    <dgm:cxn modelId="{D81E35D1-F739-4B5F-932D-F158FF13E2C7}" srcId="{0D778D1E-2907-4487-AAE9-D2C851AE4731}" destId="{58A90164-6524-4F3F-BA63-C066B2D8D630}" srcOrd="0" destOrd="0" parTransId="{9E6112C9-3E77-4E7F-9E06-B9CD38C7BF35}" sibTransId="{ACF8E3B0-6778-435D-950B-BFFBD2CD3C52}"/>
    <dgm:cxn modelId="{7F5886D3-04AF-4717-B26B-D9C5216F1549}" type="presOf" srcId="{FF8B9883-33C4-42B1-AFAE-A8054A85FB2E}" destId="{B3B03A50-6DAD-4CB1-91C8-EDC2EBE56356}" srcOrd="0" destOrd="0" presId="urn:microsoft.com/office/officeart/2018/5/layout/CenteredIconLabelDescriptionList"/>
    <dgm:cxn modelId="{8E7975DA-03CE-43EA-B348-EFAFCBFD6C02}" srcId="{79563E29-9945-4152-9BCD-E2DD3A6F2003}" destId="{4A2BE589-6BE4-4D3E-BF05-1363575FF142}" srcOrd="0" destOrd="0" parTransId="{69785316-3F0B-4FA7-AF24-29502E1F0252}" sibTransId="{AD0C252E-6DC8-430E-982F-7F252D1EC793}"/>
    <dgm:cxn modelId="{F1DB32DB-44D3-4426-89A4-4C0690E30362}" type="presOf" srcId="{42AADCE7-DF93-4F9F-84E4-677758B42E7A}" destId="{0B01BFD3-633F-4573-9EDE-D007460C8057}" srcOrd="0" destOrd="1" presId="urn:microsoft.com/office/officeart/2018/5/layout/CenteredIconLabelDescriptionList"/>
    <dgm:cxn modelId="{73CB17E6-6C24-4EA3-9EBA-31370DAE265D}" srcId="{79563E29-9945-4152-9BCD-E2DD3A6F2003}" destId="{42AADCE7-DF93-4F9F-84E4-677758B42E7A}" srcOrd="1" destOrd="0" parTransId="{65D7F44C-A4B1-4764-A5A0-626DE21FCD52}" sibTransId="{524B6550-4F62-4382-9EA0-4C2DA487E416}"/>
    <dgm:cxn modelId="{154075E3-DC8E-439A-B0AB-1A0B06FD2774}" type="presParOf" srcId="{B9B4BCA8-5636-4EA1-B7D5-543184B85C76}" destId="{92F8DCA3-FCB2-4B3B-B5E5-BFB015AD5EC4}" srcOrd="0" destOrd="0" presId="urn:microsoft.com/office/officeart/2018/5/layout/CenteredIconLabelDescriptionList"/>
    <dgm:cxn modelId="{8820E966-02B1-4E6F-A6DB-BEF8FB5F0320}" type="presParOf" srcId="{92F8DCA3-FCB2-4B3B-B5E5-BFB015AD5EC4}" destId="{4FC6D78D-A5E8-4B88-9863-2AC9CFDFF992}" srcOrd="0" destOrd="0" presId="urn:microsoft.com/office/officeart/2018/5/layout/CenteredIconLabelDescriptionList"/>
    <dgm:cxn modelId="{63C819CC-FD4D-4585-B0A5-412CFBC02C19}" type="presParOf" srcId="{92F8DCA3-FCB2-4B3B-B5E5-BFB015AD5EC4}" destId="{327AD9FE-6F09-47A0-9F0F-EC1B8254848B}" srcOrd="1" destOrd="0" presId="urn:microsoft.com/office/officeart/2018/5/layout/CenteredIconLabelDescriptionList"/>
    <dgm:cxn modelId="{2A23E18E-EA96-439A-8BD4-024B09ABF922}" type="presParOf" srcId="{92F8DCA3-FCB2-4B3B-B5E5-BFB015AD5EC4}" destId="{B293D6B4-7C5B-42AA-8377-C6BC8AC6C47B}" srcOrd="2" destOrd="0" presId="urn:microsoft.com/office/officeart/2018/5/layout/CenteredIconLabelDescriptionList"/>
    <dgm:cxn modelId="{1DE4AA94-D753-4B42-8251-4CB1BA4E20C8}" type="presParOf" srcId="{92F8DCA3-FCB2-4B3B-B5E5-BFB015AD5EC4}" destId="{00D24CC0-CF97-4E94-A3CB-9D0DC46B0195}" srcOrd="3" destOrd="0" presId="urn:microsoft.com/office/officeart/2018/5/layout/CenteredIconLabelDescriptionList"/>
    <dgm:cxn modelId="{052F8A6A-0FFB-47CD-86C8-E4157C59C8CE}" type="presParOf" srcId="{92F8DCA3-FCB2-4B3B-B5E5-BFB015AD5EC4}" destId="{21AEAB91-F482-45FD-A9C6-FACC07F12D16}" srcOrd="4" destOrd="0" presId="urn:microsoft.com/office/officeart/2018/5/layout/CenteredIconLabelDescriptionList"/>
    <dgm:cxn modelId="{DAE179EA-F4BA-45ED-9EE6-EF7C22C0F887}" type="presParOf" srcId="{B9B4BCA8-5636-4EA1-B7D5-543184B85C76}" destId="{BD1ED3CB-7B86-473D-92D9-23DC5B7ADDB0}" srcOrd="1" destOrd="0" presId="urn:microsoft.com/office/officeart/2018/5/layout/CenteredIconLabelDescriptionList"/>
    <dgm:cxn modelId="{4B96F0D3-EF95-4258-8677-B1F0B0E3BECF}" type="presParOf" srcId="{B9B4BCA8-5636-4EA1-B7D5-543184B85C76}" destId="{A74A4008-C250-4CF4-9727-E3A29B99DB7D}" srcOrd="2" destOrd="0" presId="urn:microsoft.com/office/officeart/2018/5/layout/CenteredIconLabelDescriptionList"/>
    <dgm:cxn modelId="{15E81FF8-FBD7-462A-BA59-63A4D422169E}" type="presParOf" srcId="{A74A4008-C250-4CF4-9727-E3A29B99DB7D}" destId="{6AB2333A-B5CE-4394-97DE-70D4EEFE0481}" srcOrd="0" destOrd="0" presId="urn:microsoft.com/office/officeart/2018/5/layout/CenteredIconLabelDescriptionList"/>
    <dgm:cxn modelId="{45AD3CAE-F3F4-4557-A05D-FC678FEA85C4}" type="presParOf" srcId="{A74A4008-C250-4CF4-9727-E3A29B99DB7D}" destId="{F71593DA-D15E-4A96-9ECC-E911565D4ECB}" srcOrd="1" destOrd="0" presId="urn:microsoft.com/office/officeart/2018/5/layout/CenteredIconLabelDescriptionList"/>
    <dgm:cxn modelId="{174B690A-A9D5-4BAC-9D61-F0663FAF9E1E}" type="presParOf" srcId="{A74A4008-C250-4CF4-9727-E3A29B99DB7D}" destId="{A2FAC12F-85AB-40EA-AA96-2D31E8C1883E}" srcOrd="2" destOrd="0" presId="urn:microsoft.com/office/officeart/2018/5/layout/CenteredIconLabelDescriptionList"/>
    <dgm:cxn modelId="{953D85DF-2674-4386-AF4E-DE45734965F3}" type="presParOf" srcId="{A74A4008-C250-4CF4-9727-E3A29B99DB7D}" destId="{D60BD150-5B6A-4C73-832A-312FD2D6ACCD}" srcOrd="3" destOrd="0" presId="urn:microsoft.com/office/officeart/2018/5/layout/CenteredIconLabelDescriptionList"/>
    <dgm:cxn modelId="{DF404BCA-1BC4-4C39-A2A5-1FBDEFE44197}" type="presParOf" srcId="{A74A4008-C250-4CF4-9727-E3A29B99DB7D}" destId="{0B01BFD3-633F-4573-9EDE-D007460C8057}" srcOrd="4" destOrd="0" presId="urn:microsoft.com/office/officeart/2018/5/layout/CenteredIconLabelDescriptionList"/>
    <dgm:cxn modelId="{D96C8A94-DBAB-4353-89DB-9E2942742135}" type="presParOf" srcId="{B9B4BCA8-5636-4EA1-B7D5-543184B85C76}" destId="{2C2E74ED-7017-47CB-83A0-AB141A862E80}" srcOrd="3" destOrd="0" presId="urn:microsoft.com/office/officeart/2018/5/layout/CenteredIconLabelDescriptionList"/>
    <dgm:cxn modelId="{B7685743-B6BE-49D3-9473-077971440186}" type="presParOf" srcId="{B9B4BCA8-5636-4EA1-B7D5-543184B85C76}" destId="{648EAC79-1AA3-4F10-973D-6E2FB20119C7}" srcOrd="4" destOrd="0" presId="urn:microsoft.com/office/officeart/2018/5/layout/CenteredIconLabelDescriptionList"/>
    <dgm:cxn modelId="{C69C72D5-47AF-4679-970B-7F05530DAAAD}" type="presParOf" srcId="{648EAC79-1AA3-4F10-973D-6E2FB20119C7}" destId="{A2C4199E-EFB0-455F-AF9B-EBC38D6E0D83}" srcOrd="0" destOrd="0" presId="urn:microsoft.com/office/officeart/2018/5/layout/CenteredIconLabelDescriptionList"/>
    <dgm:cxn modelId="{B9C3457A-81C1-4F78-8FD3-A0374E9099E3}" type="presParOf" srcId="{648EAC79-1AA3-4F10-973D-6E2FB20119C7}" destId="{E0C98DC4-612B-4B83-87D9-47095AFE2A7F}" srcOrd="1" destOrd="0" presId="urn:microsoft.com/office/officeart/2018/5/layout/CenteredIconLabelDescriptionList"/>
    <dgm:cxn modelId="{40E0F9FC-1776-4119-9BCC-670C0792EC6D}" type="presParOf" srcId="{648EAC79-1AA3-4F10-973D-6E2FB20119C7}" destId="{C8533D5B-E8C2-491B-81B8-E5C7A7489653}" srcOrd="2" destOrd="0" presId="urn:microsoft.com/office/officeart/2018/5/layout/CenteredIconLabelDescriptionList"/>
    <dgm:cxn modelId="{66CBAF25-3DB8-42C1-B539-F9D30FAF8618}" type="presParOf" srcId="{648EAC79-1AA3-4F10-973D-6E2FB20119C7}" destId="{70E8BFBE-B4D7-4D65-BE82-FFFA48BAEFEC}" srcOrd="3" destOrd="0" presId="urn:microsoft.com/office/officeart/2018/5/layout/CenteredIconLabelDescriptionList"/>
    <dgm:cxn modelId="{F8B653FE-3C9E-4831-A477-F762CF4E7B75}" type="presParOf" srcId="{648EAC79-1AA3-4F10-973D-6E2FB20119C7}" destId="{B3B03A50-6DAD-4CB1-91C8-EDC2EBE5635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A2348B-652E-4B73-883E-C648BFE256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Public key</a:t>
          </a:r>
          <a:r>
            <a:rPr lang="tr-TR"/>
            <a:t> types</a:t>
          </a:r>
          <a:endParaRPr lang="en-US"/>
        </a:p>
      </dgm:t>
    </dgm:pt>
    <dgm:pt modelId="{027A4525-F781-487E-9DFF-2AFBEECC250B}" type="parTrans" cxnId="{C6F34C65-8074-4950-AFC2-46662EE975CA}">
      <dgm:prSet/>
      <dgm:spPr/>
      <dgm:t>
        <a:bodyPr/>
        <a:lstStyle/>
        <a:p>
          <a:endParaRPr lang="en-US" sz="2400"/>
        </a:p>
      </dgm:t>
    </dgm:pt>
    <dgm:pt modelId="{50D4B2C9-9BBB-4259-A4D1-44B5A118CD5D}" type="sibTrans" cxnId="{C6F34C65-8074-4950-AFC2-46662EE975CA}">
      <dgm:prSet/>
      <dgm:spPr/>
      <dgm:t>
        <a:bodyPr/>
        <a:lstStyle/>
        <a:p>
          <a:endParaRPr lang="en-US"/>
        </a:p>
      </dgm:t>
    </dgm:pt>
    <dgm:pt modelId="{2980F0EF-A9AA-4F93-B1F6-8349AB008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compressed </a:t>
          </a:r>
          <a:endParaRPr lang="en-US"/>
        </a:p>
      </dgm:t>
    </dgm:pt>
    <dgm:pt modelId="{D37CEED5-55F0-4F1F-8CCF-60D165D56CD7}" type="parTrans" cxnId="{0CEE1313-2453-49BA-8EA2-AFBD2FB2313B}">
      <dgm:prSet/>
      <dgm:spPr/>
      <dgm:t>
        <a:bodyPr/>
        <a:lstStyle/>
        <a:p>
          <a:endParaRPr lang="en-US" sz="2400"/>
        </a:p>
      </dgm:t>
    </dgm:pt>
    <dgm:pt modelId="{808075DF-0690-4200-B57C-CFFBBDCA5649}" type="sibTrans" cxnId="{0CEE1313-2453-49BA-8EA2-AFBD2FB2313B}">
      <dgm:prSet/>
      <dgm:spPr/>
      <dgm:t>
        <a:bodyPr/>
        <a:lstStyle/>
        <a:p>
          <a:endParaRPr lang="en-US"/>
        </a:p>
      </dgm:t>
    </dgm:pt>
    <dgm:pt modelId="{604CC570-D0BE-468B-BC8A-4F9D2089214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/>
            <a:t>Uncompressed</a:t>
          </a:r>
          <a:endParaRPr lang="en-US"/>
        </a:p>
      </dgm:t>
    </dgm:pt>
    <dgm:pt modelId="{B91876D4-D47F-4A7A-8B81-08D7D608401E}" type="parTrans" cxnId="{B375BA33-B483-4251-8F43-9E2074F6B64E}">
      <dgm:prSet/>
      <dgm:spPr/>
      <dgm:t>
        <a:bodyPr/>
        <a:lstStyle/>
        <a:p>
          <a:endParaRPr lang="en-US" sz="2400"/>
        </a:p>
      </dgm:t>
    </dgm:pt>
    <dgm:pt modelId="{52558E6D-7814-4678-93E5-7B271B9F9881}" type="sibTrans" cxnId="{B375BA33-B483-4251-8F43-9E2074F6B64E}">
      <dgm:prSet/>
      <dgm:spPr/>
      <dgm:t>
        <a:bodyPr/>
        <a:lstStyle/>
        <a:p>
          <a:endParaRPr lang="en-US"/>
        </a:p>
      </dgm:t>
    </dgm:pt>
    <dgm:pt modelId="{EDD81861-F62B-4A8C-B1F7-BFCA2C5E9F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What is a Public key</a:t>
          </a:r>
          <a:endParaRPr lang="en-US"/>
        </a:p>
      </dgm:t>
    </dgm:pt>
    <dgm:pt modelId="{3DE7EBA4-B81F-4E36-A15D-BDE3F28CD70D}" type="parTrans" cxnId="{935828F7-1479-4548-9A9F-7DAA9ABB86B3}">
      <dgm:prSet/>
      <dgm:spPr/>
      <dgm:t>
        <a:bodyPr/>
        <a:lstStyle/>
        <a:p>
          <a:endParaRPr lang="en-US" sz="2400"/>
        </a:p>
      </dgm:t>
    </dgm:pt>
    <dgm:pt modelId="{1416ADF7-9CF3-4D90-8695-3849EED45EBF}" type="sibTrans" cxnId="{935828F7-1479-4548-9A9F-7DAA9ABB86B3}">
      <dgm:prSet/>
      <dgm:spPr/>
      <dgm:t>
        <a:bodyPr/>
        <a:lstStyle/>
        <a:p>
          <a:endParaRPr lang="en-US"/>
        </a:p>
      </dgm:t>
    </dgm:pt>
    <dgm:pt modelId="{65F52178-954B-4FE2-BC29-EB1ABED2A8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 point</a:t>
          </a:r>
          <a:endParaRPr lang="en-US"/>
        </a:p>
      </dgm:t>
    </dgm:pt>
    <dgm:pt modelId="{0179B757-67E0-44FB-A90C-D94CDB60FF5C}" type="parTrans" cxnId="{F907A85B-0789-4537-BB76-922674CD24D0}">
      <dgm:prSet/>
      <dgm:spPr/>
      <dgm:t>
        <a:bodyPr/>
        <a:lstStyle/>
        <a:p>
          <a:endParaRPr lang="en-US" sz="2400"/>
        </a:p>
      </dgm:t>
    </dgm:pt>
    <dgm:pt modelId="{E7D5CBB7-9F28-4D7E-90A9-C963D1BC7184}" type="sibTrans" cxnId="{F907A85B-0789-4537-BB76-922674CD24D0}">
      <dgm:prSet/>
      <dgm:spPr/>
      <dgm:t>
        <a:bodyPr/>
        <a:lstStyle/>
        <a:p>
          <a:endParaRPr lang="en-US"/>
        </a:p>
      </dgm:t>
    </dgm:pt>
    <dgm:pt modelId="{8B7B405A-CF97-4242-8F9B-735ADAAB85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consisting of</a:t>
          </a:r>
        </a:p>
      </dgm:t>
    </dgm:pt>
    <dgm:pt modelId="{78B09703-7EFD-4D7F-8A29-27C60BFC55B2}" type="parTrans" cxnId="{3A9E92CB-3E73-4B23-A80B-955ACD0C14F2}">
      <dgm:prSet/>
      <dgm:spPr/>
      <dgm:t>
        <a:bodyPr/>
        <a:lstStyle/>
        <a:p>
          <a:endParaRPr lang="en-US" sz="2400"/>
        </a:p>
      </dgm:t>
    </dgm:pt>
    <dgm:pt modelId="{CDAAAEEF-F1BD-4F78-B32F-6EE0ABE06C97}" type="sibTrans" cxnId="{3A9E92CB-3E73-4B23-A80B-955ACD0C14F2}">
      <dgm:prSet/>
      <dgm:spPr/>
      <dgm:t>
        <a:bodyPr/>
        <a:lstStyle/>
        <a:p>
          <a:endParaRPr lang="en-US"/>
        </a:p>
      </dgm:t>
    </dgm:pt>
    <dgm:pt modelId="{10C8ACE5-9D9B-48C1-B2BE-06C1085195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elliptic curve</a:t>
          </a:r>
          <a:endParaRPr lang="en-US"/>
        </a:p>
      </dgm:t>
    </dgm:pt>
    <dgm:pt modelId="{E3538880-EC4B-4FF7-9B8D-C5B525C7CE1C}" type="parTrans" cxnId="{56938CE4-2AB7-45B7-98E8-ABCB2567B837}">
      <dgm:prSet/>
      <dgm:spPr/>
    </dgm:pt>
    <dgm:pt modelId="{49372477-A415-4784-BA38-409BA6C48684}" type="sibTrans" cxnId="{56938CE4-2AB7-45B7-98E8-ABCB2567B837}">
      <dgm:prSet/>
      <dgm:spPr/>
    </dgm:pt>
    <dgm:pt modelId="{6B063D4C-7B24-4878-B331-C8B1D2B32C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</a:t>
          </a:r>
          <a:r>
            <a:rPr lang="tr-TR"/>
            <a:t> </a:t>
          </a:r>
          <a:r>
            <a:rPr lang="en-US"/>
            <a:t>pair of coordinates</a:t>
          </a:r>
        </a:p>
      </dgm:t>
    </dgm:pt>
    <dgm:pt modelId="{E3A6F194-3F04-4739-AE18-DDD2722D2E81}" type="parTrans" cxnId="{DE92E869-3C0D-4FA2-8483-FC5CC77459C9}">
      <dgm:prSet/>
      <dgm:spPr/>
    </dgm:pt>
    <dgm:pt modelId="{374E8BCD-88BE-49A8-9A2E-80FCE1725179}" type="sibTrans" cxnId="{DE92E869-3C0D-4FA2-8483-FC5CC77459C9}">
      <dgm:prSet/>
      <dgm:spPr/>
    </dgm:pt>
    <dgm:pt modelId="{61358551-5D9D-4D78-AC2A-8979AE78DD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(x,y)</a:t>
          </a:r>
        </a:p>
      </dgm:t>
    </dgm:pt>
    <dgm:pt modelId="{F711DA04-8E39-432A-B26E-974CFFA02B3D}" type="parTrans" cxnId="{DFAE1621-7C0E-4862-8108-1DF97E1FB8E0}">
      <dgm:prSet/>
      <dgm:spPr/>
    </dgm:pt>
    <dgm:pt modelId="{ECED59BE-8FE2-44D1-8974-E598D9CFF90F}" type="sibTrans" cxnId="{DFAE1621-7C0E-4862-8108-1DF97E1FB8E0}">
      <dgm:prSet/>
      <dgm:spPr/>
    </dgm:pt>
    <dgm:pt modelId="{8CA580D7-F624-4E34-8514-0CAF9DF4328A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0623E4E5-DF73-4817-9C54-4C7C1B23A5A5}" type="pres">
      <dgm:prSet presAssocID="{18A2348B-652E-4B73-883E-C648BFE25624}" presName="compNode" presStyleCnt="0"/>
      <dgm:spPr/>
    </dgm:pt>
    <dgm:pt modelId="{9FFB3D58-863A-422A-922E-2C8F5F7BFBBA}" type="pres">
      <dgm:prSet presAssocID="{18A2348B-652E-4B73-883E-C648BFE256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3A235FC-0BD7-4BF6-9831-9528B9DE4A10}" type="pres">
      <dgm:prSet presAssocID="{18A2348B-652E-4B73-883E-C648BFE25624}" presName="iconSpace" presStyleCnt="0"/>
      <dgm:spPr/>
    </dgm:pt>
    <dgm:pt modelId="{9472B625-D6C5-4508-A5E3-86F1651E912D}" type="pres">
      <dgm:prSet presAssocID="{18A2348B-652E-4B73-883E-C648BFE25624}" presName="parTx" presStyleLbl="revTx" presStyleIdx="0" presStyleCnt="6">
        <dgm:presLayoutVars>
          <dgm:chMax val="0"/>
          <dgm:chPref val="0"/>
        </dgm:presLayoutVars>
      </dgm:prSet>
      <dgm:spPr/>
    </dgm:pt>
    <dgm:pt modelId="{B5B04618-4D92-4CE1-A9AE-DFEA2937EC83}" type="pres">
      <dgm:prSet presAssocID="{18A2348B-652E-4B73-883E-C648BFE25624}" presName="txSpace" presStyleCnt="0"/>
      <dgm:spPr/>
    </dgm:pt>
    <dgm:pt modelId="{2B945C25-94A8-43D7-B818-F833C7C07E78}" type="pres">
      <dgm:prSet presAssocID="{18A2348B-652E-4B73-883E-C648BFE25624}" presName="desTx" presStyleLbl="revTx" presStyleIdx="1" presStyleCnt="6">
        <dgm:presLayoutVars/>
      </dgm:prSet>
      <dgm:spPr/>
    </dgm:pt>
    <dgm:pt modelId="{5C27F369-46F0-4E0F-B905-F56ED757182E}" type="pres">
      <dgm:prSet presAssocID="{50D4B2C9-9BBB-4259-A4D1-44B5A118CD5D}" presName="sibTrans" presStyleCnt="0"/>
      <dgm:spPr/>
    </dgm:pt>
    <dgm:pt modelId="{FA4F4E45-5670-428A-B77E-20ED39FA2F12}" type="pres">
      <dgm:prSet presAssocID="{EDD81861-F62B-4A8C-B1F7-BFCA2C5E9F1C}" presName="compNode" presStyleCnt="0"/>
      <dgm:spPr/>
    </dgm:pt>
    <dgm:pt modelId="{73696541-A78B-462C-BD67-16B67DB77AE4}" type="pres">
      <dgm:prSet presAssocID="{EDD81861-F62B-4A8C-B1F7-BFCA2C5E9F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D0344C3-6551-459A-A773-775F9394A2F8}" type="pres">
      <dgm:prSet presAssocID="{EDD81861-F62B-4A8C-B1F7-BFCA2C5E9F1C}" presName="iconSpace" presStyleCnt="0"/>
      <dgm:spPr/>
    </dgm:pt>
    <dgm:pt modelId="{1C941D63-0470-487F-BD99-1243EA538E64}" type="pres">
      <dgm:prSet presAssocID="{EDD81861-F62B-4A8C-B1F7-BFCA2C5E9F1C}" presName="parTx" presStyleLbl="revTx" presStyleIdx="2" presStyleCnt="6">
        <dgm:presLayoutVars>
          <dgm:chMax val="0"/>
          <dgm:chPref val="0"/>
        </dgm:presLayoutVars>
      </dgm:prSet>
      <dgm:spPr/>
    </dgm:pt>
    <dgm:pt modelId="{0D715C92-06AB-4327-A35A-3DDAB296CC4D}" type="pres">
      <dgm:prSet presAssocID="{EDD81861-F62B-4A8C-B1F7-BFCA2C5E9F1C}" presName="txSpace" presStyleCnt="0"/>
      <dgm:spPr/>
    </dgm:pt>
    <dgm:pt modelId="{D37BB160-E82B-4A96-8726-6557A1E57B4C}" type="pres">
      <dgm:prSet presAssocID="{EDD81861-F62B-4A8C-B1F7-BFCA2C5E9F1C}" presName="desTx" presStyleLbl="revTx" presStyleIdx="3" presStyleCnt="6">
        <dgm:presLayoutVars/>
      </dgm:prSet>
      <dgm:spPr/>
    </dgm:pt>
    <dgm:pt modelId="{5C2A5492-A023-483B-9934-D6024E4B86AB}" type="pres">
      <dgm:prSet presAssocID="{1416ADF7-9CF3-4D90-8695-3849EED45EBF}" presName="sibTrans" presStyleCnt="0"/>
      <dgm:spPr/>
    </dgm:pt>
    <dgm:pt modelId="{5D683DD4-5C79-4DCD-B5BD-FA2EE72904EE}" type="pres">
      <dgm:prSet presAssocID="{8B7B405A-CF97-4242-8F9B-735ADAAB8507}" presName="compNode" presStyleCnt="0"/>
      <dgm:spPr/>
    </dgm:pt>
    <dgm:pt modelId="{F2ACA3BC-FE3D-442E-AAE4-0E9208E39F0A}" type="pres">
      <dgm:prSet presAssocID="{8B7B405A-CF97-4242-8F9B-735ADAAB85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3BA174F-E7BA-46D4-B06E-A7488C9825A1}" type="pres">
      <dgm:prSet presAssocID="{8B7B405A-CF97-4242-8F9B-735ADAAB8507}" presName="iconSpace" presStyleCnt="0"/>
      <dgm:spPr/>
    </dgm:pt>
    <dgm:pt modelId="{07490814-AC66-4DB7-B692-5A40CFC81B9A}" type="pres">
      <dgm:prSet presAssocID="{8B7B405A-CF97-4242-8F9B-735ADAAB8507}" presName="parTx" presStyleLbl="revTx" presStyleIdx="4" presStyleCnt="6">
        <dgm:presLayoutVars>
          <dgm:chMax val="0"/>
          <dgm:chPref val="0"/>
        </dgm:presLayoutVars>
      </dgm:prSet>
      <dgm:spPr/>
    </dgm:pt>
    <dgm:pt modelId="{D8ACA164-BDA3-46E3-A4E7-29DCFF3E9213}" type="pres">
      <dgm:prSet presAssocID="{8B7B405A-CF97-4242-8F9B-735ADAAB8507}" presName="txSpace" presStyleCnt="0"/>
      <dgm:spPr/>
    </dgm:pt>
    <dgm:pt modelId="{D6F2BBA3-A57A-44F4-9156-C11C2B3EE596}" type="pres">
      <dgm:prSet presAssocID="{8B7B405A-CF97-4242-8F9B-735ADAAB8507}" presName="desTx" presStyleLbl="revTx" presStyleIdx="5" presStyleCnt="6">
        <dgm:presLayoutVars/>
      </dgm:prSet>
      <dgm:spPr/>
    </dgm:pt>
  </dgm:ptLst>
  <dgm:cxnLst>
    <dgm:cxn modelId="{0CEE1313-2453-49BA-8EA2-AFBD2FB2313B}" srcId="{18A2348B-652E-4B73-883E-C648BFE25624}" destId="{2980F0EF-A9AA-4F93-B1F6-8349AB00878D}" srcOrd="0" destOrd="0" parTransId="{D37CEED5-55F0-4F1F-8CCF-60D165D56CD7}" sibTransId="{808075DF-0690-4200-B57C-CFFBBDCA5649}"/>
    <dgm:cxn modelId="{DFAE1621-7C0E-4862-8108-1DF97E1FB8E0}" srcId="{8B7B405A-CF97-4242-8F9B-735ADAAB8507}" destId="{61358551-5D9D-4D78-AC2A-8979AE78DDAB}" srcOrd="1" destOrd="0" parTransId="{F711DA04-8E39-432A-B26E-974CFFA02B3D}" sibTransId="{ECED59BE-8FE2-44D1-8974-E598D9CFF90F}"/>
    <dgm:cxn modelId="{E7C5FD32-7B9C-46E5-8552-4BDF18B1241F}" type="presOf" srcId="{6B063D4C-7B24-4878-B331-C8B1D2B32C93}" destId="{D6F2BBA3-A57A-44F4-9156-C11C2B3EE596}" srcOrd="0" destOrd="0" presId="urn:microsoft.com/office/officeart/2018/5/layout/CenteredIconLabelDescriptionList"/>
    <dgm:cxn modelId="{B375BA33-B483-4251-8F43-9E2074F6B64E}" srcId="{18A2348B-652E-4B73-883E-C648BFE25624}" destId="{604CC570-D0BE-468B-BC8A-4F9D2089214B}" srcOrd="1" destOrd="0" parTransId="{B91876D4-D47F-4A7A-8B81-08D7D608401E}" sibTransId="{52558E6D-7814-4678-93E5-7B271B9F9881}"/>
    <dgm:cxn modelId="{F907A85B-0789-4537-BB76-922674CD24D0}" srcId="{EDD81861-F62B-4A8C-B1F7-BFCA2C5E9F1C}" destId="{65F52178-954B-4FE2-BC29-EB1ABED2A873}" srcOrd="0" destOrd="0" parTransId="{0179B757-67E0-44FB-A90C-D94CDB60FF5C}" sibTransId="{E7D5CBB7-9F28-4D7E-90A9-C963D1BC7184}"/>
    <dgm:cxn modelId="{C6F34C65-8074-4950-AFC2-46662EE975CA}" srcId="{0F856039-A7BF-4568-BFD3-1C2701AA16C2}" destId="{18A2348B-652E-4B73-883E-C648BFE25624}" srcOrd="0" destOrd="0" parTransId="{027A4525-F781-487E-9DFF-2AFBEECC250B}" sibTransId="{50D4B2C9-9BBB-4259-A4D1-44B5A118CD5D}"/>
    <dgm:cxn modelId="{DE92E869-3C0D-4FA2-8483-FC5CC77459C9}" srcId="{8B7B405A-CF97-4242-8F9B-735ADAAB8507}" destId="{6B063D4C-7B24-4878-B331-C8B1D2B32C93}" srcOrd="0" destOrd="0" parTransId="{E3A6F194-3F04-4739-AE18-DDD2722D2E81}" sibTransId="{374E8BCD-88BE-49A8-9A2E-80FCE1725179}"/>
    <dgm:cxn modelId="{54F4758B-D4E1-4DC3-B981-47C3188C8F08}" type="presOf" srcId="{18A2348B-652E-4B73-883E-C648BFE25624}" destId="{9472B625-D6C5-4508-A5E3-86F1651E912D}" srcOrd="0" destOrd="0" presId="urn:microsoft.com/office/officeart/2018/5/layout/CenteredIconLabelDescriptionList"/>
    <dgm:cxn modelId="{2EC0CC8C-4259-4276-B9B8-AD269D507C80}" type="presOf" srcId="{61358551-5D9D-4D78-AC2A-8979AE78DDAB}" destId="{D6F2BBA3-A57A-44F4-9156-C11C2B3EE596}" srcOrd="0" destOrd="1" presId="urn:microsoft.com/office/officeart/2018/5/layout/CenteredIconLabelDescriptionList"/>
    <dgm:cxn modelId="{0E1ECA8F-846F-4599-9A2D-CE1691BCFC8A}" type="presOf" srcId="{604CC570-D0BE-468B-BC8A-4F9D2089214B}" destId="{2B945C25-94A8-43D7-B818-F833C7C07E78}" srcOrd="0" destOrd="1" presId="urn:microsoft.com/office/officeart/2018/5/layout/CenteredIconLabelDescriptionList"/>
    <dgm:cxn modelId="{54CD60A3-B6D2-4D25-94AE-25F0736A66F8}" type="presOf" srcId="{2980F0EF-A9AA-4F93-B1F6-8349AB00878D}" destId="{2B945C25-94A8-43D7-B818-F833C7C07E78}" srcOrd="0" destOrd="0" presId="urn:microsoft.com/office/officeart/2018/5/layout/CenteredIconLabelDescriptionList"/>
    <dgm:cxn modelId="{A68A59AB-5E7B-4958-BD74-6808F854F864}" type="presOf" srcId="{8B7B405A-CF97-4242-8F9B-735ADAAB8507}" destId="{07490814-AC66-4DB7-B692-5A40CFC81B9A}" srcOrd="0" destOrd="0" presId="urn:microsoft.com/office/officeart/2018/5/layout/CenteredIconLabelDescriptionList"/>
    <dgm:cxn modelId="{E43F25B4-4E48-47DA-9EAC-80AA9CC34918}" type="presOf" srcId="{EDD81861-F62B-4A8C-B1F7-BFCA2C5E9F1C}" destId="{1C941D63-0470-487F-BD99-1243EA538E64}" srcOrd="0" destOrd="0" presId="urn:microsoft.com/office/officeart/2018/5/layout/CenteredIconLabelDescriptionList"/>
    <dgm:cxn modelId="{4043D8B8-82B6-49D5-B8F3-C8480CBC4DAE}" type="presOf" srcId="{10C8ACE5-9D9B-48C1-B2BE-06C108519514}" destId="{D37BB160-E82B-4A96-8726-6557A1E57B4C}" srcOrd="0" destOrd="1" presId="urn:microsoft.com/office/officeart/2018/5/layout/CenteredIconLabelDescriptionList"/>
    <dgm:cxn modelId="{3A9E92CB-3E73-4B23-A80B-955ACD0C14F2}" srcId="{0F856039-A7BF-4568-BFD3-1C2701AA16C2}" destId="{8B7B405A-CF97-4242-8F9B-735ADAAB8507}" srcOrd="2" destOrd="0" parTransId="{78B09703-7EFD-4D7F-8A29-27C60BFC55B2}" sibTransId="{CDAAAEEF-F1BD-4F78-B32F-6EE0ABE06C97}"/>
    <dgm:cxn modelId="{D1DF5DCD-CB04-4510-99EF-D23F11BC23E1}" type="presOf" srcId="{65F52178-954B-4FE2-BC29-EB1ABED2A873}" destId="{D37BB160-E82B-4A96-8726-6557A1E57B4C}" srcOrd="0" destOrd="0" presId="urn:microsoft.com/office/officeart/2018/5/layout/CenteredIconLabelDescriptionList"/>
    <dgm:cxn modelId="{56938CE4-2AB7-45B7-98E8-ABCB2567B837}" srcId="{EDD81861-F62B-4A8C-B1F7-BFCA2C5E9F1C}" destId="{10C8ACE5-9D9B-48C1-B2BE-06C108519514}" srcOrd="1" destOrd="0" parTransId="{E3538880-EC4B-4FF7-9B8D-C5B525C7CE1C}" sibTransId="{49372477-A415-4784-BA38-409BA6C48684}"/>
    <dgm:cxn modelId="{0F815AF5-220E-43BD-B9EA-FF2A929F4B6C}" type="presOf" srcId="{0F856039-A7BF-4568-BFD3-1C2701AA16C2}" destId="{8CA580D7-F624-4E34-8514-0CAF9DF4328A}" srcOrd="0" destOrd="0" presId="urn:microsoft.com/office/officeart/2018/5/layout/CenteredIconLabelDescriptionList"/>
    <dgm:cxn modelId="{935828F7-1479-4548-9A9F-7DAA9ABB86B3}" srcId="{0F856039-A7BF-4568-BFD3-1C2701AA16C2}" destId="{EDD81861-F62B-4A8C-B1F7-BFCA2C5E9F1C}" srcOrd="1" destOrd="0" parTransId="{3DE7EBA4-B81F-4E36-A15D-BDE3F28CD70D}" sibTransId="{1416ADF7-9CF3-4D90-8695-3849EED45EBF}"/>
    <dgm:cxn modelId="{E4F9AA84-4E8F-4AD5-B1DC-80CC0ACC8B3F}" type="presParOf" srcId="{8CA580D7-F624-4E34-8514-0CAF9DF4328A}" destId="{0623E4E5-DF73-4817-9C54-4C7C1B23A5A5}" srcOrd="0" destOrd="0" presId="urn:microsoft.com/office/officeart/2018/5/layout/CenteredIconLabelDescriptionList"/>
    <dgm:cxn modelId="{FAED2D49-BDEC-4AD0-97FD-9D9093946207}" type="presParOf" srcId="{0623E4E5-DF73-4817-9C54-4C7C1B23A5A5}" destId="{9FFB3D58-863A-422A-922E-2C8F5F7BFBBA}" srcOrd="0" destOrd="0" presId="urn:microsoft.com/office/officeart/2018/5/layout/CenteredIconLabelDescriptionList"/>
    <dgm:cxn modelId="{C0F85474-0D86-4771-9614-BF4171DB3A6F}" type="presParOf" srcId="{0623E4E5-DF73-4817-9C54-4C7C1B23A5A5}" destId="{D3A235FC-0BD7-4BF6-9831-9528B9DE4A10}" srcOrd="1" destOrd="0" presId="urn:microsoft.com/office/officeart/2018/5/layout/CenteredIconLabelDescriptionList"/>
    <dgm:cxn modelId="{45943D72-E025-4C58-A5FA-615923F13208}" type="presParOf" srcId="{0623E4E5-DF73-4817-9C54-4C7C1B23A5A5}" destId="{9472B625-D6C5-4508-A5E3-86F1651E912D}" srcOrd="2" destOrd="0" presId="urn:microsoft.com/office/officeart/2018/5/layout/CenteredIconLabelDescriptionList"/>
    <dgm:cxn modelId="{1C17F609-3CCE-464A-B38E-B8D445302F28}" type="presParOf" srcId="{0623E4E5-DF73-4817-9C54-4C7C1B23A5A5}" destId="{B5B04618-4D92-4CE1-A9AE-DFEA2937EC83}" srcOrd="3" destOrd="0" presId="urn:microsoft.com/office/officeart/2018/5/layout/CenteredIconLabelDescriptionList"/>
    <dgm:cxn modelId="{D1BD79B0-F95B-4304-9A01-B9FC8109DBC4}" type="presParOf" srcId="{0623E4E5-DF73-4817-9C54-4C7C1B23A5A5}" destId="{2B945C25-94A8-43D7-B818-F833C7C07E78}" srcOrd="4" destOrd="0" presId="urn:microsoft.com/office/officeart/2018/5/layout/CenteredIconLabelDescriptionList"/>
    <dgm:cxn modelId="{2D200D0A-9DFF-4251-8D53-CDE735CEEA32}" type="presParOf" srcId="{8CA580D7-F624-4E34-8514-0CAF9DF4328A}" destId="{5C27F369-46F0-4E0F-B905-F56ED757182E}" srcOrd="1" destOrd="0" presId="urn:microsoft.com/office/officeart/2018/5/layout/CenteredIconLabelDescriptionList"/>
    <dgm:cxn modelId="{9561044E-F7AB-4D54-B2C8-508BECF9AD20}" type="presParOf" srcId="{8CA580D7-F624-4E34-8514-0CAF9DF4328A}" destId="{FA4F4E45-5670-428A-B77E-20ED39FA2F12}" srcOrd="2" destOrd="0" presId="urn:microsoft.com/office/officeart/2018/5/layout/CenteredIconLabelDescriptionList"/>
    <dgm:cxn modelId="{D3808E9F-32F0-44FE-9925-99C42EDEEE2F}" type="presParOf" srcId="{FA4F4E45-5670-428A-B77E-20ED39FA2F12}" destId="{73696541-A78B-462C-BD67-16B67DB77AE4}" srcOrd="0" destOrd="0" presId="urn:microsoft.com/office/officeart/2018/5/layout/CenteredIconLabelDescriptionList"/>
    <dgm:cxn modelId="{45A65910-B8ED-4373-A73A-2DD504A68DF7}" type="presParOf" srcId="{FA4F4E45-5670-428A-B77E-20ED39FA2F12}" destId="{CD0344C3-6551-459A-A773-775F9394A2F8}" srcOrd="1" destOrd="0" presId="urn:microsoft.com/office/officeart/2018/5/layout/CenteredIconLabelDescriptionList"/>
    <dgm:cxn modelId="{39DD73EB-579D-4055-BCD7-D23BA50E6E5D}" type="presParOf" srcId="{FA4F4E45-5670-428A-B77E-20ED39FA2F12}" destId="{1C941D63-0470-487F-BD99-1243EA538E64}" srcOrd="2" destOrd="0" presId="urn:microsoft.com/office/officeart/2018/5/layout/CenteredIconLabelDescriptionList"/>
    <dgm:cxn modelId="{061A141C-A415-48D8-907B-D9AB3A75A4A5}" type="presParOf" srcId="{FA4F4E45-5670-428A-B77E-20ED39FA2F12}" destId="{0D715C92-06AB-4327-A35A-3DDAB296CC4D}" srcOrd="3" destOrd="0" presId="urn:microsoft.com/office/officeart/2018/5/layout/CenteredIconLabelDescriptionList"/>
    <dgm:cxn modelId="{2A15862C-6091-4FF4-A966-1BFC6164C4DD}" type="presParOf" srcId="{FA4F4E45-5670-428A-B77E-20ED39FA2F12}" destId="{D37BB160-E82B-4A96-8726-6557A1E57B4C}" srcOrd="4" destOrd="0" presId="urn:microsoft.com/office/officeart/2018/5/layout/CenteredIconLabelDescriptionList"/>
    <dgm:cxn modelId="{9C2FA989-D57B-46EC-AEBE-92C9660BA34D}" type="presParOf" srcId="{8CA580D7-F624-4E34-8514-0CAF9DF4328A}" destId="{5C2A5492-A023-483B-9934-D6024E4B86AB}" srcOrd="3" destOrd="0" presId="urn:microsoft.com/office/officeart/2018/5/layout/CenteredIconLabelDescriptionList"/>
    <dgm:cxn modelId="{9ED70953-B0C7-4574-B223-C62B1576866C}" type="presParOf" srcId="{8CA580D7-F624-4E34-8514-0CAF9DF4328A}" destId="{5D683DD4-5C79-4DCD-B5BD-FA2EE72904EE}" srcOrd="4" destOrd="0" presId="urn:microsoft.com/office/officeart/2018/5/layout/CenteredIconLabelDescriptionList"/>
    <dgm:cxn modelId="{1DC78555-A1A6-4F64-AD35-99B9DDA6069A}" type="presParOf" srcId="{5D683DD4-5C79-4DCD-B5BD-FA2EE72904EE}" destId="{F2ACA3BC-FE3D-442E-AAE4-0E9208E39F0A}" srcOrd="0" destOrd="0" presId="urn:microsoft.com/office/officeart/2018/5/layout/CenteredIconLabelDescriptionList"/>
    <dgm:cxn modelId="{7A2EA032-0169-4817-80F5-186CD5283070}" type="presParOf" srcId="{5D683DD4-5C79-4DCD-B5BD-FA2EE72904EE}" destId="{43BA174F-E7BA-46D4-B06E-A7488C9825A1}" srcOrd="1" destOrd="0" presId="urn:microsoft.com/office/officeart/2018/5/layout/CenteredIconLabelDescriptionList"/>
    <dgm:cxn modelId="{28D569C0-ED85-460B-ABBE-074FF33700D3}" type="presParOf" srcId="{5D683DD4-5C79-4DCD-B5BD-FA2EE72904EE}" destId="{07490814-AC66-4DB7-B692-5A40CFC81B9A}" srcOrd="2" destOrd="0" presId="urn:microsoft.com/office/officeart/2018/5/layout/CenteredIconLabelDescriptionList"/>
    <dgm:cxn modelId="{D6E2B7C7-3FAE-4442-816C-AD64E0EEC866}" type="presParOf" srcId="{5D683DD4-5C79-4DCD-B5BD-FA2EE72904EE}" destId="{D8ACA164-BDA3-46E3-A4E7-29DCFF3E9213}" srcOrd="3" destOrd="0" presId="urn:microsoft.com/office/officeart/2018/5/layout/CenteredIconLabelDescriptionList"/>
    <dgm:cxn modelId="{148A66B8-8272-4F72-B290-AC3981D9A590}" type="presParOf" srcId="{5D683DD4-5C79-4DCD-B5BD-FA2EE72904EE}" destId="{D6F2BBA3-A57A-44F4-9156-C11C2B3EE59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57E58C-C102-4C85-983C-272F8F41E4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(x,y)</a:t>
          </a:r>
          <a:endParaRPr lang="en-US"/>
        </a:p>
      </dgm:t>
    </dgm:pt>
    <dgm:pt modelId="{7B06BB56-3069-4F23-8466-6410F241E332}" type="parTrans" cxnId="{1006EE3E-618C-4A59-9CF4-3544305CF491}">
      <dgm:prSet/>
      <dgm:spPr/>
      <dgm:t>
        <a:bodyPr/>
        <a:lstStyle/>
        <a:p>
          <a:endParaRPr lang="en-US" sz="2400"/>
        </a:p>
      </dgm:t>
    </dgm:pt>
    <dgm:pt modelId="{8625E932-57F1-4AD1-BA4A-381191DFA149}" type="sibTrans" cxnId="{1006EE3E-618C-4A59-9CF4-3544305CF491}">
      <dgm:prSet/>
      <dgm:spPr/>
      <dgm:t>
        <a:bodyPr/>
        <a:lstStyle/>
        <a:p>
          <a:endParaRPr lang="en-US"/>
        </a:p>
      </dgm:t>
    </dgm:pt>
    <dgm:pt modelId="{826F8D7A-F9C5-4D89-854E-9FDB82A8A1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prefix 04 </a:t>
          </a:r>
        </a:p>
      </dgm:t>
    </dgm:pt>
    <dgm:pt modelId="{355D3AEF-1487-42F3-9A6A-0E24ED1953BE}" type="parTrans" cxnId="{92FD73EA-784C-4EF1-874D-8543140D3672}">
      <dgm:prSet/>
      <dgm:spPr/>
      <dgm:t>
        <a:bodyPr/>
        <a:lstStyle/>
        <a:p>
          <a:endParaRPr lang="en-US" sz="2400"/>
        </a:p>
      </dgm:t>
    </dgm:pt>
    <dgm:pt modelId="{B6012C11-7EB3-4D81-B08A-0DD579358B99}" type="sibTrans" cxnId="{92FD73EA-784C-4EF1-874D-8543140D3672}">
      <dgm:prSet/>
      <dgm:spPr/>
      <dgm:t>
        <a:bodyPr/>
        <a:lstStyle/>
        <a:p>
          <a:endParaRPr lang="en-US"/>
        </a:p>
      </dgm:t>
    </dgm:pt>
    <dgm:pt modelId="{C17850AF-AA82-401A-812A-123932B5D0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</a:t>
          </a:r>
          <a:r>
            <a:rPr lang="tr-TR"/>
            <a:t>(x,y)</a:t>
          </a:r>
          <a:endParaRPr lang="en-US"/>
        </a:p>
      </dgm:t>
    </dgm:pt>
    <dgm:pt modelId="{B1DDDB18-AFC6-4CDF-87EB-1E7B2224FFF3}" type="parTrans" cxnId="{5E7DA394-EC58-4E66-B270-F381E5A7A2C2}">
      <dgm:prSet/>
      <dgm:spPr/>
      <dgm:t>
        <a:bodyPr/>
        <a:lstStyle/>
        <a:p>
          <a:endParaRPr lang="en-US" sz="2400"/>
        </a:p>
      </dgm:t>
    </dgm:pt>
    <dgm:pt modelId="{066C55C3-1842-413A-96DB-883F9398C263}" type="sibTrans" cxnId="{5E7DA394-EC58-4E66-B270-F381E5A7A2C2}">
      <dgm:prSet/>
      <dgm:spPr/>
      <dgm:t>
        <a:bodyPr/>
        <a:lstStyle/>
        <a:p>
          <a:endParaRPr lang="en-US"/>
        </a:p>
      </dgm:t>
    </dgm:pt>
    <dgm:pt modelId="{0A808C98-B7B2-415C-9F61-3F9B226A38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</a:t>
          </a:r>
          <a:endParaRPr lang="en-US"/>
        </a:p>
      </dgm:t>
    </dgm:pt>
    <dgm:pt modelId="{05D239B8-DDC0-40BA-82F3-0681C1967695}" type="parTrans" cxnId="{0BD590B4-C85A-4654-996E-10C075DB7672}">
      <dgm:prSet/>
      <dgm:spPr/>
      <dgm:t>
        <a:bodyPr/>
        <a:lstStyle/>
        <a:p>
          <a:endParaRPr lang="tr-TR"/>
        </a:p>
      </dgm:t>
    </dgm:pt>
    <dgm:pt modelId="{AE96E177-3A37-48AA-ABF8-4BECE30D7D90}" type="sibTrans" cxnId="{0BD590B4-C85A-4654-996E-10C075DB7672}">
      <dgm:prSet/>
      <dgm:spPr/>
      <dgm:t>
        <a:bodyPr/>
        <a:lstStyle/>
        <a:p>
          <a:endParaRPr lang="tr-TR"/>
        </a:p>
      </dgm:t>
    </dgm:pt>
    <dgm:pt modelId="{0780FF23-B563-481F-AEF6-2BCE0A6A52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</a:t>
          </a:r>
          <a:endParaRPr lang="en-US"/>
        </a:p>
      </dgm:t>
    </dgm:pt>
    <dgm:pt modelId="{8BF23AE1-C187-4301-9D0B-D5A7E0F927ED}" type="parTrans" cxnId="{3FEEE338-33CC-4D8E-B0B4-871C77C315C4}">
      <dgm:prSet/>
      <dgm:spPr/>
      <dgm:t>
        <a:bodyPr/>
        <a:lstStyle/>
        <a:p>
          <a:endParaRPr lang="tr-TR"/>
        </a:p>
      </dgm:t>
    </dgm:pt>
    <dgm:pt modelId="{18C1C4C9-E54D-42E2-8041-DDD7D2D0AD3F}" type="sibTrans" cxnId="{3FEEE338-33CC-4D8E-B0B4-871C77C315C4}">
      <dgm:prSet/>
      <dgm:spPr/>
      <dgm:t>
        <a:bodyPr/>
        <a:lstStyle/>
        <a:p>
          <a:endParaRPr lang="tr-TR"/>
        </a:p>
      </dgm:t>
    </dgm:pt>
    <dgm:pt modelId="{7327EC00-9C20-4135-8DC8-55962FE599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256-bit number</a:t>
          </a:r>
        </a:p>
      </dgm:t>
    </dgm:pt>
    <dgm:pt modelId="{DE34EE42-44BF-4F03-BA0F-D31BB77BF0A9}" type="parTrans" cxnId="{8D6F2BD5-D311-4C8A-BB9A-834FD5765D6D}">
      <dgm:prSet/>
      <dgm:spPr/>
      <dgm:t>
        <a:bodyPr/>
        <a:lstStyle/>
        <a:p>
          <a:endParaRPr lang="tr-TR"/>
        </a:p>
      </dgm:t>
    </dgm:pt>
    <dgm:pt modelId="{6B6AFFBD-7085-45E4-9E75-D7B65D7EFA77}" type="sibTrans" cxnId="{8D6F2BD5-D311-4C8A-BB9A-834FD5765D6D}">
      <dgm:prSet/>
      <dgm:spPr/>
      <dgm:t>
        <a:bodyPr/>
        <a:lstStyle/>
        <a:p>
          <a:endParaRPr lang="tr-TR"/>
        </a:p>
      </dgm:t>
    </dgm:pt>
    <dgm:pt modelId="{34F02C85-7D18-4918-8851-638EC1D03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256-bit number</a:t>
          </a:r>
        </a:p>
      </dgm:t>
    </dgm:pt>
    <dgm:pt modelId="{7E674630-5964-4F58-80A5-F636886AA8B6}" type="parTrans" cxnId="{8B0AAB01-DEAC-49FC-9D60-53084053B8D8}">
      <dgm:prSet/>
      <dgm:spPr/>
      <dgm:t>
        <a:bodyPr/>
        <a:lstStyle/>
        <a:p>
          <a:endParaRPr lang="tr-TR"/>
        </a:p>
      </dgm:t>
    </dgm:pt>
    <dgm:pt modelId="{AEE0D9FB-633D-47AC-826D-FAA26052708D}" type="sibTrans" cxnId="{8B0AAB01-DEAC-49FC-9D60-53084053B8D8}">
      <dgm:prSet/>
      <dgm:spPr/>
      <dgm:t>
        <a:bodyPr/>
        <a:lstStyle/>
        <a:p>
          <a:endParaRPr lang="tr-TR"/>
        </a:p>
      </dgm:t>
    </dgm:pt>
    <dgm:pt modelId="{A8DACE9E-3255-4EDA-B6F3-A37CF4B65181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762EA144-78FF-468C-B2FB-32C1D8540C97}" type="pres">
      <dgm:prSet presAssocID="{0057E58C-C102-4C85-983C-272F8F41E45D}" presName="compNode" presStyleCnt="0"/>
      <dgm:spPr/>
    </dgm:pt>
    <dgm:pt modelId="{B7126B64-4CDE-4129-B8D8-1DE387535163}" type="pres">
      <dgm:prSet presAssocID="{0057E58C-C102-4C85-983C-272F8F41E4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8371BD98-58D2-4FEB-81AA-5531A9A00958}" type="pres">
      <dgm:prSet presAssocID="{0057E58C-C102-4C85-983C-272F8F41E45D}" presName="iconSpace" presStyleCnt="0"/>
      <dgm:spPr/>
    </dgm:pt>
    <dgm:pt modelId="{44430D07-C8FF-4DAD-BC55-F5C91361457B}" type="pres">
      <dgm:prSet presAssocID="{0057E58C-C102-4C85-983C-272F8F41E45D}" presName="parTx" presStyleLbl="revTx" presStyleIdx="0" presStyleCnt="6">
        <dgm:presLayoutVars>
          <dgm:chMax val="0"/>
          <dgm:chPref val="0"/>
        </dgm:presLayoutVars>
      </dgm:prSet>
      <dgm:spPr/>
    </dgm:pt>
    <dgm:pt modelId="{B6D9E1AB-68D4-4AF9-BD85-FEE8F9E46B1D}" type="pres">
      <dgm:prSet presAssocID="{0057E58C-C102-4C85-983C-272F8F41E45D}" presName="txSpace" presStyleCnt="0"/>
      <dgm:spPr/>
    </dgm:pt>
    <dgm:pt modelId="{B0E849A0-0662-4B85-8D16-5DC5FB8ACD1D}" type="pres">
      <dgm:prSet presAssocID="{0057E58C-C102-4C85-983C-272F8F41E45D}" presName="desTx" presStyleLbl="revTx" presStyleIdx="1" presStyleCnt="6">
        <dgm:presLayoutVars/>
      </dgm:prSet>
      <dgm:spPr/>
    </dgm:pt>
    <dgm:pt modelId="{2ECABC01-9717-4615-8A61-2E5828AFDEC3}" type="pres">
      <dgm:prSet presAssocID="{8625E932-57F1-4AD1-BA4A-381191DFA149}" presName="sibTrans" presStyleCnt="0"/>
      <dgm:spPr/>
    </dgm:pt>
    <dgm:pt modelId="{4103102D-2CC9-40FB-BCFC-CCC9F4F9A276}" type="pres">
      <dgm:prSet presAssocID="{0A808C98-B7B2-415C-9F61-3F9B226A3860}" presName="compNode" presStyleCnt="0"/>
      <dgm:spPr/>
    </dgm:pt>
    <dgm:pt modelId="{FB4103AF-8EA5-40C8-9C43-BA04260E8521}" type="pres">
      <dgm:prSet presAssocID="{0A808C98-B7B2-415C-9F61-3F9B226A386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8B657-D9B2-4C5D-8AFC-A57A1171946C}" type="pres">
      <dgm:prSet presAssocID="{0A808C98-B7B2-415C-9F61-3F9B226A3860}" presName="iconSpace" presStyleCnt="0"/>
      <dgm:spPr/>
    </dgm:pt>
    <dgm:pt modelId="{91129D4A-5638-4A5B-B6F4-8CA527448729}" type="pres">
      <dgm:prSet presAssocID="{0A808C98-B7B2-415C-9F61-3F9B226A3860}" presName="parTx" presStyleLbl="revTx" presStyleIdx="2" presStyleCnt="6">
        <dgm:presLayoutVars>
          <dgm:chMax val="0"/>
          <dgm:chPref val="0"/>
        </dgm:presLayoutVars>
      </dgm:prSet>
      <dgm:spPr/>
    </dgm:pt>
    <dgm:pt modelId="{4F73578B-12A0-412F-B153-3D2B6D8A40DC}" type="pres">
      <dgm:prSet presAssocID="{0A808C98-B7B2-415C-9F61-3F9B226A3860}" presName="txSpace" presStyleCnt="0"/>
      <dgm:spPr/>
    </dgm:pt>
    <dgm:pt modelId="{12228A95-A49D-40DD-9D70-747D6AB923E0}" type="pres">
      <dgm:prSet presAssocID="{0A808C98-B7B2-415C-9F61-3F9B226A3860}" presName="desTx" presStyleLbl="revTx" presStyleIdx="3" presStyleCnt="6">
        <dgm:presLayoutVars/>
      </dgm:prSet>
      <dgm:spPr/>
    </dgm:pt>
    <dgm:pt modelId="{01746EF2-D126-4FE7-9939-D2776AC29BD1}" type="pres">
      <dgm:prSet presAssocID="{AE96E177-3A37-48AA-ABF8-4BECE30D7D90}" presName="sibTrans" presStyleCnt="0"/>
      <dgm:spPr/>
    </dgm:pt>
    <dgm:pt modelId="{B4844C80-01D7-417C-BDC7-C339D11FECE3}" type="pres">
      <dgm:prSet presAssocID="{0780FF23-B563-481F-AEF6-2BCE0A6A52B9}" presName="compNode" presStyleCnt="0"/>
      <dgm:spPr/>
    </dgm:pt>
    <dgm:pt modelId="{69ECABBD-7368-4637-ADEE-5EEB7C38D720}" type="pres">
      <dgm:prSet presAssocID="{0780FF23-B563-481F-AEF6-2BCE0A6A52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19F3FD0A-E72B-4A22-956F-5FEBCB791810}" type="pres">
      <dgm:prSet presAssocID="{0780FF23-B563-481F-AEF6-2BCE0A6A52B9}" presName="iconSpace" presStyleCnt="0"/>
      <dgm:spPr/>
    </dgm:pt>
    <dgm:pt modelId="{60D95839-A496-4206-BEFE-1A52094F3324}" type="pres">
      <dgm:prSet presAssocID="{0780FF23-B563-481F-AEF6-2BCE0A6A52B9}" presName="parTx" presStyleLbl="revTx" presStyleIdx="4" presStyleCnt="6">
        <dgm:presLayoutVars>
          <dgm:chMax val="0"/>
          <dgm:chPref val="0"/>
        </dgm:presLayoutVars>
      </dgm:prSet>
      <dgm:spPr/>
    </dgm:pt>
    <dgm:pt modelId="{BDFEEC99-32ED-4AF3-8606-34641AEDE238}" type="pres">
      <dgm:prSet presAssocID="{0780FF23-B563-481F-AEF6-2BCE0A6A52B9}" presName="txSpace" presStyleCnt="0"/>
      <dgm:spPr/>
    </dgm:pt>
    <dgm:pt modelId="{4F112D42-4775-4338-955B-FF12D659FB46}" type="pres">
      <dgm:prSet presAssocID="{0780FF23-B563-481F-AEF6-2BCE0A6A52B9}" presName="desTx" presStyleLbl="revTx" presStyleIdx="5" presStyleCnt="6">
        <dgm:presLayoutVars/>
      </dgm:prSet>
      <dgm:spPr/>
    </dgm:pt>
  </dgm:ptLst>
  <dgm:cxnLst>
    <dgm:cxn modelId="{8B0AAB01-DEAC-49FC-9D60-53084053B8D8}" srcId="{0A808C98-B7B2-415C-9F61-3F9B226A3860}" destId="{34F02C85-7D18-4918-8851-638EC1D03225}" srcOrd="0" destOrd="0" parTransId="{7E674630-5964-4F58-80A5-F636886AA8B6}" sibTransId="{AEE0D9FB-633D-47AC-826D-FAA26052708D}"/>
    <dgm:cxn modelId="{3903AA0D-030D-4890-BA46-52ACD91BEC00}" type="presOf" srcId="{0780FF23-B563-481F-AEF6-2BCE0A6A52B9}" destId="{60D95839-A496-4206-BEFE-1A52094F3324}" srcOrd="0" destOrd="0" presId="urn:microsoft.com/office/officeart/2018/5/layout/CenteredIconLabelDescriptionList"/>
    <dgm:cxn modelId="{3FEEE338-33CC-4D8E-B0B4-871C77C315C4}" srcId="{0F856039-A7BF-4568-BFD3-1C2701AA16C2}" destId="{0780FF23-B563-481F-AEF6-2BCE0A6A52B9}" srcOrd="2" destOrd="0" parTransId="{8BF23AE1-C187-4301-9D0B-D5A7E0F927ED}" sibTransId="{18C1C4C9-E54D-42E2-8041-DDD7D2D0AD3F}"/>
    <dgm:cxn modelId="{1006EE3E-618C-4A59-9CF4-3544305CF491}" srcId="{0F856039-A7BF-4568-BFD3-1C2701AA16C2}" destId="{0057E58C-C102-4C85-983C-272F8F41E45D}" srcOrd="0" destOrd="0" parTransId="{7B06BB56-3069-4F23-8466-6410F241E332}" sibTransId="{8625E932-57F1-4AD1-BA4A-381191DFA149}"/>
    <dgm:cxn modelId="{647CB955-0ABE-4015-81CA-FDC4316FC4BE}" type="presOf" srcId="{826F8D7A-F9C5-4D89-854E-9FDB82A8A184}" destId="{B0E849A0-0662-4B85-8D16-5DC5FB8ACD1D}" srcOrd="0" destOrd="0" presId="urn:microsoft.com/office/officeart/2018/5/layout/CenteredIconLabelDescriptionList"/>
    <dgm:cxn modelId="{0DB5E989-310E-4AF3-BBD3-81E6461C2798}" type="presOf" srcId="{0057E58C-C102-4C85-983C-272F8F41E45D}" destId="{44430D07-C8FF-4DAD-BC55-F5C91361457B}" srcOrd="0" destOrd="0" presId="urn:microsoft.com/office/officeart/2018/5/layout/CenteredIconLabelDescriptionList"/>
    <dgm:cxn modelId="{B84E6693-9A58-4F60-A42C-51358762651D}" type="presOf" srcId="{0F856039-A7BF-4568-BFD3-1C2701AA16C2}" destId="{A8DACE9E-3255-4EDA-B6F3-A37CF4B65181}" srcOrd="0" destOrd="0" presId="urn:microsoft.com/office/officeart/2018/5/layout/CenteredIconLabelDescriptionList"/>
    <dgm:cxn modelId="{5E7DA394-EC58-4E66-B270-F381E5A7A2C2}" srcId="{0057E58C-C102-4C85-983C-272F8F41E45D}" destId="{C17850AF-AA82-401A-812A-123932B5D066}" srcOrd="1" destOrd="0" parTransId="{B1DDDB18-AFC6-4CDF-87EB-1E7B2224FFF3}" sibTransId="{066C55C3-1842-413A-96DB-883F9398C263}"/>
    <dgm:cxn modelId="{E628389D-B07E-4DD0-A107-12BFB501B794}" type="presOf" srcId="{7327EC00-9C20-4135-8DC8-55962FE599F6}" destId="{4F112D42-4775-4338-955B-FF12D659FB46}" srcOrd="0" destOrd="0" presId="urn:microsoft.com/office/officeart/2018/5/layout/CenteredIconLabelDescriptionList"/>
    <dgm:cxn modelId="{7E2FB7A2-6F68-4B9A-BB5F-3735EDA0337A}" type="presOf" srcId="{34F02C85-7D18-4918-8851-638EC1D03225}" destId="{12228A95-A49D-40DD-9D70-747D6AB923E0}" srcOrd="0" destOrd="0" presId="urn:microsoft.com/office/officeart/2018/5/layout/CenteredIconLabelDescriptionList"/>
    <dgm:cxn modelId="{0BD590B4-C85A-4654-996E-10C075DB7672}" srcId="{0F856039-A7BF-4568-BFD3-1C2701AA16C2}" destId="{0A808C98-B7B2-415C-9F61-3F9B226A3860}" srcOrd="1" destOrd="0" parTransId="{05D239B8-DDC0-40BA-82F3-0681C1967695}" sibTransId="{AE96E177-3A37-48AA-ABF8-4BECE30D7D90}"/>
    <dgm:cxn modelId="{140EE9BF-6DF9-48A3-B0DF-4CBBC6AD5DBF}" type="presOf" srcId="{C17850AF-AA82-401A-812A-123932B5D066}" destId="{B0E849A0-0662-4B85-8D16-5DC5FB8ACD1D}" srcOrd="0" destOrd="1" presId="urn:microsoft.com/office/officeart/2018/5/layout/CenteredIconLabelDescriptionList"/>
    <dgm:cxn modelId="{8D6F2BD5-D311-4C8A-BB9A-834FD5765D6D}" srcId="{0780FF23-B563-481F-AEF6-2BCE0A6A52B9}" destId="{7327EC00-9C20-4135-8DC8-55962FE599F6}" srcOrd="0" destOrd="0" parTransId="{DE34EE42-44BF-4F03-BA0F-D31BB77BF0A9}" sibTransId="{6B6AFFBD-7085-45E4-9E75-D7B65D7EFA77}"/>
    <dgm:cxn modelId="{388CE2D6-266E-44E3-AB93-0D91429B8944}" type="presOf" srcId="{0A808C98-B7B2-415C-9F61-3F9B226A3860}" destId="{91129D4A-5638-4A5B-B6F4-8CA527448729}" srcOrd="0" destOrd="0" presId="urn:microsoft.com/office/officeart/2018/5/layout/CenteredIconLabelDescriptionList"/>
    <dgm:cxn modelId="{92FD73EA-784C-4EF1-874D-8543140D3672}" srcId="{0057E58C-C102-4C85-983C-272F8F41E45D}" destId="{826F8D7A-F9C5-4D89-854E-9FDB82A8A184}" srcOrd="0" destOrd="0" parTransId="{355D3AEF-1487-42F3-9A6A-0E24ED1953BE}" sibTransId="{B6012C11-7EB3-4D81-B08A-0DD579358B99}"/>
    <dgm:cxn modelId="{A3A58519-7AF1-4250-8249-44BC297C318B}" type="presParOf" srcId="{A8DACE9E-3255-4EDA-B6F3-A37CF4B65181}" destId="{762EA144-78FF-468C-B2FB-32C1D8540C97}" srcOrd="0" destOrd="0" presId="urn:microsoft.com/office/officeart/2018/5/layout/CenteredIconLabelDescriptionList"/>
    <dgm:cxn modelId="{19A017EE-422E-47A6-A2C3-FF978B3C276D}" type="presParOf" srcId="{762EA144-78FF-468C-B2FB-32C1D8540C97}" destId="{B7126B64-4CDE-4129-B8D8-1DE387535163}" srcOrd="0" destOrd="0" presId="urn:microsoft.com/office/officeart/2018/5/layout/CenteredIconLabelDescriptionList"/>
    <dgm:cxn modelId="{812CB9FC-631A-4FA1-99DD-5D294F47AF89}" type="presParOf" srcId="{762EA144-78FF-468C-B2FB-32C1D8540C97}" destId="{8371BD98-58D2-4FEB-81AA-5531A9A00958}" srcOrd="1" destOrd="0" presId="urn:microsoft.com/office/officeart/2018/5/layout/CenteredIconLabelDescriptionList"/>
    <dgm:cxn modelId="{2C1A9DF4-CE2D-4935-A505-0245B71C7700}" type="presParOf" srcId="{762EA144-78FF-468C-B2FB-32C1D8540C97}" destId="{44430D07-C8FF-4DAD-BC55-F5C91361457B}" srcOrd="2" destOrd="0" presId="urn:microsoft.com/office/officeart/2018/5/layout/CenteredIconLabelDescriptionList"/>
    <dgm:cxn modelId="{2A5A3363-ADAC-42EE-A5BD-8038BEC2D993}" type="presParOf" srcId="{762EA144-78FF-468C-B2FB-32C1D8540C97}" destId="{B6D9E1AB-68D4-4AF9-BD85-FEE8F9E46B1D}" srcOrd="3" destOrd="0" presId="urn:microsoft.com/office/officeart/2018/5/layout/CenteredIconLabelDescriptionList"/>
    <dgm:cxn modelId="{31F518E5-C24A-4AB1-A735-5D7F7EDF73C7}" type="presParOf" srcId="{762EA144-78FF-468C-B2FB-32C1D8540C97}" destId="{B0E849A0-0662-4B85-8D16-5DC5FB8ACD1D}" srcOrd="4" destOrd="0" presId="urn:microsoft.com/office/officeart/2018/5/layout/CenteredIconLabelDescriptionList"/>
    <dgm:cxn modelId="{83A018B5-2118-4D32-9CDE-A2FB909ED39C}" type="presParOf" srcId="{A8DACE9E-3255-4EDA-B6F3-A37CF4B65181}" destId="{2ECABC01-9717-4615-8A61-2E5828AFDEC3}" srcOrd="1" destOrd="0" presId="urn:microsoft.com/office/officeart/2018/5/layout/CenteredIconLabelDescriptionList"/>
    <dgm:cxn modelId="{B34C9D90-1E36-49B7-A349-93428CE8BA06}" type="presParOf" srcId="{A8DACE9E-3255-4EDA-B6F3-A37CF4B65181}" destId="{4103102D-2CC9-40FB-BCFC-CCC9F4F9A276}" srcOrd="2" destOrd="0" presId="urn:microsoft.com/office/officeart/2018/5/layout/CenteredIconLabelDescriptionList"/>
    <dgm:cxn modelId="{52E50212-E671-4D4F-9240-BDBE24B3A80F}" type="presParOf" srcId="{4103102D-2CC9-40FB-BCFC-CCC9F4F9A276}" destId="{FB4103AF-8EA5-40C8-9C43-BA04260E8521}" srcOrd="0" destOrd="0" presId="urn:microsoft.com/office/officeart/2018/5/layout/CenteredIconLabelDescriptionList"/>
    <dgm:cxn modelId="{EEF9A5DC-F8D9-45BD-A240-AB70AEFC1856}" type="presParOf" srcId="{4103102D-2CC9-40FB-BCFC-CCC9F4F9A276}" destId="{EB38B657-D9B2-4C5D-8AFC-A57A1171946C}" srcOrd="1" destOrd="0" presId="urn:microsoft.com/office/officeart/2018/5/layout/CenteredIconLabelDescriptionList"/>
    <dgm:cxn modelId="{8AF6FD40-9603-432C-AAC6-AAABA7492EA4}" type="presParOf" srcId="{4103102D-2CC9-40FB-BCFC-CCC9F4F9A276}" destId="{91129D4A-5638-4A5B-B6F4-8CA527448729}" srcOrd="2" destOrd="0" presId="urn:microsoft.com/office/officeart/2018/5/layout/CenteredIconLabelDescriptionList"/>
    <dgm:cxn modelId="{D2FC4A75-61F6-4A42-A2D1-487B2F9F4BA3}" type="presParOf" srcId="{4103102D-2CC9-40FB-BCFC-CCC9F4F9A276}" destId="{4F73578B-12A0-412F-B153-3D2B6D8A40DC}" srcOrd="3" destOrd="0" presId="urn:microsoft.com/office/officeart/2018/5/layout/CenteredIconLabelDescriptionList"/>
    <dgm:cxn modelId="{265829E2-2F4E-4C18-8121-6E2399354929}" type="presParOf" srcId="{4103102D-2CC9-40FB-BCFC-CCC9F4F9A276}" destId="{12228A95-A49D-40DD-9D70-747D6AB923E0}" srcOrd="4" destOrd="0" presId="urn:microsoft.com/office/officeart/2018/5/layout/CenteredIconLabelDescriptionList"/>
    <dgm:cxn modelId="{270697DE-C263-4627-8152-90283DBC4D32}" type="presParOf" srcId="{A8DACE9E-3255-4EDA-B6F3-A37CF4B65181}" destId="{01746EF2-D126-4FE7-9939-D2776AC29BD1}" srcOrd="3" destOrd="0" presId="urn:microsoft.com/office/officeart/2018/5/layout/CenteredIconLabelDescriptionList"/>
    <dgm:cxn modelId="{8D963D9C-C9CB-4AAE-9FF7-88F0528FE880}" type="presParOf" srcId="{A8DACE9E-3255-4EDA-B6F3-A37CF4B65181}" destId="{B4844C80-01D7-417C-BDC7-C339D11FECE3}" srcOrd="4" destOrd="0" presId="urn:microsoft.com/office/officeart/2018/5/layout/CenteredIconLabelDescriptionList"/>
    <dgm:cxn modelId="{65598CFD-4E45-4E11-A473-0164610545DB}" type="presParOf" srcId="{B4844C80-01D7-417C-BDC7-C339D11FECE3}" destId="{69ECABBD-7368-4637-ADEE-5EEB7C38D720}" srcOrd="0" destOrd="0" presId="urn:microsoft.com/office/officeart/2018/5/layout/CenteredIconLabelDescriptionList"/>
    <dgm:cxn modelId="{90064DBA-A261-440D-87A7-8845B075B49A}" type="presParOf" srcId="{B4844C80-01D7-417C-BDC7-C339D11FECE3}" destId="{19F3FD0A-E72B-4A22-956F-5FEBCB791810}" srcOrd="1" destOrd="0" presId="urn:microsoft.com/office/officeart/2018/5/layout/CenteredIconLabelDescriptionList"/>
    <dgm:cxn modelId="{4E09F264-5B35-47D3-97D7-E4B1908FE335}" type="presParOf" srcId="{B4844C80-01D7-417C-BDC7-C339D11FECE3}" destId="{60D95839-A496-4206-BEFE-1A52094F3324}" srcOrd="2" destOrd="0" presId="urn:microsoft.com/office/officeart/2018/5/layout/CenteredIconLabelDescriptionList"/>
    <dgm:cxn modelId="{8572F85A-E92B-4C36-856D-1894F3028303}" type="presParOf" srcId="{B4844C80-01D7-417C-BDC7-C339D11FECE3}" destId="{BDFEEC99-32ED-4AF3-8606-34641AEDE238}" srcOrd="3" destOrd="0" presId="urn:microsoft.com/office/officeart/2018/5/layout/CenteredIconLabelDescriptionList"/>
    <dgm:cxn modelId="{8A9E6C2A-C12B-404F-B9EA-8D602A0C1EC2}" type="presParOf" srcId="{B4844C80-01D7-417C-BDC7-C339D11FECE3}" destId="{4F112D42-4775-4338-955B-FF12D659FB4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0F856039-A7BF-4568-BFD3-1C2701AA16C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2889E1-EECF-47D8-90B1-8759276A35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uncompressed</a:t>
          </a:r>
          <a:endParaRPr lang="en-US" dirty="0"/>
        </a:p>
      </dgm:t>
    </dgm:pt>
    <dgm:pt modelId="{B922B232-6CA1-45BC-9027-9253AF9CC031}" type="parTrans" cxnId="{3D516D26-1A5F-4923-AB89-6450DF350CC2}">
      <dgm:prSet/>
      <dgm:spPr/>
      <dgm:t>
        <a:bodyPr/>
        <a:lstStyle/>
        <a:p>
          <a:endParaRPr lang="en-US" sz="2400"/>
        </a:p>
      </dgm:t>
    </dgm:pt>
    <dgm:pt modelId="{D9DA6373-5233-4283-B2C9-90AA56E8A64D}" type="sibTrans" cxnId="{3D516D26-1A5F-4923-AB89-6450DF350CC2}">
      <dgm:prSet/>
      <dgm:spPr/>
      <dgm:t>
        <a:bodyPr/>
        <a:lstStyle/>
        <a:p>
          <a:endParaRPr lang="en-US"/>
        </a:p>
      </dgm:t>
    </dgm:pt>
    <dgm:pt modelId="{69009BB3-46C7-44B7-A648-97565771F89D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73B8A8DC-F1EC-4420-8B49-7C4F76CDA294}" type="parTrans" cxnId="{FAAF0A86-B042-45FA-AF21-7C90DD61287D}">
      <dgm:prSet/>
      <dgm:spPr/>
      <dgm:t>
        <a:bodyPr/>
        <a:lstStyle/>
        <a:p>
          <a:endParaRPr lang="tr-TR"/>
        </a:p>
      </dgm:t>
    </dgm:pt>
    <dgm:pt modelId="{829A27DE-98FF-4A91-8D18-DC67EEB7A402}" type="sibTrans" cxnId="{FAAF0A86-B042-45FA-AF21-7C90DD61287D}">
      <dgm:prSet/>
      <dgm:spPr/>
      <dgm:t>
        <a:bodyPr/>
        <a:lstStyle/>
        <a:p>
          <a:endParaRPr lang="tr-TR"/>
        </a:p>
      </dgm:t>
    </dgm:pt>
    <dgm:pt modelId="{3F20B30C-E703-4207-856F-1A789EA054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compressed</a:t>
          </a:r>
          <a:endParaRPr lang="en-US" dirty="0"/>
        </a:p>
      </dgm:t>
    </dgm:pt>
    <dgm:pt modelId="{E655E342-9AAC-4FDD-8FE9-A3A029118E32}" type="parTrans" cxnId="{33D5A89D-BCA5-491A-AA18-B2C27EAB6991}">
      <dgm:prSet/>
      <dgm:spPr/>
      <dgm:t>
        <a:bodyPr/>
        <a:lstStyle/>
        <a:p>
          <a:endParaRPr lang="tr-TR"/>
        </a:p>
      </dgm:t>
    </dgm:pt>
    <dgm:pt modelId="{44D4753C-5EF1-4520-A00C-77AEE74DDD4A}" type="sibTrans" cxnId="{33D5A89D-BCA5-491A-AA18-B2C27EAB6991}">
      <dgm:prSet/>
      <dgm:spPr/>
      <dgm:t>
        <a:bodyPr/>
        <a:lstStyle/>
        <a:p>
          <a:endParaRPr lang="tr-TR"/>
        </a:p>
      </dgm:t>
    </dgm:pt>
    <dgm:pt modelId="{DD081148-4841-49B9-AE42-481098C7E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02</a:t>
          </a:r>
        </a:p>
      </dgm:t>
    </dgm:pt>
    <dgm:pt modelId="{E010DEC5-603D-4629-935E-F289D43FF2B6}" type="parTrans" cxnId="{BC6959B2-6889-44ED-8D1D-B1CA29A875B7}">
      <dgm:prSet/>
      <dgm:spPr/>
      <dgm:t>
        <a:bodyPr/>
        <a:lstStyle/>
        <a:p>
          <a:endParaRPr lang="tr-TR"/>
        </a:p>
      </dgm:t>
    </dgm:pt>
    <dgm:pt modelId="{B4A2A698-7BEF-4C31-A907-E58ECCBB213B}" type="sibTrans" cxnId="{BC6959B2-6889-44ED-8D1D-B1CA29A875B7}">
      <dgm:prSet/>
      <dgm:spPr/>
      <dgm:t>
        <a:bodyPr/>
        <a:lstStyle/>
        <a:p>
          <a:endParaRPr lang="tr-TR"/>
        </a:p>
      </dgm:t>
    </dgm:pt>
    <dgm:pt modelId="{7F75D407-C3EF-4BDB-8811-08B00FB190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 03</a:t>
          </a:r>
        </a:p>
      </dgm:t>
    </dgm:pt>
    <dgm:pt modelId="{B81E00CD-BD02-4B38-B83D-A4101056CE23}" type="parTrans" cxnId="{D41C0AAB-37FA-43D1-A02A-341AA9CB96A9}">
      <dgm:prSet/>
      <dgm:spPr/>
      <dgm:t>
        <a:bodyPr/>
        <a:lstStyle/>
        <a:p>
          <a:endParaRPr lang="tr-TR"/>
        </a:p>
      </dgm:t>
    </dgm:pt>
    <dgm:pt modelId="{4114507C-ABDD-4A1C-9C04-8290C992A96C}" type="sibTrans" cxnId="{D41C0AAB-37FA-43D1-A02A-341AA9CB96A9}">
      <dgm:prSet/>
      <dgm:spPr/>
      <dgm:t>
        <a:bodyPr/>
        <a:lstStyle/>
        <a:p>
          <a:endParaRPr lang="tr-TR"/>
        </a:p>
      </dgm:t>
    </dgm:pt>
    <dgm:pt modelId="{6FDCD27B-330B-40B4-AA3A-1B03B098A1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has </a:t>
          </a:r>
          <a:r>
            <a:rPr lang="en-US" dirty="0"/>
            <a:t>prefix 04</a:t>
          </a:r>
        </a:p>
      </dgm:t>
    </dgm:pt>
    <dgm:pt modelId="{59FF6F59-2DC5-4D13-BB8C-A0D41DD903C2}" type="parTrans" cxnId="{37700653-0E78-43C8-94E4-EB59F1E0926A}">
      <dgm:prSet/>
      <dgm:spPr/>
      <dgm:t>
        <a:bodyPr/>
        <a:lstStyle/>
        <a:p>
          <a:endParaRPr lang="tr-TR"/>
        </a:p>
      </dgm:t>
    </dgm:pt>
    <dgm:pt modelId="{72612652-7340-4CD9-AC01-5E69FC4D891C}" type="sibTrans" cxnId="{37700653-0E78-43C8-94E4-EB59F1E0926A}">
      <dgm:prSet/>
      <dgm:spPr/>
      <dgm:t>
        <a:bodyPr/>
        <a:lstStyle/>
        <a:p>
          <a:endParaRPr lang="tr-TR"/>
        </a:p>
      </dgm:t>
    </dgm:pt>
    <dgm:pt modelId="{A3C8F765-D71B-47E9-9C94-96E172B377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 </a:t>
          </a:r>
          <a:r>
            <a:rPr lang="en-US" dirty="0"/>
            <a:t>with</a:t>
          </a:r>
        </a:p>
      </dgm:t>
    </dgm:pt>
    <dgm:pt modelId="{F26EE0FA-A3A6-46A5-B779-41250543B522}" type="parTrans" cxnId="{45DD0EAD-D346-44AA-913E-09B92F299B79}">
      <dgm:prSet/>
      <dgm:spPr/>
      <dgm:t>
        <a:bodyPr/>
        <a:lstStyle/>
        <a:p>
          <a:endParaRPr lang="tr-TR"/>
        </a:p>
      </dgm:t>
    </dgm:pt>
    <dgm:pt modelId="{176F93C7-53C2-47F3-80EC-0775BCDE5790}" type="sibTrans" cxnId="{45DD0EAD-D346-44AA-913E-09B92F299B79}">
      <dgm:prSet/>
      <dgm:spPr/>
      <dgm:t>
        <a:bodyPr/>
        <a:lstStyle/>
        <a:p>
          <a:endParaRPr lang="tr-TR"/>
        </a:p>
      </dgm:t>
    </dgm:pt>
    <dgm:pt modelId="{A8DACE9E-3255-4EDA-B6F3-A37CF4B65181}" type="pres">
      <dgm:prSet presAssocID="{0F856039-A7BF-4568-BFD3-1C2701AA16C2}" presName="root" presStyleCnt="0">
        <dgm:presLayoutVars>
          <dgm:dir/>
          <dgm:resizeHandles val="exact"/>
        </dgm:presLayoutVars>
      </dgm:prSet>
      <dgm:spPr/>
    </dgm:pt>
    <dgm:pt modelId="{ECC44337-251A-4321-AFBD-5B09CB595019}" type="pres">
      <dgm:prSet presAssocID="{1B2889E1-EECF-47D8-90B1-8759276A353C}" presName="compNode" presStyleCnt="0"/>
      <dgm:spPr/>
    </dgm:pt>
    <dgm:pt modelId="{12A6379E-F86C-4C56-B7EF-743715D77F0B}" type="pres">
      <dgm:prSet presAssocID="{1B2889E1-EECF-47D8-90B1-8759276A35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91CD3C5-E0CD-42A8-BB8E-8110EB3F3B30}" type="pres">
      <dgm:prSet presAssocID="{1B2889E1-EECF-47D8-90B1-8759276A353C}" presName="iconSpace" presStyleCnt="0"/>
      <dgm:spPr/>
    </dgm:pt>
    <dgm:pt modelId="{6444EB34-4108-419F-BABD-8CE5AC59ADC4}" type="pres">
      <dgm:prSet presAssocID="{1B2889E1-EECF-47D8-90B1-8759276A353C}" presName="parTx" presStyleLbl="revTx" presStyleIdx="0" presStyleCnt="4">
        <dgm:presLayoutVars>
          <dgm:chMax val="0"/>
          <dgm:chPref val="0"/>
        </dgm:presLayoutVars>
      </dgm:prSet>
      <dgm:spPr/>
    </dgm:pt>
    <dgm:pt modelId="{A83576F6-614B-4BAA-8588-5E6E359EF579}" type="pres">
      <dgm:prSet presAssocID="{1B2889E1-EECF-47D8-90B1-8759276A353C}" presName="txSpace" presStyleCnt="0"/>
      <dgm:spPr/>
    </dgm:pt>
    <dgm:pt modelId="{7F88B00E-D27D-4C35-9F74-5A5E26E82F58}" type="pres">
      <dgm:prSet presAssocID="{1B2889E1-EECF-47D8-90B1-8759276A353C}" presName="desTx" presStyleLbl="revTx" presStyleIdx="1" presStyleCnt="4">
        <dgm:presLayoutVars/>
      </dgm:prSet>
      <dgm:spPr/>
    </dgm:pt>
    <dgm:pt modelId="{953F3BB7-7FBA-410F-94F4-E7F3D5F3B89F}" type="pres">
      <dgm:prSet presAssocID="{D9DA6373-5233-4283-B2C9-90AA56E8A64D}" presName="sibTrans" presStyleCnt="0"/>
      <dgm:spPr/>
    </dgm:pt>
    <dgm:pt modelId="{2C387853-3CEE-41C7-A4C2-134B8C4DF39E}" type="pres">
      <dgm:prSet presAssocID="{3F20B30C-E703-4207-856F-1A789EA0549E}" presName="compNode" presStyleCnt="0"/>
      <dgm:spPr/>
    </dgm:pt>
    <dgm:pt modelId="{9B703D65-FD27-485F-82A7-47E8174E1390}" type="pres">
      <dgm:prSet presAssocID="{3F20B30C-E703-4207-856F-1A789EA054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9FE8F50-D546-4982-9DB3-83FADF268C46}" type="pres">
      <dgm:prSet presAssocID="{3F20B30C-E703-4207-856F-1A789EA0549E}" presName="iconSpace" presStyleCnt="0"/>
      <dgm:spPr/>
    </dgm:pt>
    <dgm:pt modelId="{6894755B-0ADC-44A3-9E12-54BCECD1DD6A}" type="pres">
      <dgm:prSet presAssocID="{3F20B30C-E703-4207-856F-1A789EA0549E}" presName="parTx" presStyleLbl="revTx" presStyleIdx="2" presStyleCnt="4">
        <dgm:presLayoutVars>
          <dgm:chMax val="0"/>
          <dgm:chPref val="0"/>
        </dgm:presLayoutVars>
      </dgm:prSet>
      <dgm:spPr/>
    </dgm:pt>
    <dgm:pt modelId="{856C3E69-F63A-4939-B634-FD97B6A7A73E}" type="pres">
      <dgm:prSet presAssocID="{3F20B30C-E703-4207-856F-1A789EA0549E}" presName="txSpace" presStyleCnt="0"/>
      <dgm:spPr/>
    </dgm:pt>
    <dgm:pt modelId="{78B3C54A-71BB-46B0-B3DC-348ACE118583}" type="pres">
      <dgm:prSet presAssocID="{3F20B30C-E703-4207-856F-1A789EA0549E}" presName="desTx" presStyleLbl="revTx" presStyleIdx="3" presStyleCnt="4">
        <dgm:presLayoutVars/>
      </dgm:prSet>
      <dgm:spPr/>
    </dgm:pt>
  </dgm:ptLst>
  <dgm:cxnLst>
    <dgm:cxn modelId="{D994E81A-82A5-4F4F-B3DF-4315070F7ABE}" type="presOf" srcId="{3F20B30C-E703-4207-856F-1A789EA0549E}" destId="{6894755B-0ADC-44A3-9E12-54BCECD1DD6A}" srcOrd="0" destOrd="0" presId="urn:microsoft.com/office/officeart/2018/5/layout/CenteredIconLabelDescriptionList"/>
    <dgm:cxn modelId="{BFC6A025-CB26-40F0-BD91-69C6404E3E18}" type="presOf" srcId="{7F75D407-C3EF-4BDB-8811-08B00FB1907A}" destId="{78B3C54A-71BB-46B0-B3DC-348ACE118583}" srcOrd="0" destOrd="2" presId="urn:microsoft.com/office/officeart/2018/5/layout/CenteredIconLabelDescriptionList"/>
    <dgm:cxn modelId="{3D516D26-1A5F-4923-AB89-6450DF350CC2}" srcId="{0F856039-A7BF-4568-BFD3-1C2701AA16C2}" destId="{1B2889E1-EECF-47D8-90B1-8759276A353C}" srcOrd="0" destOrd="0" parTransId="{B922B232-6CA1-45BC-9027-9253AF9CC031}" sibTransId="{D9DA6373-5233-4283-B2C9-90AA56E8A64D}"/>
    <dgm:cxn modelId="{E3B96248-48E8-4D32-9847-4248EC908057}" type="presOf" srcId="{69009BB3-46C7-44B7-A648-97565771F89D}" destId="{7F88B00E-D27D-4C35-9F74-5A5E26E82F58}" srcOrd="0" destOrd="1" presId="urn:microsoft.com/office/officeart/2018/5/layout/CenteredIconLabelDescriptionList"/>
    <dgm:cxn modelId="{FF895351-4F4C-4274-A9EF-31043DE18272}" type="presOf" srcId="{A3C8F765-D71B-47E9-9C94-96E172B3774D}" destId="{78B3C54A-71BB-46B0-B3DC-348ACE118583}" srcOrd="0" destOrd="0" presId="urn:microsoft.com/office/officeart/2018/5/layout/CenteredIconLabelDescriptionList"/>
    <dgm:cxn modelId="{37700653-0E78-43C8-94E4-EB59F1E0926A}" srcId="{1B2889E1-EECF-47D8-90B1-8759276A353C}" destId="{6FDCD27B-330B-40B4-AA3A-1B03B098A1B5}" srcOrd="0" destOrd="0" parTransId="{59FF6F59-2DC5-4D13-BB8C-A0D41DD903C2}" sibTransId="{72612652-7340-4CD9-AC01-5E69FC4D891C}"/>
    <dgm:cxn modelId="{AB39C880-5595-4DB9-BF81-BC5E2A87D80C}" type="presOf" srcId="{DD081148-4841-49B9-AE42-481098C7E0A6}" destId="{78B3C54A-71BB-46B0-B3DC-348ACE118583}" srcOrd="0" destOrd="1" presId="urn:microsoft.com/office/officeart/2018/5/layout/CenteredIconLabelDescriptionList"/>
    <dgm:cxn modelId="{FAAF0A86-B042-45FA-AF21-7C90DD61287D}" srcId="{1B2889E1-EECF-47D8-90B1-8759276A353C}" destId="{69009BB3-46C7-44B7-A648-97565771F89D}" srcOrd="1" destOrd="0" parTransId="{73B8A8DC-F1EC-4420-8B49-7C4F76CDA294}" sibTransId="{829A27DE-98FF-4A91-8D18-DC67EEB7A402}"/>
    <dgm:cxn modelId="{359D908B-A4AD-420E-A933-66B37A27D613}" type="presOf" srcId="{1B2889E1-EECF-47D8-90B1-8759276A353C}" destId="{6444EB34-4108-419F-BABD-8CE5AC59ADC4}" srcOrd="0" destOrd="0" presId="urn:microsoft.com/office/officeart/2018/5/layout/CenteredIconLabelDescriptionList"/>
    <dgm:cxn modelId="{B84E6693-9A58-4F60-A42C-51358762651D}" type="presOf" srcId="{0F856039-A7BF-4568-BFD3-1C2701AA16C2}" destId="{A8DACE9E-3255-4EDA-B6F3-A37CF4B65181}" srcOrd="0" destOrd="0" presId="urn:microsoft.com/office/officeart/2018/5/layout/CenteredIconLabelDescriptionList"/>
    <dgm:cxn modelId="{5ECA0198-4194-42C2-9901-F421A6DAA136}" type="presOf" srcId="{6FDCD27B-330B-40B4-AA3A-1B03B098A1B5}" destId="{7F88B00E-D27D-4C35-9F74-5A5E26E82F58}" srcOrd="0" destOrd="0" presId="urn:microsoft.com/office/officeart/2018/5/layout/CenteredIconLabelDescriptionList"/>
    <dgm:cxn modelId="{33D5A89D-BCA5-491A-AA18-B2C27EAB6991}" srcId="{0F856039-A7BF-4568-BFD3-1C2701AA16C2}" destId="{3F20B30C-E703-4207-856F-1A789EA0549E}" srcOrd="1" destOrd="0" parTransId="{E655E342-9AAC-4FDD-8FE9-A3A029118E32}" sibTransId="{44D4753C-5EF1-4520-A00C-77AEE74DDD4A}"/>
    <dgm:cxn modelId="{D41C0AAB-37FA-43D1-A02A-341AA9CB96A9}" srcId="{3F20B30C-E703-4207-856F-1A789EA0549E}" destId="{7F75D407-C3EF-4BDB-8811-08B00FB1907A}" srcOrd="2" destOrd="0" parTransId="{B81E00CD-BD02-4B38-B83D-A4101056CE23}" sibTransId="{4114507C-ABDD-4A1C-9C04-8290C992A96C}"/>
    <dgm:cxn modelId="{45DD0EAD-D346-44AA-913E-09B92F299B79}" srcId="{3F20B30C-E703-4207-856F-1A789EA0549E}" destId="{A3C8F765-D71B-47E9-9C94-96E172B3774D}" srcOrd="0" destOrd="0" parTransId="{F26EE0FA-A3A6-46A5-B779-41250543B522}" sibTransId="{176F93C7-53C2-47F3-80EC-0775BCDE5790}"/>
    <dgm:cxn modelId="{BC6959B2-6889-44ED-8D1D-B1CA29A875B7}" srcId="{3F20B30C-E703-4207-856F-1A789EA0549E}" destId="{DD081148-4841-49B9-AE42-481098C7E0A6}" srcOrd="1" destOrd="0" parTransId="{E010DEC5-603D-4629-935E-F289D43FF2B6}" sibTransId="{B4A2A698-7BEF-4C31-A907-E58ECCBB213B}"/>
    <dgm:cxn modelId="{9AA9A077-CF2B-4F55-BE0D-194B5D140F7C}" type="presParOf" srcId="{A8DACE9E-3255-4EDA-B6F3-A37CF4B65181}" destId="{ECC44337-251A-4321-AFBD-5B09CB595019}" srcOrd="0" destOrd="0" presId="urn:microsoft.com/office/officeart/2018/5/layout/CenteredIconLabelDescriptionList"/>
    <dgm:cxn modelId="{222AA757-3005-4D41-993A-6C1B3A10C5AB}" type="presParOf" srcId="{ECC44337-251A-4321-AFBD-5B09CB595019}" destId="{12A6379E-F86C-4C56-B7EF-743715D77F0B}" srcOrd="0" destOrd="0" presId="urn:microsoft.com/office/officeart/2018/5/layout/CenteredIconLabelDescriptionList"/>
    <dgm:cxn modelId="{CE957ADC-AB80-4065-841A-DBD89F98D1A4}" type="presParOf" srcId="{ECC44337-251A-4321-AFBD-5B09CB595019}" destId="{C91CD3C5-E0CD-42A8-BB8E-8110EB3F3B30}" srcOrd="1" destOrd="0" presId="urn:microsoft.com/office/officeart/2018/5/layout/CenteredIconLabelDescriptionList"/>
    <dgm:cxn modelId="{20CBEF56-214B-4DE0-8AA5-4A22AD2BF358}" type="presParOf" srcId="{ECC44337-251A-4321-AFBD-5B09CB595019}" destId="{6444EB34-4108-419F-BABD-8CE5AC59ADC4}" srcOrd="2" destOrd="0" presId="urn:microsoft.com/office/officeart/2018/5/layout/CenteredIconLabelDescriptionList"/>
    <dgm:cxn modelId="{65F05500-ADD4-4EDF-81D3-4EA3281C6F41}" type="presParOf" srcId="{ECC44337-251A-4321-AFBD-5B09CB595019}" destId="{A83576F6-614B-4BAA-8588-5E6E359EF579}" srcOrd="3" destOrd="0" presId="urn:microsoft.com/office/officeart/2018/5/layout/CenteredIconLabelDescriptionList"/>
    <dgm:cxn modelId="{9A5E39FE-5A64-48C0-9F50-0439C676CF69}" type="presParOf" srcId="{ECC44337-251A-4321-AFBD-5B09CB595019}" destId="{7F88B00E-D27D-4C35-9F74-5A5E26E82F58}" srcOrd="4" destOrd="0" presId="urn:microsoft.com/office/officeart/2018/5/layout/CenteredIconLabelDescriptionList"/>
    <dgm:cxn modelId="{1EA21662-1D8D-4CC2-9023-5EC13B56A9A5}" type="presParOf" srcId="{A8DACE9E-3255-4EDA-B6F3-A37CF4B65181}" destId="{953F3BB7-7FBA-410F-94F4-E7F3D5F3B89F}" srcOrd="1" destOrd="0" presId="urn:microsoft.com/office/officeart/2018/5/layout/CenteredIconLabelDescriptionList"/>
    <dgm:cxn modelId="{5D87A809-D3B6-4193-BF5C-B551BE35CBDC}" type="presParOf" srcId="{A8DACE9E-3255-4EDA-B6F3-A37CF4B65181}" destId="{2C387853-3CEE-41C7-A4C2-134B8C4DF39E}" srcOrd="2" destOrd="0" presId="urn:microsoft.com/office/officeart/2018/5/layout/CenteredIconLabelDescriptionList"/>
    <dgm:cxn modelId="{68540BC9-5E8E-4E8D-8069-ACA522E99E20}" type="presParOf" srcId="{2C387853-3CEE-41C7-A4C2-134B8C4DF39E}" destId="{9B703D65-FD27-485F-82A7-47E8174E1390}" srcOrd="0" destOrd="0" presId="urn:microsoft.com/office/officeart/2018/5/layout/CenteredIconLabelDescriptionList"/>
    <dgm:cxn modelId="{BCBDB192-B8FF-433F-85C1-17CDBA572763}" type="presParOf" srcId="{2C387853-3CEE-41C7-A4C2-134B8C4DF39E}" destId="{89FE8F50-D546-4982-9DB3-83FADF268C46}" srcOrd="1" destOrd="0" presId="urn:microsoft.com/office/officeart/2018/5/layout/CenteredIconLabelDescriptionList"/>
    <dgm:cxn modelId="{7EF59D55-528F-4284-8068-56E198ABFF66}" type="presParOf" srcId="{2C387853-3CEE-41C7-A4C2-134B8C4DF39E}" destId="{6894755B-0ADC-44A3-9E12-54BCECD1DD6A}" srcOrd="2" destOrd="0" presId="urn:microsoft.com/office/officeart/2018/5/layout/CenteredIconLabelDescriptionList"/>
    <dgm:cxn modelId="{9C01DFAE-BF63-4000-BE99-682DD850B4D3}" type="presParOf" srcId="{2C387853-3CEE-41C7-A4C2-134B8C4DF39E}" destId="{856C3E69-F63A-4939-B634-FD97B6A7A73E}" srcOrd="3" destOrd="0" presId="urn:microsoft.com/office/officeart/2018/5/layout/CenteredIconLabelDescriptionList"/>
    <dgm:cxn modelId="{EA17276F-19FA-4765-9951-D08AC35F5DB2}" type="presParOf" srcId="{2C387853-3CEE-41C7-A4C2-134B8C4DF39E}" destId="{78B3C54A-71BB-46B0-B3DC-348ACE11858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B2BC0032-5B47-4A04-8BE8-2E503DF6CA4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0FF932-31C8-4033-9B05-9A9CA45001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Public key</a:t>
          </a:r>
          <a:endParaRPr lang="en-US" dirty="0"/>
        </a:p>
      </dgm:t>
    </dgm:pt>
    <dgm:pt modelId="{AB643F47-C38D-41A5-B179-CE02230ACDD9}" type="parTrans" cxnId="{694A0515-85BF-4B9D-B06F-4DDD0775D291}">
      <dgm:prSet/>
      <dgm:spPr/>
      <dgm:t>
        <a:bodyPr/>
        <a:lstStyle/>
        <a:p>
          <a:endParaRPr lang="en-US"/>
        </a:p>
      </dgm:t>
    </dgm:pt>
    <dgm:pt modelId="{8404C010-FB11-43BE-BC5A-75AD50F816D3}" type="sibTrans" cxnId="{694A0515-85BF-4B9D-B06F-4DDD0775D291}">
      <dgm:prSet/>
      <dgm:spPr/>
      <dgm:t>
        <a:bodyPr/>
        <a:lstStyle/>
        <a:p>
          <a:endParaRPr lang="en-US"/>
        </a:p>
      </dgm:t>
    </dgm:pt>
    <dgm:pt modelId="{50AAB144-3A3C-4591-BC17-233980ECDA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520-bit number</a:t>
          </a:r>
        </a:p>
      </dgm:t>
    </dgm:pt>
    <dgm:pt modelId="{BD7A1E51-2B0B-4CA0-B9EA-5C739D52186C}" type="parTrans" cxnId="{415BD4EE-68B7-42DC-883B-D50831F452DF}">
      <dgm:prSet/>
      <dgm:spPr/>
      <dgm:t>
        <a:bodyPr/>
        <a:lstStyle/>
        <a:p>
          <a:endParaRPr lang="en-US"/>
        </a:p>
      </dgm:t>
    </dgm:pt>
    <dgm:pt modelId="{94159808-C7B3-4F4E-A837-BC811D8373E5}" type="sibTrans" cxnId="{415BD4EE-68B7-42DC-883B-D50831F452DF}">
      <dgm:prSet/>
      <dgm:spPr/>
      <dgm:t>
        <a:bodyPr/>
        <a:lstStyle/>
        <a:p>
          <a:endParaRPr lang="en-US"/>
        </a:p>
      </dgm:t>
    </dgm:pt>
    <dgm:pt modelId="{2C10C90B-960D-4418-A5E1-057111BA55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04 x y</a:t>
          </a:r>
        </a:p>
      </dgm:t>
    </dgm:pt>
    <dgm:pt modelId="{8A021AAD-736B-4E89-B911-650F01D56030}" type="parTrans" cxnId="{2C5776CD-0599-481E-977D-E8D23D62B453}">
      <dgm:prSet/>
      <dgm:spPr/>
      <dgm:t>
        <a:bodyPr/>
        <a:lstStyle/>
        <a:p>
          <a:endParaRPr lang="en-US"/>
        </a:p>
      </dgm:t>
    </dgm:pt>
    <dgm:pt modelId="{08FD877A-14E8-4CAA-BE32-51124822BD1C}" type="sibTrans" cxnId="{2C5776CD-0599-481E-977D-E8D23D62B453}">
      <dgm:prSet/>
      <dgm:spPr/>
      <dgm:t>
        <a:bodyPr/>
        <a:lstStyle/>
        <a:p>
          <a:endParaRPr lang="en-US"/>
        </a:p>
      </dgm:t>
    </dgm:pt>
    <dgm:pt modelId="{9D360251-086D-4713-B710-4FDBBF5CE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followed by x</a:t>
          </a:r>
        </a:p>
      </dgm:t>
    </dgm:pt>
    <dgm:pt modelId="{BEF8910A-5518-4BDD-A6BE-781BA1A6BB78}" type="parTrans" cxnId="{AA191F48-A7D7-48EF-A077-DD927EDB408A}">
      <dgm:prSet/>
      <dgm:spPr/>
      <dgm:t>
        <a:bodyPr/>
        <a:lstStyle/>
        <a:p>
          <a:endParaRPr lang="en-US"/>
        </a:p>
      </dgm:t>
    </dgm:pt>
    <dgm:pt modelId="{1DFE1D4F-C081-41EF-9727-A933E1B830A2}" type="sibTrans" cxnId="{AA191F48-A7D7-48EF-A077-DD927EDB408A}">
      <dgm:prSet/>
      <dgm:spPr/>
      <dgm:t>
        <a:bodyPr/>
        <a:lstStyle/>
        <a:p>
          <a:endParaRPr lang="en-US"/>
        </a:p>
      </dgm:t>
    </dgm:pt>
    <dgm:pt modelId="{C0A4EB22-FAFD-4C66-BD1E-23C7A7A45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130 hex digits </a:t>
          </a:r>
        </a:p>
      </dgm:t>
    </dgm:pt>
    <dgm:pt modelId="{73F6E121-3771-4E78-84C0-21B790135B0A}" type="parTrans" cxnId="{82E7DABB-9DA6-4B0D-A1C7-44AD9CC9953E}">
      <dgm:prSet/>
      <dgm:spPr/>
      <dgm:t>
        <a:bodyPr/>
        <a:lstStyle/>
        <a:p>
          <a:endParaRPr lang="tr-TR"/>
        </a:p>
      </dgm:t>
    </dgm:pt>
    <dgm:pt modelId="{EA95A27D-772E-41B8-BA13-82D930568978}" type="sibTrans" cxnId="{82E7DABB-9DA6-4B0D-A1C7-44AD9CC9953E}">
      <dgm:prSet/>
      <dgm:spPr/>
      <dgm:t>
        <a:bodyPr/>
        <a:lstStyle/>
        <a:p>
          <a:endParaRPr lang="tr-TR"/>
        </a:p>
      </dgm:t>
    </dgm:pt>
    <dgm:pt modelId="{530080C3-207A-4A36-AFE0-DEE328ECB6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then y coordinates</a:t>
          </a:r>
        </a:p>
      </dgm:t>
    </dgm:pt>
    <dgm:pt modelId="{A805E7C3-302C-4E9C-9B0E-8A52257CE2AC}" type="parTrans" cxnId="{2CCAA9DE-88A3-42E6-8D06-4863243B030F}">
      <dgm:prSet/>
      <dgm:spPr/>
      <dgm:t>
        <a:bodyPr/>
        <a:lstStyle/>
        <a:p>
          <a:endParaRPr lang="tr-TR"/>
        </a:p>
      </dgm:t>
    </dgm:pt>
    <dgm:pt modelId="{6F7B8E9B-8D25-44F2-AE59-CEBDC582F0B2}" type="sibTrans" cxnId="{2CCAA9DE-88A3-42E6-8D06-4863243B030F}">
      <dgm:prSet/>
      <dgm:spPr/>
      <dgm:t>
        <a:bodyPr/>
        <a:lstStyle/>
        <a:p>
          <a:endParaRPr lang="tr-TR"/>
        </a:p>
      </dgm:t>
    </dgm:pt>
    <dgm:pt modelId="{9058F9A0-0BC9-4386-AD9F-98C3FDB48D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prefix</a:t>
          </a:r>
          <a:r>
            <a:rPr lang="tr-TR"/>
            <a:t> </a:t>
          </a:r>
          <a:r>
            <a:rPr lang="en-US"/>
            <a:t>04 </a:t>
          </a:r>
        </a:p>
      </dgm:t>
    </dgm:pt>
    <dgm:pt modelId="{F0A4EDEE-D675-4ECA-8B43-7A0D41DC3E08}" type="parTrans" cxnId="{95BEC7B4-F48B-4710-8272-FEB27289FB28}">
      <dgm:prSet/>
      <dgm:spPr/>
      <dgm:t>
        <a:bodyPr/>
        <a:lstStyle/>
        <a:p>
          <a:endParaRPr lang="tr-TR"/>
        </a:p>
      </dgm:t>
    </dgm:pt>
    <dgm:pt modelId="{E32E0C4C-88D6-47F8-BB84-B79C4F88B3FC}" type="sibTrans" cxnId="{95BEC7B4-F48B-4710-8272-FEB27289FB28}">
      <dgm:prSet/>
      <dgm:spPr/>
      <dgm:t>
        <a:bodyPr/>
        <a:lstStyle/>
        <a:p>
          <a:endParaRPr lang="tr-TR"/>
        </a:p>
      </dgm:t>
    </dgm:pt>
    <dgm:pt modelId="{8090F44B-FE5A-4443-88E7-BF2A78E4E789}" type="pres">
      <dgm:prSet presAssocID="{B2BC0032-5B47-4A04-8BE8-2E503DF6CA40}" presName="root" presStyleCnt="0">
        <dgm:presLayoutVars>
          <dgm:dir/>
          <dgm:resizeHandles val="exact"/>
        </dgm:presLayoutVars>
      </dgm:prSet>
      <dgm:spPr/>
    </dgm:pt>
    <dgm:pt modelId="{FBD6932C-4B85-4108-876E-3B166B6D2BF4}" type="pres">
      <dgm:prSet presAssocID="{1B0FF932-31C8-4033-9B05-9A9CA450011C}" presName="compNode" presStyleCnt="0"/>
      <dgm:spPr/>
    </dgm:pt>
    <dgm:pt modelId="{24597A63-1A21-4184-9A4F-ED27B2A984E9}" type="pres">
      <dgm:prSet presAssocID="{1B0FF932-31C8-4033-9B05-9A9CA45001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4920FBA-5DE4-4650-ABD8-724B54CB3644}" type="pres">
      <dgm:prSet presAssocID="{1B0FF932-31C8-4033-9B05-9A9CA450011C}" presName="iconSpace" presStyleCnt="0"/>
      <dgm:spPr/>
    </dgm:pt>
    <dgm:pt modelId="{9605D0EB-25B8-40AA-A019-68E260CDFA5E}" type="pres">
      <dgm:prSet presAssocID="{1B0FF932-31C8-4033-9B05-9A9CA450011C}" presName="parTx" presStyleLbl="revTx" presStyleIdx="0" presStyleCnt="4">
        <dgm:presLayoutVars>
          <dgm:chMax val="0"/>
          <dgm:chPref val="0"/>
        </dgm:presLayoutVars>
      </dgm:prSet>
      <dgm:spPr/>
    </dgm:pt>
    <dgm:pt modelId="{AE09B2ED-ED0B-49F5-8C21-A6AC0D74B2B3}" type="pres">
      <dgm:prSet presAssocID="{1B0FF932-31C8-4033-9B05-9A9CA450011C}" presName="txSpace" presStyleCnt="0"/>
      <dgm:spPr/>
    </dgm:pt>
    <dgm:pt modelId="{7029BF77-ADD3-48F9-ABF2-1BBE5C90C2B0}" type="pres">
      <dgm:prSet presAssocID="{1B0FF932-31C8-4033-9B05-9A9CA450011C}" presName="desTx" presStyleLbl="revTx" presStyleIdx="1" presStyleCnt="4">
        <dgm:presLayoutVars/>
      </dgm:prSet>
      <dgm:spPr/>
    </dgm:pt>
    <dgm:pt modelId="{72D3BBD8-8569-4A97-B769-682180179ABE}" type="pres">
      <dgm:prSet presAssocID="{8404C010-FB11-43BE-BC5A-75AD50F816D3}" presName="sibTrans" presStyleCnt="0"/>
      <dgm:spPr/>
    </dgm:pt>
    <dgm:pt modelId="{359A824C-7013-46A8-A069-F54B85908C61}" type="pres">
      <dgm:prSet presAssocID="{2C10C90B-960D-4418-A5E1-057111BA5516}" presName="compNode" presStyleCnt="0"/>
      <dgm:spPr/>
    </dgm:pt>
    <dgm:pt modelId="{FEFE709E-9144-4D9A-8FE6-16609BCB733F}" type="pres">
      <dgm:prSet presAssocID="{2C10C90B-960D-4418-A5E1-057111BA55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001AD6D-C415-4038-A0A3-C8CEA6F16C4A}" type="pres">
      <dgm:prSet presAssocID="{2C10C90B-960D-4418-A5E1-057111BA5516}" presName="iconSpace" presStyleCnt="0"/>
      <dgm:spPr/>
    </dgm:pt>
    <dgm:pt modelId="{E733251A-6AD4-4B5E-9C02-40F4A736F46D}" type="pres">
      <dgm:prSet presAssocID="{2C10C90B-960D-4418-A5E1-057111BA5516}" presName="parTx" presStyleLbl="revTx" presStyleIdx="2" presStyleCnt="4">
        <dgm:presLayoutVars>
          <dgm:chMax val="0"/>
          <dgm:chPref val="0"/>
        </dgm:presLayoutVars>
      </dgm:prSet>
      <dgm:spPr/>
    </dgm:pt>
    <dgm:pt modelId="{4CC6DC6B-45A2-4EA0-A459-583F947AD092}" type="pres">
      <dgm:prSet presAssocID="{2C10C90B-960D-4418-A5E1-057111BA5516}" presName="txSpace" presStyleCnt="0"/>
      <dgm:spPr/>
    </dgm:pt>
    <dgm:pt modelId="{D9AF0DAE-A475-4628-BEAC-F679D3A62BB8}" type="pres">
      <dgm:prSet presAssocID="{2C10C90B-960D-4418-A5E1-057111BA5516}" presName="desTx" presStyleLbl="revTx" presStyleIdx="3" presStyleCnt="4">
        <dgm:presLayoutVars/>
      </dgm:prSet>
      <dgm:spPr/>
    </dgm:pt>
  </dgm:ptLst>
  <dgm:cxnLst>
    <dgm:cxn modelId="{E6D4420B-DF60-4B18-BE64-DA7AF8B002E1}" type="presOf" srcId="{530080C3-207A-4A36-AFE0-DEE328ECB6D3}" destId="{D9AF0DAE-A475-4628-BEAC-F679D3A62BB8}" srcOrd="0" destOrd="2" presId="urn:microsoft.com/office/officeart/2018/5/layout/CenteredIconLabelDescriptionList"/>
    <dgm:cxn modelId="{694A0515-85BF-4B9D-B06F-4DDD0775D291}" srcId="{B2BC0032-5B47-4A04-8BE8-2E503DF6CA40}" destId="{1B0FF932-31C8-4033-9B05-9A9CA450011C}" srcOrd="0" destOrd="0" parTransId="{AB643F47-C38D-41A5-B179-CE02230ACDD9}" sibTransId="{8404C010-FB11-43BE-BC5A-75AD50F816D3}"/>
    <dgm:cxn modelId="{D66CCF22-3FDD-4A42-9F7C-183B2553830A}" type="presOf" srcId="{9058F9A0-0BC9-4386-AD9F-98C3FDB48D30}" destId="{D9AF0DAE-A475-4628-BEAC-F679D3A62BB8}" srcOrd="0" destOrd="0" presId="urn:microsoft.com/office/officeart/2018/5/layout/CenteredIconLabelDescriptionList"/>
    <dgm:cxn modelId="{F3726029-C6A5-4A84-85F0-83B652E7BFC4}" type="presOf" srcId="{1B0FF932-31C8-4033-9B05-9A9CA450011C}" destId="{9605D0EB-25B8-40AA-A019-68E260CDFA5E}" srcOrd="0" destOrd="0" presId="urn:microsoft.com/office/officeart/2018/5/layout/CenteredIconLabelDescriptionList"/>
    <dgm:cxn modelId="{638C995C-CFB9-4BAB-83FB-52BAC392C791}" type="presOf" srcId="{C0A4EB22-FAFD-4C66-BD1E-23C7A7A45390}" destId="{7029BF77-ADD3-48F9-ABF2-1BBE5C90C2B0}" srcOrd="0" destOrd="1" presId="urn:microsoft.com/office/officeart/2018/5/layout/CenteredIconLabelDescriptionList"/>
    <dgm:cxn modelId="{56B3CB62-A813-4C55-AA56-7F1FF2AAA55E}" type="presOf" srcId="{B2BC0032-5B47-4A04-8BE8-2E503DF6CA40}" destId="{8090F44B-FE5A-4443-88E7-BF2A78E4E789}" srcOrd="0" destOrd="0" presId="urn:microsoft.com/office/officeart/2018/5/layout/CenteredIconLabelDescriptionList"/>
    <dgm:cxn modelId="{AA191F48-A7D7-48EF-A077-DD927EDB408A}" srcId="{2C10C90B-960D-4418-A5E1-057111BA5516}" destId="{9D360251-086D-4713-B710-4FDBBF5CE334}" srcOrd="1" destOrd="0" parTransId="{BEF8910A-5518-4BDD-A6BE-781BA1A6BB78}" sibTransId="{1DFE1D4F-C081-41EF-9727-A933E1B830A2}"/>
    <dgm:cxn modelId="{24CE8E8F-86AB-476B-9DD7-F7B05CBAB78E}" type="presOf" srcId="{9D360251-086D-4713-B710-4FDBBF5CE334}" destId="{D9AF0DAE-A475-4628-BEAC-F679D3A62BB8}" srcOrd="0" destOrd="1" presId="urn:microsoft.com/office/officeart/2018/5/layout/CenteredIconLabelDescriptionList"/>
    <dgm:cxn modelId="{95BEC7B4-F48B-4710-8272-FEB27289FB28}" srcId="{2C10C90B-960D-4418-A5E1-057111BA5516}" destId="{9058F9A0-0BC9-4386-AD9F-98C3FDB48D30}" srcOrd="0" destOrd="0" parTransId="{F0A4EDEE-D675-4ECA-8B43-7A0D41DC3E08}" sibTransId="{E32E0C4C-88D6-47F8-BB84-B79C4F88B3FC}"/>
    <dgm:cxn modelId="{82E7DABB-9DA6-4B0D-A1C7-44AD9CC9953E}" srcId="{1B0FF932-31C8-4033-9B05-9A9CA450011C}" destId="{C0A4EB22-FAFD-4C66-BD1E-23C7A7A45390}" srcOrd="1" destOrd="0" parTransId="{73F6E121-3771-4E78-84C0-21B790135B0A}" sibTransId="{EA95A27D-772E-41B8-BA13-82D930568978}"/>
    <dgm:cxn modelId="{2C5776CD-0599-481E-977D-E8D23D62B453}" srcId="{B2BC0032-5B47-4A04-8BE8-2E503DF6CA40}" destId="{2C10C90B-960D-4418-A5E1-057111BA5516}" srcOrd="1" destOrd="0" parTransId="{8A021AAD-736B-4E89-B911-650F01D56030}" sibTransId="{08FD877A-14E8-4CAA-BE32-51124822BD1C}"/>
    <dgm:cxn modelId="{2CCAA9DE-88A3-42E6-8D06-4863243B030F}" srcId="{2C10C90B-960D-4418-A5E1-057111BA5516}" destId="{530080C3-207A-4A36-AFE0-DEE328ECB6D3}" srcOrd="2" destOrd="0" parTransId="{A805E7C3-302C-4E9C-9B0E-8A52257CE2AC}" sibTransId="{6F7B8E9B-8D25-44F2-AE59-CEBDC582F0B2}"/>
    <dgm:cxn modelId="{EE32BFE1-BDCE-408E-8FC8-43C84F0763B0}" type="presOf" srcId="{2C10C90B-960D-4418-A5E1-057111BA5516}" destId="{E733251A-6AD4-4B5E-9C02-40F4A736F46D}" srcOrd="0" destOrd="0" presId="urn:microsoft.com/office/officeart/2018/5/layout/CenteredIconLabelDescriptionList"/>
    <dgm:cxn modelId="{3F6D6CE3-D66A-491E-962B-19C4E7F796D0}" type="presOf" srcId="{50AAB144-3A3C-4591-BC17-233980ECDAD1}" destId="{7029BF77-ADD3-48F9-ABF2-1BBE5C90C2B0}" srcOrd="0" destOrd="0" presId="urn:microsoft.com/office/officeart/2018/5/layout/CenteredIconLabelDescriptionList"/>
    <dgm:cxn modelId="{415BD4EE-68B7-42DC-883B-D50831F452DF}" srcId="{1B0FF932-31C8-4033-9B05-9A9CA450011C}" destId="{50AAB144-3A3C-4591-BC17-233980ECDAD1}" srcOrd="0" destOrd="0" parTransId="{BD7A1E51-2B0B-4CA0-B9EA-5C739D52186C}" sibTransId="{94159808-C7B3-4F4E-A837-BC811D8373E5}"/>
    <dgm:cxn modelId="{873C5E85-C79F-4F57-ABBE-83F050966BB3}" type="presParOf" srcId="{8090F44B-FE5A-4443-88E7-BF2A78E4E789}" destId="{FBD6932C-4B85-4108-876E-3B166B6D2BF4}" srcOrd="0" destOrd="0" presId="urn:microsoft.com/office/officeart/2018/5/layout/CenteredIconLabelDescriptionList"/>
    <dgm:cxn modelId="{00179AC9-047F-4A35-9027-34883D278E0A}" type="presParOf" srcId="{FBD6932C-4B85-4108-876E-3B166B6D2BF4}" destId="{24597A63-1A21-4184-9A4F-ED27B2A984E9}" srcOrd="0" destOrd="0" presId="urn:microsoft.com/office/officeart/2018/5/layout/CenteredIconLabelDescriptionList"/>
    <dgm:cxn modelId="{996A9A5F-0AB9-47F4-8693-4AC58C686D82}" type="presParOf" srcId="{FBD6932C-4B85-4108-876E-3B166B6D2BF4}" destId="{84920FBA-5DE4-4650-ABD8-724B54CB3644}" srcOrd="1" destOrd="0" presId="urn:microsoft.com/office/officeart/2018/5/layout/CenteredIconLabelDescriptionList"/>
    <dgm:cxn modelId="{C3F0CFE0-4DE4-47A0-81EB-59851E9EF316}" type="presParOf" srcId="{FBD6932C-4B85-4108-876E-3B166B6D2BF4}" destId="{9605D0EB-25B8-40AA-A019-68E260CDFA5E}" srcOrd="2" destOrd="0" presId="urn:microsoft.com/office/officeart/2018/5/layout/CenteredIconLabelDescriptionList"/>
    <dgm:cxn modelId="{E8CDFA39-C6B1-4629-94F6-A74EA2888765}" type="presParOf" srcId="{FBD6932C-4B85-4108-876E-3B166B6D2BF4}" destId="{AE09B2ED-ED0B-49F5-8C21-A6AC0D74B2B3}" srcOrd="3" destOrd="0" presId="urn:microsoft.com/office/officeart/2018/5/layout/CenteredIconLabelDescriptionList"/>
    <dgm:cxn modelId="{4B0D9893-BCA0-48D7-B3AB-B35E11CDFEFC}" type="presParOf" srcId="{FBD6932C-4B85-4108-876E-3B166B6D2BF4}" destId="{7029BF77-ADD3-48F9-ABF2-1BBE5C90C2B0}" srcOrd="4" destOrd="0" presId="urn:microsoft.com/office/officeart/2018/5/layout/CenteredIconLabelDescriptionList"/>
    <dgm:cxn modelId="{2C38156F-6436-4013-A5AE-3A108DC5EA8C}" type="presParOf" srcId="{8090F44B-FE5A-4443-88E7-BF2A78E4E789}" destId="{72D3BBD8-8569-4A97-B769-682180179ABE}" srcOrd="1" destOrd="0" presId="urn:microsoft.com/office/officeart/2018/5/layout/CenteredIconLabelDescriptionList"/>
    <dgm:cxn modelId="{69A4533D-4B4C-40BC-98D8-92D2623C531E}" type="presParOf" srcId="{8090F44B-FE5A-4443-88E7-BF2A78E4E789}" destId="{359A824C-7013-46A8-A069-F54B85908C61}" srcOrd="2" destOrd="0" presId="urn:microsoft.com/office/officeart/2018/5/layout/CenteredIconLabelDescriptionList"/>
    <dgm:cxn modelId="{7BB794B6-16D3-4EF0-8963-481E8EB31D71}" type="presParOf" srcId="{359A824C-7013-46A8-A069-F54B85908C61}" destId="{FEFE709E-9144-4D9A-8FE6-16609BCB733F}" srcOrd="0" destOrd="0" presId="urn:microsoft.com/office/officeart/2018/5/layout/CenteredIconLabelDescriptionList"/>
    <dgm:cxn modelId="{1EBD39C8-038F-41D0-9D2A-B4D88FED1192}" type="presParOf" srcId="{359A824C-7013-46A8-A069-F54B85908C61}" destId="{E001AD6D-C415-4038-A0A3-C8CEA6F16C4A}" srcOrd="1" destOrd="0" presId="urn:microsoft.com/office/officeart/2018/5/layout/CenteredIconLabelDescriptionList"/>
    <dgm:cxn modelId="{EBC91350-6246-4B76-A899-6F6FBB785BC7}" type="presParOf" srcId="{359A824C-7013-46A8-A069-F54B85908C61}" destId="{E733251A-6AD4-4B5E-9C02-40F4A736F46D}" srcOrd="2" destOrd="0" presId="urn:microsoft.com/office/officeart/2018/5/layout/CenteredIconLabelDescriptionList"/>
    <dgm:cxn modelId="{33BAA360-BDD7-4369-87B2-2C592009382B}" type="presParOf" srcId="{359A824C-7013-46A8-A069-F54B85908C61}" destId="{4CC6DC6B-45A2-4EA0-A459-583F947AD092}" srcOrd="3" destOrd="0" presId="urn:microsoft.com/office/officeart/2018/5/layout/CenteredIconLabelDescriptionList"/>
    <dgm:cxn modelId="{F839EEC2-2DC7-4F03-AE84-978800012F5A}" type="presParOf" srcId="{359A824C-7013-46A8-A069-F54B85908C61}" destId="{D9AF0DAE-A475-4628-BEAC-F679D3A62BB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B2BC0032-5B47-4A04-8BE8-2E503DF6CA4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FCCCF1-8E1F-42CB-B72F-5185FD1F41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Coordinates</a:t>
          </a:r>
          <a:endParaRPr lang="en-US"/>
        </a:p>
      </dgm:t>
    </dgm:pt>
    <dgm:pt modelId="{1063BE2C-60B4-4317-AECF-42D04067B6B9}" type="parTrans" cxnId="{8277FAE8-A28C-4323-8561-559B8286DE6F}">
      <dgm:prSet/>
      <dgm:spPr/>
      <dgm:t>
        <a:bodyPr/>
        <a:lstStyle/>
        <a:p>
          <a:endParaRPr lang="en-US"/>
        </a:p>
      </dgm:t>
    </dgm:pt>
    <dgm:pt modelId="{86C5A483-C17A-439A-B805-7314E1F1E377}" type="sibTrans" cxnId="{8277FAE8-A28C-4323-8561-559B8286DE6F}">
      <dgm:prSet/>
      <dgm:spPr/>
      <dgm:t>
        <a:bodyPr/>
        <a:lstStyle/>
        <a:p>
          <a:endParaRPr lang="en-US"/>
        </a:p>
      </dgm:t>
    </dgm:pt>
    <dgm:pt modelId="{04CE70CD-F0BF-4C95-B43D-29426F911D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 =</a:t>
          </a:r>
          <a:endParaRPr lang="en-US"/>
        </a:p>
      </dgm:t>
    </dgm:pt>
    <dgm:pt modelId="{55075FD4-1FFC-4FDF-AD55-99940EF0A85F}" type="parTrans" cxnId="{44809029-D972-475E-BBFC-398284A6EB6A}">
      <dgm:prSet/>
      <dgm:spPr/>
      <dgm:t>
        <a:bodyPr/>
        <a:lstStyle/>
        <a:p>
          <a:endParaRPr lang="en-US"/>
        </a:p>
      </dgm:t>
    </dgm:pt>
    <dgm:pt modelId="{B3D97E94-5042-44ED-AC65-14462F17C8F8}" type="sibTrans" cxnId="{44809029-D972-475E-BBFC-398284A6EB6A}">
      <dgm:prSet/>
      <dgm:spPr/>
      <dgm:t>
        <a:bodyPr/>
        <a:lstStyle/>
        <a:p>
          <a:endParaRPr lang="en-US"/>
        </a:p>
      </dgm:t>
    </dgm:pt>
    <dgm:pt modelId="{94627D63-277E-4619-B75A-BCE22AD4D6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</a:t>
          </a:r>
          <a:endParaRPr lang="en-US"/>
        </a:p>
      </dgm:t>
    </dgm:pt>
    <dgm:pt modelId="{80DE16C3-B263-4CDF-80A8-CFBBA0A3D76B}" type="parTrans" cxnId="{3208CB13-EA29-4B9B-8CB9-4708749BD963}">
      <dgm:prSet/>
      <dgm:spPr/>
      <dgm:t>
        <a:bodyPr/>
        <a:lstStyle/>
        <a:p>
          <a:endParaRPr lang="en-US"/>
        </a:p>
      </dgm:t>
    </dgm:pt>
    <dgm:pt modelId="{4173E0DD-643B-4183-9E76-9D663647DAFE}" type="sibTrans" cxnId="{3208CB13-EA29-4B9B-8CB9-4708749BD963}">
      <dgm:prSet/>
      <dgm:spPr/>
      <dgm:t>
        <a:bodyPr/>
        <a:lstStyle/>
        <a:p>
          <a:endParaRPr lang="en-US"/>
        </a:p>
      </dgm:t>
    </dgm:pt>
    <dgm:pt modelId="{15319FCE-7B5F-4667-9588-17F15E7744A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(x,y)</a:t>
          </a:r>
          <a:endParaRPr lang="en-US"/>
        </a:p>
      </dgm:t>
    </dgm:pt>
    <dgm:pt modelId="{E629CFD1-BA14-4700-8C7B-F7DB82F35083}" type="parTrans" cxnId="{DDA0EDD2-F9D4-42C8-AE93-389005F8799D}">
      <dgm:prSet/>
      <dgm:spPr/>
      <dgm:t>
        <a:bodyPr/>
        <a:lstStyle/>
        <a:p>
          <a:endParaRPr lang="tr-TR"/>
        </a:p>
      </dgm:t>
    </dgm:pt>
    <dgm:pt modelId="{A948437B-635A-4162-BB7A-2F9A80F2840B}" type="sibTrans" cxnId="{DDA0EDD2-F9D4-42C8-AE93-389005F8799D}">
      <dgm:prSet/>
      <dgm:spPr/>
      <dgm:t>
        <a:bodyPr/>
        <a:lstStyle/>
        <a:p>
          <a:endParaRPr lang="tr-TR"/>
        </a:p>
      </dgm:t>
    </dgm:pt>
    <dgm:pt modelId="{FF651577-7910-4BEF-8FB8-2FFC703495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F028892BAD7ED57D2FB57BF33081D5CFCF6F9ED3D3D7F159C2E2FFF579DC341A</a:t>
          </a:r>
          <a:endParaRPr lang="en-US"/>
        </a:p>
      </dgm:t>
    </dgm:pt>
    <dgm:pt modelId="{A7385560-AC9A-462A-BFFC-C554BE5BC84C}" type="parTrans" cxnId="{29CE211E-89E1-4994-B071-01A1324BBA85}">
      <dgm:prSet/>
      <dgm:spPr/>
      <dgm:t>
        <a:bodyPr/>
        <a:lstStyle/>
        <a:p>
          <a:endParaRPr lang="tr-TR"/>
        </a:p>
      </dgm:t>
    </dgm:pt>
    <dgm:pt modelId="{0CAB37E8-0B2D-4D4A-8902-B63017AF3084}" type="sibTrans" cxnId="{29CE211E-89E1-4994-B071-01A1324BBA85}">
      <dgm:prSet/>
      <dgm:spPr/>
      <dgm:t>
        <a:bodyPr/>
        <a:lstStyle/>
        <a:p>
          <a:endParaRPr lang="tr-TR"/>
        </a:p>
      </dgm:t>
    </dgm:pt>
    <dgm:pt modelId="{629552E3-E35D-4D62-808F-91D55224BB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07CF33DA18BD734C600B96A72BBC4749D5141C90EC8AC328AE52DDFE2E505BDB</a:t>
          </a:r>
          <a:endParaRPr lang="en-US"/>
        </a:p>
      </dgm:t>
    </dgm:pt>
    <dgm:pt modelId="{A488797E-AC74-434F-988B-0FD3376C44F4}" type="parTrans" cxnId="{30037CB2-D8E9-446F-88A7-0A49FA8AE938}">
      <dgm:prSet/>
      <dgm:spPr/>
      <dgm:t>
        <a:bodyPr/>
        <a:lstStyle/>
        <a:p>
          <a:endParaRPr lang="tr-TR"/>
        </a:p>
      </dgm:t>
    </dgm:pt>
    <dgm:pt modelId="{CF1F28F2-BD4C-4F70-81B2-C915778E1D28}" type="sibTrans" cxnId="{30037CB2-D8E9-446F-88A7-0A49FA8AE938}">
      <dgm:prSet/>
      <dgm:spPr/>
      <dgm:t>
        <a:bodyPr/>
        <a:lstStyle/>
        <a:p>
          <a:endParaRPr lang="tr-TR"/>
        </a:p>
      </dgm:t>
    </dgm:pt>
    <dgm:pt modelId="{869E9969-4C9E-42E2-9B4C-F132E33D80C3}" type="pres">
      <dgm:prSet presAssocID="{B2BC0032-5B47-4A04-8BE8-2E503DF6CA40}" presName="root" presStyleCnt="0">
        <dgm:presLayoutVars>
          <dgm:dir/>
          <dgm:resizeHandles val="exact"/>
        </dgm:presLayoutVars>
      </dgm:prSet>
      <dgm:spPr/>
    </dgm:pt>
    <dgm:pt modelId="{013A227D-18DE-4ACE-993D-D66E3936255D}" type="pres">
      <dgm:prSet presAssocID="{8CFCCCF1-8E1F-42CB-B72F-5185FD1F41EA}" presName="compNode" presStyleCnt="0"/>
      <dgm:spPr/>
    </dgm:pt>
    <dgm:pt modelId="{8316CF37-8B16-4EA8-82BF-C745D666D57B}" type="pres">
      <dgm:prSet presAssocID="{8CFCCCF1-8E1F-42CB-B72F-5185FD1F41E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88C13E1-7982-43F8-8473-7557AACB466F}" type="pres">
      <dgm:prSet presAssocID="{8CFCCCF1-8E1F-42CB-B72F-5185FD1F41EA}" presName="iconSpace" presStyleCnt="0"/>
      <dgm:spPr/>
    </dgm:pt>
    <dgm:pt modelId="{17E516F9-0960-4F27-B847-F76757C2326C}" type="pres">
      <dgm:prSet presAssocID="{8CFCCCF1-8E1F-42CB-B72F-5185FD1F41EA}" presName="parTx" presStyleLbl="revTx" presStyleIdx="0" presStyleCnt="6">
        <dgm:presLayoutVars>
          <dgm:chMax val="0"/>
          <dgm:chPref val="0"/>
        </dgm:presLayoutVars>
      </dgm:prSet>
      <dgm:spPr/>
    </dgm:pt>
    <dgm:pt modelId="{41D761A4-3662-4AFC-B141-733C31C210F8}" type="pres">
      <dgm:prSet presAssocID="{8CFCCCF1-8E1F-42CB-B72F-5185FD1F41EA}" presName="txSpace" presStyleCnt="0"/>
      <dgm:spPr/>
    </dgm:pt>
    <dgm:pt modelId="{3CC2AFB9-3C65-4043-9A34-FBD505F495DF}" type="pres">
      <dgm:prSet presAssocID="{8CFCCCF1-8E1F-42CB-B72F-5185FD1F41EA}" presName="desTx" presStyleLbl="revTx" presStyleIdx="1" presStyleCnt="6">
        <dgm:presLayoutVars/>
      </dgm:prSet>
      <dgm:spPr/>
    </dgm:pt>
    <dgm:pt modelId="{7C6CA6E2-396E-4C00-9C15-48DC4DBB90BE}" type="pres">
      <dgm:prSet presAssocID="{86C5A483-C17A-439A-B805-7314E1F1E377}" presName="sibTrans" presStyleCnt="0"/>
      <dgm:spPr/>
    </dgm:pt>
    <dgm:pt modelId="{ACF29577-9917-4BE7-AA55-663BBC6213CE}" type="pres">
      <dgm:prSet presAssocID="{04CE70CD-F0BF-4C95-B43D-29426F911DF8}" presName="compNode" presStyleCnt="0"/>
      <dgm:spPr/>
    </dgm:pt>
    <dgm:pt modelId="{8D518148-8699-442F-A4CC-B4B010C834D4}" type="pres">
      <dgm:prSet presAssocID="{04CE70CD-F0BF-4C95-B43D-29426F911D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A1996D00-02D4-4891-8A82-880FCD0AA268}" type="pres">
      <dgm:prSet presAssocID="{04CE70CD-F0BF-4C95-B43D-29426F911DF8}" presName="iconSpace" presStyleCnt="0"/>
      <dgm:spPr/>
    </dgm:pt>
    <dgm:pt modelId="{5CF8AAFB-2B64-45C6-B6EB-94C83679DCF6}" type="pres">
      <dgm:prSet presAssocID="{04CE70CD-F0BF-4C95-B43D-29426F911DF8}" presName="parTx" presStyleLbl="revTx" presStyleIdx="2" presStyleCnt="6">
        <dgm:presLayoutVars>
          <dgm:chMax val="0"/>
          <dgm:chPref val="0"/>
        </dgm:presLayoutVars>
      </dgm:prSet>
      <dgm:spPr/>
    </dgm:pt>
    <dgm:pt modelId="{4559E44A-DB18-4156-8937-9CFD8D7DC8C6}" type="pres">
      <dgm:prSet presAssocID="{04CE70CD-F0BF-4C95-B43D-29426F911DF8}" presName="txSpace" presStyleCnt="0"/>
      <dgm:spPr/>
    </dgm:pt>
    <dgm:pt modelId="{CF781746-F51C-4832-A55D-3B95494E9F1C}" type="pres">
      <dgm:prSet presAssocID="{04CE70CD-F0BF-4C95-B43D-29426F911DF8}" presName="desTx" presStyleLbl="revTx" presStyleIdx="3" presStyleCnt="6">
        <dgm:presLayoutVars/>
      </dgm:prSet>
      <dgm:spPr/>
    </dgm:pt>
    <dgm:pt modelId="{A63DB588-53AD-4D2D-AEF9-361992502696}" type="pres">
      <dgm:prSet presAssocID="{B3D97E94-5042-44ED-AC65-14462F17C8F8}" presName="sibTrans" presStyleCnt="0"/>
      <dgm:spPr/>
    </dgm:pt>
    <dgm:pt modelId="{93A1F737-0C35-4FE7-8CAA-B78A26ED22D8}" type="pres">
      <dgm:prSet presAssocID="{94627D63-277E-4619-B75A-BCE22AD4D658}" presName="compNode" presStyleCnt="0"/>
      <dgm:spPr/>
    </dgm:pt>
    <dgm:pt modelId="{46DEDA8E-E495-4776-A526-66E7D0293872}" type="pres">
      <dgm:prSet presAssocID="{94627D63-277E-4619-B75A-BCE22AD4D6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29979181-A79C-4A46-BD99-CAFC1810DB0C}" type="pres">
      <dgm:prSet presAssocID="{94627D63-277E-4619-B75A-BCE22AD4D658}" presName="iconSpace" presStyleCnt="0"/>
      <dgm:spPr/>
    </dgm:pt>
    <dgm:pt modelId="{166F4E2D-23DD-40F2-A079-3353A523DB0E}" type="pres">
      <dgm:prSet presAssocID="{94627D63-277E-4619-B75A-BCE22AD4D658}" presName="parTx" presStyleLbl="revTx" presStyleIdx="4" presStyleCnt="6">
        <dgm:presLayoutVars>
          <dgm:chMax val="0"/>
          <dgm:chPref val="0"/>
        </dgm:presLayoutVars>
      </dgm:prSet>
      <dgm:spPr/>
    </dgm:pt>
    <dgm:pt modelId="{90959FA3-92E7-462F-9454-8A2519E89EF4}" type="pres">
      <dgm:prSet presAssocID="{94627D63-277E-4619-B75A-BCE22AD4D658}" presName="txSpace" presStyleCnt="0"/>
      <dgm:spPr/>
    </dgm:pt>
    <dgm:pt modelId="{E12D028F-7890-4B41-B5BB-1D522E5156BC}" type="pres">
      <dgm:prSet presAssocID="{94627D63-277E-4619-B75A-BCE22AD4D658}" presName="desTx" presStyleLbl="revTx" presStyleIdx="5" presStyleCnt="6">
        <dgm:presLayoutVars/>
      </dgm:prSet>
      <dgm:spPr/>
    </dgm:pt>
  </dgm:ptLst>
  <dgm:cxnLst>
    <dgm:cxn modelId="{906D0111-A415-4CC4-B91A-A9AAA40E8F98}" type="presOf" srcId="{B2BC0032-5B47-4A04-8BE8-2E503DF6CA40}" destId="{869E9969-4C9E-42E2-9B4C-F132E33D80C3}" srcOrd="0" destOrd="0" presId="urn:microsoft.com/office/officeart/2018/5/layout/CenteredIconLabelDescriptionList"/>
    <dgm:cxn modelId="{3208CB13-EA29-4B9B-8CB9-4708749BD963}" srcId="{B2BC0032-5B47-4A04-8BE8-2E503DF6CA40}" destId="{94627D63-277E-4619-B75A-BCE22AD4D658}" srcOrd="2" destOrd="0" parTransId="{80DE16C3-B263-4CDF-80A8-CFBBA0A3D76B}" sibTransId="{4173E0DD-643B-4183-9E76-9D663647DAFE}"/>
    <dgm:cxn modelId="{29CE211E-89E1-4994-B071-01A1324BBA85}" srcId="{04CE70CD-F0BF-4C95-B43D-29426F911DF8}" destId="{FF651577-7910-4BEF-8FB8-2FFC7034950E}" srcOrd="0" destOrd="0" parTransId="{A7385560-AC9A-462A-BFFC-C554BE5BC84C}" sibTransId="{0CAB37E8-0B2D-4D4A-8902-B63017AF3084}"/>
    <dgm:cxn modelId="{44809029-D972-475E-BBFC-398284A6EB6A}" srcId="{B2BC0032-5B47-4A04-8BE8-2E503DF6CA40}" destId="{04CE70CD-F0BF-4C95-B43D-29426F911DF8}" srcOrd="1" destOrd="0" parTransId="{55075FD4-1FFC-4FDF-AD55-99940EF0A85F}" sibTransId="{B3D97E94-5042-44ED-AC65-14462F17C8F8}"/>
    <dgm:cxn modelId="{FA5B844A-EF7B-45D7-A83A-3C61A310BEDF}" type="presOf" srcId="{15319FCE-7B5F-4667-9588-17F15E7744AA}" destId="{3CC2AFB9-3C65-4043-9A34-FBD505F495DF}" srcOrd="0" destOrd="0" presId="urn:microsoft.com/office/officeart/2018/5/layout/CenteredIconLabelDescriptionList"/>
    <dgm:cxn modelId="{7DC0A351-7293-4EBD-85DA-773EE4969205}" type="presOf" srcId="{94627D63-277E-4619-B75A-BCE22AD4D658}" destId="{166F4E2D-23DD-40F2-A079-3353A523DB0E}" srcOrd="0" destOrd="0" presId="urn:microsoft.com/office/officeart/2018/5/layout/CenteredIconLabelDescriptionList"/>
    <dgm:cxn modelId="{7E9C3775-9712-4AD9-9259-E5DD890C33B5}" type="presOf" srcId="{04CE70CD-F0BF-4C95-B43D-29426F911DF8}" destId="{5CF8AAFB-2B64-45C6-B6EB-94C83679DCF6}" srcOrd="0" destOrd="0" presId="urn:microsoft.com/office/officeart/2018/5/layout/CenteredIconLabelDescriptionList"/>
    <dgm:cxn modelId="{C65B4E9D-0583-4438-A4E1-255E3E6A13BC}" type="presOf" srcId="{FF651577-7910-4BEF-8FB8-2FFC7034950E}" destId="{CF781746-F51C-4832-A55D-3B95494E9F1C}" srcOrd="0" destOrd="0" presId="urn:microsoft.com/office/officeart/2018/5/layout/CenteredIconLabelDescriptionList"/>
    <dgm:cxn modelId="{ACEED59F-42F9-47C7-932A-C32E6ADC1536}" type="presOf" srcId="{629552E3-E35D-4D62-808F-91D55224BBDC}" destId="{E12D028F-7890-4B41-B5BB-1D522E5156BC}" srcOrd="0" destOrd="0" presId="urn:microsoft.com/office/officeart/2018/5/layout/CenteredIconLabelDescriptionList"/>
    <dgm:cxn modelId="{30037CB2-D8E9-446F-88A7-0A49FA8AE938}" srcId="{94627D63-277E-4619-B75A-BCE22AD4D658}" destId="{629552E3-E35D-4D62-808F-91D55224BBDC}" srcOrd="0" destOrd="0" parTransId="{A488797E-AC74-434F-988B-0FD3376C44F4}" sibTransId="{CF1F28F2-BD4C-4F70-81B2-C915778E1D28}"/>
    <dgm:cxn modelId="{C87A86CB-B9DD-41FB-85C3-C769DF2D34DB}" type="presOf" srcId="{8CFCCCF1-8E1F-42CB-B72F-5185FD1F41EA}" destId="{17E516F9-0960-4F27-B847-F76757C2326C}" srcOrd="0" destOrd="0" presId="urn:microsoft.com/office/officeart/2018/5/layout/CenteredIconLabelDescriptionList"/>
    <dgm:cxn modelId="{DDA0EDD2-F9D4-42C8-AE93-389005F8799D}" srcId="{8CFCCCF1-8E1F-42CB-B72F-5185FD1F41EA}" destId="{15319FCE-7B5F-4667-9588-17F15E7744AA}" srcOrd="0" destOrd="0" parTransId="{E629CFD1-BA14-4700-8C7B-F7DB82F35083}" sibTransId="{A948437B-635A-4162-BB7A-2F9A80F2840B}"/>
    <dgm:cxn modelId="{8277FAE8-A28C-4323-8561-559B8286DE6F}" srcId="{B2BC0032-5B47-4A04-8BE8-2E503DF6CA40}" destId="{8CFCCCF1-8E1F-42CB-B72F-5185FD1F41EA}" srcOrd="0" destOrd="0" parTransId="{1063BE2C-60B4-4317-AECF-42D04067B6B9}" sibTransId="{86C5A483-C17A-439A-B805-7314E1F1E377}"/>
    <dgm:cxn modelId="{78BF2BD8-C284-459E-A187-5232C4E03333}" type="presParOf" srcId="{869E9969-4C9E-42E2-9B4C-F132E33D80C3}" destId="{013A227D-18DE-4ACE-993D-D66E3936255D}" srcOrd="0" destOrd="0" presId="urn:microsoft.com/office/officeart/2018/5/layout/CenteredIconLabelDescriptionList"/>
    <dgm:cxn modelId="{5C6270CE-AC3D-4C0B-A499-BEE99417342B}" type="presParOf" srcId="{013A227D-18DE-4ACE-993D-D66E3936255D}" destId="{8316CF37-8B16-4EA8-82BF-C745D666D57B}" srcOrd="0" destOrd="0" presId="urn:microsoft.com/office/officeart/2018/5/layout/CenteredIconLabelDescriptionList"/>
    <dgm:cxn modelId="{58B89D43-AD02-4D50-B548-85A54A247022}" type="presParOf" srcId="{013A227D-18DE-4ACE-993D-D66E3936255D}" destId="{288C13E1-7982-43F8-8473-7557AACB466F}" srcOrd="1" destOrd="0" presId="urn:microsoft.com/office/officeart/2018/5/layout/CenteredIconLabelDescriptionList"/>
    <dgm:cxn modelId="{636C3E55-CF21-4757-A909-6EEFFF723A67}" type="presParOf" srcId="{013A227D-18DE-4ACE-993D-D66E3936255D}" destId="{17E516F9-0960-4F27-B847-F76757C2326C}" srcOrd="2" destOrd="0" presId="urn:microsoft.com/office/officeart/2018/5/layout/CenteredIconLabelDescriptionList"/>
    <dgm:cxn modelId="{9845EC32-EC31-4AEA-AC61-6B2F3F90DAA7}" type="presParOf" srcId="{013A227D-18DE-4ACE-993D-D66E3936255D}" destId="{41D761A4-3662-4AFC-B141-733C31C210F8}" srcOrd="3" destOrd="0" presId="urn:microsoft.com/office/officeart/2018/5/layout/CenteredIconLabelDescriptionList"/>
    <dgm:cxn modelId="{A6102D55-02A2-45A5-9C0B-DA74B7482A40}" type="presParOf" srcId="{013A227D-18DE-4ACE-993D-D66E3936255D}" destId="{3CC2AFB9-3C65-4043-9A34-FBD505F495DF}" srcOrd="4" destOrd="0" presId="urn:microsoft.com/office/officeart/2018/5/layout/CenteredIconLabelDescriptionList"/>
    <dgm:cxn modelId="{48B3647B-DDE1-4091-A962-CE41A0CBE7CB}" type="presParOf" srcId="{869E9969-4C9E-42E2-9B4C-F132E33D80C3}" destId="{7C6CA6E2-396E-4C00-9C15-48DC4DBB90BE}" srcOrd="1" destOrd="0" presId="urn:microsoft.com/office/officeart/2018/5/layout/CenteredIconLabelDescriptionList"/>
    <dgm:cxn modelId="{B4E6409D-0F91-4D5C-A754-6A91CA099481}" type="presParOf" srcId="{869E9969-4C9E-42E2-9B4C-F132E33D80C3}" destId="{ACF29577-9917-4BE7-AA55-663BBC6213CE}" srcOrd="2" destOrd="0" presId="urn:microsoft.com/office/officeart/2018/5/layout/CenteredIconLabelDescriptionList"/>
    <dgm:cxn modelId="{ECFE024C-020A-49D4-A9B1-99E617A36A68}" type="presParOf" srcId="{ACF29577-9917-4BE7-AA55-663BBC6213CE}" destId="{8D518148-8699-442F-A4CC-B4B010C834D4}" srcOrd="0" destOrd="0" presId="urn:microsoft.com/office/officeart/2018/5/layout/CenteredIconLabelDescriptionList"/>
    <dgm:cxn modelId="{24914E52-4F61-404F-8D1D-8C1A5DF698E2}" type="presParOf" srcId="{ACF29577-9917-4BE7-AA55-663BBC6213CE}" destId="{A1996D00-02D4-4891-8A82-880FCD0AA268}" srcOrd="1" destOrd="0" presId="urn:microsoft.com/office/officeart/2018/5/layout/CenteredIconLabelDescriptionList"/>
    <dgm:cxn modelId="{D929CA15-2C02-4CDA-9530-A69D4E6249AA}" type="presParOf" srcId="{ACF29577-9917-4BE7-AA55-663BBC6213CE}" destId="{5CF8AAFB-2B64-45C6-B6EB-94C83679DCF6}" srcOrd="2" destOrd="0" presId="urn:microsoft.com/office/officeart/2018/5/layout/CenteredIconLabelDescriptionList"/>
    <dgm:cxn modelId="{2415C979-0438-4422-8B0A-C0B1714798E6}" type="presParOf" srcId="{ACF29577-9917-4BE7-AA55-663BBC6213CE}" destId="{4559E44A-DB18-4156-8937-9CFD8D7DC8C6}" srcOrd="3" destOrd="0" presId="urn:microsoft.com/office/officeart/2018/5/layout/CenteredIconLabelDescriptionList"/>
    <dgm:cxn modelId="{C6FAD08F-FCD2-4B3A-9F69-68EAC1681DC6}" type="presParOf" srcId="{ACF29577-9917-4BE7-AA55-663BBC6213CE}" destId="{CF781746-F51C-4832-A55D-3B95494E9F1C}" srcOrd="4" destOrd="0" presId="urn:microsoft.com/office/officeart/2018/5/layout/CenteredIconLabelDescriptionList"/>
    <dgm:cxn modelId="{6B21C558-9C0A-4A9C-B143-23044DF42D65}" type="presParOf" srcId="{869E9969-4C9E-42E2-9B4C-F132E33D80C3}" destId="{A63DB588-53AD-4D2D-AEF9-361992502696}" srcOrd="3" destOrd="0" presId="urn:microsoft.com/office/officeart/2018/5/layout/CenteredIconLabelDescriptionList"/>
    <dgm:cxn modelId="{DDDAE53B-9D6E-4ECB-B12C-393635C038B7}" type="presParOf" srcId="{869E9969-4C9E-42E2-9B4C-F132E33D80C3}" destId="{93A1F737-0C35-4FE7-8CAA-B78A26ED22D8}" srcOrd="4" destOrd="0" presId="urn:microsoft.com/office/officeart/2018/5/layout/CenteredIconLabelDescriptionList"/>
    <dgm:cxn modelId="{0344C889-09F0-4BE3-BB21-6B00E4689CFF}" type="presParOf" srcId="{93A1F737-0C35-4FE7-8CAA-B78A26ED22D8}" destId="{46DEDA8E-E495-4776-A526-66E7D0293872}" srcOrd="0" destOrd="0" presId="urn:microsoft.com/office/officeart/2018/5/layout/CenteredIconLabelDescriptionList"/>
    <dgm:cxn modelId="{7612A3FA-7177-46DD-BC0A-EECF7C48BBBD}" type="presParOf" srcId="{93A1F737-0C35-4FE7-8CAA-B78A26ED22D8}" destId="{29979181-A79C-4A46-BD99-CAFC1810DB0C}" srcOrd="1" destOrd="0" presId="urn:microsoft.com/office/officeart/2018/5/layout/CenteredIconLabelDescriptionList"/>
    <dgm:cxn modelId="{92C0019E-7B17-4921-B0DE-3DF3A8132A55}" type="presParOf" srcId="{93A1F737-0C35-4FE7-8CAA-B78A26ED22D8}" destId="{166F4E2D-23DD-40F2-A079-3353A523DB0E}" srcOrd="2" destOrd="0" presId="urn:microsoft.com/office/officeart/2018/5/layout/CenteredIconLabelDescriptionList"/>
    <dgm:cxn modelId="{E113BEBF-D193-423F-97E1-D360D55A7FF5}" type="presParOf" srcId="{93A1F737-0C35-4FE7-8CAA-B78A26ED22D8}" destId="{90959FA3-92E7-462F-9454-8A2519E89EF4}" srcOrd="3" destOrd="0" presId="urn:microsoft.com/office/officeart/2018/5/layout/CenteredIconLabelDescriptionList"/>
    <dgm:cxn modelId="{D033EEC8-BC15-40B8-BBAE-008F734727E6}" type="presParOf" srcId="{93A1F737-0C35-4FE7-8CAA-B78A26ED22D8}" destId="{E12D028F-7890-4B41-B5BB-1D522E5156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944795D7-037B-493B-BD0E-3EB84052E31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BA24422A-EEB3-48A2-9A68-FBC192388A5D}">
      <dgm:prSet/>
      <dgm:spPr/>
      <dgm:t>
        <a:bodyPr/>
        <a:lstStyle/>
        <a:p>
          <a:pPr>
            <a:defRPr b="1"/>
          </a:pPr>
          <a:r>
            <a:rPr lang="en-US"/>
            <a:t>the curve</a:t>
          </a:r>
        </a:p>
      </dgm:t>
    </dgm:pt>
    <dgm:pt modelId="{F1D20B5D-2AD0-4E1B-982C-220C68A71A0B}" type="parTrans" cxnId="{2E156DDF-38B4-4D44-B4C7-7B6AB0868B30}">
      <dgm:prSet/>
      <dgm:spPr/>
      <dgm:t>
        <a:bodyPr/>
        <a:lstStyle/>
        <a:p>
          <a:endParaRPr lang="en-US"/>
        </a:p>
      </dgm:t>
    </dgm:pt>
    <dgm:pt modelId="{18C9924F-B27C-4DDC-8A9B-5978EDCFD818}" type="sibTrans" cxnId="{2E156DDF-38B4-4D44-B4C7-7B6AB0868B30}">
      <dgm:prSet/>
      <dgm:spPr/>
      <dgm:t>
        <a:bodyPr/>
        <a:lstStyle/>
        <a:p>
          <a:endParaRPr lang="en-US"/>
        </a:p>
      </dgm:t>
    </dgm:pt>
    <dgm:pt modelId="{D727DE16-2130-4326-A04A-76D3A85F14B4}">
      <dgm:prSet/>
      <dgm:spPr/>
      <dgm:t>
        <a:bodyPr/>
        <a:lstStyle/>
        <a:p>
          <a:pPr>
            <a:defRPr b="1"/>
          </a:pPr>
          <a:r>
            <a:rPr lang="en-US"/>
            <a:t>a point</a:t>
          </a:r>
        </a:p>
      </dgm:t>
    </dgm:pt>
    <dgm:pt modelId="{7520135E-EF7B-4B72-9F5A-C85C4088315B}" type="parTrans" cxnId="{7EA84869-C78D-4857-961D-2C752D562BC6}">
      <dgm:prSet/>
      <dgm:spPr/>
      <dgm:t>
        <a:bodyPr/>
        <a:lstStyle/>
        <a:p>
          <a:endParaRPr lang="en-US"/>
        </a:p>
      </dgm:t>
    </dgm:pt>
    <dgm:pt modelId="{FDFB7D86-1F68-4DE4-BB9A-8EC2464F742F}" type="sibTrans" cxnId="{7EA84869-C78D-4857-961D-2C752D562BC6}">
      <dgm:prSet/>
      <dgm:spPr/>
      <dgm:t>
        <a:bodyPr/>
        <a:lstStyle/>
        <a:p>
          <a:endParaRPr lang="en-US"/>
        </a:p>
      </dgm:t>
    </dgm:pt>
    <dgm:pt modelId="{5CFA04BE-6F77-424F-97D1-5380C5230C4E}">
      <dgm:prSet/>
      <dgm:spPr/>
      <dgm:t>
        <a:bodyPr/>
        <a:lstStyle/>
        <a:p>
          <a:pPr>
            <a:defRPr b="1"/>
          </a:pPr>
          <a:r>
            <a:rPr lang="en-US"/>
            <a:t>calculate the </a:t>
          </a:r>
          <a:r>
            <a:rPr lang="en-US" i="1"/>
            <a:t>y </a:t>
          </a:r>
          <a:r>
            <a:rPr lang="en-US"/>
            <a:t>coordinate </a:t>
          </a:r>
        </a:p>
      </dgm:t>
    </dgm:pt>
    <dgm:pt modelId="{3CA827AF-22F8-416F-B21A-D5DBE8E328F4}" type="parTrans" cxnId="{38D4482B-8887-4776-AA13-FA174A4C2384}">
      <dgm:prSet/>
      <dgm:spPr/>
      <dgm:t>
        <a:bodyPr/>
        <a:lstStyle/>
        <a:p>
          <a:endParaRPr lang="en-US"/>
        </a:p>
      </dgm:t>
    </dgm:pt>
    <dgm:pt modelId="{F3D731ED-E478-4C6F-BE1B-40E7D166C413}" type="sibTrans" cxnId="{38D4482B-8887-4776-AA13-FA174A4C2384}">
      <dgm:prSet/>
      <dgm:spPr/>
      <dgm:t>
        <a:bodyPr/>
        <a:lstStyle/>
        <a:p>
          <a:endParaRPr lang="en-US"/>
        </a:p>
      </dgm:t>
    </dgm:pt>
    <dgm:pt modelId="{74558FDC-85CF-4D43-94DA-37EB7E7F9C50}">
      <dgm:prSet/>
      <dgm:spPr/>
      <dgm:t>
        <a:bodyPr/>
        <a:lstStyle/>
        <a:p>
          <a:r>
            <a:rPr lang="en-US"/>
            <a:t>solving the equation</a:t>
          </a:r>
        </a:p>
      </dgm:t>
    </dgm:pt>
    <dgm:pt modelId="{7865A281-DF14-44F2-A2CF-085315A39E7F}" type="parTrans" cxnId="{52731F77-BF9F-4171-B3B0-BDB9D43D8DCC}">
      <dgm:prSet/>
      <dgm:spPr/>
      <dgm:t>
        <a:bodyPr/>
        <a:lstStyle/>
        <a:p>
          <a:endParaRPr lang="en-US"/>
        </a:p>
      </dgm:t>
    </dgm:pt>
    <dgm:pt modelId="{FB5A0A8B-A8F0-456B-91BC-17364C6CA676}" type="sibTrans" cxnId="{52731F77-BF9F-4171-B3B0-BDB9D43D8DCC}">
      <dgm:prSet/>
      <dgm:spPr/>
      <dgm:t>
        <a:bodyPr/>
        <a:lstStyle/>
        <a:p>
          <a:endParaRPr lang="en-US"/>
        </a:p>
      </dgm:t>
    </dgm:pt>
    <dgm:pt modelId="{F7EF2C82-D0B4-49FB-9363-72F79930F43B}">
      <dgm:prSet/>
      <dgm:spPr/>
      <dgm:t>
        <a:bodyPr/>
        <a:lstStyle/>
        <a:p>
          <a:r>
            <a:rPr lang="en-US"/>
            <a:t>y</a:t>
          </a:r>
          <a:r>
            <a:rPr lang="en-US" baseline="30000"/>
            <a:t>2</a:t>
          </a:r>
          <a:r>
            <a:rPr lang="en-US"/>
            <a:t> mod p = (x</a:t>
          </a:r>
          <a:r>
            <a:rPr lang="en-US" baseline="30000"/>
            <a:t>3</a:t>
          </a:r>
          <a:r>
            <a:rPr lang="en-US"/>
            <a:t> + 7)</a:t>
          </a:r>
          <a:r>
            <a:rPr lang="tr-TR"/>
            <a:t> </a:t>
          </a:r>
          <a:r>
            <a:rPr lang="en-US"/>
            <a:t>mod p. </a:t>
          </a:r>
        </a:p>
      </dgm:t>
    </dgm:pt>
    <dgm:pt modelId="{FF7B3933-7A18-47D5-9A17-88C3BE61DC65}" type="parTrans" cxnId="{963E2970-DB1A-436B-923E-1313F621BF6C}">
      <dgm:prSet/>
      <dgm:spPr/>
      <dgm:t>
        <a:bodyPr/>
        <a:lstStyle/>
        <a:p>
          <a:endParaRPr lang="tr-TR"/>
        </a:p>
      </dgm:t>
    </dgm:pt>
    <dgm:pt modelId="{5CEF1625-6231-4980-A341-AB5A07DE7349}" type="sibTrans" cxnId="{963E2970-DB1A-436B-923E-1313F621BF6C}">
      <dgm:prSet/>
      <dgm:spPr/>
      <dgm:t>
        <a:bodyPr/>
        <a:lstStyle/>
        <a:p>
          <a:endParaRPr lang="tr-TR"/>
        </a:p>
      </dgm:t>
    </dgm:pt>
    <dgm:pt modelId="{07B3EBA6-A86D-449F-998B-7253151DF322}">
      <dgm:prSet/>
      <dgm:spPr/>
      <dgm:t>
        <a:bodyPr/>
        <a:lstStyle/>
        <a:p>
          <a:r>
            <a:rPr lang="en-US" dirty="0"/>
            <a:t>expresses a mathematical function</a:t>
          </a:r>
        </a:p>
      </dgm:t>
    </dgm:pt>
    <dgm:pt modelId="{29EF3691-63AD-4C75-8113-4381656CECAF}" type="parTrans" cxnId="{92485D74-6267-430F-BCF2-044C5D1D342A}">
      <dgm:prSet/>
      <dgm:spPr/>
      <dgm:t>
        <a:bodyPr/>
        <a:lstStyle/>
        <a:p>
          <a:endParaRPr lang="tr-TR"/>
        </a:p>
      </dgm:t>
    </dgm:pt>
    <dgm:pt modelId="{79B02798-8651-44C8-8492-9828CF272654}" type="sibTrans" cxnId="{92485D74-6267-430F-BCF2-044C5D1D342A}">
      <dgm:prSet/>
      <dgm:spPr/>
      <dgm:t>
        <a:bodyPr/>
        <a:lstStyle/>
        <a:p>
          <a:endParaRPr lang="en-US"/>
        </a:p>
      </dgm:t>
    </dgm:pt>
    <dgm:pt modelId="{2B14E0B5-DEEB-4548-8838-D701730780D8}">
      <dgm:prSet/>
      <dgm:spPr/>
      <dgm:t>
        <a:bodyPr/>
        <a:lstStyle/>
        <a:p>
          <a:r>
            <a:rPr lang="en-US"/>
            <a:t>on the</a:t>
          </a:r>
          <a:r>
            <a:rPr lang="tr-TR"/>
            <a:t> </a:t>
          </a:r>
          <a:r>
            <a:rPr lang="en-US"/>
            <a:t>curve</a:t>
          </a:r>
        </a:p>
      </dgm:t>
    </dgm:pt>
    <dgm:pt modelId="{07140895-9F76-4994-8B7E-B43B1B0D056A}" type="parTrans" cxnId="{46B691B5-C799-4F94-9EE8-E46873EEEDFD}">
      <dgm:prSet/>
      <dgm:spPr/>
      <dgm:t>
        <a:bodyPr/>
        <a:lstStyle/>
        <a:p>
          <a:endParaRPr lang="tr-TR"/>
        </a:p>
      </dgm:t>
    </dgm:pt>
    <dgm:pt modelId="{A0EC7725-196B-4CAD-BFE0-1D8F1A07219A}" type="sibTrans" cxnId="{46B691B5-C799-4F94-9EE8-E46873EEEDFD}">
      <dgm:prSet/>
      <dgm:spPr/>
      <dgm:t>
        <a:bodyPr/>
        <a:lstStyle/>
        <a:p>
          <a:endParaRPr lang="en-US"/>
        </a:p>
      </dgm:t>
    </dgm:pt>
    <dgm:pt modelId="{E095C2D2-C277-4EFA-AE82-35CC41273E33}">
      <dgm:prSet/>
      <dgm:spPr/>
      <dgm:t>
        <a:bodyPr/>
        <a:lstStyle/>
        <a:p>
          <a:r>
            <a:rPr lang="en-US"/>
            <a:t>represents a solution to the equation </a:t>
          </a:r>
        </a:p>
      </dgm:t>
    </dgm:pt>
    <dgm:pt modelId="{1D36D1C0-F2D1-4FBA-8EBF-70226B3ACC7C}" type="parTrans" cxnId="{D064A841-41EB-4EC4-BE70-2FA71209756C}">
      <dgm:prSet/>
      <dgm:spPr/>
      <dgm:t>
        <a:bodyPr/>
        <a:lstStyle/>
        <a:p>
          <a:endParaRPr lang="tr-TR"/>
        </a:p>
      </dgm:t>
    </dgm:pt>
    <dgm:pt modelId="{1DBD6BB6-5F4F-4C3D-A13D-BE3E7D5DF415}" type="sibTrans" cxnId="{D064A841-41EB-4EC4-BE70-2FA71209756C}">
      <dgm:prSet/>
      <dgm:spPr/>
      <dgm:t>
        <a:bodyPr/>
        <a:lstStyle/>
        <a:p>
          <a:endParaRPr lang="en-US"/>
        </a:p>
      </dgm:t>
    </dgm:pt>
    <dgm:pt modelId="{AC93DDDD-5274-4CC2-A021-F6A7F165073C}" type="pres">
      <dgm:prSet presAssocID="{944795D7-037B-493B-BD0E-3EB84052E317}" presName="root" presStyleCnt="0">
        <dgm:presLayoutVars>
          <dgm:dir/>
          <dgm:resizeHandles val="exact"/>
        </dgm:presLayoutVars>
      </dgm:prSet>
      <dgm:spPr/>
    </dgm:pt>
    <dgm:pt modelId="{CACB8EEE-93C3-4CA2-A3EC-8BC1AE4B1D5D}" type="pres">
      <dgm:prSet presAssocID="{BA24422A-EEB3-48A2-9A68-FBC192388A5D}" presName="compNode" presStyleCnt="0"/>
      <dgm:spPr/>
    </dgm:pt>
    <dgm:pt modelId="{909136D4-05FE-427D-A449-6F14EA189B0E}" type="pres">
      <dgm:prSet presAssocID="{BA24422A-EEB3-48A2-9A68-FBC192388A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1B1F5DD-32C2-4944-9CD1-8835B4871D81}" type="pres">
      <dgm:prSet presAssocID="{BA24422A-EEB3-48A2-9A68-FBC192388A5D}" presName="iconSpace" presStyleCnt="0"/>
      <dgm:spPr/>
    </dgm:pt>
    <dgm:pt modelId="{F98E7FA7-9375-4E32-90EB-619658F3B2EF}" type="pres">
      <dgm:prSet presAssocID="{BA24422A-EEB3-48A2-9A68-FBC192388A5D}" presName="parTx" presStyleLbl="revTx" presStyleIdx="0" presStyleCnt="6">
        <dgm:presLayoutVars>
          <dgm:chMax val="0"/>
          <dgm:chPref val="0"/>
        </dgm:presLayoutVars>
      </dgm:prSet>
      <dgm:spPr/>
    </dgm:pt>
    <dgm:pt modelId="{29E34C74-63DF-4D66-A59F-537A11C1A19E}" type="pres">
      <dgm:prSet presAssocID="{BA24422A-EEB3-48A2-9A68-FBC192388A5D}" presName="txSpace" presStyleCnt="0"/>
      <dgm:spPr/>
    </dgm:pt>
    <dgm:pt modelId="{6821280F-8471-4350-89A7-B1055E237504}" type="pres">
      <dgm:prSet presAssocID="{BA24422A-EEB3-48A2-9A68-FBC192388A5D}" presName="desTx" presStyleLbl="revTx" presStyleIdx="1" presStyleCnt="6">
        <dgm:presLayoutVars/>
      </dgm:prSet>
      <dgm:spPr/>
    </dgm:pt>
    <dgm:pt modelId="{E4175006-D1D7-4DA7-A66C-B74756A48189}" type="pres">
      <dgm:prSet presAssocID="{18C9924F-B27C-4DDC-8A9B-5978EDCFD818}" presName="sibTrans" presStyleCnt="0"/>
      <dgm:spPr/>
    </dgm:pt>
    <dgm:pt modelId="{4226BB66-3A99-4C33-B6CB-C0A000B28AC6}" type="pres">
      <dgm:prSet presAssocID="{D727DE16-2130-4326-A04A-76D3A85F14B4}" presName="compNode" presStyleCnt="0"/>
      <dgm:spPr/>
    </dgm:pt>
    <dgm:pt modelId="{8E4F3501-05A6-43D6-926E-CF14C76F122B}" type="pres">
      <dgm:prSet presAssocID="{D727DE16-2130-4326-A04A-76D3A85F14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BE15C2E-36D2-4D5E-8635-FA3E85588783}" type="pres">
      <dgm:prSet presAssocID="{D727DE16-2130-4326-A04A-76D3A85F14B4}" presName="iconSpace" presStyleCnt="0"/>
      <dgm:spPr/>
    </dgm:pt>
    <dgm:pt modelId="{76F57B08-6A62-4C85-9B5C-B68005AFB7AD}" type="pres">
      <dgm:prSet presAssocID="{D727DE16-2130-4326-A04A-76D3A85F14B4}" presName="parTx" presStyleLbl="revTx" presStyleIdx="2" presStyleCnt="6">
        <dgm:presLayoutVars>
          <dgm:chMax val="0"/>
          <dgm:chPref val="0"/>
        </dgm:presLayoutVars>
      </dgm:prSet>
      <dgm:spPr/>
    </dgm:pt>
    <dgm:pt modelId="{218D5714-C277-4868-A8C0-7D579247AF01}" type="pres">
      <dgm:prSet presAssocID="{D727DE16-2130-4326-A04A-76D3A85F14B4}" presName="txSpace" presStyleCnt="0"/>
      <dgm:spPr/>
    </dgm:pt>
    <dgm:pt modelId="{EBEC43A6-C172-4577-AC7A-BEA5C28BB49D}" type="pres">
      <dgm:prSet presAssocID="{D727DE16-2130-4326-A04A-76D3A85F14B4}" presName="desTx" presStyleLbl="revTx" presStyleIdx="3" presStyleCnt="6">
        <dgm:presLayoutVars/>
      </dgm:prSet>
      <dgm:spPr/>
    </dgm:pt>
    <dgm:pt modelId="{A1DBB94A-D1C8-4DE7-BFB3-A60998C7761A}" type="pres">
      <dgm:prSet presAssocID="{FDFB7D86-1F68-4DE4-BB9A-8EC2464F742F}" presName="sibTrans" presStyleCnt="0"/>
      <dgm:spPr/>
    </dgm:pt>
    <dgm:pt modelId="{03136890-2FE6-4518-970A-EF8F953DC1CD}" type="pres">
      <dgm:prSet presAssocID="{5CFA04BE-6F77-424F-97D1-5380C5230C4E}" presName="compNode" presStyleCnt="0"/>
      <dgm:spPr/>
    </dgm:pt>
    <dgm:pt modelId="{533F91DC-7E8B-40DF-80CE-9802EC08917D}" type="pres">
      <dgm:prSet presAssocID="{5CFA04BE-6F77-424F-97D1-5380C5230C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CB7C24E-DF9A-4647-BAC6-37DEF5402E26}" type="pres">
      <dgm:prSet presAssocID="{5CFA04BE-6F77-424F-97D1-5380C5230C4E}" presName="iconSpace" presStyleCnt="0"/>
      <dgm:spPr/>
    </dgm:pt>
    <dgm:pt modelId="{95F7A4F2-F25C-497E-9CE7-EF73553E6A04}" type="pres">
      <dgm:prSet presAssocID="{5CFA04BE-6F77-424F-97D1-5380C5230C4E}" presName="parTx" presStyleLbl="revTx" presStyleIdx="4" presStyleCnt="6">
        <dgm:presLayoutVars>
          <dgm:chMax val="0"/>
          <dgm:chPref val="0"/>
        </dgm:presLayoutVars>
      </dgm:prSet>
      <dgm:spPr/>
    </dgm:pt>
    <dgm:pt modelId="{0D1F5B57-9BA4-4FF3-A207-68A76D539EFF}" type="pres">
      <dgm:prSet presAssocID="{5CFA04BE-6F77-424F-97D1-5380C5230C4E}" presName="txSpace" presStyleCnt="0"/>
      <dgm:spPr/>
    </dgm:pt>
    <dgm:pt modelId="{4AA2B35C-4FD9-475B-AB41-6FF3BCF422E2}" type="pres">
      <dgm:prSet presAssocID="{5CFA04BE-6F77-424F-97D1-5380C5230C4E}" presName="desTx" presStyleLbl="revTx" presStyleIdx="5" presStyleCnt="6">
        <dgm:presLayoutVars/>
      </dgm:prSet>
      <dgm:spPr/>
    </dgm:pt>
  </dgm:ptLst>
  <dgm:cxnLst>
    <dgm:cxn modelId="{809D3707-30EA-4235-B89F-2320D640EF10}" type="presOf" srcId="{74558FDC-85CF-4D43-94DA-37EB7E7F9C50}" destId="{4AA2B35C-4FD9-475B-AB41-6FF3BCF422E2}" srcOrd="0" destOrd="0" presId="urn:microsoft.com/office/officeart/2018/2/layout/IconLabelDescriptionList"/>
    <dgm:cxn modelId="{553F3B0A-AD1F-42B6-8CA1-EE2476DFBB82}" type="presOf" srcId="{D727DE16-2130-4326-A04A-76D3A85F14B4}" destId="{76F57B08-6A62-4C85-9B5C-B68005AFB7AD}" srcOrd="0" destOrd="0" presId="urn:microsoft.com/office/officeart/2018/2/layout/IconLabelDescriptionList"/>
    <dgm:cxn modelId="{C8F07513-F4B7-45A3-93F6-248F5E7EEB86}" type="presOf" srcId="{BA24422A-EEB3-48A2-9A68-FBC192388A5D}" destId="{F98E7FA7-9375-4E32-90EB-619658F3B2EF}" srcOrd="0" destOrd="0" presId="urn:microsoft.com/office/officeart/2018/2/layout/IconLabelDescriptionList"/>
    <dgm:cxn modelId="{17C7FC13-81BA-4B55-AFB4-B3CAF1992FD0}" type="presOf" srcId="{2B14E0B5-DEEB-4548-8838-D701730780D8}" destId="{EBEC43A6-C172-4577-AC7A-BEA5C28BB49D}" srcOrd="0" destOrd="0" presId="urn:microsoft.com/office/officeart/2018/2/layout/IconLabelDescriptionList"/>
    <dgm:cxn modelId="{372C9017-52EE-4833-BE71-D48F8E8FF859}" type="presOf" srcId="{E095C2D2-C277-4EFA-AE82-35CC41273E33}" destId="{EBEC43A6-C172-4577-AC7A-BEA5C28BB49D}" srcOrd="0" destOrd="1" presId="urn:microsoft.com/office/officeart/2018/2/layout/IconLabelDescriptionList"/>
    <dgm:cxn modelId="{38D4482B-8887-4776-AA13-FA174A4C2384}" srcId="{944795D7-037B-493B-BD0E-3EB84052E317}" destId="{5CFA04BE-6F77-424F-97D1-5380C5230C4E}" srcOrd="2" destOrd="0" parTransId="{3CA827AF-22F8-416F-B21A-D5DBE8E328F4}" sibTransId="{F3D731ED-E478-4C6F-BE1B-40E7D166C413}"/>
    <dgm:cxn modelId="{32024B35-8AF6-4B5F-BF6A-586E9364B776}" type="presOf" srcId="{07B3EBA6-A86D-449F-998B-7253151DF322}" destId="{6821280F-8471-4350-89A7-B1055E237504}" srcOrd="0" destOrd="0" presId="urn:microsoft.com/office/officeart/2018/2/layout/IconLabelDescriptionList"/>
    <dgm:cxn modelId="{172FF037-6C49-4990-BCDC-8ABD07154CE4}" type="presOf" srcId="{944795D7-037B-493B-BD0E-3EB84052E317}" destId="{AC93DDDD-5274-4CC2-A021-F6A7F165073C}" srcOrd="0" destOrd="0" presId="urn:microsoft.com/office/officeart/2018/2/layout/IconLabelDescriptionList"/>
    <dgm:cxn modelId="{D064A841-41EB-4EC4-BE70-2FA71209756C}" srcId="{D727DE16-2130-4326-A04A-76D3A85F14B4}" destId="{E095C2D2-C277-4EFA-AE82-35CC41273E33}" srcOrd="1" destOrd="0" parTransId="{1D36D1C0-F2D1-4FBA-8EBF-70226B3ACC7C}" sibTransId="{1DBD6BB6-5F4F-4C3D-A13D-BE3E7D5DF415}"/>
    <dgm:cxn modelId="{7EA84869-C78D-4857-961D-2C752D562BC6}" srcId="{944795D7-037B-493B-BD0E-3EB84052E317}" destId="{D727DE16-2130-4326-A04A-76D3A85F14B4}" srcOrd="1" destOrd="0" parTransId="{7520135E-EF7B-4B72-9F5A-C85C4088315B}" sibTransId="{FDFB7D86-1F68-4DE4-BB9A-8EC2464F742F}"/>
    <dgm:cxn modelId="{963E2970-DB1A-436B-923E-1313F621BF6C}" srcId="{5CFA04BE-6F77-424F-97D1-5380C5230C4E}" destId="{F7EF2C82-D0B4-49FB-9363-72F79930F43B}" srcOrd="1" destOrd="0" parTransId="{FF7B3933-7A18-47D5-9A17-88C3BE61DC65}" sibTransId="{5CEF1625-6231-4980-A341-AB5A07DE7349}"/>
    <dgm:cxn modelId="{92485D74-6267-430F-BCF2-044C5D1D342A}" srcId="{BA24422A-EEB3-48A2-9A68-FBC192388A5D}" destId="{07B3EBA6-A86D-449F-998B-7253151DF322}" srcOrd="0" destOrd="0" parTransId="{29EF3691-63AD-4C75-8113-4381656CECAF}" sibTransId="{79B02798-8651-44C8-8492-9828CF272654}"/>
    <dgm:cxn modelId="{52731F77-BF9F-4171-B3B0-BDB9D43D8DCC}" srcId="{5CFA04BE-6F77-424F-97D1-5380C5230C4E}" destId="{74558FDC-85CF-4D43-94DA-37EB7E7F9C50}" srcOrd="0" destOrd="0" parTransId="{7865A281-DF14-44F2-A2CF-085315A39E7F}" sibTransId="{FB5A0A8B-A8F0-456B-91BC-17364C6CA676}"/>
    <dgm:cxn modelId="{7C2381AA-7CAD-40EF-8439-CF5CF344B7B0}" type="presOf" srcId="{5CFA04BE-6F77-424F-97D1-5380C5230C4E}" destId="{95F7A4F2-F25C-497E-9CE7-EF73553E6A04}" srcOrd="0" destOrd="0" presId="urn:microsoft.com/office/officeart/2018/2/layout/IconLabelDescriptionList"/>
    <dgm:cxn modelId="{46B691B5-C799-4F94-9EE8-E46873EEEDFD}" srcId="{D727DE16-2130-4326-A04A-76D3A85F14B4}" destId="{2B14E0B5-DEEB-4548-8838-D701730780D8}" srcOrd="0" destOrd="0" parTransId="{07140895-9F76-4994-8B7E-B43B1B0D056A}" sibTransId="{A0EC7725-196B-4CAD-BFE0-1D8F1A07219A}"/>
    <dgm:cxn modelId="{81CF0DCE-5B68-4BE6-A1DD-DD1DFEACB52F}" type="presOf" srcId="{F7EF2C82-D0B4-49FB-9363-72F79930F43B}" destId="{4AA2B35C-4FD9-475B-AB41-6FF3BCF422E2}" srcOrd="0" destOrd="1" presId="urn:microsoft.com/office/officeart/2018/2/layout/IconLabelDescriptionList"/>
    <dgm:cxn modelId="{2E156DDF-38B4-4D44-B4C7-7B6AB0868B30}" srcId="{944795D7-037B-493B-BD0E-3EB84052E317}" destId="{BA24422A-EEB3-48A2-9A68-FBC192388A5D}" srcOrd="0" destOrd="0" parTransId="{F1D20B5D-2AD0-4E1B-982C-220C68A71A0B}" sibTransId="{18C9924F-B27C-4DDC-8A9B-5978EDCFD818}"/>
    <dgm:cxn modelId="{141DEA3D-1AC4-4B52-ACE5-C4D166708626}" type="presParOf" srcId="{AC93DDDD-5274-4CC2-A021-F6A7F165073C}" destId="{CACB8EEE-93C3-4CA2-A3EC-8BC1AE4B1D5D}" srcOrd="0" destOrd="0" presId="urn:microsoft.com/office/officeart/2018/2/layout/IconLabelDescriptionList"/>
    <dgm:cxn modelId="{4D17C5C9-613C-47EF-AD79-BE9B01A1C8C7}" type="presParOf" srcId="{CACB8EEE-93C3-4CA2-A3EC-8BC1AE4B1D5D}" destId="{909136D4-05FE-427D-A449-6F14EA189B0E}" srcOrd="0" destOrd="0" presId="urn:microsoft.com/office/officeart/2018/2/layout/IconLabelDescriptionList"/>
    <dgm:cxn modelId="{82A2BC66-F3BE-4A3D-B785-D907286A1DD7}" type="presParOf" srcId="{CACB8EEE-93C3-4CA2-A3EC-8BC1AE4B1D5D}" destId="{F1B1F5DD-32C2-4944-9CD1-8835B4871D81}" srcOrd="1" destOrd="0" presId="urn:microsoft.com/office/officeart/2018/2/layout/IconLabelDescriptionList"/>
    <dgm:cxn modelId="{B07F4024-A9BA-471D-87FE-B9CE0A613592}" type="presParOf" srcId="{CACB8EEE-93C3-4CA2-A3EC-8BC1AE4B1D5D}" destId="{F98E7FA7-9375-4E32-90EB-619658F3B2EF}" srcOrd="2" destOrd="0" presId="urn:microsoft.com/office/officeart/2018/2/layout/IconLabelDescriptionList"/>
    <dgm:cxn modelId="{AE135E40-7FF6-48D5-A1CE-1CF7146E272F}" type="presParOf" srcId="{CACB8EEE-93C3-4CA2-A3EC-8BC1AE4B1D5D}" destId="{29E34C74-63DF-4D66-A59F-537A11C1A19E}" srcOrd="3" destOrd="0" presId="urn:microsoft.com/office/officeart/2018/2/layout/IconLabelDescriptionList"/>
    <dgm:cxn modelId="{DF25DF06-02F1-4BAD-BB30-FEB4DACE9BF6}" type="presParOf" srcId="{CACB8EEE-93C3-4CA2-A3EC-8BC1AE4B1D5D}" destId="{6821280F-8471-4350-89A7-B1055E237504}" srcOrd="4" destOrd="0" presId="urn:microsoft.com/office/officeart/2018/2/layout/IconLabelDescriptionList"/>
    <dgm:cxn modelId="{D25A2D2E-C939-4FA9-9CC5-7F276FE2E43B}" type="presParOf" srcId="{AC93DDDD-5274-4CC2-A021-F6A7F165073C}" destId="{E4175006-D1D7-4DA7-A66C-B74756A48189}" srcOrd="1" destOrd="0" presId="urn:microsoft.com/office/officeart/2018/2/layout/IconLabelDescriptionList"/>
    <dgm:cxn modelId="{753A8B47-FE0A-430F-8C0B-5DD8D5C37B4B}" type="presParOf" srcId="{AC93DDDD-5274-4CC2-A021-F6A7F165073C}" destId="{4226BB66-3A99-4C33-B6CB-C0A000B28AC6}" srcOrd="2" destOrd="0" presId="urn:microsoft.com/office/officeart/2018/2/layout/IconLabelDescriptionList"/>
    <dgm:cxn modelId="{84DE9DF5-BA0F-431F-B30A-F479DDE2C217}" type="presParOf" srcId="{4226BB66-3A99-4C33-B6CB-C0A000B28AC6}" destId="{8E4F3501-05A6-43D6-926E-CF14C76F122B}" srcOrd="0" destOrd="0" presId="urn:microsoft.com/office/officeart/2018/2/layout/IconLabelDescriptionList"/>
    <dgm:cxn modelId="{66DC7591-887F-4BBF-BD1A-3F184073A5B7}" type="presParOf" srcId="{4226BB66-3A99-4C33-B6CB-C0A000B28AC6}" destId="{0BE15C2E-36D2-4D5E-8635-FA3E85588783}" srcOrd="1" destOrd="0" presId="urn:microsoft.com/office/officeart/2018/2/layout/IconLabelDescriptionList"/>
    <dgm:cxn modelId="{3417ED03-299B-4826-94B3-C7DA532B0FE3}" type="presParOf" srcId="{4226BB66-3A99-4C33-B6CB-C0A000B28AC6}" destId="{76F57B08-6A62-4C85-9B5C-B68005AFB7AD}" srcOrd="2" destOrd="0" presId="urn:microsoft.com/office/officeart/2018/2/layout/IconLabelDescriptionList"/>
    <dgm:cxn modelId="{23D0621E-CBD2-40A7-AA1B-73E1765CFCFD}" type="presParOf" srcId="{4226BB66-3A99-4C33-B6CB-C0A000B28AC6}" destId="{218D5714-C277-4868-A8C0-7D579247AF01}" srcOrd="3" destOrd="0" presId="urn:microsoft.com/office/officeart/2018/2/layout/IconLabelDescriptionList"/>
    <dgm:cxn modelId="{AC4E5940-1E42-40A4-A1AF-47FF8D9A6A99}" type="presParOf" srcId="{4226BB66-3A99-4C33-B6CB-C0A000B28AC6}" destId="{EBEC43A6-C172-4577-AC7A-BEA5C28BB49D}" srcOrd="4" destOrd="0" presId="urn:microsoft.com/office/officeart/2018/2/layout/IconLabelDescriptionList"/>
    <dgm:cxn modelId="{FB67A01E-D4F9-4E27-828F-DB75D3877319}" type="presParOf" srcId="{AC93DDDD-5274-4CC2-A021-F6A7F165073C}" destId="{A1DBB94A-D1C8-4DE7-BFB3-A60998C7761A}" srcOrd="3" destOrd="0" presId="urn:microsoft.com/office/officeart/2018/2/layout/IconLabelDescriptionList"/>
    <dgm:cxn modelId="{B580CA07-63A5-4269-82AD-78ED01791E71}" type="presParOf" srcId="{AC93DDDD-5274-4CC2-A021-F6A7F165073C}" destId="{03136890-2FE6-4518-970A-EF8F953DC1CD}" srcOrd="4" destOrd="0" presId="urn:microsoft.com/office/officeart/2018/2/layout/IconLabelDescriptionList"/>
    <dgm:cxn modelId="{11955F6E-FFA0-4342-B0DD-48B20779DCBA}" type="presParOf" srcId="{03136890-2FE6-4518-970A-EF8F953DC1CD}" destId="{533F91DC-7E8B-40DF-80CE-9802EC08917D}" srcOrd="0" destOrd="0" presId="urn:microsoft.com/office/officeart/2018/2/layout/IconLabelDescriptionList"/>
    <dgm:cxn modelId="{E9205CFD-4161-4F2B-89D1-EA800103720A}" type="presParOf" srcId="{03136890-2FE6-4518-970A-EF8F953DC1CD}" destId="{DCB7C24E-DF9A-4647-BAC6-37DEF5402E26}" srcOrd="1" destOrd="0" presId="urn:microsoft.com/office/officeart/2018/2/layout/IconLabelDescriptionList"/>
    <dgm:cxn modelId="{2139F239-3AFF-4ADD-A76B-949E7A936FDB}" type="presParOf" srcId="{03136890-2FE6-4518-970A-EF8F953DC1CD}" destId="{95F7A4F2-F25C-497E-9CE7-EF73553E6A04}" srcOrd="2" destOrd="0" presId="urn:microsoft.com/office/officeart/2018/2/layout/IconLabelDescriptionList"/>
    <dgm:cxn modelId="{37354A1E-CEC0-4E53-B3CA-92B86D191861}" type="presParOf" srcId="{03136890-2FE6-4518-970A-EF8F953DC1CD}" destId="{0D1F5B57-9BA4-4FF3-A207-68A76D539EFF}" srcOrd="3" destOrd="0" presId="urn:microsoft.com/office/officeart/2018/2/layout/IconLabelDescriptionList"/>
    <dgm:cxn modelId="{4F24AE01-4DB2-48D3-B8FF-7B2B3346EB72}" type="presParOf" srcId="{03136890-2FE6-4518-970A-EF8F953DC1CD}" destId="{4AA2B35C-4FD9-475B-AB41-6FF3BCF422E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944795D7-037B-493B-BD0E-3EB84052E31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636C4A3-DB2D-4544-91F4-B963E84E72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Store</a:t>
          </a:r>
        </a:p>
      </dgm:t>
    </dgm:pt>
    <dgm:pt modelId="{262074C5-CAC7-4F5D-94EA-0C69A396F8D1}" type="parTrans" cxnId="{ED1A7DA3-4845-47B1-ACD6-0557B3E35516}">
      <dgm:prSet/>
      <dgm:spPr/>
      <dgm:t>
        <a:bodyPr/>
        <a:lstStyle/>
        <a:p>
          <a:endParaRPr lang="en-US"/>
        </a:p>
      </dgm:t>
    </dgm:pt>
    <dgm:pt modelId="{0320585F-D8AB-4CEB-BDE5-40DC7B86686F}" type="sibTrans" cxnId="{ED1A7DA3-4845-47B1-ACD6-0557B3E35516}">
      <dgm:prSet/>
      <dgm:spPr/>
      <dgm:t>
        <a:bodyPr/>
        <a:lstStyle/>
        <a:p>
          <a:endParaRPr lang="en-US"/>
        </a:p>
      </dgm:t>
    </dgm:pt>
    <dgm:pt modelId="{A743FA5A-BAC3-4B2C-A93B-43673BE382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omitting</a:t>
          </a:r>
          <a:r>
            <a:rPr lang="tr-TR"/>
            <a:t> </a:t>
          </a:r>
          <a:r>
            <a:rPr lang="en-US"/>
            <a:t>the </a:t>
          </a:r>
          <a:r>
            <a:rPr lang="en-US" i="1"/>
            <a:t>y </a:t>
          </a:r>
          <a:r>
            <a:rPr lang="en-US"/>
            <a:t>coordinate</a:t>
          </a:r>
        </a:p>
      </dgm:t>
    </dgm:pt>
    <dgm:pt modelId="{A9531B28-639C-4237-BC43-0F74AB877C42}" type="parTrans" cxnId="{4E96D833-1601-44FA-9519-0B83DF9E5740}">
      <dgm:prSet/>
      <dgm:spPr/>
      <dgm:t>
        <a:bodyPr/>
        <a:lstStyle/>
        <a:p>
          <a:endParaRPr lang="en-US"/>
        </a:p>
      </dgm:t>
    </dgm:pt>
    <dgm:pt modelId="{51D1C654-91BF-414C-B606-A6D69E0D58D5}" type="sibTrans" cxnId="{4E96D833-1601-44FA-9519-0B83DF9E5740}">
      <dgm:prSet/>
      <dgm:spPr/>
      <dgm:t>
        <a:bodyPr/>
        <a:lstStyle/>
        <a:p>
          <a:endParaRPr lang="en-US"/>
        </a:p>
      </dgm:t>
    </dgm:pt>
    <dgm:pt modelId="{B0899712-397A-4456-8B8A-6B242CFC2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reducing the size of the key</a:t>
          </a:r>
        </a:p>
      </dgm:t>
    </dgm:pt>
    <dgm:pt modelId="{DFDC76E7-E938-4082-8BF5-1A2AF2A3E8F2}" type="parTrans" cxnId="{2FA714E9-0184-41A6-AFC7-B9F99D83147A}">
      <dgm:prSet/>
      <dgm:spPr/>
      <dgm:t>
        <a:bodyPr/>
        <a:lstStyle/>
        <a:p>
          <a:endParaRPr lang="en-US"/>
        </a:p>
      </dgm:t>
    </dgm:pt>
    <dgm:pt modelId="{5963A3DA-3201-44FC-B45C-A5C24C9EA8DC}" type="sibTrans" cxnId="{2FA714E9-0184-41A6-AFC7-B9F99D83147A}">
      <dgm:prSet/>
      <dgm:spPr/>
      <dgm:t>
        <a:bodyPr/>
        <a:lstStyle/>
        <a:p>
          <a:endParaRPr lang="en-US"/>
        </a:p>
      </dgm:t>
    </dgm:pt>
    <dgm:pt modelId="{3CFD6E2B-CF73-49B1-A0B6-373B89E73D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50% reduction </a:t>
          </a:r>
        </a:p>
      </dgm:t>
    </dgm:pt>
    <dgm:pt modelId="{3526D610-74FE-48CE-9C8F-390E487CEFAA}" type="parTrans" cxnId="{1B9149BB-0E80-4B62-B6C7-B5882D4C4DC6}">
      <dgm:prSet/>
      <dgm:spPr/>
      <dgm:t>
        <a:bodyPr/>
        <a:lstStyle/>
        <a:p>
          <a:endParaRPr lang="en-US"/>
        </a:p>
      </dgm:t>
    </dgm:pt>
    <dgm:pt modelId="{53F6D59D-B84D-4AF3-9367-AD9A406CF58A}" type="sibTrans" cxnId="{1B9149BB-0E80-4B62-B6C7-B5882D4C4DC6}">
      <dgm:prSet/>
      <dgm:spPr/>
      <dgm:t>
        <a:bodyPr/>
        <a:lstStyle/>
        <a:p>
          <a:endParaRPr lang="en-US"/>
        </a:p>
      </dgm:t>
    </dgm:pt>
    <dgm:pt modelId="{18EC0F8A-D613-4C4B-837C-A54FCA2274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almost 50% reduction in size</a:t>
          </a:r>
        </a:p>
      </dgm:t>
    </dgm:pt>
    <dgm:pt modelId="{9C3857C6-DCDB-4AD0-B8BF-D9D57F7A5349}" type="parTrans" cxnId="{EE08DEB5-B397-4B50-AEF7-6032E8CA49D5}">
      <dgm:prSet/>
      <dgm:spPr/>
      <dgm:t>
        <a:bodyPr/>
        <a:lstStyle/>
        <a:p>
          <a:endParaRPr lang="en-US"/>
        </a:p>
      </dgm:t>
    </dgm:pt>
    <dgm:pt modelId="{54371252-331C-492A-BE2E-887B910BE24E}" type="sibTrans" cxnId="{EE08DEB5-B397-4B50-AEF7-6032E8CA49D5}">
      <dgm:prSet/>
      <dgm:spPr/>
      <dgm:t>
        <a:bodyPr/>
        <a:lstStyle/>
        <a:p>
          <a:endParaRPr lang="en-US"/>
        </a:p>
      </dgm:t>
    </dgm:pt>
    <dgm:pt modelId="{60E50C65-B4AC-4472-80D0-BB096894A1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every transaction</a:t>
          </a:r>
        </a:p>
      </dgm:t>
    </dgm:pt>
    <dgm:pt modelId="{66616692-CDC1-4CBE-A4B3-06DB2D38E929}" type="parTrans" cxnId="{78A40234-9239-46B3-AF95-4CB9ED7F6B18}">
      <dgm:prSet/>
      <dgm:spPr/>
      <dgm:t>
        <a:bodyPr/>
        <a:lstStyle/>
        <a:p>
          <a:endParaRPr lang="en-US"/>
        </a:p>
      </dgm:t>
    </dgm:pt>
    <dgm:pt modelId="{5BB1753D-EAC5-4393-9C77-CA8104CBB778}" type="sibTrans" cxnId="{78A40234-9239-46B3-AF95-4CB9ED7F6B18}">
      <dgm:prSet/>
      <dgm:spPr/>
      <dgm:t>
        <a:bodyPr/>
        <a:lstStyle/>
        <a:p>
          <a:endParaRPr lang="en-US"/>
        </a:p>
      </dgm:t>
    </dgm:pt>
    <dgm:pt modelId="{A1292B33-67AA-4DF7-989F-56A8E89F0D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the space required to store it by</a:t>
          </a:r>
          <a:r>
            <a:rPr lang="tr-TR" dirty="0"/>
            <a:t> </a:t>
          </a:r>
          <a:r>
            <a:rPr lang="en-US" dirty="0"/>
            <a:t>256 bits</a:t>
          </a:r>
        </a:p>
      </dgm:t>
    </dgm:pt>
    <dgm:pt modelId="{E722B44E-F3E8-42C7-9A2F-A41C17A789E7}" type="parTrans" cxnId="{89A9D174-37AA-446E-A2FE-7099349F719C}">
      <dgm:prSet/>
      <dgm:spPr/>
      <dgm:t>
        <a:bodyPr/>
        <a:lstStyle/>
        <a:p>
          <a:endParaRPr lang="tr-TR"/>
        </a:p>
      </dgm:t>
    </dgm:pt>
    <dgm:pt modelId="{0C40BED6-02FC-4105-9512-819F0854DAB1}" type="sibTrans" cxnId="{89A9D174-37AA-446E-A2FE-7099349F719C}">
      <dgm:prSet/>
      <dgm:spPr/>
      <dgm:t>
        <a:bodyPr/>
        <a:lstStyle/>
        <a:p>
          <a:endParaRPr lang="tr-TR"/>
        </a:p>
      </dgm:t>
    </dgm:pt>
    <dgm:pt modelId="{6D402858-CC52-4DF0-BA4C-6AA6BBF13B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the </a:t>
          </a:r>
          <a:r>
            <a:rPr lang="en-US" i="1" dirty="0"/>
            <a:t>x </a:t>
          </a:r>
          <a:r>
            <a:rPr lang="en-US" dirty="0"/>
            <a:t>coordinate of the public key point</a:t>
          </a:r>
        </a:p>
      </dgm:t>
    </dgm:pt>
    <dgm:pt modelId="{0C4CC198-B8C9-462A-B4DF-18A1988FD29D}" type="parTrans" cxnId="{5BFBED16-4499-40AD-B1E5-51E766832780}">
      <dgm:prSet/>
      <dgm:spPr/>
      <dgm:t>
        <a:bodyPr/>
        <a:lstStyle/>
        <a:p>
          <a:endParaRPr lang="tr-TR"/>
        </a:p>
      </dgm:t>
    </dgm:pt>
    <dgm:pt modelId="{B5E843D7-6C71-4E87-9CF7-E45D8DC920D3}" type="sibTrans" cxnId="{5BFBED16-4499-40AD-B1E5-51E766832780}">
      <dgm:prSet/>
      <dgm:spPr/>
      <dgm:t>
        <a:bodyPr/>
        <a:lstStyle/>
        <a:p>
          <a:endParaRPr lang="tr-TR"/>
        </a:p>
      </dgm:t>
    </dgm:pt>
    <dgm:pt modelId="{5804A292-0646-4BCA-95EE-5CF31099D0A7}" type="pres">
      <dgm:prSet presAssocID="{944795D7-037B-493B-BD0E-3EB84052E317}" presName="root" presStyleCnt="0">
        <dgm:presLayoutVars>
          <dgm:dir/>
          <dgm:resizeHandles val="exact"/>
        </dgm:presLayoutVars>
      </dgm:prSet>
      <dgm:spPr/>
    </dgm:pt>
    <dgm:pt modelId="{F50EB155-27FB-4F95-8B48-DF0597B4EAF7}" type="pres">
      <dgm:prSet presAssocID="{A636C4A3-DB2D-4544-91F4-B963E84E72F9}" presName="compNode" presStyleCnt="0"/>
      <dgm:spPr/>
    </dgm:pt>
    <dgm:pt modelId="{2766B9EF-4DA7-4E1C-AFF0-88D0ABA0CA1A}" type="pres">
      <dgm:prSet presAssocID="{A636C4A3-DB2D-4544-91F4-B963E84E72F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705DAA3-94F0-40DF-B620-C5BF4E4669DD}" type="pres">
      <dgm:prSet presAssocID="{A636C4A3-DB2D-4544-91F4-B963E84E72F9}" presName="iconSpace" presStyleCnt="0"/>
      <dgm:spPr/>
    </dgm:pt>
    <dgm:pt modelId="{6D25C698-E32F-443D-BE11-7E0B7A65998D}" type="pres">
      <dgm:prSet presAssocID="{A636C4A3-DB2D-4544-91F4-B963E84E72F9}" presName="parTx" presStyleLbl="revTx" presStyleIdx="0" presStyleCnt="6">
        <dgm:presLayoutVars>
          <dgm:chMax val="0"/>
          <dgm:chPref val="0"/>
        </dgm:presLayoutVars>
      </dgm:prSet>
      <dgm:spPr/>
    </dgm:pt>
    <dgm:pt modelId="{FF966B70-64B8-4217-A030-AA065B752F08}" type="pres">
      <dgm:prSet presAssocID="{A636C4A3-DB2D-4544-91F4-B963E84E72F9}" presName="txSpace" presStyleCnt="0"/>
      <dgm:spPr/>
    </dgm:pt>
    <dgm:pt modelId="{57FA9093-0DF5-4F38-9D61-3E0CFBBDD707}" type="pres">
      <dgm:prSet presAssocID="{A636C4A3-DB2D-4544-91F4-B963E84E72F9}" presName="desTx" presStyleLbl="revTx" presStyleIdx="1" presStyleCnt="6">
        <dgm:presLayoutVars/>
      </dgm:prSet>
      <dgm:spPr/>
    </dgm:pt>
    <dgm:pt modelId="{60AD3B1F-025C-41B7-B99F-97E498D9EE93}" type="pres">
      <dgm:prSet presAssocID="{0320585F-D8AB-4CEB-BDE5-40DC7B86686F}" presName="sibTrans" presStyleCnt="0"/>
      <dgm:spPr/>
    </dgm:pt>
    <dgm:pt modelId="{C65AC94F-89EC-4CD3-BA4B-54EB016D2053}" type="pres">
      <dgm:prSet presAssocID="{A743FA5A-BAC3-4B2C-A93B-43673BE38285}" presName="compNode" presStyleCnt="0"/>
      <dgm:spPr/>
    </dgm:pt>
    <dgm:pt modelId="{64763EBF-E93D-4F49-B6BC-4ECEF9B23DE7}" type="pres">
      <dgm:prSet presAssocID="{A743FA5A-BAC3-4B2C-A93B-43673BE382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64653081-1387-4BCF-BBFB-D06028E79236}" type="pres">
      <dgm:prSet presAssocID="{A743FA5A-BAC3-4B2C-A93B-43673BE38285}" presName="iconSpace" presStyleCnt="0"/>
      <dgm:spPr/>
    </dgm:pt>
    <dgm:pt modelId="{87B3C37F-C20D-44E4-A676-0AF85869371B}" type="pres">
      <dgm:prSet presAssocID="{A743FA5A-BAC3-4B2C-A93B-43673BE38285}" presName="parTx" presStyleLbl="revTx" presStyleIdx="2" presStyleCnt="6">
        <dgm:presLayoutVars>
          <dgm:chMax val="0"/>
          <dgm:chPref val="0"/>
        </dgm:presLayoutVars>
      </dgm:prSet>
      <dgm:spPr/>
    </dgm:pt>
    <dgm:pt modelId="{55D288F0-1817-4A44-950D-89658019EADE}" type="pres">
      <dgm:prSet presAssocID="{A743FA5A-BAC3-4B2C-A93B-43673BE38285}" presName="txSpace" presStyleCnt="0"/>
      <dgm:spPr/>
    </dgm:pt>
    <dgm:pt modelId="{1BF743FB-CDA1-4E8B-A48D-D7FF7535CC0D}" type="pres">
      <dgm:prSet presAssocID="{A743FA5A-BAC3-4B2C-A93B-43673BE38285}" presName="desTx" presStyleLbl="revTx" presStyleIdx="3" presStyleCnt="6">
        <dgm:presLayoutVars/>
      </dgm:prSet>
      <dgm:spPr/>
    </dgm:pt>
    <dgm:pt modelId="{79BB358A-B4FC-4878-8137-2BCF06308624}" type="pres">
      <dgm:prSet presAssocID="{51D1C654-91BF-414C-B606-A6D69E0D58D5}" presName="sibTrans" presStyleCnt="0"/>
      <dgm:spPr/>
    </dgm:pt>
    <dgm:pt modelId="{D97F38EB-E542-4812-A167-64BCE002B80C}" type="pres">
      <dgm:prSet presAssocID="{3CFD6E2B-CF73-49B1-A0B6-373B89E73D1B}" presName="compNode" presStyleCnt="0"/>
      <dgm:spPr/>
    </dgm:pt>
    <dgm:pt modelId="{ABD5FFB1-4CA6-4074-A98F-879A70CFC979}" type="pres">
      <dgm:prSet presAssocID="{3CFD6E2B-CF73-49B1-A0B6-373B89E73D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4EE1D477-E0AD-4CD8-A4EF-842C851FFBA3}" type="pres">
      <dgm:prSet presAssocID="{3CFD6E2B-CF73-49B1-A0B6-373B89E73D1B}" presName="iconSpace" presStyleCnt="0"/>
      <dgm:spPr/>
    </dgm:pt>
    <dgm:pt modelId="{0641DEBF-8AD6-4A8F-B311-D0E798411B67}" type="pres">
      <dgm:prSet presAssocID="{3CFD6E2B-CF73-49B1-A0B6-373B89E73D1B}" presName="parTx" presStyleLbl="revTx" presStyleIdx="4" presStyleCnt="6">
        <dgm:presLayoutVars>
          <dgm:chMax val="0"/>
          <dgm:chPref val="0"/>
        </dgm:presLayoutVars>
      </dgm:prSet>
      <dgm:spPr/>
    </dgm:pt>
    <dgm:pt modelId="{319F5CEC-C7CD-45DD-9D6D-0A99D167228C}" type="pres">
      <dgm:prSet presAssocID="{3CFD6E2B-CF73-49B1-A0B6-373B89E73D1B}" presName="txSpace" presStyleCnt="0"/>
      <dgm:spPr/>
    </dgm:pt>
    <dgm:pt modelId="{822A9C8C-9F1E-49B1-ACB1-850E9C752F61}" type="pres">
      <dgm:prSet presAssocID="{3CFD6E2B-CF73-49B1-A0B6-373B89E73D1B}" presName="desTx" presStyleLbl="revTx" presStyleIdx="5" presStyleCnt="6">
        <dgm:presLayoutVars/>
      </dgm:prSet>
      <dgm:spPr/>
    </dgm:pt>
  </dgm:ptLst>
  <dgm:cxnLst>
    <dgm:cxn modelId="{E8374A0E-311E-40C8-A114-8D2A8D8EDD1B}" type="presOf" srcId="{3CFD6E2B-CF73-49B1-A0B6-373B89E73D1B}" destId="{0641DEBF-8AD6-4A8F-B311-D0E798411B67}" srcOrd="0" destOrd="0" presId="urn:microsoft.com/office/officeart/2018/5/layout/CenteredIconLabelDescriptionList"/>
    <dgm:cxn modelId="{5BFBED16-4499-40AD-B1E5-51E766832780}" srcId="{A636C4A3-DB2D-4544-91F4-B963E84E72F9}" destId="{6D402858-CC52-4DF0-BA4C-6AA6BBF13B05}" srcOrd="0" destOrd="0" parTransId="{0C4CC198-B8C9-462A-B4DF-18A1988FD29D}" sibTransId="{B5E843D7-6C71-4E87-9CF7-E45D8DC920D3}"/>
    <dgm:cxn modelId="{4567F129-C5DA-4A2D-953D-23EAA9C5CAE1}" type="presOf" srcId="{18EC0F8A-D613-4C4B-837C-A54FCA227469}" destId="{822A9C8C-9F1E-49B1-ACB1-850E9C752F61}" srcOrd="0" destOrd="0" presId="urn:microsoft.com/office/officeart/2018/5/layout/CenteredIconLabelDescriptionList"/>
    <dgm:cxn modelId="{4E96D833-1601-44FA-9519-0B83DF9E5740}" srcId="{944795D7-037B-493B-BD0E-3EB84052E317}" destId="{A743FA5A-BAC3-4B2C-A93B-43673BE38285}" srcOrd="1" destOrd="0" parTransId="{A9531B28-639C-4237-BC43-0F74AB877C42}" sibTransId="{51D1C654-91BF-414C-B606-A6D69E0D58D5}"/>
    <dgm:cxn modelId="{78A40234-9239-46B3-AF95-4CB9ED7F6B18}" srcId="{3CFD6E2B-CF73-49B1-A0B6-373B89E73D1B}" destId="{60E50C65-B4AC-4472-80D0-BB096894A174}" srcOrd="1" destOrd="0" parTransId="{66616692-CDC1-4CBE-A4B3-06DB2D38E929}" sibTransId="{5BB1753D-EAC5-4393-9C77-CA8104CBB778}"/>
    <dgm:cxn modelId="{2DCC8036-72AB-471D-B965-87EFDDBE7DAF}" type="presOf" srcId="{944795D7-037B-493B-BD0E-3EB84052E317}" destId="{5804A292-0646-4BCA-95EE-5CF31099D0A7}" srcOrd="0" destOrd="0" presId="urn:microsoft.com/office/officeart/2018/5/layout/CenteredIconLabelDescriptionList"/>
    <dgm:cxn modelId="{8690C464-2F2D-4500-B4A6-0CFC448B99E7}" type="presOf" srcId="{A1292B33-67AA-4DF7-989F-56A8E89F0DB5}" destId="{1BF743FB-CDA1-4E8B-A48D-D7FF7535CC0D}" srcOrd="0" destOrd="1" presId="urn:microsoft.com/office/officeart/2018/5/layout/CenteredIconLabelDescriptionList"/>
    <dgm:cxn modelId="{89A9D174-37AA-446E-A2FE-7099349F719C}" srcId="{A743FA5A-BAC3-4B2C-A93B-43673BE38285}" destId="{A1292B33-67AA-4DF7-989F-56A8E89F0DB5}" srcOrd="1" destOrd="0" parTransId="{E722B44E-F3E8-42C7-9A2F-A41C17A789E7}" sibTransId="{0C40BED6-02FC-4105-9512-819F0854DAB1}"/>
    <dgm:cxn modelId="{293FED7A-D2A5-444B-95EE-0E0570449BE2}" type="presOf" srcId="{6D402858-CC52-4DF0-BA4C-6AA6BBF13B05}" destId="{57FA9093-0DF5-4F38-9D61-3E0CFBBDD707}" srcOrd="0" destOrd="0" presId="urn:microsoft.com/office/officeart/2018/5/layout/CenteredIconLabelDescriptionList"/>
    <dgm:cxn modelId="{72AF0287-A50B-4345-9769-5469DD6D734E}" type="presOf" srcId="{A743FA5A-BAC3-4B2C-A93B-43673BE38285}" destId="{87B3C37F-C20D-44E4-A676-0AF85869371B}" srcOrd="0" destOrd="0" presId="urn:microsoft.com/office/officeart/2018/5/layout/CenteredIconLabelDescriptionList"/>
    <dgm:cxn modelId="{ED1A7DA3-4845-47B1-ACD6-0557B3E35516}" srcId="{944795D7-037B-493B-BD0E-3EB84052E317}" destId="{A636C4A3-DB2D-4544-91F4-B963E84E72F9}" srcOrd="0" destOrd="0" parTransId="{262074C5-CAC7-4F5D-94EA-0C69A396F8D1}" sibTransId="{0320585F-D8AB-4CEB-BDE5-40DC7B86686F}"/>
    <dgm:cxn modelId="{EE08DEB5-B397-4B50-AEF7-6032E8CA49D5}" srcId="{3CFD6E2B-CF73-49B1-A0B6-373B89E73D1B}" destId="{18EC0F8A-D613-4C4B-837C-A54FCA227469}" srcOrd="0" destOrd="0" parTransId="{9C3857C6-DCDB-4AD0-B8BF-D9D57F7A5349}" sibTransId="{54371252-331C-492A-BE2E-887B910BE24E}"/>
    <dgm:cxn modelId="{1B9149BB-0E80-4B62-B6C7-B5882D4C4DC6}" srcId="{944795D7-037B-493B-BD0E-3EB84052E317}" destId="{3CFD6E2B-CF73-49B1-A0B6-373B89E73D1B}" srcOrd="2" destOrd="0" parTransId="{3526D610-74FE-48CE-9C8F-390E487CEFAA}" sibTransId="{53F6D59D-B84D-4AF3-9367-AD9A406CF58A}"/>
    <dgm:cxn modelId="{14E83AC4-9DB3-4CF1-8B4D-CABA6E693BA0}" type="presOf" srcId="{60E50C65-B4AC-4472-80D0-BB096894A174}" destId="{822A9C8C-9F1E-49B1-ACB1-850E9C752F61}" srcOrd="0" destOrd="1" presId="urn:microsoft.com/office/officeart/2018/5/layout/CenteredIconLabelDescriptionList"/>
    <dgm:cxn modelId="{B04F54E2-4E30-4720-B98E-4F7428C97591}" type="presOf" srcId="{B0899712-397A-4456-8B8A-6B242CFC2563}" destId="{1BF743FB-CDA1-4E8B-A48D-D7FF7535CC0D}" srcOrd="0" destOrd="0" presId="urn:microsoft.com/office/officeart/2018/5/layout/CenteredIconLabelDescriptionList"/>
    <dgm:cxn modelId="{2FA714E9-0184-41A6-AFC7-B9F99D83147A}" srcId="{A743FA5A-BAC3-4B2C-A93B-43673BE38285}" destId="{B0899712-397A-4456-8B8A-6B242CFC2563}" srcOrd="0" destOrd="0" parTransId="{DFDC76E7-E938-4082-8BF5-1A2AF2A3E8F2}" sibTransId="{5963A3DA-3201-44FC-B45C-A5C24C9EA8DC}"/>
    <dgm:cxn modelId="{AB443FEE-FDD9-4F8F-93D7-2E7686AE1796}" type="presOf" srcId="{A636C4A3-DB2D-4544-91F4-B963E84E72F9}" destId="{6D25C698-E32F-443D-BE11-7E0B7A65998D}" srcOrd="0" destOrd="0" presId="urn:microsoft.com/office/officeart/2018/5/layout/CenteredIconLabelDescriptionList"/>
    <dgm:cxn modelId="{619E388C-FEC6-4671-91C3-B4CEAA966831}" type="presParOf" srcId="{5804A292-0646-4BCA-95EE-5CF31099D0A7}" destId="{F50EB155-27FB-4F95-8B48-DF0597B4EAF7}" srcOrd="0" destOrd="0" presId="urn:microsoft.com/office/officeart/2018/5/layout/CenteredIconLabelDescriptionList"/>
    <dgm:cxn modelId="{5A6D08BD-471E-4124-938A-7F385C80DCDE}" type="presParOf" srcId="{F50EB155-27FB-4F95-8B48-DF0597B4EAF7}" destId="{2766B9EF-4DA7-4E1C-AFF0-88D0ABA0CA1A}" srcOrd="0" destOrd="0" presId="urn:microsoft.com/office/officeart/2018/5/layout/CenteredIconLabelDescriptionList"/>
    <dgm:cxn modelId="{4300F9BB-E920-4F93-96A6-613470C3C96D}" type="presParOf" srcId="{F50EB155-27FB-4F95-8B48-DF0597B4EAF7}" destId="{7705DAA3-94F0-40DF-B620-C5BF4E4669DD}" srcOrd="1" destOrd="0" presId="urn:microsoft.com/office/officeart/2018/5/layout/CenteredIconLabelDescriptionList"/>
    <dgm:cxn modelId="{AB0F22FB-C5E3-4C7D-8A3A-4178B8AE7A5E}" type="presParOf" srcId="{F50EB155-27FB-4F95-8B48-DF0597B4EAF7}" destId="{6D25C698-E32F-443D-BE11-7E0B7A65998D}" srcOrd="2" destOrd="0" presId="urn:microsoft.com/office/officeart/2018/5/layout/CenteredIconLabelDescriptionList"/>
    <dgm:cxn modelId="{9569B65F-0184-4D16-BA5C-0F5B484982EE}" type="presParOf" srcId="{F50EB155-27FB-4F95-8B48-DF0597B4EAF7}" destId="{FF966B70-64B8-4217-A030-AA065B752F08}" srcOrd="3" destOrd="0" presId="urn:microsoft.com/office/officeart/2018/5/layout/CenteredIconLabelDescriptionList"/>
    <dgm:cxn modelId="{D593ACD0-AD91-43A1-9E04-0C1D8D616376}" type="presParOf" srcId="{F50EB155-27FB-4F95-8B48-DF0597B4EAF7}" destId="{57FA9093-0DF5-4F38-9D61-3E0CFBBDD707}" srcOrd="4" destOrd="0" presId="urn:microsoft.com/office/officeart/2018/5/layout/CenteredIconLabelDescriptionList"/>
    <dgm:cxn modelId="{B451E710-4808-4111-BF38-759279142864}" type="presParOf" srcId="{5804A292-0646-4BCA-95EE-5CF31099D0A7}" destId="{60AD3B1F-025C-41B7-B99F-97E498D9EE93}" srcOrd="1" destOrd="0" presId="urn:microsoft.com/office/officeart/2018/5/layout/CenteredIconLabelDescriptionList"/>
    <dgm:cxn modelId="{9D4F442E-4CE3-4912-8565-327EBF841FA1}" type="presParOf" srcId="{5804A292-0646-4BCA-95EE-5CF31099D0A7}" destId="{C65AC94F-89EC-4CD3-BA4B-54EB016D2053}" srcOrd="2" destOrd="0" presId="urn:microsoft.com/office/officeart/2018/5/layout/CenteredIconLabelDescriptionList"/>
    <dgm:cxn modelId="{D64D5C9C-1044-4A5E-A045-FE2EDA41BB0C}" type="presParOf" srcId="{C65AC94F-89EC-4CD3-BA4B-54EB016D2053}" destId="{64763EBF-E93D-4F49-B6BC-4ECEF9B23DE7}" srcOrd="0" destOrd="0" presId="urn:microsoft.com/office/officeart/2018/5/layout/CenteredIconLabelDescriptionList"/>
    <dgm:cxn modelId="{ECC16DD1-7719-423E-806F-E938F700AF05}" type="presParOf" srcId="{C65AC94F-89EC-4CD3-BA4B-54EB016D2053}" destId="{64653081-1387-4BCF-BBFB-D06028E79236}" srcOrd="1" destOrd="0" presId="urn:microsoft.com/office/officeart/2018/5/layout/CenteredIconLabelDescriptionList"/>
    <dgm:cxn modelId="{B441B5E5-D03D-4B8B-B5EC-DB344817A39F}" type="presParOf" srcId="{C65AC94F-89EC-4CD3-BA4B-54EB016D2053}" destId="{87B3C37F-C20D-44E4-A676-0AF85869371B}" srcOrd="2" destOrd="0" presId="urn:microsoft.com/office/officeart/2018/5/layout/CenteredIconLabelDescriptionList"/>
    <dgm:cxn modelId="{0A6EDC20-669C-4750-9575-C58943824623}" type="presParOf" srcId="{C65AC94F-89EC-4CD3-BA4B-54EB016D2053}" destId="{55D288F0-1817-4A44-950D-89658019EADE}" srcOrd="3" destOrd="0" presId="urn:microsoft.com/office/officeart/2018/5/layout/CenteredIconLabelDescriptionList"/>
    <dgm:cxn modelId="{E646378C-0D12-44E2-B3FE-B0B1A14D9BF1}" type="presParOf" srcId="{C65AC94F-89EC-4CD3-BA4B-54EB016D2053}" destId="{1BF743FB-CDA1-4E8B-A48D-D7FF7535CC0D}" srcOrd="4" destOrd="0" presId="urn:microsoft.com/office/officeart/2018/5/layout/CenteredIconLabelDescriptionList"/>
    <dgm:cxn modelId="{AA1DB98A-B56B-4326-9BB0-C7F65D360B56}" type="presParOf" srcId="{5804A292-0646-4BCA-95EE-5CF31099D0A7}" destId="{79BB358A-B4FC-4878-8137-2BCF06308624}" srcOrd="3" destOrd="0" presId="urn:microsoft.com/office/officeart/2018/5/layout/CenteredIconLabelDescriptionList"/>
    <dgm:cxn modelId="{5803A35A-578C-45C5-A7A6-DCC283587EFE}" type="presParOf" srcId="{5804A292-0646-4BCA-95EE-5CF31099D0A7}" destId="{D97F38EB-E542-4812-A167-64BCE002B80C}" srcOrd="4" destOrd="0" presId="urn:microsoft.com/office/officeart/2018/5/layout/CenteredIconLabelDescriptionList"/>
    <dgm:cxn modelId="{1AA6F8D7-602C-4F9E-82E0-1509CFAEF4A3}" type="presParOf" srcId="{D97F38EB-E542-4812-A167-64BCE002B80C}" destId="{ABD5FFB1-4CA6-4074-A98F-879A70CFC979}" srcOrd="0" destOrd="0" presId="urn:microsoft.com/office/officeart/2018/5/layout/CenteredIconLabelDescriptionList"/>
    <dgm:cxn modelId="{2B4F0FFB-16D5-47D4-8461-5DCAC8546256}" type="presParOf" srcId="{D97F38EB-E542-4812-A167-64BCE002B80C}" destId="{4EE1D477-E0AD-4CD8-A4EF-842C851FFBA3}" srcOrd="1" destOrd="0" presId="urn:microsoft.com/office/officeart/2018/5/layout/CenteredIconLabelDescriptionList"/>
    <dgm:cxn modelId="{81EFA4DB-0416-451A-B918-08DD0B4391FF}" type="presParOf" srcId="{D97F38EB-E542-4812-A167-64BCE002B80C}" destId="{0641DEBF-8AD6-4A8F-B311-D0E798411B67}" srcOrd="2" destOrd="0" presId="urn:microsoft.com/office/officeart/2018/5/layout/CenteredIconLabelDescriptionList"/>
    <dgm:cxn modelId="{5D0167B2-546F-44BA-A5C4-09667CEA46AC}" type="presParOf" srcId="{D97F38EB-E542-4812-A167-64BCE002B80C}" destId="{319F5CEC-C7CD-45DD-9D6D-0A99D167228C}" srcOrd="3" destOrd="0" presId="urn:microsoft.com/office/officeart/2018/5/layout/CenteredIconLabelDescriptionList"/>
    <dgm:cxn modelId="{E5A21605-39E4-4D29-BF7C-23608598B22A}" type="presParOf" srcId="{D97F38EB-E542-4812-A167-64BCE002B80C}" destId="{822A9C8C-9F1E-49B1-ACB1-850E9C752F6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4A0F8EEF-44CA-402C-A6FE-CD9DB0676B6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7622D8-CF4F-46BB-AFA0-27637042EC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04 prefix </a:t>
          </a:r>
        </a:p>
      </dgm:t>
    </dgm:pt>
    <dgm:pt modelId="{D5D75B37-ACEF-488C-9649-FC066E6B84D1}" type="parTrans" cxnId="{24A26A79-C30F-480F-94A3-B574960B6C1D}">
      <dgm:prSet/>
      <dgm:spPr/>
      <dgm:t>
        <a:bodyPr/>
        <a:lstStyle/>
        <a:p>
          <a:endParaRPr lang="en-US"/>
        </a:p>
      </dgm:t>
    </dgm:pt>
    <dgm:pt modelId="{D8D8E132-9462-478C-9A4B-024A9B85DAB8}" type="sibTrans" cxnId="{24A26A79-C30F-480F-94A3-B574960B6C1D}">
      <dgm:prSet/>
      <dgm:spPr/>
      <dgm:t>
        <a:bodyPr/>
        <a:lstStyle/>
        <a:p>
          <a:endParaRPr lang="en-US"/>
        </a:p>
      </dgm:t>
    </dgm:pt>
    <dgm:pt modelId="{F6CB1C09-D7B3-4AE0-AF84-A9020D6509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uncompressed public keys</a:t>
          </a:r>
        </a:p>
      </dgm:t>
    </dgm:pt>
    <dgm:pt modelId="{2DFB7C8B-0567-4687-BD5F-D1BD1789ACE3}" type="parTrans" cxnId="{DB207469-93AD-4189-BC49-C305E1303C45}">
      <dgm:prSet/>
      <dgm:spPr/>
      <dgm:t>
        <a:bodyPr/>
        <a:lstStyle/>
        <a:p>
          <a:endParaRPr lang="en-US"/>
        </a:p>
      </dgm:t>
    </dgm:pt>
    <dgm:pt modelId="{F55365E8-8014-45BC-B707-90363F9C3F15}" type="sibTrans" cxnId="{DB207469-93AD-4189-BC49-C305E1303C45}">
      <dgm:prSet/>
      <dgm:spPr/>
      <dgm:t>
        <a:bodyPr/>
        <a:lstStyle/>
        <a:p>
          <a:endParaRPr lang="en-US"/>
        </a:p>
      </dgm:t>
    </dgm:pt>
    <dgm:pt modelId="{85DBA76A-3A0B-44C1-BF62-C4239C4BF50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02</a:t>
          </a:r>
          <a:endParaRPr lang="en-US"/>
        </a:p>
      </dgm:t>
    </dgm:pt>
    <dgm:pt modelId="{A69F4F08-4A52-49FC-B595-F3746A8F3C0B}" type="parTrans" cxnId="{0F9E2D80-87EE-4C2E-8A50-0CA0D4248B92}">
      <dgm:prSet/>
      <dgm:spPr/>
      <dgm:t>
        <a:bodyPr/>
        <a:lstStyle/>
        <a:p>
          <a:endParaRPr lang="en-US"/>
        </a:p>
      </dgm:t>
    </dgm:pt>
    <dgm:pt modelId="{14FF66A6-1C11-49C1-B9A4-BDD096216EDB}" type="sibTrans" cxnId="{0F9E2D80-87EE-4C2E-8A50-0CA0D4248B92}">
      <dgm:prSet/>
      <dgm:spPr/>
      <dgm:t>
        <a:bodyPr/>
        <a:lstStyle/>
        <a:p>
          <a:endParaRPr lang="en-US"/>
        </a:p>
      </dgm:t>
    </dgm:pt>
    <dgm:pt modelId="{B8EAE6E8-21D6-41CF-A977-66BA40EAB5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positive</a:t>
          </a:r>
        </a:p>
      </dgm:t>
    </dgm:pt>
    <dgm:pt modelId="{0ED7639A-62CB-4071-8DE7-DDB81EF12624}" type="parTrans" cxnId="{19A65666-2237-4239-8672-D9D19E938782}">
      <dgm:prSet/>
      <dgm:spPr/>
      <dgm:t>
        <a:bodyPr/>
        <a:lstStyle/>
        <a:p>
          <a:endParaRPr lang="en-US"/>
        </a:p>
      </dgm:t>
    </dgm:pt>
    <dgm:pt modelId="{369972A2-6E40-4F7E-8871-D0EF72CC74AF}" type="sibTrans" cxnId="{19A65666-2237-4239-8672-D9D19E938782}">
      <dgm:prSet/>
      <dgm:spPr/>
      <dgm:t>
        <a:bodyPr/>
        <a:lstStyle/>
        <a:p>
          <a:endParaRPr lang="en-US"/>
        </a:p>
      </dgm:t>
    </dgm:pt>
    <dgm:pt modelId="{45FF17F4-C444-44E0-86F2-D0A88A4A7FB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Prime order p: even </a:t>
          </a:r>
          <a:endParaRPr lang="en-US"/>
        </a:p>
      </dgm:t>
    </dgm:pt>
    <dgm:pt modelId="{5439C45F-78ED-4879-BF1C-5AA5C338F8A2}" type="parTrans" cxnId="{5E3E2155-E5D5-479A-AD7C-589D307574A0}">
      <dgm:prSet/>
      <dgm:spPr/>
      <dgm:t>
        <a:bodyPr/>
        <a:lstStyle/>
        <a:p>
          <a:endParaRPr lang="en-US"/>
        </a:p>
      </dgm:t>
    </dgm:pt>
    <dgm:pt modelId="{9AD581EA-CFA4-4740-A759-88830D7C6EDB}" type="sibTrans" cxnId="{5E3E2155-E5D5-479A-AD7C-589D307574A0}">
      <dgm:prSet/>
      <dgm:spPr/>
      <dgm:t>
        <a:bodyPr/>
        <a:lstStyle/>
        <a:p>
          <a:endParaRPr lang="en-US"/>
        </a:p>
      </dgm:t>
    </dgm:pt>
    <dgm:pt modelId="{42D6B8EA-3C8D-4315-A594-536A50D1A8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03</a:t>
          </a:r>
          <a:endParaRPr lang="en-US"/>
        </a:p>
      </dgm:t>
    </dgm:pt>
    <dgm:pt modelId="{56A2162C-995F-4E9A-92D1-6759E44E4165}" type="parTrans" cxnId="{946AF462-F8DC-48BF-BE8B-9AC89CB808D6}">
      <dgm:prSet/>
      <dgm:spPr/>
      <dgm:t>
        <a:bodyPr/>
        <a:lstStyle/>
        <a:p>
          <a:endParaRPr lang="en-US"/>
        </a:p>
      </dgm:t>
    </dgm:pt>
    <dgm:pt modelId="{1CF682CB-5B2F-44FA-9DEE-D23A68661E0B}" type="sibTrans" cxnId="{946AF462-F8DC-48BF-BE8B-9AC89CB808D6}">
      <dgm:prSet/>
      <dgm:spPr/>
      <dgm:t>
        <a:bodyPr/>
        <a:lstStyle/>
        <a:p>
          <a:endParaRPr lang="en-US"/>
        </a:p>
      </dgm:t>
    </dgm:pt>
    <dgm:pt modelId="{A7A5ABC4-3174-40E9-890F-8E106F95C7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negative value</a:t>
          </a:r>
        </a:p>
      </dgm:t>
    </dgm:pt>
    <dgm:pt modelId="{0CE04373-EB1B-4F3A-8F41-F3F55D7FC516}" type="parTrans" cxnId="{AF32A4B7-682B-4F0C-974A-4363EA56129E}">
      <dgm:prSet/>
      <dgm:spPr/>
      <dgm:t>
        <a:bodyPr/>
        <a:lstStyle/>
        <a:p>
          <a:endParaRPr lang="en-US"/>
        </a:p>
      </dgm:t>
    </dgm:pt>
    <dgm:pt modelId="{56CBCF79-A347-4D37-A002-23495A2FC44F}" type="sibTrans" cxnId="{AF32A4B7-682B-4F0C-974A-4363EA56129E}">
      <dgm:prSet/>
      <dgm:spPr/>
      <dgm:t>
        <a:bodyPr/>
        <a:lstStyle/>
        <a:p>
          <a:endParaRPr lang="en-US"/>
        </a:p>
      </dgm:t>
    </dgm:pt>
    <dgm:pt modelId="{60D40886-8706-4EE3-8D5F-92CD3959D3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Prime order p: odd</a:t>
          </a:r>
          <a:endParaRPr lang="en-US"/>
        </a:p>
      </dgm:t>
    </dgm:pt>
    <dgm:pt modelId="{6C79FA6B-9DB0-434B-BC94-40B5592FFF0D}" type="parTrans" cxnId="{ECA856AA-5DF0-41EE-99A7-6B09428ACF5B}">
      <dgm:prSet/>
      <dgm:spPr/>
      <dgm:t>
        <a:bodyPr/>
        <a:lstStyle/>
        <a:p>
          <a:endParaRPr lang="en-US"/>
        </a:p>
      </dgm:t>
    </dgm:pt>
    <dgm:pt modelId="{F9C32C6A-0667-46EA-BBD0-0426BA193616}" type="sibTrans" cxnId="{ECA856AA-5DF0-41EE-99A7-6B09428ACF5B}">
      <dgm:prSet/>
      <dgm:spPr/>
      <dgm:t>
        <a:bodyPr/>
        <a:lstStyle/>
        <a:p>
          <a:endParaRPr lang="en-US"/>
        </a:p>
      </dgm:t>
    </dgm:pt>
    <dgm:pt modelId="{C7DF0B76-6255-4A0E-887D-51E2A9492B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 public keys</a:t>
          </a:r>
        </a:p>
      </dgm:t>
    </dgm:pt>
    <dgm:pt modelId="{992872E5-F7BC-4D47-AC99-E5C42951EC35}" type="parTrans" cxnId="{4514D07A-B69A-4121-AE90-F1F65009C436}">
      <dgm:prSet/>
      <dgm:spPr/>
      <dgm:t>
        <a:bodyPr/>
        <a:lstStyle/>
        <a:p>
          <a:endParaRPr lang="tr-TR"/>
        </a:p>
      </dgm:t>
    </dgm:pt>
    <dgm:pt modelId="{A31E3FEE-52C8-4F54-B999-805262F6AC1F}" type="sibTrans" cxnId="{4514D07A-B69A-4121-AE90-F1F65009C436}">
      <dgm:prSet/>
      <dgm:spPr/>
      <dgm:t>
        <a:bodyPr/>
        <a:lstStyle/>
        <a:p>
          <a:endParaRPr lang="tr-TR"/>
        </a:p>
      </dgm:t>
    </dgm:pt>
    <dgm:pt modelId="{F0AFCD4B-87DA-466C-B785-028D61C4C5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Prefixes 02 &amp; 03</a:t>
          </a:r>
          <a:endParaRPr lang="en-US"/>
        </a:p>
      </dgm:t>
    </dgm:pt>
    <dgm:pt modelId="{C03780C1-7AC0-4AC6-9086-84C463C2DE4A}" type="parTrans" cxnId="{33432DA2-6970-4CC9-8729-4F8FB2AE96A7}">
      <dgm:prSet/>
      <dgm:spPr/>
      <dgm:t>
        <a:bodyPr/>
        <a:lstStyle/>
        <a:p>
          <a:endParaRPr lang="tr-TR"/>
        </a:p>
      </dgm:t>
    </dgm:pt>
    <dgm:pt modelId="{AD6FCFF0-04F6-49F6-A7BA-4EB90045A592}" type="sibTrans" cxnId="{33432DA2-6970-4CC9-8729-4F8FB2AE96A7}">
      <dgm:prSet/>
      <dgm:spPr/>
      <dgm:t>
        <a:bodyPr/>
        <a:lstStyle/>
        <a:p>
          <a:endParaRPr lang="tr-TR"/>
        </a:p>
      </dgm:t>
    </dgm:pt>
    <dgm:pt modelId="{6AB6DBFA-22AC-48BE-BA2A-ED94F1276145}" type="pres">
      <dgm:prSet presAssocID="{4A0F8EEF-44CA-402C-A6FE-CD9DB0676B68}" presName="root" presStyleCnt="0">
        <dgm:presLayoutVars>
          <dgm:dir/>
          <dgm:resizeHandles val="exact"/>
        </dgm:presLayoutVars>
      </dgm:prSet>
      <dgm:spPr/>
    </dgm:pt>
    <dgm:pt modelId="{FBC99228-16CC-4506-8F8D-C83EC97636E6}" type="pres">
      <dgm:prSet presAssocID="{1D7622D8-CF4F-46BB-AFA0-27637042ECA0}" presName="compNode" presStyleCnt="0"/>
      <dgm:spPr/>
    </dgm:pt>
    <dgm:pt modelId="{A3E964A4-4AE7-4DB0-9A85-51B1E52E0126}" type="pres">
      <dgm:prSet presAssocID="{1D7622D8-CF4F-46BB-AFA0-27637042EC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3CF9187-0067-4B1F-9C16-217DB183BF29}" type="pres">
      <dgm:prSet presAssocID="{1D7622D8-CF4F-46BB-AFA0-27637042ECA0}" presName="iconSpace" presStyleCnt="0"/>
      <dgm:spPr/>
    </dgm:pt>
    <dgm:pt modelId="{6E5688BB-4107-4402-886A-99E28D27BF51}" type="pres">
      <dgm:prSet presAssocID="{1D7622D8-CF4F-46BB-AFA0-27637042ECA0}" presName="parTx" presStyleLbl="revTx" presStyleIdx="0" presStyleCnt="8">
        <dgm:presLayoutVars>
          <dgm:chMax val="0"/>
          <dgm:chPref val="0"/>
        </dgm:presLayoutVars>
      </dgm:prSet>
      <dgm:spPr/>
    </dgm:pt>
    <dgm:pt modelId="{E90D63CF-4C2F-477E-A840-7DF6F5D2A452}" type="pres">
      <dgm:prSet presAssocID="{1D7622D8-CF4F-46BB-AFA0-27637042ECA0}" presName="txSpace" presStyleCnt="0"/>
      <dgm:spPr/>
    </dgm:pt>
    <dgm:pt modelId="{2B3E13D3-808E-4C95-863C-D1CBD2617A4B}" type="pres">
      <dgm:prSet presAssocID="{1D7622D8-CF4F-46BB-AFA0-27637042ECA0}" presName="desTx" presStyleLbl="revTx" presStyleIdx="1" presStyleCnt="8">
        <dgm:presLayoutVars/>
      </dgm:prSet>
      <dgm:spPr/>
    </dgm:pt>
    <dgm:pt modelId="{DC1F0932-BCFB-4E89-B58F-F905234A89EA}" type="pres">
      <dgm:prSet presAssocID="{D8D8E132-9462-478C-9A4B-024A9B85DAB8}" presName="sibTrans" presStyleCnt="0"/>
      <dgm:spPr/>
    </dgm:pt>
    <dgm:pt modelId="{2D616412-0166-46CF-B97B-ED8BA27391C5}" type="pres">
      <dgm:prSet presAssocID="{F0AFCD4B-87DA-466C-B785-028D61C4C587}" presName="compNode" presStyleCnt="0"/>
      <dgm:spPr/>
    </dgm:pt>
    <dgm:pt modelId="{0C42368B-C619-471D-9563-80462711E64E}" type="pres">
      <dgm:prSet presAssocID="{F0AFCD4B-87DA-466C-B785-028D61C4C5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B218F0E-6ADD-4577-B89E-8D1A42637316}" type="pres">
      <dgm:prSet presAssocID="{F0AFCD4B-87DA-466C-B785-028D61C4C587}" presName="iconSpace" presStyleCnt="0"/>
      <dgm:spPr/>
    </dgm:pt>
    <dgm:pt modelId="{BB1B724D-0F7E-4F2A-A70B-3C2E29088995}" type="pres">
      <dgm:prSet presAssocID="{F0AFCD4B-87DA-466C-B785-028D61C4C587}" presName="parTx" presStyleLbl="revTx" presStyleIdx="2" presStyleCnt="8">
        <dgm:presLayoutVars>
          <dgm:chMax val="0"/>
          <dgm:chPref val="0"/>
        </dgm:presLayoutVars>
      </dgm:prSet>
      <dgm:spPr/>
    </dgm:pt>
    <dgm:pt modelId="{CA9C057A-2AD9-418B-8D4E-678AF1587D08}" type="pres">
      <dgm:prSet presAssocID="{F0AFCD4B-87DA-466C-B785-028D61C4C587}" presName="txSpace" presStyleCnt="0"/>
      <dgm:spPr/>
    </dgm:pt>
    <dgm:pt modelId="{190D0094-0964-447F-AC2F-4EEEF4C40B31}" type="pres">
      <dgm:prSet presAssocID="{F0AFCD4B-87DA-466C-B785-028D61C4C587}" presName="desTx" presStyleLbl="revTx" presStyleIdx="3" presStyleCnt="8">
        <dgm:presLayoutVars/>
      </dgm:prSet>
      <dgm:spPr/>
    </dgm:pt>
    <dgm:pt modelId="{05D8F01A-FA13-4DE8-9F78-064B48EA1FF9}" type="pres">
      <dgm:prSet presAssocID="{AD6FCFF0-04F6-49F6-A7BA-4EB90045A592}" presName="sibTrans" presStyleCnt="0"/>
      <dgm:spPr/>
    </dgm:pt>
    <dgm:pt modelId="{27339C87-FFB8-40D4-B4FD-206765D0C3ED}" type="pres">
      <dgm:prSet presAssocID="{85DBA76A-3A0B-44C1-BF62-C4239C4BF506}" presName="compNode" presStyleCnt="0"/>
      <dgm:spPr/>
    </dgm:pt>
    <dgm:pt modelId="{16EDB682-5D29-404C-8F6D-082E449385D0}" type="pres">
      <dgm:prSet presAssocID="{85DBA76A-3A0B-44C1-BF62-C4239C4BF5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8A2B4EB9-6DDE-4A26-B181-781EFCBD2A82}" type="pres">
      <dgm:prSet presAssocID="{85DBA76A-3A0B-44C1-BF62-C4239C4BF506}" presName="iconSpace" presStyleCnt="0"/>
      <dgm:spPr/>
    </dgm:pt>
    <dgm:pt modelId="{896C79E7-4AD9-4934-98E5-3290E9C2587B}" type="pres">
      <dgm:prSet presAssocID="{85DBA76A-3A0B-44C1-BF62-C4239C4BF506}" presName="parTx" presStyleLbl="revTx" presStyleIdx="4" presStyleCnt="8">
        <dgm:presLayoutVars>
          <dgm:chMax val="0"/>
          <dgm:chPref val="0"/>
        </dgm:presLayoutVars>
      </dgm:prSet>
      <dgm:spPr/>
    </dgm:pt>
    <dgm:pt modelId="{69577F9B-BA44-4FD2-8C5F-0207CB9F410E}" type="pres">
      <dgm:prSet presAssocID="{85DBA76A-3A0B-44C1-BF62-C4239C4BF506}" presName="txSpace" presStyleCnt="0"/>
      <dgm:spPr/>
    </dgm:pt>
    <dgm:pt modelId="{7BDDC1F2-1C0C-42DC-AFC1-FF15DF79D31F}" type="pres">
      <dgm:prSet presAssocID="{85DBA76A-3A0B-44C1-BF62-C4239C4BF506}" presName="desTx" presStyleLbl="revTx" presStyleIdx="5" presStyleCnt="8">
        <dgm:presLayoutVars/>
      </dgm:prSet>
      <dgm:spPr/>
    </dgm:pt>
    <dgm:pt modelId="{DD87C036-35E1-449B-9404-2C6D449234DC}" type="pres">
      <dgm:prSet presAssocID="{14FF66A6-1C11-49C1-B9A4-BDD096216EDB}" presName="sibTrans" presStyleCnt="0"/>
      <dgm:spPr/>
    </dgm:pt>
    <dgm:pt modelId="{9B0789BB-83DA-484D-BC4C-E334AA627FB3}" type="pres">
      <dgm:prSet presAssocID="{42D6B8EA-3C8D-4315-A594-536A50D1A8AB}" presName="compNode" presStyleCnt="0"/>
      <dgm:spPr/>
    </dgm:pt>
    <dgm:pt modelId="{EB637181-2D97-4740-B821-B77E4DEFAD8B}" type="pres">
      <dgm:prSet presAssocID="{42D6B8EA-3C8D-4315-A594-536A50D1A8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BC84C9B9-F610-4024-9974-0A71D045766D}" type="pres">
      <dgm:prSet presAssocID="{42D6B8EA-3C8D-4315-A594-536A50D1A8AB}" presName="iconSpace" presStyleCnt="0"/>
      <dgm:spPr/>
    </dgm:pt>
    <dgm:pt modelId="{062D0A2B-8ADF-4F20-8439-F38606D744B3}" type="pres">
      <dgm:prSet presAssocID="{42D6B8EA-3C8D-4315-A594-536A50D1A8AB}" presName="parTx" presStyleLbl="revTx" presStyleIdx="6" presStyleCnt="8">
        <dgm:presLayoutVars>
          <dgm:chMax val="0"/>
          <dgm:chPref val="0"/>
        </dgm:presLayoutVars>
      </dgm:prSet>
      <dgm:spPr/>
    </dgm:pt>
    <dgm:pt modelId="{DC40F5DC-FC18-4563-A039-78CA4125C197}" type="pres">
      <dgm:prSet presAssocID="{42D6B8EA-3C8D-4315-A594-536A50D1A8AB}" presName="txSpace" presStyleCnt="0"/>
      <dgm:spPr/>
    </dgm:pt>
    <dgm:pt modelId="{ABE237D3-7FD6-4855-82CB-2EF723AE03DB}" type="pres">
      <dgm:prSet presAssocID="{42D6B8EA-3C8D-4315-A594-536A50D1A8AB}" presName="desTx" presStyleLbl="revTx" presStyleIdx="7" presStyleCnt="8">
        <dgm:presLayoutVars/>
      </dgm:prSet>
      <dgm:spPr/>
    </dgm:pt>
  </dgm:ptLst>
  <dgm:cxnLst>
    <dgm:cxn modelId="{4F7DFC03-33E0-4CF7-A93D-E1B4FD1F99CE}" type="presOf" srcId="{A7A5ABC4-3174-40E9-890F-8E106F95C720}" destId="{ABE237D3-7FD6-4855-82CB-2EF723AE03DB}" srcOrd="0" destOrd="0" presId="urn:microsoft.com/office/officeart/2018/5/layout/CenteredIconLabelDescriptionList"/>
    <dgm:cxn modelId="{2472FC04-66CC-40F4-9CB1-DAB65BA322FA}" type="presOf" srcId="{45FF17F4-C444-44E0-86F2-D0A88A4A7FB4}" destId="{7BDDC1F2-1C0C-42DC-AFC1-FF15DF79D31F}" srcOrd="0" destOrd="1" presId="urn:microsoft.com/office/officeart/2018/5/layout/CenteredIconLabelDescriptionList"/>
    <dgm:cxn modelId="{54D86409-7E81-4F2B-8F72-BB05A4D0584E}" type="presOf" srcId="{4A0F8EEF-44CA-402C-A6FE-CD9DB0676B68}" destId="{6AB6DBFA-22AC-48BE-BA2A-ED94F1276145}" srcOrd="0" destOrd="0" presId="urn:microsoft.com/office/officeart/2018/5/layout/CenteredIconLabelDescriptionList"/>
    <dgm:cxn modelId="{0CBB090D-DF43-48A7-8247-A4391E6365B3}" type="presOf" srcId="{1D7622D8-CF4F-46BB-AFA0-27637042ECA0}" destId="{6E5688BB-4107-4402-886A-99E28D27BF51}" srcOrd="0" destOrd="0" presId="urn:microsoft.com/office/officeart/2018/5/layout/CenteredIconLabelDescriptionList"/>
    <dgm:cxn modelId="{45904716-88E9-4375-9FD9-F3700853CFAF}" type="presOf" srcId="{60D40886-8706-4EE3-8D5F-92CD3959D31C}" destId="{ABE237D3-7FD6-4855-82CB-2EF723AE03DB}" srcOrd="0" destOrd="1" presId="urn:microsoft.com/office/officeart/2018/5/layout/CenteredIconLabelDescriptionList"/>
    <dgm:cxn modelId="{946AF462-F8DC-48BF-BE8B-9AC89CB808D6}" srcId="{4A0F8EEF-44CA-402C-A6FE-CD9DB0676B68}" destId="{42D6B8EA-3C8D-4315-A594-536A50D1A8AB}" srcOrd="3" destOrd="0" parTransId="{56A2162C-995F-4E9A-92D1-6759E44E4165}" sibTransId="{1CF682CB-5B2F-44FA-9DEE-D23A68661E0B}"/>
    <dgm:cxn modelId="{19A65666-2237-4239-8672-D9D19E938782}" srcId="{85DBA76A-3A0B-44C1-BF62-C4239C4BF506}" destId="{B8EAE6E8-21D6-41CF-A977-66BA40EAB53D}" srcOrd="0" destOrd="0" parTransId="{0ED7639A-62CB-4071-8DE7-DDB81EF12624}" sibTransId="{369972A2-6E40-4F7E-8871-D0EF72CC74AF}"/>
    <dgm:cxn modelId="{FA2CC346-8685-41AF-B1BC-A077BC5DEEC6}" type="presOf" srcId="{42D6B8EA-3C8D-4315-A594-536A50D1A8AB}" destId="{062D0A2B-8ADF-4F20-8439-F38606D744B3}" srcOrd="0" destOrd="0" presId="urn:microsoft.com/office/officeart/2018/5/layout/CenteredIconLabelDescriptionList"/>
    <dgm:cxn modelId="{DB207469-93AD-4189-BC49-C305E1303C45}" srcId="{1D7622D8-CF4F-46BB-AFA0-27637042ECA0}" destId="{F6CB1C09-D7B3-4AE0-AF84-A9020D65091D}" srcOrd="0" destOrd="0" parTransId="{2DFB7C8B-0567-4687-BD5F-D1BD1789ACE3}" sibTransId="{F55365E8-8014-45BC-B707-90363F9C3F15}"/>
    <dgm:cxn modelId="{5E3E2155-E5D5-479A-AD7C-589D307574A0}" srcId="{85DBA76A-3A0B-44C1-BF62-C4239C4BF506}" destId="{45FF17F4-C444-44E0-86F2-D0A88A4A7FB4}" srcOrd="1" destOrd="0" parTransId="{5439C45F-78ED-4879-BF1C-5AA5C338F8A2}" sibTransId="{9AD581EA-CFA4-4740-A759-88830D7C6EDB}"/>
    <dgm:cxn modelId="{24A26A79-C30F-480F-94A3-B574960B6C1D}" srcId="{4A0F8EEF-44CA-402C-A6FE-CD9DB0676B68}" destId="{1D7622D8-CF4F-46BB-AFA0-27637042ECA0}" srcOrd="0" destOrd="0" parTransId="{D5D75B37-ACEF-488C-9649-FC066E6B84D1}" sibTransId="{D8D8E132-9462-478C-9A4B-024A9B85DAB8}"/>
    <dgm:cxn modelId="{4514D07A-B69A-4121-AE90-F1F65009C436}" srcId="{F0AFCD4B-87DA-466C-B785-028D61C4C587}" destId="{C7DF0B76-6255-4A0E-887D-51E2A9492B4F}" srcOrd="0" destOrd="0" parTransId="{992872E5-F7BC-4D47-AC99-E5C42951EC35}" sibTransId="{A31E3FEE-52C8-4F54-B999-805262F6AC1F}"/>
    <dgm:cxn modelId="{0F9E2D80-87EE-4C2E-8A50-0CA0D4248B92}" srcId="{4A0F8EEF-44CA-402C-A6FE-CD9DB0676B68}" destId="{85DBA76A-3A0B-44C1-BF62-C4239C4BF506}" srcOrd="2" destOrd="0" parTransId="{A69F4F08-4A52-49FC-B595-F3746A8F3C0B}" sibTransId="{14FF66A6-1C11-49C1-B9A4-BDD096216EDB}"/>
    <dgm:cxn modelId="{33432DA2-6970-4CC9-8729-4F8FB2AE96A7}" srcId="{4A0F8EEF-44CA-402C-A6FE-CD9DB0676B68}" destId="{F0AFCD4B-87DA-466C-B785-028D61C4C587}" srcOrd="1" destOrd="0" parTransId="{C03780C1-7AC0-4AC6-9086-84C463C2DE4A}" sibTransId="{AD6FCFF0-04F6-49F6-A7BA-4EB90045A592}"/>
    <dgm:cxn modelId="{ECA856AA-5DF0-41EE-99A7-6B09428ACF5B}" srcId="{42D6B8EA-3C8D-4315-A594-536A50D1A8AB}" destId="{60D40886-8706-4EE3-8D5F-92CD3959D31C}" srcOrd="1" destOrd="0" parTransId="{6C79FA6B-9DB0-434B-BC94-40B5592FFF0D}" sibTransId="{F9C32C6A-0667-46EA-BBD0-0426BA193616}"/>
    <dgm:cxn modelId="{20D865B1-C1F3-43B3-AD51-B1C1F011E95F}" type="presOf" srcId="{C7DF0B76-6255-4A0E-887D-51E2A9492B4F}" destId="{190D0094-0964-447F-AC2F-4EEEF4C40B31}" srcOrd="0" destOrd="0" presId="urn:microsoft.com/office/officeart/2018/5/layout/CenteredIconLabelDescriptionList"/>
    <dgm:cxn modelId="{AF32A4B7-682B-4F0C-974A-4363EA56129E}" srcId="{42D6B8EA-3C8D-4315-A594-536A50D1A8AB}" destId="{A7A5ABC4-3174-40E9-890F-8E106F95C720}" srcOrd="0" destOrd="0" parTransId="{0CE04373-EB1B-4F3A-8F41-F3F55D7FC516}" sibTransId="{56CBCF79-A347-4D37-A002-23495A2FC44F}"/>
    <dgm:cxn modelId="{2A736BB8-D90A-41EE-BB7D-D6E9350035C1}" type="presOf" srcId="{F6CB1C09-D7B3-4AE0-AF84-A9020D65091D}" destId="{2B3E13D3-808E-4C95-863C-D1CBD2617A4B}" srcOrd="0" destOrd="0" presId="urn:microsoft.com/office/officeart/2018/5/layout/CenteredIconLabelDescriptionList"/>
    <dgm:cxn modelId="{DD6AEABC-40A8-4FB6-8BB8-0337AAAE2B00}" type="presOf" srcId="{85DBA76A-3A0B-44C1-BF62-C4239C4BF506}" destId="{896C79E7-4AD9-4934-98E5-3290E9C2587B}" srcOrd="0" destOrd="0" presId="urn:microsoft.com/office/officeart/2018/5/layout/CenteredIconLabelDescriptionList"/>
    <dgm:cxn modelId="{AE67C7CC-7F4A-4D8B-821D-83E3FC1E72E1}" type="presOf" srcId="{F0AFCD4B-87DA-466C-B785-028D61C4C587}" destId="{BB1B724D-0F7E-4F2A-A70B-3C2E29088995}" srcOrd="0" destOrd="0" presId="urn:microsoft.com/office/officeart/2018/5/layout/CenteredIconLabelDescriptionList"/>
    <dgm:cxn modelId="{04BCCFE6-FE9F-4C7C-A69B-280AEBB276BB}" type="presOf" srcId="{B8EAE6E8-21D6-41CF-A977-66BA40EAB53D}" destId="{7BDDC1F2-1C0C-42DC-AFC1-FF15DF79D31F}" srcOrd="0" destOrd="0" presId="urn:microsoft.com/office/officeart/2018/5/layout/CenteredIconLabelDescriptionList"/>
    <dgm:cxn modelId="{1CDCA97D-231C-4A01-94FB-289A7515A92E}" type="presParOf" srcId="{6AB6DBFA-22AC-48BE-BA2A-ED94F1276145}" destId="{FBC99228-16CC-4506-8F8D-C83EC97636E6}" srcOrd="0" destOrd="0" presId="urn:microsoft.com/office/officeart/2018/5/layout/CenteredIconLabelDescriptionList"/>
    <dgm:cxn modelId="{92FD910E-C439-4D60-9C21-6FDDA578CF90}" type="presParOf" srcId="{FBC99228-16CC-4506-8F8D-C83EC97636E6}" destId="{A3E964A4-4AE7-4DB0-9A85-51B1E52E0126}" srcOrd="0" destOrd="0" presId="urn:microsoft.com/office/officeart/2018/5/layout/CenteredIconLabelDescriptionList"/>
    <dgm:cxn modelId="{0740A4EE-FD22-4581-B8C2-170F8374DDD6}" type="presParOf" srcId="{FBC99228-16CC-4506-8F8D-C83EC97636E6}" destId="{D3CF9187-0067-4B1F-9C16-217DB183BF29}" srcOrd="1" destOrd="0" presId="urn:microsoft.com/office/officeart/2018/5/layout/CenteredIconLabelDescriptionList"/>
    <dgm:cxn modelId="{19752380-DAC7-4EC5-81B6-BA85794472E8}" type="presParOf" srcId="{FBC99228-16CC-4506-8F8D-C83EC97636E6}" destId="{6E5688BB-4107-4402-886A-99E28D27BF51}" srcOrd="2" destOrd="0" presId="urn:microsoft.com/office/officeart/2018/5/layout/CenteredIconLabelDescriptionList"/>
    <dgm:cxn modelId="{A5C9E5E5-2DB0-469B-B63C-D2016F79BD5D}" type="presParOf" srcId="{FBC99228-16CC-4506-8F8D-C83EC97636E6}" destId="{E90D63CF-4C2F-477E-A840-7DF6F5D2A452}" srcOrd="3" destOrd="0" presId="urn:microsoft.com/office/officeart/2018/5/layout/CenteredIconLabelDescriptionList"/>
    <dgm:cxn modelId="{F7BCB7CA-09B6-4134-93F2-08500BC32850}" type="presParOf" srcId="{FBC99228-16CC-4506-8F8D-C83EC97636E6}" destId="{2B3E13D3-808E-4C95-863C-D1CBD2617A4B}" srcOrd="4" destOrd="0" presId="urn:microsoft.com/office/officeart/2018/5/layout/CenteredIconLabelDescriptionList"/>
    <dgm:cxn modelId="{9168F127-34D6-431E-B4B0-45D5E9D6CC5C}" type="presParOf" srcId="{6AB6DBFA-22AC-48BE-BA2A-ED94F1276145}" destId="{DC1F0932-BCFB-4E89-B58F-F905234A89EA}" srcOrd="1" destOrd="0" presId="urn:microsoft.com/office/officeart/2018/5/layout/CenteredIconLabelDescriptionList"/>
    <dgm:cxn modelId="{F82E9C5E-156C-495F-BCE5-CD8C1A3A5D08}" type="presParOf" srcId="{6AB6DBFA-22AC-48BE-BA2A-ED94F1276145}" destId="{2D616412-0166-46CF-B97B-ED8BA27391C5}" srcOrd="2" destOrd="0" presId="urn:microsoft.com/office/officeart/2018/5/layout/CenteredIconLabelDescriptionList"/>
    <dgm:cxn modelId="{F59C2067-7E78-4158-8D0B-C5F06EE25D72}" type="presParOf" srcId="{2D616412-0166-46CF-B97B-ED8BA27391C5}" destId="{0C42368B-C619-471D-9563-80462711E64E}" srcOrd="0" destOrd="0" presId="urn:microsoft.com/office/officeart/2018/5/layout/CenteredIconLabelDescriptionList"/>
    <dgm:cxn modelId="{DF67DD75-731E-43DF-86A4-F6019A6A3626}" type="presParOf" srcId="{2D616412-0166-46CF-B97B-ED8BA27391C5}" destId="{CB218F0E-6ADD-4577-B89E-8D1A42637316}" srcOrd="1" destOrd="0" presId="urn:microsoft.com/office/officeart/2018/5/layout/CenteredIconLabelDescriptionList"/>
    <dgm:cxn modelId="{BF953020-5C2F-4AB6-9A16-0F2554851ECF}" type="presParOf" srcId="{2D616412-0166-46CF-B97B-ED8BA27391C5}" destId="{BB1B724D-0F7E-4F2A-A70B-3C2E29088995}" srcOrd="2" destOrd="0" presId="urn:microsoft.com/office/officeart/2018/5/layout/CenteredIconLabelDescriptionList"/>
    <dgm:cxn modelId="{4D572DBE-5A4C-404B-9185-680ADC41164F}" type="presParOf" srcId="{2D616412-0166-46CF-B97B-ED8BA27391C5}" destId="{CA9C057A-2AD9-418B-8D4E-678AF1587D08}" srcOrd="3" destOrd="0" presId="urn:microsoft.com/office/officeart/2018/5/layout/CenteredIconLabelDescriptionList"/>
    <dgm:cxn modelId="{6C453BDD-1378-4AAD-944F-0F306B584DE3}" type="presParOf" srcId="{2D616412-0166-46CF-B97B-ED8BA27391C5}" destId="{190D0094-0964-447F-AC2F-4EEEF4C40B31}" srcOrd="4" destOrd="0" presId="urn:microsoft.com/office/officeart/2018/5/layout/CenteredIconLabelDescriptionList"/>
    <dgm:cxn modelId="{D78B8641-9192-4291-871F-401A85A0EFEA}" type="presParOf" srcId="{6AB6DBFA-22AC-48BE-BA2A-ED94F1276145}" destId="{05D8F01A-FA13-4DE8-9F78-064B48EA1FF9}" srcOrd="3" destOrd="0" presId="urn:microsoft.com/office/officeart/2018/5/layout/CenteredIconLabelDescriptionList"/>
    <dgm:cxn modelId="{C7C91C6E-E04A-4235-9B16-2CF07A7AEE7D}" type="presParOf" srcId="{6AB6DBFA-22AC-48BE-BA2A-ED94F1276145}" destId="{27339C87-FFB8-40D4-B4FD-206765D0C3ED}" srcOrd="4" destOrd="0" presId="urn:microsoft.com/office/officeart/2018/5/layout/CenteredIconLabelDescriptionList"/>
    <dgm:cxn modelId="{40FEDE18-8C0C-4A1C-A02C-BC9F5BAEAA66}" type="presParOf" srcId="{27339C87-FFB8-40D4-B4FD-206765D0C3ED}" destId="{16EDB682-5D29-404C-8F6D-082E449385D0}" srcOrd="0" destOrd="0" presId="urn:microsoft.com/office/officeart/2018/5/layout/CenteredIconLabelDescriptionList"/>
    <dgm:cxn modelId="{07432BD9-CA7D-438B-8A8E-656CD3B72753}" type="presParOf" srcId="{27339C87-FFB8-40D4-B4FD-206765D0C3ED}" destId="{8A2B4EB9-6DDE-4A26-B181-781EFCBD2A82}" srcOrd="1" destOrd="0" presId="urn:microsoft.com/office/officeart/2018/5/layout/CenteredIconLabelDescriptionList"/>
    <dgm:cxn modelId="{6C0B100E-F55D-469A-A9C5-F83959C20E7C}" type="presParOf" srcId="{27339C87-FFB8-40D4-B4FD-206765D0C3ED}" destId="{896C79E7-4AD9-4934-98E5-3290E9C2587B}" srcOrd="2" destOrd="0" presId="urn:microsoft.com/office/officeart/2018/5/layout/CenteredIconLabelDescriptionList"/>
    <dgm:cxn modelId="{2C1A25BA-256A-405D-B58C-654FDA251CCB}" type="presParOf" srcId="{27339C87-FFB8-40D4-B4FD-206765D0C3ED}" destId="{69577F9B-BA44-4FD2-8C5F-0207CB9F410E}" srcOrd="3" destOrd="0" presId="urn:microsoft.com/office/officeart/2018/5/layout/CenteredIconLabelDescriptionList"/>
    <dgm:cxn modelId="{F6832A5A-3298-4DBD-85E7-2E2AF8CB4C6D}" type="presParOf" srcId="{27339C87-FFB8-40D4-B4FD-206765D0C3ED}" destId="{7BDDC1F2-1C0C-42DC-AFC1-FF15DF79D31F}" srcOrd="4" destOrd="0" presId="urn:microsoft.com/office/officeart/2018/5/layout/CenteredIconLabelDescriptionList"/>
    <dgm:cxn modelId="{B99D65F1-EB91-49EF-8A5C-A4A269E625B6}" type="presParOf" srcId="{6AB6DBFA-22AC-48BE-BA2A-ED94F1276145}" destId="{DD87C036-35E1-449B-9404-2C6D449234DC}" srcOrd="5" destOrd="0" presId="urn:microsoft.com/office/officeart/2018/5/layout/CenteredIconLabelDescriptionList"/>
    <dgm:cxn modelId="{56911E85-D01B-4F38-AACC-3C06CE6E1641}" type="presParOf" srcId="{6AB6DBFA-22AC-48BE-BA2A-ED94F1276145}" destId="{9B0789BB-83DA-484D-BC4C-E334AA627FB3}" srcOrd="6" destOrd="0" presId="urn:microsoft.com/office/officeart/2018/5/layout/CenteredIconLabelDescriptionList"/>
    <dgm:cxn modelId="{F7CD4B50-5BC9-4193-A727-6C7FB85C13B1}" type="presParOf" srcId="{9B0789BB-83DA-484D-BC4C-E334AA627FB3}" destId="{EB637181-2D97-4740-B821-B77E4DEFAD8B}" srcOrd="0" destOrd="0" presId="urn:microsoft.com/office/officeart/2018/5/layout/CenteredIconLabelDescriptionList"/>
    <dgm:cxn modelId="{5063FB25-35CD-4373-99E3-4B95889993F0}" type="presParOf" srcId="{9B0789BB-83DA-484D-BC4C-E334AA627FB3}" destId="{BC84C9B9-F610-4024-9974-0A71D045766D}" srcOrd="1" destOrd="0" presId="urn:microsoft.com/office/officeart/2018/5/layout/CenteredIconLabelDescriptionList"/>
    <dgm:cxn modelId="{E6C2DBB2-8E8F-40E0-ADF4-A3F9DD1888F3}" type="presParOf" srcId="{9B0789BB-83DA-484D-BC4C-E334AA627FB3}" destId="{062D0A2B-8ADF-4F20-8439-F38606D744B3}" srcOrd="2" destOrd="0" presId="urn:microsoft.com/office/officeart/2018/5/layout/CenteredIconLabelDescriptionList"/>
    <dgm:cxn modelId="{14F534F9-55E3-4347-80C6-2DC253FA3647}" type="presParOf" srcId="{9B0789BB-83DA-484D-BC4C-E334AA627FB3}" destId="{DC40F5DC-FC18-4563-A039-78CA4125C197}" srcOrd="3" destOrd="0" presId="urn:microsoft.com/office/officeart/2018/5/layout/CenteredIconLabelDescriptionList"/>
    <dgm:cxn modelId="{E235B624-436E-41BF-9D88-72B26CCCFF14}" type="presParOf" srcId="{9B0789BB-83DA-484D-BC4C-E334AA627FB3}" destId="{ABE237D3-7FD6-4855-82CB-2EF723AE03D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4A0F8EEF-44CA-402C-A6FE-CD9DB0676B6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E66DB3-77A7-4ED9-822B-418D4363D0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 of y</a:t>
          </a:r>
          <a:endParaRPr lang="en-US"/>
        </a:p>
      </dgm:t>
    </dgm:pt>
    <dgm:pt modelId="{6103BC84-9DB1-46A4-9973-E3BDC7FA60F8}" type="parTrans" cxnId="{5C435497-AA42-41AC-9A87-23145AAE3CFE}">
      <dgm:prSet/>
      <dgm:spPr/>
      <dgm:t>
        <a:bodyPr/>
        <a:lstStyle/>
        <a:p>
          <a:endParaRPr lang="en-US"/>
        </a:p>
      </dgm:t>
    </dgm:pt>
    <dgm:pt modelId="{A759F3F0-C5D5-4539-AA02-3FAFFFBF3046}" type="sibTrans" cxnId="{5C435497-AA42-41AC-9A87-23145AAE3CFE}">
      <dgm:prSet/>
      <dgm:spPr/>
      <dgm:t>
        <a:bodyPr/>
        <a:lstStyle/>
        <a:p>
          <a:endParaRPr lang="en-US"/>
        </a:p>
      </dgm:t>
    </dgm:pt>
    <dgm:pt modelId="{09015EF9-BBED-4946-917F-3884EE358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left side of the equation is </a:t>
          </a:r>
          <a:r>
            <a:rPr lang="en-US" i="1"/>
            <a:t>y</a:t>
          </a:r>
          <a:r>
            <a:rPr lang="en-US" baseline="30000"/>
            <a:t>2</a:t>
          </a:r>
          <a:r>
            <a:rPr lang="en-US"/>
            <a:t> </a:t>
          </a:r>
        </a:p>
      </dgm:t>
    </dgm:pt>
    <dgm:pt modelId="{3CC39A76-8679-4967-B795-46E5E3696BFF}" type="parTrans" cxnId="{BB584D45-27EA-41E9-8797-A6A6DF330C1A}">
      <dgm:prSet/>
      <dgm:spPr/>
      <dgm:t>
        <a:bodyPr/>
        <a:lstStyle/>
        <a:p>
          <a:endParaRPr lang="en-US"/>
        </a:p>
      </dgm:t>
    </dgm:pt>
    <dgm:pt modelId="{985B2D1B-5FFA-4694-9B17-4A7D2B8E6B82}" type="sibTrans" cxnId="{BB584D45-27EA-41E9-8797-A6A6DF330C1A}">
      <dgm:prSet/>
      <dgm:spPr/>
      <dgm:t>
        <a:bodyPr/>
        <a:lstStyle/>
        <a:p>
          <a:endParaRPr lang="en-US"/>
        </a:p>
      </dgm:t>
    </dgm:pt>
    <dgm:pt modelId="{E79787E8-A5A2-430D-9721-6C9D8A9731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Square root</a:t>
          </a:r>
          <a:endParaRPr lang="en-US"/>
        </a:p>
      </dgm:t>
    </dgm:pt>
    <dgm:pt modelId="{4F22AB60-3AB9-4D20-ACB5-7FB584E61509}" type="parTrans" cxnId="{0577AA30-4334-4B2A-916C-0D954EC218C1}">
      <dgm:prSet/>
      <dgm:spPr/>
      <dgm:t>
        <a:bodyPr/>
        <a:lstStyle/>
        <a:p>
          <a:endParaRPr lang="en-US"/>
        </a:p>
      </dgm:t>
    </dgm:pt>
    <dgm:pt modelId="{15CF44DA-54D4-435F-B2A6-F58E81449DD5}" type="sibTrans" cxnId="{0577AA30-4334-4B2A-916C-0D954EC218C1}">
      <dgm:prSet/>
      <dgm:spPr/>
      <dgm:t>
        <a:bodyPr/>
        <a:lstStyle/>
        <a:p>
          <a:endParaRPr lang="en-US"/>
        </a:p>
      </dgm:t>
    </dgm:pt>
    <dgm:pt modelId="{4C4AFDC5-7739-4DC8-83D2-F96D1D4EE97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just the sign of y</a:t>
          </a:r>
          <a:endParaRPr lang="en-US"/>
        </a:p>
      </dgm:t>
    </dgm:pt>
    <dgm:pt modelId="{CCF2149F-3AE1-4AA1-A8FF-C83BB25882E1}" type="parTrans" cxnId="{3102D413-4B5A-400C-AA28-398190258111}">
      <dgm:prSet/>
      <dgm:spPr/>
      <dgm:t>
        <a:bodyPr/>
        <a:lstStyle/>
        <a:p>
          <a:endParaRPr lang="tr-TR"/>
        </a:p>
      </dgm:t>
    </dgm:pt>
    <dgm:pt modelId="{E8750DBD-7628-47EB-BC71-B5D4D4CFBC9D}" type="sibTrans" cxnId="{3102D413-4B5A-400C-AA28-398190258111}">
      <dgm:prSet/>
      <dgm:spPr/>
      <dgm:t>
        <a:bodyPr/>
        <a:lstStyle/>
        <a:p>
          <a:endParaRPr lang="en-US"/>
        </a:p>
      </dgm:t>
    </dgm:pt>
    <dgm:pt modelId="{4F083044-8632-479F-83CA-9105153A0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solution for </a:t>
          </a:r>
          <a:r>
            <a:rPr lang="en-US" i="1"/>
            <a:t>y</a:t>
          </a:r>
          <a:endParaRPr lang="en-US"/>
        </a:p>
      </dgm:t>
    </dgm:pt>
    <dgm:pt modelId="{D167CFE2-CC8E-4A5C-8983-1DD351955506}" type="parTrans" cxnId="{2D228606-B5F6-4CC2-92E7-6BE3596458E6}">
      <dgm:prSet/>
      <dgm:spPr/>
      <dgm:t>
        <a:bodyPr/>
        <a:lstStyle/>
        <a:p>
          <a:endParaRPr lang="tr-TR"/>
        </a:p>
      </dgm:t>
    </dgm:pt>
    <dgm:pt modelId="{0D352F49-B7EB-42F1-919D-642B5087F56F}" type="sibTrans" cxnId="{2D228606-B5F6-4CC2-92E7-6BE3596458E6}">
      <dgm:prSet/>
      <dgm:spPr/>
      <dgm:t>
        <a:bodyPr/>
        <a:lstStyle/>
        <a:p>
          <a:endParaRPr lang="en-US"/>
        </a:p>
      </dgm:t>
    </dgm:pt>
    <dgm:pt modelId="{CF847E9A-4524-44A3-AFBB-AE7662690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square root </a:t>
          </a:r>
        </a:p>
      </dgm:t>
    </dgm:pt>
    <dgm:pt modelId="{F2215728-8192-4CD5-8649-93C542852CF1}" type="parTrans" cxnId="{689CDD20-9690-4073-A65A-62074F2151FC}">
      <dgm:prSet/>
      <dgm:spPr/>
      <dgm:t>
        <a:bodyPr/>
        <a:lstStyle/>
        <a:p>
          <a:endParaRPr lang="tr-TR"/>
        </a:p>
      </dgm:t>
    </dgm:pt>
    <dgm:pt modelId="{A2D44734-3743-43A8-BA4A-CF54DA5E28DB}" type="sibTrans" cxnId="{689CDD20-9690-4073-A65A-62074F2151FC}">
      <dgm:prSet/>
      <dgm:spPr/>
      <dgm:t>
        <a:bodyPr/>
        <a:lstStyle/>
        <a:p>
          <a:endParaRPr lang="en-US"/>
        </a:p>
      </dgm:t>
    </dgm:pt>
    <dgm:pt modelId="{F5DD9EA0-2114-4498-BBBB-2937510E9577}" type="pres">
      <dgm:prSet presAssocID="{4A0F8EEF-44CA-402C-A6FE-CD9DB0676B68}" presName="root" presStyleCnt="0">
        <dgm:presLayoutVars>
          <dgm:dir/>
          <dgm:resizeHandles val="exact"/>
        </dgm:presLayoutVars>
      </dgm:prSet>
      <dgm:spPr/>
    </dgm:pt>
    <dgm:pt modelId="{E1C64811-47B0-4816-8A1D-62C67D4F2E15}" type="pres">
      <dgm:prSet presAssocID="{DBE66DB3-77A7-4ED9-822B-418D4363D0C2}" presName="compNode" presStyleCnt="0"/>
      <dgm:spPr/>
    </dgm:pt>
    <dgm:pt modelId="{502F7362-43E4-4AD0-B6DC-73DAC27BB20A}" type="pres">
      <dgm:prSet presAssocID="{DBE66DB3-77A7-4ED9-822B-418D4363D0C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3CA1B670-AADD-4ADD-90B1-8C15E7B537CD}" type="pres">
      <dgm:prSet presAssocID="{DBE66DB3-77A7-4ED9-822B-418D4363D0C2}" presName="iconSpace" presStyleCnt="0"/>
      <dgm:spPr/>
    </dgm:pt>
    <dgm:pt modelId="{B4D66C9E-C48F-4A8F-8A68-F96BDD78F10D}" type="pres">
      <dgm:prSet presAssocID="{DBE66DB3-77A7-4ED9-822B-418D4363D0C2}" presName="parTx" presStyleLbl="revTx" presStyleIdx="0" presStyleCnt="4">
        <dgm:presLayoutVars>
          <dgm:chMax val="0"/>
          <dgm:chPref val="0"/>
        </dgm:presLayoutVars>
      </dgm:prSet>
      <dgm:spPr/>
    </dgm:pt>
    <dgm:pt modelId="{3FF45775-3721-4D6A-863A-25F5CCE2BCB0}" type="pres">
      <dgm:prSet presAssocID="{DBE66DB3-77A7-4ED9-822B-418D4363D0C2}" presName="txSpace" presStyleCnt="0"/>
      <dgm:spPr/>
    </dgm:pt>
    <dgm:pt modelId="{31C38CE9-F6E4-4BC8-95EB-4790CE285F7F}" type="pres">
      <dgm:prSet presAssocID="{DBE66DB3-77A7-4ED9-822B-418D4363D0C2}" presName="desTx" presStyleLbl="revTx" presStyleIdx="1" presStyleCnt="4">
        <dgm:presLayoutVars/>
      </dgm:prSet>
      <dgm:spPr/>
    </dgm:pt>
    <dgm:pt modelId="{83AFDCC6-8780-4DFA-99A7-F54E5BDC5270}" type="pres">
      <dgm:prSet presAssocID="{A759F3F0-C5D5-4539-AA02-3FAFFFBF3046}" presName="sibTrans" presStyleCnt="0"/>
      <dgm:spPr/>
    </dgm:pt>
    <dgm:pt modelId="{5A9097BF-A9FA-440D-B38C-CA77B74C5C90}" type="pres">
      <dgm:prSet presAssocID="{E79787E8-A5A2-430D-9721-6C9D8A973153}" presName="compNode" presStyleCnt="0"/>
      <dgm:spPr/>
    </dgm:pt>
    <dgm:pt modelId="{4D7312AE-7B20-4EC5-8F93-479FE45A55B7}" type="pres">
      <dgm:prSet presAssocID="{E79787E8-A5A2-430D-9721-6C9D8A973153}" presName="iconRect" presStyleLbl="node1" presStyleIdx="1" presStyleCnt="2"/>
      <dgm:spPr>
        <a:blipFill rotWithShape="1">
          <a:blip xmlns:r="http://schemas.openxmlformats.org/officeDocument/2006/relationships" r:embed="rId3"/>
          <a:srcRect/>
          <a:stretch>
            <a:fillRect t="-4000" b="-4000"/>
          </a:stretch>
        </a:blipFill>
        <a:ln>
          <a:noFill/>
        </a:ln>
      </dgm:spPr>
    </dgm:pt>
    <dgm:pt modelId="{4D51CAE0-E172-470E-97AA-EF871A4E173B}" type="pres">
      <dgm:prSet presAssocID="{E79787E8-A5A2-430D-9721-6C9D8A973153}" presName="iconSpace" presStyleCnt="0"/>
      <dgm:spPr/>
    </dgm:pt>
    <dgm:pt modelId="{0A15A057-5B59-45B0-BD7F-544B8856FE03}" type="pres">
      <dgm:prSet presAssocID="{E79787E8-A5A2-430D-9721-6C9D8A973153}" presName="parTx" presStyleLbl="revTx" presStyleIdx="2" presStyleCnt="4">
        <dgm:presLayoutVars>
          <dgm:chMax val="0"/>
          <dgm:chPref val="0"/>
        </dgm:presLayoutVars>
      </dgm:prSet>
      <dgm:spPr/>
    </dgm:pt>
    <dgm:pt modelId="{0ACDEE3E-548C-4EF3-A031-9349A3648634}" type="pres">
      <dgm:prSet presAssocID="{E79787E8-A5A2-430D-9721-6C9D8A973153}" presName="txSpace" presStyleCnt="0"/>
      <dgm:spPr/>
    </dgm:pt>
    <dgm:pt modelId="{BFA77D88-50D1-4462-B609-6BCAF28552DF}" type="pres">
      <dgm:prSet presAssocID="{E79787E8-A5A2-430D-9721-6C9D8A973153}" presName="desTx" presStyleLbl="revTx" presStyleIdx="3" presStyleCnt="4">
        <dgm:presLayoutVars/>
      </dgm:prSet>
      <dgm:spPr/>
    </dgm:pt>
  </dgm:ptLst>
  <dgm:cxnLst>
    <dgm:cxn modelId="{2D228606-B5F6-4CC2-92E7-6BE3596458E6}" srcId="{E79787E8-A5A2-430D-9721-6C9D8A973153}" destId="{4F083044-8632-479F-83CA-9105153A0F30}" srcOrd="0" destOrd="0" parTransId="{D167CFE2-CC8E-4A5C-8983-1DD351955506}" sibTransId="{0D352F49-B7EB-42F1-919D-642B5087F56F}"/>
    <dgm:cxn modelId="{3102D413-4B5A-400C-AA28-398190258111}" srcId="{DBE66DB3-77A7-4ED9-822B-418D4363D0C2}" destId="{4C4AFDC5-7739-4DC8-83D2-F96D1D4EE978}" srcOrd="0" destOrd="0" parTransId="{CCF2149F-3AE1-4AA1-A8FF-C83BB25882E1}" sibTransId="{E8750DBD-7628-47EB-BC71-B5D4D4CFBC9D}"/>
    <dgm:cxn modelId="{689CDD20-9690-4073-A65A-62074F2151FC}" srcId="{E79787E8-A5A2-430D-9721-6C9D8A973153}" destId="{CF847E9A-4524-44A3-AFBB-AE7662690DFC}" srcOrd="1" destOrd="0" parTransId="{F2215728-8192-4CD5-8649-93C542852CF1}" sibTransId="{A2D44734-3743-43A8-BA4A-CF54DA5E28DB}"/>
    <dgm:cxn modelId="{0577AA30-4334-4B2A-916C-0D954EC218C1}" srcId="{4A0F8EEF-44CA-402C-A6FE-CD9DB0676B68}" destId="{E79787E8-A5A2-430D-9721-6C9D8A973153}" srcOrd="1" destOrd="0" parTransId="{4F22AB60-3AB9-4D20-ACB5-7FB584E61509}" sibTransId="{15CF44DA-54D4-435F-B2A6-F58E81449DD5}"/>
    <dgm:cxn modelId="{ECF8B561-1427-4A64-8E66-A42E49FB97D4}" type="presOf" srcId="{E79787E8-A5A2-430D-9721-6C9D8A973153}" destId="{0A15A057-5B59-45B0-BD7F-544B8856FE03}" srcOrd="0" destOrd="0" presId="urn:microsoft.com/office/officeart/2018/2/layout/IconLabelDescriptionList"/>
    <dgm:cxn modelId="{BB584D45-27EA-41E9-8797-A6A6DF330C1A}" srcId="{DBE66DB3-77A7-4ED9-822B-418D4363D0C2}" destId="{09015EF9-BBED-4946-917F-3884EE35827D}" srcOrd="1" destOrd="0" parTransId="{3CC39A76-8679-4967-B795-46E5E3696BFF}" sibTransId="{985B2D1B-5FFA-4694-9B17-4A7D2B8E6B82}"/>
    <dgm:cxn modelId="{A3C6314E-AB67-4C69-A2CB-E0774DE53AE0}" type="presOf" srcId="{4C4AFDC5-7739-4DC8-83D2-F96D1D4EE978}" destId="{31C38CE9-F6E4-4BC8-95EB-4790CE285F7F}" srcOrd="0" destOrd="0" presId="urn:microsoft.com/office/officeart/2018/2/layout/IconLabelDescriptionList"/>
    <dgm:cxn modelId="{E8864856-6E33-4E0A-A5AC-EE085B7B4524}" type="presOf" srcId="{CF847E9A-4524-44A3-AFBB-AE7662690DFC}" destId="{BFA77D88-50D1-4462-B609-6BCAF28552DF}" srcOrd="0" destOrd="1" presId="urn:microsoft.com/office/officeart/2018/2/layout/IconLabelDescriptionList"/>
    <dgm:cxn modelId="{5C435497-AA42-41AC-9A87-23145AAE3CFE}" srcId="{4A0F8EEF-44CA-402C-A6FE-CD9DB0676B68}" destId="{DBE66DB3-77A7-4ED9-822B-418D4363D0C2}" srcOrd="0" destOrd="0" parTransId="{6103BC84-9DB1-46A4-9973-E3BDC7FA60F8}" sibTransId="{A759F3F0-C5D5-4539-AA02-3FAFFFBF3046}"/>
    <dgm:cxn modelId="{DCBBDAAF-0D16-4A3C-B001-D7DED8A7DDBE}" type="presOf" srcId="{4A0F8EEF-44CA-402C-A6FE-CD9DB0676B68}" destId="{F5DD9EA0-2114-4498-BBBB-2937510E9577}" srcOrd="0" destOrd="0" presId="urn:microsoft.com/office/officeart/2018/2/layout/IconLabelDescriptionList"/>
    <dgm:cxn modelId="{17968FBC-DB45-47E8-8EDD-870D74E958EC}" type="presOf" srcId="{DBE66DB3-77A7-4ED9-822B-418D4363D0C2}" destId="{B4D66C9E-C48F-4A8F-8A68-F96BDD78F10D}" srcOrd="0" destOrd="0" presId="urn:microsoft.com/office/officeart/2018/2/layout/IconLabelDescriptionList"/>
    <dgm:cxn modelId="{C054D9DC-9A74-4B81-A2FF-00C161C9B716}" type="presOf" srcId="{09015EF9-BBED-4946-917F-3884EE35827D}" destId="{31C38CE9-F6E4-4BC8-95EB-4790CE285F7F}" srcOrd="0" destOrd="1" presId="urn:microsoft.com/office/officeart/2018/2/layout/IconLabelDescriptionList"/>
    <dgm:cxn modelId="{2E1DA2F4-719C-43D0-B076-8A93BE29B418}" type="presOf" srcId="{4F083044-8632-479F-83CA-9105153A0F30}" destId="{BFA77D88-50D1-4462-B609-6BCAF28552DF}" srcOrd="0" destOrd="0" presId="urn:microsoft.com/office/officeart/2018/2/layout/IconLabelDescriptionList"/>
    <dgm:cxn modelId="{D9280E7B-271B-4DAF-91F0-E16152E5ADA9}" type="presParOf" srcId="{F5DD9EA0-2114-4498-BBBB-2937510E9577}" destId="{E1C64811-47B0-4816-8A1D-62C67D4F2E15}" srcOrd="0" destOrd="0" presId="urn:microsoft.com/office/officeart/2018/2/layout/IconLabelDescriptionList"/>
    <dgm:cxn modelId="{0C63955B-48B8-4618-A47D-8FAA843A7B8C}" type="presParOf" srcId="{E1C64811-47B0-4816-8A1D-62C67D4F2E15}" destId="{502F7362-43E4-4AD0-B6DC-73DAC27BB20A}" srcOrd="0" destOrd="0" presId="urn:microsoft.com/office/officeart/2018/2/layout/IconLabelDescriptionList"/>
    <dgm:cxn modelId="{5A6AC2AD-71E0-4F17-BE23-7604A0E07C80}" type="presParOf" srcId="{E1C64811-47B0-4816-8A1D-62C67D4F2E15}" destId="{3CA1B670-AADD-4ADD-90B1-8C15E7B537CD}" srcOrd="1" destOrd="0" presId="urn:microsoft.com/office/officeart/2018/2/layout/IconLabelDescriptionList"/>
    <dgm:cxn modelId="{159C7414-3C58-4F8B-A7BB-9DFFD25D7B98}" type="presParOf" srcId="{E1C64811-47B0-4816-8A1D-62C67D4F2E15}" destId="{B4D66C9E-C48F-4A8F-8A68-F96BDD78F10D}" srcOrd="2" destOrd="0" presId="urn:microsoft.com/office/officeart/2018/2/layout/IconLabelDescriptionList"/>
    <dgm:cxn modelId="{D8987BF2-A5C0-4E17-8C91-28049E4D6C03}" type="presParOf" srcId="{E1C64811-47B0-4816-8A1D-62C67D4F2E15}" destId="{3FF45775-3721-4D6A-863A-25F5CCE2BCB0}" srcOrd="3" destOrd="0" presId="urn:microsoft.com/office/officeart/2018/2/layout/IconLabelDescriptionList"/>
    <dgm:cxn modelId="{FE384029-CF62-4348-B61C-77452D88F22F}" type="presParOf" srcId="{E1C64811-47B0-4816-8A1D-62C67D4F2E15}" destId="{31C38CE9-F6E4-4BC8-95EB-4790CE285F7F}" srcOrd="4" destOrd="0" presId="urn:microsoft.com/office/officeart/2018/2/layout/IconLabelDescriptionList"/>
    <dgm:cxn modelId="{161CC1EB-562B-4F94-9E90-6146DB461132}" type="presParOf" srcId="{F5DD9EA0-2114-4498-BBBB-2937510E9577}" destId="{83AFDCC6-8780-4DFA-99A7-F54E5BDC5270}" srcOrd="1" destOrd="0" presId="urn:microsoft.com/office/officeart/2018/2/layout/IconLabelDescriptionList"/>
    <dgm:cxn modelId="{2D953359-9882-4F5F-B776-3F51E0320969}" type="presParOf" srcId="{F5DD9EA0-2114-4498-BBBB-2937510E9577}" destId="{5A9097BF-A9FA-440D-B38C-CA77B74C5C90}" srcOrd="2" destOrd="0" presId="urn:microsoft.com/office/officeart/2018/2/layout/IconLabelDescriptionList"/>
    <dgm:cxn modelId="{A1BA4C2F-8D4E-490A-B08B-898E51A3DB74}" type="presParOf" srcId="{5A9097BF-A9FA-440D-B38C-CA77B74C5C90}" destId="{4D7312AE-7B20-4EC5-8F93-479FE45A55B7}" srcOrd="0" destOrd="0" presId="urn:microsoft.com/office/officeart/2018/2/layout/IconLabelDescriptionList"/>
    <dgm:cxn modelId="{19E44B5A-8653-4DD0-8B3A-A5A85BCBBACA}" type="presParOf" srcId="{5A9097BF-A9FA-440D-B38C-CA77B74C5C90}" destId="{4D51CAE0-E172-470E-97AA-EF871A4E173B}" srcOrd="1" destOrd="0" presId="urn:microsoft.com/office/officeart/2018/2/layout/IconLabelDescriptionList"/>
    <dgm:cxn modelId="{3DAC788E-D52A-463B-969F-BAC7303CBE55}" type="presParOf" srcId="{5A9097BF-A9FA-440D-B38C-CA77B74C5C90}" destId="{0A15A057-5B59-45B0-BD7F-544B8856FE03}" srcOrd="2" destOrd="0" presId="urn:microsoft.com/office/officeart/2018/2/layout/IconLabelDescriptionList"/>
    <dgm:cxn modelId="{D584DD57-79CB-491E-AA3B-69B929B81AA3}" type="presParOf" srcId="{5A9097BF-A9FA-440D-B38C-CA77B74C5C90}" destId="{0ACDEE3E-548C-4EF3-A031-9349A3648634}" srcOrd="3" destOrd="0" presId="urn:microsoft.com/office/officeart/2018/2/layout/IconLabelDescriptionList"/>
    <dgm:cxn modelId="{D976F56C-4A9C-4890-BE7F-595E1E5F226B}" type="presParOf" srcId="{5A9097BF-A9FA-440D-B38C-CA77B74C5C90}" destId="{BFA77D88-50D1-4462-B609-6BCAF28552D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FA4B783D-A411-4084-87D0-ED6DF9811E2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DFD79DC-2BB7-4C85-AB7A-8B644AAB21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Reduction </a:t>
          </a:r>
          <a:endParaRPr lang="en-US"/>
        </a:p>
      </dgm:t>
    </dgm:pt>
    <dgm:pt modelId="{839EE8D9-37EA-4403-BDAC-F9BF0101F3D1}" type="parTrans" cxnId="{F87E63F1-710D-4B49-8399-BA8B6C6B2236}">
      <dgm:prSet/>
      <dgm:spPr/>
      <dgm:t>
        <a:bodyPr/>
        <a:lstStyle/>
        <a:p>
          <a:endParaRPr lang="en-US"/>
        </a:p>
      </dgm:t>
    </dgm:pt>
    <dgm:pt modelId="{0B59B538-2D1A-446C-8AC0-2D883C618668}" type="sibTrans" cxnId="{F87E63F1-710D-4B49-8399-BA8B6C6B2236}">
      <dgm:prSet/>
      <dgm:spPr/>
      <dgm:t>
        <a:bodyPr/>
        <a:lstStyle/>
        <a:p>
          <a:endParaRPr lang="en-US"/>
        </a:p>
      </dgm:t>
    </dgm:pt>
    <dgm:pt modelId="{AB2EC835-6C95-479E-A79A-CDC9ED85A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introduced to bitcoin</a:t>
          </a:r>
        </a:p>
      </dgm:t>
    </dgm:pt>
    <dgm:pt modelId="{04FE2F6C-1BCB-4E6F-BC2B-6B450D145115}" type="parTrans" cxnId="{598E3017-43C0-4B53-937C-BD3E3FC1F107}">
      <dgm:prSet/>
      <dgm:spPr/>
      <dgm:t>
        <a:bodyPr/>
        <a:lstStyle/>
        <a:p>
          <a:endParaRPr lang="en-US"/>
        </a:p>
      </dgm:t>
    </dgm:pt>
    <dgm:pt modelId="{344FC2E1-8A54-41D5-81DE-0024FD62F520}" type="sibTrans" cxnId="{598E3017-43C0-4B53-937C-BD3E3FC1F107}">
      <dgm:prSet/>
      <dgm:spPr/>
      <dgm:t>
        <a:bodyPr/>
        <a:lstStyle/>
        <a:p>
          <a:endParaRPr lang="en-US"/>
        </a:p>
      </dgm:t>
    </dgm:pt>
    <dgm:pt modelId="{3A8EA17C-7427-4E3F-9613-B776B2AEF5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conserve disk space on nodes</a:t>
          </a:r>
        </a:p>
      </dgm:t>
    </dgm:pt>
    <dgm:pt modelId="{BC5F2899-6306-4010-98FD-7855935DB637}" type="parTrans" cxnId="{45C28F1B-ACA1-4F5C-8D22-15227DA086B0}">
      <dgm:prSet/>
      <dgm:spPr/>
      <dgm:t>
        <a:bodyPr/>
        <a:lstStyle/>
        <a:p>
          <a:endParaRPr lang="en-US"/>
        </a:p>
      </dgm:t>
    </dgm:pt>
    <dgm:pt modelId="{8AC14137-88C0-43CF-AEC1-97B735CF78FD}" type="sibTrans" cxnId="{45C28F1B-ACA1-4F5C-8D22-15227DA086B0}">
      <dgm:prSet/>
      <dgm:spPr/>
      <dgm:t>
        <a:bodyPr/>
        <a:lstStyle/>
        <a:p>
          <a:endParaRPr lang="en-US"/>
        </a:p>
      </dgm:t>
    </dgm:pt>
    <dgm:pt modelId="{E7B17129-63EB-41CD-B7C1-0858FB5C31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 in transaction</a:t>
          </a:r>
          <a:endParaRPr lang="en-US"/>
        </a:p>
      </dgm:t>
    </dgm:pt>
    <dgm:pt modelId="{50499705-794B-4B45-BF84-33561BF484F8}" type="parTrans" cxnId="{3FCA1D66-4FF1-4505-A706-FE49C6DADDBA}">
      <dgm:prSet/>
      <dgm:spPr/>
      <dgm:t>
        <a:bodyPr/>
        <a:lstStyle/>
        <a:p>
          <a:endParaRPr lang="en-US"/>
        </a:p>
      </dgm:t>
    </dgm:pt>
    <dgm:pt modelId="{8D14A7A3-743A-4707-B906-DFA961A8E175}" type="sibTrans" cxnId="{3FCA1D66-4FF1-4505-A706-FE49C6DADDBA}">
      <dgm:prSet/>
      <dgm:spPr/>
      <dgm:t>
        <a:bodyPr/>
        <a:lstStyle/>
        <a:p>
          <a:endParaRPr lang="en-US"/>
        </a:p>
      </dgm:t>
    </dgm:pt>
    <dgm:pt modelId="{DAA22BB6-DA7B-46CB-98CF-B12AA0D960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</a:t>
          </a:r>
          <a:r>
            <a:rPr lang="tr-TR"/>
            <a:t> </a:t>
          </a:r>
          <a:r>
            <a:rPr lang="en-US"/>
            <a:t>transactions include the public key, </a:t>
          </a:r>
        </a:p>
      </dgm:t>
    </dgm:pt>
    <dgm:pt modelId="{5C4B0245-D024-4292-83F2-21817917C1B6}" type="parTrans" cxnId="{8E217FB7-3825-4806-9679-948ACB14ED0A}">
      <dgm:prSet/>
      <dgm:spPr/>
      <dgm:t>
        <a:bodyPr/>
        <a:lstStyle/>
        <a:p>
          <a:endParaRPr lang="en-US"/>
        </a:p>
      </dgm:t>
    </dgm:pt>
    <dgm:pt modelId="{AEE2E064-0100-4174-A662-F16B1F41E6B5}" type="sibTrans" cxnId="{8E217FB7-3825-4806-9679-948ACB14ED0A}">
      <dgm:prSet/>
      <dgm:spPr/>
      <dgm:t>
        <a:bodyPr/>
        <a:lstStyle/>
        <a:p>
          <a:endParaRPr lang="en-US"/>
        </a:p>
      </dgm:t>
    </dgm:pt>
    <dgm:pt modelId="{C5B3C250-9131-45A8-8886-30CC6A020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reduce the size of transactions</a:t>
          </a:r>
          <a:r>
            <a:rPr lang="tr-TR" dirty="0"/>
            <a:t> </a:t>
          </a:r>
          <a:endParaRPr lang="en-US" dirty="0"/>
        </a:p>
      </dgm:t>
    </dgm:pt>
    <dgm:pt modelId="{AE0E9FAB-0E66-4F1E-956C-4585F02833CB}" type="parTrans" cxnId="{0CE2AB61-D6DA-429E-8FD3-3F329C6E6274}">
      <dgm:prSet/>
      <dgm:spPr/>
      <dgm:t>
        <a:bodyPr/>
        <a:lstStyle/>
        <a:p>
          <a:endParaRPr lang="tr-TR"/>
        </a:p>
      </dgm:t>
    </dgm:pt>
    <dgm:pt modelId="{09DD503B-4BD3-4958-BA45-466472CB8EB8}" type="sibTrans" cxnId="{0CE2AB61-D6DA-429E-8FD3-3F329C6E6274}">
      <dgm:prSet/>
      <dgm:spPr/>
      <dgm:t>
        <a:bodyPr/>
        <a:lstStyle/>
        <a:p>
          <a:endParaRPr lang="tr-TR"/>
        </a:p>
      </dgm:t>
    </dgm:pt>
    <dgm:pt modelId="{FAA76F5E-98B8-46C0-B50B-ED15A09605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Disk space</a:t>
          </a:r>
          <a:endParaRPr lang="en-US"/>
        </a:p>
      </dgm:t>
    </dgm:pt>
    <dgm:pt modelId="{719F90D8-B7EE-4971-8860-06F9EEE3906C}" type="parTrans" cxnId="{671F4F31-968E-44E0-BD69-7D43E82EFDB9}">
      <dgm:prSet/>
      <dgm:spPr/>
      <dgm:t>
        <a:bodyPr/>
        <a:lstStyle/>
        <a:p>
          <a:endParaRPr lang="tr-TR"/>
        </a:p>
      </dgm:t>
    </dgm:pt>
    <dgm:pt modelId="{11ACC447-AE82-49DE-A202-F9C1EB8582BE}" type="sibTrans" cxnId="{671F4F31-968E-44E0-BD69-7D43E82EFDB9}">
      <dgm:prSet/>
      <dgm:spPr/>
      <dgm:t>
        <a:bodyPr/>
        <a:lstStyle/>
        <a:p>
          <a:endParaRPr lang="tr-TR"/>
        </a:p>
      </dgm:t>
    </dgm:pt>
    <dgm:pt modelId="{03731F4A-A83C-486B-B267-0DBC59EB41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</a:t>
          </a:r>
          <a:r>
            <a:rPr lang="en-US" dirty="0"/>
            <a:t>store the bitcoin blockchain database</a:t>
          </a:r>
        </a:p>
      </dgm:t>
    </dgm:pt>
    <dgm:pt modelId="{DD1D0289-3E7B-406B-B027-9465C46699E6}" type="parTrans" cxnId="{7CC42946-D86A-490F-8EFC-70FE3238BD34}">
      <dgm:prSet/>
      <dgm:spPr/>
      <dgm:t>
        <a:bodyPr/>
        <a:lstStyle/>
        <a:p>
          <a:endParaRPr lang="tr-TR"/>
        </a:p>
      </dgm:t>
    </dgm:pt>
    <dgm:pt modelId="{C06999ED-6408-4633-AA98-51087DA2945C}" type="sibTrans" cxnId="{7CC42946-D86A-490F-8EFC-70FE3238BD34}">
      <dgm:prSet/>
      <dgm:spPr/>
      <dgm:t>
        <a:bodyPr/>
        <a:lstStyle/>
        <a:p>
          <a:endParaRPr lang="tr-TR"/>
        </a:p>
      </dgm:t>
    </dgm:pt>
    <dgm:pt modelId="{1011E64F-A938-4198-A8A0-F238BADD75B5}" type="pres">
      <dgm:prSet presAssocID="{FA4B783D-A411-4084-87D0-ED6DF9811E2E}" presName="root" presStyleCnt="0">
        <dgm:presLayoutVars>
          <dgm:dir/>
          <dgm:resizeHandles val="exact"/>
        </dgm:presLayoutVars>
      </dgm:prSet>
      <dgm:spPr/>
    </dgm:pt>
    <dgm:pt modelId="{9CA9BD52-5714-4944-BB0F-8CFCA8769532}" type="pres">
      <dgm:prSet presAssocID="{CDFD79DC-2BB7-4C85-AB7A-8B644AAB2146}" presName="compNode" presStyleCnt="0"/>
      <dgm:spPr/>
    </dgm:pt>
    <dgm:pt modelId="{36990E9B-5101-450C-82DE-927A273822FB}" type="pres">
      <dgm:prSet presAssocID="{CDFD79DC-2BB7-4C85-AB7A-8B644AAB21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D70139E-60A6-41F5-BEC9-4128FC164BE9}" type="pres">
      <dgm:prSet presAssocID="{CDFD79DC-2BB7-4C85-AB7A-8B644AAB2146}" presName="iconSpace" presStyleCnt="0"/>
      <dgm:spPr/>
    </dgm:pt>
    <dgm:pt modelId="{B9712B51-81B1-4265-8506-B1584E740178}" type="pres">
      <dgm:prSet presAssocID="{CDFD79DC-2BB7-4C85-AB7A-8B644AAB2146}" presName="parTx" presStyleLbl="revTx" presStyleIdx="0" presStyleCnt="6">
        <dgm:presLayoutVars>
          <dgm:chMax val="0"/>
          <dgm:chPref val="0"/>
        </dgm:presLayoutVars>
      </dgm:prSet>
      <dgm:spPr/>
    </dgm:pt>
    <dgm:pt modelId="{BE3FE6CC-E65A-489A-A6A5-4243A898F5FC}" type="pres">
      <dgm:prSet presAssocID="{CDFD79DC-2BB7-4C85-AB7A-8B644AAB2146}" presName="txSpace" presStyleCnt="0"/>
      <dgm:spPr/>
    </dgm:pt>
    <dgm:pt modelId="{144562AE-A226-456A-9D88-16F10276B6B8}" type="pres">
      <dgm:prSet presAssocID="{CDFD79DC-2BB7-4C85-AB7A-8B644AAB2146}" presName="desTx" presStyleLbl="revTx" presStyleIdx="1" presStyleCnt="6">
        <dgm:presLayoutVars/>
      </dgm:prSet>
      <dgm:spPr/>
    </dgm:pt>
    <dgm:pt modelId="{357AB09D-4625-426A-A1BA-5537F679D81B}" type="pres">
      <dgm:prSet presAssocID="{0B59B538-2D1A-446C-8AC0-2D883C618668}" presName="sibTrans" presStyleCnt="0"/>
      <dgm:spPr/>
    </dgm:pt>
    <dgm:pt modelId="{EF849EFC-DDA7-4203-94EA-97BA68FD0F49}" type="pres">
      <dgm:prSet presAssocID="{FAA76F5E-98B8-46C0-B50B-ED15A096055F}" presName="compNode" presStyleCnt="0"/>
      <dgm:spPr/>
    </dgm:pt>
    <dgm:pt modelId="{3B6A9442-EFEE-4CF7-AE1B-81EA4DD0EC22}" type="pres">
      <dgm:prSet presAssocID="{FAA76F5E-98B8-46C0-B50B-ED15A09605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51FB4D0-983A-4047-97E0-191F328F94EE}" type="pres">
      <dgm:prSet presAssocID="{FAA76F5E-98B8-46C0-B50B-ED15A096055F}" presName="iconSpace" presStyleCnt="0"/>
      <dgm:spPr/>
    </dgm:pt>
    <dgm:pt modelId="{AF99A671-30CC-40C5-9197-723EDEF1B438}" type="pres">
      <dgm:prSet presAssocID="{FAA76F5E-98B8-46C0-B50B-ED15A096055F}" presName="parTx" presStyleLbl="revTx" presStyleIdx="2" presStyleCnt="6">
        <dgm:presLayoutVars>
          <dgm:chMax val="0"/>
          <dgm:chPref val="0"/>
        </dgm:presLayoutVars>
      </dgm:prSet>
      <dgm:spPr/>
    </dgm:pt>
    <dgm:pt modelId="{DC92C272-E573-4E77-9ACF-7B8D92CE2068}" type="pres">
      <dgm:prSet presAssocID="{FAA76F5E-98B8-46C0-B50B-ED15A096055F}" presName="txSpace" presStyleCnt="0"/>
      <dgm:spPr/>
    </dgm:pt>
    <dgm:pt modelId="{BD5BB17E-60CE-4360-BB3E-43F6401491E2}" type="pres">
      <dgm:prSet presAssocID="{FAA76F5E-98B8-46C0-B50B-ED15A096055F}" presName="desTx" presStyleLbl="revTx" presStyleIdx="3" presStyleCnt="6">
        <dgm:presLayoutVars/>
      </dgm:prSet>
      <dgm:spPr/>
    </dgm:pt>
    <dgm:pt modelId="{EDB12D6C-9578-462D-8C4F-CD084EE40881}" type="pres">
      <dgm:prSet presAssocID="{11ACC447-AE82-49DE-A202-F9C1EB8582BE}" presName="sibTrans" presStyleCnt="0"/>
      <dgm:spPr/>
    </dgm:pt>
    <dgm:pt modelId="{C3217EEF-A8D7-4479-AC86-5A76337F6C88}" type="pres">
      <dgm:prSet presAssocID="{E7B17129-63EB-41CD-B7C1-0858FB5C3132}" presName="compNode" presStyleCnt="0"/>
      <dgm:spPr/>
    </dgm:pt>
    <dgm:pt modelId="{F84B7A89-9E9D-4195-883C-12D44F1C3FCD}" type="pres">
      <dgm:prSet presAssocID="{E7B17129-63EB-41CD-B7C1-0858FB5C31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1798063-6DB7-4088-BB93-B89BB4DDF9D4}" type="pres">
      <dgm:prSet presAssocID="{E7B17129-63EB-41CD-B7C1-0858FB5C3132}" presName="iconSpace" presStyleCnt="0"/>
      <dgm:spPr/>
    </dgm:pt>
    <dgm:pt modelId="{C6F41498-9B35-45F4-BD0B-D67DF977B1B0}" type="pres">
      <dgm:prSet presAssocID="{E7B17129-63EB-41CD-B7C1-0858FB5C3132}" presName="parTx" presStyleLbl="revTx" presStyleIdx="4" presStyleCnt="6">
        <dgm:presLayoutVars>
          <dgm:chMax val="0"/>
          <dgm:chPref val="0"/>
        </dgm:presLayoutVars>
      </dgm:prSet>
      <dgm:spPr/>
    </dgm:pt>
    <dgm:pt modelId="{6110B43D-6770-43ED-B53D-8FA70045AF23}" type="pres">
      <dgm:prSet presAssocID="{E7B17129-63EB-41CD-B7C1-0858FB5C3132}" presName="txSpace" presStyleCnt="0"/>
      <dgm:spPr/>
    </dgm:pt>
    <dgm:pt modelId="{79D2AC98-E16F-43A1-9446-DA632E5FC265}" type="pres">
      <dgm:prSet presAssocID="{E7B17129-63EB-41CD-B7C1-0858FB5C3132}" presName="desTx" presStyleLbl="revTx" presStyleIdx="5" presStyleCnt="6">
        <dgm:presLayoutVars/>
      </dgm:prSet>
      <dgm:spPr/>
    </dgm:pt>
  </dgm:ptLst>
  <dgm:cxnLst>
    <dgm:cxn modelId="{598E3017-43C0-4B53-937C-BD3E3FC1F107}" srcId="{CDFD79DC-2BB7-4C85-AB7A-8B644AAB2146}" destId="{AB2EC835-6C95-479E-A79A-CDC9ED85A984}" srcOrd="0" destOrd="0" parTransId="{04FE2F6C-1BCB-4E6F-BC2B-6B450D145115}" sibTransId="{344FC2E1-8A54-41D5-81DE-0024FD62F520}"/>
    <dgm:cxn modelId="{45C28F1B-ACA1-4F5C-8D22-15227DA086B0}" srcId="{FAA76F5E-98B8-46C0-B50B-ED15A096055F}" destId="{3A8EA17C-7427-4E3F-9613-B776B2AEF51D}" srcOrd="0" destOrd="0" parTransId="{BC5F2899-6306-4010-98FD-7855935DB637}" sibTransId="{8AC14137-88C0-43CF-AEC1-97B735CF78FD}"/>
    <dgm:cxn modelId="{671F4F31-968E-44E0-BD69-7D43E82EFDB9}" srcId="{FA4B783D-A411-4084-87D0-ED6DF9811E2E}" destId="{FAA76F5E-98B8-46C0-B50B-ED15A096055F}" srcOrd="1" destOrd="0" parTransId="{719F90D8-B7EE-4971-8860-06F9EEE3906C}" sibTransId="{11ACC447-AE82-49DE-A202-F9C1EB8582BE}"/>
    <dgm:cxn modelId="{B7028238-5C64-4BDD-847B-0BC23C2A32ED}" type="presOf" srcId="{DAA22BB6-DA7B-46CB-98CF-B12AA0D960B1}" destId="{79D2AC98-E16F-43A1-9446-DA632E5FC265}" srcOrd="0" destOrd="0" presId="urn:microsoft.com/office/officeart/2018/2/layout/IconLabelDescriptionList"/>
    <dgm:cxn modelId="{AB10535C-25E7-437A-A97D-4DB1319A8BD8}" type="presOf" srcId="{3A8EA17C-7427-4E3F-9613-B776B2AEF51D}" destId="{BD5BB17E-60CE-4360-BB3E-43F6401491E2}" srcOrd="0" destOrd="0" presId="urn:microsoft.com/office/officeart/2018/2/layout/IconLabelDescriptionList"/>
    <dgm:cxn modelId="{A15A755F-0EAF-48F6-8604-16F5CA014122}" type="presOf" srcId="{03731F4A-A83C-486B-B267-0DBC59EB41D7}" destId="{BD5BB17E-60CE-4360-BB3E-43F6401491E2}" srcOrd="0" destOrd="1" presId="urn:microsoft.com/office/officeart/2018/2/layout/IconLabelDescriptionList"/>
    <dgm:cxn modelId="{0CE2AB61-D6DA-429E-8FD3-3F329C6E6274}" srcId="{CDFD79DC-2BB7-4C85-AB7A-8B644AAB2146}" destId="{C5B3C250-9131-45A8-8886-30CC6A020DAE}" srcOrd="1" destOrd="0" parTransId="{AE0E9FAB-0E66-4F1E-956C-4585F02833CB}" sibTransId="{09DD503B-4BD3-4958-BA45-466472CB8EB8}"/>
    <dgm:cxn modelId="{3FCA1D66-4FF1-4505-A706-FE49C6DADDBA}" srcId="{FA4B783D-A411-4084-87D0-ED6DF9811E2E}" destId="{E7B17129-63EB-41CD-B7C1-0858FB5C3132}" srcOrd="2" destOrd="0" parTransId="{50499705-794B-4B45-BF84-33561BF484F8}" sibTransId="{8D14A7A3-743A-4707-B906-DFA961A8E175}"/>
    <dgm:cxn modelId="{7CC42946-D86A-490F-8EFC-70FE3238BD34}" srcId="{FAA76F5E-98B8-46C0-B50B-ED15A096055F}" destId="{03731F4A-A83C-486B-B267-0DBC59EB41D7}" srcOrd="1" destOrd="0" parTransId="{DD1D0289-3E7B-406B-B027-9465C46699E6}" sibTransId="{C06999ED-6408-4633-AA98-51087DA2945C}"/>
    <dgm:cxn modelId="{F8C46046-9F79-4A1F-8B46-9ABF315474CE}" type="presOf" srcId="{FA4B783D-A411-4084-87D0-ED6DF9811E2E}" destId="{1011E64F-A938-4198-A8A0-F238BADD75B5}" srcOrd="0" destOrd="0" presId="urn:microsoft.com/office/officeart/2018/2/layout/IconLabelDescriptionList"/>
    <dgm:cxn modelId="{F84AB348-DAD9-48F3-A119-97FAE5BCB928}" type="presOf" srcId="{C5B3C250-9131-45A8-8886-30CC6A020DAE}" destId="{144562AE-A226-456A-9D88-16F10276B6B8}" srcOrd="0" destOrd="1" presId="urn:microsoft.com/office/officeart/2018/2/layout/IconLabelDescriptionList"/>
    <dgm:cxn modelId="{88570981-DBFC-4F44-BD34-93074435B6FB}" type="presOf" srcId="{CDFD79DC-2BB7-4C85-AB7A-8B644AAB2146}" destId="{B9712B51-81B1-4265-8506-B1584E740178}" srcOrd="0" destOrd="0" presId="urn:microsoft.com/office/officeart/2018/2/layout/IconLabelDescriptionList"/>
    <dgm:cxn modelId="{5900048A-1C39-4F83-866D-D6B5CF38406E}" type="presOf" srcId="{E7B17129-63EB-41CD-B7C1-0858FB5C3132}" destId="{C6F41498-9B35-45F4-BD0B-D67DF977B1B0}" srcOrd="0" destOrd="0" presId="urn:microsoft.com/office/officeart/2018/2/layout/IconLabelDescriptionList"/>
    <dgm:cxn modelId="{5948B9B2-0BAC-460D-B31D-538806BB8437}" type="presOf" srcId="{FAA76F5E-98B8-46C0-B50B-ED15A096055F}" destId="{AF99A671-30CC-40C5-9197-723EDEF1B438}" srcOrd="0" destOrd="0" presId="urn:microsoft.com/office/officeart/2018/2/layout/IconLabelDescriptionList"/>
    <dgm:cxn modelId="{8E217FB7-3825-4806-9679-948ACB14ED0A}" srcId="{E7B17129-63EB-41CD-B7C1-0858FB5C3132}" destId="{DAA22BB6-DA7B-46CB-98CF-B12AA0D960B1}" srcOrd="0" destOrd="0" parTransId="{5C4B0245-D024-4292-83F2-21817917C1B6}" sibTransId="{AEE2E064-0100-4174-A662-F16B1F41E6B5}"/>
    <dgm:cxn modelId="{2343B0E8-9047-4E97-B144-A648D016C1CB}" type="presOf" srcId="{AB2EC835-6C95-479E-A79A-CDC9ED85A984}" destId="{144562AE-A226-456A-9D88-16F10276B6B8}" srcOrd="0" destOrd="0" presId="urn:microsoft.com/office/officeart/2018/2/layout/IconLabelDescriptionList"/>
    <dgm:cxn modelId="{F87E63F1-710D-4B49-8399-BA8B6C6B2236}" srcId="{FA4B783D-A411-4084-87D0-ED6DF9811E2E}" destId="{CDFD79DC-2BB7-4C85-AB7A-8B644AAB2146}" srcOrd="0" destOrd="0" parTransId="{839EE8D9-37EA-4403-BDAC-F9BF0101F3D1}" sibTransId="{0B59B538-2D1A-446C-8AC0-2D883C618668}"/>
    <dgm:cxn modelId="{B96BCCC4-DEC6-40AA-85A5-C3A7B5CCDCD4}" type="presParOf" srcId="{1011E64F-A938-4198-A8A0-F238BADD75B5}" destId="{9CA9BD52-5714-4944-BB0F-8CFCA8769532}" srcOrd="0" destOrd="0" presId="urn:microsoft.com/office/officeart/2018/2/layout/IconLabelDescriptionList"/>
    <dgm:cxn modelId="{B25F2262-CE8A-4DEA-A3FC-B26BF6446D1C}" type="presParOf" srcId="{9CA9BD52-5714-4944-BB0F-8CFCA8769532}" destId="{36990E9B-5101-450C-82DE-927A273822FB}" srcOrd="0" destOrd="0" presId="urn:microsoft.com/office/officeart/2018/2/layout/IconLabelDescriptionList"/>
    <dgm:cxn modelId="{5CA6EFC1-B24B-49DB-BC69-3A90D40E2A7A}" type="presParOf" srcId="{9CA9BD52-5714-4944-BB0F-8CFCA8769532}" destId="{9D70139E-60A6-41F5-BEC9-4128FC164BE9}" srcOrd="1" destOrd="0" presId="urn:microsoft.com/office/officeart/2018/2/layout/IconLabelDescriptionList"/>
    <dgm:cxn modelId="{19857523-3A20-4B1D-8945-5E7CD874206D}" type="presParOf" srcId="{9CA9BD52-5714-4944-BB0F-8CFCA8769532}" destId="{B9712B51-81B1-4265-8506-B1584E740178}" srcOrd="2" destOrd="0" presId="urn:microsoft.com/office/officeart/2018/2/layout/IconLabelDescriptionList"/>
    <dgm:cxn modelId="{8AEAA6B6-121D-4782-B92F-F1553DC9706B}" type="presParOf" srcId="{9CA9BD52-5714-4944-BB0F-8CFCA8769532}" destId="{BE3FE6CC-E65A-489A-A6A5-4243A898F5FC}" srcOrd="3" destOrd="0" presId="urn:microsoft.com/office/officeart/2018/2/layout/IconLabelDescriptionList"/>
    <dgm:cxn modelId="{9AA02CDE-EA28-4DD7-B6CD-221BD5224DCC}" type="presParOf" srcId="{9CA9BD52-5714-4944-BB0F-8CFCA8769532}" destId="{144562AE-A226-456A-9D88-16F10276B6B8}" srcOrd="4" destOrd="0" presId="urn:microsoft.com/office/officeart/2018/2/layout/IconLabelDescriptionList"/>
    <dgm:cxn modelId="{AF024AE0-CECA-4021-9057-D2ABE4DF23FA}" type="presParOf" srcId="{1011E64F-A938-4198-A8A0-F238BADD75B5}" destId="{357AB09D-4625-426A-A1BA-5537F679D81B}" srcOrd="1" destOrd="0" presId="urn:microsoft.com/office/officeart/2018/2/layout/IconLabelDescriptionList"/>
    <dgm:cxn modelId="{083D55A9-FD2C-405F-9EC5-A101A2B4F698}" type="presParOf" srcId="{1011E64F-A938-4198-A8A0-F238BADD75B5}" destId="{EF849EFC-DDA7-4203-94EA-97BA68FD0F49}" srcOrd="2" destOrd="0" presId="urn:microsoft.com/office/officeart/2018/2/layout/IconLabelDescriptionList"/>
    <dgm:cxn modelId="{B2322A74-1E65-42E4-ABFA-8A323B287091}" type="presParOf" srcId="{EF849EFC-DDA7-4203-94EA-97BA68FD0F49}" destId="{3B6A9442-EFEE-4CF7-AE1B-81EA4DD0EC22}" srcOrd="0" destOrd="0" presId="urn:microsoft.com/office/officeart/2018/2/layout/IconLabelDescriptionList"/>
    <dgm:cxn modelId="{6591AC56-42FC-4D8A-B387-3425F07DC7C9}" type="presParOf" srcId="{EF849EFC-DDA7-4203-94EA-97BA68FD0F49}" destId="{E51FB4D0-983A-4047-97E0-191F328F94EE}" srcOrd="1" destOrd="0" presId="urn:microsoft.com/office/officeart/2018/2/layout/IconLabelDescriptionList"/>
    <dgm:cxn modelId="{3FC774AA-E223-4BBA-AA8D-8AA0C5932BBD}" type="presParOf" srcId="{EF849EFC-DDA7-4203-94EA-97BA68FD0F49}" destId="{AF99A671-30CC-40C5-9197-723EDEF1B438}" srcOrd="2" destOrd="0" presId="urn:microsoft.com/office/officeart/2018/2/layout/IconLabelDescriptionList"/>
    <dgm:cxn modelId="{E0EBEE18-0F6E-4B38-A537-415E4D96D274}" type="presParOf" srcId="{EF849EFC-DDA7-4203-94EA-97BA68FD0F49}" destId="{DC92C272-E573-4E77-9ACF-7B8D92CE2068}" srcOrd="3" destOrd="0" presId="urn:microsoft.com/office/officeart/2018/2/layout/IconLabelDescriptionList"/>
    <dgm:cxn modelId="{B1C420C7-69BD-48BB-B621-5EF6AF2E6D4C}" type="presParOf" srcId="{EF849EFC-DDA7-4203-94EA-97BA68FD0F49}" destId="{BD5BB17E-60CE-4360-BB3E-43F6401491E2}" srcOrd="4" destOrd="0" presId="urn:microsoft.com/office/officeart/2018/2/layout/IconLabelDescriptionList"/>
    <dgm:cxn modelId="{2B1BAB73-588A-4F25-AC2D-E8228359D43E}" type="presParOf" srcId="{1011E64F-A938-4198-A8A0-F238BADD75B5}" destId="{EDB12D6C-9578-462D-8C4F-CD084EE40881}" srcOrd="3" destOrd="0" presId="urn:microsoft.com/office/officeart/2018/2/layout/IconLabelDescriptionList"/>
    <dgm:cxn modelId="{F1E27121-1F53-43ED-9771-34D81F91A534}" type="presParOf" srcId="{1011E64F-A938-4198-A8A0-F238BADD75B5}" destId="{C3217EEF-A8D7-4479-AC86-5A76337F6C88}" srcOrd="4" destOrd="0" presId="urn:microsoft.com/office/officeart/2018/2/layout/IconLabelDescriptionList"/>
    <dgm:cxn modelId="{F0EB72CB-E2AA-4F02-BA7A-660663E55F1E}" type="presParOf" srcId="{C3217EEF-A8D7-4479-AC86-5A76337F6C88}" destId="{F84B7A89-9E9D-4195-883C-12D44F1C3FCD}" srcOrd="0" destOrd="0" presId="urn:microsoft.com/office/officeart/2018/2/layout/IconLabelDescriptionList"/>
    <dgm:cxn modelId="{2417982B-4932-40D8-9169-ED44034627C4}" type="presParOf" srcId="{C3217EEF-A8D7-4479-AC86-5A76337F6C88}" destId="{61798063-6DB7-4088-BB93-B89BB4DDF9D4}" srcOrd="1" destOrd="0" presId="urn:microsoft.com/office/officeart/2018/2/layout/IconLabelDescriptionList"/>
    <dgm:cxn modelId="{3C3FCA34-6BBB-4EC4-A087-1A1ADE1D69EE}" type="presParOf" srcId="{C3217EEF-A8D7-4479-AC86-5A76337F6C88}" destId="{C6F41498-9B35-45F4-BD0B-D67DF977B1B0}" srcOrd="2" destOrd="0" presId="urn:microsoft.com/office/officeart/2018/2/layout/IconLabelDescriptionList"/>
    <dgm:cxn modelId="{A6222AFE-4A89-4EEF-8A1A-4A20BC1F24F7}" type="presParOf" srcId="{C3217EEF-A8D7-4479-AC86-5A76337F6C88}" destId="{6110B43D-6770-43ED-B53D-8FA70045AF23}" srcOrd="3" destOrd="0" presId="urn:microsoft.com/office/officeart/2018/2/layout/IconLabelDescriptionList"/>
    <dgm:cxn modelId="{60FFF5FF-A954-4278-A3C1-B4AAE300FFDB}" type="presParOf" srcId="{C3217EEF-A8D7-4479-AC86-5A76337F6C88}" destId="{79D2AC98-E16F-43A1-9446-DA632E5FC26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FA4B783D-A411-4084-87D0-ED6DF9811E2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3C8DC08-1B5D-4C75-A00C-0435ACF204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required to validate the owner’s credentials</a:t>
          </a:r>
        </a:p>
      </dgm:t>
    </dgm:pt>
    <dgm:pt modelId="{217D6CB2-F83F-4C25-8A0F-E9C90807AA65}" type="parTrans" cxnId="{55AB3CD2-BC96-4E2A-A380-BDCE8E240A4C}">
      <dgm:prSet/>
      <dgm:spPr/>
      <dgm:t>
        <a:bodyPr/>
        <a:lstStyle/>
        <a:p>
          <a:endParaRPr lang="en-US"/>
        </a:p>
      </dgm:t>
    </dgm:pt>
    <dgm:pt modelId="{C06E3078-2D5B-4CF1-B2AB-6472F7178C30}" type="sibTrans" cxnId="{55AB3CD2-BC96-4E2A-A380-BDCE8E240A4C}">
      <dgm:prSet/>
      <dgm:spPr/>
      <dgm:t>
        <a:bodyPr/>
        <a:lstStyle/>
        <a:p>
          <a:endParaRPr lang="en-US"/>
        </a:p>
      </dgm:t>
    </dgm:pt>
    <dgm:pt modelId="{B10EBCAA-18CC-463A-AD4D-773AD92288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520 bits</a:t>
          </a:r>
        </a:p>
      </dgm:t>
    </dgm:pt>
    <dgm:pt modelId="{23E80F4A-5450-486E-919B-31D280F6A5E2}" type="parTrans" cxnId="{073FAB95-FA2F-442C-B39E-13D69D559BC8}">
      <dgm:prSet/>
      <dgm:spPr/>
      <dgm:t>
        <a:bodyPr/>
        <a:lstStyle/>
        <a:p>
          <a:endParaRPr lang="en-US"/>
        </a:p>
      </dgm:t>
    </dgm:pt>
    <dgm:pt modelId="{28DFEE66-54DF-434F-8C4F-1FE3AA7EE833}" type="sibTrans" cxnId="{073FAB95-FA2F-442C-B39E-13D69D559BC8}">
      <dgm:prSet/>
      <dgm:spPr/>
      <dgm:t>
        <a:bodyPr/>
        <a:lstStyle/>
        <a:p>
          <a:endParaRPr lang="en-US"/>
        </a:p>
      </dgm:t>
    </dgm:pt>
    <dgm:pt modelId="{C87A49C7-22B0-4EB7-A415-B18D7D3A4EA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public key with </a:t>
          </a:r>
          <a:r>
            <a:rPr lang="en-US" dirty="0"/>
            <a:t>(prefix + x + y), </a:t>
          </a:r>
        </a:p>
      </dgm:t>
    </dgm:pt>
    <dgm:pt modelId="{527153F0-BAE3-4612-9414-7F43B86A5529}" type="parTrans" cxnId="{918F1299-A348-4B26-BBCE-7934F2432A36}">
      <dgm:prSet/>
      <dgm:spPr/>
      <dgm:t>
        <a:bodyPr/>
        <a:lstStyle/>
        <a:p>
          <a:endParaRPr lang="en-US"/>
        </a:p>
      </dgm:t>
    </dgm:pt>
    <dgm:pt modelId="{EFF2A26F-58C4-49C6-A079-F70A8BC9010D}" type="sibTrans" cxnId="{918F1299-A348-4B26-BBCE-7934F2432A36}">
      <dgm:prSet/>
      <dgm:spPr/>
      <dgm:t>
        <a:bodyPr/>
        <a:lstStyle/>
        <a:p>
          <a:endParaRPr lang="en-US"/>
        </a:p>
      </dgm:t>
    </dgm:pt>
    <dgm:pt modelId="{4C9AEF31-F664-43E1-B4FF-21ED074C7A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data</a:t>
          </a:r>
          <a:endParaRPr lang="en-US" dirty="0"/>
        </a:p>
      </dgm:t>
    </dgm:pt>
    <dgm:pt modelId="{A0B8245D-4064-4C78-AB50-ACF7A3EBDC78}" type="parTrans" cxnId="{08920877-E6FB-45B2-916D-252A1E873288}">
      <dgm:prSet/>
      <dgm:spPr/>
      <dgm:t>
        <a:bodyPr/>
        <a:lstStyle/>
        <a:p>
          <a:endParaRPr lang="en-US"/>
        </a:p>
      </dgm:t>
    </dgm:pt>
    <dgm:pt modelId="{89CB3DE5-9A5D-48A2-A39F-4E8BFCAE9615}" type="sibTrans" cxnId="{08920877-E6FB-45B2-916D-252A1E873288}">
      <dgm:prSet/>
      <dgm:spPr/>
      <dgm:t>
        <a:bodyPr/>
        <a:lstStyle/>
        <a:p>
          <a:endParaRPr lang="en-US"/>
        </a:p>
      </dgm:t>
    </dgm:pt>
    <dgm:pt modelId="{95480913-46E6-4F73-892E-ADE0AF4E42A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100s of </a:t>
          </a:r>
          <a:r>
            <a:rPr lang="en-US" dirty="0"/>
            <a:t>transactions per block</a:t>
          </a:r>
        </a:p>
      </dgm:t>
    </dgm:pt>
    <dgm:pt modelId="{052053F5-908C-48DD-A319-CDCD36FAF202}" type="parTrans" cxnId="{9ED08102-017E-4FF7-B15C-27CC97B16B8B}">
      <dgm:prSet/>
      <dgm:spPr/>
      <dgm:t>
        <a:bodyPr/>
        <a:lstStyle/>
        <a:p>
          <a:endParaRPr lang="en-US"/>
        </a:p>
      </dgm:t>
    </dgm:pt>
    <dgm:pt modelId="{7A697721-C91D-49D2-AB7B-2E15506326D1}" type="sibTrans" cxnId="{9ED08102-017E-4FF7-B15C-27CC97B16B8B}">
      <dgm:prSet/>
      <dgm:spPr/>
      <dgm:t>
        <a:bodyPr/>
        <a:lstStyle/>
        <a:p>
          <a:endParaRPr lang="en-US"/>
        </a:p>
      </dgm:t>
    </dgm:pt>
    <dgm:pt modelId="{8C9CCB74-F1B6-4BF3-889D-5E6C8F4C8DC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10 000’s </a:t>
          </a:r>
          <a:r>
            <a:rPr lang="en-US" dirty="0"/>
            <a:t>of</a:t>
          </a:r>
          <a:r>
            <a:rPr lang="tr-TR" dirty="0"/>
            <a:t> </a:t>
          </a:r>
          <a:r>
            <a:rPr lang="en-US" dirty="0"/>
            <a:t>transactions per day</a:t>
          </a:r>
        </a:p>
      </dgm:t>
    </dgm:pt>
    <dgm:pt modelId="{53F777FF-E78F-4E88-91BF-8C113C73C730}" type="parTrans" cxnId="{B19DCA19-9AE8-4150-89A3-1E0994DE7A4D}">
      <dgm:prSet/>
      <dgm:spPr/>
      <dgm:t>
        <a:bodyPr/>
        <a:lstStyle/>
        <a:p>
          <a:endParaRPr lang="en-US"/>
        </a:p>
      </dgm:t>
    </dgm:pt>
    <dgm:pt modelId="{A554E83D-74F6-499F-B75A-9484889E5239}" type="sibTrans" cxnId="{B19DCA19-9AE8-4150-89A3-1E0994DE7A4D}">
      <dgm:prSet/>
      <dgm:spPr/>
      <dgm:t>
        <a:bodyPr/>
        <a:lstStyle/>
        <a:p>
          <a:endParaRPr lang="en-US"/>
        </a:p>
      </dgm:t>
    </dgm:pt>
    <dgm:pt modelId="{F79932A7-FBAB-45C5-8169-B34225FF74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Need</a:t>
          </a:r>
          <a:endParaRPr lang="en-US"/>
        </a:p>
      </dgm:t>
    </dgm:pt>
    <dgm:pt modelId="{22ABEFEB-E0C9-4F46-81FC-2DA9AB834625}" type="parTrans" cxnId="{D98FEE02-7483-4F7E-85AA-2EFA14658C6C}">
      <dgm:prSet/>
      <dgm:spPr/>
      <dgm:t>
        <a:bodyPr/>
        <a:lstStyle/>
        <a:p>
          <a:endParaRPr lang="tr-TR"/>
        </a:p>
      </dgm:t>
    </dgm:pt>
    <dgm:pt modelId="{243A5FDB-C511-4D23-BC2D-BCAA6CFC46C6}" type="sibTrans" cxnId="{D98FEE02-7483-4F7E-85AA-2EFA14658C6C}">
      <dgm:prSet/>
      <dgm:spPr/>
      <dgm:t>
        <a:bodyPr/>
        <a:lstStyle/>
        <a:p>
          <a:endParaRPr lang="tr-TR"/>
        </a:p>
      </dgm:t>
    </dgm:pt>
    <dgm:pt modelId="{892EBD34-4D87-4E06-A274-2AD11B792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spend the bitcoin</a:t>
          </a:r>
        </a:p>
      </dgm:t>
    </dgm:pt>
    <dgm:pt modelId="{3599CDAC-C67A-41E5-9D32-E2ECD0531573}" type="parTrans" cxnId="{0C5F329A-B941-4CF4-8FE4-1771D4BFFC83}">
      <dgm:prSet/>
      <dgm:spPr/>
      <dgm:t>
        <a:bodyPr/>
        <a:lstStyle/>
        <a:p>
          <a:endParaRPr lang="tr-TR"/>
        </a:p>
      </dgm:t>
    </dgm:pt>
    <dgm:pt modelId="{5E71C67D-79FF-4A9B-9F7A-86C44F7D2C41}" type="sibTrans" cxnId="{0C5F329A-B941-4CF4-8FE4-1771D4BFFC83}">
      <dgm:prSet/>
      <dgm:spPr/>
      <dgm:t>
        <a:bodyPr/>
        <a:lstStyle/>
        <a:p>
          <a:endParaRPr lang="tr-TR"/>
        </a:p>
      </dgm:t>
    </dgm:pt>
    <dgm:pt modelId="{B54E9FFF-E23C-4E2A-B0DF-95244E0771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Per </a:t>
          </a:r>
          <a:r>
            <a:rPr lang="tr-TR" dirty="0"/>
            <a:t>transaction</a:t>
          </a:r>
          <a:endParaRPr lang="en-US" dirty="0"/>
        </a:p>
      </dgm:t>
    </dgm:pt>
    <dgm:pt modelId="{85D708D8-120D-4287-AB27-8326D422325E}" type="parTrans" cxnId="{98493F02-2F46-4599-8D12-F0615E009EA4}">
      <dgm:prSet/>
      <dgm:spPr/>
      <dgm:t>
        <a:bodyPr/>
        <a:lstStyle/>
        <a:p>
          <a:endParaRPr lang="tr-TR"/>
        </a:p>
      </dgm:t>
    </dgm:pt>
    <dgm:pt modelId="{4DB16875-0C9A-4E4C-9234-53FBD47295D9}" type="sibTrans" cxnId="{98493F02-2F46-4599-8D12-F0615E009EA4}">
      <dgm:prSet/>
      <dgm:spPr/>
      <dgm:t>
        <a:bodyPr/>
        <a:lstStyle/>
        <a:p>
          <a:endParaRPr lang="tr-TR"/>
        </a:p>
      </dgm:t>
    </dgm:pt>
    <dgm:pt modelId="{33A1F2D5-981C-4852-A921-11953FC156C8}" type="pres">
      <dgm:prSet presAssocID="{FA4B783D-A411-4084-87D0-ED6DF9811E2E}" presName="root" presStyleCnt="0">
        <dgm:presLayoutVars>
          <dgm:dir/>
          <dgm:resizeHandles val="exact"/>
        </dgm:presLayoutVars>
      </dgm:prSet>
      <dgm:spPr/>
    </dgm:pt>
    <dgm:pt modelId="{FA2124F7-D35F-40F2-8017-36C0D8C1ECEE}" type="pres">
      <dgm:prSet presAssocID="{F79932A7-FBAB-45C5-8169-B34225FF7483}" presName="compNode" presStyleCnt="0"/>
      <dgm:spPr/>
    </dgm:pt>
    <dgm:pt modelId="{36C8C72C-162E-4688-A4FD-C77656A0DDBA}" type="pres">
      <dgm:prSet presAssocID="{F79932A7-FBAB-45C5-8169-B34225FF74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2318B6E-0754-4628-B07C-A6D32D44210D}" type="pres">
      <dgm:prSet presAssocID="{F79932A7-FBAB-45C5-8169-B34225FF7483}" presName="iconSpace" presStyleCnt="0"/>
      <dgm:spPr/>
    </dgm:pt>
    <dgm:pt modelId="{134DA2D2-93D1-4F3D-9113-70A61E485FB1}" type="pres">
      <dgm:prSet presAssocID="{F79932A7-FBAB-45C5-8169-B34225FF7483}" presName="parTx" presStyleLbl="revTx" presStyleIdx="0" presStyleCnt="6">
        <dgm:presLayoutVars>
          <dgm:chMax val="0"/>
          <dgm:chPref val="0"/>
        </dgm:presLayoutVars>
      </dgm:prSet>
      <dgm:spPr/>
    </dgm:pt>
    <dgm:pt modelId="{EDB8DE91-7AD6-4901-A7B7-8EA5EE780E82}" type="pres">
      <dgm:prSet presAssocID="{F79932A7-FBAB-45C5-8169-B34225FF7483}" presName="txSpace" presStyleCnt="0"/>
      <dgm:spPr/>
    </dgm:pt>
    <dgm:pt modelId="{6D10B180-BAF5-42F8-9EAC-5886E9A7C314}" type="pres">
      <dgm:prSet presAssocID="{F79932A7-FBAB-45C5-8169-B34225FF7483}" presName="desTx" presStyleLbl="revTx" presStyleIdx="1" presStyleCnt="6">
        <dgm:presLayoutVars/>
      </dgm:prSet>
      <dgm:spPr/>
    </dgm:pt>
    <dgm:pt modelId="{E69A23F6-B9C4-46F6-B63B-39B52E27BAC1}" type="pres">
      <dgm:prSet presAssocID="{243A5FDB-C511-4D23-BC2D-BCAA6CFC46C6}" presName="sibTrans" presStyleCnt="0"/>
      <dgm:spPr/>
    </dgm:pt>
    <dgm:pt modelId="{AB69FFFC-2444-4BA7-9E71-A5BFDC8861D5}" type="pres">
      <dgm:prSet presAssocID="{B10EBCAA-18CC-463A-AD4D-773AD9228848}" presName="compNode" presStyleCnt="0"/>
      <dgm:spPr/>
    </dgm:pt>
    <dgm:pt modelId="{87C47B25-BB65-4791-BBB7-14E8862AD76C}" type="pres">
      <dgm:prSet presAssocID="{B10EBCAA-18CC-463A-AD4D-773AD92288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EB83B39-79B1-4A68-AADE-03B75D39A8D3}" type="pres">
      <dgm:prSet presAssocID="{B10EBCAA-18CC-463A-AD4D-773AD9228848}" presName="iconSpace" presStyleCnt="0"/>
      <dgm:spPr/>
    </dgm:pt>
    <dgm:pt modelId="{CCA6A2B1-D0F5-44AE-9D0F-E0B29A40BA18}" type="pres">
      <dgm:prSet presAssocID="{B10EBCAA-18CC-463A-AD4D-773AD9228848}" presName="parTx" presStyleLbl="revTx" presStyleIdx="2" presStyleCnt="6">
        <dgm:presLayoutVars>
          <dgm:chMax val="0"/>
          <dgm:chPref val="0"/>
        </dgm:presLayoutVars>
      </dgm:prSet>
      <dgm:spPr/>
    </dgm:pt>
    <dgm:pt modelId="{5E8A4F2E-81B1-41C7-9459-890EAE5BEB93}" type="pres">
      <dgm:prSet presAssocID="{B10EBCAA-18CC-463A-AD4D-773AD9228848}" presName="txSpace" presStyleCnt="0"/>
      <dgm:spPr/>
    </dgm:pt>
    <dgm:pt modelId="{7BC10BCF-6699-4A15-B567-2FA074DB8FB1}" type="pres">
      <dgm:prSet presAssocID="{B10EBCAA-18CC-463A-AD4D-773AD9228848}" presName="desTx" presStyleLbl="revTx" presStyleIdx="3" presStyleCnt="6">
        <dgm:presLayoutVars/>
      </dgm:prSet>
      <dgm:spPr/>
    </dgm:pt>
    <dgm:pt modelId="{D0DADF6E-85BC-4837-A0FB-76AAB4C893A8}" type="pres">
      <dgm:prSet presAssocID="{28DFEE66-54DF-434F-8C4F-1FE3AA7EE833}" presName="sibTrans" presStyleCnt="0"/>
      <dgm:spPr/>
    </dgm:pt>
    <dgm:pt modelId="{9665AD73-31F1-4751-ADEA-90F8CF695CB3}" type="pres">
      <dgm:prSet presAssocID="{4C9AEF31-F664-43E1-B4FF-21ED074C7A95}" presName="compNode" presStyleCnt="0"/>
      <dgm:spPr/>
    </dgm:pt>
    <dgm:pt modelId="{D6336612-D3DC-4D89-ACE4-B03ABC423C2D}" type="pres">
      <dgm:prSet presAssocID="{4C9AEF31-F664-43E1-B4FF-21ED074C7A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ED6D3B8-D39E-44BA-BCC0-BAEC2BD00C59}" type="pres">
      <dgm:prSet presAssocID="{4C9AEF31-F664-43E1-B4FF-21ED074C7A95}" presName="iconSpace" presStyleCnt="0"/>
      <dgm:spPr/>
    </dgm:pt>
    <dgm:pt modelId="{4AAD6E57-A521-40D9-9653-9E3307BC6019}" type="pres">
      <dgm:prSet presAssocID="{4C9AEF31-F664-43E1-B4FF-21ED074C7A95}" presName="parTx" presStyleLbl="revTx" presStyleIdx="4" presStyleCnt="6">
        <dgm:presLayoutVars>
          <dgm:chMax val="0"/>
          <dgm:chPref val="0"/>
        </dgm:presLayoutVars>
      </dgm:prSet>
      <dgm:spPr/>
    </dgm:pt>
    <dgm:pt modelId="{9309858C-C9F9-46FE-B7F4-42BEEED1D013}" type="pres">
      <dgm:prSet presAssocID="{4C9AEF31-F664-43E1-B4FF-21ED074C7A95}" presName="txSpace" presStyleCnt="0"/>
      <dgm:spPr/>
    </dgm:pt>
    <dgm:pt modelId="{84E48749-3DBD-428E-8B4C-753AB29D44F9}" type="pres">
      <dgm:prSet presAssocID="{4C9AEF31-F664-43E1-B4FF-21ED074C7A95}" presName="desTx" presStyleLbl="revTx" presStyleIdx="5" presStyleCnt="6">
        <dgm:presLayoutVars/>
      </dgm:prSet>
      <dgm:spPr/>
    </dgm:pt>
  </dgm:ptLst>
  <dgm:cxnLst>
    <dgm:cxn modelId="{98493F02-2F46-4599-8D12-F0615E009EA4}" srcId="{B10EBCAA-18CC-463A-AD4D-773AD9228848}" destId="{B54E9FFF-E23C-4E2A-B0DF-95244E077128}" srcOrd="0" destOrd="0" parTransId="{85D708D8-120D-4287-AB27-8326D422325E}" sibTransId="{4DB16875-0C9A-4E4C-9234-53FBD47295D9}"/>
    <dgm:cxn modelId="{9ED08102-017E-4FF7-B15C-27CC97B16B8B}" srcId="{4C9AEF31-F664-43E1-B4FF-21ED074C7A95}" destId="{95480913-46E6-4F73-892E-ADE0AF4E42A8}" srcOrd="0" destOrd="0" parTransId="{052053F5-908C-48DD-A319-CDCD36FAF202}" sibTransId="{7A697721-C91D-49D2-AB7B-2E15506326D1}"/>
    <dgm:cxn modelId="{D98FEE02-7483-4F7E-85AA-2EFA14658C6C}" srcId="{FA4B783D-A411-4084-87D0-ED6DF9811E2E}" destId="{F79932A7-FBAB-45C5-8169-B34225FF7483}" srcOrd="0" destOrd="0" parTransId="{22ABEFEB-E0C9-4F46-81FC-2DA9AB834625}" sibTransId="{243A5FDB-C511-4D23-BC2D-BCAA6CFC46C6}"/>
    <dgm:cxn modelId="{3F228B18-356E-4C84-8DF5-86137F060F0B}" type="presOf" srcId="{8C9CCB74-F1B6-4BF3-889D-5E6C8F4C8DCE}" destId="{84E48749-3DBD-428E-8B4C-753AB29D44F9}" srcOrd="0" destOrd="1" presId="urn:microsoft.com/office/officeart/2018/5/layout/CenteredIconLabelDescriptionList"/>
    <dgm:cxn modelId="{B19DCA19-9AE8-4150-89A3-1E0994DE7A4D}" srcId="{4C9AEF31-F664-43E1-B4FF-21ED074C7A95}" destId="{8C9CCB74-F1B6-4BF3-889D-5E6C8F4C8DCE}" srcOrd="1" destOrd="0" parTransId="{53F777FF-E78F-4E88-91BF-8C113C73C730}" sibTransId="{A554E83D-74F6-499F-B75A-9484889E5239}"/>
    <dgm:cxn modelId="{4E2C8132-51FD-40C1-838C-D413189EB4AA}" type="presOf" srcId="{F79932A7-FBAB-45C5-8169-B34225FF7483}" destId="{134DA2D2-93D1-4F3D-9113-70A61E485FB1}" srcOrd="0" destOrd="0" presId="urn:microsoft.com/office/officeart/2018/5/layout/CenteredIconLabelDescriptionList"/>
    <dgm:cxn modelId="{E812FD3B-14D8-4BB4-A78B-8179D15CA757}" type="presOf" srcId="{B10EBCAA-18CC-463A-AD4D-773AD9228848}" destId="{CCA6A2B1-D0F5-44AE-9D0F-E0B29A40BA18}" srcOrd="0" destOrd="0" presId="urn:microsoft.com/office/officeart/2018/5/layout/CenteredIconLabelDescriptionList"/>
    <dgm:cxn modelId="{DE23544D-11EB-410D-8A31-B079C2A3CB4E}" type="presOf" srcId="{4C9AEF31-F664-43E1-B4FF-21ED074C7A95}" destId="{4AAD6E57-A521-40D9-9653-9E3307BC6019}" srcOrd="0" destOrd="0" presId="urn:microsoft.com/office/officeart/2018/5/layout/CenteredIconLabelDescriptionList"/>
    <dgm:cxn modelId="{2853F76F-49F6-4CEF-A5DC-024990A808E3}" type="presOf" srcId="{FA4B783D-A411-4084-87D0-ED6DF9811E2E}" destId="{33A1F2D5-981C-4852-A921-11953FC156C8}" srcOrd="0" destOrd="0" presId="urn:microsoft.com/office/officeart/2018/5/layout/CenteredIconLabelDescriptionList"/>
    <dgm:cxn modelId="{08920877-E6FB-45B2-916D-252A1E873288}" srcId="{FA4B783D-A411-4084-87D0-ED6DF9811E2E}" destId="{4C9AEF31-F664-43E1-B4FF-21ED074C7A95}" srcOrd="2" destOrd="0" parTransId="{A0B8245D-4064-4C78-AB50-ACF7A3EBDC78}" sibTransId="{89CB3DE5-9A5D-48A2-A39F-4E8BFCAE9615}"/>
    <dgm:cxn modelId="{073FAB95-FA2F-442C-B39E-13D69D559BC8}" srcId="{FA4B783D-A411-4084-87D0-ED6DF9811E2E}" destId="{B10EBCAA-18CC-463A-AD4D-773AD9228848}" srcOrd="1" destOrd="0" parTransId="{23E80F4A-5450-486E-919B-31D280F6A5E2}" sibTransId="{28DFEE66-54DF-434F-8C4F-1FE3AA7EE833}"/>
    <dgm:cxn modelId="{918F1299-A348-4B26-BBCE-7934F2432A36}" srcId="{B10EBCAA-18CC-463A-AD4D-773AD9228848}" destId="{C87A49C7-22B0-4EB7-A415-B18D7D3A4EAB}" srcOrd="1" destOrd="0" parTransId="{527153F0-BAE3-4612-9414-7F43B86A5529}" sibTransId="{EFF2A26F-58C4-49C6-A079-F70A8BC9010D}"/>
    <dgm:cxn modelId="{0C5F329A-B941-4CF4-8FE4-1771D4BFFC83}" srcId="{F79932A7-FBAB-45C5-8169-B34225FF7483}" destId="{892EBD34-4D87-4E06-A274-2AD11B792E75}" srcOrd="1" destOrd="0" parTransId="{3599CDAC-C67A-41E5-9D32-E2ECD0531573}" sibTransId="{5E71C67D-79FF-4A9B-9F7A-86C44F7D2C41}"/>
    <dgm:cxn modelId="{A4D532B0-9E49-47DA-944B-52D6B940CC37}" type="presOf" srcId="{B54E9FFF-E23C-4E2A-B0DF-95244E077128}" destId="{7BC10BCF-6699-4A15-B567-2FA074DB8FB1}" srcOrd="0" destOrd="0" presId="urn:microsoft.com/office/officeart/2018/5/layout/CenteredIconLabelDescriptionList"/>
    <dgm:cxn modelId="{76B048B6-64FE-48E9-9915-D27DC28A1A2F}" type="presOf" srcId="{95480913-46E6-4F73-892E-ADE0AF4E42A8}" destId="{84E48749-3DBD-428E-8B4C-753AB29D44F9}" srcOrd="0" destOrd="0" presId="urn:microsoft.com/office/officeart/2018/5/layout/CenteredIconLabelDescriptionList"/>
    <dgm:cxn modelId="{5CB851B8-8242-4149-8D0A-52D2CF7794F7}" type="presOf" srcId="{A3C8DC08-1B5D-4C75-A00C-0435ACF20466}" destId="{6D10B180-BAF5-42F8-9EAC-5886E9A7C314}" srcOrd="0" destOrd="0" presId="urn:microsoft.com/office/officeart/2018/5/layout/CenteredIconLabelDescriptionList"/>
    <dgm:cxn modelId="{55AB3CD2-BC96-4E2A-A380-BDCE8E240A4C}" srcId="{F79932A7-FBAB-45C5-8169-B34225FF7483}" destId="{A3C8DC08-1B5D-4C75-A00C-0435ACF20466}" srcOrd="0" destOrd="0" parTransId="{217D6CB2-F83F-4C25-8A0F-E9C90807AA65}" sibTransId="{C06E3078-2D5B-4CF1-B2AB-6472F7178C30}"/>
    <dgm:cxn modelId="{640395DF-D7AB-4271-92BF-BFE26946CA94}" type="presOf" srcId="{C87A49C7-22B0-4EB7-A415-B18D7D3A4EAB}" destId="{7BC10BCF-6699-4A15-B567-2FA074DB8FB1}" srcOrd="0" destOrd="1" presId="urn:microsoft.com/office/officeart/2018/5/layout/CenteredIconLabelDescriptionList"/>
    <dgm:cxn modelId="{9A6B47F6-63C4-4E75-9D3E-8570FEB93487}" type="presOf" srcId="{892EBD34-4D87-4E06-A274-2AD11B792E75}" destId="{6D10B180-BAF5-42F8-9EAC-5886E9A7C314}" srcOrd="0" destOrd="1" presId="urn:microsoft.com/office/officeart/2018/5/layout/CenteredIconLabelDescriptionList"/>
    <dgm:cxn modelId="{5989045F-806D-4DE7-B341-323080C2B25A}" type="presParOf" srcId="{33A1F2D5-981C-4852-A921-11953FC156C8}" destId="{FA2124F7-D35F-40F2-8017-36C0D8C1ECEE}" srcOrd="0" destOrd="0" presId="urn:microsoft.com/office/officeart/2018/5/layout/CenteredIconLabelDescriptionList"/>
    <dgm:cxn modelId="{37373C85-F56A-4B6E-8422-E0D503B2EECC}" type="presParOf" srcId="{FA2124F7-D35F-40F2-8017-36C0D8C1ECEE}" destId="{36C8C72C-162E-4688-A4FD-C77656A0DDBA}" srcOrd="0" destOrd="0" presId="urn:microsoft.com/office/officeart/2018/5/layout/CenteredIconLabelDescriptionList"/>
    <dgm:cxn modelId="{2F9ED396-9C9C-4C56-A3C5-9891C40E70A0}" type="presParOf" srcId="{FA2124F7-D35F-40F2-8017-36C0D8C1ECEE}" destId="{12318B6E-0754-4628-B07C-A6D32D44210D}" srcOrd="1" destOrd="0" presId="urn:microsoft.com/office/officeart/2018/5/layout/CenteredIconLabelDescriptionList"/>
    <dgm:cxn modelId="{C1E60111-CCF8-4F99-8D6C-AD627A61972D}" type="presParOf" srcId="{FA2124F7-D35F-40F2-8017-36C0D8C1ECEE}" destId="{134DA2D2-93D1-4F3D-9113-70A61E485FB1}" srcOrd="2" destOrd="0" presId="urn:microsoft.com/office/officeart/2018/5/layout/CenteredIconLabelDescriptionList"/>
    <dgm:cxn modelId="{6B040835-034A-4BF6-BE90-F5671C4CC596}" type="presParOf" srcId="{FA2124F7-D35F-40F2-8017-36C0D8C1ECEE}" destId="{EDB8DE91-7AD6-4901-A7B7-8EA5EE780E82}" srcOrd="3" destOrd="0" presId="urn:microsoft.com/office/officeart/2018/5/layout/CenteredIconLabelDescriptionList"/>
    <dgm:cxn modelId="{F0A9B7F4-0301-41E7-A16A-840710F7769B}" type="presParOf" srcId="{FA2124F7-D35F-40F2-8017-36C0D8C1ECEE}" destId="{6D10B180-BAF5-42F8-9EAC-5886E9A7C314}" srcOrd="4" destOrd="0" presId="urn:microsoft.com/office/officeart/2018/5/layout/CenteredIconLabelDescriptionList"/>
    <dgm:cxn modelId="{B01BB2FE-4E97-49CF-84CD-1B1E7560DE56}" type="presParOf" srcId="{33A1F2D5-981C-4852-A921-11953FC156C8}" destId="{E69A23F6-B9C4-46F6-B63B-39B52E27BAC1}" srcOrd="1" destOrd="0" presId="urn:microsoft.com/office/officeart/2018/5/layout/CenteredIconLabelDescriptionList"/>
    <dgm:cxn modelId="{2DDBA575-2913-4600-B9AE-FB5F5712BDD5}" type="presParOf" srcId="{33A1F2D5-981C-4852-A921-11953FC156C8}" destId="{AB69FFFC-2444-4BA7-9E71-A5BFDC8861D5}" srcOrd="2" destOrd="0" presId="urn:microsoft.com/office/officeart/2018/5/layout/CenteredIconLabelDescriptionList"/>
    <dgm:cxn modelId="{49552726-4332-4BFC-9FDA-94AD56E88558}" type="presParOf" srcId="{AB69FFFC-2444-4BA7-9E71-A5BFDC8861D5}" destId="{87C47B25-BB65-4791-BBB7-14E8862AD76C}" srcOrd="0" destOrd="0" presId="urn:microsoft.com/office/officeart/2018/5/layout/CenteredIconLabelDescriptionList"/>
    <dgm:cxn modelId="{B93F7986-1AF1-4CAC-A189-504BD133B4E2}" type="presParOf" srcId="{AB69FFFC-2444-4BA7-9E71-A5BFDC8861D5}" destId="{7EB83B39-79B1-4A68-AADE-03B75D39A8D3}" srcOrd="1" destOrd="0" presId="urn:microsoft.com/office/officeart/2018/5/layout/CenteredIconLabelDescriptionList"/>
    <dgm:cxn modelId="{B42C993F-E909-4B86-9316-09909F820E5B}" type="presParOf" srcId="{AB69FFFC-2444-4BA7-9E71-A5BFDC8861D5}" destId="{CCA6A2B1-D0F5-44AE-9D0F-E0B29A40BA18}" srcOrd="2" destOrd="0" presId="urn:microsoft.com/office/officeart/2018/5/layout/CenteredIconLabelDescriptionList"/>
    <dgm:cxn modelId="{93028EAD-2534-439E-B9DB-C9A46981916E}" type="presParOf" srcId="{AB69FFFC-2444-4BA7-9E71-A5BFDC8861D5}" destId="{5E8A4F2E-81B1-41C7-9459-890EAE5BEB93}" srcOrd="3" destOrd="0" presId="urn:microsoft.com/office/officeart/2018/5/layout/CenteredIconLabelDescriptionList"/>
    <dgm:cxn modelId="{726C96C0-DF55-4F39-8A79-746C94476CCC}" type="presParOf" srcId="{AB69FFFC-2444-4BA7-9E71-A5BFDC8861D5}" destId="{7BC10BCF-6699-4A15-B567-2FA074DB8FB1}" srcOrd="4" destOrd="0" presId="urn:microsoft.com/office/officeart/2018/5/layout/CenteredIconLabelDescriptionList"/>
    <dgm:cxn modelId="{5E2DF4D2-1FD3-4CF4-82A4-990C3437E8C3}" type="presParOf" srcId="{33A1F2D5-981C-4852-A921-11953FC156C8}" destId="{D0DADF6E-85BC-4837-A0FB-76AAB4C893A8}" srcOrd="3" destOrd="0" presId="urn:microsoft.com/office/officeart/2018/5/layout/CenteredIconLabelDescriptionList"/>
    <dgm:cxn modelId="{4CEA8D68-7629-41A2-B0C3-EA9B66A6BC79}" type="presParOf" srcId="{33A1F2D5-981C-4852-A921-11953FC156C8}" destId="{9665AD73-31F1-4751-ADEA-90F8CF695CB3}" srcOrd="4" destOrd="0" presId="urn:microsoft.com/office/officeart/2018/5/layout/CenteredIconLabelDescriptionList"/>
    <dgm:cxn modelId="{DD56EED6-0A70-4ED2-A390-F72B7C9E22EF}" type="presParOf" srcId="{9665AD73-31F1-4751-ADEA-90F8CF695CB3}" destId="{D6336612-D3DC-4D89-ACE4-B03ABC423C2D}" srcOrd="0" destOrd="0" presId="urn:microsoft.com/office/officeart/2018/5/layout/CenteredIconLabelDescriptionList"/>
    <dgm:cxn modelId="{1DD3813B-E71D-4B7B-924D-0DE9E882BFA6}" type="presParOf" srcId="{9665AD73-31F1-4751-ADEA-90F8CF695CB3}" destId="{1ED6D3B8-D39E-44BA-BCC0-BAEC2BD00C59}" srcOrd="1" destOrd="0" presId="urn:microsoft.com/office/officeart/2018/5/layout/CenteredIconLabelDescriptionList"/>
    <dgm:cxn modelId="{12F3EB58-E55C-40D2-8D03-383862D42DF6}" type="presParOf" srcId="{9665AD73-31F1-4751-ADEA-90F8CF695CB3}" destId="{4AAD6E57-A521-40D9-9653-9E3307BC6019}" srcOrd="2" destOrd="0" presId="urn:microsoft.com/office/officeart/2018/5/layout/CenteredIconLabelDescriptionList"/>
    <dgm:cxn modelId="{E4ECD03D-F36C-4330-BCE3-31312D3D50F5}" type="presParOf" srcId="{9665AD73-31F1-4751-ADEA-90F8CF695CB3}" destId="{9309858C-C9F9-46FE-B7F4-42BEEED1D013}" srcOrd="3" destOrd="0" presId="urn:microsoft.com/office/officeart/2018/5/layout/CenteredIconLabelDescriptionList"/>
    <dgm:cxn modelId="{C1B2556C-F9A6-4572-BF70-78A9FA075D06}" type="presParOf" srcId="{9665AD73-31F1-4751-ADEA-90F8CF695CB3}" destId="{84E48749-3DBD-428E-8B4C-753AB29D44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D0DCCEB-A952-4504-B11B-C77467A4BAA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A3C61C-ABDE-444B-B683-10E501A9EE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</a:t>
          </a:r>
          <a:endParaRPr lang="en-US"/>
        </a:p>
      </dgm:t>
    </dgm:pt>
    <dgm:pt modelId="{1B0A2E29-B510-4EF7-9BCD-9EEE0CC127B2}" type="parTrans" cxnId="{6786D2C3-8664-40CF-9483-BFAB3BD3D272}">
      <dgm:prSet/>
      <dgm:spPr/>
      <dgm:t>
        <a:bodyPr/>
        <a:lstStyle/>
        <a:p>
          <a:endParaRPr lang="en-US"/>
        </a:p>
      </dgm:t>
    </dgm:pt>
    <dgm:pt modelId="{9D360AC3-3763-4860-BCDF-73A500AED108}" type="sibTrans" cxnId="{6786D2C3-8664-40CF-9483-BFAB3BD3D272}">
      <dgm:prSet/>
      <dgm:spPr/>
      <dgm:t>
        <a:bodyPr/>
        <a:lstStyle/>
        <a:p>
          <a:endParaRPr lang="en-US"/>
        </a:p>
      </dgm:t>
    </dgm:pt>
    <dgm:pt modelId="{31D70F08-AE03-47C6-9A4A-76287DF9C3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prefix 03</a:t>
          </a:r>
        </a:p>
      </dgm:t>
    </dgm:pt>
    <dgm:pt modelId="{0662FC0C-6F7A-4884-9B6A-BF8DC8DD8924}" type="parTrans" cxnId="{152CCEC6-3BF6-4DFD-8FE4-8466D3E38A1A}">
      <dgm:prSet/>
      <dgm:spPr/>
      <dgm:t>
        <a:bodyPr/>
        <a:lstStyle/>
        <a:p>
          <a:endParaRPr lang="en-US"/>
        </a:p>
      </dgm:t>
    </dgm:pt>
    <dgm:pt modelId="{6C261970-8844-41C3-8CBE-2882CEFAB57C}" type="sibTrans" cxnId="{152CCEC6-3BF6-4DFD-8FE4-8466D3E38A1A}">
      <dgm:prSet/>
      <dgm:spPr/>
      <dgm:t>
        <a:bodyPr/>
        <a:lstStyle/>
        <a:p>
          <a:endParaRPr lang="en-US"/>
        </a:p>
      </dgm:t>
    </dgm:pt>
    <dgm:pt modelId="{1454AAFB-EF6B-488E-BD43-28CFCFFBDDA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</a:t>
          </a:r>
          <a:endParaRPr lang="en-US" dirty="0"/>
        </a:p>
      </dgm:t>
    </dgm:pt>
    <dgm:pt modelId="{96BEF635-F861-4E6C-A440-C8195B65A962}" type="parTrans" cxnId="{061C5740-39FE-4438-BB2B-8FD9C305842D}">
      <dgm:prSet/>
      <dgm:spPr/>
      <dgm:t>
        <a:bodyPr/>
        <a:lstStyle/>
        <a:p>
          <a:endParaRPr lang="en-US"/>
        </a:p>
      </dgm:t>
    </dgm:pt>
    <dgm:pt modelId="{A68D24A7-15AA-4190-A06A-70AC6963C035}" type="sibTrans" cxnId="{061C5740-39FE-4438-BB2B-8FD9C305842D}">
      <dgm:prSet/>
      <dgm:spPr/>
      <dgm:t>
        <a:bodyPr/>
        <a:lstStyle/>
        <a:p>
          <a:endParaRPr lang="en-US"/>
        </a:p>
      </dgm:t>
    </dgm:pt>
    <dgm:pt modelId="{D5B47E20-009B-4D7A-BE27-D324FA121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stored in</a:t>
          </a:r>
        </a:p>
      </dgm:t>
    </dgm:pt>
    <dgm:pt modelId="{0BFB9860-74BE-48FF-8642-1AEED275AAF0}" type="parTrans" cxnId="{A2845A6F-5880-4CD8-AE1F-26C94FAADAE8}">
      <dgm:prSet/>
      <dgm:spPr/>
      <dgm:t>
        <a:bodyPr/>
        <a:lstStyle/>
        <a:p>
          <a:endParaRPr lang="tr-TR"/>
        </a:p>
      </dgm:t>
    </dgm:pt>
    <dgm:pt modelId="{8B9289F2-B96B-4C39-A5D4-3C4B6DD20693}" type="sibTrans" cxnId="{A2845A6F-5880-4CD8-AE1F-26C94FAADAE8}">
      <dgm:prSet/>
      <dgm:spPr/>
      <dgm:t>
        <a:bodyPr/>
        <a:lstStyle/>
        <a:p>
          <a:endParaRPr lang="tr-TR"/>
        </a:p>
      </dgm:t>
    </dgm:pt>
    <dgm:pt modelId="{16397872-5584-4935-A0C6-07AD7393A0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264 bits</a:t>
          </a:r>
          <a:r>
            <a:rPr lang="tr-TR"/>
            <a:t>/</a:t>
          </a:r>
          <a:r>
            <a:rPr lang="en-US"/>
            <a:t>66 hex digits </a:t>
          </a:r>
        </a:p>
      </dgm:t>
    </dgm:pt>
    <dgm:pt modelId="{351C66E4-EFED-476F-BC77-52785228808A}" type="parTrans" cxnId="{656885CF-C623-4275-B248-F9458F89DE85}">
      <dgm:prSet/>
      <dgm:spPr/>
      <dgm:t>
        <a:bodyPr/>
        <a:lstStyle/>
        <a:p>
          <a:endParaRPr lang="tr-TR"/>
        </a:p>
      </dgm:t>
    </dgm:pt>
    <dgm:pt modelId="{8E71D01D-2362-4F64-83FC-9F36F86D8F5E}" type="sibTrans" cxnId="{656885CF-C623-4275-B248-F9458F89DE85}">
      <dgm:prSet/>
      <dgm:spPr/>
      <dgm:t>
        <a:bodyPr/>
        <a:lstStyle/>
        <a:p>
          <a:endParaRPr lang="tr-TR"/>
        </a:p>
      </dgm:t>
    </dgm:pt>
    <dgm:pt modelId="{84543B5B-FAF4-4013-9D39-5FCEA4E3F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indicating</a:t>
          </a:r>
        </a:p>
      </dgm:t>
    </dgm:pt>
    <dgm:pt modelId="{6DC6A5D0-601B-42EC-A017-9D9718C85DAB}" type="parTrans" cxnId="{936DD8A8-3358-4971-A7A9-C8B1928D8280}">
      <dgm:prSet/>
      <dgm:spPr/>
      <dgm:t>
        <a:bodyPr/>
        <a:lstStyle/>
        <a:p>
          <a:endParaRPr lang="tr-TR"/>
        </a:p>
      </dgm:t>
    </dgm:pt>
    <dgm:pt modelId="{AA88D1FC-0C75-498B-82DA-C2F1D19C0056}" type="sibTrans" cxnId="{936DD8A8-3358-4971-A7A9-C8B1928D8280}">
      <dgm:prSet/>
      <dgm:spPr/>
      <dgm:t>
        <a:bodyPr/>
        <a:lstStyle/>
        <a:p>
          <a:endParaRPr lang="tr-TR"/>
        </a:p>
      </dgm:t>
    </dgm:pt>
    <dgm:pt modelId="{E60D0BF5-783C-43EB-AD4A-898EB5EED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i="1"/>
            <a:t>y </a:t>
          </a:r>
          <a:r>
            <a:rPr lang="en-US"/>
            <a:t>coordinate is odd</a:t>
          </a:r>
        </a:p>
      </dgm:t>
    </dgm:pt>
    <dgm:pt modelId="{8AE88A17-4282-4D60-BD1F-6AE72A28CA79}" type="parTrans" cxnId="{DFE2293F-592A-4F2A-B085-EBCCF5C3B643}">
      <dgm:prSet/>
      <dgm:spPr/>
      <dgm:t>
        <a:bodyPr/>
        <a:lstStyle/>
        <a:p>
          <a:endParaRPr lang="tr-TR"/>
        </a:p>
      </dgm:t>
    </dgm:pt>
    <dgm:pt modelId="{DAE0A70F-4AB2-4F0C-B8AC-50B259804544}" type="sibTrans" cxnId="{DFE2293F-592A-4F2A-B085-EBCCF5C3B643}">
      <dgm:prSet/>
      <dgm:spPr/>
      <dgm:t>
        <a:bodyPr/>
        <a:lstStyle/>
        <a:p>
          <a:endParaRPr lang="tr-TR"/>
        </a:p>
      </dgm:t>
    </dgm:pt>
    <dgm:pt modelId="{9473A716-5490-4FF0-AACA-5BC9E2CB2FE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03F028892BAD7ED57D2FB57BF33081D5CFCF6F9ED3D3D7F159C2E2FFF579DC341A</a:t>
          </a:r>
          <a:endParaRPr lang="en-US" dirty="0"/>
        </a:p>
      </dgm:t>
    </dgm:pt>
    <dgm:pt modelId="{0214E0F7-02D3-4C39-B2E7-62DA3D166152}" type="parTrans" cxnId="{B223142D-FA21-46A7-998C-37E2D16E2549}">
      <dgm:prSet/>
      <dgm:spPr/>
      <dgm:t>
        <a:bodyPr/>
        <a:lstStyle/>
        <a:p>
          <a:endParaRPr lang="tr-TR"/>
        </a:p>
      </dgm:t>
    </dgm:pt>
    <dgm:pt modelId="{A89BA5D9-ED0A-4EC9-A1A8-ED3AF69FAA6D}" type="sibTrans" cxnId="{B223142D-FA21-46A7-998C-37E2D16E2549}">
      <dgm:prSet/>
      <dgm:spPr/>
      <dgm:t>
        <a:bodyPr/>
        <a:lstStyle/>
        <a:p>
          <a:endParaRPr lang="tr-TR"/>
        </a:p>
      </dgm:t>
    </dgm:pt>
    <dgm:pt modelId="{37933BAB-9450-4D24-A7EC-64C623306A3F}" type="pres">
      <dgm:prSet presAssocID="{3D0DCCEB-A952-4504-B11B-C77467A4BAAA}" presName="root" presStyleCnt="0">
        <dgm:presLayoutVars>
          <dgm:dir/>
          <dgm:resizeHandles val="exact"/>
        </dgm:presLayoutVars>
      </dgm:prSet>
      <dgm:spPr/>
    </dgm:pt>
    <dgm:pt modelId="{0DAF88F2-8455-46FF-9C08-CD6844367141}" type="pres">
      <dgm:prSet presAssocID="{99A3C61C-ABDE-444B-B683-10E501A9EE88}" presName="compNode" presStyleCnt="0"/>
      <dgm:spPr/>
    </dgm:pt>
    <dgm:pt modelId="{AED7C437-0A8F-4FB8-925C-D8CC9838589B}" type="pres">
      <dgm:prSet presAssocID="{99A3C61C-ABDE-444B-B683-10E501A9EE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98B1395-1F26-4E26-9F3E-A2E76D4DC1BE}" type="pres">
      <dgm:prSet presAssocID="{99A3C61C-ABDE-444B-B683-10E501A9EE88}" presName="iconSpace" presStyleCnt="0"/>
      <dgm:spPr/>
    </dgm:pt>
    <dgm:pt modelId="{155D2E96-AECD-427D-894E-8D2BC1BC6BF8}" type="pres">
      <dgm:prSet presAssocID="{99A3C61C-ABDE-444B-B683-10E501A9EE88}" presName="parTx" presStyleLbl="revTx" presStyleIdx="0" presStyleCnt="6">
        <dgm:presLayoutVars>
          <dgm:chMax val="0"/>
          <dgm:chPref val="0"/>
        </dgm:presLayoutVars>
      </dgm:prSet>
      <dgm:spPr/>
    </dgm:pt>
    <dgm:pt modelId="{892090DE-F5CB-488B-A5CA-607F896670CC}" type="pres">
      <dgm:prSet presAssocID="{99A3C61C-ABDE-444B-B683-10E501A9EE88}" presName="txSpace" presStyleCnt="0"/>
      <dgm:spPr/>
    </dgm:pt>
    <dgm:pt modelId="{73F4D9E2-3BCE-421E-A6DD-1E7081EA36F7}" type="pres">
      <dgm:prSet presAssocID="{99A3C61C-ABDE-444B-B683-10E501A9EE88}" presName="desTx" presStyleLbl="revTx" presStyleIdx="1" presStyleCnt="6">
        <dgm:presLayoutVars/>
      </dgm:prSet>
      <dgm:spPr/>
    </dgm:pt>
    <dgm:pt modelId="{D2341703-9956-4354-B7A4-E3EC78B9EB2C}" type="pres">
      <dgm:prSet presAssocID="{9D360AC3-3763-4860-BCDF-73A500AED108}" presName="sibTrans" presStyleCnt="0"/>
      <dgm:spPr/>
    </dgm:pt>
    <dgm:pt modelId="{5D97DF79-C817-4016-A0E3-EEFFBC525CDE}" type="pres">
      <dgm:prSet presAssocID="{31D70F08-AE03-47C6-9A4A-76287DF9C395}" presName="compNode" presStyleCnt="0"/>
      <dgm:spPr/>
    </dgm:pt>
    <dgm:pt modelId="{74D6596E-4A4C-447E-AD48-2C6E8F239D11}" type="pres">
      <dgm:prSet presAssocID="{31D70F08-AE03-47C6-9A4A-76287DF9C3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1705A624-EA09-41C4-96D9-7553B5879E82}" type="pres">
      <dgm:prSet presAssocID="{31D70F08-AE03-47C6-9A4A-76287DF9C395}" presName="iconSpace" presStyleCnt="0"/>
      <dgm:spPr/>
    </dgm:pt>
    <dgm:pt modelId="{1197D1E9-0016-4C85-BFED-FF235423CD94}" type="pres">
      <dgm:prSet presAssocID="{31D70F08-AE03-47C6-9A4A-76287DF9C395}" presName="parTx" presStyleLbl="revTx" presStyleIdx="2" presStyleCnt="6">
        <dgm:presLayoutVars>
          <dgm:chMax val="0"/>
          <dgm:chPref val="0"/>
        </dgm:presLayoutVars>
      </dgm:prSet>
      <dgm:spPr/>
    </dgm:pt>
    <dgm:pt modelId="{B31F4705-90DA-49EA-8506-FB6CAD75B2D4}" type="pres">
      <dgm:prSet presAssocID="{31D70F08-AE03-47C6-9A4A-76287DF9C395}" presName="txSpace" presStyleCnt="0"/>
      <dgm:spPr/>
    </dgm:pt>
    <dgm:pt modelId="{AB5E7A53-7865-426A-8869-8920ED655B8B}" type="pres">
      <dgm:prSet presAssocID="{31D70F08-AE03-47C6-9A4A-76287DF9C395}" presName="desTx" presStyleLbl="revTx" presStyleIdx="3" presStyleCnt="6">
        <dgm:presLayoutVars/>
      </dgm:prSet>
      <dgm:spPr/>
    </dgm:pt>
    <dgm:pt modelId="{DA31E708-73A0-486F-938E-296D17942A8C}" type="pres">
      <dgm:prSet presAssocID="{6C261970-8844-41C3-8CBE-2882CEFAB57C}" presName="sibTrans" presStyleCnt="0"/>
      <dgm:spPr/>
    </dgm:pt>
    <dgm:pt modelId="{6FFC8F26-5043-4F83-8983-9C9A98150829}" type="pres">
      <dgm:prSet presAssocID="{1454AAFB-EF6B-488E-BD43-28CFCFFBDDAC}" presName="compNode" presStyleCnt="0"/>
      <dgm:spPr/>
    </dgm:pt>
    <dgm:pt modelId="{F9588576-9620-49BD-9B08-E161841D4C5D}" type="pres">
      <dgm:prSet presAssocID="{1454AAFB-EF6B-488E-BD43-28CFCFFBDDA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FD6ED34E-E8E3-41AB-BA10-8CC38EE6668B}" type="pres">
      <dgm:prSet presAssocID="{1454AAFB-EF6B-488E-BD43-28CFCFFBDDAC}" presName="iconSpace" presStyleCnt="0"/>
      <dgm:spPr/>
    </dgm:pt>
    <dgm:pt modelId="{CFA19EFF-A30D-48D5-836B-C3F2ACB021C0}" type="pres">
      <dgm:prSet presAssocID="{1454AAFB-EF6B-488E-BD43-28CFCFFBDDAC}" presName="parTx" presStyleLbl="revTx" presStyleIdx="4" presStyleCnt="6">
        <dgm:presLayoutVars>
          <dgm:chMax val="0"/>
          <dgm:chPref val="0"/>
        </dgm:presLayoutVars>
      </dgm:prSet>
      <dgm:spPr/>
    </dgm:pt>
    <dgm:pt modelId="{AE996466-5A92-45A1-94F9-4F817EEA0568}" type="pres">
      <dgm:prSet presAssocID="{1454AAFB-EF6B-488E-BD43-28CFCFFBDDAC}" presName="txSpace" presStyleCnt="0"/>
      <dgm:spPr/>
    </dgm:pt>
    <dgm:pt modelId="{DC2D4A6E-E230-45CB-8C57-70CEE1A0DAA5}" type="pres">
      <dgm:prSet presAssocID="{1454AAFB-EF6B-488E-BD43-28CFCFFBDDAC}" presName="desTx" presStyleLbl="revTx" presStyleIdx="5" presStyleCnt="6">
        <dgm:presLayoutVars/>
      </dgm:prSet>
      <dgm:spPr/>
    </dgm:pt>
  </dgm:ptLst>
  <dgm:cxnLst>
    <dgm:cxn modelId="{9CF6EB09-023C-478F-847B-F8A9F7632B08}" type="presOf" srcId="{99A3C61C-ABDE-444B-B683-10E501A9EE88}" destId="{155D2E96-AECD-427D-894E-8D2BC1BC6BF8}" srcOrd="0" destOrd="0" presId="urn:microsoft.com/office/officeart/2018/2/layout/IconLabelDescriptionList"/>
    <dgm:cxn modelId="{C4A9730D-77B1-477B-BC9E-D608311BAFB6}" type="presOf" srcId="{E60D0BF5-783C-43EB-AD4A-898EB5EEDE8C}" destId="{AB5E7A53-7865-426A-8869-8920ED655B8B}" srcOrd="0" destOrd="1" presId="urn:microsoft.com/office/officeart/2018/2/layout/IconLabelDescriptionList"/>
    <dgm:cxn modelId="{9A824A21-3F99-4691-BB42-E63379EB9D24}" type="presOf" srcId="{3D0DCCEB-A952-4504-B11B-C77467A4BAAA}" destId="{37933BAB-9450-4D24-A7EC-64C623306A3F}" srcOrd="0" destOrd="0" presId="urn:microsoft.com/office/officeart/2018/2/layout/IconLabelDescriptionList"/>
    <dgm:cxn modelId="{B223142D-FA21-46A7-998C-37E2D16E2549}" srcId="{1454AAFB-EF6B-488E-BD43-28CFCFFBDDAC}" destId="{9473A716-5490-4FF0-AACA-5BC9E2CB2FE7}" srcOrd="0" destOrd="0" parTransId="{0214E0F7-02D3-4C39-B2E7-62DA3D166152}" sibTransId="{A89BA5D9-ED0A-4EC9-A1A8-ED3AF69FAA6D}"/>
    <dgm:cxn modelId="{DFE2293F-592A-4F2A-B085-EBCCF5C3B643}" srcId="{31D70F08-AE03-47C6-9A4A-76287DF9C395}" destId="{E60D0BF5-783C-43EB-AD4A-898EB5EEDE8C}" srcOrd="1" destOrd="0" parTransId="{8AE88A17-4282-4D60-BD1F-6AE72A28CA79}" sibTransId="{DAE0A70F-4AB2-4F0C-B8AC-50B259804544}"/>
    <dgm:cxn modelId="{061C5740-39FE-4438-BB2B-8FD9C305842D}" srcId="{3D0DCCEB-A952-4504-B11B-C77467A4BAAA}" destId="{1454AAFB-EF6B-488E-BD43-28CFCFFBDDAC}" srcOrd="2" destOrd="0" parTransId="{96BEF635-F861-4E6C-A440-C8195B65A962}" sibTransId="{A68D24A7-15AA-4190-A06A-70AC6963C035}"/>
    <dgm:cxn modelId="{8A3C3A5C-284B-461F-B4A3-057E09FDB6BA}" type="presOf" srcId="{16397872-5584-4935-A0C6-07AD7393A0FB}" destId="{73F4D9E2-3BCE-421E-A6DD-1E7081EA36F7}" srcOrd="0" destOrd="1" presId="urn:microsoft.com/office/officeart/2018/2/layout/IconLabelDescriptionList"/>
    <dgm:cxn modelId="{20F40960-887F-4333-B24A-1B44E5FABD35}" type="presOf" srcId="{1454AAFB-EF6B-488E-BD43-28CFCFFBDDAC}" destId="{CFA19EFF-A30D-48D5-836B-C3F2ACB021C0}" srcOrd="0" destOrd="0" presId="urn:microsoft.com/office/officeart/2018/2/layout/IconLabelDescriptionList"/>
    <dgm:cxn modelId="{EA9A5345-3A82-4B64-8BD0-2534465E8945}" type="presOf" srcId="{9473A716-5490-4FF0-AACA-5BC9E2CB2FE7}" destId="{DC2D4A6E-E230-45CB-8C57-70CEE1A0DAA5}" srcOrd="0" destOrd="0" presId="urn:microsoft.com/office/officeart/2018/2/layout/IconLabelDescriptionList"/>
    <dgm:cxn modelId="{A2845A6F-5880-4CD8-AE1F-26C94FAADAE8}" srcId="{99A3C61C-ABDE-444B-B683-10E501A9EE88}" destId="{D5B47E20-009B-4D7A-BE27-D324FA121622}" srcOrd="0" destOrd="0" parTransId="{0BFB9860-74BE-48FF-8642-1AEED275AAF0}" sibTransId="{8B9289F2-B96B-4C39-A5D4-3C4B6DD20693}"/>
    <dgm:cxn modelId="{32E0D590-AE47-411F-9985-39B2C3B7844A}" type="presOf" srcId="{D5B47E20-009B-4D7A-BE27-D324FA121622}" destId="{73F4D9E2-3BCE-421E-A6DD-1E7081EA36F7}" srcOrd="0" destOrd="0" presId="urn:microsoft.com/office/officeart/2018/2/layout/IconLabelDescriptionList"/>
    <dgm:cxn modelId="{8AA3269B-85E8-4AED-8DE0-807F118C1370}" type="presOf" srcId="{31D70F08-AE03-47C6-9A4A-76287DF9C395}" destId="{1197D1E9-0016-4C85-BFED-FF235423CD94}" srcOrd="0" destOrd="0" presId="urn:microsoft.com/office/officeart/2018/2/layout/IconLabelDescriptionList"/>
    <dgm:cxn modelId="{936DD8A8-3358-4971-A7A9-C8B1928D8280}" srcId="{31D70F08-AE03-47C6-9A4A-76287DF9C395}" destId="{84543B5B-FAF4-4013-9D39-5FCEA4E3F64A}" srcOrd="0" destOrd="0" parTransId="{6DC6A5D0-601B-42EC-A017-9D9718C85DAB}" sibTransId="{AA88D1FC-0C75-498B-82DA-C2F1D19C0056}"/>
    <dgm:cxn modelId="{06BC31B1-39CF-453D-9541-4EC87372FA20}" type="presOf" srcId="{84543B5B-FAF4-4013-9D39-5FCEA4E3F64A}" destId="{AB5E7A53-7865-426A-8869-8920ED655B8B}" srcOrd="0" destOrd="0" presId="urn:microsoft.com/office/officeart/2018/2/layout/IconLabelDescriptionList"/>
    <dgm:cxn modelId="{6786D2C3-8664-40CF-9483-BFAB3BD3D272}" srcId="{3D0DCCEB-A952-4504-B11B-C77467A4BAAA}" destId="{99A3C61C-ABDE-444B-B683-10E501A9EE88}" srcOrd="0" destOrd="0" parTransId="{1B0A2E29-B510-4EF7-9BCD-9EEE0CC127B2}" sibTransId="{9D360AC3-3763-4860-BCDF-73A500AED108}"/>
    <dgm:cxn modelId="{152CCEC6-3BF6-4DFD-8FE4-8466D3E38A1A}" srcId="{3D0DCCEB-A952-4504-B11B-C77467A4BAAA}" destId="{31D70F08-AE03-47C6-9A4A-76287DF9C395}" srcOrd="1" destOrd="0" parTransId="{0662FC0C-6F7A-4884-9B6A-BF8DC8DD8924}" sibTransId="{6C261970-8844-41C3-8CBE-2882CEFAB57C}"/>
    <dgm:cxn modelId="{656885CF-C623-4275-B248-F9458F89DE85}" srcId="{99A3C61C-ABDE-444B-B683-10E501A9EE88}" destId="{16397872-5584-4935-A0C6-07AD7393A0FB}" srcOrd="1" destOrd="0" parTransId="{351C66E4-EFED-476F-BC77-52785228808A}" sibTransId="{8E71D01D-2362-4F64-83FC-9F36F86D8F5E}"/>
    <dgm:cxn modelId="{0C69C70E-7277-47F4-87AA-A5E1DD9320E3}" type="presParOf" srcId="{37933BAB-9450-4D24-A7EC-64C623306A3F}" destId="{0DAF88F2-8455-46FF-9C08-CD6844367141}" srcOrd="0" destOrd="0" presId="urn:microsoft.com/office/officeart/2018/2/layout/IconLabelDescriptionList"/>
    <dgm:cxn modelId="{C575ED9E-01ED-4D23-B175-435EA427D7C4}" type="presParOf" srcId="{0DAF88F2-8455-46FF-9C08-CD6844367141}" destId="{AED7C437-0A8F-4FB8-925C-D8CC9838589B}" srcOrd="0" destOrd="0" presId="urn:microsoft.com/office/officeart/2018/2/layout/IconLabelDescriptionList"/>
    <dgm:cxn modelId="{FDCACE5F-1227-46A8-BEB3-63B07F1A7064}" type="presParOf" srcId="{0DAF88F2-8455-46FF-9C08-CD6844367141}" destId="{E98B1395-1F26-4E26-9F3E-A2E76D4DC1BE}" srcOrd="1" destOrd="0" presId="urn:microsoft.com/office/officeart/2018/2/layout/IconLabelDescriptionList"/>
    <dgm:cxn modelId="{DCE7021E-CC42-4E12-B5AB-74145BCAB092}" type="presParOf" srcId="{0DAF88F2-8455-46FF-9C08-CD6844367141}" destId="{155D2E96-AECD-427D-894E-8D2BC1BC6BF8}" srcOrd="2" destOrd="0" presId="urn:microsoft.com/office/officeart/2018/2/layout/IconLabelDescriptionList"/>
    <dgm:cxn modelId="{DCC3E702-8378-44D8-8B2F-89C1F1CD60A8}" type="presParOf" srcId="{0DAF88F2-8455-46FF-9C08-CD6844367141}" destId="{892090DE-F5CB-488B-A5CA-607F896670CC}" srcOrd="3" destOrd="0" presId="urn:microsoft.com/office/officeart/2018/2/layout/IconLabelDescriptionList"/>
    <dgm:cxn modelId="{04F44EFF-0423-4CDA-88F8-E8D7E9FE0B86}" type="presParOf" srcId="{0DAF88F2-8455-46FF-9C08-CD6844367141}" destId="{73F4D9E2-3BCE-421E-A6DD-1E7081EA36F7}" srcOrd="4" destOrd="0" presId="urn:microsoft.com/office/officeart/2018/2/layout/IconLabelDescriptionList"/>
    <dgm:cxn modelId="{93F2764D-C8F6-4D04-B40B-005C0A998FA0}" type="presParOf" srcId="{37933BAB-9450-4D24-A7EC-64C623306A3F}" destId="{D2341703-9956-4354-B7A4-E3EC78B9EB2C}" srcOrd="1" destOrd="0" presId="urn:microsoft.com/office/officeart/2018/2/layout/IconLabelDescriptionList"/>
    <dgm:cxn modelId="{1640F70F-EC30-47FC-A3E9-3F84AAE4D6B1}" type="presParOf" srcId="{37933BAB-9450-4D24-A7EC-64C623306A3F}" destId="{5D97DF79-C817-4016-A0E3-EEFFBC525CDE}" srcOrd="2" destOrd="0" presId="urn:microsoft.com/office/officeart/2018/2/layout/IconLabelDescriptionList"/>
    <dgm:cxn modelId="{B7FFA4FA-E81B-4E9C-B2C5-DCFA2519B57E}" type="presParOf" srcId="{5D97DF79-C817-4016-A0E3-EEFFBC525CDE}" destId="{74D6596E-4A4C-447E-AD48-2C6E8F239D11}" srcOrd="0" destOrd="0" presId="urn:microsoft.com/office/officeart/2018/2/layout/IconLabelDescriptionList"/>
    <dgm:cxn modelId="{9BCD6C1C-86E7-4DA1-8589-6B4AACC5DF73}" type="presParOf" srcId="{5D97DF79-C817-4016-A0E3-EEFFBC525CDE}" destId="{1705A624-EA09-41C4-96D9-7553B5879E82}" srcOrd="1" destOrd="0" presId="urn:microsoft.com/office/officeart/2018/2/layout/IconLabelDescriptionList"/>
    <dgm:cxn modelId="{9E9B1762-166F-4861-B051-AEAEBC64B219}" type="presParOf" srcId="{5D97DF79-C817-4016-A0E3-EEFFBC525CDE}" destId="{1197D1E9-0016-4C85-BFED-FF235423CD94}" srcOrd="2" destOrd="0" presId="urn:microsoft.com/office/officeart/2018/2/layout/IconLabelDescriptionList"/>
    <dgm:cxn modelId="{4326E81F-C574-466B-BE14-EACEFBFCDEDE}" type="presParOf" srcId="{5D97DF79-C817-4016-A0E3-EEFFBC525CDE}" destId="{B31F4705-90DA-49EA-8506-FB6CAD75B2D4}" srcOrd="3" destOrd="0" presId="urn:microsoft.com/office/officeart/2018/2/layout/IconLabelDescriptionList"/>
    <dgm:cxn modelId="{1E2733E7-8243-4ABD-9894-4378C8C51EDE}" type="presParOf" srcId="{5D97DF79-C817-4016-A0E3-EEFFBC525CDE}" destId="{AB5E7A53-7865-426A-8869-8920ED655B8B}" srcOrd="4" destOrd="0" presId="urn:microsoft.com/office/officeart/2018/2/layout/IconLabelDescriptionList"/>
    <dgm:cxn modelId="{53E8262D-8578-4ADD-9392-CB7F4C887E9D}" type="presParOf" srcId="{37933BAB-9450-4D24-A7EC-64C623306A3F}" destId="{DA31E708-73A0-486F-938E-296D17942A8C}" srcOrd="3" destOrd="0" presId="urn:microsoft.com/office/officeart/2018/2/layout/IconLabelDescriptionList"/>
    <dgm:cxn modelId="{FA37E831-96F2-4010-8298-69E52D77BABC}" type="presParOf" srcId="{37933BAB-9450-4D24-A7EC-64C623306A3F}" destId="{6FFC8F26-5043-4F83-8983-9C9A98150829}" srcOrd="4" destOrd="0" presId="urn:microsoft.com/office/officeart/2018/2/layout/IconLabelDescriptionList"/>
    <dgm:cxn modelId="{6806A84D-091C-49A8-B936-E5302C34950A}" type="presParOf" srcId="{6FFC8F26-5043-4F83-8983-9C9A98150829}" destId="{F9588576-9620-49BD-9B08-E161841D4C5D}" srcOrd="0" destOrd="0" presId="urn:microsoft.com/office/officeart/2018/2/layout/IconLabelDescriptionList"/>
    <dgm:cxn modelId="{9DEE8CA1-D64E-493B-A4D8-3B1C81F50EC6}" type="presParOf" srcId="{6FFC8F26-5043-4F83-8983-9C9A98150829}" destId="{FD6ED34E-E8E3-41AB-BA10-8CC38EE6668B}" srcOrd="1" destOrd="0" presId="urn:microsoft.com/office/officeart/2018/2/layout/IconLabelDescriptionList"/>
    <dgm:cxn modelId="{AC6D9B57-9E94-47BE-B4D3-C24A0499A3F8}" type="presParOf" srcId="{6FFC8F26-5043-4F83-8983-9C9A98150829}" destId="{CFA19EFF-A30D-48D5-836B-C3F2ACB021C0}" srcOrd="2" destOrd="0" presId="urn:microsoft.com/office/officeart/2018/2/layout/IconLabelDescriptionList"/>
    <dgm:cxn modelId="{72362E59-5204-41A1-B854-5EE49D24819A}" type="presParOf" srcId="{6FFC8F26-5043-4F83-8983-9C9A98150829}" destId="{AE996466-5A92-45A1-94F9-4F817EEA0568}" srcOrd="3" destOrd="0" presId="urn:microsoft.com/office/officeart/2018/2/layout/IconLabelDescriptionList"/>
    <dgm:cxn modelId="{BE5E5A53-7E18-476A-B7E3-3A745533F904}" type="presParOf" srcId="{6FFC8F26-5043-4F83-8983-9C9A98150829}" destId="{DC2D4A6E-E230-45CB-8C57-70CEE1A0DAA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4BEDE32B-4BF8-4712-B46D-C578F0C6079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59A262C-2E2C-446F-AFF1-97B570D960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Visualization of Key</a:t>
          </a:r>
          <a:endParaRPr lang="en-US"/>
        </a:p>
      </dgm:t>
    </dgm:pt>
    <dgm:pt modelId="{EF376C97-D07B-4CE3-949C-D2FB66DF8303}" type="parTrans" cxnId="{11276052-97DF-4FA7-A6E3-8B55BE191448}">
      <dgm:prSet/>
      <dgm:spPr/>
      <dgm:t>
        <a:bodyPr/>
        <a:lstStyle/>
        <a:p>
          <a:endParaRPr lang="en-US"/>
        </a:p>
      </dgm:t>
    </dgm:pt>
    <dgm:pt modelId="{A2D656C3-995D-4AED-8113-40D15A46414F}" type="sibTrans" cxnId="{11276052-97DF-4FA7-A6E3-8B55BE191448}">
      <dgm:prSet/>
      <dgm:spPr/>
      <dgm:t>
        <a:bodyPr/>
        <a:lstStyle/>
        <a:p>
          <a:endParaRPr lang="en-US"/>
        </a:p>
      </dgm:t>
    </dgm:pt>
    <dgm:pt modelId="{0A8402AA-B412-44EE-85F5-6118884CB7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Looks different from each other</a:t>
          </a:r>
          <a:endParaRPr lang="en-US"/>
        </a:p>
      </dgm:t>
    </dgm:pt>
    <dgm:pt modelId="{4FAD45C7-C167-47A2-A0E0-405490C73130}" type="parTrans" cxnId="{9B6E0ED9-4DAB-438B-A0E9-339C1656BC8C}">
      <dgm:prSet/>
      <dgm:spPr/>
      <dgm:t>
        <a:bodyPr/>
        <a:lstStyle/>
        <a:p>
          <a:endParaRPr lang="en-US"/>
        </a:p>
      </dgm:t>
    </dgm:pt>
    <dgm:pt modelId="{8C868BCD-F098-41CE-B6C3-9963E259105F}" type="sibTrans" cxnId="{9B6E0ED9-4DAB-438B-A0E9-339C1656BC8C}">
      <dgm:prSet/>
      <dgm:spPr/>
      <dgm:t>
        <a:bodyPr/>
        <a:lstStyle/>
        <a:p>
          <a:endParaRPr lang="en-US"/>
        </a:p>
      </dgm:t>
    </dgm:pt>
    <dgm:pt modelId="{E05F305D-150D-49CF-AD9E-8139F0D8DE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Converting</a:t>
          </a:r>
          <a:endParaRPr lang="en-US"/>
        </a:p>
      </dgm:t>
    </dgm:pt>
    <dgm:pt modelId="{1E7553DF-6A1F-4DA2-BEAA-602647F54523}" type="parTrans" cxnId="{19F85239-4DAC-4E74-BD46-0B333F6DB5F9}">
      <dgm:prSet/>
      <dgm:spPr/>
      <dgm:t>
        <a:bodyPr/>
        <a:lstStyle/>
        <a:p>
          <a:endParaRPr lang="en-US"/>
        </a:p>
      </dgm:t>
    </dgm:pt>
    <dgm:pt modelId="{7C2EF743-D7B8-4407-8C57-6B2D3745478A}" type="sibTrans" cxnId="{19F85239-4DAC-4E74-BD46-0B333F6DB5F9}">
      <dgm:prSet/>
      <dgm:spPr/>
      <dgm:t>
        <a:bodyPr/>
        <a:lstStyle/>
        <a:p>
          <a:endParaRPr lang="en-US"/>
        </a:p>
      </dgm:t>
    </dgm:pt>
    <dgm:pt modelId="{E2D724D7-9869-4D22-8BA9-11A59C7826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will produce a</a:t>
          </a:r>
          <a:r>
            <a:rPr lang="tr-TR" dirty="0"/>
            <a:t> </a:t>
          </a:r>
          <a:r>
            <a:rPr lang="en-US" i="1" dirty="0"/>
            <a:t>different </a:t>
          </a:r>
          <a:r>
            <a:rPr lang="en-US" dirty="0"/>
            <a:t>bitcoin address</a:t>
          </a:r>
        </a:p>
      </dgm:t>
    </dgm:pt>
    <dgm:pt modelId="{27D2E463-C53E-408C-B00C-39A5500A00FE}" type="parTrans" cxnId="{DE4F4CE8-75BD-40D8-B312-6E677F984E1D}">
      <dgm:prSet/>
      <dgm:spPr/>
      <dgm:t>
        <a:bodyPr/>
        <a:lstStyle/>
        <a:p>
          <a:endParaRPr lang="en-US"/>
        </a:p>
      </dgm:t>
    </dgm:pt>
    <dgm:pt modelId="{CDC1D3B5-ADE6-434C-86B4-69714C658975}" type="sibTrans" cxnId="{DE4F4CE8-75BD-40D8-B312-6E677F984E1D}">
      <dgm:prSet/>
      <dgm:spPr/>
      <dgm:t>
        <a:bodyPr/>
        <a:lstStyle/>
        <a:p>
          <a:endParaRPr lang="en-US"/>
        </a:p>
      </dgm:t>
    </dgm:pt>
    <dgm:pt modelId="{96A5BF4C-D73A-4849-9F9C-9A1D24EED1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RIPEMD160(SHA256(K))</a:t>
          </a:r>
        </a:p>
      </dgm:t>
    </dgm:pt>
    <dgm:pt modelId="{346A7978-7227-4A95-B3B1-2BF86E4D2BD2}" type="parTrans" cxnId="{B7521DB5-0E79-4976-BFD3-014B49E3343A}">
      <dgm:prSet/>
      <dgm:spPr/>
      <dgm:t>
        <a:bodyPr/>
        <a:lstStyle/>
        <a:p>
          <a:endParaRPr lang="tr-TR"/>
        </a:p>
      </dgm:t>
    </dgm:pt>
    <dgm:pt modelId="{A757EF75-1AE0-4308-958F-D87C69F7B57A}" type="sibTrans" cxnId="{B7521DB5-0E79-4976-BFD3-014B49E3343A}">
      <dgm:prSet/>
      <dgm:spPr/>
      <dgm:t>
        <a:bodyPr/>
        <a:lstStyle/>
        <a:p>
          <a:endParaRPr lang="tr-TR"/>
        </a:p>
      </dgm:t>
    </dgm:pt>
    <dgm:pt modelId="{EF3D6FDE-2DD1-4A38-8052-8645451898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Compressed</a:t>
          </a:r>
          <a:r>
            <a:rPr lang="tr-TR" dirty="0"/>
            <a:t> and uncompressed</a:t>
          </a:r>
          <a:r>
            <a:rPr lang="en-US" dirty="0"/>
            <a:t> public key </a:t>
          </a:r>
          <a:r>
            <a:rPr lang="tr-TR" dirty="0"/>
            <a:t>of the </a:t>
          </a:r>
          <a:r>
            <a:rPr lang="en-US" dirty="0"/>
            <a:t>private key </a:t>
          </a:r>
        </a:p>
      </dgm:t>
    </dgm:pt>
    <dgm:pt modelId="{852F4B34-1E77-40F9-8E02-EA8B537D2328}" type="parTrans" cxnId="{E580FCB3-3A74-43A0-AF7B-35F0360C39B6}">
      <dgm:prSet/>
      <dgm:spPr/>
      <dgm:t>
        <a:bodyPr/>
        <a:lstStyle/>
        <a:p>
          <a:endParaRPr lang="tr-TR"/>
        </a:p>
      </dgm:t>
    </dgm:pt>
    <dgm:pt modelId="{029C77A6-42E1-4D50-9113-9B4C4FAC30B5}" type="sibTrans" cxnId="{E580FCB3-3A74-43A0-AF7B-35F0360C39B6}">
      <dgm:prSet/>
      <dgm:spPr/>
      <dgm:t>
        <a:bodyPr/>
        <a:lstStyle/>
        <a:p>
          <a:endParaRPr lang="tr-TR"/>
        </a:p>
      </dgm:t>
    </dgm:pt>
    <dgm:pt modelId="{8F0D93F7-3A46-4FB8-AEA5-4898DA132A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Command</a:t>
          </a:r>
          <a:endParaRPr lang="en-US"/>
        </a:p>
      </dgm:t>
    </dgm:pt>
    <dgm:pt modelId="{1229C169-6E69-47B7-8B36-402D0A0BB3BC}" type="parTrans" cxnId="{D14DD700-6558-4D4C-92A4-A8071E62AB57}">
      <dgm:prSet/>
      <dgm:spPr/>
      <dgm:t>
        <a:bodyPr/>
        <a:lstStyle/>
        <a:p>
          <a:endParaRPr lang="tr-TR"/>
        </a:p>
      </dgm:t>
    </dgm:pt>
    <dgm:pt modelId="{A6CD3AAD-3C35-4444-8082-B860BF2344B9}" type="sibTrans" cxnId="{D14DD700-6558-4D4C-92A4-A8071E62AB57}">
      <dgm:prSet/>
      <dgm:spPr/>
      <dgm:t>
        <a:bodyPr/>
        <a:lstStyle/>
        <a:p>
          <a:endParaRPr lang="tr-TR"/>
        </a:p>
      </dgm:t>
    </dgm:pt>
    <dgm:pt modelId="{7B5D81AD-AC0C-4018-A1F1-E95976311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</a:t>
          </a:r>
          <a:r>
            <a:rPr lang="tr-TR" dirty="0"/>
            <a:t> </a:t>
          </a:r>
          <a:r>
            <a:rPr lang="en-US" dirty="0"/>
            <a:t>address </a:t>
          </a:r>
          <a:r>
            <a:rPr lang="tr-TR" dirty="0"/>
            <a:t>can be </a:t>
          </a:r>
          <a:r>
            <a:rPr lang="en-US" dirty="0"/>
            <a:t>convert</a:t>
          </a:r>
          <a:r>
            <a:rPr lang="tr-TR" dirty="0"/>
            <a:t>ed</a:t>
          </a:r>
          <a:endParaRPr lang="en-US" dirty="0"/>
        </a:p>
      </dgm:t>
    </dgm:pt>
    <dgm:pt modelId="{EDD9111A-78E9-4D45-A6B3-008B0B7F6F2C}" type="parTrans" cxnId="{67445C64-1BDB-4777-8136-7CD06A9232FE}">
      <dgm:prSet/>
      <dgm:spPr/>
      <dgm:t>
        <a:bodyPr/>
        <a:lstStyle/>
        <a:p>
          <a:endParaRPr lang="tr-TR"/>
        </a:p>
      </dgm:t>
    </dgm:pt>
    <dgm:pt modelId="{7A6F5D24-7849-4F09-BEEA-E983333F5925}" type="sibTrans" cxnId="{67445C64-1BDB-4777-8136-7CD06A9232FE}">
      <dgm:prSet/>
      <dgm:spPr/>
      <dgm:t>
        <a:bodyPr/>
        <a:lstStyle/>
        <a:p>
          <a:endParaRPr lang="tr-TR"/>
        </a:p>
      </dgm:t>
    </dgm:pt>
    <dgm:pt modelId="{02A1CF70-8EA6-4DC9-9FCF-877E24690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the double-hash function</a:t>
          </a:r>
        </a:p>
      </dgm:t>
    </dgm:pt>
    <dgm:pt modelId="{1E37EEDD-2C12-49FC-B9CB-034FFA2AA411}" type="parTrans" cxnId="{EE881001-588B-4A74-90A6-F720963A3F6A}">
      <dgm:prSet/>
      <dgm:spPr/>
      <dgm:t>
        <a:bodyPr/>
        <a:lstStyle/>
        <a:p>
          <a:endParaRPr lang="tr-TR"/>
        </a:p>
      </dgm:t>
    </dgm:pt>
    <dgm:pt modelId="{F7C8426B-9AB4-4C4F-AC15-550638F9DBCB}" type="sibTrans" cxnId="{EE881001-588B-4A74-90A6-F720963A3F6A}">
      <dgm:prSet/>
      <dgm:spPr/>
      <dgm:t>
        <a:bodyPr/>
        <a:lstStyle/>
        <a:p>
          <a:endParaRPr lang="tr-TR"/>
        </a:p>
      </dgm:t>
    </dgm:pt>
    <dgm:pt modelId="{CB692E4E-7842-4D85-9627-89DEB207C66B}" type="pres">
      <dgm:prSet presAssocID="{4BEDE32B-4BF8-4712-B46D-C578F0C60793}" presName="root" presStyleCnt="0">
        <dgm:presLayoutVars>
          <dgm:dir/>
          <dgm:resizeHandles val="exact"/>
        </dgm:presLayoutVars>
      </dgm:prSet>
      <dgm:spPr/>
    </dgm:pt>
    <dgm:pt modelId="{5F44F1E8-6271-4004-A2FB-B931E8E04A3C}" type="pres">
      <dgm:prSet presAssocID="{159A262C-2E2C-446F-AFF1-97B570D9600B}" presName="compNode" presStyleCnt="0"/>
      <dgm:spPr/>
    </dgm:pt>
    <dgm:pt modelId="{0CE6317B-433F-4CF8-ABA3-A97C99D4C78D}" type="pres">
      <dgm:prSet presAssocID="{159A262C-2E2C-446F-AFF1-97B570D960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74D2F2B-6DDC-4ADA-9600-B7F7048C7063}" type="pres">
      <dgm:prSet presAssocID="{159A262C-2E2C-446F-AFF1-97B570D9600B}" presName="iconSpace" presStyleCnt="0"/>
      <dgm:spPr/>
    </dgm:pt>
    <dgm:pt modelId="{3758DD6D-CE4D-4D9A-B3AF-23CE10338741}" type="pres">
      <dgm:prSet presAssocID="{159A262C-2E2C-446F-AFF1-97B570D9600B}" presName="parTx" presStyleLbl="revTx" presStyleIdx="0" presStyleCnt="6">
        <dgm:presLayoutVars>
          <dgm:chMax val="0"/>
          <dgm:chPref val="0"/>
        </dgm:presLayoutVars>
      </dgm:prSet>
      <dgm:spPr/>
    </dgm:pt>
    <dgm:pt modelId="{2CD01FCE-0868-4922-BCDA-6DF43F4CB897}" type="pres">
      <dgm:prSet presAssocID="{159A262C-2E2C-446F-AFF1-97B570D9600B}" presName="txSpace" presStyleCnt="0"/>
      <dgm:spPr/>
    </dgm:pt>
    <dgm:pt modelId="{E9C742CB-AAC9-4982-9EBE-F091FAE02A4C}" type="pres">
      <dgm:prSet presAssocID="{159A262C-2E2C-446F-AFF1-97B570D9600B}" presName="desTx" presStyleLbl="revTx" presStyleIdx="1" presStyleCnt="6">
        <dgm:presLayoutVars/>
      </dgm:prSet>
      <dgm:spPr/>
    </dgm:pt>
    <dgm:pt modelId="{8F386215-2190-494E-833F-65C30F2E0BE5}" type="pres">
      <dgm:prSet presAssocID="{A2D656C3-995D-4AED-8113-40D15A46414F}" presName="sibTrans" presStyleCnt="0"/>
      <dgm:spPr/>
    </dgm:pt>
    <dgm:pt modelId="{196B33B1-DD4A-47DF-961C-1FC30B335F3C}" type="pres">
      <dgm:prSet presAssocID="{E05F305D-150D-49CF-AD9E-8139F0D8DE38}" presName="compNode" presStyleCnt="0"/>
      <dgm:spPr/>
    </dgm:pt>
    <dgm:pt modelId="{AB842CF9-383C-4BCE-A2E1-938129E25C9C}" type="pres">
      <dgm:prSet presAssocID="{E05F305D-150D-49CF-AD9E-8139F0D8DE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5F51A9AA-BF79-4B0B-8D48-7A4AF29E4B4A}" type="pres">
      <dgm:prSet presAssocID="{E05F305D-150D-49CF-AD9E-8139F0D8DE38}" presName="iconSpace" presStyleCnt="0"/>
      <dgm:spPr/>
    </dgm:pt>
    <dgm:pt modelId="{7A034E6D-E521-4E31-8A9C-3A9DCC710213}" type="pres">
      <dgm:prSet presAssocID="{E05F305D-150D-49CF-AD9E-8139F0D8DE38}" presName="parTx" presStyleLbl="revTx" presStyleIdx="2" presStyleCnt="6">
        <dgm:presLayoutVars>
          <dgm:chMax val="0"/>
          <dgm:chPref val="0"/>
        </dgm:presLayoutVars>
      </dgm:prSet>
      <dgm:spPr/>
    </dgm:pt>
    <dgm:pt modelId="{825F6F15-8398-4EC7-9B34-1BF008C85C89}" type="pres">
      <dgm:prSet presAssocID="{E05F305D-150D-49CF-AD9E-8139F0D8DE38}" presName="txSpace" presStyleCnt="0"/>
      <dgm:spPr/>
    </dgm:pt>
    <dgm:pt modelId="{25D6866A-62C1-4C0C-B723-EF4C890CE552}" type="pres">
      <dgm:prSet presAssocID="{E05F305D-150D-49CF-AD9E-8139F0D8DE38}" presName="desTx" presStyleLbl="revTx" presStyleIdx="3" presStyleCnt="6">
        <dgm:presLayoutVars/>
      </dgm:prSet>
      <dgm:spPr/>
    </dgm:pt>
    <dgm:pt modelId="{9DE103BD-2F34-4A90-BD32-1C84FA7B4BC2}" type="pres">
      <dgm:prSet presAssocID="{7C2EF743-D7B8-4407-8C57-6B2D3745478A}" presName="sibTrans" presStyleCnt="0"/>
      <dgm:spPr/>
    </dgm:pt>
    <dgm:pt modelId="{6125CC4F-D2F3-44E4-B9AD-145CF8F9415F}" type="pres">
      <dgm:prSet presAssocID="{8F0D93F7-3A46-4FB8-AEA5-4898DA132A76}" presName="compNode" presStyleCnt="0"/>
      <dgm:spPr/>
    </dgm:pt>
    <dgm:pt modelId="{45527DA3-E13F-474F-8F35-FC1BF5131E6B}" type="pres">
      <dgm:prSet presAssocID="{8F0D93F7-3A46-4FB8-AEA5-4898DA132A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4DAAD53-2952-4C14-8CEB-FA645A70034C}" type="pres">
      <dgm:prSet presAssocID="{8F0D93F7-3A46-4FB8-AEA5-4898DA132A76}" presName="iconSpace" presStyleCnt="0"/>
      <dgm:spPr/>
    </dgm:pt>
    <dgm:pt modelId="{30E820BA-1458-4DC7-83FD-046ACB060BD7}" type="pres">
      <dgm:prSet presAssocID="{8F0D93F7-3A46-4FB8-AEA5-4898DA132A76}" presName="parTx" presStyleLbl="revTx" presStyleIdx="4" presStyleCnt="6">
        <dgm:presLayoutVars>
          <dgm:chMax val="0"/>
          <dgm:chPref val="0"/>
        </dgm:presLayoutVars>
      </dgm:prSet>
      <dgm:spPr/>
    </dgm:pt>
    <dgm:pt modelId="{2700C153-83B5-465B-9F53-18B4815938B5}" type="pres">
      <dgm:prSet presAssocID="{8F0D93F7-3A46-4FB8-AEA5-4898DA132A76}" presName="txSpace" presStyleCnt="0"/>
      <dgm:spPr/>
    </dgm:pt>
    <dgm:pt modelId="{E5BB39F7-EA6A-4043-8D04-D34362ED9A59}" type="pres">
      <dgm:prSet presAssocID="{8F0D93F7-3A46-4FB8-AEA5-4898DA132A76}" presName="desTx" presStyleLbl="revTx" presStyleIdx="5" presStyleCnt="6">
        <dgm:presLayoutVars/>
      </dgm:prSet>
      <dgm:spPr/>
    </dgm:pt>
  </dgm:ptLst>
  <dgm:cxnLst>
    <dgm:cxn modelId="{D14DD700-6558-4D4C-92A4-A8071E62AB57}" srcId="{4BEDE32B-4BF8-4712-B46D-C578F0C60793}" destId="{8F0D93F7-3A46-4FB8-AEA5-4898DA132A76}" srcOrd="2" destOrd="0" parTransId="{1229C169-6E69-47B7-8B36-402D0A0BB3BC}" sibTransId="{A6CD3AAD-3C35-4444-8082-B860BF2344B9}"/>
    <dgm:cxn modelId="{EE881001-588B-4A74-90A6-F720963A3F6A}" srcId="{E05F305D-150D-49CF-AD9E-8139F0D8DE38}" destId="{02A1CF70-8EA6-4DC9-9FCF-877E24690F30}" srcOrd="1" destOrd="0" parTransId="{1E37EEDD-2C12-49FC-B9CB-034FFA2AA411}" sibTransId="{F7C8426B-9AB4-4C4F-AC15-550638F9DBCB}"/>
    <dgm:cxn modelId="{92C39111-B9A3-4212-BA7B-A47B787AE489}" type="presOf" srcId="{EF3D6FDE-2DD1-4A38-8052-86454518984C}" destId="{E9C742CB-AAC9-4982-9EBE-F091FAE02A4C}" srcOrd="0" destOrd="0" presId="urn:microsoft.com/office/officeart/2018/5/layout/CenteredIconLabelDescriptionList"/>
    <dgm:cxn modelId="{717AAA24-29A5-4304-BC61-32F794ABFDF3}" type="presOf" srcId="{E05F305D-150D-49CF-AD9E-8139F0D8DE38}" destId="{7A034E6D-E521-4E31-8A9C-3A9DCC710213}" srcOrd="0" destOrd="0" presId="urn:microsoft.com/office/officeart/2018/5/layout/CenteredIconLabelDescriptionList"/>
    <dgm:cxn modelId="{19F85239-4DAC-4E74-BD46-0B333F6DB5F9}" srcId="{4BEDE32B-4BF8-4712-B46D-C578F0C60793}" destId="{E05F305D-150D-49CF-AD9E-8139F0D8DE38}" srcOrd="1" destOrd="0" parTransId="{1E7553DF-6A1F-4DA2-BEAA-602647F54523}" sibTransId="{7C2EF743-D7B8-4407-8C57-6B2D3745478A}"/>
    <dgm:cxn modelId="{67445C64-1BDB-4777-8136-7CD06A9232FE}" srcId="{E05F305D-150D-49CF-AD9E-8139F0D8DE38}" destId="{7B5D81AD-AC0C-4018-A1F1-E959763117D3}" srcOrd="0" destOrd="0" parTransId="{EDD9111A-78E9-4D45-A6B3-008B0B7F6F2C}" sibTransId="{7A6F5D24-7849-4F09-BEEA-E983333F5925}"/>
    <dgm:cxn modelId="{CF2F3C47-851A-4817-A1B6-BE8E83498EE4}" type="presOf" srcId="{96A5BF4C-D73A-4849-9F9C-9A1D24EED189}" destId="{E5BB39F7-EA6A-4043-8D04-D34362ED9A59}" srcOrd="0" destOrd="0" presId="urn:microsoft.com/office/officeart/2018/5/layout/CenteredIconLabelDescriptionList"/>
    <dgm:cxn modelId="{11276052-97DF-4FA7-A6E3-8B55BE191448}" srcId="{4BEDE32B-4BF8-4712-B46D-C578F0C60793}" destId="{159A262C-2E2C-446F-AFF1-97B570D9600B}" srcOrd="0" destOrd="0" parTransId="{EF376C97-D07B-4CE3-949C-D2FB66DF8303}" sibTransId="{A2D656C3-995D-4AED-8113-40D15A46414F}"/>
    <dgm:cxn modelId="{B4DBCA74-493D-4D5A-9884-15CC2D52D8A0}" type="presOf" srcId="{E2D724D7-9869-4D22-8BA9-11A59C782650}" destId="{E5BB39F7-EA6A-4043-8D04-D34362ED9A59}" srcOrd="0" destOrd="1" presId="urn:microsoft.com/office/officeart/2018/5/layout/CenteredIconLabelDescriptionList"/>
    <dgm:cxn modelId="{C988FA83-A042-42C4-BC72-E79AC55EFEB1}" type="presOf" srcId="{7B5D81AD-AC0C-4018-A1F1-E959763117D3}" destId="{25D6866A-62C1-4C0C-B723-EF4C890CE552}" srcOrd="0" destOrd="0" presId="urn:microsoft.com/office/officeart/2018/5/layout/CenteredIconLabelDescriptionList"/>
    <dgm:cxn modelId="{2A63F797-4F0B-45AA-9FF3-9F80D5E950A9}" type="presOf" srcId="{0A8402AA-B412-44EE-85F5-6118884CB71C}" destId="{E9C742CB-AAC9-4982-9EBE-F091FAE02A4C}" srcOrd="0" destOrd="1" presId="urn:microsoft.com/office/officeart/2018/5/layout/CenteredIconLabelDescriptionList"/>
    <dgm:cxn modelId="{B011D0A4-B4B7-43F5-97F7-36F2E226E73C}" type="presOf" srcId="{4BEDE32B-4BF8-4712-B46D-C578F0C60793}" destId="{CB692E4E-7842-4D85-9627-89DEB207C66B}" srcOrd="0" destOrd="0" presId="urn:microsoft.com/office/officeart/2018/5/layout/CenteredIconLabelDescriptionList"/>
    <dgm:cxn modelId="{E580FCB3-3A74-43A0-AF7B-35F0360C39B6}" srcId="{159A262C-2E2C-446F-AFF1-97B570D9600B}" destId="{EF3D6FDE-2DD1-4A38-8052-86454518984C}" srcOrd="0" destOrd="0" parTransId="{852F4B34-1E77-40F9-8E02-EA8B537D2328}" sibTransId="{029C77A6-42E1-4D50-9113-9B4C4FAC30B5}"/>
    <dgm:cxn modelId="{B7521DB5-0E79-4976-BFD3-014B49E3343A}" srcId="{8F0D93F7-3A46-4FB8-AEA5-4898DA132A76}" destId="{96A5BF4C-D73A-4849-9F9C-9A1D24EED189}" srcOrd="0" destOrd="0" parTransId="{346A7978-7227-4A95-B3B1-2BF86E4D2BD2}" sibTransId="{A757EF75-1AE0-4308-958F-D87C69F7B57A}"/>
    <dgm:cxn modelId="{E9C2CCBC-BAA5-4AFB-BDB6-2FF90E410F83}" type="presOf" srcId="{8F0D93F7-3A46-4FB8-AEA5-4898DA132A76}" destId="{30E820BA-1458-4DC7-83FD-046ACB060BD7}" srcOrd="0" destOrd="0" presId="urn:microsoft.com/office/officeart/2018/5/layout/CenteredIconLabelDescriptionList"/>
    <dgm:cxn modelId="{71C89CCF-3C86-467A-BEA0-371D572BE267}" type="presOf" srcId="{02A1CF70-8EA6-4DC9-9FCF-877E24690F30}" destId="{25D6866A-62C1-4C0C-B723-EF4C890CE552}" srcOrd="0" destOrd="1" presId="urn:microsoft.com/office/officeart/2018/5/layout/CenteredIconLabelDescriptionList"/>
    <dgm:cxn modelId="{9027A6D2-C8D7-4EBE-95EC-E407BE4B90D1}" type="presOf" srcId="{159A262C-2E2C-446F-AFF1-97B570D9600B}" destId="{3758DD6D-CE4D-4D9A-B3AF-23CE10338741}" srcOrd="0" destOrd="0" presId="urn:microsoft.com/office/officeart/2018/5/layout/CenteredIconLabelDescriptionList"/>
    <dgm:cxn modelId="{9B6E0ED9-4DAB-438B-A0E9-339C1656BC8C}" srcId="{159A262C-2E2C-446F-AFF1-97B570D9600B}" destId="{0A8402AA-B412-44EE-85F5-6118884CB71C}" srcOrd="1" destOrd="0" parTransId="{4FAD45C7-C167-47A2-A0E0-405490C73130}" sibTransId="{8C868BCD-F098-41CE-B6C3-9963E259105F}"/>
    <dgm:cxn modelId="{DE4F4CE8-75BD-40D8-B312-6E677F984E1D}" srcId="{8F0D93F7-3A46-4FB8-AEA5-4898DA132A76}" destId="{E2D724D7-9869-4D22-8BA9-11A59C782650}" srcOrd="1" destOrd="0" parTransId="{27D2E463-C53E-408C-B00C-39A5500A00FE}" sibTransId="{CDC1D3B5-ADE6-434C-86B4-69714C658975}"/>
    <dgm:cxn modelId="{BB43900E-904E-400C-8143-81C390291E86}" type="presParOf" srcId="{CB692E4E-7842-4D85-9627-89DEB207C66B}" destId="{5F44F1E8-6271-4004-A2FB-B931E8E04A3C}" srcOrd="0" destOrd="0" presId="urn:microsoft.com/office/officeart/2018/5/layout/CenteredIconLabelDescriptionList"/>
    <dgm:cxn modelId="{4B7F08D8-58C2-4A0C-A221-4512B0A067BB}" type="presParOf" srcId="{5F44F1E8-6271-4004-A2FB-B931E8E04A3C}" destId="{0CE6317B-433F-4CF8-ABA3-A97C99D4C78D}" srcOrd="0" destOrd="0" presId="urn:microsoft.com/office/officeart/2018/5/layout/CenteredIconLabelDescriptionList"/>
    <dgm:cxn modelId="{95E24321-0E7D-42EC-ADA7-CF874FB8178A}" type="presParOf" srcId="{5F44F1E8-6271-4004-A2FB-B931E8E04A3C}" destId="{374D2F2B-6DDC-4ADA-9600-B7F7048C7063}" srcOrd="1" destOrd="0" presId="urn:microsoft.com/office/officeart/2018/5/layout/CenteredIconLabelDescriptionList"/>
    <dgm:cxn modelId="{B7768E74-B6BE-45DC-897A-42980C9F1B94}" type="presParOf" srcId="{5F44F1E8-6271-4004-A2FB-B931E8E04A3C}" destId="{3758DD6D-CE4D-4D9A-B3AF-23CE10338741}" srcOrd="2" destOrd="0" presId="urn:microsoft.com/office/officeart/2018/5/layout/CenteredIconLabelDescriptionList"/>
    <dgm:cxn modelId="{5A807C21-266A-4BFF-B2DB-05EFC9882B5C}" type="presParOf" srcId="{5F44F1E8-6271-4004-A2FB-B931E8E04A3C}" destId="{2CD01FCE-0868-4922-BCDA-6DF43F4CB897}" srcOrd="3" destOrd="0" presId="urn:microsoft.com/office/officeart/2018/5/layout/CenteredIconLabelDescriptionList"/>
    <dgm:cxn modelId="{AB2F80DE-9C83-4247-8BCB-B513843192DB}" type="presParOf" srcId="{5F44F1E8-6271-4004-A2FB-B931E8E04A3C}" destId="{E9C742CB-AAC9-4982-9EBE-F091FAE02A4C}" srcOrd="4" destOrd="0" presId="urn:microsoft.com/office/officeart/2018/5/layout/CenteredIconLabelDescriptionList"/>
    <dgm:cxn modelId="{5B8E33B7-A06B-466D-9443-ADFF7799E668}" type="presParOf" srcId="{CB692E4E-7842-4D85-9627-89DEB207C66B}" destId="{8F386215-2190-494E-833F-65C30F2E0BE5}" srcOrd="1" destOrd="0" presId="urn:microsoft.com/office/officeart/2018/5/layout/CenteredIconLabelDescriptionList"/>
    <dgm:cxn modelId="{4B206867-8C6F-4465-9520-7B900FD9E204}" type="presParOf" srcId="{CB692E4E-7842-4D85-9627-89DEB207C66B}" destId="{196B33B1-DD4A-47DF-961C-1FC30B335F3C}" srcOrd="2" destOrd="0" presId="urn:microsoft.com/office/officeart/2018/5/layout/CenteredIconLabelDescriptionList"/>
    <dgm:cxn modelId="{458D7FD1-4126-4690-A666-7BDF3D03120A}" type="presParOf" srcId="{196B33B1-DD4A-47DF-961C-1FC30B335F3C}" destId="{AB842CF9-383C-4BCE-A2E1-938129E25C9C}" srcOrd="0" destOrd="0" presId="urn:microsoft.com/office/officeart/2018/5/layout/CenteredIconLabelDescriptionList"/>
    <dgm:cxn modelId="{C0B42C0A-BC3A-48B3-AD47-EBDA98269C1F}" type="presParOf" srcId="{196B33B1-DD4A-47DF-961C-1FC30B335F3C}" destId="{5F51A9AA-BF79-4B0B-8D48-7A4AF29E4B4A}" srcOrd="1" destOrd="0" presId="urn:microsoft.com/office/officeart/2018/5/layout/CenteredIconLabelDescriptionList"/>
    <dgm:cxn modelId="{43C9228C-B2AB-46D3-955C-95A3E02F38C0}" type="presParOf" srcId="{196B33B1-DD4A-47DF-961C-1FC30B335F3C}" destId="{7A034E6D-E521-4E31-8A9C-3A9DCC710213}" srcOrd="2" destOrd="0" presId="urn:microsoft.com/office/officeart/2018/5/layout/CenteredIconLabelDescriptionList"/>
    <dgm:cxn modelId="{7C8047E2-0D81-48B0-9A10-E2819BA14086}" type="presParOf" srcId="{196B33B1-DD4A-47DF-961C-1FC30B335F3C}" destId="{825F6F15-8398-4EC7-9B34-1BF008C85C89}" srcOrd="3" destOrd="0" presId="urn:microsoft.com/office/officeart/2018/5/layout/CenteredIconLabelDescriptionList"/>
    <dgm:cxn modelId="{7880FBF8-FE87-4509-B43C-FD88B6A13217}" type="presParOf" srcId="{196B33B1-DD4A-47DF-961C-1FC30B335F3C}" destId="{25D6866A-62C1-4C0C-B723-EF4C890CE552}" srcOrd="4" destOrd="0" presId="urn:microsoft.com/office/officeart/2018/5/layout/CenteredIconLabelDescriptionList"/>
    <dgm:cxn modelId="{E511C6FA-7D11-4699-AF58-E590A86B70F3}" type="presParOf" srcId="{CB692E4E-7842-4D85-9627-89DEB207C66B}" destId="{9DE103BD-2F34-4A90-BD32-1C84FA7B4BC2}" srcOrd="3" destOrd="0" presId="urn:microsoft.com/office/officeart/2018/5/layout/CenteredIconLabelDescriptionList"/>
    <dgm:cxn modelId="{841E3EF1-1C61-4141-893B-25DD32565327}" type="presParOf" srcId="{CB692E4E-7842-4D85-9627-89DEB207C66B}" destId="{6125CC4F-D2F3-44E4-B9AD-145CF8F9415F}" srcOrd="4" destOrd="0" presId="urn:microsoft.com/office/officeart/2018/5/layout/CenteredIconLabelDescriptionList"/>
    <dgm:cxn modelId="{FE91FA56-1F25-4509-9B0C-C2B68B9A2FED}" type="presParOf" srcId="{6125CC4F-D2F3-44E4-B9AD-145CF8F9415F}" destId="{45527DA3-E13F-474F-8F35-FC1BF5131E6B}" srcOrd="0" destOrd="0" presId="urn:microsoft.com/office/officeart/2018/5/layout/CenteredIconLabelDescriptionList"/>
    <dgm:cxn modelId="{292594B7-3325-4A97-A52F-21A19CF8B171}" type="presParOf" srcId="{6125CC4F-D2F3-44E4-B9AD-145CF8F9415F}" destId="{94DAAD53-2952-4C14-8CEB-FA645A70034C}" srcOrd="1" destOrd="0" presId="urn:microsoft.com/office/officeart/2018/5/layout/CenteredIconLabelDescriptionList"/>
    <dgm:cxn modelId="{2321C0B4-3646-4593-A0FA-71713E57CE6D}" type="presParOf" srcId="{6125CC4F-D2F3-44E4-B9AD-145CF8F9415F}" destId="{30E820BA-1458-4DC7-83FD-046ACB060BD7}" srcOrd="2" destOrd="0" presId="urn:microsoft.com/office/officeart/2018/5/layout/CenteredIconLabelDescriptionList"/>
    <dgm:cxn modelId="{53A0FF3F-98E1-4D00-A4D8-55978009B7E1}" type="presParOf" srcId="{6125CC4F-D2F3-44E4-B9AD-145CF8F9415F}" destId="{2700C153-83B5-465B-9F53-18B4815938B5}" srcOrd="3" destOrd="0" presId="urn:microsoft.com/office/officeart/2018/5/layout/CenteredIconLabelDescriptionList"/>
    <dgm:cxn modelId="{B2A795B6-E770-4D6D-A94A-143003FAA019}" type="presParOf" srcId="{6125CC4F-D2F3-44E4-B9AD-145CF8F9415F}" destId="{E5BB39F7-EA6A-4043-8D04-D34362ED9A5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4BEDE32B-4BF8-4712-B46D-C578F0C607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5B5FED-CFA4-4107-99C5-027435FC40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</a:t>
          </a:r>
          <a:r>
            <a:rPr lang="en-US" dirty="0" err="1"/>
            <a:t>onfusing</a:t>
          </a:r>
          <a:endParaRPr lang="en-US" dirty="0"/>
        </a:p>
      </dgm:t>
    </dgm:pt>
    <dgm:pt modelId="{F398300B-46A7-4B8F-9CC8-FF0354E1ADE6}" type="parTrans" cxnId="{83C2FBD0-B05C-46F2-8E63-AE73DD9E2C17}">
      <dgm:prSet/>
      <dgm:spPr/>
      <dgm:t>
        <a:bodyPr/>
        <a:lstStyle/>
        <a:p>
          <a:endParaRPr lang="en-US"/>
        </a:p>
      </dgm:t>
    </dgm:pt>
    <dgm:pt modelId="{211520DF-3DAE-438A-B306-22E4582275AF}" type="sibTrans" cxnId="{83C2FBD0-B05C-46F2-8E63-AE73DD9E2C17}">
      <dgm:prSet/>
      <dgm:spPr/>
      <dgm:t>
        <a:bodyPr/>
        <a:lstStyle/>
        <a:p>
          <a:endParaRPr lang="en-US"/>
        </a:p>
      </dgm:t>
    </dgm:pt>
    <dgm:pt modelId="{33FE91F3-FB4F-409A-BD96-906CE6F9D21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Identical private key</a:t>
          </a:r>
          <a:endParaRPr lang="en-US"/>
        </a:p>
      </dgm:t>
    </dgm:pt>
    <dgm:pt modelId="{D4AED321-F9A6-45BC-BB8C-DD26A3C859AE}" type="parTrans" cxnId="{8B8BCA4C-8905-4469-91C9-B57588D8C89B}">
      <dgm:prSet/>
      <dgm:spPr/>
      <dgm:t>
        <a:bodyPr/>
        <a:lstStyle/>
        <a:p>
          <a:endParaRPr lang="en-US"/>
        </a:p>
      </dgm:t>
    </dgm:pt>
    <dgm:pt modelId="{847E2C59-AD57-409B-A055-B4070D6AD9EB}" type="sibTrans" cxnId="{8B8BCA4C-8905-4469-91C9-B57588D8C89B}">
      <dgm:prSet/>
      <dgm:spPr/>
      <dgm:t>
        <a:bodyPr/>
        <a:lstStyle/>
        <a:p>
          <a:endParaRPr lang="en-US"/>
        </a:p>
      </dgm:t>
    </dgm:pt>
    <dgm:pt modelId="{C19DD9AE-2AE9-439C-A2F6-9F72E54971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expressed in two different formats</a:t>
          </a:r>
        </a:p>
      </dgm:t>
    </dgm:pt>
    <dgm:pt modelId="{38BFAE5E-E539-47C3-B2EF-5452FE72DDCF}" type="parTrans" cxnId="{9B727DC0-31FD-4081-BA7A-052F813DDE33}">
      <dgm:prSet/>
      <dgm:spPr/>
      <dgm:t>
        <a:bodyPr/>
        <a:lstStyle/>
        <a:p>
          <a:endParaRPr lang="en-US"/>
        </a:p>
      </dgm:t>
    </dgm:pt>
    <dgm:pt modelId="{29A97800-5DBA-4443-9630-6C2B3F9FCAA9}" type="sibTrans" cxnId="{9B727DC0-31FD-4081-BA7A-052F813DDE33}">
      <dgm:prSet/>
      <dgm:spPr/>
      <dgm:t>
        <a:bodyPr/>
        <a:lstStyle/>
        <a:p>
          <a:endParaRPr lang="en-US"/>
        </a:p>
      </dgm:t>
    </dgm:pt>
    <dgm:pt modelId="{C0D696E9-91BB-442A-834A-50F77CB7FA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produce</a:t>
          </a:r>
        </a:p>
      </dgm:t>
    </dgm:pt>
    <dgm:pt modelId="{8520575B-E622-4893-982E-184801AC62E4}" type="parTrans" cxnId="{889B6AA1-E309-40E6-B5BA-77E5BE7E165C}">
      <dgm:prSet/>
      <dgm:spPr/>
      <dgm:t>
        <a:bodyPr/>
        <a:lstStyle/>
        <a:p>
          <a:endParaRPr lang="en-US"/>
        </a:p>
      </dgm:t>
    </dgm:pt>
    <dgm:pt modelId="{A183D00A-B7E6-4FA3-85DF-64397F52F43C}" type="sibTrans" cxnId="{889B6AA1-E309-40E6-B5BA-77E5BE7E165C}">
      <dgm:prSet/>
      <dgm:spPr/>
      <dgm:t>
        <a:bodyPr/>
        <a:lstStyle/>
        <a:p>
          <a:endParaRPr lang="en-US"/>
        </a:p>
      </dgm:t>
    </dgm:pt>
    <dgm:pt modelId="{54188BD7-E12D-4742-8951-856A57C9C6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produce a public key</a:t>
          </a:r>
        </a:p>
      </dgm:t>
    </dgm:pt>
    <dgm:pt modelId="{0392A5F7-12E0-4D9A-8FA6-77B13111F68E}" type="parTrans" cxnId="{BD32B814-26D3-427C-9FCA-ED148D3A695D}">
      <dgm:prSet/>
      <dgm:spPr/>
      <dgm:t>
        <a:bodyPr/>
        <a:lstStyle/>
        <a:p>
          <a:endParaRPr lang="tr-TR"/>
        </a:p>
      </dgm:t>
    </dgm:pt>
    <dgm:pt modelId="{5249ED3B-01D0-4981-8832-0C61FD090790}" type="sibTrans" cxnId="{BD32B814-26D3-427C-9FCA-ED148D3A695D}">
      <dgm:prSet/>
      <dgm:spPr/>
      <dgm:t>
        <a:bodyPr/>
        <a:lstStyle/>
        <a:p>
          <a:endParaRPr lang="tr-TR"/>
        </a:p>
      </dgm:t>
    </dgm:pt>
    <dgm:pt modelId="{65C0638F-D9C3-4326-A65D-992A209DE1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</a:t>
          </a:r>
        </a:p>
      </dgm:t>
    </dgm:pt>
    <dgm:pt modelId="{267B6135-4FCA-403C-8E01-D087484AC371}" type="parTrans" cxnId="{839A33BA-8B25-468D-A4BB-8AEF816F8BCD}">
      <dgm:prSet/>
      <dgm:spPr/>
      <dgm:t>
        <a:bodyPr/>
        <a:lstStyle/>
        <a:p>
          <a:endParaRPr lang="tr-TR"/>
        </a:p>
      </dgm:t>
    </dgm:pt>
    <dgm:pt modelId="{606A50CE-90DC-4CC6-B7E6-CE0872362C3F}" type="sibTrans" cxnId="{839A33BA-8B25-468D-A4BB-8AEF816F8BCD}">
      <dgm:prSet/>
      <dgm:spPr/>
    </dgm:pt>
    <dgm:pt modelId="{57B51444-CA1B-4C43-BA60-8A9C9F34AE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uncompressed</a:t>
          </a:r>
        </a:p>
      </dgm:t>
    </dgm:pt>
    <dgm:pt modelId="{51843F05-18CA-4AF4-A71F-180C29BC79B1}" type="parTrans" cxnId="{A01E05D7-C66E-4C09-83A0-0405FEE3AEC5}">
      <dgm:prSet/>
      <dgm:spPr/>
      <dgm:t>
        <a:bodyPr/>
        <a:lstStyle/>
        <a:p>
          <a:endParaRPr lang="tr-TR"/>
        </a:p>
      </dgm:t>
    </dgm:pt>
    <dgm:pt modelId="{DF9D5A39-0B9E-425D-AEE2-BCC98D8A3D6C}" type="sibTrans" cxnId="{A01E05D7-C66E-4C09-83A0-0405FEE3AEC5}">
      <dgm:prSet/>
      <dgm:spPr/>
    </dgm:pt>
    <dgm:pt modelId="{3F3C91CE-D841-4AB9-A1E0-8EA2B711CD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different bitcoin addresses</a:t>
          </a:r>
        </a:p>
      </dgm:t>
    </dgm:pt>
    <dgm:pt modelId="{39C68818-773E-4A6A-B4C1-771DADFD1510}" type="parTrans" cxnId="{8EC48929-1330-47EB-B4A3-9E7BFFC4244D}">
      <dgm:prSet/>
      <dgm:spPr/>
      <dgm:t>
        <a:bodyPr/>
        <a:lstStyle/>
        <a:p>
          <a:endParaRPr lang="tr-TR"/>
        </a:p>
      </dgm:t>
    </dgm:pt>
    <dgm:pt modelId="{13483690-D471-4F07-8EB0-21ED022626A7}" type="sibTrans" cxnId="{8EC48929-1330-47EB-B4A3-9E7BFFC4244D}">
      <dgm:prSet/>
      <dgm:spPr/>
    </dgm:pt>
    <dgm:pt modelId="{55780644-205F-4087-A7CD-02E2E88ACC8D}" type="pres">
      <dgm:prSet presAssocID="{4BEDE32B-4BF8-4712-B46D-C578F0C60793}" presName="root" presStyleCnt="0">
        <dgm:presLayoutVars>
          <dgm:dir/>
          <dgm:resizeHandles val="exact"/>
        </dgm:presLayoutVars>
      </dgm:prSet>
      <dgm:spPr/>
    </dgm:pt>
    <dgm:pt modelId="{AA100F3E-CCC0-4D72-9534-EF63F991CFDE}" type="pres">
      <dgm:prSet presAssocID="{705B5FED-CFA4-4107-99C5-027435FC4073}" presName="compNode" presStyleCnt="0"/>
      <dgm:spPr/>
    </dgm:pt>
    <dgm:pt modelId="{B0F21D10-F459-4589-97E2-125BCA9E629D}" type="pres">
      <dgm:prSet presAssocID="{705B5FED-CFA4-4107-99C5-027435FC40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13831B0-6A92-47BD-8EDA-C40F80C1E545}" type="pres">
      <dgm:prSet presAssocID="{705B5FED-CFA4-4107-99C5-027435FC4073}" presName="iconSpace" presStyleCnt="0"/>
      <dgm:spPr/>
    </dgm:pt>
    <dgm:pt modelId="{F85D9AF9-0012-43E0-B94D-C8F7CB49B347}" type="pres">
      <dgm:prSet presAssocID="{705B5FED-CFA4-4107-99C5-027435FC4073}" presName="parTx" presStyleLbl="revTx" presStyleIdx="0" presStyleCnt="6">
        <dgm:presLayoutVars>
          <dgm:chMax val="0"/>
          <dgm:chPref val="0"/>
        </dgm:presLayoutVars>
      </dgm:prSet>
      <dgm:spPr/>
    </dgm:pt>
    <dgm:pt modelId="{340ACC8F-34CD-4524-9216-F42DB178B53E}" type="pres">
      <dgm:prSet presAssocID="{705B5FED-CFA4-4107-99C5-027435FC4073}" presName="txSpace" presStyleCnt="0"/>
      <dgm:spPr/>
    </dgm:pt>
    <dgm:pt modelId="{5F923B63-981C-44C6-941C-3F406A8F2F45}" type="pres">
      <dgm:prSet presAssocID="{705B5FED-CFA4-4107-99C5-027435FC4073}" presName="desTx" presStyleLbl="revTx" presStyleIdx="1" presStyleCnt="6">
        <dgm:presLayoutVars/>
      </dgm:prSet>
      <dgm:spPr/>
    </dgm:pt>
    <dgm:pt modelId="{AD4179DB-4177-488D-B6CE-393999CB2D8C}" type="pres">
      <dgm:prSet presAssocID="{211520DF-3DAE-438A-B306-22E4582275AF}" presName="sibTrans" presStyleCnt="0"/>
      <dgm:spPr/>
    </dgm:pt>
    <dgm:pt modelId="{2C7B2DB1-D9F4-4D39-A572-8334F9AFEB49}" type="pres">
      <dgm:prSet presAssocID="{C19DD9AE-2AE9-439C-A2F6-9F72E5497185}" presName="compNode" presStyleCnt="0"/>
      <dgm:spPr/>
    </dgm:pt>
    <dgm:pt modelId="{A09AFDFE-66F8-4848-8D5C-6B9D20015C32}" type="pres">
      <dgm:prSet presAssocID="{C19DD9AE-2AE9-439C-A2F6-9F72E54971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A552092-3AEE-4214-A477-B47149286B03}" type="pres">
      <dgm:prSet presAssocID="{C19DD9AE-2AE9-439C-A2F6-9F72E5497185}" presName="iconSpace" presStyleCnt="0"/>
      <dgm:spPr/>
    </dgm:pt>
    <dgm:pt modelId="{677AA41C-77C2-44E4-B407-C348314588D1}" type="pres">
      <dgm:prSet presAssocID="{C19DD9AE-2AE9-439C-A2F6-9F72E5497185}" presName="parTx" presStyleLbl="revTx" presStyleIdx="2" presStyleCnt="6">
        <dgm:presLayoutVars>
          <dgm:chMax val="0"/>
          <dgm:chPref val="0"/>
        </dgm:presLayoutVars>
      </dgm:prSet>
      <dgm:spPr/>
    </dgm:pt>
    <dgm:pt modelId="{0F60CE01-DFB0-494B-A67E-F5D091C82DF2}" type="pres">
      <dgm:prSet presAssocID="{C19DD9AE-2AE9-439C-A2F6-9F72E5497185}" presName="txSpace" presStyleCnt="0"/>
      <dgm:spPr/>
    </dgm:pt>
    <dgm:pt modelId="{DE5982CB-73B7-4437-9A43-33866341A09F}" type="pres">
      <dgm:prSet presAssocID="{C19DD9AE-2AE9-439C-A2F6-9F72E5497185}" presName="desTx" presStyleLbl="revTx" presStyleIdx="3" presStyleCnt="6">
        <dgm:presLayoutVars/>
      </dgm:prSet>
      <dgm:spPr/>
    </dgm:pt>
    <dgm:pt modelId="{6650DCC0-F96A-4051-9491-168391D165EE}" type="pres">
      <dgm:prSet presAssocID="{29A97800-5DBA-4443-9630-6C2B3F9FCAA9}" presName="sibTrans" presStyleCnt="0"/>
      <dgm:spPr/>
    </dgm:pt>
    <dgm:pt modelId="{19D9F167-DBCE-46EC-B3C1-97C47D5074FF}" type="pres">
      <dgm:prSet presAssocID="{C0D696E9-91BB-442A-834A-50F77CB7FAC4}" presName="compNode" presStyleCnt="0"/>
      <dgm:spPr/>
    </dgm:pt>
    <dgm:pt modelId="{95E19220-989B-48F9-AD41-D329E0F368FE}" type="pres">
      <dgm:prSet presAssocID="{C0D696E9-91BB-442A-834A-50F77CB7FA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ACF4A44-C6F1-44EE-95FA-6367D7C77D58}" type="pres">
      <dgm:prSet presAssocID="{C0D696E9-91BB-442A-834A-50F77CB7FAC4}" presName="iconSpace" presStyleCnt="0"/>
      <dgm:spPr/>
    </dgm:pt>
    <dgm:pt modelId="{EFE02A3B-A495-4C44-80E5-AC13A2F0745D}" type="pres">
      <dgm:prSet presAssocID="{C0D696E9-91BB-442A-834A-50F77CB7FAC4}" presName="parTx" presStyleLbl="revTx" presStyleIdx="4" presStyleCnt="6">
        <dgm:presLayoutVars>
          <dgm:chMax val="0"/>
          <dgm:chPref val="0"/>
        </dgm:presLayoutVars>
      </dgm:prSet>
      <dgm:spPr/>
    </dgm:pt>
    <dgm:pt modelId="{DB8F9846-5C89-421D-8AF9-C934E550AA0D}" type="pres">
      <dgm:prSet presAssocID="{C0D696E9-91BB-442A-834A-50F77CB7FAC4}" presName="txSpace" presStyleCnt="0"/>
      <dgm:spPr/>
    </dgm:pt>
    <dgm:pt modelId="{3A738AC8-6843-437F-810F-E91FC431DEB6}" type="pres">
      <dgm:prSet presAssocID="{C0D696E9-91BB-442A-834A-50F77CB7FAC4}" presName="desTx" presStyleLbl="revTx" presStyleIdx="5" presStyleCnt="6">
        <dgm:presLayoutVars/>
      </dgm:prSet>
      <dgm:spPr/>
    </dgm:pt>
  </dgm:ptLst>
  <dgm:cxnLst>
    <dgm:cxn modelId="{D9DCC001-0120-4283-AFC7-2BD1634C57F8}" type="presOf" srcId="{33FE91F3-FB4F-409A-BD96-906CE6F9D212}" destId="{5F923B63-981C-44C6-941C-3F406A8F2F45}" srcOrd="0" destOrd="0" presId="urn:microsoft.com/office/officeart/2018/2/layout/IconLabelDescriptionList"/>
    <dgm:cxn modelId="{5DFA870E-5C77-4A0B-B441-A1D27261E632}" type="presOf" srcId="{65C0638F-D9C3-4326-A65D-992A209DE1BA}" destId="{DE5982CB-73B7-4437-9A43-33866341A09F}" srcOrd="0" destOrd="0" presId="urn:microsoft.com/office/officeart/2018/2/layout/IconLabelDescriptionList"/>
    <dgm:cxn modelId="{BD32B814-26D3-427C-9FCA-ED148D3A695D}" srcId="{705B5FED-CFA4-4107-99C5-027435FC4073}" destId="{54188BD7-E12D-4742-8951-856A57C9C667}" srcOrd="1" destOrd="0" parTransId="{0392A5F7-12E0-4D9A-8FA6-77B13111F68E}" sibTransId="{5249ED3B-01D0-4981-8832-0C61FD090790}"/>
    <dgm:cxn modelId="{EE41F61B-ADC6-42BC-A4AD-1A7A311F1448}" type="presOf" srcId="{4BEDE32B-4BF8-4712-B46D-C578F0C60793}" destId="{55780644-205F-4087-A7CD-02E2E88ACC8D}" srcOrd="0" destOrd="0" presId="urn:microsoft.com/office/officeart/2018/2/layout/IconLabelDescriptionList"/>
    <dgm:cxn modelId="{8EC48929-1330-47EB-B4A3-9E7BFFC4244D}" srcId="{C0D696E9-91BB-442A-834A-50F77CB7FAC4}" destId="{3F3C91CE-D841-4AB9-A1E0-8EA2B711CD2A}" srcOrd="0" destOrd="0" parTransId="{39C68818-773E-4A6A-B4C1-771DADFD1510}" sibTransId="{13483690-D471-4F07-8EB0-21ED022626A7}"/>
    <dgm:cxn modelId="{58FF5F2F-0A39-4850-A283-60302710CD8F}" type="presOf" srcId="{54188BD7-E12D-4742-8951-856A57C9C667}" destId="{5F923B63-981C-44C6-941C-3F406A8F2F45}" srcOrd="0" destOrd="1" presId="urn:microsoft.com/office/officeart/2018/2/layout/IconLabelDescriptionList"/>
    <dgm:cxn modelId="{28C5245F-906C-461F-AED0-ADCDAC0F250E}" type="presOf" srcId="{C19DD9AE-2AE9-439C-A2F6-9F72E5497185}" destId="{677AA41C-77C2-44E4-B407-C348314588D1}" srcOrd="0" destOrd="0" presId="urn:microsoft.com/office/officeart/2018/2/layout/IconLabelDescriptionList"/>
    <dgm:cxn modelId="{BBB4D94B-1B45-4E07-9250-F98B4136D957}" type="presOf" srcId="{3F3C91CE-D841-4AB9-A1E0-8EA2B711CD2A}" destId="{3A738AC8-6843-437F-810F-E91FC431DEB6}" srcOrd="0" destOrd="0" presId="urn:microsoft.com/office/officeart/2018/2/layout/IconLabelDescriptionList"/>
    <dgm:cxn modelId="{8B8BCA4C-8905-4469-91C9-B57588D8C89B}" srcId="{705B5FED-CFA4-4107-99C5-027435FC4073}" destId="{33FE91F3-FB4F-409A-BD96-906CE6F9D212}" srcOrd="0" destOrd="0" parTransId="{D4AED321-F9A6-45BC-BB8C-DD26A3C859AE}" sibTransId="{847E2C59-AD57-409B-A055-B4070D6AD9EB}"/>
    <dgm:cxn modelId="{889B6AA1-E309-40E6-B5BA-77E5BE7E165C}" srcId="{4BEDE32B-4BF8-4712-B46D-C578F0C60793}" destId="{C0D696E9-91BB-442A-834A-50F77CB7FAC4}" srcOrd="2" destOrd="0" parTransId="{8520575B-E622-4893-982E-184801AC62E4}" sibTransId="{A183D00A-B7E6-4FA3-85DF-64397F52F43C}"/>
    <dgm:cxn modelId="{839A33BA-8B25-468D-A4BB-8AEF816F8BCD}" srcId="{C19DD9AE-2AE9-439C-A2F6-9F72E5497185}" destId="{65C0638F-D9C3-4326-A65D-992A209DE1BA}" srcOrd="0" destOrd="0" parTransId="{267B6135-4FCA-403C-8E01-D087484AC371}" sibTransId="{606A50CE-90DC-4CC6-B7E6-CE0872362C3F}"/>
    <dgm:cxn modelId="{C345FCBE-7CBD-4699-ACA2-AAA109CFC983}" type="presOf" srcId="{705B5FED-CFA4-4107-99C5-027435FC4073}" destId="{F85D9AF9-0012-43E0-B94D-C8F7CB49B347}" srcOrd="0" destOrd="0" presId="urn:microsoft.com/office/officeart/2018/2/layout/IconLabelDescriptionList"/>
    <dgm:cxn modelId="{9B727DC0-31FD-4081-BA7A-052F813DDE33}" srcId="{4BEDE32B-4BF8-4712-B46D-C578F0C60793}" destId="{C19DD9AE-2AE9-439C-A2F6-9F72E5497185}" srcOrd="1" destOrd="0" parTransId="{38BFAE5E-E539-47C3-B2EF-5452FE72DDCF}" sibTransId="{29A97800-5DBA-4443-9630-6C2B3F9FCAA9}"/>
    <dgm:cxn modelId="{16392FC8-C052-4002-97EB-980A801B5534}" type="presOf" srcId="{C0D696E9-91BB-442A-834A-50F77CB7FAC4}" destId="{EFE02A3B-A495-4C44-80E5-AC13A2F0745D}" srcOrd="0" destOrd="0" presId="urn:microsoft.com/office/officeart/2018/2/layout/IconLabelDescriptionList"/>
    <dgm:cxn modelId="{83C2FBD0-B05C-46F2-8E63-AE73DD9E2C17}" srcId="{4BEDE32B-4BF8-4712-B46D-C578F0C60793}" destId="{705B5FED-CFA4-4107-99C5-027435FC4073}" srcOrd="0" destOrd="0" parTransId="{F398300B-46A7-4B8F-9CC8-FF0354E1ADE6}" sibTransId="{211520DF-3DAE-438A-B306-22E4582275AF}"/>
    <dgm:cxn modelId="{A01E05D7-C66E-4C09-83A0-0405FEE3AEC5}" srcId="{C19DD9AE-2AE9-439C-A2F6-9F72E5497185}" destId="{57B51444-CA1B-4C43-BA60-8A9C9F34AE80}" srcOrd="1" destOrd="0" parTransId="{51843F05-18CA-4AF4-A71F-180C29BC79B1}" sibTransId="{DF9D5A39-0B9E-425D-AEE2-BCC98D8A3D6C}"/>
    <dgm:cxn modelId="{2D47D6E6-7C57-467E-95AE-4419A6E4F77B}" type="presOf" srcId="{57B51444-CA1B-4C43-BA60-8A9C9F34AE80}" destId="{DE5982CB-73B7-4437-9A43-33866341A09F}" srcOrd="0" destOrd="1" presId="urn:microsoft.com/office/officeart/2018/2/layout/IconLabelDescriptionList"/>
    <dgm:cxn modelId="{4FBD4C8B-5CB9-4EB3-8920-9CD6BF0C5B59}" type="presParOf" srcId="{55780644-205F-4087-A7CD-02E2E88ACC8D}" destId="{AA100F3E-CCC0-4D72-9534-EF63F991CFDE}" srcOrd="0" destOrd="0" presId="urn:microsoft.com/office/officeart/2018/2/layout/IconLabelDescriptionList"/>
    <dgm:cxn modelId="{071B9CF1-F15A-4EFE-9450-50EEE75BF062}" type="presParOf" srcId="{AA100F3E-CCC0-4D72-9534-EF63F991CFDE}" destId="{B0F21D10-F459-4589-97E2-125BCA9E629D}" srcOrd="0" destOrd="0" presId="urn:microsoft.com/office/officeart/2018/2/layout/IconLabelDescriptionList"/>
    <dgm:cxn modelId="{4F84925D-0416-4C89-9B14-5DD4B3256630}" type="presParOf" srcId="{AA100F3E-CCC0-4D72-9534-EF63F991CFDE}" destId="{613831B0-6A92-47BD-8EDA-C40F80C1E545}" srcOrd="1" destOrd="0" presId="urn:microsoft.com/office/officeart/2018/2/layout/IconLabelDescriptionList"/>
    <dgm:cxn modelId="{7A193225-9B5D-4188-A36F-5750EB133690}" type="presParOf" srcId="{AA100F3E-CCC0-4D72-9534-EF63F991CFDE}" destId="{F85D9AF9-0012-43E0-B94D-C8F7CB49B347}" srcOrd="2" destOrd="0" presId="urn:microsoft.com/office/officeart/2018/2/layout/IconLabelDescriptionList"/>
    <dgm:cxn modelId="{D5B14299-60A2-4EC7-9317-06E798C45A31}" type="presParOf" srcId="{AA100F3E-CCC0-4D72-9534-EF63F991CFDE}" destId="{340ACC8F-34CD-4524-9216-F42DB178B53E}" srcOrd="3" destOrd="0" presId="urn:microsoft.com/office/officeart/2018/2/layout/IconLabelDescriptionList"/>
    <dgm:cxn modelId="{41744598-43F2-4D8A-83BA-60C93A09C3E9}" type="presParOf" srcId="{AA100F3E-CCC0-4D72-9534-EF63F991CFDE}" destId="{5F923B63-981C-44C6-941C-3F406A8F2F45}" srcOrd="4" destOrd="0" presId="urn:microsoft.com/office/officeart/2018/2/layout/IconLabelDescriptionList"/>
    <dgm:cxn modelId="{054F1F23-FA74-4460-9812-1BFD9195BCF9}" type="presParOf" srcId="{55780644-205F-4087-A7CD-02E2E88ACC8D}" destId="{AD4179DB-4177-488D-B6CE-393999CB2D8C}" srcOrd="1" destOrd="0" presId="urn:microsoft.com/office/officeart/2018/2/layout/IconLabelDescriptionList"/>
    <dgm:cxn modelId="{6476A22B-CF2F-4D84-8BEF-F51AEDA27E16}" type="presParOf" srcId="{55780644-205F-4087-A7CD-02E2E88ACC8D}" destId="{2C7B2DB1-D9F4-4D39-A572-8334F9AFEB49}" srcOrd="2" destOrd="0" presId="urn:microsoft.com/office/officeart/2018/2/layout/IconLabelDescriptionList"/>
    <dgm:cxn modelId="{6E51D785-4B1A-462A-9A9E-CEB0EA8CC1F8}" type="presParOf" srcId="{2C7B2DB1-D9F4-4D39-A572-8334F9AFEB49}" destId="{A09AFDFE-66F8-4848-8D5C-6B9D20015C32}" srcOrd="0" destOrd="0" presId="urn:microsoft.com/office/officeart/2018/2/layout/IconLabelDescriptionList"/>
    <dgm:cxn modelId="{B08B0378-DE81-401C-9F81-964A97C8B6D4}" type="presParOf" srcId="{2C7B2DB1-D9F4-4D39-A572-8334F9AFEB49}" destId="{7A552092-3AEE-4214-A477-B47149286B03}" srcOrd="1" destOrd="0" presId="urn:microsoft.com/office/officeart/2018/2/layout/IconLabelDescriptionList"/>
    <dgm:cxn modelId="{CE6E3AEF-D2B0-4C93-A8BA-1658D191DC73}" type="presParOf" srcId="{2C7B2DB1-D9F4-4D39-A572-8334F9AFEB49}" destId="{677AA41C-77C2-44E4-B407-C348314588D1}" srcOrd="2" destOrd="0" presId="urn:microsoft.com/office/officeart/2018/2/layout/IconLabelDescriptionList"/>
    <dgm:cxn modelId="{BEDEB3F4-5E4C-46DF-890A-A997A7A32958}" type="presParOf" srcId="{2C7B2DB1-D9F4-4D39-A572-8334F9AFEB49}" destId="{0F60CE01-DFB0-494B-A67E-F5D091C82DF2}" srcOrd="3" destOrd="0" presId="urn:microsoft.com/office/officeart/2018/2/layout/IconLabelDescriptionList"/>
    <dgm:cxn modelId="{5269D9D6-5FCF-4BB1-A65A-E08D6CAC0693}" type="presParOf" srcId="{2C7B2DB1-D9F4-4D39-A572-8334F9AFEB49}" destId="{DE5982CB-73B7-4437-9A43-33866341A09F}" srcOrd="4" destOrd="0" presId="urn:microsoft.com/office/officeart/2018/2/layout/IconLabelDescriptionList"/>
    <dgm:cxn modelId="{B747D156-B75B-4420-933E-A261483A636A}" type="presParOf" srcId="{55780644-205F-4087-A7CD-02E2E88ACC8D}" destId="{6650DCC0-F96A-4051-9491-168391D165EE}" srcOrd="3" destOrd="0" presId="urn:microsoft.com/office/officeart/2018/2/layout/IconLabelDescriptionList"/>
    <dgm:cxn modelId="{8AC2BB6A-81D2-4A7D-8F63-5A1B4C8165A8}" type="presParOf" srcId="{55780644-205F-4087-A7CD-02E2E88ACC8D}" destId="{19D9F167-DBCE-46EC-B3C1-97C47D5074FF}" srcOrd="4" destOrd="0" presId="urn:microsoft.com/office/officeart/2018/2/layout/IconLabelDescriptionList"/>
    <dgm:cxn modelId="{C3A94A02-1F74-41DE-B546-ED4588FF3DC0}" type="presParOf" srcId="{19D9F167-DBCE-46EC-B3C1-97C47D5074FF}" destId="{95E19220-989B-48F9-AD41-D329E0F368FE}" srcOrd="0" destOrd="0" presId="urn:microsoft.com/office/officeart/2018/2/layout/IconLabelDescriptionList"/>
    <dgm:cxn modelId="{D5003378-79D7-4B0E-8AD4-EBDE772DE3F7}" type="presParOf" srcId="{19D9F167-DBCE-46EC-B3C1-97C47D5074FF}" destId="{9ACF4A44-C6F1-44EE-95FA-6367D7C77D58}" srcOrd="1" destOrd="0" presId="urn:microsoft.com/office/officeart/2018/2/layout/IconLabelDescriptionList"/>
    <dgm:cxn modelId="{8D9480F0-5D45-46CA-8188-865010E044D0}" type="presParOf" srcId="{19D9F167-DBCE-46EC-B3C1-97C47D5074FF}" destId="{EFE02A3B-A495-4C44-80E5-AC13A2F0745D}" srcOrd="2" destOrd="0" presId="urn:microsoft.com/office/officeart/2018/2/layout/IconLabelDescriptionList"/>
    <dgm:cxn modelId="{24ABEC36-5B9F-40C5-B9FA-1921A74DACA4}" type="presParOf" srcId="{19D9F167-DBCE-46EC-B3C1-97C47D5074FF}" destId="{DB8F9846-5C89-421D-8AF9-C934E550AA0D}" srcOrd="3" destOrd="0" presId="urn:microsoft.com/office/officeart/2018/2/layout/IconLabelDescriptionList"/>
    <dgm:cxn modelId="{BD929B9C-D9D7-4FF3-AFAC-25B935FB4FD0}" type="presParOf" srcId="{19D9F167-DBCE-46EC-B3C1-97C47D5074FF}" destId="{3A738AC8-6843-437F-810F-E91FC431DEB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EE425ABB-09F7-4B92-8AB7-F025474C950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E7D2DD-6DC1-48C6-B275-34EA900F5D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Popularity</a:t>
          </a:r>
          <a:endParaRPr lang="en-US"/>
        </a:p>
      </dgm:t>
    </dgm:pt>
    <dgm:pt modelId="{0EF14302-86BD-4AD7-BA6B-BEFFB4C61F54}" type="parTrans" cxnId="{703C1B7A-6925-4E5C-A228-678780C1FC29}">
      <dgm:prSet/>
      <dgm:spPr/>
      <dgm:t>
        <a:bodyPr/>
        <a:lstStyle/>
        <a:p>
          <a:endParaRPr lang="en-US"/>
        </a:p>
      </dgm:t>
    </dgm:pt>
    <dgm:pt modelId="{13D2A973-07EF-4038-9F17-328C24D553DF}" type="sibTrans" cxnId="{703C1B7A-6925-4E5C-A228-678780C1FC29}">
      <dgm:prSet/>
      <dgm:spPr/>
      <dgm:t>
        <a:bodyPr/>
        <a:lstStyle/>
        <a:p>
          <a:endParaRPr lang="en-US"/>
        </a:p>
      </dgm:t>
    </dgm:pt>
    <dgm:pt modelId="{9D85988B-2BD7-40F1-A7E9-EEECA88EDF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significant impact on reducing the size of transactions</a:t>
          </a:r>
        </a:p>
      </dgm:t>
    </dgm:pt>
    <dgm:pt modelId="{896917C1-58F5-4A43-B7AC-BBB5697CBD21}" type="parTrans" cxnId="{C10D34AC-0B64-4326-9FB1-C888C2E08C24}">
      <dgm:prSet/>
      <dgm:spPr/>
      <dgm:t>
        <a:bodyPr/>
        <a:lstStyle/>
        <a:p>
          <a:endParaRPr lang="en-US"/>
        </a:p>
      </dgm:t>
    </dgm:pt>
    <dgm:pt modelId="{414EECF5-E790-49D6-A8D1-E3FF11B09D78}" type="sibTrans" cxnId="{C10D34AC-0B64-4326-9FB1-C888C2E08C24}">
      <dgm:prSet/>
      <dgm:spPr/>
      <dgm:t>
        <a:bodyPr/>
        <a:lstStyle/>
        <a:p>
          <a:endParaRPr lang="en-US"/>
        </a:p>
      </dgm:t>
    </dgm:pt>
    <dgm:pt modelId="{9B5AC221-B5AA-4CD4-B4D0-033B751F80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81BC6B94-5B2D-4049-96EE-458EC91AD2AE}" type="parTrans" cxnId="{7B735C1A-924B-4F8C-A365-383372794FDF}">
      <dgm:prSet/>
      <dgm:spPr/>
      <dgm:t>
        <a:bodyPr/>
        <a:lstStyle/>
        <a:p>
          <a:endParaRPr lang="tr-TR"/>
        </a:p>
      </dgm:t>
    </dgm:pt>
    <dgm:pt modelId="{8B0323BC-1F50-4BD5-88B1-C133F5734007}" type="sibTrans" cxnId="{7B735C1A-924B-4F8C-A365-383372794FDF}">
      <dgm:prSet/>
      <dgm:spPr/>
      <dgm:t>
        <a:bodyPr/>
        <a:lstStyle/>
        <a:p>
          <a:endParaRPr lang="tr-TR"/>
        </a:p>
      </dgm:t>
    </dgm:pt>
    <dgm:pt modelId="{1BE0DF6B-99B9-4BE2-8692-52071884C5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therefore</a:t>
          </a:r>
          <a:r>
            <a:rPr lang="tr-TR" dirty="0"/>
            <a:t> </a:t>
          </a:r>
          <a:r>
            <a:rPr lang="en-US" dirty="0"/>
            <a:t>the blockchain. </a:t>
          </a:r>
        </a:p>
      </dgm:t>
    </dgm:pt>
    <dgm:pt modelId="{67612CFA-BD52-49DE-B923-E8034E70C84B}" type="parTrans" cxnId="{3A6D864E-97CF-4313-80C7-808C18E9E060}">
      <dgm:prSet/>
      <dgm:spPr/>
      <dgm:t>
        <a:bodyPr/>
        <a:lstStyle/>
        <a:p>
          <a:endParaRPr lang="tr-TR"/>
        </a:p>
      </dgm:t>
    </dgm:pt>
    <dgm:pt modelId="{41493488-FD43-4042-B914-EAC04B9F6466}" type="sibTrans" cxnId="{3A6D864E-97CF-4313-80C7-808C18E9E060}">
      <dgm:prSet/>
      <dgm:spPr/>
      <dgm:t>
        <a:bodyPr/>
        <a:lstStyle/>
        <a:p>
          <a:endParaRPr lang="tr-TR"/>
        </a:p>
      </dgm:t>
    </dgm:pt>
    <dgm:pt modelId="{19868B38-F216-467D-97ED-53596265C1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Compressed public keys are becoming</a:t>
          </a:r>
        </a:p>
      </dgm:t>
    </dgm:pt>
    <dgm:pt modelId="{CD5B270A-9EB8-4F58-814E-FEBA982A21BA}" type="parTrans" cxnId="{6880D20F-836C-4C2C-8E6F-4D1D6C8DE083}">
      <dgm:prSet/>
      <dgm:spPr/>
      <dgm:t>
        <a:bodyPr/>
        <a:lstStyle/>
        <a:p>
          <a:endParaRPr lang="tr-TR"/>
        </a:p>
      </dgm:t>
    </dgm:pt>
    <dgm:pt modelId="{F7BF6750-BEB5-4155-A6D6-1C6366A2334B}" type="sibTrans" cxnId="{6880D20F-836C-4C2C-8E6F-4D1D6C8DE083}">
      <dgm:prSet/>
      <dgm:spPr/>
      <dgm:t>
        <a:bodyPr/>
        <a:lstStyle/>
        <a:p>
          <a:endParaRPr lang="tr-TR"/>
        </a:p>
      </dgm:t>
    </dgm:pt>
    <dgm:pt modelId="{2C744C39-2B9C-48EB-AE10-E10C36809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default across bitcoin clients</a:t>
          </a:r>
          <a:r>
            <a:rPr lang="tr-TR" dirty="0"/>
            <a:t> </a:t>
          </a:r>
          <a:endParaRPr lang="en-US" dirty="0"/>
        </a:p>
      </dgm:t>
    </dgm:pt>
    <dgm:pt modelId="{626342F9-7D4B-4FF6-837A-10060854FEC1}" type="parTrans" cxnId="{5C0E44E8-DCC3-4A2E-90D1-76EF3C0AB4B4}">
      <dgm:prSet/>
      <dgm:spPr/>
      <dgm:t>
        <a:bodyPr/>
        <a:lstStyle/>
        <a:p>
          <a:endParaRPr lang="tr-TR"/>
        </a:p>
      </dgm:t>
    </dgm:pt>
    <dgm:pt modelId="{BBA506FD-F76A-471B-B834-849ECA1B5D60}" type="sibTrans" cxnId="{5C0E44E8-DCC3-4A2E-90D1-76EF3C0AB4B4}">
      <dgm:prSet/>
      <dgm:spPr/>
      <dgm:t>
        <a:bodyPr/>
        <a:lstStyle/>
        <a:p>
          <a:endParaRPr lang="tr-TR"/>
        </a:p>
      </dgm:t>
    </dgm:pt>
    <dgm:pt modelId="{490FC4F8-1E87-4211-A73F-2F52B2DBF0D6}" type="pres">
      <dgm:prSet presAssocID="{EE425ABB-09F7-4B92-8AB7-F025474C950E}" presName="root" presStyleCnt="0">
        <dgm:presLayoutVars>
          <dgm:dir/>
          <dgm:resizeHandles val="exact"/>
        </dgm:presLayoutVars>
      </dgm:prSet>
      <dgm:spPr/>
    </dgm:pt>
    <dgm:pt modelId="{910DCC30-B463-418A-89FC-717DAB69FBAF}" type="pres">
      <dgm:prSet presAssocID="{B7E7D2DD-6DC1-48C6-B275-34EA900F5D81}" presName="compNode" presStyleCnt="0"/>
      <dgm:spPr/>
    </dgm:pt>
    <dgm:pt modelId="{2007C299-A9DF-4FC9-90BF-AB1AC38CB797}" type="pres">
      <dgm:prSet presAssocID="{B7E7D2DD-6DC1-48C6-B275-34EA900F5D8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DFFE511-0875-4039-921F-A41CDCE1D3CE}" type="pres">
      <dgm:prSet presAssocID="{B7E7D2DD-6DC1-48C6-B275-34EA900F5D81}" presName="iconSpace" presStyleCnt="0"/>
      <dgm:spPr/>
    </dgm:pt>
    <dgm:pt modelId="{40E2BC7A-C604-4FDE-8FE1-2F981D61E018}" type="pres">
      <dgm:prSet presAssocID="{B7E7D2DD-6DC1-48C6-B275-34EA900F5D81}" presName="parTx" presStyleLbl="revTx" presStyleIdx="0" presStyleCnt="4">
        <dgm:presLayoutVars>
          <dgm:chMax val="0"/>
          <dgm:chPref val="0"/>
        </dgm:presLayoutVars>
      </dgm:prSet>
      <dgm:spPr/>
    </dgm:pt>
    <dgm:pt modelId="{F833C698-3478-4223-B9F8-F7E78F3E7325}" type="pres">
      <dgm:prSet presAssocID="{B7E7D2DD-6DC1-48C6-B275-34EA900F5D81}" presName="txSpace" presStyleCnt="0"/>
      <dgm:spPr/>
    </dgm:pt>
    <dgm:pt modelId="{0C95711A-53F6-4623-8770-A8BD4806352D}" type="pres">
      <dgm:prSet presAssocID="{B7E7D2DD-6DC1-48C6-B275-34EA900F5D81}" presName="desTx" presStyleLbl="revTx" presStyleIdx="1" presStyleCnt="4">
        <dgm:presLayoutVars/>
      </dgm:prSet>
      <dgm:spPr/>
    </dgm:pt>
    <dgm:pt modelId="{208431F8-F540-4D8A-A10C-12BB69CAAFAB}" type="pres">
      <dgm:prSet presAssocID="{13D2A973-07EF-4038-9F17-328C24D553DF}" presName="sibTrans" presStyleCnt="0"/>
      <dgm:spPr/>
    </dgm:pt>
    <dgm:pt modelId="{9A3553CE-C1D4-4EDB-BEE3-0D8B40FAE96F}" type="pres">
      <dgm:prSet presAssocID="{9B5AC221-B5AA-4CD4-B4D0-033B751F80C0}" presName="compNode" presStyleCnt="0"/>
      <dgm:spPr/>
    </dgm:pt>
    <dgm:pt modelId="{F9EC354B-A062-4CDF-883A-84749D15410B}" type="pres">
      <dgm:prSet presAssocID="{9B5AC221-B5AA-4CD4-B4D0-033B751F80C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5F362AB-ED09-44E1-88BD-5CBD4F2B3C79}" type="pres">
      <dgm:prSet presAssocID="{9B5AC221-B5AA-4CD4-B4D0-033B751F80C0}" presName="iconSpace" presStyleCnt="0"/>
      <dgm:spPr/>
    </dgm:pt>
    <dgm:pt modelId="{84CBE4A6-E7AC-4E44-9333-04E0F0C7FFC5}" type="pres">
      <dgm:prSet presAssocID="{9B5AC221-B5AA-4CD4-B4D0-033B751F80C0}" presName="parTx" presStyleLbl="revTx" presStyleIdx="2" presStyleCnt="4">
        <dgm:presLayoutVars>
          <dgm:chMax val="0"/>
          <dgm:chPref val="0"/>
        </dgm:presLayoutVars>
      </dgm:prSet>
      <dgm:spPr/>
    </dgm:pt>
    <dgm:pt modelId="{E62C6A83-BB4F-4DC5-A585-B7218A9801F4}" type="pres">
      <dgm:prSet presAssocID="{9B5AC221-B5AA-4CD4-B4D0-033B751F80C0}" presName="txSpace" presStyleCnt="0"/>
      <dgm:spPr/>
    </dgm:pt>
    <dgm:pt modelId="{E550D2CC-05CC-499D-AB50-B9AC2459172D}" type="pres">
      <dgm:prSet presAssocID="{9B5AC221-B5AA-4CD4-B4D0-033B751F80C0}" presName="desTx" presStyleLbl="revTx" presStyleIdx="3" presStyleCnt="4">
        <dgm:presLayoutVars/>
      </dgm:prSet>
      <dgm:spPr/>
    </dgm:pt>
  </dgm:ptLst>
  <dgm:cxnLst>
    <dgm:cxn modelId="{A1310206-217B-4EB6-A794-82F0618D2F62}" type="presOf" srcId="{B7E7D2DD-6DC1-48C6-B275-34EA900F5D81}" destId="{40E2BC7A-C604-4FDE-8FE1-2F981D61E018}" srcOrd="0" destOrd="0" presId="urn:microsoft.com/office/officeart/2018/5/layout/CenteredIconLabelDescriptionList"/>
    <dgm:cxn modelId="{4698880C-8A7F-462D-8E89-85FB4560EC87}" type="presOf" srcId="{19868B38-F216-467D-97ED-53596265C1A6}" destId="{0C95711A-53F6-4623-8770-A8BD4806352D}" srcOrd="0" destOrd="0" presId="urn:microsoft.com/office/officeart/2018/5/layout/CenteredIconLabelDescriptionList"/>
    <dgm:cxn modelId="{6880D20F-836C-4C2C-8E6F-4D1D6C8DE083}" srcId="{B7E7D2DD-6DC1-48C6-B275-34EA900F5D81}" destId="{19868B38-F216-467D-97ED-53596265C1A6}" srcOrd="0" destOrd="0" parTransId="{CD5B270A-9EB8-4F58-814E-FEBA982A21BA}" sibTransId="{F7BF6750-BEB5-4155-A6D6-1C6366A2334B}"/>
    <dgm:cxn modelId="{7B735C1A-924B-4F8C-A365-383372794FDF}" srcId="{EE425ABB-09F7-4B92-8AB7-F025474C950E}" destId="{9B5AC221-B5AA-4CD4-B4D0-033B751F80C0}" srcOrd="1" destOrd="0" parTransId="{81BC6B94-5B2D-4049-96EE-458EC91AD2AE}" sibTransId="{8B0323BC-1F50-4BD5-88B1-C133F5734007}"/>
    <dgm:cxn modelId="{9E1ECF32-36D9-4F25-B2F7-942097D23D27}" type="presOf" srcId="{9B5AC221-B5AA-4CD4-B4D0-033B751F80C0}" destId="{84CBE4A6-E7AC-4E44-9333-04E0F0C7FFC5}" srcOrd="0" destOrd="0" presId="urn:microsoft.com/office/officeart/2018/5/layout/CenteredIconLabelDescriptionList"/>
    <dgm:cxn modelId="{1F03434B-51C6-47A0-A4B5-8796D875BDC1}" type="presOf" srcId="{1BE0DF6B-99B9-4BE2-8692-52071884C5FC}" destId="{E550D2CC-05CC-499D-AB50-B9AC2459172D}" srcOrd="0" destOrd="1" presId="urn:microsoft.com/office/officeart/2018/5/layout/CenteredIconLabelDescriptionList"/>
    <dgm:cxn modelId="{3A6D864E-97CF-4313-80C7-808C18E9E060}" srcId="{9B5AC221-B5AA-4CD4-B4D0-033B751F80C0}" destId="{1BE0DF6B-99B9-4BE2-8692-52071884C5FC}" srcOrd="1" destOrd="0" parTransId="{67612CFA-BD52-49DE-B923-E8034E70C84B}" sibTransId="{41493488-FD43-4042-B914-EAC04B9F6466}"/>
    <dgm:cxn modelId="{703C1B7A-6925-4E5C-A228-678780C1FC29}" srcId="{EE425ABB-09F7-4B92-8AB7-F025474C950E}" destId="{B7E7D2DD-6DC1-48C6-B275-34EA900F5D81}" srcOrd="0" destOrd="0" parTransId="{0EF14302-86BD-4AD7-BA6B-BEFFB4C61F54}" sibTransId="{13D2A973-07EF-4038-9F17-328C24D553DF}"/>
    <dgm:cxn modelId="{C10D34AC-0B64-4326-9FB1-C888C2E08C24}" srcId="{9B5AC221-B5AA-4CD4-B4D0-033B751F80C0}" destId="{9D85988B-2BD7-40F1-A7E9-EEECA88EDF92}" srcOrd="0" destOrd="0" parTransId="{896917C1-58F5-4A43-B7AC-BBB5697CBD21}" sibTransId="{414EECF5-E790-49D6-A8D1-E3FF11B09D78}"/>
    <dgm:cxn modelId="{5C0E44E8-DCC3-4A2E-90D1-76EF3C0AB4B4}" srcId="{B7E7D2DD-6DC1-48C6-B275-34EA900F5D81}" destId="{2C744C39-2B9C-48EB-AE10-E10C36809AA1}" srcOrd="1" destOrd="0" parTransId="{626342F9-7D4B-4FF6-837A-10060854FEC1}" sibTransId="{BBA506FD-F76A-471B-B834-849ECA1B5D60}"/>
    <dgm:cxn modelId="{ED2954E8-9388-4F35-9604-F9F6AAE27156}" type="presOf" srcId="{2C744C39-2B9C-48EB-AE10-E10C36809AA1}" destId="{0C95711A-53F6-4623-8770-A8BD4806352D}" srcOrd="0" destOrd="1" presId="urn:microsoft.com/office/officeart/2018/5/layout/CenteredIconLabelDescriptionList"/>
    <dgm:cxn modelId="{7B36E0ED-C665-4C1B-8899-8B17212E3076}" type="presOf" srcId="{EE425ABB-09F7-4B92-8AB7-F025474C950E}" destId="{490FC4F8-1E87-4211-A73F-2F52B2DBF0D6}" srcOrd="0" destOrd="0" presId="urn:microsoft.com/office/officeart/2018/5/layout/CenteredIconLabelDescriptionList"/>
    <dgm:cxn modelId="{83FC61F9-1B73-4074-A13E-BCD6ED34619B}" type="presOf" srcId="{9D85988B-2BD7-40F1-A7E9-EEECA88EDF92}" destId="{E550D2CC-05CC-499D-AB50-B9AC2459172D}" srcOrd="0" destOrd="0" presId="urn:microsoft.com/office/officeart/2018/5/layout/CenteredIconLabelDescriptionList"/>
    <dgm:cxn modelId="{09022697-2CC7-4E2C-81F6-739EFDE7ED7D}" type="presParOf" srcId="{490FC4F8-1E87-4211-A73F-2F52B2DBF0D6}" destId="{910DCC30-B463-418A-89FC-717DAB69FBAF}" srcOrd="0" destOrd="0" presId="urn:microsoft.com/office/officeart/2018/5/layout/CenteredIconLabelDescriptionList"/>
    <dgm:cxn modelId="{EB81A5DD-AF99-487A-95D3-CC9BD407F1D3}" type="presParOf" srcId="{910DCC30-B463-418A-89FC-717DAB69FBAF}" destId="{2007C299-A9DF-4FC9-90BF-AB1AC38CB797}" srcOrd="0" destOrd="0" presId="urn:microsoft.com/office/officeart/2018/5/layout/CenteredIconLabelDescriptionList"/>
    <dgm:cxn modelId="{E05579F2-F8F3-4D45-8B60-A8B7F22AA42F}" type="presParOf" srcId="{910DCC30-B463-418A-89FC-717DAB69FBAF}" destId="{1DFFE511-0875-4039-921F-A41CDCE1D3CE}" srcOrd="1" destOrd="0" presId="urn:microsoft.com/office/officeart/2018/5/layout/CenteredIconLabelDescriptionList"/>
    <dgm:cxn modelId="{21AF6831-16B8-42D2-ADFF-7B8C6FD48299}" type="presParOf" srcId="{910DCC30-B463-418A-89FC-717DAB69FBAF}" destId="{40E2BC7A-C604-4FDE-8FE1-2F981D61E018}" srcOrd="2" destOrd="0" presId="urn:microsoft.com/office/officeart/2018/5/layout/CenteredIconLabelDescriptionList"/>
    <dgm:cxn modelId="{F7AC176C-F644-4320-99AC-1E2103A8588E}" type="presParOf" srcId="{910DCC30-B463-418A-89FC-717DAB69FBAF}" destId="{F833C698-3478-4223-B9F8-F7E78F3E7325}" srcOrd="3" destOrd="0" presId="urn:microsoft.com/office/officeart/2018/5/layout/CenteredIconLabelDescriptionList"/>
    <dgm:cxn modelId="{50DC00F2-04B7-432B-A3A2-7F29BBF3EF34}" type="presParOf" srcId="{910DCC30-B463-418A-89FC-717DAB69FBAF}" destId="{0C95711A-53F6-4623-8770-A8BD4806352D}" srcOrd="4" destOrd="0" presId="urn:microsoft.com/office/officeart/2018/5/layout/CenteredIconLabelDescriptionList"/>
    <dgm:cxn modelId="{0783E056-AF44-4789-9EE7-5F4A4435EEB1}" type="presParOf" srcId="{490FC4F8-1E87-4211-A73F-2F52B2DBF0D6}" destId="{208431F8-F540-4D8A-A10C-12BB69CAAFAB}" srcOrd="1" destOrd="0" presId="urn:microsoft.com/office/officeart/2018/5/layout/CenteredIconLabelDescriptionList"/>
    <dgm:cxn modelId="{6E9DCD68-04E2-467B-905E-A4FB14280015}" type="presParOf" srcId="{490FC4F8-1E87-4211-A73F-2F52B2DBF0D6}" destId="{9A3553CE-C1D4-4EDB-BEE3-0D8B40FAE96F}" srcOrd="2" destOrd="0" presId="urn:microsoft.com/office/officeart/2018/5/layout/CenteredIconLabelDescriptionList"/>
    <dgm:cxn modelId="{AEB2D7AC-8193-46A8-A590-AE503F8B1417}" type="presParOf" srcId="{9A3553CE-C1D4-4EDB-BEE3-0D8B40FAE96F}" destId="{F9EC354B-A062-4CDF-883A-84749D15410B}" srcOrd="0" destOrd="0" presId="urn:microsoft.com/office/officeart/2018/5/layout/CenteredIconLabelDescriptionList"/>
    <dgm:cxn modelId="{7C8DC652-1BE6-4338-8DA0-CB118DB62B22}" type="presParOf" srcId="{9A3553CE-C1D4-4EDB-BEE3-0D8B40FAE96F}" destId="{05F362AB-ED09-44E1-88BD-5CBD4F2B3C79}" srcOrd="1" destOrd="0" presId="urn:microsoft.com/office/officeart/2018/5/layout/CenteredIconLabelDescriptionList"/>
    <dgm:cxn modelId="{FF7888FF-1657-4814-B48A-4193EEA575D2}" type="presParOf" srcId="{9A3553CE-C1D4-4EDB-BEE3-0D8B40FAE96F}" destId="{84CBE4A6-E7AC-4E44-9333-04E0F0C7FFC5}" srcOrd="2" destOrd="0" presId="urn:microsoft.com/office/officeart/2018/5/layout/CenteredIconLabelDescriptionList"/>
    <dgm:cxn modelId="{50C4412A-5F0A-4184-AE92-2C6F4CFDB93C}" type="presParOf" srcId="{9A3553CE-C1D4-4EDB-BEE3-0D8B40FAE96F}" destId="{E62C6A83-BB4F-4DC5-A585-B7218A9801F4}" srcOrd="3" destOrd="0" presId="urn:microsoft.com/office/officeart/2018/5/layout/CenteredIconLabelDescriptionList"/>
    <dgm:cxn modelId="{7AB0BA54-7BDF-465B-A135-64FEED4D454C}" type="presParOf" srcId="{9A3553CE-C1D4-4EDB-BEE3-0D8B40FAE96F}" destId="{E550D2CC-05CC-499D-AB50-B9AC245917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EE425ABB-09F7-4B92-8AB7-F025474C950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CFB68A-2E64-43DF-8A2B-D67800E892F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Other clients</a:t>
          </a:r>
          <a:endParaRPr lang="en-US"/>
        </a:p>
      </dgm:t>
    </dgm:pt>
    <dgm:pt modelId="{EF2A87B8-271E-4244-B695-8059268E03A1}" type="parTrans" cxnId="{495E1F58-ADF9-452F-8058-4CA749CD93D5}">
      <dgm:prSet/>
      <dgm:spPr/>
      <dgm:t>
        <a:bodyPr/>
        <a:lstStyle/>
        <a:p>
          <a:endParaRPr lang="en-US"/>
        </a:p>
      </dgm:t>
    </dgm:pt>
    <dgm:pt modelId="{DE27AE7A-F8B7-48DD-911C-B1CE27C4320E}" type="sibTrans" cxnId="{495E1F58-ADF9-452F-8058-4CA749CD93D5}">
      <dgm:prSet/>
      <dgm:spPr/>
      <dgm:t>
        <a:bodyPr/>
        <a:lstStyle/>
        <a:p>
          <a:endParaRPr lang="en-US"/>
        </a:p>
      </dgm:t>
    </dgm:pt>
    <dgm:pt modelId="{14394662-EB6D-4DD3-8A06-C111DB7E1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all clients support compressed public keys yet</a:t>
          </a:r>
        </a:p>
      </dgm:t>
    </dgm:pt>
    <dgm:pt modelId="{417AE12F-2AD6-4046-8CD1-2B46A0331AFC}" type="parTrans" cxnId="{28EF6EDC-5B49-443B-A804-D8B182C709FD}">
      <dgm:prSet/>
      <dgm:spPr/>
      <dgm:t>
        <a:bodyPr/>
        <a:lstStyle/>
        <a:p>
          <a:endParaRPr lang="en-US"/>
        </a:p>
      </dgm:t>
    </dgm:pt>
    <dgm:pt modelId="{BBB8637B-2759-41B4-9AEB-2B5B9A47C486}" type="sibTrans" cxnId="{28EF6EDC-5B49-443B-A804-D8B182C709FD}">
      <dgm:prSet/>
      <dgm:spPr/>
      <dgm:t>
        <a:bodyPr/>
        <a:lstStyle/>
        <a:p>
          <a:endParaRPr lang="en-US"/>
        </a:p>
      </dgm:t>
    </dgm:pt>
    <dgm:pt modelId="{FE726B70-E6B8-4821-A0EB-BA813A5E01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Newer clients</a:t>
          </a:r>
        </a:p>
      </dgm:t>
    </dgm:pt>
    <dgm:pt modelId="{FCFAC543-0FAE-496E-A0D9-D1D21698D8A0}" type="parTrans" cxnId="{0F988268-882B-4545-ACC8-92FFC497C09E}">
      <dgm:prSet/>
      <dgm:spPr/>
      <dgm:t>
        <a:bodyPr/>
        <a:lstStyle/>
        <a:p>
          <a:endParaRPr lang="en-US"/>
        </a:p>
      </dgm:t>
    </dgm:pt>
    <dgm:pt modelId="{8ADA48F8-5A1C-46AA-AE47-4AF236B85A17}" type="sibTrans" cxnId="{0F988268-882B-4545-ACC8-92FFC497C09E}">
      <dgm:prSet/>
      <dgm:spPr/>
      <dgm:t>
        <a:bodyPr/>
        <a:lstStyle/>
        <a:p>
          <a:endParaRPr lang="en-US"/>
        </a:p>
      </dgm:t>
    </dgm:pt>
    <dgm:pt modelId="{6A922602-EB19-407B-8E6B-73E43B569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compressed public keys</a:t>
          </a:r>
        </a:p>
      </dgm:t>
    </dgm:pt>
    <dgm:pt modelId="{57C6ADBF-D01E-4AF3-B1CD-2DEC382FACD8}" type="parTrans" cxnId="{03E0F5A6-8DA0-4441-B556-7CEA954BFA16}">
      <dgm:prSet/>
      <dgm:spPr/>
      <dgm:t>
        <a:bodyPr/>
        <a:lstStyle/>
        <a:p>
          <a:endParaRPr lang="en-US"/>
        </a:p>
      </dgm:t>
    </dgm:pt>
    <dgm:pt modelId="{D9E25E20-AC1D-49B2-B5D2-2EB56E68AD90}" type="sibTrans" cxnId="{03E0F5A6-8DA0-4441-B556-7CEA954BFA16}">
      <dgm:prSet/>
      <dgm:spPr/>
      <dgm:t>
        <a:bodyPr/>
        <a:lstStyle/>
        <a:p>
          <a:endParaRPr lang="en-US"/>
        </a:p>
      </dgm:t>
    </dgm:pt>
    <dgm:pt modelId="{ECD54B48-A7FF-4106-A847-A6BA3AD1B1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from older clients</a:t>
          </a:r>
        </a:p>
      </dgm:t>
    </dgm:pt>
    <dgm:pt modelId="{13D4B89E-9F38-4AFF-9C4A-9E390594D4C8}" type="parTrans" cxnId="{9E15ECB4-DC23-4CD8-B922-15C2743FDB4B}">
      <dgm:prSet/>
      <dgm:spPr/>
      <dgm:t>
        <a:bodyPr/>
        <a:lstStyle/>
        <a:p>
          <a:endParaRPr lang="en-US"/>
        </a:p>
      </dgm:t>
    </dgm:pt>
    <dgm:pt modelId="{261A9ED5-34FF-44AE-B03E-DDB58B881D57}" type="sibTrans" cxnId="{9E15ECB4-DC23-4CD8-B922-15C2743FDB4B}">
      <dgm:prSet/>
      <dgm:spPr/>
      <dgm:t>
        <a:bodyPr/>
        <a:lstStyle/>
        <a:p>
          <a:endParaRPr lang="en-US"/>
        </a:p>
      </dgm:t>
    </dgm:pt>
    <dgm:pt modelId="{218FEC76-6789-4911-9A33-60AB42ED70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have to account for transactions</a:t>
          </a:r>
          <a:r>
            <a:rPr lang="tr-TR"/>
            <a:t> </a:t>
          </a:r>
          <a:endParaRPr lang="en-US"/>
        </a:p>
      </dgm:t>
    </dgm:pt>
    <dgm:pt modelId="{D7D7794F-F7BC-4482-A655-8CD61C47FF42}" type="parTrans" cxnId="{82870B36-76E8-4546-81AE-5D363FC7EF40}">
      <dgm:prSet/>
      <dgm:spPr/>
      <dgm:t>
        <a:bodyPr/>
        <a:lstStyle/>
        <a:p>
          <a:endParaRPr lang="tr-TR"/>
        </a:p>
      </dgm:t>
    </dgm:pt>
    <dgm:pt modelId="{4742A416-FFD5-414A-BFA7-1C19F7626CDD}" type="sibTrans" cxnId="{82870B36-76E8-4546-81AE-5D363FC7EF40}">
      <dgm:prSet/>
      <dgm:spPr/>
      <dgm:t>
        <a:bodyPr/>
        <a:lstStyle/>
        <a:p>
          <a:endParaRPr lang="tr-TR"/>
        </a:p>
      </dgm:t>
    </dgm:pt>
    <dgm:pt modelId="{14C85D06-B81A-49CD-99ED-502EDC1CAF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 not support</a:t>
          </a:r>
        </a:p>
      </dgm:t>
    </dgm:pt>
    <dgm:pt modelId="{504E2343-4083-413A-A886-DAD85F3FF6A3}" type="parTrans" cxnId="{43D9B49F-EECE-4EC3-9A90-ADC51181677E}">
      <dgm:prSet/>
      <dgm:spPr/>
      <dgm:t>
        <a:bodyPr/>
        <a:lstStyle/>
        <a:p>
          <a:endParaRPr lang="tr-TR"/>
        </a:p>
      </dgm:t>
    </dgm:pt>
    <dgm:pt modelId="{FDD6C976-AB87-46A2-9AC1-BF1903C528EF}" type="sibTrans" cxnId="{43D9B49F-EECE-4EC3-9A90-ADC51181677E}">
      <dgm:prSet/>
      <dgm:spPr/>
      <dgm:t>
        <a:bodyPr/>
        <a:lstStyle/>
        <a:p>
          <a:endParaRPr lang="tr-TR"/>
        </a:p>
      </dgm:t>
    </dgm:pt>
    <dgm:pt modelId="{8BF77EC8-8DEC-417C-AC31-22E34247E4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compressed public keys</a:t>
          </a:r>
        </a:p>
      </dgm:t>
    </dgm:pt>
    <dgm:pt modelId="{88582464-68D6-4237-96AF-4A4E7DC88E7A}" type="parTrans" cxnId="{473D97BD-28AA-4CDB-8208-3ED968F23F2A}">
      <dgm:prSet/>
      <dgm:spPr/>
      <dgm:t>
        <a:bodyPr/>
        <a:lstStyle/>
        <a:p>
          <a:endParaRPr lang="tr-TR"/>
        </a:p>
      </dgm:t>
    </dgm:pt>
    <dgm:pt modelId="{0F974197-52F1-4F5A-AA34-30CB1CF30111}" type="sibTrans" cxnId="{473D97BD-28AA-4CDB-8208-3ED968F23F2A}">
      <dgm:prSet/>
      <dgm:spPr/>
      <dgm:t>
        <a:bodyPr/>
        <a:lstStyle/>
        <a:p>
          <a:endParaRPr lang="tr-TR"/>
        </a:p>
      </dgm:t>
    </dgm:pt>
    <dgm:pt modelId="{5660C8D9-EE96-470D-9C0A-D9F1D90F5C72}" type="pres">
      <dgm:prSet presAssocID="{EE425ABB-09F7-4B92-8AB7-F025474C950E}" presName="root" presStyleCnt="0">
        <dgm:presLayoutVars>
          <dgm:dir/>
          <dgm:resizeHandles val="exact"/>
        </dgm:presLayoutVars>
      </dgm:prSet>
      <dgm:spPr/>
    </dgm:pt>
    <dgm:pt modelId="{D4CA333E-792F-44C4-9F27-06940065A6E4}" type="pres">
      <dgm:prSet presAssocID="{FDCFB68A-2E64-43DF-8A2B-D67800E892F7}" presName="compNode" presStyleCnt="0"/>
      <dgm:spPr/>
    </dgm:pt>
    <dgm:pt modelId="{198E9CC9-D4E2-4E9E-B997-AD1FD3AFADCE}" type="pres">
      <dgm:prSet presAssocID="{FDCFB68A-2E64-43DF-8A2B-D67800E892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21A21F9-2537-4401-B52C-FADA883706B3}" type="pres">
      <dgm:prSet presAssocID="{FDCFB68A-2E64-43DF-8A2B-D67800E892F7}" presName="iconSpace" presStyleCnt="0"/>
      <dgm:spPr/>
    </dgm:pt>
    <dgm:pt modelId="{A950E505-5298-42E9-8686-CF675504C66D}" type="pres">
      <dgm:prSet presAssocID="{FDCFB68A-2E64-43DF-8A2B-D67800E892F7}" presName="parTx" presStyleLbl="revTx" presStyleIdx="0" presStyleCnt="6">
        <dgm:presLayoutVars>
          <dgm:chMax val="0"/>
          <dgm:chPref val="0"/>
        </dgm:presLayoutVars>
      </dgm:prSet>
      <dgm:spPr/>
    </dgm:pt>
    <dgm:pt modelId="{CEFC448C-2C8D-4B71-8DE4-60573AD8B35A}" type="pres">
      <dgm:prSet presAssocID="{FDCFB68A-2E64-43DF-8A2B-D67800E892F7}" presName="txSpace" presStyleCnt="0"/>
      <dgm:spPr/>
    </dgm:pt>
    <dgm:pt modelId="{AF99683E-6313-4F82-84B2-2282C58CCF7D}" type="pres">
      <dgm:prSet presAssocID="{FDCFB68A-2E64-43DF-8A2B-D67800E892F7}" presName="desTx" presStyleLbl="revTx" presStyleIdx="1" presStyleCnt="6">
        <dgm:presLayoutVars/>
      </dgm:prSet>
      <dgm:spPr/>
    </dgm:pt>
    <dgm:pt modelId="{18E4554A-3C05-4883-B22D-9E92B459BE27}" type="pres">
      <dgm:prSet presAssocID="{DE27AE7A-F8B7-48DD-911C-B1CE27C4320E}" presName="sibTrans" presStyleCnt="0"/>
      <dgm:spPr/>
    </dgm:pt>
    <dgm:pt modelId="{71D6372D-C76F-4AE2-83FF-CE9603DAAC88}" type="pres">
      <dgm:prSet presAssocID="{FE726B70-E6B8-4821-A0EB-BA813A5E010E}" presName="compNode" presStyleCnt="0"/>
      <dgm:spPr/>
    </dgm:pt>
    <dgm:pt modelId="{2939E580-EE82-4058-85FF-73AA417A1DE7}" type="pres">
      <dgm:prSet presAssocID="{FE726B70-E6B8-4821-A0EB-BA813A5E01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E22308C-F700-4A7D-871B-8432BB8F0353}" type="pres">
      <dgm:prSet presAssocID="{FE726B70-E6B8-4821-A0EB-BA813A5E010E}" presName="iconSpace" presStyleCnt="0"/>
      <dgm:spPr/>
    </dgm:pt>
    <dgm:pt modelId="{B9036C53-AD0B-4350-86F1-E928FF830FA9}" type="pres">
      <dgm:prSet presAssocID="{FE726B70-E6B8-4821-A0EB-BA813A5E010E}" presName="parTx" presStyleLbl="revTx" presStyleIdx="2" presStyleCnt="6">
        <dgm:presLayoutVars>
          <dgm:chMax val="0"/>
          <dgm:chPref val="0"/>
        </dgm:presLayoutVars>
      </dgm:prSet>
      <dgm:spPr/>
    </dgm:pt>
    <dgm:pt modelId="{65846C34-0902-431B-8E62-AC277885548D}" type="pres">
      <dgm:prSet presAssocID="{FE726B70-E6B8-4821-A0EB-BA813A5E010E}" presName="txSpace" presStyleCnt="0"/>
      <dgm:spPr/>
    </dgm:pt>
    <dgm:pt modelId="{9B14D12B-BD3E-42DE-A67C-1FF614E11B4A}" type="pres">
      <dgm:prSet presAssocID="{FE726B70-E6B8-4821-A0EB-BA813A5E010E}" presName="desTx" presStyleLbl="revTx" presStyleIdx="3" presStyleCnt="6">
        <dgm:presLayoutVars/>
      </dgm:prSet>
      <dgm:spPr/>
    </dgm:pt>
    <dgm:pt modelId="{A08177D9-2BA9-41E5-A709-7CD1065218AE}" type="pres">
      <dgm:prSet presAssocID="{8ADA48F8-5A1C-46AA-AE47-4AF236B85A17}" presName="sibTrans" presStyleCnt="0"/>
      <dgm:spPr/>
    </dgm:pt>
    <dgm:pt modelId="{645A5918-7B45-4EDC-AF97-BDBCD66F41CF}" type="pres">
      <dgm:prSet presAssocID="{ECD54B48-A7FF-4106-A847-A6BA3AD1B169}" presName="compNode" presStyleCnt="0"/>
      <dgm:spPr/>
    </dgm:pt>
    <dgm:pt modelId="{279D357D-CCD3-4E51-B703-D57C8FB7D5D0}" type="pres">
      <dgm:prSet presAssocID="{ECD54B48-A7FF-4106-A847-A6BA3AD1B1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Cane"/>
        </a:ext>
      </dgm:extLst>
    </dgm:pt>
    <dgm:pt modelId="{43821BCE-189C-461D-AD62-346944ABFFFB}" type="pres">
      <dgm:prSet presAssocID="{ECD54B48-A7FF-4106-A847-A6BA3AD1B169}" presName="iconSpace" presStyleCnt="0"/>
      <dgm:spPr/>
    </dgm:pt>
    <dgm:pt modelId="{7A775BF2-FB9A-4CF6-AB95-07BC125027A2}" type="pres">
      <dgm:prSet presAssocID="{ECD54B48-A7FF-4106-A847-A6BA3AD1B169}" presName="parTx" presStyleLbl="revTx" presStyleIdx="4" presStyleCnt="6">
        <dgm:presLayoutVars>
          <dgm:chMax val="0"/>
          <dgm:chPref val="0"/>
        </dgm:presLayoutVars>
      </dgm:prSet>
      <dgm:spPr/>
    </dgm:pt>
    <dgm:pt modelId="{F8626460-7FC8-4CD7-A61E-499F58830344}" type="pres">
      <dgm:prSet presAssocID="{ECD54B48-A7FF-4106-A847-A6BA3AD1B169}" presName="txSpace" presStyleCnt="0"/>
      <dgm:spPr/>
    </dgm:pt>
    <dgm:pt modelId="{79DB35A1-9F23-47FD-9EED-7521312EAC5C}" type="pres">
      <dgm:prSet presAssocID="{ECD54B48-A7FF-4106-A847-A6BA3AD1B169}" presName="desTx" presStyleLbl="revTx" presStyleIdx="5" presStyleCnt="6">
        <dgm:presLayoutVars/>
      </dgm:prSet>
      <dgm:spPr/>
    </dgm:pt>
  </dgm:ptLst>
  <dgm:cxnLst>
    <dgm:cxn modelId="{F128C32E-6518-44DA-8DB1-3DB04ED596BD}" type="presOf" srcId="{6A922602-EB19-407B-8E6B-73E43B569C1E}" destId="{9B14D12B-BD3E-42DE-A67C-1FF614E11B4A}" srcOrd="0" destOrd="0" presId="urn:microsoft.com/office/officeart/2018/2/layout/IconLabelDescriptionList"/>
    <dgm:cxn modelId="{82870B36-76E8-4546-81AE-5D363FC7EF40}" srcId="{FE726B70-E6B8-4821-A0EB-BA813A5E010E}" destId="{218FEC76-6789-4911-9A33-60AB42ED705A}" srcOrd="1" destOrd="0" parTransId="{D7D7794F-F7BC-4482-A655-8CD61C47FF42}" sibTransId="{4742A416-FFD5-414A-BFA7-1C19F7626CDD}"/>
    <dgm:cxn modelId="{4F08643A-8D4C-4ED9-AB22-45F571363CFA}" type="presOf" srcId="{218FEC76-6789-4911-9A33-60AB42ED705A}" destId="{9B14D12B-BD3E-42DE-A67C-1FF614E11B4A}" srcOrd="0" destOrd="1" presId="urn:microsoft.com/office/officeart/2018/2/layout/IconLabelDescriptionList"/>
    <dgm:cxn modelId="{0F988268-882B-4545-ACC8-92FFC497C09E}" srcId="{EE425ABB-09F7-4B92-8AB7-F025474C950E}" destId="{FE726B70-E6B8-4821-A0EB-BA813A5E010E}" srcOrd="1" destOrd="0" parTransId="{FCFAC543-0FAE-496E-A0D9-D1D21698D8A0}" sibTransId="{8ADA48F8-5A1C-46AA-AE47-4AF236B85A17}"/>
    <dgm:cxn modelId="{BF385569-45DA-45BA-A378-4C311EC72E89}" type="presOf" srcId="{EE425ABB-09F7-4B92-8AB7-F025474C950E}" destId="{5660C8D9-EE96-470D-9C0A-D9F1D90F5C72}" srcOrd="0" destOrd="0" presId="urn:microsoft.com/office/officeart/2018/2/layout/IconLabelDescriptionList"/>
    <dgm:cxn modelId="{495E1F58-ADF9-452F-8058-4CA749CD93D5}" srcId="{EE425ABB-09F7-4B92-8AB7-F025474C950E}" destId="{FDCFB68A-2E64-43DF-8A2B-D67800E892F7}" srcOrd="0" destOrd="0" parTransId="{EF2A87B8-271E-4244-B695-8059268E03A1}" sibTransId="{DE27AE7A-F8B7-48DD-911C-B1CE27C4320E}"/>
    <dgm:cxn modelId="{FBA8F87D-794E-4A07-908A-4A94B251DA8C}" type="presOf" srcId="{14394662-EB6D-4DD3-8A06-C111DB7E14F3}" destId="{AF99683E-6313-4F82-84B2-2282C58CCF7D}" srcOrd="0" destOrd="0" presId="urn:microsoft.com/office/officeart/2018/2/layout/IconLabelDescriptionList"/>
    <dgm:cxn modelId="{43D9B49F-EECE-4EC3-9A90-ADC51181677E}" srcId="{ECD54B48-A7FF-4106-A847-A6BA3AD1B169}" destId="{14C85D06-B81A-49CD-99ED-502EDC1CAFBC}" srcOrd="0" destOrd="0" parTransId="{504E2343-4083-413A-A886-DAD85F3FF6A3}" sibTransId="{FDD6C976-AB87-46A2-9AC1-BF1903C528EF}"/>
    <dgm:cxn modelId="{03E0F5A6-8DA0-4441-B556-7CEA954BFA16}" srcId="{FE726B70-E6B8-4821-A0EB-BA813A5E010E}" destId="{6A922602-EB19-407B-8E6B-73E43B569C1E}" srcOrd="0" destOrd="0" parTransId="{57C6ADBF-D01E-4AF3-B1CD-2DEC382FACD8}" sibTransId="{D9E25E20-AC1D-49B2-B5D2-2EB56E68AD90}"/>
    <dgm:cxn modelId="{17ED35AA-C268-4615-A29D-F5EF0D860D78}" type="presOf" srcId="{8BF77EC8-8DEC-417C-AC31-22E34247E47B}" destId="{79DB35A1-9F23-47FD-9EED-7521312EAC5C}" srcOrd="0" destOrd="1" presId="urn:microsoft.com/office/officeart/2018/2/layout/IconLabelDescriptionList"/>
    <dgm:cxn modelId="{9E15ECB4-DC23-4CD8-B922-15C2743FDB4B}" srcId="{EE425ABB-09F7-4B92-8AB7-F025474C950E}" destId="{ECD54B48-A7FF-4106-A847-A6BA3AD1B169}" srcOrd="2" destOrd="0" parTransId="{13D4B89E-9F38-4AFF-9C4A-9E390594D4C8}" sibTransId="{261A9ED5-34FF-44AE-B03E-DDB58B881D57}"/>
    <dgm:cxn modelId="{473D97BD-28AA-4CDB-8208-3ED968F23F2A}" srcId="{ECD54B48-A7FF-4106-A847-A6BA3AD1B169}" destId="{8BF77EC8-8DEC-417C-AC31-22E34247E47B}" srcOrd="1" destOrd="0" parTransId="{88582464-68D6-4237-96AF-4A4E7DC88E7A}" sibTransId="{0F974197-52F1-4F5A-AA34-30CB1CF30111}"/>
    <dgm:cxn modelId="{0AF53CCD-FB3F-4C38-ACB2-7AC1B22958F5}" type="presOf" srcId="{FE726B70-E6B8-4821-A0EB-BA813A5E010E}" destId="{B9036C53-AD0B-4350-86F1-E928FF830FA9}" srcOrd="0" destOrd="0" presId="urn:microsoft.com/office/officeart/2018/2/layout/IconLabelDescriptionList"/>
    <dgm:cxn modelId="{7BA46BD2-0AFA-4942-83DB-F54C43565991}" type="presOf" srcId="{FDCFB68A-2E64-43DF-8A2B-D67800E892F7}" destId="{A950E505-5298-42E9-8686-CF675504C66D}" srcOrd="0" destOrd="0" presId="urn:microsoft.com/office/officeart/2018/2/layout/IconLabelDescriptionList"/>
    <dgm:cxn modelId="{28EF6EDC-5B49-443B-A804-D8B182C709FD}" srcId="{FDCFB68A-2E64-43DF-8A2B-D67800E892F7}" destId="{14394662-EB6D-4DD3-8A06-C111DB7E14F3}" srcOrd="0" destOrd="0" parTransId="{417AE12F-2AD6-4046-8CD1-2B46A0331AFC}" sibTransId="{BBB8637B-2759-41B4-9AEB-2B5B9A47C486}"/>
    <dgm:cxn modelId="{AB9796E1-BC91-4A62-8972-D20FAAFF2647}" type="presOf" srcId="{ECD54B48-A7FF-4106-A847-A6BA3AD1B169}" destId="{7A775BF2-FB9A-4CF6-AB95-07BC125027A2}" srcOrd="0" destOrd="0" presId="urn:microsoft.com/office/officeart/2018/2/layout/IconLabelDescriptionList"/>
    <dgm:cxn modelId="{351205E9-3786-45CE-B96C-406EAB67B84E}" type="presOf" srcId="{14C85D06-B81A-49CD-99ED-502EDC1CAFBC}" destId="{79DB35A1-9F23-47FD-9EED-7521312EAC5C}" srcOrd="0" destOrd="0" presId="urn:microsoft.com/office/officeart/2018/2/layout/IconLabelDescriptionList"/>
    <dgm:cxn modelId="{2B6A03C3-7236-4DB5-8680-46E2209F0C68}" type="presParOf" srcId="{5660C8D9-EE96-470D-9C0A-D9F1D90F5C72}" destId="{D4CA333E-792F-44C4-9F27-06940065A6E4}" srcOrd="0" destOrd="0" presId="urn:microsoft.com/office/officeart/2018/2/layout/IconLabelDescriptionList"/>
    <dgm:cxn modelId="{849CFBD2-83C1-47CD-9CF0-82FBE63E41AD}" type="presParOf" srcId="{D4CA333E-792F-44C4-9F27-06940065A6E4}" destId="{198E9CC9-D4E2-4E9E-B997-AD1FD3AFADCE}" srcOrd="0" destOrd="0" presId="urn:microsoft.com/office/officeart/2018/2/layout/IconLabelDescriptionList"/>
    <dgm:cxn modelId="{0F9BA4E8-D47A-494A-9E3F-5ECF2465D27D}" type="presParOf" srcId="{D4CA333E-792F-44C4-9F27-06940065A6E4}" destId="{F21A21F9-2537-4401-B52C-FADA883706B3}" srcOrd="1" destOrd="0" presId="urn:microsoft.com/office/officeart/2018/2/layout/IconLabelDescriptionList"/>
    <dgm:cxn modelId="{2D53FAA0-5B01-4598-8A50-14DDBA41BB71}" type="presParOf" srcId="{D4CA333E-792F-44C4-9F27-06940065A6E4}" destId="{A950E505-5298-42E9-8686-CF675504C66D}" srcOrd="2" destOrd="0" presId="urn:microsoft.com/office/officeart/2018/2/layout/IconLabelDescriptionList"/>
    <dgm:cxn modelId="{3B58491E-1513-4165-A113-D2B4F4AC0F1E}" type="presParOf" srcId="{D4CA333E-792F-44C4-9F27-06940065A6E4}" destId="{CEFC448C-2C8D-4B71-8DE4-60573AD8B35A}" srcOrd="3" destOrd="0" presId="urn:microsoft.com/office/officeart/2018/2/layout/IconLabelDescriptionList"/>
    <dgm:cxn modelId="{5B23C0EB-8EAF-4A2C-8948-74D2895424C0}" type="presParOf" srcId="{D4CA333E-792F-44C4-9F27-06940065A6E4}" destId="{AF99683E-6313-4F82-84B2-2282C58CCF7D}" srcOrd="4" destOrd="0" presId="urn:microsoft.com/office/officeart/2018/2/layout/IconLabelDescriptionList"/>
    <dgm:cxn modelId="{D903A40C-5C08-4049-8973-C93C13F46345}" type="presParOf" srcId="{5660C8D9-EE96-470D-9C0A-D9F1D90F5C72}" destId="{18E4554A-3C05-4883-B22D-9E92B459BE27}" srcOrd="1" destOrd="0" presId="urn:microsoft.com/office/officeart/2018/2/layout/IconLabelDescriptionList"/>
    <dgm:cxn modelId="{772D3D30-ED53-46C1-8758-6290F403108E}" type="presParOf" srcId="{5660C8D9-EE96-470D-9C0A-D9F1D90F5C72}" destId="{71D6372D-C76F-4AE2-83FF-CE9603DAAC88}" srcOrd="2" destOrd="0" presId="urn:microsoft.com/office/officeart/2018/2/layout/IconLabelDescriptionList"/>
    <dgm:cxn modelId="{285D52A9-D53B-4BA8-BF64-6E56DD0770CC}" type="presParOf" srcId="{71D6372D-C76F-4AE2-83FF-CE9603DAAC88}" destId="{2939E580-EE82-4058-85FF-73AA417A1DE7}" srcOrd="0" destOrd="0" presId="urn:microsoft.com/office/officeart/2018/2/layout/IconLabelDescriptionList"/>
    <dgm:cxn modelId="{ED311CB8-D8B8-4E23-9E1E-6B3A811A3057}" type="presParOf" srcId="{71D6372D-C76F-4AE2-83FF-CE9603DAAC88}" destId="{BE22308C-F700-4A7D-871B-8432BB8F0353}" srcOrd="1" destOrd="0" presId="urn:microsoft.com/office/officeart/2018/2/layout/IconLabelDescriptionList"/>
    <dgm:cxn modelId="{7608DFC1-5BE0-45E7-A7AF-10DDB84EA431}" type="presParOf" srcId="{71D6372D-C76F-4AE2-83FF-CE9603DAAC88}" destId="{B9036C53-AD0B-4350-86F1-E928FF830FA9}" srcOrd="2" destOrd="0" presId="urn:microsoft.com/office/officeart/2018/2/layout/IconLabelDescriptionList"/>
    <dgm:cxn modelId="{C852670D-5BB3-4DDC-8DCB-3ECF7160CFA0}" type="presParOf" srcId="{71D6372D-C76F-4AE2-83FF-CE9603DAAC88}" destId="{65846C34-0902-431B-8E62-AC277885548D}" srcOrd="3" destOrd="0" presId="urn:microsoft.com/office/officeart/2018/2/layout/IconLabelDescriptionList"/>
    <dgm:cxn modelId="{F337CEB3-4A72-4729-A613-D13ADB0761BB}" type="presParOf" srcId="{71D6372D-C76F-4AE2-83FF-CE9603DAAC88}" destId="{9B14D12B-BD3E-42DE-A67C-1FF614E11B4A}" srcOrd="4" destOrd="0" presId="urn:microsoft.com/office/officeart/2018/2/layout/IconLabelDescriptionList"/>
    <dgm:cxn modelId="{FEB92199-693B-47A4-94D3-62D64EB6C16D}" type="presParOf" srcId="{5660C8D9-EE96-470D-9C0A-D9F1D90F5C72}" destId="{A08177D9-2BA9-41E5-A709-7CD1065218AE}" srcOrd="3" destOrd="0" presId="urn:microsoft.com/office/officeart/2018/2/layout/IconLabelDescriptionList"/>
    <dgm:cxn modelId="{5A78FEDB-6B0E-4A07-8D46-2A5385FB6568}" type="presParOf" srcId="{5660C8D9-EE96-470D-9C0A-D9F1D90F5C72}" destId="{645A5918-7B45-4EDC-AF97-BDBCD66F41CF}" srcOrd="4" destOrd="0" presId="urn:microsoft.com/office/officeart/2018/2/layout/IconLabelDescriptionList"/>
    <dgm:cxn modelId="{839D2CF2-EBC5-480C-AB8A-6966ABEBF6A0}" type="presParOf" srcId="{645A5918-7B45-4EDC-AF97-BDBCD66F41CF}" destId="{279D357D-CCD3-4E51-B703-D57C8FB7D5D0}" srcOrd="0" destOrd="0" presId="urn:microsoft.com/office/officeart/2018/2/layout/IconLabelDescriptionList"/>
    <dgm:cxn modelId="{480AD9EF-E5F8-4FBF-BB00-4AA6418D4973}" type="presParOf" srcId="{645A5918-7B45-4EDC-AF97-BDBCD66F41CF}" destId="{43821BCE-189C-461D-AD62-346944ABFFFB}" srcOrd="1" destOrd="0" presId="urn:microsoft.com/office/officeart/2018/2/layout/IconLabelDescriptionList"/>
    <dgm:cxn modelId="{9F6ADC7D-5AF5-4FE5-BB80-583FF7AF9821}" type="presParOf" srcId="{645A5918-7B45-4EDC-AF97-BDBCD66F41CF}" destId="{7A775BF2-FB9A-4CF6-AB95-07BC125027A2}" srcOrd="2" destOrd="0" presId="urn:microsoft.com/office/officeart/2018/2/layout/IconLabelDescriptionList"/>
    <dgm:cxn modelId="{E9D5C860-97E4-4BB3-A05E-54E48E1EA06A}" type="presParOf" srcId="{645A5918-7B45-4EDC-AF97-BDBCD66F41CF}" destId="{F8626460-7FC8-4CD7-A61E-499F58830344}" srcOrd="3" destOrd="0" presId="urn:microsoft.com/office/officeart/2018/2/layout/IconLabelDescriptionList"/>
    <dgm:cxn modelId="{7554254B-9566-4D3F-9F82-0C48CBCC89A3}" type="presParOf" srcId="{645A5918-7B45-4EDC-AF97-BDBCD66F41CF}" destId="{79DB35A1-9F23-47FD-9EED-7521312EAC5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F1D7C1F1-DBEE-40E5-B55D-B3C11121B14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F9B7C6-7179-42D3-8FBE-13BA788BEB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WIF-compressed</a:t>
          </a:r>
        </a:p>
      </dgm:t>
    </dgm:pt>
    <dgm:pt modelId="{6CF471AA-7F1A-47D1-A5B1-1B5B378BD859}" type="parTrans" cxnId="{E7591FB4-3077-423E-9ACE-F3C74D4034F4}">
      <dgm:prSet/>
      <dgm:spPr/>
      <dgm:t>
        <a:bodyPr/>
        <a:lstStyle/>
        <a:p>
          <a:endParaRPr lang="en-US"/>
        </a:p>
      </dgm:t>
    </dgm:pt>
    <dgm:pt modelId="{CC811EB4-CF0C-46DC-8259-FE936E4E86DD}" type="sibTrans" cxnId="{E7591FB4-3077-423E-9ACE-F3C74D4034F4}">
      <dgm:prSet/>
      <dgm:spPr/>
      <dgm:t>
        <a:bodyPr/>
        <a:lstStyle/>
        <a:p>
          <a:endParaRPr lang="en-US"/>
        </a:p>
      </dgm:t>
    </dgm:pt>
    <dgm:pt modelId="{CAB37A60-6D09-4881-9198-5175F3C91F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Means</a:t>
          </a:r>
          <a:r>
            <a:rPr lang="tr-TR"/>
            <a:t> </a:t>
          </a:r>
          <a:r>
            <a:rPr lang="en-US"/>
            <a:t>“private key</a:t>
          </a:r>
        </a:p>
      </dgm:t>
    </dgm:pt>
    <dgm:pt modelId="{94FC07F3-A43B-410D-BA46-124B5533C6B4}" type="parTrans" cxnId="{CC22EEBD-44AA-4256-8144-E394C0B8D9F9}">
      <dgm:prSet/>
      <dgm:spPr/>
      <dgm:t>
        <a:bodyPr/>
        <a:lstStyle/>
        <a:p>
          <a:endParaRPr lang="en-US"/>
        </a:p>
      </dgm:t>
    </dgm:pt>
    <dgm:pt modelId="{5AE06D1A-C01B-4DF7-BECD-D663CF6297BA}" type="sibTrans" cxnId="{CC22EEBD-44AA-4256-8144-E394C0B8D9F9}">
      <dgm:prSet/>
      <dgm:spPr/>
      <dgm:t>
        <a:bodyPr/>
        <a:lstStyle/>
        <a:p>
          <a:endParaRPr lang="en-US"/>
        </a:p>
      </dgm:t>
    </dgm:pt>
    <dgm:pt modelId="{28819580-39E2-4A77-9558-89A41E510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which</a:t>
          </a:r>
        </a:p>
      </dgm:t>
    </dgm:pt>
    <dgm:pt modelId="{C6BDABB7-D4E2-49B0-9D99-153081E2E7A2}" type="parTrans" cxnId="{037EFA1B-B8A2-4F48-A9BC-89B83321FA05}">
      <dgm:prSet/>
      <dgm:spPr/>
      <dgm:t>
        <a:bodyPr/>
        <a:lstStyle/>
        <a:p>
          <a:endParaRPr lang="tr-TR"/>
        </a:p>
      </dgm:t>
    </dgm:pt>
    <dgm:pt modelId="{5C0E3D62-BBB2-405A-899E-C2904CB9DF91}" type="sibTrans" cxnId="{037EFA1B-B8A2-4F48-A9BC-89B83321FA05}">
      <dgm:prSet/>
      <dgm:spPr/>
      <dgm:t>
        <a:bodyPr/>
        <a:lstStyle/>
        <a:p>
          <a:endParaRPr lang="tr-TR"/>
        </a:p>
      </dgm:t>
    </dgm:pt>
    <dgm:pt modelId="{51BE7598-48FB-4C08-AE9A-770664FA62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compressed public keys</a:t>
          </a:r>
        </a:p>
      </dgm:t>
    </dgm:pt>
    <dgm:pt modelId="{EFA0A541-FED6-458F-9EDF-4FCD55848EEF}" type="parTrans" cxnId="{160C2E16-DDEA-43BC-B089-B714D548E3BC}">
      <dgm:prSet/>
      <dgm:spPr/>
      <dgm:t>
        <a:bodyPr/>
        <a:lstStyle/>
        <a:p>
          <a:endParaRPr lang="tr-TR"/>
        </a:p>
      </dgm:t>
    </dgm:pt>
    <dgm:pt modelId="{17DF755D-1030-47FD-B231-2081B573DDA4}" type="sibTrans" cxnId="{160C2E16-DDEA-43BC-B089-B714D548E3BC}">
      <dgm:prSet/>
      <dgm:spPr/>
      <dgm:t>
        <a:bodyPr/>
        <a:lstStyle/>
        <a:p>
          <a:endParaRPr lang="tr-TR"/>
        </a:p>
      </dgm:t>
    </dgm:pt>
    <dgm:pt modelId="{05AB0D36-4CB7-41CA-B86A-9D9C0F71E7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</a:t>
          </a:r>
          <a:r>
            <a:rPr lang="tr-TR"/>
            <a:t> </a:t>
          </a:r>
          <a:r>
            <a:rPr lang="en-US"/>
            <a:t>derived” </a:t>
          </a:r>
        </a:p>
      </dgm:t>
    </dgm:pt>
    <dgm:pt modelId="{6AD1908F-8286-4034-A70A-7B85BB70E6EB}" type="parTrans" cxnId="{956DB149-1B8C-4A5E-BFBC-F31A5BA343A3}">
      <dgm:prSet/>
      <dgm:spPr/>
      <dgm:t>
        <a:bodyPr/>
        <a:lstStyle/>
        <a:p>
          <a:endParaRPr lang="tr-TR"/>
        </a:p>
      </dgm:t>
    </dgm:pt>
    <dgm:pt modelId="{6EEB99DD-80FB-49C2-86F6-EF589B2E2852}" type="sibTrans" cxnId="{956DB149-1B8C-4A5E-BFBC-F31A5BA343A3}">
      <dgm:prSet/>
      <dgm:spPr/>
      <dgm:t>
        <a:bodyPr/>
        <a:lstStyle/>
        <a:p>
          <a:endParaRPr lang="tr-TR"/>
        </a:p>
      </dgm:t>
    </dgm:pt>
    <dgm:pt modelId="{5FB305DB-D043-4A2C-862D-C7E2AE3131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“compressed private </a:t>
          </a:r>
          <a:r>
            <a:rPr lang="en-US"/>
            <a:t>key” </a:t>
          </a:r>
        </a:p>
      </dgm:t>
    </dgm:pt>
    <dgm:pt modelId="{71E15E97-C790-4A40-8118-33B83FB8B08C}" type="parTrans" cxnId="{1AA9288C-44AD-4F29-8C07-EBF84FD67AE0}">
      <dgm:prSet/>
      <dgm:spPr/>
      <dgm:t>
        <a:bodyPr/>
        <a:lstStyle/>
        <a:p>
          <a:endParaRPr lang="tr-TR"/>
        </a:p>
      </dgm:t>
    </dgm:pt>
    <dgm:pt modelId="{AB959C00-3170-4FF1-9F16-9C0C8FA26F91}" type="sibTrans" cxnId="{1AA9288C-44AD-4F29-8C07-EBF84FD67AE0}">
      <dgm:prSet/>
      <dgm:spPr/>
      <dgm:t>
        <a:bodyPr/>
        <a:lstStyle/>
        <a:p>
          <a:endParaRPr lang="tr-TR"/>
        </a:p>
      </dgm:t>
    </dgm:pt>
    <dgm:pt modelId="{BB3FA7A0-730A-418F-9F25-B7ACE6AF5A59}" type="pres">
      <dgm:prSet presAssocID="{F1D7C1F1-DBEE-40E5-B55D-B3C11121B144}" presName="root" presStyleCnt="0">
        <dgm:presLayoutVars>
          <dgm:dir/>
          <dgm:resizeHandles val="exact"/>
        </dgm:presLayoutVars>
      </dgm:prSet>
      <dgm:spPr/>
    </dgm:pt>
    <dgm:pt modelId="{F8D6F891-F387-4B4E-BE99-88E9571B2C97}" type="pres">
      <dgm:prSet presAssocID="{71F9B7C6-7179-42D3-8FBE-13BA788BEB52}" presName="compNode" presStyleCnt="0"/>
      <dgm:spPr/>
    </dgm:pt>
    <dgm:pt modelId="{CEABA6EA-CA8E-427F-8A12-9C4B7704CD28}" type="pres">
      <dgm:prSet presAssocID="{71F9B7C6-7179-42D3-8FBE-13BA788BEB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A565B3-63C4-4A4F-A1EA-71A9D9327550}" type="pres">
      <dgm:prSet presAssocID="{71F9B7C6-7179-42D3-8FBE-13BA788BEB52}" presName="iconSpace" presStyleCnt="0"/>
      <dgm:spPr/>
    </dgm:pt>
    <dgm:pt modelId="{3AD98C60-B73C-4B80-A364-7C0AD9078370}" type="pres">
      <dgm:prSet presAssocID="{71F9B7C6-7179-42D3-8FBE-13BA788BEB52}" presName="parTx" presStyleLbl="revTx" presStyleIdx="0" presStyleCnt="4">
        <dgm:presLayoutVars>
          <dgm:chMax val="0"/>
          <dgm:chPref val="0"/>
        </dgm:presLayoutVars>
      </dgm:prSet>
      <dgm:spPr/>
    </dgm:pt>
    <dgm:pt modelId="{E4CFF2F2-B914-4958-A059-B19CC243FC07}" type="pres">
      <dgm:prSet presAssocID="{71F9B7C6-7179-42D3-8FBE-13BA788BEB52}" presName="txSpace" presStyleCnt="0"/>
      <dgm:spPr/>
    </dgm:pt>
    <dgm:pt modelId="{4AD4EF56-18E3-46B3-BA68-5D735DC57953}" type="pres">
      <dgm:prSet presAssocID="{71F9B7C6-7179-42D3-8FBE-13BA788BEB52}" presName="desTx" presStyleLbl="revTx" presStyleIdx="1" presStyleCnt="4">
        <dgm:presLayoutVars/>
      </dgm:prSet>
      <dgm:spPr/>
    </dgm:pt>
    <dgm:pt modelId="{485A4C4D-926F-45E0-BFF1-54C024C35247}" type="pres">
      <dgm:prSet presAssocID="{CC811EB4-CF0C-46DC-8259-FE936E4E86DD}" presName="sibTrans" presStyleCnt="0"/>
      <dgm:spPr/>
    </dgm:pt>
    <dgm:pt modelId="{C8226AE3-0AAD-40EE-9628-BB5193C9A54F}" type="pres">
      <dgm:prSet presAssocID="{CAB37A60-6D09-4881-9198-5175F3C91F56}" presName="compNode" presStyleCnt="0"/>
      <dgm:spPr/>
    </dgm:pt>
    <dgm:pt modelId="{82E88886-76E0-402E-B1EB-69A6C8A99E68}" type="pres">
      <dgm:prSet presAssocID="{CAB37A60-6D09-4881-9198-5175F3C91F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459BF62-414C-44DA-9928-A3A112C86A53}" type="pres">
      <dgm:prSet presAssocID="{CAB37A60-6D09-4881-9198-5175F3C91F56}" presName="iconSpace" presStyleCnt="0"/>
      <dgm:spPr/>
    </dgm:pt>
    <dgm:pt modelId="{F95D203B-7177-48B6-98DD-F27FC421CBBC}" type="pres">
      <dgm:prSet presAssocID="{CAB37A60-6D09-4881-9198-5175F3C91F56}" presName="parTx" presStyleLbl="revTx" presStyleIdx="2" presStyleCnt="4">
        <dgm:presLayoutVars>
          <dgm:chMax val="0"/>
          <dgm:chPref val="0"/>
        </dgm:presLayoutVars>
      </dgm:prSet>
      <dgm:spPr/>
    </dgm:pt>
    <dgm:pt modelId="{B79C952B-24A1-4692-A4FE-04DDA8818BD0}" type="pres">
      <dgm:prSet presAssocID="{CAB37A60-6D09-4881-9198-5175F3C91F56}" presName="txSpace" presStyleCnt="0"/>
      <dgm:spPr/>
    </dgm:pt>
    <dgm:pt modelId="{081DC206-9A33-4861-BBE8-ACC37A9ADF5B}" type="pres">
      <dgm:prSet presAssocID="{CAB37A60-6D09-4881-9198-5175F3C91F56}" presName="desTx" presStyleLbl="revTx" presStyleIdx="3" presStyleCnt="4">
        <dgm:presLayoutVars/>
      </dgm:prSet>
      <dgm:spPr/>
    </dgm:pt>
  </dgm:ptLst>
  <dgm:cxnLst>
    <dgm:cxn modelId="{D1A39D02-5CA2-421D-AB27-89E0428A3096}" type="presOf" srcId="{5FB305DB-D043-4A2C-862D-C7E2AE3131C0}" destId="{4AD4EF56-18E3-46B3-BA68-5D735DC57953}" srcOrd="0" destOrd="0" presId="urn:microsoft.com/office/officeart/2018/5/layout/CenteredIconLabelDescriptionList"/>
    <dgm:cxn modelId="{160C2E16-DDEA-43BC-B089-B714D548E3BC}" srcId="{CAB37A60-6D09-4881-9198-5175F3C91F56}" destId="{51BE7598-48FB-4C08-AE9A-770664FA6284}" srcOrd="1" destOrd="0" parTransId="{EFA0A541-FED6-458F-9EDF-4FCD55848EEF}" sibTransId="{17DF755D-1030-47FD-B231-2081B573DDA4}"/>
    <dgm:cxn modelId="{037EFA1B-B8A2-4F48-A9BC-89B83321FA05}" srcId="{CAB37A60-6D09-4881-9198-5175F3C91F56}" destId="{28819580-39E2-4A77-9558-89A41E510D4A}" srcOrd="0" destOrd="0" parTransId="{C6BDABB7-D4E2-49B0-9D99-153081E2E7A2}" sibTransId="{5C0E3D62-BBB2-405A-899E-C2904CB9DF91}"/>
    <dgm:cxn modelId="{EB3E693D-86A3-4917-AA48-7B87A75CCFBF}" type="presOf" srcId="{51BE7598-48FB-4C08-AE9A-770664FA6284}" destId="{081DC206-9A33-4861-BBE8-ACC37A9ADF5B}" srcOrd="0" destOrd="1" presId="urn:microsoft.com/office/officeart/2018/5/layout/CenteredIconLabelDescriptionList"/>
    <dgm:cxn modelId="{956DB149-1B8C-4A5E-BFBC-F31A5BA343A3}" srcId="{CAB37A60-6D09-4881-9198-5175F3C91F56}" destId="{05AB0D36-4CB7-41CA-B86A-9D9C0F71E7F9}" srcOrd="2" destOrd="0" parTransId="{6AD1908F-8286-4034-A70A-7B85BB70E6EB}" sibTransId="{6EEB99DD-80FB-49C2-86F6-EF589B2E2852}"/>
    <dgm:cxn modelId="{1AA9288C-44AD-4F29-8C07-EBF84FD67AE0}" srcId="{71F9B7C6-7179-42D3-8FBE-13BA788BEB52}" destId="{5FB305DB-D043-4A2C-862D-C7E2AE3131C0}" srcOrd="0" destOrd="0" parTransId="{71E15E97-C790-4A40-8118-33B83FB8B08C}" sibTransId="{AB959C00-3170-4FF1-9F16-9C0C8FA26F91}"/>
    <dgm:cxn modelId="{DB6941A3-406B-44F2-9273-0F7F991731F8}" type="presOf" srcId="{71F9B7C6-7179-42D3-8FBE-13BA788BEB52}" destId="{3AD98C60-B73C-4B80-A364-7C0AD9078370}" srcOrd="0" destOrd="0" presId="urn:microsoft.com/office/officeart/2018/5/layout/CenteredIconLabelDescriptionList"/>
    <dgm:cxn modelId="{29881EA4-6F3E-4E26-95FE-8380AC268865}" type="presOf" srcId="{28819580-39E2-4A77-9558-89A41E510D4A}" destId="{081DC206-9A33-4861-BBE8-ACC37A9ADF5B}" srcOrd="0" destOrd="0" presId="urn:microsoft.com/office/officeart/2018/5/layout/CenteredIconLabelDescriptionList"/>
    <dgm:cxn modelId="{E7591FB4-3077-423E-9ACE-F3C74D4034F4}" srcId="{F1D7C1F1-DBEE-40E5-B55D-B3C11121B144}" destId="{71F9B7C6-7179-42D3-8FBE-13BA788BEB52}" srcOrd="0" destOrd="0" parTransId="{6CF471AA-7F1A-47D1-A5B1-1B5B378BD859}" sibTransId="{CC811EB4-CF0C-46DC-8259-FE936E4E86DD}"/>
    <dgm:cxn modelId="{CC22EEBD-44AA-4256-8144-E394C0B8D9F9}" srcId="{F1D7C1F1-DBEE-40E5-B55D-B3C11121B144}" destId="{CAB37A60-6D09-4881-9198-5175F3C91F56}" srcOrd="1" destOrd="0" parTransId="{94FC07F3-A43B-410D-BA46-124B5533C6B4}" sibTransId="{5AE06D1A-C01B-4DF7-BECD-D663CF6297BA}"/>
    <dgm:cxn modelId="{D83A09C4-A3DC-4D46-BB29-C6B5D906802E}" type="presOf" srcId="{05AB0D36-4CB7-41CA-B86A-9D9C0F71E7F9}" destId="{081DC206-9A33-4861-BBE8-ACC37A9ADF5B}" srcOrd="0" destOrd="2" presId="urn:microsoft.com/office/officeart/2018/5/layout/CenteredIconLabelDescriptionList"/>
    <dgm:cxn modelId="{5DDF62CC-FE24-4020-B6C6-773120AE60A4}" type="presOf" srcId="{CAB37A60-6D09-4881-9198-5175F3C91F56}" destId="{F95D203B-7177-48B6-98DD-F27FC421CBBC}" srcOrd="0" destOrd="0" presId="urn:microsoft.com/office/officeart/2018/5/layout/CenteredIconLabelDescriptionList"/>
    <dgm:cxn modelId="{C6D56BDA-E274-4CF7-AE58-2029DE5DB5B0}" type="presOf" srcId="{F1D7C1F1-DBEE-40E5-B55D-B3C11121B144}" destId="{BB3FA7A0-730A-418F-9F25-B7ACE6AF5A59}" srcOrd="0" destOrd="0" presId="urn:microsoft.com/office/officeart/2018/5/layout/CenteredIconLabelDescriptionList"/>
    <dgm:cxn modelId="{7B43F175-56F6-4B88-B930-209674EC69FE}" type="presParOf" srcId="{BB3FA7A0-730A-418F-9F25-B7ACE6AF5A59}" destId="{F8D6F891-F387-4B4E-BE99-88E9571B2C97}" srcOrd="0" destOrd="0" presId="urn:microsoft.com/office/officeart/2018/5/layout/CenteredIconLabelDescriptionList"/>
    <dgm:cxn modelId="{CE12ECFC-8E0A-4322-A386-0E284751A5B9}" type="presParOf" srcId="{F8D6F891-F387-4B4E-BE99-88E9571B2C97}" destId="{CEABA6EA-CA8E-427F-8A12-9C4B7704CD28}" srcOrd="0" destOrd="0" presId="urn:microsoft.com/office/officeart/2018/5/layout/CenteredIconLabelDescriptionList"/>
    <dgm:cxn modelId="{DBF8642D-F73F-483F-9409-3DBA3E43A6CB}" type="presParOf" srcId="{F8D6F891-F387-4B4E-BE99-88E9571B2C97}" destId="{65A565B3-63C4-4A4F-A1EA-71A9D9327550}" srcOrd="1" destOrd="0" presId="urn:microsoft.com/office/officeart/2018/5/layout/CenteredIconLabelDescriptionList"/>
    <dgm:cxn modelId="{C0D36810-2027-4B91-B04B-CBAE4F5A4A28}" type="presParOf" srcId="{F8D6F891-F387-4B4E-BE99-88E9571B2C97}" destId="{3AD98C60-B73C-4B80-A364-7C0AD9078370}" srcOrd="2" destOrd="0" presId="urn:microsoft.com/office/officeart/2018/5/layout/CenteredIconLabelDescriptionList"/>
    <dgm:cxn modelId="{59087BC9-4FE7-40B5-AB7A-84BD540A4B33}" type="presParOf" srcId="{F8D6F891-F387-4B4E-BE99-88E9571B2C97}" destId="{E4CFF2F2-B914-4958-A059-B19CC243FC07}" srcOrd="3" destOrd="0" presId="urn:microsoft.com/office/officeart/2018/5/layout/CenteredIconLabelDescriptionList"/>
    <dgm:cxn modelId="{B2519EF0-4586-47BB-B1B3-A918F87F7492}" type="presParOf" srcId="{F8D6F891-F387-4B4E-BE99-88E9571B2C97}" destId="{4AD4EF56-18E3-46B3-BA68-5D735DC57953}" srcOrd="4" destOrd="0" presId="urn:microsoft.com/office/officeart/2018/5/layout/CenteredIconLabelDescriptionList"/>
    <dgm:cxn modelId="{C10591EA-FC42-4E17-A796-F67686FAD7BD}" type="presParOf" srcId="{BB3FA7A0-730A-418F-9F25-B7ACE6AF5A59}" destId="{485A4C4D-926F-45E0-BFF1-54C024C35247}" srcOrd="1" destOrd="0" presId="urn:microsoft.com/office/officeart/2018/5/layout/CenteredIconLabelDescriptionList"/>
    <dgm:cxn modelId="{1FB60965-70B6-483B-A38F-761A68D8BB73}" type="presParOf" srcId="{BB3FA7A0-730A-418F-9F25-B7ACE6AF5A59}" destId="{C8226AE3-0AAD-40EE-9628-BB5193C9A54F}" srcOrd="2" destOrd="0" presId="urn:microsoft.com/office/officeart/2018/5/layout/CenteredIconLabelDescriptionList"/>
    <dgm:cxn modelId="{A223F194-E25D-46ED-8FFB-0B4A913B9A6F}" type="presParOf" srcId="{C8226AE3-0AAD-40EE-9628-BB5193C9A54F}" destId="{82E88886-76E0-402E-B1EB-69A6C8A99E68}" srcOrd="0" destOrd="0" presId="urn:microsoft.com/office/officeart/2018/5/layout/CenteredIconLabelDescriptionList"/>
    <dgm:cxn modelId="{EABC2B98-7571-4C67-93CD-E6AE6A7ACF0A}" type="presParOf" srcId="{C8226AE3-0AAD-40EE-9628-BB5193C9A54F}" destId="{F459BF62-414C-44DA-9928-A3A112C86A53}" srcOrd="1" destOrd="0" presId="urn:microsoft.com/office/officeart/2018/5/layout/CenteredIconLabelDescriptionList"/>
    <dgm:cxn modelId="{3B1B3FB6-2F52-41A1-8AC5-AEB979E209D2}" type="presParOf" srcId="{C8226AE3-0AAD-40EE-9628-BB5193C9A54F}" destId="{F95D203B-7177-48B6-98DD-F27FC421CBBC}" srcOrd="2" destOrd="0" presId="urn:microsoft.com/office/officeart/2018/5/layout/CenteredIconLabelDescriptionList"/>
    <dgm:cxn modelId="{4669C807-A4E3-494E-B95E-862D1C1377D1}" type="presParOf" srcId="{C8226AE3-0AAD-40EE-9628-BB5193C9A54F}" destId="{B79C952B-24A1-4692-A4FE-04DDA8818BD0}" srcOrd="3" destOrd="0" presId="urn:microsoft.com/office/officeart/2018/5/layout/CenteredIconLabelDescriptionList"/>
    <dgm:cxn modelId="{3A08F1EC-2D10-40FD-8C16-C19EADBE2D22}" type="presParOf" srcId="{C8226AE3-0AAD-40EE-9628-BB5193C9A54F}" destId="{081DC206-9A33-4861-BBE8-ACC37A9ADF5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F1D7C1F1-DBEE-40E5-B55D-B3C11121B14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34C4B6-75E1-4C7E-9A9E-8C85788283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“WIF”</a:t>
          </a:r>
          <a:r>
            <a:rPr lang="tr-TR"/>
            <a:t>: </a:t>
          </a:r>
          <a:r>
            <a:rPr lang="en-US"/>
            <a:t>not “compressed”</a:t>
          </a:r>
        </a:p>
      </dgm:t>
    </dgm:pt>
    <dgm:pt modelId="{49EB3718-257E-4EC2-A4DC-75F5E6724D0F}" type="parTrans" cxnId="{004BC76C-D805-494B-BC0A-C622EA0C3153}">
      <dgm:prSet/>
      <dgm:spPr/>
      <dgm:t>
        <a:bodyPr/>
        <a:lstStyle/>
        <a:p>
          <a:endParaRPr lang="en-US"/>
        </a:p>
      </dgm:t>
    </dgm:pt>
    <dgm:pt modelId="{236B9D3A-E672-48D1-8720-3419029D33EE}" type="sibTrans" cxnId="{004BC76C-D805-494B-BC0A-C622EA0C3153}">
      <dgm:prSet/>
      <dgm:spPr/>
      <dgm:t>
        <a:bodyPr/>
        <a:lstStyle/>
        <a:p>
          <a:endParaRPr lang="en-US"/>
        </a:p>
      </dgm:t>
    </dgm:pt>
    <dgm:pt modelId="{41F5603D-9499-45DD-9B31-2DEC59A48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really means </a:t>
          </a:r>
        </a:p>
      </dgm:t>
    </dgm:pt>
    <dgm:pt modelId="{24D927F8-C87B-4FD8-8986-C2B1FCC657E9}" type="parTrans" cxnId="{AE871CCF-65F7-4BFF-9899-130E9D1211B8}">
      <dgm:prSet/>
      <dgm:spPr/>
      <dgm:t>
        <a:bodyPr/>
        <a:lstStyle/>
        <a:p>
          <a:endParaRPr lang="en-US"/>
        </a:p>
      </dgm:t>
    </dgm:pt>
    <dgm:pt modelId="{89DBF8CC-A4D8-4C3A-85DF-63AD9CE4156A}" type="sibTrans" cxnId="{AE871CCF-65F7-4BFF-9899-130E9D1211B8}">
      <dgm:prSet/>
      <dgm:spPr/>
      <dgm:t>
        <a:bodyPr/>
        <a:lstStyle/>
        <a:p>
          <a:endParaRPr lang="en-US"/>
        </a:p>
      </dgm:t>
    </dgm:pt>
    <dgm:pt modelId="{32C6AF94-5124-497E-BB21-39253C6AC9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“private key</a:t>
          </a:r>
        </a:p>
      </dgm:t>
    </dgm:pt>
    <dgm:pt modelId="{584FD511-92D8-4EC9-B994-142437790D3B}" type="parTrans" cxnId="{F6F1B7EF-086C-44FB-906F-785D2372B997}">
      <dgm:prSet/>
      <dgm:spPr/>
      <dgm:t>
        <a:bodyPr/>
        <a:lstStyle/>
        <a:p>
          <a:endParaRPr lang="en-US"/>
        </a:p>
      </dgm:t>
    </dgm:pt>
    <dgm:pt modelId="{F6C791BE-5AA3-4840-9CF8-FFA046F8C074}" type="sibTrans" cxnId="{F6F1B7EF-086C-44FB-906F-785D2372B997}">
      <dgm:prSet/>
      <dgm:spPr/>
      <dgm:t>
        <a:bodyPr/>
        <a:lstStyle/>
        <a:p>
          <a:endParaRPr lang="en-US"/>
        </a:p>
      </dgm:t>
    </dgm:pt>
    <dgm:pt modelId="{875E70E2-05EE-4DE7-A97B-D9B70A6E8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“uncompressed private key” </a:t>
          </a:r>
        </a:p>
      </dgm:t>
    </dgm:pt>
    <dgm:pt modelId="{60E30501-B041-4AEC-B95D-74A4D800B59A}" type="parTrans" cxnId="{5AED3D2E-B729-434C-9CBF-24C9C8B3D6F8}">
      <dgm:prSet/>
      <dgm:spPr/>
      <dgm:t>
        <a:bodyPr/>
        <a:lstStyle/>
        <a:p>
          <a:endParaRPr lang="tr-TR"/>
        </a:p>
      </dgm:t>
    </dgm:pt>
    <dgm:pt modelId="{E76352A0-57F5-4DA7-850F-FDCAD48E41D6}" type="sibTrans" cxnId="{5AED3D2E-B729-434C-9CBF-24C9C8B3D6F8}">
      <dgm:prSet/>
      <dgm:spPr/>
      <dgm:t>
        <a:bodyPr/>
        <a:lstStyle/>
        <a:p>
          <a:endParaRPr lang="tr-TR"/>
        </a:p>
      </dgm:t>
    </dgm:pt>
    <dgm:pt modelId="{DBD1F1C0-2386-4261-8459-0F6931CDB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which</a:t>
          </a:r>
        </a:p>
      </dgm:t>
    </dgm:pt>
    <dgm:pt modelId="{C38205B7-44D6-4231-9C55-466C8AC7AB4D}" type="parTrans" cxnId="{90205678-2A6A-49EA-8487-49FE1FF68116}">
      <dgm:prSet/>
      <dgm:spPr/>
      <dgm:t>
        <a:bodyPr/>
        <a:lstStyle/>
        <a:p>
          <a:endParaRPr lang="tr-TR"/>
        </a:p>
      </dgm:t>
    </dgm:pt>
    <dgm:pt modelId="{313A33F3-2D9B-447A-89B1-3D7FB5ABA1E5}" type="sibTrans" cxnId="{90205678-2A6A-49EA-8487-49FE1FF68116}">
      <dgm:prSet/>
      <dgm:spPr/>
      <dgm:t>
        <a:bodyPr/>
        <a:lstStyle/>
        <a:p>
          <a:endParaRPr lang="tr-TR"/>
        </a:p>
      </dgm:t>
    </dgm:pt>
    <dgm:pt modelId="{4A646507-673B-4AB7-82A8-B23962AE73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uncompressed public keys</a:t>
          </a:r>
        </a:p>
      </dgm:t>
    </dgm:pt>
    <dgm:pt modelId="{2945C07E-924B-4D25-8A41-CD14BCCAE5BD}" type="parTrans" cxnId="{82EF5C0C-2EEC-4478-A5B5-B9EBAB353AC5}">
      <dgm:prSet/>
      <dgm:spPr/>
      <dgm:t>
        <a:bodyPr/>
        <a:lstStyle/>
        <a:p>
          <a:endParaRPr lang="tr-TR"/>
        </a:p>
      </dgm:t>
    </dgm:pt>
    <dgm:pt modelId="{431012A0-D26A-4901-99FB-68A69C709270}" type="sibTrans" cxnId="{82EF5C0C-2EEC-4478-A5B5-B9EBAB353AC5}">
      <dgm:prSet/>
      <dgm:spPr/>
      <dgm:t>
        <a:bodyPr/>
        <a:lstStyle/>
        <a:p>
          <a:endParaRPr lang="tr-TR"/>
        </a:p>
      </dgm:t>
    </dgm:pt>
    <dgm:pt modelId="{579DDCE4-E20B-4047-8D08-B0422AA296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 derived.” </a:t>
          </a:r>
        </a:p>
      </dgm:t>
    </dgm:pt>
    <dgm:pt modelId="{B734236C-11AF-42D3-8BE7-3842897210B1}" type="parTrans" cxnId="{75ED4B6F-DF12-42CF-9110-CFE7D5B8350D}">
      <dgm:prSet/>
      <dgm:spPr/>
      <dgm:t>
        <a:bodyPr/>
        <a:lstStyle/>
        <a:p>
          <a:endParaRPr lang="tr-TR"/>
        </a:p>
      </dgm:t>
    </dgm:pt>
    <dgm:pt modelId="{480546D8-6255-4084-847F-10AFB5D0C56B}" type="sibTrans" cxnId="{75ED4B6F-DF12-42CF-9110-CFE7D5B8350D}">
      <dgm:prSet/>
      <dgm:spPr/>
      <dgm:t>
        <a:bodyPr/>
        <a:lstStyle/>
        <a:p>
          <a:endParaRPr lang="tr-TR"/>
        </a:p>
      </dgm:t>
    </dgm:pt>
    <dgm:pt modelId="{BB3FA7A0-730A-418F-9F25-B7ACE6AF5A59}" type="pres">
      <dgm:prSet presAssocID="{F1D7C1F1-DBEE-40E5-B55D-B3C11121B144}" presName="root" presStyleCnt="0">
        <dgm:presLayoutVars>
          <dgm:dir/>
          <dgm:resizeHandles val="exact"/>
        </dgm:presLayoutVars>
      </dgm:prSet>
      <dgm:spPr/>
    </dgm:pt>
    <dgm:pt modelId="{2EA305F2-A57A-4238-B5E5-16218BB471ED}" type="pres">
      <dgm:prSet presAssocID="{9034C4B6-75E1-4C7E-9A9E-8C857882837F}" presName="compNode" presStyleCnt="0"/>
      <dgm:spPr/>
    </dgm:pt>
    <dgm:pt modelId="{1042A8AF-EF5C-4A40-A300-273379A0FC1B}" type="pres">
      <dgm:prSet presAssocID="{9034C4B6-75E1-4C7E-9A9E-8C857882837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5FE8E21A-1F1D-41AE-875A-9ECA50C78FD3}" type="pres">
      <dgm:prSet presAssocID="{9034C4B6-75E1-4C7E-9A9E-8C857882837F}" presName="iconSpace" presStyleCnt="0"/>
      <dgm:spPr/>
    </dgm:pt>
    <dgm:pt modelId="{AB168FFE-31F9-40EB-93B4-824DC976A5BA}" type="pres">
      <dgm:prSet presAssocID="{9034C4B6-75E1-4C7E-9A9E-8C857882837F}" presName="parTx" presStyleLbl="revTx" presStyleIdx="0" presStyleCnt="4">
        <dgm:presLayoutVars>
          <dgm:chMax val="0"/>
          <dgm:chPref val="0"/>
        </dgm:presLayoutVars>
      </dgm:prSet>
      <dgm:spPr/>
    </dgm:pt>
    <dgm:pt modelId="{BDE3B84F-9043-423C-BC5C-BCC8387AB88C}" type="pres">
      <dgm:prSet presAssocID="{9034C4B6-75E1-4C7E-9A9E-8C857882837F}" presName="txSpace" presStyleCnt="0"/>
      <dgm:spPr/>
    </dgm:pt>
    <dgm:pt modelId="{D3DD0FDC-3481-4846-A606-1FE90AB3A679}" type="pres">
      <dgm:prSet presAssocID="{9034C4B6-75E1-4C7E-9A9E-8C857882837F}" presName="desTx" presStyleLbl="revTx" presStyleIdx="1" presStyleCnt="4">
        <dgm:presLayoutVars/>
      </dgm:prSet>
      <dgm:spPr/>
    </dgm:pt>
    <dgm:pt modelId="{91393A12-2EDD-4416-B5AD-C26B2F3ADB73}" type="pres">
      <dgm:prSet presAssocID="{236B9D3A-E672-48D1-8720-3419029D33EE}" presName="sibTrans" presStyleCnt="0"/>
      <dgm:spPr/>
    </dgm:pt>
    <dgm:pt modelId="{3EF51CA2-D4CE-4294-86C7-8119DE592406}" type="pres">
      <dgm:prSet presAssocID="{32C6AF94-5124-497E-BB21-39253C6AC9D9}" presName="compNode" presStyleCnt="0"/>
      <dgm:spPr/>
    </dgm:pt>
    <dgm:pt modelId="{7F6AAAEA-C631-494B-BB1E-5DF9BBF0E3D2}" type="pres">
      <dgm:prSet presAssocID="{32C6AF94-5124-497E-BB21-39253C6AC9D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3863DC0-5C53-418A-94BD-F3B06AE0EF1D}" type="pres">
      <dgm:prSet presAssocID="{32C6AF94-5124-497E-BB21-39253C6AC9D9}" presName="iconSpace" presStyleCnt="0"/>
      <dgm:spPr/>
    </dgm:pt>
    <dgm:pt modelId="{83C4A9D0-1DF3-4C96-A3D3-756192FF325A}" type="pres">
      <dgm:prSet presAssocID="{32C6AF94-5124-497E-BB21-39253C6AC9D9}" presName="parTx" presStyleLbl="revTx" presStyleIdx="2" presStyleCnt="4">
        <dgm:presLayoutVars>
          <dgm:chMax val="0"/>
          <dgm:chPref val="0"/>
        </dgm:presLayoutVars>
      </dgm:prSet>
      <dgm:spPr/>
    </dgm:pt>
    <dgm:pt modelId="{2C5FBA1F-E482-42E6-AFF2-D8B3E3E98F51}" type="pres">
      <dgm:prSet presAssocID="{32C6AF94-5124-497E-BB21-39253C6AC9D9}" presName="txSpace" presStyleCnt="0"/>
      <dgm:spPr/>
    </dgm:pt>
    <dgm:pt modelId="{7453D861-6FA9-4D83-86B2-6B7F966E6880}" type="pres">
      <dgm:prSet presAssocID="{32C6AF94-5124-497E-BB21-39253C6AC9D9}" presName="desTx" presStyleLbl="revTx" presStyleIdx="3" presStyleCnt="4">
        <dgm:presLayoutVars/>
      </dgm:prSet>
      <dgm:spPr/>
    </dgm:pt>
  </dgm:ptLst>
  <dgm:cxnLst>
    <dgm:cxn modelId="{ED16C002-B13E-46D5-9BB0-29D2950148CD}" type="presOf" srcId="{579DDCE4-E20B-4047-8D08-B0422AA29617}" destId="{7453D861-6FA9-4D83-86B2-6B7F966E6880}" srcOrd="0" destOrd="2" presId="urn:microsoft.com/office/officeart/2018/5/layout/CenteredIconLabelDescriptionList"/>
    <dgm:cxn modelId="{82EF5C0C-2EEC-4478-A5B5-B9EBAB353AC5}" srcId="{32C6AF94-5124-497E-BB21-39253C6AC9D9}" destId="{4A646507-673B-4AB7-82A8-B23962AE739E}" srcOrd="1" destOrd="0" parTransId="{2945C07E-924B-4D25-8A41-CD14BCCAE5BD}" sibTransId="{431012A0-D26A-4901-99FB-68A69C709270}"/>
    <dgm:cxn modelId="{5AED3D2E-B729-434C-9CBF-24C9C8B3D6F8}" srcId="{9034C4B6-75E1-4C7E-9A9E-8C857882837F}" destId="{875E70E2-05EE-4DE7-A97B-D9B70A6E8EC7}" srcOrd="0" destOrd="0" parTransId="{60E30501-B041-4AEC-B95D-74A4D800B59A}" sibTransId="{E76352A0-57F5-4DA7-850F-FDCAD48E41D6}"/>
    <dgm:cxn modelId="{004BC76C-D805-494B-BC0A-C622EA0C3153}" srcId="{F1D7C1F1-DBEE-40E5-B55D-B3C11121B144}" destId="{9034C4B6-75E1-4C7E-9A9E-8C857882837F}" srcOrd="0" destOrd="0" parTransId="{49EB3718-257E-4EC2-A4DC-75F5E6724D0F}" sibTransId="{236B9D3A-E672-48D1-8720-3419029D33EE}"/>
    <dgm:cxn modelId="{7937B66D-5E8D-4702-9F54-B3017FAE3568}" type="presOf" srcId="{DBD1F1C0-2386-4261-8459-0F6931CDB9AD}" destId="{7453D861-6FA9-4D83-86B2-6B7F966E6880}" srcOrd="0" destOrd="0" presId="urn:microsoft.com/office/officeart/2018/5/layout/CenteredIconLabelDescriptionList"/>
    <dgm:cxn modelId="{75ED4B6F-DF12-42CF-9110-CFE7D5B8350D}" srcId="{32C6AF94-5124-497E-BB21-39253C6AC9D9}" destId="{579DDCE4-E20B-4047-8D08-B0422AA29617}" srcOrd="2" destOrd="0" parTransId="{B734236C-11AF-42D3-8BE7-3842897210B1}" sibTransId="{480546D8-6255-4084-847F-10AFB5D0C56B}"/>
    <dgm:cxn modelId="{90205678-2A6A-49EA-8487-49FE1FF68116}" srcId="{32C6AF94-5124-497E-BB21-39253C6AC9D9}" destId="{DBD1F1C0-2386-4261-8459-0F6931CDB9AD}" srcOrd="0" destOrd="0" parTransId="{C38205B7-44D6-4231-9C55-466C8AC7AB4D}" sibTransId="{313A33F3-2D9B-447A-89B1-3D7FB5ABA1E5}"/>
    <dgm:cxn modelId="{806C5159-5BB8-453A-83A4-E1600C67509F}" type="presOf" srcId="{32C6AF94-5124-497E-BB21-39253C6AC9D9}" destId="{83C4A9D0-1DF3-4C96-A3D3-756192FF325A}" srcOrd="0" destOrd="0" presId="urn:microsoft.com/office/officeart/2018/5/layout/CenteredIconLabelDescriptionList"/>
    <dgm:cxn modelId="{F7532E7F-A09B-4903-A5BC-1D02934B0FC7}" type="presOf" srcId="{4A646507-673B-4AB7-82A8-B23962AE739E}" destId="{7453D861-6FA9-4D83-86B2-6B7F966E6880}" srcOrd="0" destOrd="1" presId="urn:microsoft.com/office/officeart/2018/5/layout/CenteredIconLabelDescriptionList"/>
    <dgm:cxn modelId="{101EA5BC-ECDA-4C23-AF19-0E3B75C4C13A}" type="presOf" srcId="{875E70E2-05EE-4DE7-A97B-D9B70A6E8EC7}" destId="{D3DD0FDC-3481-4846-A606-1FE90AB3A679}" srcOrd="0" destOrd="0" presId="urn:microsoft.com/office/officeart/2018/5/layout/CenteredIconLabelDescriptionList"/>
    <dgm:cxn modelId="{5EBFDFBD-F2D6-4D66-BF35-D652C34BA0EA}" type="presOf" srcId="{9034C4B6-75E1-4C7E-9A9E-8C857882837F}" destId="{AB168FFE-31F9-40EB-93B4-824DC976A5BA}" srcOrd="0" destOrd="0" presId="urn:microsoft.com/office/officeart/2018/5/layout/CenteredIconLabelDescriptionList"/>
    <dgm:cxn modelId="{AE871CCF-65F7-4BFF-9899-130E9D1211B8}" srcId="{9034C4B6-75E1-4C7E-9A9E-8C857882837F}" destId="{41F5603D-9499-45DD-9B31-2DEC59A483CF}" srcOrd="1" destOrd="0" parTransId="{24D927F8-C87B-4FD8-8986-C2B1FCC657E9}" sibTransId="{89DBF8CC-A4D8-4C3A-85DF-63AD9CE4156A}"/>
    <dgm:cxn modelId="{C6D56BDA-E274-4CF7-AE58-2029DE5DB5B0}" type="presOf" srcId="{F1D7C1F1-DBEE-40E5-B55D-B3C11121B144}" destId="{BB3FA7A0-730A-418F-9F25-B7ACE6AF5A59}" srcOrd="0" destOrd="0" presId="urn:microsoft.com/office/officeart/2018/5/layout/CenteredIconLabelDescriptionList"/>
    <dgm:cxn modelId="{F6F1B7EF-086C-44FB-906F-785D2372B997}" srcId="{F1D7C1F1-DBEE-40E5-B55D-B3C11121B144}" destId="{32C6AF94-5124-497E-BB21-39253C6AC9D9}" srcOrd="1" destOrd="0" parTransId="{584FD511-92D8-4EC9-B994-142437790D3B}" sibTransId="{F6C791BE-5AA3-4840-9CF8-FFA046F8C074}"/>
    <dgm:cxn modelId="{F2DA8CF5-2C74-4389-9E94-9F22BDFB683C}" type="presOf" srcId="{41F5603D-9499-45DD-9B31-2DEC59A483CF}" destId="{D3DD0FDC-3481-4846-A606-1FE90AB3A679}" srcOrd="0" destOrd="1" presId="urn:microsoft.com/office/officeart/2018/5/layout/CenteredIconLabelDescriptionList"/>
    <dgm:cxn modelId="{EE244AB0-D123-4EFB-A633-954E2988B07F}" type="presParOf" srcId="{BB3FA7A0-730A-418F-9F25-B7ACE6AF5A59}" destId="{2EA305F2-A57A-4238-B5E5-16218BB471ED}" srcOrd="0" destOrd="0" presId="urn:microsoft.com/office/officeart/2018/5/layout/CenteredIconLabelDescriptionList"/>
    <dgm:cxn modelId="{C78BB45A-50DE-4D4C-A16D-F5B61B1BAB77}" type="presParOf" srcId="{2EA305F2-A57A-4238-B5E5-16218BB471ED}" destId="{1042A8AF-EF5C-4A40-A300-273379A0FC1B}" srcOrd="0" destOrd="0" presId="urn:microsoft.com/office/officeart/2018/5/layout/CenteredIconLabelDescriptionList"/>
    <dgm:cxn modelId="{C43C1777-5535-468B-B21D-95DC199EDE79}" type="presParOf" srcId="{2EA305F2-A57A-4238-B5E5-16218BB471ED}" destId="{5FE8E21A-1F1D-41AE-875A-9ECA50C78FD3}" srcOrd="1" destOrd="0" presId="urn:microsoft.com/office/officeart/2018/5/layout/CenteredIconLabelDescriptionList"/>
    <dgm:cxn modelId="{C690B468-24FA-45DE-895A-975018ACCF9A}" type="presParOf" srcId="{2EA305F2-A57A-4238-B5E5-16218BB471ED}" destId="{AB168FFE-31F9-40EB-93B4-824DC976A5BA}" srcOrd="2" destOrd="0" presId="urn:microsoft.com/office/officeart/2018/5/layout/CenteredIconLabelDescriptionList"/>
    <dgm:cxn modelId="{9A19F04E-8A40-4432-BE60-E966DA0099C3}" type="presParOf" srcId="{2EA305F2-A57A-4238-B5E5-16218BB471ED}" destId="{BDE3B84F-9043-423C-BC5C-BCC8387AB88C}" srcOrd="3" destOrd="0" presId="urn:microsoft.com/office/officeart/2018/5/layout/CenteredIconLabelDescriptionList"/>
    <dgm:cxn modelId="{27FC2023-1DB8-4973-AD9D-48CA4E3D49F7}" type="presParOf" srcId="{2EA305F2-A57A-4238-B5E5-16218BB471ED}" destId="{D3DD0FDC-3481-4846-A606-1FE90AB3A679}" srcOrd="4" destOrd="0" presId="urn:microsoft.com/office/officeart/2018/5/layout/CenteredIconLabelDescriptionList"/>
    <dgm:cxn modelId="{6637AA1E-649A-47E5-9588-D160E787EC53}" type="presParOf" srcId="{BB3FA7A0-730A-418F-9F25-B7ACE6AF5A59}" destId="{91393A12-2EDD-4416-B5AD-C26B2F3ADB73}" srcOrd="1" destOrd="0" presId="urn:microsoft.com/office/officeart/2018/5/layout/CenteredIconLabelDescriptionList"/>
    <dgm:cxn modelId="{16AC8A33-9776-40DB-99F0-7E9866D5E8F0}" type="presParOf" srcId="{BB3FA7A0-730A-418F-9F25-B7ACE6AF5A59}" destId="{3EF51CA2-D4CE-4294-86C7-8119DE592406}" srcOrd="2" destOrd="0" presId="urn:microsoft.com/office/officeart/2018/5/layout/CenteredIconLabelDescriptionList"/>
    <dgm:cxn modelId="{4CD23907-9462-4DEC-AC76-42C051A67A31}" type="presParOf" srcId="{3EF51CA2-D4CE-4294-86C7-8119DE592406}" destId="{7F6AAAEA-C631-494B-BB1E-5DF9BBF0E3D2}" srcOrd="0" destOrd="0" presId="urn:microsoft.com/office/officeart/2018/5/layout/CenteredIconLabelDescriptionList"/>
    <dgm:cxn modelId="{92511702-BB1E-4267-BECD-16B373B6B9C4}" type="presParOf" srcId="{3EF51CA2-D4CE-4294-86C7-8119DE592406}" destId="{43863DC0-5C53-418A-94BD-F3B06AE0EF1D}" srcOrd="1" destOrd="0" presId="urn:microsoft.com/office/officeart/2018/5/layout/CenteredIconLabelDescriptionList"/>
    <dgm:cxn modelId="{8CD053ED-88B1-4FA7-B0C3-FBD6C6F7BBFB}" type="presParOf" srcId="{3EF51CA2-D4CE-4294-86C7-8119DE592406}" destId="{83C4A9D0-1DF3-4C96-A3D3-756192FF325A}" srcOrd="2" destOrd="0" presId="urn:microsoft.com/office/officeart/2018/5/layout/CenteredIconLabelDescriptionList"/>
    <dgm:cxn modelId="{CCDCB677-55E6-450B-A83E-A7085AFB8522}" type="presParOf" srcId="{3EF51CA2-D4CE-4294-86C7-8119DE592406}" destId="{2C5FBA1F-E482-42E6-AFF2-D8B3E3E98F51}" srcOrd="3" destOrd="0" presId="urn:microsoft.com/office/officeart/2018/5/layout/CenteredIconLabelDescriptionList"/>
    <dgm:cxn modelId="{C136C123-00EC-4256-81D0-BC42C1A645F0}" type="presParOf" srcId="{3EF51CA2-D4CE-4294-86C7-8119DE592406}" destId="{7453D861-6FA9-4D83-86B2-6B7F966E688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07927A1-E005-4F4B-B8AE-EEC21056D7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keys -&gt; Public keys</a:t>
          </a:r>
          <a:endParaRPr lang="en-US"/>
        </a:p>
      </dgm:t>
    </dgm:pt>
    <dgm:pt modelId="{568C74BE-A3FF-4F5E-9944-C5B4703DA29A}" type="parTrans" cxnId="{1E940986-D3D6-4BCB-A8C3-6B8895B71601}">
      <dgm:prSet/>
      <dgm:spPr/>
      <dgm:t>
        <a:bodyPr/>
        <a:lstStyle/>
        <a:p>
          <a:endParaRPr lang="en-US"/>
        </a:p>
      </dgm:t>
    </dgm:pt>
    <dgm:pt modelId="{C669B772-EA6E-47EA-A78F-BB25D7AC03EF}" type="sibTrans" cxnId="{1E940986-D3D6-4BCB-A8C3-6B8895B71601}">
      <dgm:prSet/>
      <dgm:spPr/>
      <dgm:t>
        <a:bodyPr/>
        <a:lstStyle/>
        <a:p>
          <a:endParaRPr lang="en-US"/>
        </a:p>
      </dgm:t>
    </dgm:pt>
    <dgm:pt modelId="{35EEABA7-6EC5-4832-9520-F9841A979A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private keys will be used</a:t>
          </a:r>
        </a:p>
      </dgm:t>
    </dgm:pt>
    <dgm:pt modelId="{C49DAB8B-0110-4C03-B878-C761ED13AF46}" type="parTrans" cxnId="{75E695F5-14F9-49A2-A80C-709B7124F753}">
      <dgm:prSet/>
      <dgm:spPr/>
      <dgm:t>
        <a:bodyPr/>
        <a:lstStyle/>
        <a:p>
          <a:endParaRPr lang="en-US"/>
        </a:p>
      </dgm:t>
    </dgm:pt>
    <dgm:pt modelId="{D55BE66D-9B3A-4B13-A1A8-95F4D604E110}" type="sibTrans" cxnId="{75E695F5-14F9-49A2-A80C-709B7124F753}">
      <dgm:prSet/>
      <dgm:spPr/>
      <dgm:t>
        <a:bodyPr/>
        <a:lstStyle/>
        <a:p>
          <a:endParaRPr lang="en-US"/>
        </a:p>
      </dgm:t>
    </dgm:pt>
    <dgm:pt modelId="{F0BF4F84-CE71-4EFB-A728-4FFB1C11DD0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</a:t>
          </a:r>
          <a:r>
            <a:rPr lang="en-US" dirty="0"/>
            <a:t>will use</a:t>
          </a:r>
        </a:p>
      </dgm:t>
    </dgm:pt>
    <dgm:pt modelId="{800301FB-7529-4036-BC76-9069DD1EF5B1}" type="parTrans" cxnId="{FB69C353-46AC-408C-B39E-0826409877B4}">
      <dgm:prSet/>
      <dgm:spPr/>
      <dgm:t>
        <a:bodyPr/>
        <a:lstStyle/>
        <a:p>
          <a:endParaRPr lang="en-US"/>
        </a:p>
      </dgm:t>
    </dgm:pt>
    <dgm:pt modelId="{E665627F-327D-4843-8BDA-8F5BBC1E7611}" type="sibTrans" cxnId="{FB69C353-46AC-408C-B39E-0826409877B4}">
      <dgm:prSet/>
      <dgm:spPr/>
      <dgm:t>
        <a:bodyPr/>
        <a:lstStyle/>
        <a:p>
          <a:endParaRPr lang="en-US"/>
        </a:p>
      </dgm:t>
    </dgm:pt>
    <dgm:pt modelId="{0DDD0CCA-0B6D-465A-9DFF-0048C0D7D6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the public key points</a:t>
          </a:r>
          <a:r>
            <a:rPr lang="tr-TR" dirty="0"/>
            <a:t> </a:t>
          </a:r>
          <a:r>
            <a:rPr lang="en-US" dirty="0"/>
            <a:t>on the curve</a:t>
          </a:r>
        </a:p>
      </dgm:t>
    </dgm:pt>
    <dgm:pt modelId="{17C998C9-641C-49FD-94AB-6CA95A478B59}" type="parTrans" cxnId="{C995CFA6-5FD3-4235-961E-29D029A87573}">
      <dgm:prSet/>
      <dgm:spPr/>
      <dgm:t>
        <a:bodyPr/>
        <a:lstStyle/>
        <a:p>
          <a:endParaRPr lang="tr-TR"/>
        </a:p>
      </dgm:t>
    </dgm:pt>
    <dgm:pt modelId="{CD65B7FE-1C3E-45BA-A45F-1EEE13D2F780}" type="sibTrans" cxnId="{C995CFA6-5FD3-4235-961E-29D029A87573}">
      <dgm:prSet/>
      <dgm:spPr/>
      <dgm:t>
        <a:bodyPr/>
        <a:lstStyle/>
        <a:p>
          <a:endParaRPr lang="tr-TR"/>
        </a:p>
      </dgm:t>
    </dgm:pt>
    <dgm:pt modelId="{D3530678-03E1-4F80-8A15-9D78D83431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  <a:endParaRPr lang="en-US"/>
        </a:p>
      </dgm:t>
    </dgm:pt>
    <dgm:pt modelId="{F2E88D69-B873-47E1-A61E-3EB19D8D31A4}" type="parTrans" cxnId="{EDC1A33B-E10F-4218-A891-180D501789FF}">
      <dgm:prSet/>
      <dgm:spPr/>
      <dgm:t>
        <a:bodyPr/>
        <a:lstStyle/>
        <a:p>
          <a:endParaRPr lang="tr-TR"/>
        </a:p>
      </dgm:t>
    </dgm:pt>
    <dgm:pt modelId="{DA23FB9C-2CEE-43ED-A7B2-2646B88D2BC2}" type="sibTrans" cxnId="{EDC1A33B-E10F-4218-A891-180D501789FF}">
      <dgm:prSet/>
      <dgm:spPr/>
      <dgm:t>
        <a:bodyPr/>
        <a:lstStyle/>
        <a:p>
          <a:endParaRPr lang="tr-TR"/>
        </a:p>
      </dgm:t>
    </dgm:pt>
    <dgm:pt modelId="{D812E060-B483-4BBA-A3D8-555EA4F8268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compressed public keys</a:t>
          </a:r>
          <a:endParaRPr lang="en-US" dirty="0"/>
        </a:p>
      </dgm:t>
    </dgm:pt>
    <dgm:pt modelId="{BC6AE0DF-8A45-4729-B5C8-E78039442D7C}" type="parTrans" cxnId="{A20C5E00-7353-4058-853E-61B5110BF1F9}">
      <dgm:prSet/>
      <dgm:spPr/>
    </dgm:pt>
    <dgm:pt modelId="{448DDD62-C00A-4EFC-A66A-848EFE2276A2}" type="sibTrans" cxnId="{A20C5E00-7353-4058-853E-61B5110BF1F9}">
      <dgm:prSet/>
      <dgm:spPr/>
    </dgm:pt>
    <dgm:pt modelId="{97C26B0C-2F17-4020-9963-05F90BE742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transactions </a:t>
          </a:r>
        </a:p>
      </dgm:t>
    </dgm:pt>
    <dgm:pt modelId="{D5A1CC62-FC72-4CD6-BC4C-1AF42BFB97D5}" type="parTrans" cxnId="{A0D0DBBF-6B42-4AE9-9E40-1FE908F84F36}">
      <dgm:prSet/>
      <dgm:spPr/>
    </dgm:pt>
    <dgm:pt modelId="{2E2384D7-4896-4F7F-B846-E28D6F072327}" type="sibTrans" cxnId="{A0D0DBBF-6B42-4AE9-9E40-1FE908F84F36}">
      <dgm:prSet/>
      <dgm:spPr/>
    </dgm:pt>
    <dgm:pt modelId="{1AC81F19-D216-4C8A-8E40-92797E65601C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5CEB1CB0-3801-40E8-9EE3-178A35D0277E}" type="pres">
      <dgm:prSet presAssocID="{407927A1-E005-4F4B-B8AE-EEC21056D70C}" presName="compNode" presStyleCnt="0"/>
      <dgm:spPr/>
    </dgm:pt>
    <dgm:pt modelId="{40A2B3E4-9293-4C85-A789-359ABE0925BD}" type="pres">
      <dgm:prSet presAssocID="{407927A1-E005-4F4B-B8AE-EEC21056D70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3FBE81E-3EA4-44DA-9D4D-F21D219943BD}" type="pres">
      <dgm:prSet presAssocID="{407927A1-E005-4F4B-B8AE-EEC21056D70C}" presName="iconSpace" presStyleCnt="0"/>
      <dgm:spPr/>
    </dgm:pt>
    <dgm:pt modelId="{4BFF750A-3B5D-42F2-B4C2-B550E92FB4A6}" type="pres">
      <dgm:prSet presAssocID="{407927A1-E005-4F4B-B8AE-EEC21056D70C}" presName="parTx" presStyleLbl="revTx" presStyleIdx="0" presStyleCnt="4">
        <dgm:presLayoutVars>
          <dgm:chMax val="0"/>
          <dgm:chPref val="0"/>
        </dgm:presLayoutVars>
      </dgm:prSet>
      <dgm:spPr/>
    </dgm:pt>
    <dgm:pt modelId="{C7A5D444-A1BC-4572-8359-6FE004CEE3C9}" type="pres">
      <dgm:prSet presAssocID="{407927A1-E005-4F4B-B8AE-EEC21056D70C}" presName="txSpace" presStyleCnt="0"/>
      <dgm:spPr/>
    </dgm:pt>
    <dgm:pt modelId="{F3ECE51E-7B7A-4899-89F5-C4ACB790E99A}" type="pres">
      <dgm:prSet presAssocID="{407927A1-E005-4F4B-B8AE-EEC21056D70C}" presName="desTx" presStyleLbl="revTx" presStyleIdx="1" presStyleCnt="4">
        <dgm:presLayoutVars/>
      </dgm:prSet>
      <dgm:spPr/>
    </dgm:pt>
    <dgm:pt modelId="{B724C6EF-81FE-47E8-B62A-43AFEAF38238}" type="pres">
      <dgm:prSet presAssocID="{C669B772-EA6E-47EA-A78F-BB25D7AC03EF}" presName="sibTrans" presStyleCnt="0"/>
      <dgm:spPr/>
    </dgm:pt>
    <dgm:pt modelId="{A0078FC3-A4E7-458A-BE5A-4484355A3A94}" type="pres">
      <dgm:prSet presAssocID="{D3530678-03E1-4F80-8A15-9D78D8343127}" presName="compNode" presStyleCnt="0"/>
      <dgm:spPr/>
    </dgm:pt>
    <dgm:pt modelId="{81BF6084-025E-49BF-8261-A6C554A054A6}" type="pres">
      <dgm:prSet presAssocID="{D3530678-03E1-4F80-8A15-9D78D83431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 Folder"/>
        </a:ext>
      </dgm:extLst>
    </dgm:pt>
    <dgm:pt modelId="{F6271A58-8C46-48C1-B9D8-ED859134CBDD}" type="pres">
      <dgm:prSet presAssocID="{D3530678-03E1-4F80-8A15-9D78D8343127}" presName="iconSpace" presStyleCnt="0"/>
      <dgm:spPr/>
    </dgm:pt>
    <dgm:pt modelId="{06413EA1-856E-4A98-A324-82F193802DDA}" type="pres">
      <dgm:prSet presAssocID="{D3530678-03E1-4F80-8A15-9D78D8343127}" presName="parTx" presStyleLbl="revTx" presStyleIdx="2" presStyleCnt="4">
        <dgm:presLayoutVars>
          <dgm:chMax val="0"/>
          <dgm:chPref val="0"/>
        </dgm:presLayoutVars>
      </dgm:prSet>
      <dgm:spPr/>
    </dgm:pt>
    <dgm:pt modelId="{61235666-0F66-418A-8CE9-1EF594A44B79}" type="pres">
      <dgm:prSet presAssocID="{D3530678-03E1-4F80-8A15-9D78D8343127}" presName="txSpace" presStyleCnt="0"/>
      <dgm:spPr/>
    </dgm:pt>
    <dgm:pt modelId="{4066AF43-D10A-40CB-9294-8AB88C7914D3}" type="pres">
      <dgm:prSet presAssocID="{D3530678-03E1-4F80-8A15-9D78D8343127}" presName="desTx" presStyleLbl="revTx" presStyleIdx="3" presStyleCnt="4">
        <dgm:presLayoutVars/>
      </dgm:prSet>
      <dgm:spPr/>
    </dgm:pt>
  </dgm:ptLst>
  <dgm:cxnLst>
    <dgm:cxn modelId="{A20C5E00-7353-4058-853E-61B5110BF1F9}" srcId="{D3530678-03E1-4F80-8A15-9D78D8343127}" destId="{D812E060-B483-4BBA-A3D8-555EA4F8268A}" srcOrd="1" destOrd="0" parTransId="{BC6AE0DF-8A45-4729-B5C8-E78039442D7C}" sibTransId="{448DDD62-C00A-4EFC-A66A-848EFE2276A2}"/>
    <dgm:cxn modelId="{18F2BB04-EB11-40B8-B1E6-C136B4706F78}" type="presOf" srcId="{35EEABA7-6EC5-4832-9520-F9841A979A6C}" destId="{F3ECE51E-7B7A-4899-89F5-C4ACB790E99A}" srcOrd="0" destOrd="0" presId="urn:microsoft.com/office/officeart/2018/5/layout/CenteredIconLabelDescriptionList"/>
    <dgm:cxn modelId="{8265B819-B999-4274-A84A-9FC6D005E6F2}" type="presOf" srcId="{407927A1-E005-4F4B-B8AE-EEC21056D70C}" destId="{4BFF750A-3B5D-42F2-B4C2-B550E92FB4A6}" srcOrd="0" destOrd="0" presId="urn:microsoft.com/office/officeart/2018/5/layout/CenteredIconLabelDescriptionList"/>
    <dgm:cxn modelId="{EDC1A33B-E10F-4218-A891-180D501789FF}" srcId="{208C7D3E-9CAC-491A-8E30-55AA1DAD7884}" destId="{D3530678-03E1-4F80-8A15-9D78D8343127}" srcOrd="1" destOrd="0" parTransId="{F2E88D69-B873-47E1-A61E-3EB19D8D31A4}" sibTransId="{DA23FB9C-2CEE-43ED-A7B2-2646B88D2BC2}"/>
    <dgm:cxn modelId="{05957448-9EAD-46BB-A0CA-1F48FA59EB0E}" type="presOf" srcId="{D3530678-03E1-4F80-8A15-9D78D8343127}" destId="{06413EA1-856E-4A98-A324-82F193802DDA}" srcOrd="0" destOrd="0" presId="urn:microsoft.com/office/officeart/2018/5/layout/CenteredIconLabelDescriptionList"/>
    <dgm:cxn modelId="{1809E24F-3904-4890-A75D-EA72A3F5D622}" type="presOf" srcId="{D812E060-B483-4BBA-A3D8-555EA4F8268A}" destId="{4066AF43-D10A-40CB-9294-8AB88C7914D3}" srcOrd="0" destOrd="1" presId="urn:microsoft.com/office/officeart/2018/5/layout/CenteredIconLabelDescriptionList"/>
    <dgm:cxn modelId="{FB69C353-46AC-408C-B39E-0826409877B4}" srcId="{D3530678-03E1-4F80-8A15-9D78D8343127}" destId="{F0BF4F84-CE71-4EFB-A728-4FFB1C11DD03}" srcOrd="0" destOrd="0" parTransId="{800301FB-7529-4036-BC76-9069DD1EF5B1}" sibTransId="{E665627F-327D-4843-8BDA-8F5BBC1E7611}"/>
    <dgm:cxn modelId="{A3904955-BEBE-437F-B3E2-7CA928E9BC20}" type="presOf" srcId="{208C7D3E-9CAC-491A-8E30-55AA1DAD7884}" destId="{1AC81F19-D216-4C8A-8E40-92797E65601C}" srcOrd="0" destOrd="0" presId="urn:microsoft.com/office/officeart/2018/5/layout/CenteredIconLabelDescriptionList"/>
    <dgm:cxn modelId="{7D4F1E78-7E04-41DC-B4F9-698B0FA000A0}" type="presOf" srcId="{0DDD0CCA-0B6D-465A-9DFF-0048C0D7D674}" destId="{F3ECE51E-7B7A-4899-89F5-C4ACB790E99A}" srcOrd="0" destOrd="1" presId="urn:microsoft.com/office/officeart/2018/5/layout/CenteredIconLabelDescriptionList"/>
    <dgm:cxn modelId="{1E940986-D3D6-4BCB-A8C3-6B8895B71601}" srcId="{208C7D3E-9CAC-491A-8E30-55AA1DAD7884}" destId="{407927A1-E005-4F4B-B8AE-EEC21056D70C}" srcOrd="0" destOrd="0" parTransId="{568C74BE-A3FF-4F5E-9944-C5B4703DA29A}" sibTransId="{C669B772-EA6E-47EA-A78F-BB25D7AC03EF}"/>
    <dgm:cxn modelId="{C995CFA6-5FD3-4235-961E-29D029A87573}" srcId="{407927A1-E005-4F4B-B8AE-EEC21056D70C}" destId="{0DDD0CCA-0B6D-465A-9DFF-0048C0D7D674}" srcOrd="1" destOrd="0" parTransId="{17C998C9-641C-49FD-94AB-6CA95A478B59}" sibTransId="{CD65B7FE-1C3E-45BA-A45F-1EEE13D2F780}"/>
    <dgm:cxn modelId="{A0D0DBBF-6B42-4AE9-9E40-1FE908F84F36}" srcId="{D3530678-03E1-4F80-8A15-9D78D8343127}" destId="{97C26B0C-2F17-4020-9963-05F90BE74227}" srcOrd="2" destOrd="0" parTransId="{D5A1CC62-FC72-4CD6-BC4C-1AF42BFB97D5}" sibTransId="{2E2384D7-4896-4F7F-B846-E28D6F072327}"/>
    <dgm:cxn modelId="{7B3D1AC7-F279-4248-A45C-E4518C5E964C}" type="presOf" srcId="{97C26B0C-2F17-4020-9963-05F90BE74227}" destId="{4066AF43-D10A-40CB-9294-8AB88C7914D3}" srcOrd="0" destOrd="2" presId="urn:microsoft.com/office/officeart/2018/5/layout/CenteredIconLabelDescriptionList"/>
    <dgm:cxn modelId="{350BADD7-49E5-4777-954C-DCFB54A0A403}" type="presOf" srcId="{F0BF4F84-CE71-4EFB-A728-4FFB1C11DD03}" destId="{4066AF43-D10A-40CB-9294-8AB88C7914D3}" srcOrd="0" destOrd="0" presId="urn:microsoft.com/office/officeart/2018/5/layout/CenteredIconLabelDescriptionList"/>
    <dgm:cxn modelId="{75E695F5-14F9-49A2-A80C-709B7124F753}" srcId="{407927A1-E005-4F4B-B8AE-EEC21056D70C}" destId="{35EEABA7-6EC5-4832-9520-F9841A979A6C}" srcOrd="0" destOrd="0" parTransId="{C49DAB8B-0110-4C03-B878-C761ED13AF46}" sibTransId="{D55BE66D-9B3A-4B13-A1A8-95F4D604E110}"/>
    <dgm:cxn modelId="{D496ECF5-D1BB-4C27-992C-47CC5AAB5C01}" type="presParOf" srcId="{1AC81F19-D216-4C8A-8E40-92797E65601C}" destId="{5CEB1CB0-3801-40E8-9EE3-178A35D0277E}" srcOrd="0" destOrd="0" presId="urn:microsoft.com/office/officeart/2018/5/layout/CenteredIconLabelDescriptionList"/>
    <dgm:cxn modelId="{51DAA482-0311-441F-91D2-AA208A07766A}" type="presParOf" srcId="{5CEB1CB0-3801-40E8-9EE3-178A35D0277E}" destId="{40A2B3E4-9293-4C85-A789-359ABE0925BD}" srcOrd="0" destOrd="0" presId="urn:microsoft.com/office/officeart/2018/5/layout/CenteredIconLabelDescriptionList"/>
    <dgm:cxn modelId="{6CDA0625-8FD7-4652-AC08-5731B4E1BC20}" type="presParOf" srcId="{5CEB1CB0-3801-40E8-9EE3-178A35D0277E}" destId="{73FBE81E-3EA4-44DA-9D4D-F21D219943BD}" srcOrd="1" destOrd="0" presId="urn:microsoft.com/office/officeart/2018/5/layout/CenteredIconLabelDescriptionList"/>
    <dgm:cxn modelId="{228E6DA4-98B6-4134-BDE1-4A3E5D640BEA}" type="presParOf" srcId="{5CEB1CB0-3801-40E8-9EE3-178A35D0277E}" destId="{4BFF750A-3B5D-42F2-B4C2-B550E92FB4A6}" srcOrd="2" destOrd="0" presId="urn:microsoft.com/office/officeart/2018/5/layout/CenteredIconLabelDescriptionList"/>
    <dgm:cxn modelId="{6C857800-7197-4805-BAC1-BA09F2968557}" type="presParOf" srcId="{5CEB1CB0-3801-40E8-9EE3-178A35D0277E}" destId="{C7A5D444-A1BC-4572-8359-6FE004CEE3C9}" srcOrd="3" destOrd="0" presId="urn:microsoft.com/office/officeart/2018/5/layout/CenteredIconLabelDescriptionList"/>
    <dgm:cxn modelId="{EB0C56C4-C9B3-4C24-A45E-22B590C19A09}" type="presParOf" srcId="{5CEB1CB0-3801-40E8-9EE3-178A35D0277E}" destId="{F3ECE51E-7B7A-4899-89F5-C4ACB790E99A}" srcOrd="4" destOrd="0" presId="urn:microsoft.com/office/officeart/2018/5/layout/CenteredIconLabelDescriptionList"/>
    <dgm:cxn modelId="{7EE0BF1A-38A3-42C6-B8C2-B6F28A18A7BA}" type="presParOf" srcId="{1AC81F19-D216-4C8A-8E40-92797E65601C}" destId="{B724C6EF-81FE-47E8-B62A-43AFEAF38238}" srcOrd="1" destOrd="0" presId="urn:microsoft.com/office/officeart/2018/5/layout/CenteredIconLabelDescriptionList"/>
    <dgm:cxn modelId="{6856F9EE-4194-4D10-9248-ECA2379090ED}" type="presParOf" srcId="{1AC81F19-D216-4C8A-8E40-92797E65601C}" destId="{A0078FC3-A4E7-458A-BE5A-4484355A3A94}" srcOrd="2" destOrd="0" presId="urn:microsoft.com/office/officeart/2018/5/layout/CenteredIconLabelDescriptionList"/>
    <dgm:cxn modelId="{E4D1BB43-3827-4236-BC0B-66C1D1AC3589}" type="presParOf" srcId="{A0078FC3-A4E7-458A-BE5A-4484355A3A94}" destId="{81BF6084-025E-49BF-8261-A6C554A054A6}" srcOrd="0" destOrd="0" presId="urn:microsoft.com/office/officeart/2018/5/layout/CenteredIconLabelDescriptionList"/>
    <dgm:cxn modelId="{1D2501FD-DD7F-45E6-8E98-8163C6F16E71}" type="presParOf" srcId="{A0078FC3-A4E7-458A-BE5A-4484355A3A94}" destId="{F6271A58-8C46-48C1-B9D8-ED859134CBDD}" srcOrd="1" destOrd="0" presId="urn:microsoft.com/office/officeart/2018/5/layout/CenteredIconLabelDescriptionList"/>
    <dgm:cxn modelId="{5B0A01F8-98F4-4687-98C9-9C7726303A66}" type="presParOf" srcId="{A0078FC3-A4E7-458A-BE5A-4484355A3A94}" destId="{06413EA1-856E-4A98-A324-82F193802DDA}" srcOrd="2" destOrd="0" presId="urn:microsoft.com/office/officeart/2018/5/layout/CenteredIconLabelDescriptionList"/>
    <dgm:cxn modelId="{B3CEBC71-4EE3-478F-87C7-23DB227B3AD0}" type="presParOf" srcId="{A0078FC3-A4E7-458A-BE5A-4484355A3A94}" destId="{61235666-0F66-418A-8CE9-1EF594A44B79}" srcOrd="3" destOrd="0" presId="urn:microsoft.com/office/officeart/2018/5/layout/CenteredIconLabelDescriptionList"/>
    <dgm:cxn modelId="{F4F9664E-8EFF-404F-8E83-5DE9527CE7D9}" type="presParOf" srcId="{A0078FC3-A4E7-458A-BE5A-4484355A3A94}" destId="{4066AF43-D10A-40CB-9294-8AB88C7914D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288AE0C-AF89-4B29-9B95-F562E1DAB2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Compressed public keys-&gt;Bitcoin addresses</a:t>
          </a:r>
          <a:endParaRPr lang="en-US"/>
        </a:p>
      </dgm:t>
    </dgm:pt>
    <dgm:pt modelId="{685862AA-2914-4A88-AACE-33B18C9C664A}" type="parTrans" cxnId="{DF9227EC-E38E-4DFF-B178-FC8C8A572FEF}">
      <dgm:prSet/>
      <dgm:spPr/>
      <dgm:t>
        <a:bodyPr/>
        <a:lstStyle/>
        <a:p>
          <a:endParaRPr lang="en-US"/>
        </a:p>
      </dgm:t>
    </dgm:pt>
    <dgm:pt modelId="{A0860992-9CED-4D0D-87EC-24A94F983928}" type="sibTrans" cxnId="{DF9227EC-E38E-4DFF-B178-FC8C8A572FEF}">
      <dgm:prSet/>
      <dgm:spPr/>
      <dgm:t>
        <a:bodyPr/>
        <a:lstStyle/>
        <a:p>
          <a:endParaRPr lang="en-US"/>
        </a:p>
      </dgm:t>
    </dgm:pt>
    <dgm:pt modelId="{8564381A-CD37-4FFD-8223-5C0506A300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compressed public keys</a:t>
          </a:r>
        </a:p>
      </dgm:t>
    </dgm:pt>
    <dgm:pt modelId="{C1B3B9A6-E4C7-4CE1-86C8-2A1E75C466C0}" type="parTrans" cxnId="{EDF5B210-C1CD-4622-82DA-02BD75AC49DB}">
      <dgm:prSet/>
      <dgm:spPr/>
      <dgm:t>
        <a:bodyPr/>
        <a:lstStyle/>
        <a:p>
          <a:endParaRPr lang="en-US"/>
        </a:p>
      </dgm:t>
    </dgm:pt>
    <dgm:pt modelId="{D6E63C16-ECC7-44A9-8F44-F1FA8D74A910}" type="sibTrans" cxnId="{EDF5B210-C1CD-4622-82DA-02BD75AC49DB}">
      <dgm:prSet/>
      <dgm:spPr/>
      <dgm:t>
        <a:bodyPr/>
        <a:lstStyle/>
        <a:p>
          <a:endParaRPr lang="en-US"/>
        </a:p>
      </dgm:t>
    </dgm:pt>
    <dgm:pt modelId="{B32AFF1A-9540-4115-A09D-61598FDFFD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</a:t>
          </a:r>
          <a:endParaRPr lang="en-US"/>
        </a:p>
      </dgm:t>
    </dgm:pt>
    <dgm:pt modelId="{36F1D939-493E-496E-84B0-1288028423CC}" type="parTrans" cxnId="{6948B193-1278-497B-956D-A8592D88B4D9}">
      <dgm:prSet/>
      <dgm:spPr/>
      <dgm:t>
        <a:bodyPr/>
        <a:lstStyle/>
        <a:p>
          <a:endParaRPr lang="en-US"/>
        </a:p>
      </dgm:t>
    </dgm:pt>
    <dgm:pt modelId="{B0070752-4E2A-4426-BA34-E732F33EE44E}" type="sibTrans" cxnId="{6948B193-1278-497B-956D-A8592D88B4D9}">
      <dgm:prSet/>
      <dgm:spPr/>
      <dgm:t>
        <a:bodyPr/>
        <a:lstStyle/>
        <a:p>
          <a:endParaRPr lang="en-US"/>
        </a:p>
      </dgm:t>
    </dgm:pt>
    <dgm:pt modelId="{43DA00C6-06A1-429B-BDFD-39E73F5503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will </a:t>
          </a:r>
          <a:r>
            <a:rPr lang="en-US" dirty="0"/>
            <a:t>be used to</a:t>
          </a:r>
          <a:r>
            <a:rPr lang="tr-TR" dirty="0"/>
            <a:t> </a:t>
          </a:r>
          <a:r>
            <a:rPr lang="en-US" dirty="0"/>
            <a:t>produce bitcoin addresses</a:t>
          </a:r>
        </a:p>
      </dgm:t>
    </dgm:pt>
    <dgm:pt modelId="{1F9BACA1-7AF8-4F9B-904F-DC990BF86B77}" type="parTrans" cxnId="{DD87E474-7C04-44F5-91EA-8F31772B0FEF}">
      <dgm:prSet/>
      <dgm:spPr/>
      <dgm:t>
        <a:bodyPr/>
        <a:lstStyle/>
        <a:p>
          <a:endParaRPr lang="tr-TR"/>
        </a:p>
      </dgm:t>
    </dgm:pt>
    <dgm:pt modelId="{1A5F9F87-FC82-4092-A0F5-90D884396564}" type="sibTrans" cxnId="{DD87E474-7C04-44F5-91EA-8F31772B0FEF}">
      <dgm:prSet/>
      <dgm:spPr/>
      <dgm:t>
        <a:bodyPr/>
        <a:lstStyle/>
        <a:p>
          <a:endParaRPr lang="tr-TR"/>
        </a:p>
      </dgm:t>
    </dgm:pt>
    <dgm:pt modelId="{B62CAD23-DF78-496E-ACED-EA9B191783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Wallet</a:t>
          </a:r>
          <a:r>
            <a:rPr lang="tr-TR" dirty="0"/>
            <a:t> </a:t>
          </a:r>
          <a:r>
            <a:rPr lang="en-US" dirty="0"/>
            <a:t>will use </a:t>
          </a:r>
          <a:r>
            <a:rPr lang="tr-TR" dirty="0"/>
            <a:t>bitcoin addresses</a:t>
          </a:r>
          <a:endParaRPr lang="en-US" dirty="0"/>
        </a:p>
      </dgm:t>
    </dgm:pt>
    <dgm:pt modelId="{86224816-1FF3-4D71-878B-D3DBF1082BA3}" type="parTrans" cxnId="{4B434DAA-B425-4772-B31B-9F52DC246D60}">
      <dgm:prSet/>
      <dgm:spPr/>
      <dgm:t>
        <a:bodyPr/>
        <a:lstStyle/>
        <a:p>
          <a:endParaRPr lang="tr-TR"/>
        </a:p>
      </dgm:t>
    </dgm:pt>
    <dgm:pt modelId="{B6FC946E-1CE9-4AB9-962C-04E017D732B2}" type="sibTrans" cxnId="{4B434DAA-B425-4772-B31B-9F52DC246D60}">
      <dgm:prSet/>
      <dgm:spPr/>
      <dgm:t>
        <a:bodyPr/>
        <a:lstStyle/>
        <a:p>
          <a:endParaRPr lang="tr-TR"/>
        </a:p>
      </dgm:t>
    </dgm:pt>
    <dgm:pt modelId="{2D2B1C73-859F-42F4-8A79-FF047710E5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transactions</a:t>
          </a:r>
        </a:p>
      </dgm:t>
    </dgm:pt>
    <dgm:pt modelId="{6D1AF908-6AFD-49BA-870B-E7F6EA8DF4F2}" type="parTrans" cxnId="{B58A49D4-A0CE-49C2-AE59-E0627C46A1C4}">
      <dgm:prSet/>
      <dgm:spPr/>
    </dgm:pt>
    <dgm:pt modelId="{2C158FC1-0D50-43F1-9400-E70C948E4560}" type="sibTrans" cxnId="{B58A49D4-A0CE-49C2-AE59-E0627C46A1C4}">
      <dgm:prSet/>
      <dgm:spPr/>
    </dgm:pt>
    <dgm:pt modelId="{1AC81F19-D216-4C8A-8E40-92797E65601C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10C453F6-DC59-43B2-B6AD-6CBCEF0C2D89}" type="pres">
      <dgm:prSet presAssocID="{C288AE0C-AF89-4B29-9B95-F562E1DAB280}" presName="compNode" presStyleCnt="0"/>
      <dgm:spPr/>
    </dgm:pt>
    <dgm:pt modelId="{AFC362F4-7A6E-4227-B18B-19E233A1C7BB}" type="pres">
      <dgm:prSet presAssocID="{C288AE0C-AF89-4B29-9B95-F562E1DAB28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0A195EBE-E443-440A-ABAA-313E4BD08AAF}" type="pres">
      <dgm:prSet presAssocID="{C288AE0C-AF89-4B29-9B95-F562E1DAB280}" presName="iconSpace" presStyleCnt="0"/>
      <dgm:spPr/>
    </dgm:pt>
    <dgm:pt modelId="{A2D57A59-2062-47DB-A557-CDB1AF86C0FE}" type="pres">
      <dgm:prSet presAssocID="{C288AE0C-AF89-4B29-9B95-F562E1DAB280}" presName="parTx" presStyleLbl="revTx" presStyleIdx="0" presStyleCnt="4">
        <dgm:presLayoutVars>
          <dgm:chMax val="0"/>
          <dgm:chPref val="0"/>
        </dgm:presLayoutVars>
      </dgm:prSet>
      <dgm:spPr/>
    </dgm:pt>
    <dgm:pt modelId="{F77B757A-C4E2-4A6C-BAF1-2A2E367765A2}" type="pres">
      <dgm:prSet presAssocID="{C288AE0C-AF89-4B29-9B95-F562E1DAB280}" presName="txSpace" presStyleCnt="0"/>
      <dgm:spPr/>
    </dgm:pt>
    <dgm:pt modelId="{6E3B5573-1674-4226-9A15-EF6DBBDB3E3F}" type="pres">
      <dgm:prSet presAssocID="{C288AE0C-AF89-4B29-9B95-F562E1DAB280}" presName="desTx" presStyleLbl="revTx" presStyleIdx="1" presStyleCnt="4">
        <dgm:presLayoutVars/>
      </dgm:prSet>
      <dgm:spPr/>
    </dgm:pt>
    <dgm:pt modelId="{AA667005-AF5F-4DBD-BDB8-2D376A6C8CA5}" type="pres">
      <dgm:prSet presAssocID="{A0860992-9CED-4D0D-87EC-24A94F983928}" presName="sibTrans" presStyleCnt="0"/>
      <dgm:spPr/>
    </dgm:pt>
    <dgm:pt modelId="{8930FE9D-05A3-4C8D-A871-A3928F05CB1B}" type="pres">
      <dgm:prSet presAssocID="{B32AFF1A-9540-4115-A09D-61598FDFFDCE}" presName="compNode" presStyleCnt="0"/>
      <dgm:spPr/>
    </dgm:pt>
    <dgm:pt modelId="{2EA36DB9-0665-4992-8FD1-0312B8B16FFE}" type="pres">
      <dgm:prSet presAssocID="{B32AFF1A-9540-4115-A09D-61598FDFFD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FBA4DD11-0EB8-4654-9071-BDF6DBB12B16}" type="pres">
      <dgm:prSet presAssocID="{B32AFF1A-9540-4115-A09D-61598FDFFDCE}" presName="iconSpace" presStyleCnt="0"/>
      <dgm:spPr/>
    </dgm:pt>
    <dgm:pt modelId="{54CA7563-6342-42A7-A824-D410AC5F3F8B}" type="pres">
      <dgm:prSet presAssocID="{B32AFF1A-9540-4115-A09D-61598FDFFDCE}" presName="parTx" presStyleLbl="revTx" presStyleIdx="2" presStyleCnt="4">
        <dgm:presLayoutVars>
          <dgm:chMax val="0"/>
          <dgm:chPref val="0"/>
        </dgm:presLayoutVars>
      </dgm:prSet>
      <dgm:spPr/>
    </dgm:pt>
    <dgm:pt modelId="{45452086-02F5-43DB-81C0-C73060827EF2}" type="pres">
      <dgm:prSet presAssocID="{B32AFF1A-9540-4115-A09D-61598FDFFDCE}" presName="txSpace" presStyleCnt="0"/>
      <dgm:spPr/>
    </dgm:pt>
    <dgm:pt modelId="{DB94E1F0-E246-4F82-8D0E-7AD55C5FA25B}" type="pres">
      <dgm:prSet presAssocID="{B32AFF1A-9540-4115-A09D-61598FDFFDCE}" presName="desTx" presStyleLbl="revTx" presStyleIdx="3" presStyleCnt="4">
        <dgm:presLayoutVars/>
      </dgm:prSet>
      <dgm:spPr/>
    </dgm:pt>
  </dgm:ptLst>
  <dgm:cxnLst>
    <dgm:cxn modelId="{52CF1E08-2E47-4890-B1E5-DC2AA0E7166A}" type="presOf" srcId="{8564381A-CD37-4FFD-8223-5C0506A30046}" destId="{6E3B5573-1674-4226-9A15-EF6DBBDB3E3F}" srcOrd="0" destOrd="0" presId="urn:microsoft.com/office/officeart/2018/5/layout/CenteredIconLabelDescriptionList"/>
    <dgm:cxn modelId="{EDF5B210-C1CD-4622-82DA-02BD75AC49DB}" srcId="{C288AE0C-AF89-4B29-9B95-F562E1DAB280}" destId="{8564381A-CD37-4FFD-8223-5C0506A30046}" srcOrd="0" destOrd="0" parTransId="{C1B3B9A6-E4C7-4CE1-86C8-2A1E75C466C0}" sibTransId="{D6E63C16-ECC7-44A9-8F44-F1FA8D74A910}"/>
    <dgm:cxn modelId="{E5809F13-D792-4B6C-A549-13847F0D9174}" type="presOf" srcId="{43DA00C6-06A1-429B-BDFD-39E73F5503A9}" destId="{6E3B5573-1674-4226-9A15-EF6DBBDB3E3F}" srcOrd="0" destOrd="1" presId="urn:microsoft.com/office/officeart/2018/5/layout/CenteredIconLabelDescriptionList"/>
    <dgm:cxn modelId="{06873F43-ABC9-4A6B-A63C-3A3C1C69EAF4}" type="presOf" srcId="{B62CAD23-DF78-496E-ACED-EA9B191783CC}" destId="{DB94E1F0-E246-4F82-8D0E-7AD55C5FA25B}" srcOrd="0" destOrd="0" presId="urn:microsoft.com/office/officeart/2018/5/layout/CenteredIconLabelDescriptionList"/>
    <dgm:cxn modelId="{2E42F145-AA6E-4682-9A62-A2D795D347F2}" type="presOf" srcId="{2D2B1C73-859F-42F4-8A79-FF047710E518}" destId="{DB94E1F0-E246-4F82-8D0E-7AD55C5FA25B}" srcOrd="0" destOrd="1" presId="urn:microsoft.com/office/officeart/2018/5/layout/CenteredIconLabelDescriptionList"/>
    <dgm:cxn modelId="{DD87E474-7C04-44F5-91EA-8F31772B0FEF}" srcId="{C288AE0C-AF89-4B29-9B95-F562E1DAB280}" destId="{43DA00C6-06A1-429B-BDFD-39E73F5503A9}" srcOrd="1" destOrd="0" parTransId="{1F9BACA1-7AF8-4F9B-904F-DC990BF86B77}" sibTransId="{1A5F9F87-FC82-4092-A0F5-90D884396564}"/>
    <dgm:cxn modelId="{A3904955-BEBE-437F-B3E2-7CA928E9BC20}" type="presOf" srcId="{208C7D3E-9CAC-491A-8E30-55AA1DAD7884}" destId="{1AC81F19-D216-4C8A-8E40-92797E65601C}" srcOrd="0" destOrd="0" presId="urn:microsoft.com/office/officeart/2018/5/layout/CenteredIconLabelDescriptionList"/>
    <dgm:cxn modelId="{6948B193-1278-497B-956D-A8592D88B4D9}" srcId="{208C7D3E-9CAC-491A-8E30-55AA1DAD7884}" destId="{B32AFF1A-9540-4115-A09D-61598FDFFDCE}" srcOrd="1" destOrd="0" parTransId="{36F1D939-493E-496E-84B0-1288028423CC}" sibTransId="{B0070752-4E2A-4426-BA34-E732F33EE44E}"/>
    <dgm:cxn modelId="{4B434DAA-B425-4772-B31B-9F52DC246D60}" srcId="{B32AFF1A-9540-4115-A09D-61598FDFFDCE}" destId="{B62CAD23-DF78-496E-ACED-EA9B191783CC}" srcOrd="0" destOrd="0" parTransId="{86224816-1FF3-4D71-878B-D3DBF1082BA3}" sibTransId="{B6FC946E-1CE9-4AB9-962C-04E017D732B2}"/>
    <dgm:cxn modelId="{53E38CBD-397A-4CD5-A2EC-DF5EE19D853C}" type="presOf" srcId="{C288AE0C-AF89-4B29-9B95-F562E1DAB280}" destId="{A2D57A59-2062-47DB-A557-CDB1AF86C0FE}" srcOrd="0" destOrd="0" presId="urn:microsoft.com/office/officeart/2018/5/layout/CenteredIconLabelDescriptionList"/>
    <dgm:cxn modelId="{B58A49D4-A0CE-49C2-AE59-E0627C46A1C4}" srcId="{B32AFF1A-9540-4115-A09D-61598FDFFDCE}" destId="{2D2B1C73-859F-42F4-8A79-FF047710E518}" srcOrd="1" destOrd="0" parTransId="{6D1AF908-6AFD-49BA-870B-E7F6EA8DF4F2}" sibTransId="{2C158FC1-0D50-43F1-9400-E70C948E4560}"/>
    <dgm:cxn modelId="{8B16A5EA-8408-4AD8-B9AB-3DA21994A722}" type="presOf" srcId="{B32AFF1A-9540-4115-A09D-61598FDFFDCE}" destId="{54CA7563-6342-42A7-A824-D410AC5F3F8B}" srcOrd="0" destOrd="0" presId="urn:microsoft.com/office/officeart/2018/5/layout/CenteredIconLabelDescriptionList"/>
    <dgm:cxn modelId="{DF9227EC-E38E-4DFF-B178-FC8C8A572FEF}" srcId="{208C7D3E-9CAC-491A-8E30-55AA1DAD7884}" destId="{C288AE0C-AF89-4B29-9B95-F562E1DAB280}" srcOrd="0" destOrd="0" parTransId="{685862AA-2914-4A88-AACE-33B18C9C664A}" sibTransId="{A0860992-9CED-4D0D-87EC-24A94F983928}"/>
    <dgm:cxn modelId="{217248A1-F088-4448-8973-BAF8D87617A4}" type="presParOf" srcId="{1AC81F19-D216-4C8A-8E40-92797E65601C}" destId="{10C453F6-DC59-43B2-B6AD-6CBCEF0C2D89}" srcOrd="0" destOrd="0" presId="urn:microsoft.com/office/officeart/2018/5/layout/CenteredIconLabelDescriptionList"/>
    <dgm:cxn modelId="{1B01F1EE-30B2-45D1-B2AE-A8CC0B4ABCB1}" type="presParOf" srcId="{10C453F6-DC59-43B2-B6AD-6CBCEF0C2D89}" destId="{AFC362F4-7A6E-4227-B18B-19E233A1C7BB}" srcOrd="0" destOrd="0" presId="urn:microsoft.com/office/officeart/2018/5/layout/CenteredIconLabelDescriptionList"/>
    <dgm:cxn modelId="{D886715A-D723-4D9C-8587-C89A5FC11C9C}" type="presParOf" srcId="{10C453F6-DC59-43B2-B6AD-6CBCEF0C2D89}" destId="{0A195EBE-E443-440A-ABAA-313E4BD08AAF}" srcOrd="1" destOrd="0" presId="urn:microsoft.com/office/officeart/2018/5/layout/CenteredIconLabelDescriptionList"/>
    <dgm:cxn modelId="{E57D1C64-5907-47BE-924F-00A2AC4D28C6}" type="presParOf" srcId="{10C453F6-DC59-43B2-B6AD-6CBCEF0C2D89}" destId="{A2D57A59-2062-47DB-A557-CDB1AF86C0FE}" srcOrd="2" destOrd="0" presId="urn:microsoft.com/office/officeart/2018/5/layout/CenteredIconLabelDescriptionList"/>
    <dgm:cxn modelId="{5ABF4BB5-A6D9-4854-98D3-2CAA367C749B}" type="presParOf" srcId="{10C453F6-DC59-43B2-B6AD-6CBCEF0C2D89}" destId="{F77B757A-C4E2-4A6C-BAF1-2A2E367765A2}" srcOrd="3" destOrd="0" presId="urn:microsoft.com/office/officeart/2018/5/layout/CenteredIconLabelDescriptionList"/>
    <dgm:cxn modelId="{23B0B111-1212-4522-A037-665E326D6679}" type="presParOf" srcId="{10C453F6-DC59-43B2-B6AD-6CBCEF0C2D89}" destId="{6E3B5573-1674-4226-9A15-EF6DBBDB3E3F}" srcOrd="4" destOrd="0" presId="urn:microsoft.com/office/officeart/2018/5/layout/CenteredIconLabelDescriptionList"/>
    <dgm:cxn modelId="{146CD717-1788-4DD2-BDC4-58CED69AB60D}" type="presParOf" srcId="{1AC81F19-D216-4C8A-8E40-92797E65601C}" destId="{AA667005-AF5F-4DBD-BDB8-2D376A6C8CA5}" srcOrd="1" destOrd="0" presId="urn:microsoft.com/office/officeart/2018/5/layout/CenteredIconLabelDescriptionList"/>
    <dgm:cxn modelId="{9A9FB7C1-F94F-4D75-A1F5-DB853C8C4861}" type="presParOf" srcId="{1AC81F19-D216-4C8A-8E40-92797E65601C}" destId="{8930FE9D-05A3-4C8D-A871-A3928F05CB1B}" srcOrd="2" destOrd="0" presId="urn:microsoft.com/office/officeart/2018/5/layout/CenteredIconLabelDescriptionList"/>
    <dgm:cxn modelId="{78B7B8A9-1122-4EE2-87FC-D271B6B84A15}" type="presParOf" srcId="{8930FE9D-05A3-4C8D-A871-A3928F05CB1B}" destId="{2EA36DB9-0665-4992-8FD1-0312B8B16FFE}" srcOrd="0" destOrd="0" presId="urn:microsoft.com/office/officeart/2018/5/layout/CenteredIconLabelDescriptionList"/>
    <dgm:cxn modelId="{80134DD9-0E9C-4A68-8AE1-FADF1FF6A238}" type="presParOf" srcId="{8930FE9D-05A3-4C8D-A871-A3928F05CB1B}" destId="{FBA4DD11-0EB8-4654-9071-BDF6DBB12B16}" srcOrd="1" destOrd="0" presId="urn:microsoft.com/office/officeart/2018/5/layout/CenteredIconLabelDescriptionList"/>
    <dgm:cxn modelId="{F8047D50-D8E8-40D5-9744-BF99E978C8E0}" type="presParOf" srcId="{8930FE9D-05A3-4C8D-A871-A3928F05CB1B}" destId="{54CA7563-6342-42A7-A824-D410AC5F3F8B}" srcOrd="2" destOrd="0" presId="urn:microsoft.com/office/officeart/2018/5/layout/CenteredIconLabelDescriptionList"/>
    <dgm:cxn modelId="{F090DE58-D860-40B2-8DFF-6D1E663835A5}" type="presParOf" srcId="{8930FE9D-05A3-4C8D-A871-A3928F05CB1B}" destId="{45452086-02F5-43DB-81C0-C73060827EF2}" srcOrd="3" destOrd="0" presId="urn:microsoft.com/office/officeart/2018/5/layout/CenteredIconLabelDescriptionList"/>
    <dgm:cxn modelId="{A2761164-9219-4FCA-BB35-7D0F89DF3E38}" type="presParOf" srcId="{8930FE9D-05A3-4C8D-A871-A3928F05CB1B}" destId="{DB94E1F0-E246-4F82-8D0E-7AD55C5FA25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1C7D376-EFD1-4490-BBFA-25C154C05C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Exporting</a:t>
          </a:r>
          <a:r>
            <a:rPr lang="tr-TR"/>
            <a:t> </a:t>
          </a:r>
          <a:r>
            <a:rPr lang="en-US"/>
            <a:t>from a new wallet </a:t>
          </a:r>
        </a:p>
      </dgm:t>
    </dgm:pt>
    <dgm:pt modelId="{F55AC47B-B956-4F36-888D-9BE1911ADC39}" type="parTrans" cxnId="{2321411A-4A61-4F4E-BE6B-F303EFC68AA9}">
      <dgm:prSet/>
      <dgm:spPr/>
      <dgm:t>
        <a:bodyPr/>
        <a:lstStyle/>
        <a:p>
          <a:endParaRPr lang="en-US"/>
        </a:p>
      </dgm:t>
    </dgm:pt>
    <dgm:pt modelId="{FCA94200-882B-4EC6-9031-35DF71834F7B}" type="sibTrans" cxnId="{2321411A-4A61-4F4E-BE6B-F303EFC68AA9}">
      <dgm:prSet/>
      <dgm:spPr/>
      <dgm:t>
        <a:bodyPr/>
        <a:lstStyle/>
        <a:p>
          <a:endParaRPr lang="en-US"/>
        </a:p>
      </dgm:t>
    </dgm:pt>
    <dgm:pt modelId="{4E30F90D-1216-4FEB-B35A-70AE3DA304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implements compressed public keys </a:t>
          </a:r>
        </a:p>
      </dgm:t>
    </dgm:pt>
    <dgm:pt modelId="{907BD059-2E12-40AD-A7C7-8AC426C32543}" type="parTrans" cxnId="{55D859AA-C1B1-48F5-B606-40167D5BBDD9}">
      <dgm:prSet/>
      <dgm:spPr/>
      <dgm:t>
        <a:bodyPr/>
        <a:lstStyle/>
        <a:p>
          <a:endParaRPr lang="en-US"/>
        </a:p>
      </dgm:t>
    </dgm:pt>
    <dgm:pt modelId="{1F402C72-ABF1-4B22-8E83-25EAC7DE3185}" type="sibTrans" cxnId="{55D859AA-C1B1-48F5-B606-40167D5BBDD9}">
      <dgm:prSet/>
      <dgm:spPr/>
      <dgm:t>
        <a:bodyPr/>
        <a:lstStyle/>
        <a:p>
          <a:endParaRPr lang="en-US"/>
        </a:p>
      </dgm:t>
    </dgm:pt>
    <dgm:pt modelId="{0E2F603B-7BBE-46D0-AA1C-E19DBC6DE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WIF is</a:t>
          </a:r>
          <a:r>
            <a:rPr lang="tr-TR" dirty="0"/>
            <a:t> </a:t>
          </a:r>
          <a:r>
            <a:rPr lang="en-US" dirty="0"/>
            <a:t>modified</a:t>
          </a:r>
        </a:p>
      </dgm:t>
    </dgm:pt>
    <dgm:pt modelId="{12C24A4A-F55A-4451-8D3F-B44F025717AA}" type="parTrans" cxnId="{4AE308CA-08FC-49B7-BC43-7BD6AEB9D58A}">
      <dgm:prSet/>
      <dgm:spPr/>
      <dgm:t>
        <a:bodyPr/>
        <a:lstStyle/>
        <a:p>
          <a:endParaRPr lang="en-US"/>
        </a:p>
      </dgm:t>
    </dgm:pt>
    <dgm:pt modelId="{7E6EB42D-1965-4A93-9689-738F1C609659}" type="sibTrans" cxnId="{4AE308CA-08FC-49B7-BC43-7BD6AEB9D58A}">
      <dgm:prSet/>
      <dgm:spPr/>
      <dgm:t>
        <a:bodyPr/>
        <a:lstStyle/>
        <a:p>
          <a:endParaRPr lang="en-US"/>
        </a:p>
      </dgm:t>
    </dgm:pt>
    <dgm:pt modelId="{6918BC55-CF88-4228-A206-BFCF5BF193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WIF Modification</a:t>
          </a:r>
          <a:endParaRPr lang="en-US"/>
        </a:p>
      </dgm:t>
    </dgm:pt>
    <dgm:pt modelId="{A631D650-25CC-4B29-81B6-3DA04DAB90A7}" type="parTrans" cxnId="{A7B6E8F3-68CD-4C31-A979-A8E2403D8909}">
      <dgm:prSet/>
      <dgm:spPr/>
      <dgm:t>
        <a:bodyPr/>
        <a:lstStyle/>
        <a:p>
          <a:endParaRPr lang="tr-TR"/>
        </a:p>
      </dgm:t>
    </dgm:pt>
    <dgm:pt modelId="{F0F53617-02F7-4740-B2A1-ED7E33503751}" type="sibTrans" cxnId="{A7B6E8F3-68CD-4C31-A979-A8E2403D8909}">
      <dgm:prSet/>
      <dgm:spPr/>
      <dgm:t>
        <a:bodyPr/>
        <a:lstStyle/>
        <a:p>
          <a:endParaRPr lang="tr-TR"/>
        </a:p>
      </dgm:t>
    </dgm:pt>
    <dgm:pt modelId="{574BE763-4ECE-4BB5-8088-09961D5BE5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</a:t>
          </a:r>
          <a:r>
            <a:rPr lang="tr-TR" dirty="0"/>
            <a:t> </a:t>
          </a:r>
          <a:r>
            <a:rPr lang="en-US" dirty="0"/>
            <a:t>the addition of a one-byte suffix 01</a:t>
          </a:r>
        </a:p>
      </dgm:t>
    </dgm:pt>
    <dgm:pt modelId="{626D60CC-7F56-4781-A4EA-74BED54F5068}" type="parTrans" cxnId="{4D4DA129-A5A3-4E41-A907-0FCCDCFA213B}">
      <dgm:prSet/>
      <dgm:spPr/>
      <dgm:t>
        <a:bodyPr/>
        <a:lstStyle/>
        <a:p>
          <a:endParaRPr lang="tr-TR"/>
        </a:p>
      </dgm:t>
    </dgm:pt>
    <dgm:pt modelId="{9859620A-295F-4536-9E24-4995C656D594}" type="sibTrans" cxnId="{4D4DA129-A5A3-4E41-A907-0FCCDCFA213B}">
      <dgm:prSet/>
      <dgm:spPr/>
      <dgm:t>
        <a:bodyPr/>
        <a:lstStyle/>
        <a:p>
          <a:endParaRPr lang="tr-TR"/>
        </a:p>
      </dgm:t>
    </dgm:pt>
    <dgm:pt modelId="{2547145F-5DF1-4369-998A-F04B5C807E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the private </a:t>
          </a:r>
          <a:r>
            <a:rPr lang="en-US"/>
            <a:t>key.</a:t>
          </a:r>
          <a:endParaRPr lang="en-US" dirty="0"/>
        </a:p>
      </dgm:t>
    </dgm:pt>
    <dgm:pt modelId="{9B5B6687-0FEB-427A-AD83-28599CF2B9E8}" type="parTrans" cxnId="{6905F11F-51A1-4B6C-8EBC-48FB68048527}">
      <dgm:prSet/>
      <dgm:spPr/>
      <dgm:t>
        <a:bodyPr/>
        <a:lstStyle/>
        <a:p>
          <a:endParaRPr lang="tr-TR"/>
        </a:p>
      </dgm:t>
    </dgm:pt>
    <dgm:pt modelId="{EDEB3DD2-A007-4E8E-A519-1BA2B90529B5}" type="sibTrans" cxnId="{6905F11F-51A1-4B6C-8EBC-48FB68048527}">
      <dgm:prSet/>
      <dgm:spPr/>
      <dgm:t>
        <a:bodyPr/>
        <a:lstStyle/>
        <a:p>
          <a:endParaRPr lang="tr-TR"/>
        </a:p>
      </dgm:t>
    </dgm:pt>
    <dgm:pt modelId="{83588799-2FFC-421A-939C-264E55A86F60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61C14ADB-FE5C-4622-9EC9-B5EA6710D285}" type="pres">
      <dgm:prSet presAssocID="{01C7D376-EFD1-4490-BBFA-25C154C05C46}" presName="compNode" presStyleCnt="0"/>
      <dgm:spPr/>
    </dgm:pt>
    <dgm:pt modelId="{9C65F7EA-1998-4C51-8212-BEB985EAEBC7}" type="pres">
      <dgm:prSet presAssocID="{01C7D376-EFD1-4490-BBFA-25C154C05C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7015405C-D3C5-4AD9-937D-FF6BF356D351}" type="pres">
      <dgm:prSet presAssocID="{01C7D376-EFD1-4490-BBFA-25C154C05C46}" presName="iconSpace" presStyleCnt="0"/>
      <dgm:spPr/>
    </dgm:pt>
    <dgm:pt modelId="{E7F4182E-28E4-48D8-8F82-5D0D735C5EA6}" type="pres">
      <dgm:prSet presAssocID="{01C7D376-EFD1-4490-BBFA-25C154C05C46}" presName="parTx" presStyleLbl="revTx" presStyleIdx="0" presStyleCnt="4">
        <dgm:presLayoutVars>
          <dgm:chMax val="0"/>
          <dgm:chPref val="0"/>
        </dgm:presLayoutVars>
      </dgm:prSet>
      <dgm:spPr/>
    </dgm:pt>
    <dgm:pt modelId="{FD4139DD-C0C2-4C40-ADC4-E40E7E2EE2A5}" type="pres">
      <dgm:prSet presAssocID="{01C7D376-EFD1-4490-BBFA-25C154C05C46}" presName="txSpace" presStyleCnt="0"/>
      <dgm:spPr/>
    </dgm:pt>
    <dgm:pt modelId="{D42486FC-45AF-4AA2-8114-C15E7F7176B9}" type="pres">
      <dgm:prSet presAssocID="{01C7D376-EFD1-4490-BBFA-25C154C05C46}" presName="desTx" presStyleLbl="revTx" presStyleIdx="1" presStyleCnt="4">
        <dgm:presLayoutVars/>
      </dgm:prSet>
      <dgm:spPr/>
    </dgm:pt>
    <dgm:pt modelId="{BD162DF9-C0ED-43BF-825B-2AB4F009E138}" type="pres">
      <dgm:prSet presAssocID="{FCA94200-882B-4EC6-9031-35DF71834F7B}" presName="sibTrans" presStyleCnt="0"/>
      <dgm:spPr/>
    </dgm:pt>
    <dgm:pt modelId="{69C37DFB-76F2-450A-826F-530E38A6C0D3}" type="pres">
      <dgm:prSet presAssocID="{6918BC55-CF88-4228-A206-BFCF5BF19335}" presName="compNode" presStyleCnt="0"/>
      <dgm:spPr/>
    </dgm:pt>
    <dgm:pt modelId="{080D332E-2BB1-4F85-A534-0484487AE6A4}" type="pres">
      <dgm:prSet presAssocID="{6918BC55-CF88-4228-A206-BFCF5BF1933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nieBottle"/>
        </a:ext>
      </dgm:extLst>
    </dgm:pt>
    <dgm:pt modelId="{12A0F6FA-4544-4B82-AB5F-F5C470A81995}" type="pres">
      <dgm:prSet presAssocID="{6918BC55-CF88-4228-A206-BFCF5BF19335}" presName="iconSpace" presStyleCnt="0"/>
      <dgm:spPr/>
    </dgm:pt>
    <dgm:pt modelId="{86371D2B-55DC-4667-9959-DEC61A098E7B}" type="pres">
      <dgm:prSet presAssocID="{6918BC55-CF88-4228-A206-BFCF5BF19335}" presName="parTx" presStyleLbl="revTx" presStyleIdx="2" presStyleCnt="4">
        <dgm:presLayoutVars>
          <dgm:chMax val="0"/>
          <dgm:chPref val="0"/>
        </dgm:presLayoutVars>
      </dgm:prSet>
      <dgm:spPr/>
    </dgm:pt>
    <dgm:pt modelId="{B8C448F2-ADCA-48E0-A77A-F97A69B35252}" type="pres">
      <dgm:prSet presAssocID="{6918BC55-CF88-4228-A206-BFCF5BF19335}" presName="txSpace" presStyleCnt="0"/>
      <dgm:spPr/>
    </dgm:pt>
    <dgm:pt modelId="{FDDF7F0F-E038-42A5-8F9C-AFD2EA497C7C}" type="pres">
      <dgm:prSet presAssocID="{6918BC55-CF88-4228-A206-BFCF5BF19335}" presName="desTx" presStyleLbl="revTx" presStyleIdx="3" presStyleCnt="4">
        <dgm:presLayoutVars/>
      </dgm:prSet>
      <dgm:spPr/>
    </dgm:pt>
  </dgm:ptLst>
  <dgm:cxnLst>
    <dgm:cxn modelId="{2321411A-4A61-4F4E-BE6B-F303EFC68AA9}" srcId="{208C7D3E-9CAC-491A-8E30-55AA1DAD7884}" destId="{01C7D376-EFD1-4490-BBFA-25C154C05C46}" srcOrd="0" destOrd="0" parTransId="{F55AC47B-B956-4F36-888D-9BE1911ADC39}" sibTransId="{FCA94200-882B-4EC6-9031-35DF71834F7B}"/>
    <dgm:cxn modelId="{6905F11F-51A1-4B6C-8EBC-48FB68048527}" srcId="{6918BC55-CF88-4228-A206-BFCF5BF19335}" destId="{2547145F-5DF1-4369-998A-F04B5C807E91}" srcOrd="2" destOrd="0" parTransId="{9B5B6687-0FEB-427A-AD83-28599CF2B9E8}" sibTransId="{EDEB3DD2-A007-4E8E-A519-1BA2B90529B5}"/>
    <dgm:cxn modelId="{AB4E5826-D3DE-48CE-9AF1-E17334593E7B}" type="presOf" srcId="{0E2F603B-7BBE-46D0-AA1C-E19DBC6DE7B7}" destId="{FDDF7F0F-E038-42A5-8F9C-AFD2EA497C7C}" srcOrd="0" destOrd="0" presId="urn:microsoft.com/office/officeart/2018/5/layout/CenteredIconLabelDescriptionList"/>
    <dgm:cxn modelId="{4D4DA129-A5A3-4E41-A907-0FCCDCFA213B}" srcId="{6918BC55-CF88-4228-A206-BFCF5BF19335}" destId="{574BE763-4ECE-4BB5-8088-09961D5BE5F1}" srcOrd="1" destOrd="0" parTransId="{626D60CC-7F56-4781-A4EA-74BED54F5068}" sibTransId="{9859620A-295F-4536-9E24-4995C656D594}"/>
    <dgm:cxn modelId="{5031C561-57CA-40BA-9817-1C5E4FC41E6F}" type="presOf" srcId="{6918BC55-CF88-4228-A206-BFCF5BF19335}" destId="{86371D2B-55DC-4667-9959-DEC61A098E7B}" srcOrd="0" destOrd="0" presId="urn:microsoft.com/office/officeart/2018/5/layout/CenteredIconLabelDescriptionList"/>
    <dgm:cxn modelId="{E2B95668-69C3-4A1B-85C1-7AD98B8009A8}" type="presOf" srcId="{208C7D3E-9CAC-491A-8E30-55AA1DAD7884}" destId="{83588799-2FFC-421A-939C-264E55A86F60}" srcOrd="0" destOrd="0" presId="urn:microsoft.com/office/officeart/2018/5/layout/CenteredIconLabelDescriptionList"/>
    <dgm:cxn modelId="{AF50EB92-B16C-40B3-AA74-DA981172DCBC}" type="presOf" srcId="{01C7D376-EFD1-4490-BBFA-25C154C05C46}" destId="{E7F4182E-28E4-48D8-8F82-5D0D735C5EA6}" srcOrd="0" destOrd="0" presId="urn:microsoft.com/office/officeart/2018/5/layout/CenteredIconLabelDescriptionList"/>
    <dgm:cxn modelId="{55D859AA-C1B1-48F5-B606-40167D5BBDD9}" srcId="{01C7D376-EFD1-4490-BBFA-25C154C05C46}" destId="{4E30F90D-1216-4FEB-B35A-70AE3DA30459}" srcOrd="0" destOrd="0" parTransId="{907BD059-2E12-40AD-A7C7-8AC426C32543}" sibTransId="{1F402C72-ABF1-4B22-8E83-25EAC7DE3185}"/>
    <dgm:cxn modelId="{4AE308CA-08FC-49B7-BC43-7BD6AEB9D58A}" srcId="{6918BC55-CF88-4228-A206-BFCF5BF19335}" destId="{0E2F603B-7BBE-46D0-AA1C-E19DBC6DE7B7}" srcOrd="0" destOrd="0" parTransId="{12C24A4A-F55A-4451-8D3F-B44F025717AA}" sibTransId="{7E6EB42D-1965-4A93-9689-738F1C609659}"/>
    <dgm:cxn modelId="{96460EEB-62AA-4506-90DD-199D5B1F8020}" type="presOf" srcId="{574BE763-4ECE-4BB5-8088-09961D5BE5F1}" destId="{FDDF7F0F-E038-42A5-8F9C-AFD2EA497C7C}" srcOrd="0" destOrd="1" presId="urn:microsoft.com/office/officeart/2018/5/layout/CenteredIconLabelDescriptionList"/>
    <dgm:cxn modelId="{C3FCB1EE-5734-4AD1-8059-3F50964E9BA6}" type="presOf" srcId="{2547145F-5DF1-4369-998A-F04B5C807E91}" destId="{FDDF7F0F-E038-42A5-8F9C-AFD2EA497C7C}" srcOrd="0" destOrd="2" presId="urn:microsoft.com/office/officeart/2018/5/layout/CenteredIconLabelDescriptionList"/>
    <dgm:cxn modelId="{A7B6E8F3-68CD-4C31-A979-A8E2403D8909}" srcId="{208C7D3E-9CAC-491A-8E30-55AA1DAD7884}" destId="{6918BC55-CF88-4228-A206-BFCF5BF19335}" srcOrd="1" destOrd="0" parTransId="{A631D650-25CC-4B29-81B6-3DA04DAB90A7}" sibTransId="{F0F53617-02F7-4740-B2A1-ED7E33503751}"/>
    <dgm:cxn modelId="{5648D2F6-7850-4A73-B107-E0E1FA0CEBC8}" type="presOf" srcId="{4E30F90D-1216-4FEB-B35A-70AE3DA30459}" destId="{D42486FC-45AF-4AA2-8114-C15E7F7176B9}" srcOrd="0" destOrd="0" presId="urn:microsoft.com/office/officeart/2018/5/layout/CenteredIconLabelDescriptionList"/>
    <dgm:cxn modelId="{0610932F-04B3-4E61-90DA-2CD8E247896D}" type="presParOf" srcId="{83588799-2FFC-421A-939C-264E55A86F60}" destId="{61C14ADB-FE5C-4622-9EC9-B5EA6710D285}" srcOrd="0" destOrd="0" presId="urn:microsoft.com/office/officeart/2018/5/layout/CenteredIconLabelDescriptionList"/>
    <dgm:cxn modelId="{76CDE1BC-F799-4941-A89E-AE737296AD1F}" type="presParOf" srcId="{61C14ADB-FE5C-4622-9EC9-B5EA6710D285}" destId="{9C65F7EA-1998-4C51-8212-BEB985EAEBC7}" srcOrd="0" destOrd="0" presId="urn:microsoft.com/office/officeart/2018/5/layout/CenteredIconLabelDescriptionList"/>
    <dgm:cxn modelId="{037DD2F9-1156-4AF6-9B52-24AF8CB65DD9}" type="presParOf" srcId="{61C14ADB-FE5C-4622-9EC9-B5EA6710D285}" destId="{7015405C-D3C5-4AD9-937D-FF6BF356D351}" srcOrd="1" destOrd="0" presId="urn:microsoft.com/office/officeart/2018/5/layout/CenteredIconLabelDescriptionList"/>
    <dgm:cxn modelId="{2A02978E-0C63-47BA-8B5E-A7296F79EA94}" type="presParOf" srcId="{61C14ADB-FE5C-4622-9EC9-B5EA6710D285}" destId="{E7F4182E-28E4-48D8-8F82-5D0D735C5EA6}" srcOrd="2" destOrd="0" presId="urn:microsoft.com/office/officeart/2018/5/layout/CenteredIconLabelDescriptionList"/>
    <dgm:cxn modelId="{59B5AB89-375F-4B32-995F-34A7AC4D6631}" type="presParOf" srcId="{61C14ADB-FE5C-4622-9EC9-B5EA6710D285}" destId="{FD4139DD-C0C2-4C40-ADC4-E40E7E2EE2A5}" srcOrd="3" destOrd="0" presId="urn:microsoft.com/office/officeart/2018/5/layout/CenteredIconLabelDescriptionList"/>
    <dgm:cxn modelId="{4DA16A7A-C863-4E52-9777-144B2D036528}" type="presParOf" srcId="{61C14ADB-FE5C-4622-9EC9-B5EA6710D285}" destId="{D42486FC-45AF-4AA2-8114-C15E7F7176B9}" srcOrd="4" destOrd="0" presId="urn:microsoft.com/office/officeart/2018/5/layout/CenteredIconLabelDescriptionList"/>
    <dgm:cxn modelId="{210E942B-4B27-44CA-A2F5-4FCD238AC3C1}" type="presParOf" srcId="{83588799-2FFC-421A-939C-264E55A86F60}" destId="{BD162DF9-C0ED-43BF-825B-2AB4F009E138}" srcOrd="1" destOrd="0" presId="urn:microsoft.com/office/officeart/2018/5/layout/CenteredIconLabelDescriptionList"/>
    <dgm:cxn modelId="{B300BE61-ABCC-4297-979A-4591E9497CF8}" type="presParOf" srcId="{83588799-2FFC-421A-939C-264E55A86F60}" destId="{69C37DFB-76F2-450A-826F-530E38A6C0D3}" srcOrd="2" destOrd="0" presId="urn:microsoft.com/office/officeart/2018/5/layout/CenteredIconLabelDescriptionList"/>
    <dgm:cxn modelId="{F611DEDD-354D-4847-A15C-7A244FC99CC3}" type="presParOf" srcId="{69C37DFB-76F2-450A-826F-530E38A6C0D3}" destId="{080D332E-2BB1-4F85-A534-0484487AE6A4}" srcOrd="0" destOrd="0" presId="urn:microsoft.com/office/officeart/2018/5/layout/CenteredIconLabelDescriptionList"/>
    <dgm:cxn modelId="{3A9AF13B-FFD4-4BAB-A367-FF174D2C1614}" type="presParOf" srcId="{69C37DFB-76F2-450A-826F-530E38A6C0D3}" destId="{12A0F6FA-4544-4B82-AB5F-F5C470A81995}" srcOrd="1" destOrd="0" presId="urn:microsoft.com/office/officeart/2018/5/layout/CenteredIconLabelDescriptionList"/>
    <dgm:cxn modelId="{AE954CC8-6AC3-4CEF-B4AF-1C05EB432417}" type="presParOf" srcId="{69C37DFB-76F2-450A-826F-530E38A6C0D3}" destId="{86371D2B-55DC-4667-9959-DEC61A098E7B}" srcOrd="2" destOrd="0" presId="urn:microsoft.com/office/officeart/2018/5/layout/CenteredIconLabelDescriptionList"/>
    <dgm:cxn modelId="{4AE0EAB3-447B-4B16-966D-BE25D39E053C}" type="presParOf" srcId="{69C37DFB-76F2-450A-826F-530E38A6C0D3}" destId="{B8C448F2-ADCA-48E0-A77A-F97A69B35252}" srcOrd="3" destOrd="0" presId="urn:microsoft.com/office/officeart/2018/5/layout/CenteredIconLabelDescriptionList"/>
    <dgm:cxn modelId="{93C33AC2-3530-4421-9CB4-A9D49DE67B77}" type="presParOf" srcId="{69C37DFB-76F2-450A-826F-530E38A6C0D3}" destId="{FDDF7F0F-E038-42A5-8F9C-AFD2EA497C7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208C7D3E-9CAC-491A-8E30-55AA1DAD78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86321BD-5BE8-4BBA-A58C-3B02E38D44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Meaning of </a:t>
          </a:r>
          <a:r>
            <a:rPr lang="en-US" i="1"/>
            <a:t>K </a:t>
          </a:r>
          <a:r>
            <a:rPr lang="en-US"/>
            <a:t>or </a:t>
          </a:r>
          <a:r>
            <a:rPr lang="en-US" i="1"/>
            <a:t>L</a:t>
          </a:r>
          <a:endParaRPr lang="en-US"/>
        </a:p>
      </dgm:t>
    </dgm:pt>
    <dgm:pt modelId="{0F8E42DF-D6BA-4748-B159-F94D248C984B}" type="parTrans" cxnId="{9D934444-1E55-43C6-BD18-9BFED19AA826}">
      <dgm:prSet/>
      <dgm:spPr/>
      <dgm:t>
        <a:bodyPr/>
        <a:lstStyle/>
        <a:p>
          <a:endParaRPr lang="en-US"/>
        </a:p>
      </dgm:t>
    </dgm:pt>
    <dgm:pt modelId="{69A45CF4-A0F4-48D3-87D2-AC01601A333E}" type="sibTrans" cxnId="{9D934444-1E55-43C6-BD18-9BFED19AA826}">
      <dgm:prSet/>
      <dgm:spPr/>
      <dgm:t>
        <a:bodyPr/>
        <a:lstStyle/>
        <a:p>
          <a:endParaRPr lang="en-US"/>
        </a:p>
      </dgm:t>
    </dgm:pt>
    <dgm:pt modelId="{CC8735D9-C56F-403D-9891-103BAAB502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Private key </a:t>
          </a:r>
          <a:r>
            <a:rPr lang="en-US" dirty="0"/>
            <a:t>starts with the</a:t>
          </a:r>
          <a:r>
            <a:rPr lang="tr-TR" dirty="0"/>
            <a:t> </a:t>
          </a:r>
          <a:r>
            <a:rPr lang="en-US" dirty="0"/>
            <a:t>letter </a:t>
          </a:r>
          <a:r>
            <a:rPr lang="en-US" i="1" dirty="0"/>
            <a:t>K </a:t>
          </a:r>
          <a:r>
            <a:rPr lang="en-US" dirty="0"/>
            <a:t>or </a:t>
          </a:r>
          <a:r>
            <a:rPr lang="en-US" i="1" dirty="0"/>
            <a:t>L</a:t>
          </a:r>
          <a:endParaRPr lang="en-US" dirty="0"/>
        </a:p>
      </dgm:t>
    </dgm:pt>
    <dgm:pt modelId="{3C829C41-736D-435D-8C2B-C694E5089FC2}" type="parTrans" cxnId="{C6E67F31-B437-441F-8014-9CC9BAEE25C7}">
      <dgm:prSet/>
      <dgm:spPr/>
      <dgm:t>
        <a:bodyPr/>
        <a:lstStyle/>
        <a:p>
          <a:endParaRPr lang="en-US"/>
        </a:p>
      </dgm:t>
    </dgm:pt>
    <dgm:pt modelId="{FC3DAB2E-F5FB-4285-B4D9-FF54444759F9}" type="sibTrans" cxnId="{C6E67F31-B437-441F-8014-9CC9BAEE25C7}">
      <dgm:prSet/>
      <dgm:spPr/>
      <dgm:t>
        <a:bodyPr/>
        <a:lstStyle/>
        <a:p>
          <a:endParaRPr lang="en-US"/>
        </a:p>
      </dgm:t>
    </dgm:pt>
    <dgm:pt modelId="{AD13A857-C631-44EB-984E-F8A187649D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Meaning of </a:t>
          </a:r>
          <a:r>
            <a:rPr lang="en-US"/>
            <a:t>“5” </a:t>
          </a:r>
        </a:p>
      </dgm:t>
    </dgm:pt>
    <dgm:pt modelId="{218D8D58-DB24-4361-B153-E2615B8F41F6}" type="parTrans" cxnId="{12046A68-ACC0-4001-9B6D-74156DD65933}">
      <dgm:prSet/>
      <dgm:spPr/>
      <dgm:t>
        <a:bodyPr/>
        <a:lstStyle/>
        <a:p>
          <a:endParaRPr lang="en-US"/>
        </a:p>
      </dgm:t>
    </dgm:pt>
    <dgm:pt modelId="{7AB0777F-2EAA-4160-AC7A-91EF897AA3D9}" type="sibTrans" cxnId="{12046A68-ACC0-4001-9B6D-74156DD65933}">
      <dgm:prSet/>
      <dgm:spPr/>
      <dgm:t>
        <a:bodyPr/>
        <a:lstStyle/>
        <a:p>
          <a:endParaRPr lang="en-US"/>
        </a:p>
      </dgm:t>
    </dgm:pt>
    <dgm:pt modelId="{4B2F96D6-3A76-43F0-97CA-788D1B29401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Private key </a:t>
          </a:r>
          <a:r>
            <a:rPr lang="en-US" dirty="0"/>
            <a:t>start</a:t>
          </a:r>
          <a:r>
            <a:rPr lang="tr-TR" dirty="0"/>
            <a:t>s</a:t>
          </a:r>
          <a:r>
            <a:rPr lang="en-US" dirty="0"/>
            <a:t> with</a:t>
          </a:r>
          <a:r>
            <a:rPr lang="tr-TR" dirty="0"/>
            <a:t> </a:t>
          </a:r>
          <a:r>
            <a:rPr lang="en-US" dirty="0"/>
            <a:t>“5”</a:t>
          </a:r>
        </a:p>
      </dgm:t>
    </dgm:pt>
    <dgm:pt modelId="{9ED99028-895A-4E09-B8AD-7FD84A72A356}" type="parTrans" cxnId="{8DD7722D-44E5-48D7-9E35-555A584624AD}">
      <dgm:prSet/>
      <dgm:spPr/>
      <dgm:t>
        <a:bodyPr/>
        <a:lstStyle/>
        <a:p>
          <a:endParaRPr lang="en-US"/>
        </a:p>
      </dgm:t>
    </dgm:pt>
    <dgm:pt modelId="{383A9886-710D-4F85-BBB0-C18CC745203C}" type="sibTrans" cxnId="{8DD7722D-44E5-48D7-9E35-555A584624AD}">
      <dgm:prSet/>
      <dgm:spPr/>
      <dgm:t>
        <a:bodyPr/>
        <a:lstStyle/>
        <a:p>
          <a:endParaRPr lang="en-US"/>
        </a:p>
      </dgm:t>
    </dgm:pt>
    <dgm:pt modelId="{2FF8E4B9-A6A2-4E8A-BC47-3D9AD0E04B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“compressed WIF” Base58Check-encoded private </a:t>
          </a:r>
        </a:p>
      </dgm:t>
    </dgm:pt>
    <dgm:pt modelId="{A9665766-DBBC-4AE3-BA66-73F17DA7E1D3}" type="parTrans" cxnId="{85956418-9CCF-4EF3-A78A-A12F726FC577}">
      <dgm:prSet/>
      <dgm:spPr/>
      <dgm:t>
        <a:bodyPr/>
        <a:lstStyle/>
        <a:p>
          <a:endParaRPr lang="tr-TR"/>
        </a:p>
      </dgm:t>
    </dgm:pt>
    <dgm:pt modelId="{3E333689-EA7C-41B4-832F-422D2634598C}" type="sibTrans" cxnId="{85956418-9CCF-4EF3-A78A-A12F726FC577}">
      <dgm:prSet/>
      <dgm:spPr/>
      <dgm:t>
        <a:bodyPr/>
        <a:lstStyle/>
        <a:p>
          <a:endParaRPr lang="tr-TR"/>
        </a:p>
      </dgm:t>
    </dgm:pt>
    <dgm:pt modelId="{1037D690-4F90-4E0B-8E82-C7612C64275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«</a:t>
          </a:r>
          <a:r>
            <a:rPr lang="en-US" dirty="0" err="1"/>
            <a:t>noncompressed</a:t>
          </a:r>
          <a:r>
            <a:rPr lang="en-US" dirty="0"/>
            <a:t> WIF-encoded</a:t>
          </a:r>
        </a:p>
      </dgm:t>
    </dgm:pt>
    <dgm:pt modelId="{CB470DCC-8356-405A-9A63-D94992F34572}" type="parTrans" cxnId="{E79F0601-5606-471A-ACE2-F1A2BAD7222B}">
      <dgm:prSet/>
      <dgm:spPr/>
      <dgm:t>
        <a:bodyPr/>
        <a:lstStyle/>
        <a:p>
          <a:endParaRPr lang="tr-TR"/>
        </a:p>
      </dgm:t>
    </dgm:pt>
    <dgm:pt modelId="{6D0F5D8F-9BDA-43C6-BD19-FA71180C15F2}" type="sibTrans" cxnId="{E79F0601-5606-471A-ACE2-F1A2BAD7222B}">
      <dgm:prSet/>
      <dgm:spPr/>
      <dgm:t>
        <a:bodyPr/>
        <a:lstStyle/>
        <a:p>
          <a:endParaRPr lang="tr-TR"/>
        </a:p>
      </dgm:t>
    </dgm:pt>
    <dgm:pt modelId="{83588799-2FFC-421A-939C-264E55A86F60}" type="pres">
      <dgm:prSet presAssocID="{208C7D3E-9CAC-491A-8E30-55AA1DAD7884}" presName="root" presStyleCnt="0">
        <dgm:presLayoutVars>
          <dgm:dir/>
          <dgm:resizeHandles val="exact"/>
        </dgm:presLayoutVars>
      </dgm:prSet>
      <dgm:spPr/>
    </dgm:pt>
    <dgm:pt modelId="{B015F43A-5A2C-431E-A429-FB5E2D332C41}" type="pres">
      <dgm:prSet presAssocID="{986321BD-5BE8-4BBA-A58C-3B02E38D44AB}" presName="compNode" presStyleCnt="0"/>
      <dgm:spPr/>
    </dgm:pt>
    <dgm:pt modelId="{6C547438-CE95-4C4B-80A0-D4C3DFFE614E}" type="pres">
      <dgm:prSet presAssocID="{986321BD-5BE8-4BBA-A58C-3B02E38D44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EB741022-CFA1-4F46-B254-FF3DC252F2F8}" type="pres">
      <dgm:prSet presAssocID="{986321BD-5BE8-4BBA-A58C-3B02E38D44AB}" presName="iconSpace" presStyleCnt="0"/>
      <dgm:spPr/>
    </dgm:pt>
    <dgm:pt modelId="{229524AB-C4DB-49AE-95A7-10DFF15AB632}" type="pres">
      <dgm:prSet presAssocID="{986321BD-5BE8-4BBA-A58C-3B02E38D44AB}" presName="parTx" presStyleLbl="revTx" presStyleIdx="0" presStyleCnt="4">
        <dgm:presLayoutVars>
          <dgm:chMax val="0"/>
          <dgm:chPref val="0"/>
        </dgm:presLayoutVars>
      </dgm:prSet>
      <dgm:spPr/>
    </dgm:pt>
    <dgm:pt modelId="{0FA8EE16-8E99-4374-B5D8-7463C0B83697}" type="pres">
      <dgm:prSet presAssocID="{986321BD-5BE8-4BBA-A58C-3B02E38D44AB}" presName="txSpace" presStyleCnt="0"/>
      <dgm:spPr/>
    </dgm:pt>
    <dgm:pt modelId="{A4DA32FC-42E2-4F34-8349-E340A3F74EBF}" type="pres">
      <dgm:prSet presAssocID="{986321BD-5BE8-4BBA-A58C-3B02E38D44AB}" presName="desTx" presStyleLbl="revTx" presStyleIdx="1" presStyleCnt="4">
        <dgm:presLayoutVars/>
      </dgm:prSet>
      <dgm:spPr/>
    </dgm:pt>
    <dgm:pt modelId="{1B85F339-24A6-4FAE-8880-2004DBE45A1D}" type="pres">
      <dgm:prSet presAssocID="{69A45CF4-A0F4-48D3-87D2-AC01601A333E}" presName="sibTrans" presStyleCnt="0"/>
      <dgm:spPr/>
    </dgm:pt>
    <dgm:pt modelId="{C2431A22-5D15-48D7-9C6B-2884EEBF3672}" type="pres">
      <dgm:prSet presAssocID="{AD13A857-C631-44EB-984E-F8A187649D88}" presName="compNode" presStyleCnt="0"/>
      <dgm:spPr/>
    </dgm:pt>
    <dgm:pt modelId="{E0A6749E-FFFF-4117-ADB9-9187E907F203}" type="pres">
      <dgm:prSet presAssocID="{AD13A857-C631-44EB-984E-F8A187649D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5F3D22-60BA-402F-8593-0306BCBEDDDE}" type="pres">
      <dgm:prSet presAssocID="{AD13A857-C631-44EB-984E-F8A187649D88}" presName="iconSpace" presStyleCnt="0"/>
      <dgm:spPr/>
    </dgm:pt>
    <dgm:pt modelId="{C1D22055-7E4D-4C9A-BA06-8A926C490AC0}" type="pres">
      <dgm:prSet presAssocID="{AD13A857-C631-44EB-984E-F8A187649D88}" presName="parTx" presStyleLbl="revTx" presStyleIdx="2" presStyleCnt="4">
        <dgm:presLayoutVars>
          <dgm:chMax val="0"/>
          <dgm:chPref val="0"/>
        </dgm:presLayoutVars>
      </dgm:prSet>
      <dgm:spPr/>
    </dgm:pt>
    <dgm:pt modelId="{9058AFA3-7E4C-4506-8E9E-7A65FDB845EB}" type="pres">
      <dgm:prSet presAssocID="{AD13A857-C631-44EB-984E-F8A187649D88}" presName="txSpace" presStyleCnt="0"/>
      <dgm:spPr/>
    </dgm:pt>
    <dgm:pt modelId="{9D1AD907-FF5F-4CD4-9E49-1EEC1F401F39}" type="pres">
      <dgm:prSet presAssocID="{AD13A857-C631-44EB-984E-F8A187649D88}" presName="desTx" presStyleLbl="revTx" presStyleIdx="3" presStyleCnt="4">
        <dgm:presLayoutVars/>
      </dgm:prSet>
      <dgm:spPr/>
    </dgm:pt>
  </dgm:ptLst>
  <dgm:cxnLst>
    <dgm:cxn modelId="{E79F0601-5606-471A-ACE2-F1A2BAD7222B}" srcId="{AD13A857-C631-44EB-984E-F8A187649D88}" destId="{1037D690-4F90-4E0B-8E82-C7612C64275D}" srcOrd="1" destOrd="0" parTransId="{CB470DCC-8356-405A-9A63-D94992F34572}" sibTransId="{6D0F5D8F-9BDA-43C6-BD19-FA71180C15F2}"/>
    <dgm:cxn modelId="{ADB7A512-D2F2-4D6F-925E-7A0F80B750D0}" type="presOf" srcId="{1037D690-4F90-4E0B-8E82-C7612C64275D}" destId="{9D1AD907-FF5F-4CD4-9E49-1EEC1F401F39}" srcOrd="0" destOrd="1" presId="urn:microsoft.com/office/officeart/2018/5/layout/CenteredIconLabelDescriptionList"/>
    <dgm:cxn modelId="{85956418-9CCF-4EF3-A78A-A12F726FC577}" srcId="{986321BD-5BE8-4BBA-A58C-3B02E38D44AB}" destId="{2FF8E4B9-A6A2-4E8A-BC47-3D9AD0E04B21}" srcOrd="1" destOrd="0" parTransId="{A9665766-DBBC-4AE3-BA66-73F17DA7E1D3}" sibTransId="{3E333689-EA7C-41B4-832F-422D2634598C}"/>
    <dgm:cxn modelId="{8DD7722D-44E5-48D7-9E35-555A584624AD}" srcId="{AD13A857-C631-44EB-984E-F8A187649D88}" destId="{4B2F96D6-3A76-43F0-97CA-788D1B294011}" srcOrd="0" destOrd="0" parTransId="{9ED99028-895A-4E09-B8AD-7FD84A72A356}" sibTransId="{383A9886-710D-4F85-BBB0-C18CC745203C}"/>
    <dgm:cxn modelId="{C6E67F31-B437-441F-8014-9CC9BAEE25C7}" srcId="{986321BD-5BE8-4BBA-A58C-3B02E38D44AB}" destId="{CC8735D9-C56F-403D-9891-103BAAB50261}" srcOrd="0" destOrd="0" parTransId="{3C829C41-736D-435D-8C2B-C694E5089FC2}" sibTransId="{FC3DAB2E-F5FB-4285-B4D9-FF54444759F9}"/>
    <dgm:cxn modelId="{9D934444-1E55-43C6-BD18-9BFED19AA826}" srcId="{208C7D3E-9CAC-491A-8E30-55AA1DAD7884}" destId="{986321BD-5BE8-4BBA-A58C-3B02E38D44AB}" srcOrd="0" destOrd="0" parTransId="{0F8E42DF-D6BA-4748-B159-F94D248C984B}" sibTransId="{69A45CF4-A0F4-48D3-87D2-AC01601A333E}"/>
    <dgm:cxn modelId="{12046A68-ACC0-4001-9B6D-74156DD65933}" srcId="{208C7D3E-9CAC-491A-8E30-55AA1DAD7884}" destId="{AD13A857-C631-44EB-984E-F8A187649D88}" srcOrd="1" destOrd="0" parTransId="{218D8D58-DB24-4361-B153-E2615B8F41F6}" sibTransId="{7AB0777F-2EAA-4160-AC7A-91EF897AA3D9}"/>
    <dgm:cxn modelId="{E2B95668-69C3-4A1B-85C1-7AD98B8009A8}" type="presOf" srcId="{208C7D3E-9CAC-491A-8E30-55AA1DAD7884}" destId="{83588799-2FFC-421A-939C-264E55A86F60}" srcOrd="0" destOrd="0" presId="urn:microsoft.com/office/officeart/2018/5/layout/CenteredIconLabelDescriptionList"/>
    <dgm:cxn modelId="{295E1872-AE24-4310-B2D3-BB9C06A31148}" type="presOf" srcId="{4B2F96D6-3A76-43F0-97CA-788D1B294011}" destId="{9D1AD907-FF5F-4CD4-9E49-1EEC1F401F39}" srcOrd="0" destOrd="0" presId="urn:microsoft.com/office/officeart/2018/5/layout/CenteredIconLabelDescriptionList"/>
    <dgm:cxn modelId="{180D1553-5096-4C17-A5B4-3E46B25EEB4D}" type="presOf" srcId="{986321BD-5BE8-4BBA-A58C-3B02E38D44AB}" destId="{229524AB-C4DB-49AE-95A7-10DFF15AB632}" srcOrd="0" destOrd="0" presId="urn:microsoft.com/office/officeart/2018/5/layout/CenteredIconLabelDescriptionList"/>
    <dgm:cxn modelId="{0534327D-5407-4910-9DF1-E3DE53A35E5F}" type="presOf" srcId="{2FF8E4B9-A6A2-4E8A-BC47-3D9AD0E04B21}" destId="{A4DA32FC-42E2-4F34-8349-E340A3F74EBF}" srcOrd="0" destOrd="1" presId="urn:microsoft.com/office/officeart/2018/5/layout/CenteredIconLabelDescriptionList"/>
    <dgm:cxn modelId="{072C918B-45AF-46B1-B9C1-5424A4053F6A}" type="presOf" srcId="{CC8735D9-C56F-403D-9891-103BAAB50261}" destId="{A4DA32FC-42E2-4F34-8349-E340A3F74EBF}" srcOrd="0" destOrd="0" presId="urn:microsoft.com/office/officeart/2018/5/layout/CenteredIconLabelDescriptionList"/>
    <dgm:cxn modelId="{A5BFF5B6-4BBE-4E88-9CDA-0DCB5613EB8D}" type="presOf" srcId="{AD13A857-C631-44EB-984E-F8A187649D88}" destId="{C1D22055-7E4D-4C9A-BA06-8A926C490AC0}" srcOrd="0" destOrd="0" presId="urn:microsoft.com/office/officeart/2018/5/layout/CenteredIconLabelDescriptionList"/>
    <dgm:cxn modelId="{FCA1F920-5FAF-443B-B6DC-E24D7EEA1B14}" type="presParOf" srcId="{83588799-2FFC-421A-939C-264E55A86F60}" destId="{B015F43A-5A2C-431E-A429-FB5E2D332C41}" srcOrd="0" destOrd="0" presId="urn:microsoft.com/office/officeart/2018/5/layout/CenteredIconLabelDescriptionList"/>
    <dgm:cxn modelId="{0CB77ACC-947D-43EA-8616-2EE350739C25}" type="presParOf" srcId="{B015F43A-5A2C-431E-A429-FB5E2D332C41}" destId="{6C547438-CE95-4C4B-80A0-D4C3DFFE614E}" srcOrd="0" destOrd="0" presId="urn:microsoft.com/office/officeart/2018/5/layout/CenteredIconLabelDescriptionList"/>
    <dgm:cxn modelId="{D0BA2380-FE74-4C42-98C9-AB54564E90B3}" type="presParOf" srcId="{B015F43A-5A2C-431E-A429-FB5E2D332C41}" destId="{EB741022-CFA1-4F46-B254-FF3DC252F2F8}" srcOrd="1" destOrd="0" presId="urn:microsoft.com/office/officeart/2018/5/layout/CenteredIconLabelDescriptionList"/>
    <dgm:cxn modelId="{D3112024-3D1B-42C7-A4F0-217A4530B6F0}" type="presParOf" srcId="{B015F43A-5A2C-431E-A429-FB5E2D332C41}" destId="{229524AB-C4DB-49AE-95A7-10DFF15AB632}" srcOrd="2" destOrd="0" presId="urn:microsoft.com/office/officeart/2018/5/layout/CenteredIconLabelDescriptionList"/>
    <dgm:cxn modelId="{EC5CF80D-8C99-4F0A-A674-023BBBFBBA90}" type="presParOf" srcId="{B015F43A-5A2C-431E-A429-FB5E2D332C41}" destId="{0FA8EE16-8E99-4374-B5D8-7463C0B83697}" srcOrd="3" destOrd="0" presId="urn:microsoft.com/office/officeart/2018/5/layout/CenteredIconLabelDescriptionList"/>
    <dgm:cxn modelId="{1125E116-F04B-40A2-8437-97DEB07E86C9}" type="presParOf" srcId="{B015F43A-5A2C-431E-A429-FB5E2D332C41}" destId="{A4DA32FC-42E2-4F34-8349-E340A3F74EBF}" srcOrd="4" destOrd="0" presId="urn:microsoft.com/office/officeart/2018/5/layout/CenteredIconLabelDescriptionList"/>
    <dgm:cxn modelId="{494C44FF-2408-486C-BC8C-F27B941DD026}" type="presParOf" srcId="{83588799-2FFC-421A-939C-264E55A86F60}" destId="{1B85F339-24A6-4FAE-8880-2004DBE45A1D}" srcOrd="1" destOrd="0" presId="urn:microsoft.com/office/officeart/2018/5/layout/CenteredIconLabelDescriptionList"/>
    <dgm:cxn modelId="{FD16A05A-B906-44A7-AB3F-FCF1820A697C}" type="presParOf" srcId="{83588799-2FFC-421A-939C-264E55A86F60}" destId="{C2431A22-5D15-48D7-9C6B-2884EEBF3672}" srcOrd="2" destOrd="0" presId="urn:microsoft.com/office/officeart/2018/5/layout/CenteredIconLabelDescriptionList"/>
    <dgm:cxn modelId="{140F001F-9386-43F3-8894-135110DB2C94}" type="presParOf" srcId="{C2431A22-5D15-48D7-9C6B-2884EEBF3672}" destId="{E0A6749E-FFFF-4117-ADB9-9187E907F203}" srcOrd="0" destOrd="0" presId="urn:microsoft.com/office/officeart/2018/5/layout/CenteredIconLabelDescriptionList"/>
    <dgm:cxn modelId="{701F2582-BC55-42DA-96EA-841AD9CA2BC1}" type="presParOf" srcId="{C2431A22-5D15-48D7-9C6B-2884EEBF3672}" destId="{DB5F3D22-60BA-402F-8593-0306BCBEDDDE}" srcOrd="1" destOrd="0" presId="urn:microsoft.com/office/officeart/2018/5/layout/CenteredIconLabelDescriptionList"/>
    <dgm:cxn modelId="{A192D8BC-8DE3-45F0-A849-024E2F2D186D}" type="presParOf" srcId="{C2431A22-5D15-48D7-9C6B-2884EEBF3672}" destId="{C1D22055-7E4D-4C9A-BA06-8A926C490AC0}" srcOrd="2" destOrd="0" presId="urn:microsoft.com/office/officeart/2018/5/layout/CenteredIconLabelDescriptionList"/>
    <dgm:cxn modelId="{06204443-CD7D-4273-8919-A710EB2B7867}" type="presParOf" srcId="{C2431A22-5D15-48D7-9C6B-2884EEBF3672}" destId="{9058AFA3-7E4C-4506-8E9E-7A65FDB845EB}" srcOrd="3" destOrd="0" presId="urn:microsoft.com/office/officeart/2018/5/layout/CenteredIconLabelDescriptionList"/>
    <dgm:cxn modelId="{96A96DB4-3643-45FD-974B-B6B6CEC7FA07}" type="presParOf" srcId="{C2431A22-5D15-48D7-9C6B-2884EEBF3672}" destId="{9D1AD907-FF5F-4CD4-9E49-1EEC1F401F3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0F55A35A-AE84-45EA-B479-F67B538ABA8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B789F75-32EF-440C-9778-CDF017ABD6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hlinkClick xmlns:r="http://schemas.openxmlformats.org/officeDocument/2006/relationships" r:id="rId1"/>
            </a:rPr>
            <a:t>pybitcointools</a:t>
          </a:r>
          <a:r>
            <a:rPr lang="tr-TR" dirty="0"/>
            <a:t> </a:t>
          </a:r>
          <a:endParaRPr lang="en-US" dirty="0"/>
        </a:p>
      </dgm:t>
    </dgm:pt>
    <dgm:pt modelId="{AA893DB4-7516-4A66-8FB4-76FC1D4E6A8C}" type="parTrans" cxnId="{E96123CF-D63E-425C-AF80-07A299426386}">
      <dgm:prSet/>
      <dgm:spPr/>
      <dgm:t>
        <a:bodyPr/>
        <a:lstStyle/>
        <a:p>
          <a:endParaRPr lang="en-US"/>
        </a:p>
      </dgm:t>
    </dgm:pt>
    <dgm:pt modelId="{46A78128-18AF-4995-8D29-BE89D89F6FDD}" type="sibTrans" cxnId="{E96123CF-D63E-425C-AF80-07A299426386}">
      <dgm:prSet/>
      <dgm:spPr/>
      <dgm:t>
        <a:bodyPr/>
        <a:lstStyle/>
        <a:p>
          <a:endParaRPr lang="en-US"/>
        </a:p>
      </dgm:t>
    </dgm:pt>
    <dgm:pt modelId="{1DE6605D-5741-4817-A452-5676175243E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clone of </a:t>
          </a:r>
          <a:r>
            <a:rPr lang="en-US" dirty="0" err="1"/>
            <a:t>Vitalik</a:t>
          </a:r>
          <a:r>
            <a:rPr lang="tr-TR" dirty="0"/>
            <a:t> </a:t>
          </a:r>
          <a:r>
            <a:rPr lang="en-US" dirty="0" err="1"/>
            <a:t>Buterin</a:t>
          </a:r>
          <a:r>
            <a:rPr lang="tr-TR" dirty="0"/>
            <a:t> </a:t>
          </a:r>
          <a:r>
            <a:rPr lang="en-US" dirty="0"/>
            <a:t>bitcoin library</a:t>
          </a:r>
        </a:p>
      </dgm:t>
    </dgm:pt>
    <dgm:pt modelId="{76A78A14-DC8D-4E7C-9533-304126137B29}" type="parTrans" cxnId="{141F7583-2B2C-4085-933B-925A393BA389}">
      <dgm:prSet/>
      <dgm:spPr/>
      <dgm:t>
        <a:bodyPr/>
        <a:lstStyle/>
        <a:p>
          <a:endParaRPr lang="en-US"/>
        </a:p>
      </dgm:t>
    </dgm:pt>
    <dgm:pt modelId="{AB13939B-DDB3-47B5-A3BF-2F2FDB9D6FC8}" type="sibTrans" cxnId="{141F7583-2B2C-4085-933B-925A393BA389}">
      <dgm:prSet/>
      <dgm:spPr/>
      <dgm:t>
        <a:bodyPr/>
        <a:lstStyle/>
        <a:p>
          <a:endParaRPr lang="en-US"/>
        </a:p>
      </dgm:t>
    </dgm:pt>
    <dgm:pt modelId="{5E065FC6-AC38-4FBB-B5D1-8D676AA1B4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pybitcointools library</a:t>
          </a:r>
        </a:p>
      </dgm:t>
    </dgm:pt>
    <dgm:pt modelId="{9D65B423-FD3D-4038-94E8-025B3CAC02F0}" type="parTrans" cxnId="{4CD5A36C-2D7A-4CD0-8538-3E10DCF32867}">
      <dgm:prSet/>
      <dgm:spPr/>
      <dgm:t>
        <a:bodyPr/>
        <a:lstStyle/>
        <a:p>
          <a:endParaRPr lang="en-US"/>
        </a:p>
      </dgm:t>
    </dgm:pt>
    <dgm:pt modelId="{009B0233-CE33-423E-8226-B0C479FB5BB7}" type="sibTrans" cxnId="{4CD5A36C-2D7A-4CD0-8538-3E10DCF32867}">
      <dgm:prSet/>
      <dgm:spPr/>
      <dgm:t>
        <a:bodyPr/>
        <a:lstStyle/>
        <a:p>
          <a:endParaRPr lang="en-US"/>
        </a:p>
      </dgm:t>
    </dgm:pt>
    <dgm:pt modelId="{85A3D6D6-92FB-4BEB-85A3-2C92F764D5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</a:t>
          </a:r>
          <a:r>
            <a:rPr lang="tr-TR"/>
            <a:t> </a:t>
          </a:r>
          <a:r>
            <a:rPr lang="en-US"/>
            <a:t>generate and display keys and addresses in various formats.</a:t>
          </a:r>
        </a:p>
      </dgm:t>
    </dgm:pt>
    <dgm:pt modelId="{9E5EB2FB-77C7-414B-A872-0092126A2D0F}" type="parTrans" cxnId="{528E5A72-AF20-4B2C-BD70-11AAD0D03F82}">
      <dgm:prSet/>
      <dgm:spPr/>
      <dgm:t>
        <a:bodyPr/>
        <a:lstStyle/>
        <a:p>
          <a:endParaRPr lang="en-US"/>
        </a:p>
      </dgm:t>
    </dgm:pt>
    <dgm:pt modelId="{677A85E6-BAB7-4894-A005-F71F98CCF161}" type="sibTrans" cxnId="{528E5A72-AF20-4B2C-BD70-11AAD0D03F82}">
      <dgm:prSet/>
      <dgm:spPr/>
      <dgm:t>
        <a:bodyPr/>
        <a:lstStyle/>
        <a:p>
          <a:endParaRPr lang="en-US"/>
        </a:p>
      </dgm:t>
    </dgm:pt>
    <dgm:pt modelId="{980071A6-D619-43CB-8AE8-FBFB7C993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imported as “bitcoin”</a:t>
          </a:r>
        </a:p>
      </dgm:t>
    </dgm:pt>
    <dgm:pt modelId="{C660789B-0421-42AD-97B7-4606B47B3A55}" type="parTrans" cxnId="{0C9348E0-3740-402A-BCFC-58EB85C664F9}">
      <dgm:prSet/>
      <dgm:spPr/>
      <dgm:t>
        <a:bodyPr/>
        <a:lstStyle/>
        <a:p>
          <a:endParaRPr lang="tr-TR"/>
        </a:p>
      </dgm:t>
    </dgm:pt>
    <dgm:pt modelId="{A8A4E651-D7B5-4916-9E4B-00E9A30DB957}" type="sibTrans" cxnId="{0C9348E0-3740-402A-BCFC-58EB85C664F9}">
      <dgm:prSet/>
      <dgm:spPr/>
      <dgm:t>
        <a:bodyPr/>
        <a:lstStyle/>
        <a:p>
          <a:endParaRPr lang="tr-TR"/>
        </a:p>
      </dgm:t>
    </dgm:pt>
    <dgm:pt modelId="{022DE41F-BE44-47C0-BC6D-90D155F12D39}" type="pres">
      <dgm:prSet presAssocID="{0F55A35A-AE84-45EA-B479-F67B538ABA85}" presName="root" presStyleCnt="0">
        <dgm:presLayoutVars>
          <dgm:dir/>
          <dgm:resizeHandles val="exact"/>
        </dgm:presLayoutVars>
      </dgm:prSet>
      <dgm:spPr/>
    </dgm:pt>
    <dgm:pt modelId="{BB2A8123-3C10-4919-986E-D0042D5FEDAE}" type="pres">
      <dgm:prSet presAssocID="{5B789F75-32EF-440C-9778-CDF017ABD60D}" presName="compNode" presStyleCnt="0"/>
      <dgm:spPr/>
    </dgm:pt>
    <dgm:pt modelId="{F07E9CF3-1B09-4544-8C03-9EEF85FCC831}" type="pres">
      <dgm:prSet presAssocID="{5B789F75-32EF-440C-9778-CDF017ABD60D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30D01DF9-001B-4B99-BC4A-D280D810ED5B}" type="pres">
      <dgm:prSet presAssocID="{5B789F75-32EF-440C-9778-CDF017ABD60D}" presName="iconSpace" presStyleCnt="0"/>
      <dgm:spPr/>
    </dgm:pt>
    <dgm:pt modelId="{7DEC45DC-C22B-4078-A901-250B87C5B782}" type="pres">
      <dgm:prSet presAssocID="{5B789F75-32EF-440C-9778-CDF017ABD60D}" presName="parTx" presStyleLbl="revTx" presStyleIdx="0" presStyleCnt="4">
        <dgm:presLayoutVars>
          <dgm:chMax val="0"/>
          <dgm:chPref val="0"/>
        </dgm:presLayoutVars>
      </dgm:prSet>
      <dgm:spPr/>
    </dgm:pt>
    <dgm:pt modelId="{EE4C69EB-098E-4EDD-BCCB-20615BCCBA20}" type="pres">
      <dgm:prSet presAssocID="{5B789F75-32EF-440C-9778-CDF017ABD60D}" presName="txSpace" presStyleCnt="0"/>
      <dgm:spPr/>
    </dgm:pt>
    <dgm:pt modelId="{ED07AE28-40C3-4550-98F1-FFB65222EB78}" type="pres">
      <dgm:prSet presAssocID="{5B789F75-32EF-440C-9778-CDF017ABD60D}" presName="desTx" presStyleLbl="revTx" presStyleIdx="1" presStyleCnt="4">
        <dgm:presLayoutVars/>
      </dgm:prSet>
      <dgm:spPr/>
    </dgm:pt>
    <dgm:pt modelId="{C4D6721C-715B-4ABC-ABB2-4ED3145D7435}" type="pres">
      <dgm:prSet presAssocID="{46A78128-18AF-4995-8D29-BE89D89F6FDD}" presName="sibTrans" presStyleCnt="0"/>
      <dgm:spPr/>
    </dgm:pt>
    <dgm:pt modelId="{6F8DA8A9-D0E6-418D-9E0A-1619422FDB28}" type="pres">
      <dgm:prSet presAssocID="{5E065FC6-AC38-4FBB-B5D1-8D676AA1B49B}" presName="compNode" presStyleCnt="0"/>
      <dgm:spPr/>
    </dgm:pt>
    <dgm:pt modelId="{BDC7F3F0-B268-4FAA-A55C-072FC1172300}" type="pres">
      <dgm:prSet presAssocID="{5E065FC6-AC38-4FBB-B5D1-8D676AA1B49B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948A42B-FA9D-4D5F-B387-1D674FDE0218}" type="pres">
      <dgm:prSet presAssocID="{5E065FC6-AC38-4FBB-B5D1-8D676AA1B49B}" presName="iconSpace" presStyleCnt="0"/>
      <dgm:spPr/>
    </dgm:pt>
    <dgm:pt modelId="{2A426352-CF25-4866-88C9-6208C9224B0C}" type="pres">
      <dgm:prSet presAssocID="{5E065FC6-AC38-4FBB-B5D1-8D676AA1B49B}" presName="parTx" presStyleLbl="revTx" presStyleIdx="2" presStyleCnt="4">
        <dgm:presLayoutVars>
          <dgm:chMax val="0"/>
          <dgm:chPref val="0"/>
        </dgm:presLayoutVars>
      </dgm:prSet>
      <dgm:spPr/>
    </dgm:pt>
    <dgm:pt modelId="{37494643-0D13-4E97-9740-7EA8E31FF97D}" type="pres">
      <dgm:prSet presAssocID="{5E065FC6-AC38-4FBB-B5D1-8D676AA1B49B}" presName="txSpace" presStyleCnt="0"/>
      <dgm:spPr/>
    </dgm:pt>
    <dgm:pt modelId="{A4324A12-9ECB-4DF6-8CBE-C519CDFA9FFE}" type="pres">
      <dgm:prSet presAssocID="{5E065FC6-AC38-4FBB-B5D1-8D676AA1B49B}" presName="desTx" presStyleLbl="revTx" presStyleIdx="3" presStyleCnt="4">
        <dgm:presLayoutVars/>
      </dgm:prSet>
      <dgm:spPr/>
    </dgm:pt>
  </dgm:ptLst>
  <dgm:cxnLst>
    <dgm:cxn modelId="{CF097119-04EF-4C44-BFB7-BB57AF6ABAE1}" type="presOf" srcId="{5E065FC6-AC38-4FBB-B5D1-8D676AA1B49B}" destId="{2A426352-CF25-4866-88C9-6208C9224B0C}" srcOrd="0" destOrd="0" presId="urn:microsoft.com/office/officeart/2018/5/layout/CenteredIconLabelDescriptionList"/>
    <dgm:cxn modelId="{ABAE5927-415E-4F0A-B4C9-E4C78133E467}" type="presOf" srcId="{5B789F75-32EF-440C-9778-CDF017ABD60D}" destId="{7DEC45DC-C22B-4078-A901-250B87C5B782}" srcOrd="0" destOrd="0" presId="urn:microsoft.com/office/officeart/2018/5/layout/CenteredIconLabelDescriptionList"/>
    <dgm:cxn modelId="{4CD5A36C-2D7A-4CD0-8538-3E10DCF32867}" srcId="{0F55A35A-AE84-45EA-B479-F67B538ABA85}" destId="{5E065FC6-AC38-4FBB-B5D1-8D676AA1B49B}" srcOrd="1" destOrd="0" parTransId="{9D65B423-FD3D-4038-94E8-025B3CAC02F0}" sibTransId="{009B0233-CE33-423E-8226-B0C479FB5BB7}"/>
    <dgm:cxn modelId="{37F23F51-2D64-4E44-B420-A07CF839BEB9}" type="presOf" srcId="{0F55A35A-AE84-45EA-B479-F67B538ABA85}" destId="{022DE41F-BE44-47C0-BC6D-90D155F12D39}" srcOrd="0" destOrd="0" presId="urn:microsoft.com/office/officeart/2018/5/layout/CenteredIconLabelDescriptionList"/>
    <dgm:cxn modelId="{74E3E371-4CA8-4FA0-8ECF-1ABDF92B6094}" type="presOf" srcId="{1DE6605D-5741-4817-A452-5676175243E8}" destId="{ED07AE28-40C3-4550-98F1-FFB65222EB78}" srcOrd="0" destOrd="0" presId="urn:microsoft.com/office/officeart/2018/5/layout/CenteredIconLabelDescriptionList"/>
    <dgm:cxn modelId="{528E5A72-AF20-4B2C-BD70-11AAD0D03F82}" srcId="{5E065FC6-AC38-4FBB-B5D1-8D676AA1B49B}" destId="{85A3D6D6-92FB-4BEB-85A3-2C92F764D542}" srcOrd="1" destOrd="0" parTransId="{9E5EB2FB-77C7-414B-A872-0092126A2D0F}" sibTransId="{677A85E6-BAB7-4894-A005-F71F98CCF161}"/>
    <dgm:cxn modelId="{141F7583-2B2C-4085-933B-925A393BA389}" srcId="{5B789F75-32EF-440C-9778-CDF017ABD60D}" destId="{1DE6605D-5741-4817-A452-5676175243E8}" srcOrd="0" destOrd="0" parTransId="{76A78A14-DC8D-4E7C-9533-304126137B29}" sibTransId="{AB13939B-DDB3-47B5-A3BF-2F2FDB9D6FC8}"/>
    <dgm:cxn modelId="{BDC7E485-0FC6-4D68-8C91-56FD787AB7F3}" type="presOf" srcId="{85A3D6D6-92FB-4BEB-85A3-2C92F764D542}" destId="{A4324A12-9ECB-4DF6-8CBE-C519CDFA9FFE}" srcOrd="0" destOrd="1" presId="urn:microsoft.com/office/officeart/2018/5/layout/CenteredIconLabelDescriptionList"/>
    <dgm:cxn modelId="{DB96E8B5-AF30-4C08-9105-1097B801FBEF}" type="presOf" srcId="{980071A6-D619-43CB-8AE8-FBFB7C993B5A}" destId="{A4324A12-9ECB-4DF6-8CBE-C519CDFA9FFE}" srcOrd="0" destOrd="0" presId="urn:microsoft.com/office/officeart/2018/5/layout/CenteredIconLabelDescriptionList"/>
    <dgm:cxn modelId="{E96123CF-D63E-425C-AF80-07A299426386}" srcId="{0F55A35A-AE84-45EA-B479-F67B538ABA85}" destId="{5B789F75-32EF-440C-9778-CDF017ABD60D}" srcOrd="0" destOrd="0" parTransId="{AA893DB4-7516-4A66-8FB4-76FC1D4E6A8C}" sibTransId="{46A78128-18AF-4995-8D29-BE89D89F6FDD}"/>
    <dgm:cxn modelId="{0C9348E0-3740-402A-BCFC-58EB85C664F9}" srcId="{5E065FC6-AC38-4FBB-B5D1-8D676AA1B49B}" destId="{980071A6-D619-43CB-8AE8-FBFB7C993B5A}" srcOrd="0" destOrd="0" parTransId="{C660789B-0421-42AD-97B7-4606B47B3A55}" sibTransId="{A8A4E651-D7B5-4916-9E4B-00E9A30DB957}"/>
    <dgm:cxn modelId="{8F2867C3-440C-402A-8DA4-F08E98F88526}" type="presParOf" srcId="{022DE41F-BE44-47C0-BC6D-90D155F12D39}" destId="{BB2A8123-3C10-4919-986E-D0042D5FEDAE}" srcOrd="0" destOrd="0" presId="urn:microsoft.com/office/officeart/2018/5/layout/CenteredIconLabelDescriptionList"/>
    <dgm:cxn modelId="{B0A3D0A2-B603-4616-AC66-04EB1F5332A6}" type="presParOf" srcId="{BB2A8123-3C10-4919-986E-D0042D5FEDAE}" destId="{F07E9CF3-1B09-4544-8C03-9EEF85FCC831}" srcOrd="0" destOrd="0" presId="urn:microsoft.com/office/officeart/2018/5/layout/CenteredIconLabelDescriptionList"/>
    <dgm:cxn modelId="{5A39D8B2-D883-4E46-B34B-BE8279D14163}" type="presParOf" srcId="{BB2A8123-3C10-4919-986E-D0042D5FEDAE}" destId="{30D01DF9-001B-4B99-BC4A-D280D810ED5B}" srcOrd="1" destOrd="0" presId="urn:microsoft.com/office/officeart/2018/5/layout/CenteredIconLabelDescriptionList"/>
    <dgm:cxn modelId="{0247AAF3-C4A8-4514-BCE1-D02CFAA3E7AE}" type="presParOf" srcId="{BB2A8123-3C10-4919-986E-D0042D5FEDAE}" destId="{7DEC45DC-C22B-4078-A901-250B87C5B782}" srcOrd="2" destOrd="0" presId="urn:microsoft.com/office/officeart/2018/5/layout/CenteredIconLabelDescriptionList"/>
    <dgm:cxn modelId="{2C384936-3E07-4BC3-A870-258EC0CF4371}" type="presParOf" srcId="{BB2A8123-3C10-4919-986E-D0042D5FEDAE}" destId="{EE4C69EB-098E-4EDD-BCCB-20615BCCBA20}" srcOrd="3" destOrd="0" presId="urn:microsoft.com/office/officeart/2018/5/layout/CenteredIconLabelDescriptionList"/>
    <dgm:cxn modelId="{2F4D86C3-8ECC-416D-9F78-86D6AF993A1D}" type="presParOf" srcId="{BB2A8123-3C10-4919-986E-D0042D5FEDAE}" destId="{ED07AE28-40C3-4550-98F1-FFB65222EB78}" srcOrd="4" destOrd="0" presId="urn:microsoft.com/office/officeart/2018/5/layout/CenteredIconLabelDescriptionList"/>
    <dgm:cxn modelId="{D6692A1E-FAE5-4502-9294-8D2683BC2E7D}" type="presParOf" srcId="{022DE41F-BE44-47C0-BC6D-90D155F12D39}" destId="{C4D6721C-715B-4ABC-ABB2-4ED3145D7435}" srcOrd="1" destOrd="0" presId="urn:microsoft.com/office/officeart/2018/5/layout/CenteredIconLabelDescriptionList"/>
    <dgm:cxn modelId="{D3E08C7A-9732-4805-9D16-C0F8E3F7DCAC}" type="presParOf" srcId="{022DE41F-BE44-47C0-BC6D-90D155F12D39}" destId="{6F8DA8A9-D0E6-418D-9E0A-1619422FDB28}" srcOrd="2" destOrd="0" presId="urn:microsoft.com/office/officeart/2018/5/layout/CenteredIconLabelDescriptionList"/>
    <dgm:cxn modelId="{8E172797-B971-46CF-A4B5-7415DDBBAB0F}" type="presParOf" srcId="{6F8DA8A9-D0E6-418D-9E0A-1619422FDB28}" destId="{BDC7F3F0-B268-4FAA-A55C-072FC1172300}" srcOrd="0" destOrd="0" presId="urn:microsoft.com/office/officeart/2018/5/layout/CenteredIconLabelDescriptionList"/>
    <dgm:cxn modelId="{1F69B8BD-09D3-4BF5-AEA0-10DBDF9FEC72}" type="presParOf" srcId="{6F8DA8A9-D0E6-418D-9E0A-1619422FDB28}" destId="{2948A42B-FA9D-4D5F-B387-1D674FDE0218}" srcOrd="1" destOrd="0" presId="urn:microsoft.com/office/officeart/2018/5/layout/CenteredIconLabelDescriptionList"/>
    <dgm:cxn modelId="{71BA76EF-7C24-44DC-B9F3-D8C02C488EEE}" type="presParOf" srcId="{6F8DA8A9-D0E6-418D-9E0A-1619422FDB28}" destId="{2A426352-CF25-4866-88C9-6208C9224B0C}" srcOrd="2" destOrd="0" presId="urn:microsoft.com/office/officeart/2018/5/layout/CenteredIconLabelDescriptionList"/>
    <dgm:cxn modelId="{4C7A512B-10CE-4EAD-87E7-B20139F43647}" type="presParOf" srcId="{6F8DA8A9-D0E6-418D-9E0A-1619422FDB28}" destId="{37494643-0D13-4E97-9740-7EA8E31FF97D}" srcOrd="3" destOrd="0" presId="urn:microsoft.com/office/officeart/2018/5/layout/CenteredIconLabelDescriptionList"/>
    <dgm:cxn modelId="{3AFE326A-80F4-4331-8DC8-DAAF5D5F0A22}" type="presParOf" srcId="{6F8DA8A9-D0E6-418D-9E0A-1619422FDB28}" destId="{A4324A12-9ECB-4DF6-8CBE-C519CDFA9FF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8281E632-9880-40DF-80CE-B8CFDC893ED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2495758-8AF8-41D6-9F6A-8A4344420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CSRNG </a:t>
          </a:r>
        </a:p>
      </dgm:t>
    </dgm:pt>
    <dgm:pt modelId="{D38F12E8-515B-4CF7-AF37-EBD526B92498}" type="parTrans" cxnId="{E58E949C-4AFE-427E-9EA6-FF6F2F28F729}">
      <dgm:prSet/>
      <dgm:spPr/>
      <dgm:t>
        <a:bodyPr/>
        <a:lstStyle/>
        <a:p>
          <a:endParaRPr lang="en-US"/>
        </a:p>
      </dgm:t>
    </dgm:pt>
    <dgm:pt modelId="{F9C39174-1E89-4405-9E7C-141BFB029CC1}" type="sibTrans" cxnId="{E58E949C-4AFE-427E-9EA6-FF6F2F28F729}">
      <dgm:prSet/>
      <dgm:spPr/>
      <dgm:t>
        <a:bodyPr/>
        <a:lstStyle/>
        <a:p>
          <a:endParaRPr lang="en-US"/>
        </a:p>
      </dgm:t>
    </dgm:pt>
    <dgm:pt modelId="{CFF218B0-7943-4FEA-84AD-7721543F7F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provided by the</a:t>
          </a:r>
          <a:r>
            <a:rPr lang="tr-TR" dirty="0"/>
            <a:t> </a:t>
          </a:r>
          <a:r>
            <a:rPr lang="en-US" dirty="0"/>
            <a:t>underlying operating system. </a:t>
          </a:r>
        </a:p>
      </dgm:t>
    </dgm:pt>
    <dgm:pt modelId="{8BD7D249-6506-4FF0-8D80-91E54DED3957}" type="parTrans" cxnId="{C5783DE3-0574-4CFB-A8B5-36EB8AEEC1B0}">
      <dgm:prSet/>
      <dgm:spPr/>
      <dgm:t>
        <a:bodyPr/>
        <a:lstStyle/>
        <a:p>
          <a:endParaRPr lang="en-US"/>
        </a:p>
      </dgm:t>
    </dgm:pt>
    <dgm:pt modelId="{FF0B2491-AAEE-433E-9913-DC91462DE4C1}" type="sibTrans" cxnId="{C5783DE3-0574-4CFB-A8B5-36EB8AEEC1B0}">
      <dgm:prSet/>
      <dgm:spPr/>
      <dgm:t>
        <a:bodyPr/>
        <a:lstStyle/>
        <a:p>
          <a:endParaRPr lang="en-US"/>
        </a:p>
      </dgm:t>
    </dgm:pt>
    <dgm:pt modelId="{5556E7F6-A68B-46EC-9484-492DA9E547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Unix-like operating</a:t>
          </a:r>
          <a:r>
            <a:rPr lang="tr-TR"/>
            <a:t> </a:t>
          </a:r>
          <a:r>
            <a:rPr lang="en-US"/>
            <a:t>system such as Linux, </a:t>
          </a:r>
        </a:p>
      </dgm:t>
    </dgm:pt>
    <dgm:pt modelId="{BDB1C27C-E623-429C-A189-4470F88D896B}" type="parTrans" cxnId="{2D03DA59-2CAB-4E14-A03C-A9CF7D96BAC7}">
      <dgm:prSet/>
      <dgm:spPr/>
      <dgm:t>
        <a:bodyPr/>
        <a:lstStyle/>
        <a:p>
          <a:endParaRPr lang="en-US"/>
        </a:p>
      </dgm:t>
    </dgm:pt>
    <dgm:pt modelId="{C79D3CF5-33CE-416B-B87B-0F17AB2F0E2E}" type="sibTrans" cxnId="{2D03DA59-2CAB-4E14-A03C-A9CF7D96BAC7}">
      <dgm:prSet/>
      <dgm:spPr/>
      <dgm:t>
        <a:bodyPr/>
        <a:lstStyle/>
        <a:p>
          <a:endParaRPr lang="en-US"/>
        </a:p>
      </dgm:t>
    </dgm:pt>
    <dgm:pt modelId="{BD411E2A-CF4B-4DAA-93EF-9C99CEE27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draws from /dev/urandom; </a:t>
          </a:r>
        </a:p>
      </dgm:t>
    </dgm:pt>
    <dgm:pt modelId="{C580B8A6-BDD4-4FD5-BBDB-3EA9310DE123}" type="parTrans" cxnId="{48BE8C54-F6FB-44D9-8021-D28EEC387AE9}">
      <dgm:prSet/>
      <dgm:spPr/>
      <dgm:t>
        <a:bodyPr/>
        <a:lstStyle/>
        <a:p>
          <a:endParaRPr lang="en-US"/>
        </a:p>
      </dgm:t>
    </dgm:pt>
    <dgm:pt modelId="{1995A1B7-D602-4314-8AB8-CFC8BC011AFB}" type="sibTrans" cxnId="{48BE8C54-F6FB-44D9-8021-D28EEC387AE9}">
      <dgm:prSet/>
      <dgm:spPr/>
      <dgm:t>
        <a:bodyPr/>
        <a:lstStyle/>
        <a:p>
          <a:endParaRPr lang="en-US"/>
        </a:p>
      </dgm:t>
    </dgm:pt>
    <dgm:pt modelId="{CB9AEC21-8629-4AE6-AE1D-4A0658F767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cryptographically</a:t>
          </a:r>
          <a:r>
            <a:rPr lang="tr-TR" dirty="0"/>
            <a:t> </a:t>
          </a:r>
          <a:r>
            <a:rPr lang="en-US" dirty="0"/>
            <a:t>secure random number generator</a:t>
          </a:r>
        </a:p>
      </dgm:t>
    </dgm:pt>
    <dgm:pt modelId="{33EE34D8-EC98-447A-AE7C-D41C8358107A}" type="parTrans" cxnId="{E301D9E2-C9F2-4A38-BF01-BD751F81B9A9}">
      <dgm:prSet/>
      <dgm:spPr/>
      <dgm:t>
        <a:bodyPr/>
        <a:lstStyle/>
        <a:p>
          <a:endParaRPr lang="tr-TR"/>
        </a:p>
      </dgm:t>
    </dgm:pt>
    <dgm:pt modelId="{1DDE9674-D80C-43D0-89DB-F0CE2E5389B4}" type="sibTrans" cxnId="{E301D9E2-C9F2-4A38-BF01-BD751F81B9A9}">
      <dgm:prSet/>
      <dgm:spPr/>
      <dgm:t>
        <a:bodyPr/>
        <a:lstStyle/>
        <a:p>
          <a:endParaRPr lang="tr-TR"/>
        </a:p>
      </dgm:t>
    </dgm:pt>
    <dgm:pt modelId="{A879D88E-AA0C-4BCE-95B6-A1A00BF5EA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Provided</a:t>
          </a:r>
          <a:endParaRPr lang="en-US"/>
        </a:p>
      </dgm:t>
    </dgm:pt>
    <dgm:pt modelId="{91E80F77-8A21-4AA6-9758-6AB0444CC159}" type="parTrans" cxnId="{5C5598ED-E479-422B-9244-61A2A1929296}">
      <dgm:prSet/>
      <dgm:spPr/>
      <dgm:t>
        <a:bodyPr/>
        <a:lstStyle/>
        <a:p>
          <a:endParaRPr lang="tr-TR"/>
        </a:p>
      </dgm:t>
    </dgm:pt>
    <dgm:pt modelId="{9128FD88-C871-4084-9C45-7F6024D6DBBA}" type="sibTrans" cxnId="{5C5598ED-E479-422B-9244-61A2A1929296}">
      <dgm:prSet/>
      <dgm:spPr/>
      <dgm:t>
        <a:bodyPr/>
        <a:lstStyle/>
        <a:p>
          <a:endParaRPr lang="tr-TR"/>
        </a:p>
      </dgm:t>
    </dgm:pt>
    <dgm:pt modelId="{11CC548C-E2CD-4BE6-B539-B2AA519E5F7F}" type="pres">
      <dgm:prSet presAssocID="{8281E632-9880-40DF-80CE-B8CFDC893ED4}" presName="root" presStyleCnt="0">
        <dgm:presLayoutVars>
          <dgm:dir/>
          <dgm:resizeHandles val="exact"/>
        </dgm:presLayoutVars>
      </dgm:prSet>
      <dgm:spPr/>
    </dgm:pt>
    <dgm:pt modelId="{AF9CDADF-1429-414B-BFA3-C415E2A497CE}" type="pres">
      <dgm:prSet presAssocID="{92495758-8AF8-41D6-9F6A-8A434442012A}" presName="compNode" presStyleCnt="0"/>
      <dgm:spPr/>
    </dgm:pt>
    <dgm:pt modelId="{62ACE17B-54A5-4E73-A0F2-8813FBE8F1B6}" type="pres">
      <dgm:prSet presAssocID="{92495758-8AF8-41D6-9F6A-8A43444201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639141B-9B6D-48E4-B172-AB58FD1092EA}" type="pres">
      <dgm:prSet presAssocID="{92495758-8AF8-41D6-9F6A-8A434442012A}" presName="iconSpace" presStyleCnt="0"/>
      <dgm:spPr/>
    </dgm:pt>
    <dgm:pt modelId="{FF5EC6AC-EE65-40BE-8AA2-C2A174BA0A40}" type="pres">
      <dgm:prSet presAssocID="{92495758-8AF8-41D6-9F6A-8A434442012A}" presName="parTx" presStyleLbl="revTx" presStyleIdx="0" presStyleCnt="6">
        <dgm:presLayoutVars>
          <dgm:chMax val="0"/>
          <dgm:chPref val="0"/>
        </dgm:presLayoutVars>
      </dgm:prSet>
      <dgm:spPr/>
    </dgm:pt>
    <dgm:pt modelId="{01075369-E2AB-41E1-8F86-6A8913679D48}" type="pres">
      <dgm:prSet presAssocID="{92495758-8AF8-41D6-9F6A-8A434442012A}" presName="txSpace" presStyleCnt="0"/>
      <dgm:spPr/>
    </dgm:pt>
    <dgm:pt modelId="{C278757A-746C-45EC-82BD-D9A3E3E96A8F}" type="pres">
      <dgm:prSet presAssocID="{92495758-8AF8-41D6-9F6A-8A434442012A}" presName="desTx" presStyleLbl="revTx" presStyleIdx="1" presStyleCnt="6">
        <dgm:presLayoutVars/>
      </dgm:prSet>
      <dgm:spPr/>
    </dgm:pt>
    <dgm:pt modelId="{440F7685-648E-437C-BDDF-F8478A29EFCE}" type="pres">
      <dgm:prSet presAssocID="{F9C39174-1E89-4405-9E7C-141BFB029CC1}" presName="sibTrans" presStyleCnt="0"/>
      <dgm:spPr/>
    </dgm:pt>
    <dgm:pt modelId="{2FC87399-0C36-4DDE-A9D0-F98E68C6D1B3}" type="pres">
      <dgm:prSet presAssocID="{A879D88E-AA0C-4BCE-95B6-A1A00BF5EA98}" presName="compNode" presStyleCnt="0"/>
      <dgm:spPr/>
    </dgm:pt>
    <dgm:pt modelId="{C7B67A90-A0EE-4BFB-AA60-950C0B5F58DB}" type="pres">
      <dgm:prSet presAssocID="{A879D88E-AA0C-4BCE-95B6-A1A00BF5EA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27401EC-A4B4-4F65-A5A8-9F1D6A771A63}" type="pres">
      <dgm:prSet presAssocID="{A879D88E-AA0C-4BCE-95B6-A1A00BF5EA98}" presName="iconSpace" presStyleCnt="0"/>
      <dgm:spPr/>
    </dgm:pt>
    <dgm:pt modelId="{D352886C-354A-4B09-890E-ABAE0886F4FD}" type="pres">
      <dgm:prSet presAssocID="{A879D88E-AA0C-4BCE-95B6-A1A00BF5EA98}" presName="parTx" presStyleLbl="revTx" presStyleIdx="2" presStyleCnt="6">
        <dgm:presLayoutVars>
          <dgm:chMax val="0"/>
          <dgm:chPref val="0"/>
        </dgm:presLayoutVars>
      </dgm:prSet>
      <dgm:spPr/>
    </dgm:pt>
    <dgm:pt modelId="{9A606099-FF88-4858-BF3F-D722B8E25A60}" type="pres">
      <dgm:prSet presAssocID="{A879D88E-AA0C-4BCE-95B6-A1A00BF5EA98}" presName="txSpace" presStyleCnt="0"/>
      <dgm:spPr/>
    </dgm:pt>
    <dgm:pt modelId="{C2384F6E-E13C-48C4-920D-D687BC4A129E}" type="pres">
      <dgm:prSet presAssocID="{A879D88E-AA0C-4BCE-95B6-A1A00BF5EA98}" presName="desTx" presStyleLbl="revTx" presStyleIdx="3" presStyleCnt="6">
        <dgm:presLayoutVars/>
      </dgm:prSet>
      <dgm:spPr/>
    </dgm:pt>
    <dgm:pt modelId="{D5461FD3-6C3D-40D3-BE39-26CEC3D2ABBA}" type="pres">
      <dgm:prSet presAssocID="{9128FD88-C871-4084-9C45-7F6024D6DBBA}" presName="sibTrans" presStyleCnt="0"/>
      <dgm:spPr/>
    </dgm:pt>
    <dgm:pt modelId="{304BCDE2-082A-4954-A9A4-7E52F3140F41}" type="pres">
      <dgm:prSet presAssocID="{5556E7F6-A68B-46EC-9484-492DA9E547C6}" presName="compNode" presStyleCnt="0"/>
      <dgm:spPr/>
    </dgm:pt>
    <dgm:pt modelId="{2DFD5A0E-3823-48C6-9E36-FDCA88542415}" type="pres">
      <dgm:prSet presAssocID="{5556E7F6-A68B-46EC-9484-492DA9E547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21829F-0999-4020-9CF9-086D476F4677}" type="pres">
      <dgm:prSet presAssocID="{5556E7F6-A68B-46EC-9484-492DA9E547C6}" presName="iconSpace" presStyleCnt="0"/>
      <dgm:spPr/>
    </dgm:pt>
    <dgm:pt modelId="{E843CABD-12EB-4561-8DA1-4685F8C874F6}" type="pres">
      <dgm:prSet presAssocID="{5556E7F6-A68B-46EC-9484-492DA9E547C6}" presName="parTx" presStyleLbl="revTx" presStyleIdx="4" presStyleCnt="6">
        <dgm:presLayoutVars>
          <dgm:chMax val="0"/>
          <dgm:chPref val="0"/>
        </dgm:presLayoutVars>
      </dgm:prSet>
      <dgm:spPr/>
    </dgm:pt>
    <dgm:pt modelId="{4B9466E3-ACF8-4C0E-AB84-3BF40B4F6B5C}" type="pres">
      <dgm:prSet presAssocID="{5556E7F6-A68B-46EC-9484-492DA9E547C6}" presName="txSpace" presStyleCnt="0"/>
      <dgm:spPr/>
    </dgm:pt>
    <dgm:pt modelId="{61286A61-8DA8-4A56-A3D6-3102C25D6C0D}" type="pres">
      <dgm:prSet presAssocID="{5556E7F6-A68B-46EC-9484-492DA9E547C6}" presName="desTx" presStyleLbl="revTx" presStyleIdx="5" presStyleCnt="6">
        <dgm:presLayoutVars/>
      </dgm:prSet>
      <dgm:spPr/>
    </dgm:pt>
  </dgm:ptLst>
  <dgm:cxnLst>
    <dgm:cxn modelId="{3A7F1E0A-115D-4AE6-84B7-AD89EE610359}" type="presOf" srcId="{5556E7F6-A68B-46EC-9484-492DA9E547C6}" destId="{E843CABD-12EB-4561-8DA1-4685F8C874F6}" srcOrd="0" destOrd="0" presId="urn:microsoft.com/office/officeart/2018/5/layout/CenteredIconLabelDescriptionList"/>
    <dgm:cxn modelId="{595FE738-1CBE-4E2E-86CA-D028FBE4476A}" type="presOf" srcId="{CB9AEC21-8629-4AE6-AE1D-4A0658F76774}" destId="{C278757A-746C-45EC-82BD-D9A3E3E96A8F}" srcOrd="0" destOrd="0" presId="urn:microsoft.com/office/officeart/2018/5/layout/CenteredIconLabelDescriptionList"/>
    <dgm:cxn modelId="{CE2D616D-C1C0-4E2A-B0B2-8DE83B90B13D}" type="presOf" srcId="{8281E632-9880-40DF-80CE-B8CFDC893ED4}" destId="{11CC548C-E2CD-4BE6-B539-B2AA519E5F7F}" srcOrd="0" destOrd="0" presId="urn:microsoft.com/office/officeart/2018/5/layout/CenteredIconLabelDescriptionList"/>
    <dgm:cxn modelId="{B4F0CE71-809D-4BD0-BE41-5D0E0D414A51}" type="presOf" srcId="{92495758-8AF8-41D6-9F6A-8A434442012A}" destId="{FF5EC6AC-EE65-40BE-8AA2-C2A174BA0A40}" srcOrd="0" destOrd="0" presId="urn:microsoft.com/office/officeart/2018/5/layout/CenteredIconLabelDescriptionList"/>
    <dgm:cxn modelId="{614CDF71-8014-4211-8C8A-C3E29A148AFD}" type="presOf" srcId="{CFF218B0-7943-4FEA-84AD-7721543F7F71}" destId="{C2384F6E-E13C-48C4-920D-D687BC4A129E}" srcOrd="0" destOrd="0" presId="urn:microsoft.com/office/officeart/2018/5/layout/CenteredIconLabelDescriptionList"/>
    <dgm:cxn modelId="{48BE8C54-F6FB-44D9-8021-D28EEC387AE9}" srcId="{5556E7F6-A68B-46EC-9484-492DA9E547C6}" destId="{BD411E2A-CF4B-4DAA-93EF-9C99CEE279AF}" srcOrd="0" destOrd="0" parTransId="{C580B8A6-BDD4-4FD5-BBDB-3EA9310DE123}" sibTransId="{1995A1B7-D602-4314-8AB8-CFC8BC011AFB}"/>
    <dgm:cxn modelId="{2D03DA59-2CAB-4E14-A03C-A9CF7D96BAC7}" srcId="{8281E632-9880-40DF-80CE-B8CFDC893ED4}" destId="{5556E7F6-A68B-46EC-9484-492DA9E547C6}" srcOrd="2" destOrd="0" parTransId="{BDB1C27C-E623-429C-A189-4470F88D896B}" sibTransId="{C79D3CF5-33CE-416B-B87B-0F17AB2F0E2E}"/>
    <dgm:cxn modelId="{E58E949C-4AFE-427E-9EA6-FF6F2F28F729}" srcId="{8281E632-9880-40DF-80CE-B8CFDC893ED4}" destId="{92495758-8AF8-41D6-9F6A-8A434442012A}" srcOrd="0" destOrd="0" parTransId="{D38F12E8-515B-4CF7-AF37-EBD526B92498}" sibTransId="{F9C39174-1E89-4405-9E7C-141BFB029CC1}"/>
    <dgm:cxn modelId="{051A6EAC-C0AD-4FD5-A763-4AD9F1064C3E}" type="presOf" srcId="{BD411E2A-CF4B-4DAA-93EF-9C99CEE279AF}" destId="{61286A61-8DA8-4A56-A3D6-3102C25D6C0D}" srcOrd="0" destOrd="0" presId="urn:microsoft.com/office/officeart/2018/5/layout/CenteredIconLabelDescriptionList"/>
    <dgm:cxn modelId="{0D6610B5-94B8-4C4C-92F0-0D88C43F49EF}" type="presOf" srcId="{A879D88E-AA0C-4BCE-95B6-A1A00BF5EA98}" destId="{D352886C-354A-4B09-890E-ABAE0886F4FD}" srcOrd="0" destOrd="0" presId="urn:microsoft.com/office/officeart/2018/5/layout/CenteredIconLabelDescriptionList"/>
    <dgm:cxn modelId="{E301D9E2-C9F2-4A38-BF01-BD751F81B9A9}" srcId="{92495758-8AF8-41D6-9F6A-8A434442012A}" destId="{CB9AEC21-8629-4AE6-AE1D-4A0658F76774}" srcOrd="0" destOrd="0" parTransId="{33EE34D8-EC98-447A-AE7C-D41C8358107A}" sibTransId="{1DDE9674-D80C-43D0-89DB-F0CE2E5389B4}"/>
    <dgm:cxn modelId="{C5783DE3-0574-4CFB-A8B5-36EB8AEEC1B0}" srcId="{A879D88E-AA0C-4BCE-95B6-A1A00BF5EA98}" destId="{CFF218B0-7943-4FEA-84AD-7721543F7F71}" srcOrd="0" destOrd="0" parTransId="{8BD7D249-6506-4FF0-8D80-91E54DED3957}" sibTransId="{FF0B2491-AAEE-433E-9913-DC91462DE4C1}"/>
    <dgm:cxn modelId="{5C5598ED-E479-422B-9244-61A2A1929296}" srcId="{8281E632-9880-40DF-80CE-B8CFDC893ED4}" destId="{A879D88E-AA0C-4BCE-95B6-A1A00BF5EA98}" srcOrd="1" destOrd="0" parTransId="{91E80F77-8A21-4AA6-9758-6AB0444CC159}" sibTransId="{9128FD88-C871-4084-9C45-7F6024D6DBBA}"/>
    <dgm:cxn modelId="{583CF58D-5E3C-405C-949E-565DE44E1445}" type="presParOf" srcId="{11CC548C-E2CD-4BE6-B539-B2AA519E5F7F}" destId="{AF9CDADF-1429-414B-BFA3-C415E2A497CE}" srcOrd="0" destOrd="0" presId="urn:microsoft.com/office/officeart/2018/5/layout/CenteredIconLabelDescriptionList"/>
    <dgm:cxn modelId="{7FF2F903-BB69-4447-8DAE-86242902CA56}" type="presParOf" srcId="{AF9CDADF-1429-414B-BFA3-C415E2A497CE}" destId="{62ACE17B-54A5-4E73-A0F2-8813FBE8F1B6}" srcOrd="0" destOrd="0" presId="urn:microsoft.com/office/officeart/2018/5/layout/CenteredIconLabelDescriptionList"/>
    <dgm:cxn modelId="{5106D233-E333-49B3-B699-B93D3BB156A1}" type="presParOf" srcId="{AF9CDADF-1429-414B-BFA3-C415E2A497CE}" destId="{A639141B-9B6D-48E4-B172-AB58FD1092EA}" srcOrd="1" destOrd="0" presId="urn:microsoft.com/office/officeart/2018/5/layout/CenteredIconLabelDescriptionList"/>
    <dgm:cxn modelId="{4F4212BF-6EFF-4313-9FBD-172D72DAF41C}" type="presParOf" srcId="{AF9CDADF-1429-414B-BFA3-C415E2A497CE}" destId="{FF5EC6AC-EE65-40BE-8AA2-C2A174BA0A40}" srcOrd="2" destOrd="0" presId="urn:microsoft.com/office/officeart/2018/5/layout/CenteredIconLabelDescriptionList"/>
    <dgm:cxn modelId="{0C144FC1-E80E-4B48-A1B6-7E75B08E3D5A}" type="presParOf" srcId="{AF9CDADF-1429-414B-BFA3-C415E2A497CE}" destId="{01075369-E2AB-41E1-8F86-6A8913679D48}" srcOrd="3" destOrd="0" presId="urn:microsoft.com/office/officeart/2018/5/layout/CenteredIconLabelDescriptionList"/>
    <dgm:cxn modelId="{7C986BD8-F104-4E0A-8307-25D9FA1DFDFB}" type="presParOf" srcId="{AF9CDADF-1429-414B-BFA3-C415E2A497CE}" destId="{C278757A-746C-45EC-82BD-D9A3E3E96A8F}" srcOrd="4" destOrd="0" presId="urn:microsoft.com/office/officeart/2018/5/layout/CenteredIconLabelDescriptionList"/>
    <dgm:cxn modelId="{9916A36F-F5E1-49AB-9AF2-5AA913DCE8A6}" type="presParOf" srcId="{11CC548C-E2CD-4BE6-B539-B2AA519E5F7F}" destId="{440F7685-648E-437C-BDDF-F8478A29EFCE}" srcOrd="1" destOrd="0" presId="urn:microsoft.com/office/officeart/2018/5/layout/CenteredIconLabelDescriptionList"/>
    <dgm:cxn modelId="{94BB2518-38BE-4613-AF28-84EC96F4BD04}" type="presParOf" srcId="{11CC548C-E2CD-4BE6-B539-B2AA519E5F7F}" destId="{2FC87399-0C36-4DDE-A9D0-F98E68C6D1B3}" srcOrd="2" destOrd="0" presId="urn:microsoft.com/office/officeart/2018/5/layout/CenteredIconLabelDescriptionList"/>
    <dgm:cxn modelId="{843E1487-9C05-4671-90F3-A25E9DB85EEA}" type="presParOf" srcId="{2FC87399-0C36-4DDE-A9D0-F98E68C6D1B3}" destId="{C7B67A90-A0EE-4BFB-AA60-950C0B5F58DB}" srcOrd="0" destOrd="0" presId="urn:microsoft.com/office/officeart/2018/5/layout/CenteredIconLabelDescriptionList"/>
    <dgm:cxn modelId="{DAAFBAC5-3892-4BA3-B865-6F0261B871CF}" type="presParOf" srcId="{2FC87399-0C36-4DDE-A9D0-F98E68C6D1B3}" destId="{A27401EC-A4B4-4F65-A5A8-9F1D6A771A63}" srcOrd="1" destOrd="0" presId="urn:microsoft.com/office/officeart/2018/5/layout/CenteredIconLabelDescriptionList"/>
    <dgm:cxn modelId="{D44E950A-C04B-4A57-869B-6CC38E7A376E}" type="presParOf" srcId="{2FC87399-0C36-4DDE-A9D0-F98E68C6D1B3}" destId="{D352886C-354A-4B09-890E-ABAE0886F4FD}" srcOrd="2" destOrd="0" presId="urn:microsoft.com/office/officeart/2018/5/layout/CenteredIconLabelDescriptionList"/>
    <dgm:cxn modelId="{92015D46-E1F6-47F6-BA58-8E51F1D9F44A}" type="presParOf" srcId="{2FC87399-0C36-4DDE-A9D0-F98E68C6D1B3}" destId="{9A606099-FF88-4858-BF3F-D722B8E25A60}" srcOrd="3" destOrd="0" presId="urn:microsoft.com/office/officeart/2018/5/layout/CenteredIconLabelDescriptionList"/>
    <dgm:cxn modelId="{F4F91A12-D7E1-441F-BB21-F0666941F94D}" type="presParOf" srcId="{2FC87399-0C36-4DDE-A9D0-F98E68C6D1B3}" destId="{C2384F6E-E13C-48C4-920D-D687BC4A129E}" srcOrd="4" destOrd="0" presId="urn:microsoft.com/office/officeart/2018/5/layout/CenteredIconLabelDescriptionList"/>
    <dgm:cxn modelId="{AFF259E2-CA49-416C-A30E-CC476B5E8B70}" type="presParOf" srcId="{11CC548C-E2CD-4BE6-B539-B2AA519E5F7F}" destId="{D5461FD3-6C3D-40D3-BE39-26CEC3D2ABBA}" srcOrd="3" destOrd="0" presId="urn:microsoft.com/office/officeart/2018/5/layout/CenteredIconLabelDescriptionList"/>
    <dgm:cxn modelId="{DE8C1CFB-F49D-40B8-ACCC-C59E46CA612A}" type="presParOf" srcId="{11CC548C-E2CD-4BE6-B539-B2AA519E5F7F}" destId="{304BCDE2-082A-4954-A9A4-7E52F3140F41}" srcOrd="4" destOrd="0" presId="urn:microsoft.com/office/officeart/2018/5/layout/CenteredIconLabelDescriptionList"/>
    <dgm:cxn modelId="{F6D4201B-FA79-46D3-8138-702BA24F07B9}" type="presParOf" srcId="{304BCDE2-082A-4954-A9A4-7E52F3140F41}" destId="{2DFD5A0E-3823-48C6-9E36-FDCA88542415}" srcOrd="0" destOrd="0" presId="urn:microsoft.com/office/officeart/2018/5/layout/CenteredIconLabelDescriptionList"/>
    <dgm:cxn modelId="{A420423E-6876-43B8-8965-720AE8EB6FE9}" type="presParOf" srcId="{304BCDE2-082A-4954-A9A4-7E52F3140F41}" destId="{DB21829F-0999-4020-9CF9-086D476F4677}" srcOrd="1" destOrd="0" presId="urn:microsoft.com/office/officeart/2018/5/layout/CenteredIconLabelDescriptionList"/>
    <dgm:cxn modelId="{A168DA6D-C154-4265-8917-85BD5519C46B}" type="presParOf" srcId="{304BCDE2-082A-4954-A9A4-7E52F3140F41}" destId="{E843CABD-12EB-4561-8DA1-4685F8C874F6}" srcOrd="2" destOrd="0" presId="urn:microsoft.com/office/officeart/2018/5/layout/CenteredIconLabelDescriptionList"/>
    <dgm:cxn modelId="{F9942DEA-6EEC-48C8-B208-E1069B66E878}" type="presParOf" srcId="{304BCDE2-082A-4954-A9A4-7E52F3140F41}" destId="{4B9466E3-ACF8-4C0E-AB84-3BF40B4F6B5C}" srcOrd="3" destOrd="0" presId="urn:microsoft.com/office/officeart/2018/5/layout/CenteredIconLabelDescriptionList"/>
    <dgm:cxn modelId="{50B2B382-E1DD-4EE9-8653-D3B7D080A058}" type="presParOf" srcId="{304BCDE2-082A-4954-A9A4-7E52F3140F41}" destId="{61286A61-8DA8-4A56-A3D6-3102C25D6C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8281E632-9880-40DF-80CE-B8CFDC893ED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E5AB381-44CE-4FFD-9A0F-DA7627DC14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Windows</a:t>
          </a:r>
        </a:p>
      </dgm:t>
    </dgm:pt>
    <dgm:pt modelId="{0E9026C9-0373-41CB-8845-7F82B33B60BF}" type="parTrans" cxnId="{BFBA8D13-C38A-4676-8E00-5E4FA4CB2AFD}">
      <dgm:prSet/>
      <dgm:spPr/>
      <dgm:t>
        <a:bodyPr/>
        <a:lstStyle/>
        <a:p>
          <a:endParaRPr lang="en-US"/>
        </a:p>
      </dgm:t>
    </dgm:pt>
    <dgm:pt modelId="{41ADB57F-145D-4157-B928-1B86305E0EEE}" type="sibTrans" cxnId="{BFBA8D13-C38A-4676-8E00-5E4FA4CB2AFD}">
      <dgm:prSet/>
      <dgm:spPr/>
      <dgm:t>
        <a:bodyPr/>
        <a:lstStyle/>
        <a:p>
          <a:endParaRPr lang="en-US"/>
        </a:p>
      </dgm:t>
    </dgm:pt>
    <dgm:pt modelId="{9FE5B924-8DB5-4DB7-8F3C-332EDB1BD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calls CryptGenRandom(). </a:t>
          </a:r>
        </a:p>
      </dgm:t>
    </dgm:pt>
    <dgm:pt modelId="{5AC6C751-0C5B-4D2E-AFF5-BF52C955B585}" type="parTrans" cxnId="{1888B4B7-98F9-4343-80BB-078CBCC049FD}">
      <dgm:prSet/>
      <dgm:spPr/>
      <dgm:t>
        <a:bodyPr/>
        <a:lstStyle/>
        <a:p>
          <a:endParaRPr lang="en-US"/>
        </a:p>
      </dgm:t>
    </dgm:pt>
    <dgm:pt modelId="{8315F003-9564-42DA-AC43-B95F0105FDC7}" type="sibTrans" cxnId="{1888B4B7-98F9-4343-80BB-078CBCC049FD}">
      <dgm:prSet/>
      <dgm:spPr/>
      <dgm:t>
        <a:bodyPr/>
        <a:lstStyle/>
        <a:p>
          <a:endParaRPr lang="en-US"/>
        </a:p>
      </dgm:t>
    </dgm:pt>
    <dgm:pt modelId="{0DA0E1FF-C63F-4FBB-8254-1457FD0265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NotImplementedError </a:t>
          </a:r>
        </a:p>
      </dgm:t>
    </dgm:pt>
    <dgm:pt modelId="{6AD25DF9-7169-430D-A95D-E430E8526D0A}" type="parTrans" cxnId="{2E4D3236-BBFB-4163-A86E-F3E3A3347D47}">
      <dgm:prSet/>
      <dgm:spPr/>
      <dgm:t>
        <a:bodyPr/>
        <a:lstStyle/>
        <a:p>
          <a:endParaRPr lang="en-US"/>
        </a:p>
      </dgm:t>
    </dgm:pt>
    <dgm:pt modelId="{B2C693EE-3C45-4E3E-B778-715B7C932BF6}" type="sibTrans" cxnId="{2E4D3236-BBFB-4163-A86E-F3E3A3347D47}">
      <dgm:prSet/>
      <dgm:spPr/>
      <dgm:t>
        <a:bodyPr/>
        <a:lstStyle/>
        <a:p>
          <a:endParaRPr lang="en-US"/>
        </a:p>
      </dgm:t>
    </dgm:pt>
    <dgm:pt modelId="{81D4DD55-82CC-4929-86D7-BC745FDF079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Will be raised</a:t>
          </a:r>
          <a:endParaRPr lang="en-US" dirty="0"/>
        </a:p>
      </dgm:t>
    </dgm:pt>
    <dgm:pt modelId="{86B56785-8EB6-4B46-8AEC-912068290E39}" type="parTrans" cxnId="{9E5172EB-FECB-42A0-B175-E4EA8DFCDD2D}">
      <dgm:prSet/>
      <dgm:spPr/>
      <dgm:t>
        <a:bodyPr/>
        <a:lstStyle/>
        <a:p>
          <a:endParaRPr lang="en-US"/>
        </a:p>
      </dgm:t>
    </dgm:pt>
    <dgm:pt modelId="{01D0EB7B-337E-4577-9F28-025262A9ACED}" type="sibTrans" cxnId="{9E5172EB-FECB-42A0-B175-E4EA8DFCDD2D}">
      <dgm:prSet/>
      <dgm:spPr/>
      <dgm:t>
        <a:bodyPr/>
        <a:lstStyle/>
        <a:p>
          <a:endParaRPr lang="en-US"/>
        </a:p>
      </dgm:t>
    </dgm:pt>
    <dgm:pt modelId="{E8F3B74E-F882-47E3-84EA-ACDCAE0973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number generator used here</a:t>
          </a:r>
          <a:r>
            <a:rPr lang="tr-TR" dirty="0"/>
            <a:t> </a:t>
          </a:r>
          <a:r>
            <a:rPr lang="en-US" dirty="0"/>
            <a:t>is not appropriate</a:t>
          </a:r>
        </a:p>
      </dgm:t>
    </dgm:pt>
    <dgm:pt modelId="{752A9094-411D-406A-A5C5-5EF406978B1B}" type="parTrans" cxnId="{35F48688-6E30-46D7-A992-CA783F39FC70}">
      <dgm:prSet/>
      <dgm:spPr/>
      <dgm:t>
        <a:bodyPr/>
        <a:lstStyle/>
        <a:p>
          <a:endParaRPr lang="en-US"/>
        </a:p>
      </dgm:t>
    </dgm:pt>
    <dgm:pt modelId="{88CD72EC-668A-47E5-BBE8-42E34719D282}" type="sibTrans" cxnId="{35F48688-6E30-46D7-A992-CA783F39FC70}">
      <dgm:prSet/>
      <dgm:spPr/>
      <dgm:t>
        <a:bodyPr/>
        <a:lstStyle/>
        <a:p>
          <a:endParaRPr lang="en-US"/>
        </a:p>
      </dgm:t>
    </dgm:pt>
    <dgm:pt modelId="{EA5B329B-1CA3-4B9C-8235-23C1E925A3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it is not implemented</a:t>
          </a:r>
        </a:p>
      </dgm:t>
    </dgm:pt>
    <dgm:pt modelId="{1400A533-69A9-4FB2-AB6C-47C5CA18011C}" type="parTrans" cxnId="{877ADF94-413E-4C5D-98BD-FA0FFC7D3497}">
      <dgm:prSet/>
      <dgm:spPr/>
      <dgm:t>
        <a:bodyPr/>
        <a:lstStyle/>
        <a:p>
          <a:endParaRPr lang="en-US"/>
        </a:p>
      </dgm:t>
    </dgm:pt>
    <dgm:pt modelId="{1C760E35-2042-45AF-9F11-473CF769D489}" type="sibTrans" cxnId="{877ADF94-413E-4C5D-98BD-FA0FFC7D3497}">
      <dgm:prSet/>
      <dgm:spPr/>
      <dgm:t>
        <a:bodyPr/>
        <a:lstStyle/>
        <a:p>
          <a:endParaRPr lang="en-US"/>
        </a:p>
      </dgm:t>
    </dgm:pt>
    <dgm:pt modelId="{6C3868BB-D379-485B-ACEE-A8F99FB65D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3E00776-6A83-40A3-B2D2-AB8E8B3D49EB}" type="parTrans" cxnId="{5703F733-FE57-41DA-B223-6D654F14308A}">
      <dgm:prSet/>
      <dgm:spPr/>
      <dgm:t>
        <a:bodyPr/>
        <a:lstStyle/>
        <a:p>
          <a:endParaRPr lang="tr-TR"/>
        </a:p>
      </dgm:t>
    </dgm:pt>
    <dgm:pt modelId="{00ABBBC0-3546-440B-BCF8-0B727A1CF552}" type="sibTrans" cxnId="{5703F733-FE57-41DA-B223-6D654F14308A}">
      <dgm:prSet/>
      <dgm:spPr/>
      <dgm:t>
        <a:bodyPr/>
        <a:lstStyle/>
        <a:p>
          <a:endParaRPr lang="tr-TR"/>
        </a:p>
      </dgm:t>
    </dgm:pt>
    <dgm:pt modelId="{8F195E72-21F8-4A23-8E09-0F80D64E79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Don’t use it</a:t>
          </a:r>
          <a:endParaRPr lang="en-US"/>
        </a:p>
      </dgm:t>
    </dgm:pt>
    <dgm:pt modelId="{8C7F8AD9-C139-4F3F-8536-F123DB14D976}" type="parTrans" cxnId="{F492ECAB-B122-4AB5-AD8E-761FBD6F5E6A}">
      <dgm:prSet/>
      <dgm:spPr/>
      <dgm:t>
        <a:bodyPr/>
        <a:lstStyle/>
        <a:p>
          <a:endParaRPr lang="tr-TR"/>
        </a:p>
      </dgm:t>
    </dgm:pt>
    <dgm:pt modelId="{7B8840E7-502D-4556-BD85-CD229FE8156A}" type="sibTrans" cxnId="{F492ECAB-B122-4AB5-AD8E-761FBD6F5E6A}">
      <dgm:prSet/>
      <dgm:spPr/>
      <dgm:t>
        <a:bodyPr/>
        <a:lstStyle/>
        <a:p>
          <a:endParaRPr lang="tr-TR"/>
        </a:p>
      </dgm:t>
    </dgm:pt>
    <dgm:pt modelId="{1FDB838D-BBE2-4EFC-9FE6-DABB0FA49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sufficient security.</a:t>
          </a:r>
        </a:p>
      </dgm:t>
    </dgm:pt>
    <dgm:pt modelId="{A6FCF710-696C-41E4-BCCF-ED56AE285A25}" type="parTrans" cxnId="{0D2AAD2F-41A3-4880-849B-57D47A6BCE6D}">
      <dgm:prSet/>
      <dgm:spPr/>
      <dgm:t>
        <a:bodyPr/>
        <a:lstStyle/>
        <a:p>
          <a:endParaRPr lang="tr-TR"/>
        </a:p>
      </dgm:t>
    </dgm:pt>
    <dgm:pt modelId="{14BE32E0-2C64-479E-84F4-0E01A4BB137B}" type="sibTrans" cxnId="{0D2AAD2F-41A3-4880-849B-57D47A6BCE6D}">
      <dgm:prSet/>
      <dgm:spPr/>
      <dgm:t>
        <a:bodyPr/>
        <a:lstStyle/>
        <a:p>
          <a:endParaRPr lang="tr-TR"/>
        </a:p>
      </dgm:t>
    </dgm:pt>
    <dgm:pt modelId="{F29C3A18-F20D-4B56-BDB6-53CE68BE49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generating production-quality bitcoin</a:t>
          </a:r>
          <a:r>
            <a:rPr lang="tr-TR" dirty="0"/>
            <a:t> </a:t>
          </a:r>
          <a:r>
            <a:rPr lang="en-US" dirty="0"/>
            <a:t>keys </a:t>
          </a:r>
        </a:p>
      </dgm:t>
    </dgm:pt>
    <dgm:pt modelId="{A55D7DD8-C08B-40F6-8069-0C05286B0786}" type="parTrans" cxnId="{A1CD9E18-1E70-40A1-83B5-0CF5D3693253}">
      <dgm:prSet/>
      <dgm:spPr/>
      <dgm:t>
        <a:bodyPr/>
        <a:lstStyle/>
        <a:p>
          <a:endParaRPr lang="tr-TR"/>
        </a:p>
      </dgm:t>
    </dgm:pt>
    <dgm:pt modelId="{180E6D2A-49C7-4888-B622-41D5A53B319E}" type="sibTrans" cxnId="{A1CD9E18-1E70-40A1-83B5-0CF5D3693253}">
      <dgm:prSet/>
      <dgm:spPr/>
      <dgm:t>
        <a:bodyPr/>
        <a:lstStyle/>
        <a:p>
          <a:endParaRPr lang="tr-TR"/>
        </a:p>
      </dgm:t>
    </dgm:pt>
    <dgm:pt modelId="{4C1FD71D-0512-482F-B20D-71847DC1DEB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</a:t>
          </a:r>
          <a:r>
            <a:rPr lang="en-US" dirty="0"/>
            <a:t>f a suitable randomness</a:t>
          </a:r>
          <a:r>
            <a:rPr lang="tr-TR" dirty="0"/>
            <a:t> </a:t>
          </a:r>
          <a:r>
            <a:rPr lang="en-US" dirty="0"/>
            <a:t>source is not found </a:t>
          </a:r>
        </a:p>
      </dgm:t>
    </dgm:pt>
    <dgm:pt modelId="{9D844CCF-FE40-4973-8702-3C94559E2172}" type="parTrans" cxnId="{B27ADC90-C71D-449C-9B83-A1B08706BEC7}">
      <dgm:prSet/>
      <dgm:spPr/>
      <dgm:t>
        <a:bodyPr/>
        <a:lstStyle/>
        <a:p>
          <a:endParaRPr lang="tr-TR"/>
        </a:p>
      </dgm:t>
    </dgm:pt>
    <dgm:pt modelId="{0CBB8871-90ED-47BC-B3D1-F5EC104D4214}" type="sibTrans" cxnId="{B27ADC90-C71D-449C-9B83-A1B08706BEC7}">
      <dgm:prSet/>
      <dgm:spPr/>
      <dgm:t>
        <a:bodyPr/>
        <a:lstStyle/>
        <a:p>
          <a:endParaRPr lang="tr-TR"/>
        </a:p>
      </dgm:t>
    </dgm:pt>
    <dgm:pt modelId="{2915C5FA-F468-4798-B3F9-4D46A0A0C67F}" type="pres">
      <dgm:prSet presAssocID="{8281E632-9880-40DF-80CE-B8CFDC893ED4}" presName="root" presStyleCnt="0">
        <dgm:presLayoutVars>
          <dgm:dir/>
          <dgm:resizeHandles val="exact"/>
        </dgm:presLayoutVars>
      </dgm:prSet>
      <dgm:spPr/>
    </dgm:pt>
    <dgm:pt modelId="{F3FEECD7-CF19-4081-878F-1C19BC2BD564}" type="pres">
      <dgm:prSet presAssocID="{3E5AB381-44CE-4FFD-9A0F-DA7627DC147E}" presName="compNode" presStyleCnt="0"/>
      <dgm:spPr/>
    </dgm:pt>
    <dgm:pt modelId="{5D2A1403-AA39-4CAE-AE1B-671B76DEFFB1}" type="pres">
      <dgm:prSet presAssocID="{3E5AB381-44CE-4FFD-9A0F-DA7627DC14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9766132-C4AF-4C60-A032-53CD2153AB1B}" type="pres">
      <dgm:prSet presAssocID="{3E5AB381-44CE-4FFD-9A0F-DA7627DC147E}" presName="iconSpace" presStyleCnt="0"/>
      <dgm:spPr/>
    </dgm:pt>
    <dgm:pt modelId="{48412069-C13D-4573-9175-34C46651960C}" type="pres">
      <dgm:prSet presAssocID="{3E5AB381-44CE-4FFD-9A0F-DA7627DC147E}" presName="parTx" presStyleLbl="revTx" presStyleIdx="0" presStyleCnt="8">
        <dgm:presLayoutVars>
          <dgm:chMax val="0"/>
          <dgm:chPref val="0"/>
        </dgm:presLayoutVars>
      </dgm:prSet>
      <dgm:spPr/>
    </dgm:pt>
    <dgm:pt modelId="{C8FCFE98-0B9B-4F95-BA5F-DD9870B053E6}" type="pres">
      <dgm:prSet presAssocID="{3E5AB381-44CE-4FFD-9A0F-DA7627DC147E}" presName="txSpace" presStyleCnt="0"/>
      <dgm:spPr/>
    </dgm:pt>
    <dgm:pt modelId="{2EA596C0-675C-406D-BCCA-3CC3E066406F}" type="pres">
      <dgm:prSet presAssocID="{3E5AB381-44CE-4FFD-9A0F-DA7627DC147E}" presName="desTx" presStyleLbl="revTx" presStyleIdx="1" presStyleCnt="8">
        <dgm:presLayoutVars/>
      </dgm:prSet>
      <dgm:spPr/>
    </dgm:pt>
    <dgm:pt modelId="{FE70CD3F-A841-4CE4-B639-829A91438BB2}" type="pres">
      <dgm:prSet presAssocID="{41ADB57F-145D-4157-B928-1B86305E0EEE}" presName="sibTrans" presStyleCnt="0"/>
      <dgm:spPr/>
    </dgm:pt>
    <dgm:pt modelId="{B5E50AA6-C592-40A1-A090-3FCC613F6219}" type="pres">
      <dgm:prSet presAssocID="{0DA0E1FF-C63F-4FBB-8254-1457FD026540}" presName="compNode" presStyleCnt="0"/>
      <dgm:spPr/>
    </dgm:pt>
    <dgm:pt modelId="{4F0978E5-603E-4AC4-A0BF-95BC850EC57D}" type="pres">
      <dgm:prSet presAssocID="{0DA0E1FF-C63F-4FBB-8254-1457FD0265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310F7CF6-4033-48B0-BF85-C869879B9775}" type="pres">
      <dgm:prSet presAssocID="{0DA0E1FF-C63F-4FBB-8254-1457FD026540}" presName="iconSpace" presStyleCnt="0"/>
      <dgm:spPr/>
    </dgm:pt>
    <dgm:pt modelId="{681C3A00-255C-447D-B404-934596527F5B}" type="pres">
      <dgm:prSet presAssocID="{0DA0E1FF-C63F-4FBB-8254-1457FD026540}" presName="parTx" presStyleLbl="revTx" presStyleIdx="2" presStyleCnt="8">
        <dgm:presLayoutVars>
          <dgm:chMax val="0"/>
          <dgm:chPref val="0"/>
        </dgm:presLayoutVars>
      </dgm:prSet>
      <dgm:spPr/>
    </dgm:pt>
    <dgm:pt modelId="{74C7D98D-389D-44BF-9EA1-B7FE263970CB}" type="pres">
      <dgm:prSet presAssocID="{0DA0E1FF-C63F-4FBB-8254-1457FD026540}" presName="txSpace" presStyleCnt="0"/>
      <dgm:spPr/>
    </dgm:pt>
    <dgm:pt modelId="{4036670C-FAE8-4EEC-830C-C2128F3CA2D9}" type="pres">
      <dgm:prSet presAssocID="{0DA0E1FF-C63F-4FBB-8254-1457FD026540}" presName="desTx" presStyleLbl="revTx" presStyleIdx="3" presStyleCnt="8">
        <dgm:presLayoutVars/>
      </dgm:prSet>
      <dgm:spPr/>
    </dgm:pt>
    <dgm:pt modelId="{544296D7-884D-4A7C-A1C0-5F17209C3EE1}" type="pres">
      <dgm:prSet presAssocID="{B2C693EE-3C45-4E3E-B778-715B7C932BF6}" presName="sibTrans" presStyleCnt="0"/>
      <dgm:spPr/>
    </dgm:pt>
    <dgm:pt modelId="{5DC81C6A-894D-4F9B-8B5F-AC8C4C027FB3}" type="pres">
      <dgm:prSet presAssocID="{6C3868BB-D379-485B-ACEE-A8F99FB65DC5}" presName="compNode" presStyleCnt="0"/>
      <dgm:spPr/>
    </dgm:pt>
    <dgm:pt modelId="{694DD2A7-B21C-41C8-A4A2-5C5BBF4427A2}" type="pres">
      <dgm:prSet presAssocID="{6C3868BB-D379-485B-ACEE-A8F99FB65D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485FEBF-1486-4A86-9EEC-8242E995B04C}" type="pres">
      <dgm:prSet presAssocID="{6C3868BB-D379-485B-ACEE-A8F99FB65DC5}" presName="iconSpace" presStyleCnt="0"/>
      <dgm:spPr/>
    </dgm:pt>
    <dgm:pt modelId="{68A14465-9F9E-4A14-9654-E3142749A96B}" type="pres">
      <dgm:prSet presAssocID="{6C3868BB-D379-485B-ACEE-A8F99FB65DC5}" presName="parTx" presStyleLbl="revTx" presStyleIdx="4" presStyleCnt="8">
        <dgm:presLayoutVars>
          <dgm:chMax val="0"/>
          <dgm:chPref val="0"/>
        </dgm:presLayoutVars>
      </dgm:prSet>
      <dgm:spPr/>
    </dgm:pt>
    <dgm:pt modelId="{7F0DFD60-1444-46A7-ABD2-CE38E36B34A4}" type="pres">
      <dgm:prSet presAssocID="{6C3868BB-D379-485B-ACEE-A8F99FB65DC5}" presName="txSpace" presStyleCnt="0"/>
      <dgm:spPr/>
    </dgm:pt>
    <dgm:pt modelId="{3A8D42F9-E954-4AD7-96B7-9F9E85104B26}" type="pres">
      <dgm:prSet presAssocID="{6C3868BB-D379-485B-ACEE-A8F99FB65DC5}" presName="desTx" presStyleLbl="revTx" presStyleIdx="5" presStyleCnt="8">
        <dgm:presLayoutVars/>
      </dgm:prSet>
      <dgm:spPr/>
    </dgm:pt>
    <dgm:pt modelId="{42C3A886-EB73-4143-8EAD-1BDAF827C7E9}" type="pres">
      <dgm:prSet presAssocID="{00ABBBC0-3546-440B-BCF8-0B727A1CF552}" presName="sibTrans" presStyleCnt="0"/>
      <dgm:spPr/>
    </dgm:pt>
    <dgm:pt modelId="{230587C2-866E-462C-8C63-F2EFA0885D13}" type="pres">
      <dgm:prSet presAssocID="{8F195E72-21F8-4A23-8E09-0F80D64E79F9}" presName="compNode" presStyleCnt="0"/>
      <dgm:spPr/>
    </dgm:pt>
    <dgm:pt modelId="{009DAE94-1FAD-44A0-B986-D0C7ADBC1970}" type="pres">
      <dgm:prSet presAssocID="{8F195E72-21F8-4A23-8E09-0F80D64E79F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69E483E9-AC11-46DE-A660-560920A3390D}" type="pres">
      <dgm:prSet presAssocID="{8F195E72-21F8-4A23-8E09-0F80D64E79F9}" presName="iconSpace" presStyleCnt="0"/>
      <dgm:spPr/>
    </dgm:pt>
    <dgm:pt modelId="{EE0D0716-B579-47AC-95DF-76AC6B5E24C2}" type="pres">
      <dgm:prSet presAssocID="{8F195E72-21F8-4A23-8E09-0F80D64E79F9}" presName="parTx" presStyleLbl="revTx" presStyleIdx="6" presStyleCnt="8">
        <dgm:presLayoutVars>
          <dgm:chMax val="0"/>
          <dgm:chPref val="0"/>
        </dgm:presLayoutVars>
      </dgm:prSet>
      <dgm:spPr/>
    </dgm:pt>
    <dgm:pt modelId="{863389C8-676E-4A3E-8796-5A347D97D3C4}" type="pres">
      <dgm:prSet presAssocID="{8F195E72-21F8-4A23-8E09-0F80D64E79F9}" presName="txSpace" presStyleCnt="0"/>
      <dgm:spPr/>
    </dgm:pt>
    <dgm:pt modelId="{37A1C80E-5DD8-4740-9994-3524CE50AFC2}" type="pres">
      <dgm:prSet presAssocID="{8F195E72-21F8-4A23-8E09-0F80D64E79F9}" presName="desTx" presStyleLbl="revTx" presStyleIdx="7" presStyleCnt="8">
        <dgm:presLayoutVars/>
      </dgm:prSet>
      <dgm:spPr/>
    </dgm:pt>
  </dgm:ptLst>
  <dgm:cxnLst>
    <dgm:cxn modelId="{2BFF0A00-4617-46AD-A691-1C02D42BD947}" type="presOf" srcId="{EA5B329B-1CA3-4B9C-8235-23C1E925A3E2}" destId="{37A1C80E-5DD8-4740-9994-3524CE50AFC2}" srcOrd="0" destOrd="0" presId="urn:microsoft.com/office/officeart/2018/5/layout/CenteredIconLabelDescriptionList"/>
    <dgm:cxn modelId="{BFBA8D13-C38A-4676-8E00-5E4FA4CB2AFD}" srcId="{8281E632-9880-40DF-80CE-B8CFDC893ED4}" destId="{3E5AB381-44CE-4FFD-9A0F-DA7627DC147E}" srcOrd="0" destOrd="0" parTransId="{0E9026C9-0373-41CB-8845-7F82B33B60BF}" sibTransId="{41ADB57F-145D-4157-B928-1B86305E0EEE}"/>
    <dgm:cxn modelId="{A1CD9E18-1E70-40A1-83B5-0CF5D3693253}" srcId="{6C3868BB-D379-485B-ACEE-A8F99FB65DC5}" destId="{F29C3A18-F20D-4B56-BDB6-53CE68BE49A2}" srcOrd="1" destOrd="0" parTransId="{A55D7DD8-C08B-40F6-8069-0C05286B0786}" sibTransId="{180E6D2A-49C7-4888-B622-41D5A53B319E}"/>
    <dgm:cxn modelId="{6F18AB2E-11D0-49A1-A46D-72D339C8E11F}" type="presOf" srcId="{6C3868BB-D379-485B-ACEE-A8F99FB65DC5}" destId="{68A14465-9F9E-4A14-9654-E3142749A96B}" srcOrd="0" destOrd="0" presId="urn:microsoft.com/office/officeart/2018/5/layout/CenteredIconLabelDescriptionList"/>
    <dgm:cxn modelId="{0D2AAD2F-41A3-4880-849B-57D47A6BCE6D}" srcId="{8F195E72-21F8-4A23-8E09-0F80D64E79F9}" destId="{1FDB838D-BBE2-4EFC-9FE6-DABB0FA49970}" srcOrd="1" destOrd="0" parTransId="{A6FCF710-696C-41E4-BCCF-ED56AE285A25}" sibTransId="{14BE32E0-2C64-479E-84F4-0E01A4BB137B}"/>
    <dgm:cxn modelId="{5703F733-FE57-41DA-B223-6D654F14308A}" srcId="{8281E632-9880-40DF-80CE-B8CFDC893ED4}" destId="{6C3868BB-D379-485B-ACEE-A8F99FB65DC5}" srcOrd="2" destOrd="0" parTransId="{E3E00776-6A83-40A3-B2D2-AB8E8B3D49EB}" sibTransId="{00ABBBC0-3546-440B-BCF8-0B727A1CF552}"/>
    <dgm:cxn modelId="{2E4D3236-BBFB-4163-A86E-F3E3A3347D47}" srcId="{8281E632-9880-40DF-80CE-B8CFDC893ED4}" destId="{0DA0E1FF-C63F-4FBB-8254-1457FD026540}" srcOrd="1" destOrd="0" parTransId="{6AD25DF9-7169-430D-A95D-E430E8526D0A}" sibTransId="{B2C693EE-3C45-4E3E-B778-715B7C932BF6}"/>
    <dgm:cxn modelId="{40408E66-D83E-41F0-9CDB-59767D0BF5C3}" type="presOf" srcId="{9FE5B924-8DB5-4DB7-8F3C-332EDB1BDB29}" destId="{2EA596C0-675C-406D-BCCA-3CC3E066406F}" srcOrd="0" destOrd="0" presId="urn:microsoft.com/office/officeart/2018/5/layout/CenteredIconLabelDescriptionList"/>
    <dgm:cxn modelId="{9C8C836A-69B4-4F5F-BEC5-B5DDB4507967}" type="presOf" srcId="{1FDB838D-BBE2-4EFC-9FE6-DABB0FA49970}" destId="{37A1C80E-5DD8-4740-9994-3524CE50AFC2}" srcOrd="0" destOrd="1" presId="urn:microsoft.com/office/officeart/2018/5/layout/CenteredIconLabelDescriptionList"/>
    <dgm:cxn modelId="{FE1A3C59-F3F0-4CC3-90D1-D31D093225D8}" type="presOf" srcId="{F29C3A18-F20D-4B56-BDB6-53CE68BE49A2}" destId="{3A8D42F9-E954-4AD7-96B7-9F9E85104B26}" srcOrd="0" destOrd="1" presId="urn:microsoft.com/office/officeart/2018/5/layout/CenteredIconLabelDescriptionList"/>
    <dgm:cxn modelId="{35F48688-6E30-46D7-A992-CA783F39FC70}" srcId="{6C3868BB-D379-485B-ACEE-A8F99FB65DC5}" destId="{E8F3B74E-F882-47E3-84EA-ACDCAE097357}" srcOrd="0" destOrd="0" parTransId="{752A9094-411D-406A-A5C5-5EF406978B1B}" sibTransId="{88CD72EC-668A-47E5-BBE8-42E34719D282}"/>
    <dgm:cxn modelId="{26630889-2C12-4944-BDB3-AFF91D153D21}" type="presOf" srcId="{0DA0E1FF-C63F-4FBB-8254-1457FD026540}" destId="{681C3A00-255C-447D-B404-934596527F5B}" srcOrd="0" destOrd="0" presId="urn:microsoft.com/office/officeart/2018/5/layout/CenteredIconLabelDescriptionList"/>
    <dgm:cxn modelId="{B27ADC90-C71D-449C-9B83-A1B08706BEC7}" srcId="{0DA0E1FF-C63F-4FBB-8254-1457FD026540}" destId="{4C1FD71D-0512-482F-B20D-71847DC1DEBA}" srcOrd="1" destOrd="0" parTransId="{9D844CCF-FE40-4973-8702-3C94559E2172}" sibTransId="{0CBB8871-90ED-47BC-B3D1-F5EC104D4214}"/>
    <dgm:cxn modelId="{877ADF94-413E-4C5D-98BD-FA0FFC7D3497}" srcId="{8F195E72-21F8-4A23-8E09-0F80D64E79F9}" destId="{EA5B329B-1CA3-4B9C-8235-23C1E925A3E2}" srcOrd="0" destOrd="0" parTransId="{1400A533-69A9-4FB2-AB6C-47C5CA18011C}" sibTransId="{1C760E35-2042-45AF-9F11-473CF769D489}"/>
    <dgm:cxn modelId="{FED75395-F000-4CA0-9502-9F8CD48AC41A}" type="presOf" srcId="{8F195E72-21F8-4A23-8E09-0F80D64E79F9}" destId="{EE0D0716-B579-47AC-95DF-76AC6B5E24C2}" srcOrd="0" destOrd="0" presId="urn:microsoft.com/office/officeart/2018/5/layout/CenteredIconLabelDescriptionList"/>
    <dgm:cxn modelId="{8FAAFB97-2FF9-441E-BB27-EAA8CF30A419}" type="presOf" srcId="{8281E632-9880-40DF-80CE-B8CFDC893ED4}" destId="{2915C5FA-F468-4798-B3F9-4D46A0A0C67F}" srcOrd="0" destOrd="0" presId="urn:microsoft.com/office/officeart/2018/5/layout/CenteredIconLabelDescriptionList"/>
    <dgm:cxn modelId="{F492ECAB-B122-4AB5-AD8E-761FBD6F5E6A}" srcId="{8281E632-9880-40DF-80CE-B8CFDC893ED4}" destId="{8F195E72-21F8-4A23-8E09-0F80D64E79F9}" srcOrd="3" destOrd="0" parTransId="{8C7F8AD9-C139-4F3F-8536-F123DB14D976}" sibTransId="{7B8840E7-502D-4556-BD85-CD229FE8156A}"/>
    <dgm:cxn modelId="{1888B4B7-98F9-4343-80BB-078CBCC049FD}" srcId="{3E5AB381-44CE-4FFD-9A0F-DA7627DC147E}" destId="{9FE5B924-8DB5-4DB7-8F3C-332EDB1BDB29}" srcOrd="0" destOrd="0" parTransId="{5AC6C751-0C5B-4D2E-AFF5-BF52C955B585}" sibTransId="{8315F003-9564-42DA-AC43-B95F0105FDC7}"/>
    <dgm:cxn modelId="{D8ACD3CF-E69D-4B77-BF15-546D1AD747B1}" type="presOf" srcId="{4C1FD71D-0512-482F-B20D-71847DC1DEBA}" destId="{4036670C-FAE8-4EEC-830C-C2128F3CA2D9}" srcOrd="0" destOrd="1" presId="urn:microsoft.com/office/officeart/2018/5/layout/CenteredIconLabelDescriptionList"/>
    <dgm:cxn modelId="{05A775E5-A4D9-4930-8589-BD6199471295}" type="presOf" srcId="{3E5AB381-44CE-4FFD-9A0F-DA7627DC147E}" destId="{48412069-C13D-4573-9175-34C46651960C}" srcOrd="0" destOrd="0" presId="urn:microsoft.com/office/officeart/2018/5/layout/CenteredIconLabelDescriptionList"/>
    <dgm:cxn modelId="{9E5172EB-FECB-42A0-B175-E4EA8DFCDD2D}" srcId="{0DA0E1FF-C63F-4FBB-8254-1457FD026540}" destId="{81D4DD55-82CC-4929-86D7-BC745FDF0796}" srcOrd="0" destOrd="0" parTransId="{86B56785-8EB6-4B46-8AEC-912068290E39}" sibTransId="{01D0EB7B-337E-4577-9F28-025262A9ACED}"/>
    <dgm:cxn modelId="{3D2252F3-2E54-437F-A5F9-921F65A5AD0E}" type="presOf" srcId="{E8F3B74E-F882-47E3-84EA-ACDCAE097357}" destId="{3A8D42F9-E954-4AD7-96B7-9F9E85104B26}" srcOrd="0" destOrd="0" presId="urn:microsoft.com/office/officeart/2018/5/layout/CenteredIconLabelDescriptionList"/>
    <dgm:cxn modelId="{39EBF3FF-3BA1-4472-8DA2-5D16CA8080C0}" type="presOf" srcId="{81D4DD55-82CC-4929-86D7-BC745FDF0796}" destId="{4036670C-FAE8-4EEC-830C-C2128F3CA2D9}" srcOrd="0" destOrd="0" presId="urn:microsoft.com/office/officeart/2018/5/layout/CenteredIconLabelDescriptionList"/>
    <dgm:cxn modelId="{BB2B3E37-65A4-4DAD-BD9B-85A2AF174A22}" type="presParOf" srcId="{2915C5FA-F468-4798-B3F9-4D46A0A0C67F}" destId="{F3FEECD7-CF19-4081-878F-1C19BC2BD564}" srcOrd="0" destOrd="0" presId="urn:microsoft.com/office/officeart/2018/5/layout/CenteredIconLabelDescriptionList"/>
    <dgm:cxn modelId="{4AF74B96-5CB2-42BD-BA20-D3C2D60E8ABD}" type="presParOf" srcId="{F3FEECD7-CF19-4081-878F-1C19BC2BD564}" destId="{5D2A1403-AA39-4CAE-AE1B-671B76DEFFB1}" srcOrd="0" destOrd="0" presId="urn:microsoft.com/office/officeart/2018/5/layout/CenteredIconLabelDescriptionList"/>
    <dgm:cxn modelId="{F4DD0529-4049-4D25-94CC-007224BA3573}" type="presParOf" srcId="{F3FEECD7-CF19-4081-878F-1C19BC2BD564}" destId="{E9766132-C4AF-4C60-A032-53CD2153AB1B}" srcOrd="1" destOrd="0" presId="urn:microsoft.com/office/officeart/2018/5/layout/CenteredIconLabelDescriptionList"/>
    <dgm:cxn modelId="{470239C0-80B8-42BC-82F4-18C8C56B3E87}" type="presParOf" srcId="{F3FEECD7-CF19-4081-878F-1C19BC2BD564}" destId="{48412069-C13D-4573-9175-34C46651960C}" srcOrd="2" destOrd="0" presId="urn:microsoft.com/office/officeart/2018/5/layout/CenteredIconLabelDescriptionList"/>
    <dgm:cxn modelId="{13D34F77-B0EE-4DA2-AF20-C5EA3138B80C}" type="presParOf" srcId="{F3FEECD7-CF19-4081-878F-1C19BC2BD564}" destId="{C8FCFE98-0B9B-4F95-BA5F-DD9870B053E6}" srcOrd="3" destOrd="0" presId="urn:microsoft.com/office/officeart/2018/5/layout/CenteredIconLabelDescriptionList"/>
    <dgm:cxn modelId="{1F988C0E-F34F-446C-B1D0-B6C47FD3CD40}" type="presParOf" srcId="{F3FEECD7-CF19-4081-878F-1C19BC2BD564}" destId="{2EA596C0-675C-406D-BCCA-3CC3E066406F}" srcOrd="4" destOrd="0" presId="urn:microsoft.com/office/officeart/2018/5/layout/CenteredIconLabelDescriptionList"/>
    <dgm:cxn modelId="{DA23DB27-4FD0-44E8-BB02-57F7384359C4}" type="presParOf" srcId="{2915C5FA-F468-4798-B3F9-4D46A0A0C67F}" destId="{FE70CD3F-A841-4CE4-B639-829A91438BB2}" srcOrd="1" destOrd="0" presId="urn:microsoft.com/office/officeart/2018/5/layout/CenteredIconLabelDescriptionList"/>
    <dgm:cxn modelId="{0F908329-D4C3-4CFA-A3C8-D97566F4C43E}" type="presParOf" srcId="{2915C5FA-F468-4798-B3F9-4D46A0A0C67F}" destId="{B5E50AA6-C592-40A1-A090-3FCC613F6219}" srcOrd="2" destOrd="0" presId="urn:microsoft.com/office/officeart/2018/5/layout/CenteredIconLabelDescriptionList"/>
    <dgm:cxn modelId="{ED727177-5DB3-4415-9573-DBFE9A01D357}" type="presParOf" srcId="{B5E50AA6-C592-40A1-A090-3FCC613F6219}" destId="{4F0978E5-603E-4AC4-A0BF-95BC850EC57D}" srcOrd="0" destOrd="0" presId="urn:microsoft.com/office/officeart/2018/5/layout/CenteredIconLabelDescriptionList"/>
    <dgm:cxn modelId="{AF0FD724-A918-49A9-BBA0-4B1C7A6996EC}" type="presParOf" srcId="{B5E50AA6-C592-40A1-A090-3FCC613F6219}" destId="{310F7CF6-4033-48B0-BF85-C869879B9775}" srcOrd="1" destOrd="0" presId="urn:microsoft.com/office/officeart/2018/5/layout/CenteredIconLabelDescriptionList"/>
    <dgm:cxn modelId="{9F599FAD-3CC0-464C-832E-045906A83235}" type="presParOf" srcId="{B5E50AA6-C592-40A1-A090-3FCC613F6219}" destId="{681C3A00-255C-447D-B404-934596527F5B}" srcOrd="2" destOrd="0" presId="urn:microsoft.com/office/officeart/2018/5/layout/CenteredIconLabelDescriptionList"/>
    <dgm:cxn modelId="{36AAD77D-1DEA-49DF-9405-6B846EFCDDA4}" type="presParOf" srcId="{B5E50AA6-C592-40A1-A090-3FCC613F6219}" destId="{74C7D98D-389D-44BF-9EA1-B7FE263970CB}" srcOrd="3" destOrd="0" presId="urn:microsoft.com/office/officeart/2018/5/layout/CenteredIconLabelDescriptionList"/>
    <dgm:cxn modelId="{1CB90185-DABA-4050-BFBF-CB0E8205BB53}" type="presParOf" srcId="{B5E50AA6-C592-40A1-A090-3FCC613F6219}" destId="{4036670C-FAE8-4EEC-830C-C2128F3CA2D9}" srcOrd="4" destOrd="0" presId="urn:microsoft.com/office/officeart/2018/5/layout/CenteredIconLabelDescriptionList"/>
    <dgm:cxn modelId="{4AE948D0-4E4C-4887-8BD1-A5E423ECB6E6}" type="presParOf" srcId="{2915C5FA-F468-4798-B3F9-4D46A0A0C67F}" destId="{544296D7-884D-4A7C-A1C0-5F17209C3EE1}" srcOrd="3" destOrd="0" presId="urn:microsoft.com/office/officeart/2018/5/layout/CenteredIconLabelDescriptionList"/>
    <dgm:cxn modelId="{96825D9C-D799-470C-A0D9-44547F07BECA}" type="presParOf" srcId="{2915C5FA-F468-4798-B3F9-4D46A0A0C67F}" destId="{5DC81C6A-894D-4F9B-8B5F-AC8C4C027FB3}" srcOrd="4" destOrd="0" presId="urn:microsoft.com/office/officeart/2018/5/layout/CenteredIconLabelDescriptionList"/>
    <dgm:cxn modelId="{2B078DD1-B1C9-4481-A952-1D1E5AD6F4C1}" type="presParOf" srcId="{5DC81C6A-894D-4F9B-8B5F-AC8C4C027FB3}" destId="{694DD2A7-B21C-41C8-A4A2-5C5BBF4427A2}" srcOrd="0" destOrd="0" presId="urn:microsoft.com/office/officeart/2018/5/layout/CenteredIconLabelDescriptionList"/>
    <dgm:cxn modelId="{B87CFE93-E207-43C6-A9F3-39295420F03D}" type="presParOf" srcId="{5DC81C6A-894D-4F9B-8B5F-AC8C4C027FB3}" destId="{D485FEBF-1486-4A86-9EEC-8242E995B04C}" srcOrd="1" destOrd="0" presId="urn:microsoft.com/office/officeart/2018/5/layout/CenteredIconLabelDescriptionList"/>
    <dgm:cxn modelId="{D93ECF6E-D736-45EF-B560-DAB4AFFBE428}" type="presParOf" srcId="{5DC81C6A-894D-4F9B-8B5F-AC8C4C027FB3}" destId="{68A14465-9F9E-4A14-9654-E3142749A96B}" srcOrd="2" destOrd="0" presId="urn:microsoft.com/office/officeart/2018/5/layout/CenteredIconLabelDescriptionList"/>
    <dgm:cxn modelId="{404BD4CF-3661-4D46-8C28-D280228BAB74}" type="presParOf" srcId="{5DC81C6A-894D-4F9B-8B5F-AC8C4C027FB3}" destId="{7F0DFD60-1444-46A7-ABD2-CE38E36B34A4}" srcOrd="3" destOrd="0" presId="urn:microsoft.com/office/officeart/2018/5/layout/CenteredIconLabelDescriptionList"/>
    <dgm:cxn modelId="{7B0AC884-7F71-4AF0-9713-4286A9BE60D1}" type="presParOf" srcId="{5DC81C6A-894D-4F9B-8B5F-AC8C4C027FB3}" destId="{3A8D42F9-E954-4AD7-96B7-9F9E85104B26}" srcOrd="4" destOrd="0" presId="urn:microsoft.com/office/officeart/2018/5/layout/CenteredIconLabelDescriptionList"/>
    <dgm:cxn modelId="{14B46C71-1310-4151-A115-57CD09832A1A}" type="presParOf" srcId="{2915C5FA-F468-4798-B3F9-4D46A0A0C67F}" destId="{42C3A886-EB73-4143-8EAD-1BDAF827C7E9}" srcOrd="5" destOrd="0" presId="urn:microsoft.com/office/officeart/2018/5/layout/CenteredIconLabelDescriptionList"/>
    <dgm:cxn modelId="{4EAF4D29-9E98-4E8F-904C-A895CDBBB91B}" type="presParOf" srcId="{2915C5FA-F468-4798-B3F9-4D46A0A0C67F}" destId="{230587C2-866E-462C-8C63-F2EFA0885D13}" srcOrd="6" destOrd="0" presId="urn:microsoft.com/office/officeart/2018/5/layout/CenteredIconLabelDescriptionList"/>
    <dgm:cxn modelId="{D1DE862A-3726-4484-99A5-16AF79694EE1}" type="presParOf" srcId="{230587C2-866E-462C-8C63-F2EFA0885D13}" destId="{009DAE94-1FAD-44A0-B986-D0C7ADBC1970}" srcOrd="0" destOrd="0" presId="urn:microsoft.com/office/officeart/2018/5/layout/CenteredIconLabelDescriptionList"/>
    <dgm:cxn modelId="{CD622268-A62A-4EC3-9BFE-BCD6895E28EE}" type="presParOf" srcId="{230587C2-866E-462C-8C63-F2EFA0885D13}" destId="{69E483E9-AC11-46DE-A660-560920A3390D}" srcOrd="1" destOrd="0" presId="urn:microsoft.com/office/officeart/2018/5/layout/CenteredIconLabelDescriptionList"/>
    <dgm:cxn modelId="{338CE308-6A98-4F80-80DD-AA3D070130C9}" type="presParOf" srcId="{230587C2-866E-462C-8C63-F2EFA0885D13}" destId="{EE0D0716-B579-47AC-95DF-76AC6B5E24C2}" srcOrd="2" destOrd="0" presId="urn:microsoft.com/office/officeart/2018/5/layout/CenteredIconLabelDescriptionList"/>
    <dgm:cxn modelId="{463AE992-21D0-4029-AA4C-4532029868C3}" type="presParOf" srcId="{230587C2-866E-462C-8C63-F2EFA0885D13}" destId="{863389C8-676E-4A3E-8796-5A347D97D3C4}" srcOrd="3" destOrd="0" presId="urn:microsoft.com/office/officeart/2018/5/layout/CenteredIconLabelDescriptionList"/>
    <dgm:cxn modelId="{2AFAE3B8-3897-45EC-894B-4F138363B2ED}" type="presParOf" srcId="{230587C2-866E-462C-8C63-F2EFA0885D13}" destId="{37A1C80E-5DD8-4740-9994-3524CE50AFC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1C0FA200-73DB-48A3-9641-EB6EAAB6A0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6390AC-AC7B-422A-AE1F-55B2D27B03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Encrypted Private Keys</a:t>
          </a:r>
          <a:endParaRPr lang="en-US"/>
        </a:p>
      </dgm:t>
    </dgm:pt>
    <dgm:pt modelId="{39998A4C-1386-43F4-A182-5F6EB2EAAA69}" type="parTrans" cxnId="{82DDAE27-8682-4CC8-A366-0A7F9218D1D4}">
      <dgm:prSet/>
      <dgm:spPr/>
      <dgm:t>
        <a:bodyPr/>
        <a:lstStyle/>
        <a:p>
          <a:endParaRPr lang="en-US"/>
        </a:p>
      </dgm:t>
    </dgm:pt>
    <dgm:pt modelId="{9C801B77-1C04-4274-8865-CAB185D00C80}" type="sibTrans" cxnId="{82DDAE27-8682-4CC8-A366-0A7F9218D1D4}">
      <dgm:prSet phldrT="01" phldr="0"/>
      <dgm:spPr/>
      <dgm:t>
        <a:bodyPr/>
        <a:lstStyle/>
        <a:p>
          <a:endParaRPr lang="en-US"/>
        </a:p>
      </dgm:t>
    </dgm:pt>
    <dgm:pt modelId="{6B18B844-A272-4DCE-924B-118162A0843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Pay-to-Script Hash (P2SH) &amp; Multisig Addresses</a:t>
          </a:r>
          <a:endParaRPr lang="en-US" dirty="0"/>
        </a:p>
      </dgm:t>
    </dgm:pt>
    <dgm:pt modelId="{2A0D5843-DB31-4FCB-8595-80518C774F41}" type="parTrans" cxnId="{CE85C77A-557C-4AF0-8816-F7A42737747C}">
      <dgm:prSet/>
      <dgm:spPr/>
      <dgm:t>
        <a:bodyPr/>
        <a:lstStyle/>
        <a:p>
          <a:endParaRPr lang="en-US"/>
        </a:p>
      </dgm:t>
    </dgm:pt>
    <dgm:pt modelId="{CE3420CE-8288-41F8-8434-B6353445917D}" type="sibTrans" cxnId="{CE85C77A-557C-4AF0-8816-F7A42737747C}">
      <dgm:prSet phldrT="02" phldr="0"/>
      <dgm:spPr/>
      <dgm:t>
        <a:bodyPr/>
        <a:lstStyle/>
        <a:p>
          <a:endParaRPr lang="en-US"/>
        </a:p>
      </dgm:t>
    </dgm:pt>
    <dgm:pt modelId="{AA39DFAE-0F7C-433A-BAFA-C4E0E312C04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Vanity Addresses</a:t>
          </a:r>
          <a:endParaRPr lang="en-US"/>
        </a:p>
      </dgm:t>
    </dgm:pt>
    <dgm:pt modelId="{46E55690-DB08-4DD0-A960-921951F040E1}" type="parTrans" cxnId="{9BA6C594-BA1E-4E57-A5B4-B906738EE807}">
      <dgm:prSet/>
      <dgm:spPr/>
      <dgm:t>
        <a:bodyPr/>
        <a:lstStyle/>
        <a:p>
          <a:endParaRPr lang="en-US"/>
        </a:p>
      </dgm:t>
    </dgm:pt>
    <dgm:pt modelId="{0F89115B-DE52-4F34-903F-7799E7FE28EF}" type="sibTrans" cxnId="{9BA6C594-BA1E-4E57-A5B4-B906738EE807}">
      <dgm:prSet phldrT="03" phldr="0"/>
      <dgm:spPr/>
      <dgm:t>
        <a:bodyPr/>
        <a:lstStyle/>
        <a:p>
          <a:endParaRPr lang="en-US"/>
        </a:p>
      </dgm:t>
    </dgm:pt>
    <dgm:pt modelId="{E229F496-0706-4F6A-9E8B-2B448B227D5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Paper Wallets</a:t>
          </a:r>
          <a:endParaRPr lang="en-US"/>
        </a:p>
      </dgm:t>
    </dgm:pt>
    <dgm:pt modelId="{E811E11E-E3DF-41DC-AA1B-8C9DAD2879FB}" type="parTrans" cxnId="{8743F48E-70C3-4E47-9BC0-E52655E2E90A}">
      <dgm:prSet/>
      <dgm:spPr/>
      <dgm:t>
        <a:bodyPr/>
        <a:lstStyle/>
        <a:p>
          <a:endParaRPr lang="en-US"/>
        </a:p>
      </dgm:t>
    </dgm:pt>
    <dgm:pt modelId="{0365364B-239A-4542-8BDA-0B0D51F469DF}" type="sibTrans" cxnId="{8743F48E-70C3-4E47-9BC0-E52655E2E90A}">
      <dgm:prSet phldrT="04" phldr="0"/>
      <dgm:spPr/>
      <dgm:t>
        <a:bodyPr/>
        <a:lstStyle/>
        <a:p>
          <a:endParaRPr lang="en-US"/>
        </a:p>
      </dgm:t>
    </dgm:pt>
    <dgm:pt modelId="{8C6E9E54-4171-470C-A7FD-3B90911F8DE7}" type="pres">
      <dgm:prSet presAssocID="{1C0FA200-73DB-48A3-9641-EB6EAAB6A023}" presName="root" presStyleCnt="0">
        <dgm:presLayoutVars>
          <dgm:dir/>
          <dgm:resizeHandles val="exact"/>
        </dgm:presLayoutVars>
      </dgm:prSet>
      <dgm:spPr/>
    </dgm:pt>
    <dgm:pt modelId="{77428148-D53D-4771-A2B2-456586A7BDBB}" type="pres">
      <dgm:prSet presAssocID="{716390AC-AC7B-422A-AE1F-55B2D27B037D}" presName="compNode" presStyleCnt="0"/>
      <dgm:spPr/>
    </dgm:pt>
    <dgm:pt modelId="{1E97999A-DCFC-4664-90D3-2152D6F25373}" type="pres">
      <dgm:prSet presAssocID="{716390AC-AC7B-422A-AE1F-55B2D27B03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AC52A0B-DAE9-424F-A529-D24FE1FC0208}" type="pres">
      <dgm:prSet presAssocID="{716390AC-AC7B-422A-AE1F-55B2D27B037D}" presName="spaceRect" presStyleCnt="0"/>
      <dgm:spPr/>
    </dgm:pt>
    <dgm:pt modelId="{DCA0CB6C-DCA5-46BD-B3A3-EEB7BDD1F881}" type="pres">
      <dgm:prSet presAssocID="{716390AC-AC7B-422A-AE1F-55B2D27B037D}" presName="textRect" presStyleLbl="revTx" presStyleIdx="0" presStyleCnt="4">
        <dgm:presLayoutVars>
          <dgm:chMax val="1"/>
          <dgm:chPref val="1"/>
        </dgm:presLayoutVars>
      </dgm:prSet>
      <dgm:spPr/>
    </dgm:pt>
    <dgm:pt modelId="{7650225D-1461-4AE3-9E6A-1C7B7D33D58E}" type="pres">
      <dgm:prSet presAssocID="{9C801B77-1C04-4274-8865-CAB185D00C80}" presName="sibTrans" presStyleCnt="0"/>
      <dgm:spPr/>
    </dgm:pt>
    <dgm:pt modelId="{CE846EE1-5683-4AF9-9933-FE9317F21138}" type="pres">
      <dgm:prSet presAssocID="{6B18B844-A272-4DCE-924B-118162A08437}" presName="compNode" presStyleCnt="0"/>
      <dgm:spPr/>
    </dgm:pt>
    <dgm:pt modelId="{173FEE93-7F14-4E77-8322-BE34DF721522}" type="pres">
      <dgm:prSet presAssocID="{6B18B844-A272-4DCE-924B-118162A084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F230EE8-52B3-43FB-9648-EB48120463EB}" type="pres">
      <dgm:prSet presAssocID="{6B18B844-A272-4DCE-924B-118162A08437}" presName="spaceRect" presStyleCnt="0"/>
      <dgm:spPr/>
    </dgm:pt>
    <dgm:pt modelId="{7619E5AC-F4C6-4AE2-B8BE-F95BB8C8B0ED}" type="pres">
      <dgm:prSet presAssocID="{6B18B844-A272-4DCE-924B-118162A08437}" presName="textRect" presStyleLbl="revTx" presStyleIdx="1" presStyleCnt="4">
        <dgm:presLayoutVars>
          <dgm:chMax val="1"/>
          <dgm:chPref val="1"/>
        </dgm:presLayoutVars>
      </dgm:prSet>
      <dgm:spPr/>
    </dgm:pt>
    <dgm:pt modelId="{A1783A39-F114-4F69-B42D-9B32E38E5511}" type="pres">
      <dgm:prSet presAssocID="{CE3420CE-8288-41F8-8434-B6353445917D}" presName="sibTrans" presStyleCnt="0"/>
      <dgm:spPr/>
    </dgm:pt>
    <dgm:pt modelId="{63DD11FF-8129-43A6-BEAD-1EDF3D75A610}" type="pres">
      <dgm:prSet presAssocID="{AA39DFAE-0F7C-433A-BAFA-C4E0E312C04E}" presName="compNode" presStyleCnt="0"/>
      <dgm:spPr/>
    </dgm:pt>
    <dgm:pt modelId="{341E8C6E-2B7C-4EA4-9E5B-CC65B707F786}" type="pres">
      <dgm:prSet presAssocID="{AA39DFAE-0F7C-433A-BAFA-C4E0E312C0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D978DE1-51BF-4A1C-9DC9-E5241A1AB81B}" type="pres">
      <dgm:prSet presAssocID="{AA39DFAE-0F7C-433A-BAFA-C4E0E312C04E}" presName="spaceRect" presStyleCnt="0"/>
      <dgm:spPr/>
    </dgm:pt>
    <dgm:pt modelId="{76C83544-88B6-4793-8E09-BC31D8E4CB51}" type="pres">
      <dgm:prSet presAssocID="{AA39DFAE-0F7C-433A-BAFA-C4E0E312C04E}" presName="textRect" presStyleLbl="revTx" presStyleIdx="2" presStyleCnt="4">
        <dgm:presLayoutVars>
          <dgm:chMax val="1"/>
          <dgm:chPref val="1"/>
        </dgm:presLayoutVars>
      </dgm:prSet>
      <dgm:spPr/>
    </dgm:pt>
    <dgm:pt modelId="{4372C020-3724-43D4-8F15-D47A7CE8F1EE}" type="pres">
      <dgm:prSet presAssocID="{0F89115B-DE52-4F34-903F-7799E7FE28EF}" presName="sibTrans" presStyleCnt="0"/>
      <dgm:spPr/>
    </dgm:pt>
    <dgm:pt modelId="{F10B4C01-10F3-405C-99E6-8AF0DE502B55}" type="pres">
      <dgm:prSet presAssocID="{E229F496-0706-4F6A-9E8B-2B448B227D59}" presName="compNode" presStyleCnt="0"/>
      <dgm:spPr/>
    </dgm:pt>
    <dgm:pt modelId="{1D18D71A-C502-406A-9611-88A7431C7464}" type="pres">
      <dgm:prSet presAssocID="{E229F496-0706-4F6A-9E8B-2B448B227D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FF640AE-2B49-41AB-B9E0-DC7EB15B804C}" type="pres">
      <dgm:prSet presAssocID="{E229F496-0706-4F6A-9E8B-2B448B227D59}" presName="spaceRect" presStyleCnt="0"/>
      <dgm:spPr/>
    </dgm:pt>
    <dgm:pt modelId="{5626830D-BC2C-4179-A087-E75162380214}" type="pres">
      <dgm:prSet presAssocID="{E229F496-0706-4F6A-9E8B-2B448B227D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2DDAE27-8682-4CC8-A366-0A7F9218D1D4}" srcId="{1C0FA200-73DB-48A3-9641-EB6EAAB6A023}" destId="{716390AC-AC7B-422A-AE1F-55B2D27B037D}" srcOrd="0" destOrd="0" parTransId="{39998A4C-1386-43F4-A182-5F6EB2EAAA69}" sibTransId="{9C801B77-1C04-4274-8865-CAB185D00C80}"/>
    <dgm:cxn modelId="{0DA15E34-FD74-4BAD-9135-E00B8D8CDB1E}" type="presOf" srcId="{AA39DFAE-0F7C-433A-BAFA-C4E0E312C04E}" destId="{76C83544-88B6-4793-8E09-BC31D8E4CB51}" srcOrd="0" destOrd="0" presId="urn:microsoft.com/office/officeart/2018/2/layout/IconLabelList"/>
    <dgm:cxn modelId="{4DD1ED38-887B-4FA8-A633-B74D079A7BBF}" type="presOf" srcId="{716390AC-AC7B-422A-AE1F-55B2D27B037D}" destId="{DCA0CB6C-DCA5-46BD-B3A3-EEB7BDD1F881}" srcOrd="0" destOrd="0" presId="urn:microsoft.com/office/officeart/2018/2/layout/IconLabelList"/>
    <dgm:cxn modelId="{11D4EB3A-E708-475E-A08B-BAF78A02B8E4}" type="presOf" srcId="{E229F496-0706-4F6A-9E8B-2B448B227D59}" destId="{5626830D-BC2C-4179-A087-E75162380214}" srcOrd="0" destOrd="0" presId="urn:microsoft.com/office/officeart/2018/2/layout/IconLabelList"/>
    <dgm:cxn modelId="{CE85C77A-557C-4AF0-8816-F7A42737747C}" srcId="{1C0FA200-73DB-48A3-9641-EB6EAAB6A023}" destId="{6B18B844-A272-4DCE-924B-118162A08437}" srcOrd="1" destOrd="0" parTransId="{2A0D5843-DB31-4FCB-8595-80518C774F41}" sibTransId="{CE3420CE-8288-41F8-8434-B6353445917D}"/>
    <dgm:cxn modelId="{8743F48E-70C3-4E47-9BC0-E52655E2E90A}" srcId="{1C0FA200-73DB-48A3-9641-EB6EAAB6A023}" destId="{E229F496-0706-4F6A-9E8B-2B448B227D59}" srcOrd="3" destOrd="0" parTransId="{E811E11E-E3DF-41DC-AA1B-8C9DAD2879FB}" sibTransId="{0365364B-239A-4542-8BDA-0B0D51F469DF}"/>
    <dgm:cxn modelId="{9BA6C594-BA1E-4E57-A5B4-B906738EE807}" srcId="{1C0FA200-73DB-48A3-9641-EB6EAAB6A023}" destId="{AA39DFAE-0F7C-433A-BAFA-C4E0E312C04E}" srcOrd="2" destOrd="0" parTransId="{46E55690-DB08-4DD0-A960-921951F040E1}" sibTransId="{0F89115B-DE52-4F34-903F-7799E7FE28EF}"/>
    <dgm:cxn modelId="{A6BB9AA9-9CD2-4795-959A-74356FA7F283}" type="presOf" srcId="{1C0FA200-73DB-48A3-9641-EB6EAAB6A023}" destId="{8C6E9E54-4171-470C-A7FD-3B90911F8DE7}" srcOrd="0" destOrd="0" presId="urn:microsoft.com/office/officeart/2018/2/layout/IconLabelList"/>
    <dgm:cxn modelId="{240F6CB1-AEE4-4CB7-AC3A-C64752F4018A}" type="presOf" srcId="{6B18B844-A272-4DCE-924B-118162A08437}" destId="{7619E5AC-F4C6-4AE2-B8BE-F95BB8C8B0ED}" srcOrd="0" destOrd="0" presId="urn:microsoft.com/office/officeart/2018/2/layout/IconLabelList"/>
    <dgm:cxn modelId="{B7B0846E-8532-4F01-A70B-492380C05036}" type="presParOf" srcId="{8C6E9E54-4171-470C-A7FD-3B90911F8DE7}" destId="{77428148-D53D-4771-A2B2-456586A7BDBB}" srcOrd="0" destOrd="0" presId="urn:microsoft.com/office/officeart/2018/2/layout/IconLabelList"/>
    <dgm:cxn modelId="{9FD72585-A07C-4E91-9302-2D3CDB8D97C1}" type="presParOf" srcId="{77428148-D53D-4771-A2B2-456586A7BDBB}" destId="{1E97999A-DCFC-4664-90D3-2152D6F25373}" srcOrd="0" destOrd="0" presId="urn:microsoft.com/office/officeart/2018/2/layout/IconLabelList"/>
    <dgm:cxn modelId="{F9CE2933-2FAC-4B0E-93C9-3A685E45B45F}" type="presParOf" srcId="{77428148-D53D-4771-A2B2-456586A7BDBB}" destId="{2AC52A0B-DAE9-424F-A529-D24FE1FC0208}" srcOrd="1" destOrd="0" presId="urn:microsoft.com/office/officeart/2018/2/layout/IconLabelList"/>
    <dgm:cxn modelId="{0F815A98-86EC-4886-A234-47618E20034A}" type="presParOf" srcId="{77428148-D53D-4771-A2B2-456586A7BDBB}" destId="{DCA0CB6C-DCA5-46BD-B3A3-EEB7BDD1F881}" srcOrd="2" destOrd="0" presId="urn:microsoft.com/office/officeart/2018/2/layout/IconLabelList"/>
    <dgm:cxn modelId="{6F671C86-B437-4B60-8EF7-DF6F2D498160}" type="presParOf" srcId="{8C6E9E54-4171-470C-A7FD-3B90911F8DE7}" destId="{7650225D-1461-4AE3-9E6A-1C7B7D33D58E}" srcOrd="1" destOrd="0" presId="urn:microsoft.com/office/officeart/2018/2/layout/IconLabelList"/>
    <dgm:cxn modelId="{351EA3A0-56DA-4AC8-AE6F-1C5888C51C4A}" type="presParOf" srcId="{8C6E9E54-4171-470C-A7FD-3B90911F8DE7}" destId="{CE846EE1-5683-4AF9-9933-FE9317F21138}" srcOrd="2" destOrd="0" presId="urn:microsoft.com/office/officeart/2018/2/layout/IconLabelList"/>
    <dgm:cxn modelId="{914E85A2-CA9B-41A4-A692-42DE060742BF}" type="presParOf" srcId="{CE846EE1-5683-4AF9-9933-FE9317F21138}" destId="{173FEE93-7F14-4E77-8322-BE34DF721522}" srcOrd="0" destOrd="0" presId="urn:microsoft.com/office/officeart/2018/2/layout/IconLabelList"/>
    <dgm:cxn modelId="{2BC38D9D-AB20-4400-BFCA-4C533D7CA365}" type="presParOf" srcId="{CE846EE1-5683-4AF9-9933-FE9317F21138}" destId="{DF230EE8-52B3-43FB-9648-EB48120463EB}" srcOrd="1" destOrd="0" presId="urn:microsoft.com/office/officeart/2018/2/layout/IconLabelList"/>
    <dgm:cxn modelId="{F26732E3-F95A-4FB8-A09B-1E21C0B29A76}" type="presParOf" srcId="{CE846EE1-5683-4AF9-9933-FE9317F21138}" destId="{7619E5AC-F4C6-4AE2-B8BE-F95BB8C8B0ED}" srcOrd="2" destOrd="0" presId="urn:microsoft.com/office/officeart/2018/2/layout/IconLabelList"/>
    <dgm:cxn modelId="{52BA1495-1641-4942-8A4E-05BED0FE0E29}" type="presParOf" srcId="{8C6E9E54-4171-470C-A7FD-3B90911F8DE7}" destId="{A1783A39-F114-4F69-B42D-9B32E38E5511}" srcOrd="3" destOrd="0" presId="urn:microsoft.com/office/officeart/2018/2/layout/IconLabelList"/>
    <dgm:cxn modelId="{0FADD8AB-6C44-42AA-8D7F-A7AB058707E5}" type="presParOf" srcId="{8C6E9E54-4171-470C-A7FD-3B90911F8DE7}" destId="{63DD11FF-8129-43A6-BEAD-1EDF3D75A610}" srcOrd="4" destOrd="0" presId="urn:microsoft.com/office/officeart/2018/2/layout/IconLabelList"/>
    <dgm:cxn modelId="{4B3A5976-E0FF-4936-A45C-BFBF5469E8D2}" type="presParOf" srcId="{63DD11FF-8129-43A6-BEAD-1EDF3D75A610}" destId="{341E8C6E-2B7C-4EA4-9E5B-CC65B707F786}" srcOrd="0" destOrd="0" presId="urn:microsoft.com/office/officeart/2018/2/layout/IconLabelList"/>
    <dgm:cxn modelId="{4DD9DC0D-76C4-4A06-BE93-629D8989999D}" type="presParOf" srcId="{63DD11FF-8129-43A6-BEAD-1EDF3D75A610}" destId="{1D978DE1-51BF-4A1C-9DC9-E5241A1AB81B}" srcOrd="1" destOrd="0" presId="urn:microsoft.com/office/officeart/2018/2/layout/IconLabelList"/>
    <dgm:cxn modelId="{C2B60BB9-8DFC-410C-A277-A4454A966C33}" type="presParOf" srcId="{63DD11FF-8129-43A6-BEAD-1EDF3D75A610}" destId="{76C83544-88B6-4793-8E09-BC31D8E4CB51}" srcOrd="2" destOrd="0" presId="urn:microsoft.com/office/officeart/2018/2/layout/IconLabelList"/>
    <dgm:cxn modelId="{153461A2-96D6-499E-A542-E740E5B69A5D}" type="presParOf" srcId="{8C6E9E54-4171-470C-A7FD-3B90911F8DE7}" destId="{4372C020-3724-43D4-8F15-D47A7CE8F1EE}" srcOrd="5" destOrd="0" presId="urn:microsoft.com/office/officeart/2018/2/layout/IconLabelList"/>
    <dgm:cxn modelId="{B6D88936-5357-4B8A-A4BB-B31B69ACE979}" type="presParOf" srcId="{8C6E9E54-4171-470C-A7FD-3B90911F8DE7}" destId="{F10B4C01-10F3-405C-99E6-8AF0DE502B55}" srcOrd="6" destOrd="0" presId="urn:microsoft.com/office/officeart/2018/2/layout/IconLabelList"/>
    <dgm:cxn modelId="{7F7294D0-1BC6-451C-B8DC-61A17C1086E5}" type="presParOf" srcId="{F10B4C01-10F3-405C-99E6-8AF0DE502B55}" destId="{1D18D71A-C502-406A-9611-88A7431C7464}" srcOrd="0" destOrd="0" presId="urn:microsoft.com/office/officeart/2018/2/layout/IconLabelList"/>
    <dgm:cxn modelId="{9039BA1A-425E-4260-B48D-D9E0FF52AC28}" type="presParOf" srcId="{F10B4C01-10F3-405C-99E6-8AF0DE502B55}" destId="{7FF640AE-2B49-41AB-B9E0-DC7EB15B804C}" srcOrd="1" destOrd="0" presId="urn:microsoft.com/office/officeart/2018/2/layout/IconLabelList"/>
    <dgm:cxn modelId="{589CE751-2AB8-4D55-8AE2-8A2D39C42B67}" type="presParOf" srcId="{F10B4C01-10F3-405C-99E6-8AF0DE502B55}" destId="{5626830D-BC2C-4179-A087-E751623802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B86A6C99-7EFE-4387-9252-140B33EC86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D58290-645A-43CF-A9F5-35B2A4D142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/>
            <a:t>confidentiality</a:t>
          </a:r>
          <a:endParaRPr lang="en-US"/>
        </a:p>
      </dgm:t>
    </dgm:pt>
    <dgm:pt modelId="{0FB359FA-9122-467B-A1B0-D87FC4DF15CB}" type="parTrans" cxnId="{0AFBDBF4-69BE-4B77-9860-C5A5E90F6636}">
      <dgm:prSet/>
      <dgm:spPr/>
      <dgm:t>
        <a:bodyPr/>
        <a:lstStyle/>
        <a:p>
          <a:endParaRPr lang="en-US"/>
        </a:p>
      </dgm:t>
    </dgm:pt>
    <dgm:pt modelId="{6197F2F6-DB99-4E63-BCE9-040B788FBBC5}" type="sibTrans" cxnId="{0AFBDBF4-69BE-4B77-9860-C5A5E90F6636}">
      <dgm:prSet/>
      <dgm:spPr/>
      <dgm:t>
        <a:bodyPr/>
        <a:lstStyle/>
        <a:p>
          <a:endParaRPr lang="en-US"/>
        </a:p>
      </dgm:t>
    </dgm:pt>
    <dgm:pt modelId="{C40FBC9A-740A-4DC8-978B-1C7AC3C7F66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Private keys must remain secret</a:t>
          </a:r>
          <a:r>
            <a:rPr lang="en-US"/>
            <a:t> </a:t>
          </a:r>
        </a:p>
      </dgm:t>
    </dgm:pt>
    <dgm:pt modelId="{FDE68F2F-2957-403F-88BB-072A13CD6EF9}" type="parTrans" cxnId="{0373E4B3-628A-4885-B1D5-5333E849FDE2}">
      <dgm:prSet/>
      <dgm:spPr/>
      <dgm:t>
        <a:bodyPr/>
        <a:lstStyle/>
        <a:p>
          <a:endParaRPr lang="en-US"/>
        </a:p>
      </dgm:t>
    </dgm:pt>
    <dgm:pt modelId="{B5C32458-21E6-4DFB-9159-560794D3967D}" type="sibTrans" cxnId="{0373E4B3-628A-4885-B1D5-5333E849FDE2}">
      <dgm:prSet/>
      <dgm:spPr/>
      <dgm:t>
        <a:bodyPr/>
        <a:lstStyle/>
        <a:p>
          <a:endParaRPr lang="en-US"/>
        </a:p>
      </dgm:t>
    </dgm:pt>
    <dgm:pt modelId="{4C11223F-A753-4E6F-ACFA-57A8891EDDE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Confidentiality vs </a:t>
          </a:r>
          <a:r>
            <a:rPr lang="en-US"/>
            <a:t>availability. </a:t>
          </a:r>
        </a:p>
      </dgm:t>
    </dgm:pt>
    <dgm:pt modelId="{9F52EF79-ABFB-43F5-81FD-0BDF963A3E39}" type="parTrans" cxnId="{55613EFC-95D5-4E12-9D6A-ECC79EB98172}">
      <dgm:prSet/>
      <dgm:spPr/>
      <dgm:t>
        <a:bodyPr/>
        <a:lstStyle/>
        <a:p>
          <a:endParaRPr lang="en-US"/>
        </a:p>
      </dgm:t>
    </dgm:pt>
    <dgm:pt modelId="{1FCFA570-2AE2-4306-A20F-98F79AE9A289}" type="sibTrans" cxnId="{55613EFC-95D5-4E12-9D6A-ECC79EB98172}">
      <dgm:prSet/>
      <dgm:spPr/>
      <dgm:t>
        <a:bodyPr/>
        <a:lstStyle/>
        <a:p>
          <a:endParaRPr lang="en-US"/>
        </a:p>
      </dgm:t>
    </dgm:pt>
    <dgm:pt modelId="{EE694FDE-DB44-4C56-A005-B8F95494F3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Confidentiality</a:t>
          </a:r>
          <a:r>
            <a:rPr lang="tr-TR" i="1" dirty="0"/>
            <a:t> </a:t>
          </a:r>
          <a:r>
            <a:rPr lang="en-US" dirty="0"/>
            <a:t>is quite difficult to achieve in practice </a:t>
          </a:r>
        </a:p>
      </dgm:t>
    </dgm:pt>
    <dgm:pt modelId="{184B6BB7-5101-4E4C-B2D7-297B0EB0D2BD}" type="parTrans" cxnId="{8162DF25-8060-481B-ABCE-8986C85E843A}">
      <dgm:prSet/>
      <dgm:spPr/>
      <dgm:t>
        <a:bodyPr/>
        <a:lstStyle/>
        <a:p>
          <a:endParaRPr lang="en-US"/>
        </a:p>
      </dgm:t>
    </dgm:pt>
    <dgm:pt modelId="{FB29D33A-B244-48AB-8A81-BB93B070F694}" type="sibTrans" cxnId="{8162DF25-8060-481B-ABCE-8986C85E843A}">
      <dgm:prSet/>
      <dgm:spPr/>
      <dgm:t>
        <a:bodyPr/>
        <a:lstStyle/>
        <a:p>
          <a:endParaRPr lang="en-US"/>
        </a:p>
      </dgm:t>
    </dgm:pt>
    <dgm:pt modelId="{AA607136-0D41-4CBF-9CBB-886B385172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because it conflicts with the equally</a:t>
          </a:r>
        </a:p>
      </dgm:t>
    </dgm:pt>
    <dgm:pt modelId="{71F06357-68F3-4D72-9BE3-3135DA82AF62}" type="parTrans" cxnId="{DC6E750D-98E3-4A75-9E16-C2DAF7C99A66}">
      <dgm:prSet/>
      <dgm:spPr/>
      <dgm:t>
        <a:bodyPr/>
        <a:lstStyle/>
        <a:p>
          <a:endParaRPr lang="en-US"/>
        </a:p>
      </dgm:t>
    </dgm:pt>
    <dgm:pt modelId="{BD6BF6F2-30DB-4836-9DA1-76980AC5A18D}" type="sibTrans" cxnId="{DC6E750D-98E3-4A75-9E16-C2DAF7C99A66}">
      <dgm:prSet/>
      <dgm:spPr/>
      <dgm:t>
        <a:bodyPr/>
        <a:lstStyle/>
        <a:p>
          <a:endParaRPr lang="en-US"/>
        </a:p>
      </dgm:t>
    </dgm:pt>
    <dgm:pt modelId="{530C4753-DCF0-4D9F-8CA5-C3904D7F7E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 up</a:t>
          </a:r>
          <a:endParaRPr lang="en-US"/>
        </a:p>
      </dgm:t>
    </dgm:pt>
    <dgm:pt modelId="{BF69903E-9B4D-46F8-BD20-144C58A5D466}" type="parTrans" cxnId="{752E11F9-5A0F-4355-BBAE-9BFDE799EAA9}">
      <dgm:prSet/>
      <dgm:spPr/>
      <dgm:t>
        <a:bodyPr/>
        <a:lstStyle/>
        <a:p>
          <a:endParaRPr lang="en-US"/>
        </a:p>
      </dgm:t>
    </dgm:pt>
    <dgm:pt modelId="{2925BBC6-D0D3-438D-90D9-4FD5DA9EC29C}" type="sibTrans" cxnId="{752E11F9-5A0F-4355-BBAE-9BFDE799EAA9}">
      <dgm:prSet/>
      <dgm:spPr/>
      <dgm:t>
        <a:bodyPr/>
        <a:lstStyle/>
        <a:p>
          <a:endParaRPr lang="en-US"/>
        </a:p>
      </dgm:t>
    </dgm:pt>
    <dgm:pt modelId="{D2E8DEB9-BB9B-4F07-9130-BC0851F27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private key to avoid losing it</a:t>
          </a:r>
        </a:p>
      </dgm:t>
    </dgm:pt>
    <dgm:pt modelId="{291892FE-F41C-451A-8FC0-A3F0937AC24A}" type="parTrans" cxnId="{5F16C019-2550-4FB8-97A7-C29B1C6404E1}">
      <dgm:prSet/>
      <dgm:spPr/>
      <dgm:t>
        <a:bodyPr/>
        <a:lstStyle/>
        <a:p>
          <a:endParaRPr lang="en-US"/>
        </a:p>
      </dgm:t>
    </dgm:pt>
    <dgm:pt modelId="{DCEB0FD8-70FB-4E78-AC50-A70259A47449}" type="sibTrans" cxnId="{5F16C019-2550-4FB8-97A7-C29B1C6404E1}">
      <dgm:prSet/>
      <dgm:spPr/>
      <dgm:t>
        <a:bodyPr/>
        <a:lstStyle/>
        <a:p>
          <a:endParaRPr lang="en-US"/>
        </a:p>
      </dgm:t>
    </dgm:pt>
    <dgm:pt modelId="{AF7CEF2E-3705-4BC0-BC38-E39CF7CA938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Confidentiality is </a:t>
          </a:r>
          <a:r>
            <a:rPr lang="en-US"/>
            <a:t>much</a:t>
          </a:r>
          <a:r>
            <a:rPr lang="tr-TR"/>
            <a:t> </a:t>
          </a:r>
          <a:r>
            <a:rPr lang="en-US"/>
            <a:t>harder</a:t>
          </a:r>
        </a:p>
      </dgm:t>
    </dgm:pt>
    <dgm:pt modelId="{BF8A1225-7E27-4CD0-B6C4-36D2F84E2029}" type="parTrans" cxnId="{8FFD0087-C977-4803-BE52-FFE3DF2E1A46}">
      <dgm:prSet/>
      <dgm:spPr/>
      <dgm:t>
        <a:bodyPr/>
        <a:lstStyle/>
        <a:p>
          <a:endParaRPr lang="en-US"/>
        </a:p>
      </dgm:t>
    </dgm:pt>
    <dgm:pt modelId="{932E5C88-E61B-48C1-9906-EDEAF186FA38}" type="sibTrans" cxnId="{8FFD0087-C977-4803-BE52-FFE3DF2E1A46}">
      <dgm:prSet/>
      <dgm:spPr/>
      <dgm:t>
        <a:bodyPr/>
        <a:lstStyle/>
        <a:p>
          <a:endParaRPr lang="en-US"/>
        </a:p>
      </dgm:t>
    </dgm:pt>
    <dgm:pt modelId="{44BDDAE2-77F6-4087-AE75-4C75A88AE5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Move of Private Keys</a:t>
          </a:r>
          <a:endParaRPr lang="en-US"/>
        </a:p>
      </dgm:t>
    </dgm:pt>
    <dgm:pt modelId="{DAF358F1-6099-48F3-A1BB-1AC99BE382FB}" type="parTrans" cxnId="{5B9C6720-0389-45B5-953F-24E84F57D2E2}">
      <dgm:prSet/>
      <dgm:spPr/>
      <dgm:t>
        <a:bodyPr/>
        <a:lstStyle/>
        <a:p>
          <a:endParaRPr lang="en-US"/>
        </a:p>
      </dgm:t>
    </dgm:pt>
    <dgm:pt modelId="{DA31F736-A1AF-4F6B-B219-2E426B754C77}" type="sibTrans" cxnId="{5B9C6720-0389-45B5-953F-24E84F57D2E2}">
      <dgm:prSet/>
      <dgm:spPr/>
      <dgm:t>
        <a:bodyPr/>
        <a:lstStyle/>
        <a:p>
          <a:endParaRPr lang="en-US"/>
        </a:p>
      </dgm:t>
    </dgm:pt>
    <dgm:pt modelId="{B64160D3-4CB2-49BF-8758-8F2681CD3E6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From one wallet to another</a:t>
          </a:r>
          <a:endParaRPr lang="en-US"/>
        </a:p>
      </dgm:t>
    </dgm:pt>
    <dgm:pt modelId="{2CB332E2-1AF0-4739-A26A-00F415B61A8B}" type="parTrans" cxnId="{DD1D5014-17B9-4853-B6C6-7E76A7344A0C}">
      <dgm:prSet/>
      <dgm:spPr/>
      <dgm:t>
        <a:bodyPr/>
        <a:lstStyle/>
        <a:p>
          <a:endParaRPr lang="en-US"/>
        </a:p>
      </dgm:t>
    </dgm:pt>
    <dgm:pt modelId="{D32338DD-481B-44BD-9E93-2CFC7FB6C057}" type="sibTrans" cxnId="{DD1D5014-17B9-4853-B6C6-7E76A7344A0C}">
      <dgm:prSet/>
      <dgm:spPr/>
      <dgm:t>
        <a:bodyPr/>
        <a:lstStyle/>
        <a:p>
          <a:endParaRPr lang="en-US"/>
        </a:p>
      </dgm:t>
    </dgm:pt>
    <dgm:pt modelId="{4338B593-5A4E-4C2C-A9FF-4BD7032E8FA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on paper</a:t>
          </a:r>
          <a:endParaRPr lang="en-US"/>
        </a:p>
      </dgm:t>
    </dgm:pt>
    <dgm:pt modelId="{77EBF3BF-2637-42BC-85BC-45BB540C1D29}" type="parTrans" cxnId="{A3695055-2FDF-4CA7-B43A-8B0840DC3765}">
      <dgm:prSet/>
      <dgm:spPr/>
      <dgm:t>
        <a:bodyPr/>
        <a:lstStyle/>
        <a:p>
          <a:endParaRPr lang="en-US"/>
        </a:p>
      </dgm:t>
    </dgm:pt>
    <dgm:pt modelId="{38DF2239-6DCF-4A35-852A-51F06CA66F38}" type="sibTrans" cxnId="{A3695055-2FDF-4CA7-B43A-8B0840DC3765}">
      <dgm:prSet/>
      <dgm:spPr/>
      <dgm:t>
        <a:bodyPr/>
        <a:lstStyle/>
        <a:p>
          <a:endParaRPr lang="en-US"/>
        </a:p>
      </dgm:t>
    </dgm:pt>
    <dgm:pt modelId="{11AB6AE6-D12E-4584-9BA9-1A85C0F228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Store on external media</a:t>
          </a:r>
          <a:endParaRPr lang="en-US"/>
        </a:p>
      </dgm:t>
    </dgm:pt>
    <dgm:pt modelId="{13507405-F87D-4D28-B25D-F6303D2A71B0}" type="parTrans" cxnId="{F1703DCA-D264-4ED4-819A-17423EDC9A67}">
      <dgm:prSet/>
      <dgm:spPr/>
      <dgm:t>
        <a:bodyPr/>
        <a:lstStyle/>
        <a:p>
          <a:endParaRPr lang="en-US"/>
        </a:p>
      </dgm:t>
    </dgm:pt>
    <dgm:pt modelId="{8E6CC3B3-0AB2-47EB-A50B-5FEF55408992}" type="sibTrans" cxnId="{F1703DCA-D264-4ED4-819A-17423EDC9A67}">
      <dgm:prSet/>
      <dgm:spPr/>
      <dgm:t>
        <a:bodyPr/>
        <a:lstStyle/>
        <a:p>
          <a:endParaRPr lang="en-US"/>
        </a:p>
      </dgm:t>
    </dgm:pt>
    <dgm:pt modelId="{CC5BBA23-B199-4372-9FF0-F5DFE34DC98F}" type="pres">
      <dgm:prSet presAssocID="{B86A6C99-7EFE-4387-9252-140B33EC869B}" presName="root" presStyleCnt="0">
        <dgm:presLayoutVars>
          <dgm:dir/>
          <dgm:resizeHandles val="exact"/>
        </dgm:presLayoutVars>
      </dgm:prSet>
      <dgm:spPr/>
    </dgm:pt>
    <dgm:pt modelId="{668F6A81-7526-4F2F-991B-A5175E7E2EA5}" type="pres">
      <dgm:prSet presAssocID="{56D58290-645A-43CF-A9F5-35B2A4D142F5}" presName="compNode" presStyleCnt="0"/>
      <dgm:spPr/>
    </dgm:pt>
    <dgm:pt modelId="{C686591B-22D0-4551-9D41-33AF3CA5919D}" type="pres">
      <dgm:prSet presAssocID="{56D58290-645A-43CF-A9F5-35B2A4D142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8A874E-2BC2-4F59-8B9F-4FC65EA9EC88}" type="pres">
      <dgm:prSet presAssocID="{56D58290-645A-43CF-A9F5-35B2A4D142F5}" presName="iconSpace" presStyleCnt="0"/>
      <dgm:spPr/>
    </dgm:pt>
    <dgm:pt modelId="{2235A0A0-CD93-4091-B8C7-BEB71F14F67E}" type="pres">
      <dgm:prSet presAssocID="{56D58290-645A-43CF-A9F5-35B2A4D142F5}" presName="parTx" presStyleLbl="revTx" presStyleIdx="0" presStyleCnt="8">
        <dgm:presLayoutVars>
          <dgm:chMax val="0"/>
          <dgm:chPref val="0"/>
        </dgm:presLayoutVars>
      </dgm:prSet>
      <dgm:spPr/>
    </dgm:pt>
    <dgm:pt modelId="{69F4D9FA-805D-4346-90C3-49AC60C7F9F7}" type="pres">
      <dgm:prSet presAssocID="{56D58290-645A-43CF-A9F5-35B2A4D142F5}" presName="txSpace" presStyleCnt="0"/>
      <dgm:spPr/>
    </dgm:pt>
    <dgm:pt modelId="{FDD359F0-777B-458A-8937-F8EDF82686A8}" type="pres">
      <dgm:prSet presAssocID="{56D58290-645A-43CF-A9F5-35B2A4D142F5}" presName="desTx" presStyleLbl="revTx" presStyleIdx="1" presStyleCnt="8">
        <dgm:presLayoutVars/>
      </dgm:prSet>
      <dgm:spPr/>
    </dgm:pt>
    <dgm:pt modelId="{BEFAFD32-26DB-4748-9A67-869FA8EA7D0E}" type="pres">
      <dgm:prSet presAssocID="{6197F2F6-DB99-4E63-BCE9-040B788FBBC5}" presName="sibTrans" presStyleCnt="0"/>
      <dgm:spPr/>
    </dgm:pt>
    <dgm:pt modelId="{D34D6DA9-0112-4DCB-8F5E-343B55EA4C7C}" type="pres">
      <dgm:prSet presAssocID="{4C11223F-A753-4E6F-ACFA-57A8891EDDEB}" presName="compNode" presStyleCnt="0"/>
      <dgm:spPr/>
    </dgm:pt>
    <dgm:pt modelId="{6176F19F-8AC5-4276-990C-D42959695B17}" type="pres">
      <dgm:prSet presAssocID="{4C11223F-A753-4E6F-ACFA-57A8891EDD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E299B8B-CA43-4E7D-A22C-DBE9F125D77D}" type="pres">
      <dgm:prSet presAssocID="{4C11223F-A753-4E6F-ACFA-57A8891EDDEB}" presName="iconSpace" presStyleCnt="0"/>
      <dgm:spPr/>
    </dgm:pt>
    <dgm:pt modelId="{4BF729F3-4738-4F31-90E0-9E2D4E0EEC96}" type="pres">
      <dgm:prSet presAssocID="{4C11223F-A753-4E6F-ACFA-57A8891EDDEB}" presName="parTx" presStyleLbl="revTx" presStyleIdx="2" presStyleCnt="8">
        <dgm:presLayoutVars>
          <dgm:chMax val="0"/>
          <dgm:chPref val="0"/>
        </dgm:presLayoutVars>
      </dgm:prSet>
      <dgm:spPr/>
    </dgm:pt>
    <dgm:pt modelId="{AA0BB5AA-6257-4087-B01B-1D7B418664D2}" type="pres">
      <dgm:prSet presAssocID="{4C11223F-A753-4E6F-ACFA-57A8891EDDEB}" presName="txSpace" presStyleCnt="0"/>
      <dgm:spPr/>
    </dgm:pt>
    <dgm:pt modelId="{316E7B8B-9ECA-4C2D-9576-78FB398CE881}" type="pres">
      <dgm:prSet presAssocID="{4C11223F-A753-4E6F-ACFA-57A8891EDDEB}" presName="desTx" presStyleLbl="revTx" presStyleIdx="3" presStyleCnt="8">
        <dgm:presLayoutVars/>
      </dgm:prSet>
      <dgm:spPr/>
    </dgm:pt>
    <dgm:pt modelId="{077B75E4-085E-4A8C-ADF0-E38A4D74BAAC}" type="pres">
      <dgm:prSet presAssocID="{1FCFA570-2AE2-4306-A20F-98F79AE9A289}" presName="sibTrans" presStyleCnt="0"/>
      <dgm:spPr/>
    </dgm:pt>
    <dgm:pt modelId="{5BABF1DC-5E01-4E75-974D-E9C63D78EF84}" type="pres">
      <dgm:prSet presAssocID="{530C4753-DCF0-4D9F-8CA5-C3904D7F7E6D}" presName="compNode" presStyleCnt="0"/>
      <dgm:spPr/>
    </dgm:pt>
    <dgm:pt modelId="{822C1079-0171-4795-B47D-C383C337489D}" type="pres">
      <dgm:prSet presAssocID="{530C4753-DCF0-4D9F-8CA5-C3904D7F7E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6032A5-4CAA-47FA-801C-BDD73F358F30}" type="pres">
      <dgm:prSet presAssocID="{530C4753-DCF0-4D9F-8CA5-C3904D7F7E6D}" presName="iconSpace" presStyleCnt="0"/>
      <dgm:spPr/>
    </dgm:pt>
    <dgm:pt modelId="{E142371C-6F4F-4389-B04B-32DEACBBAE4A}" type="pres">
      <dgm:prSet presAssocID="{530C4753-DCF0-4D9F-8CA5-C3904D7F7E6D}" presName="parTx" presStyleLbl="revTx" presStyleIdx="4" presStyleCnt="8">
        <dgm:presLayoutVars>
          <dgm:chMax val="0"/>
          <dgm:chPref val="0"/>
        </dgm:presLayoutVars>
      </dgm:prSet>
      <dgm:spPr/>
    </dgm:pt>
    <dgm:pt modelId="{74EE323A-CEA7-4884-9025-BF4E8BEDE637}" type="pres">
      <dgm:prSet presAssocID="{530C4753-DCF0-4D9F-8CA5-C3904D7F7E6D}" presName="txSpace" presStyleCnt="0"/>
      <dgm:spPr/>
    </dgm:pt>
    <dgm:pt modelId="{8235171F-2F05-4454-8AE9-BA38BA8EBBCC}" type="pres">
      <dgm:prSet presAssocID="{530C4753-DCF0-4D9F-8CA5-C3904D7F7E6D}" presName="desTx" presStyleLbl="revTx" presStyleIdx="5" presStyleCnt="8">
        <dgm:presLayoutVars/>
      </dgm:prSet>
      <dgm:spPr/>
    </dgm:pt>
    <dgm:pt modelId="{D9D976ED-82A5-41B2-AA5E-195FE1AF7944}" type="pres">
      <dgm:prSet presAssocID="{2925BBC6-D0D3-438D-90D9-4FD5DA9EC29C}" presName="sibTrans" presStyleCnt="0"/>
      <dgm:spPr/>
    </dgm:pt>
    <dgm:pt modelId="{A94FD533-285D-488E-ACA0-D6B0DA5AFC1C}" type="pres">
      <dgm:prSet presAssocID="{44BDDAE2-77F6-4087-AE75-4C75A88AE5E0}" presName="compNode" presStyleCnt="0"/>
      <dgm:spPr/>
    </dgm:pt>
    <dgm:pt modelId="{4AB81001-E7FD-4EA6-93FE-503DC7AE15F4}" type="pres">
      <dgm:prSet presAssocID="{44BDDAE2-77F6-4087-AE75-4C75A88AE5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CAB46A21-78BA-48AC-B96B-B36C222ADFF6}" type="pres">
      <dgm:prSet presAssocID="{44BDDAE2-77F6-4087-AE75-4C75A88AE5E0}" presName="iconSpace" presStyleCnt="0"/>
      <dgm:spPr/>
    </dgm:pt>
    <dgm:pt modelId="{35F5BCCC-5A1D-4E23-86B0-B312F8E04ED6}" type="pres">
      <dgm:prSet presAssocID="{44BDDAE2-77F6-4087-AE75-4C75A88AE5E0}" presName="parTx" presStyleLbl="revTx" presStyleIdx="6" presStyleCnt="8">
        <dgm:presLayoutVars>
          <dgm:chMax val="0"/>
          <dgm:chPref val="0"/>
        </dgm:presLayoutVars>
      </dgm:prSet>
      <dgm:spPr/>
    </dgm:pt>
    <dgm:pt modelId="{6A79F910-7A58-4DE4-B60C-091124413E76}" type="pres">
      <dgm:prSet presAssocID="{44BDDAE2-77F6-4087-AE75-4C75A88AE5E0}" presName="txSpace" presStyleCnt="0"/>
      <dgm:spPr/>
    </dgm:pt>
    <dgm:pt modelId="{780FAC34-5387-4895-839A-0E375D3973A6}" type="pres">
      <dgm:prSet presAssocID="{44BDDAE2-77F6-4087-AE75-4C75A88AE5E0}" presName="desTx" presStyleLbl="revTx" presStyleIdx="7" presStyleCnt="8">
        <dgm:presLayoutVars/>
      </dgm:prSet>
      <dgm:spPr/>
    </dgm:pt>
  </dgm:ptLst>
  <dgm:cxnLst>
    <dgm:cxn modelId="{DC6E750D-98E3-4A75-9E16-C2DAF7C99A66}" srcId="{4C11223F-A753-4E6F-ACFA-57A8891EDDEB}" destId="{AA607136-0D41-4CBF-9CBB-886B385172AE}" srcOrd="1" destOrd="0" parTransId="{71F06357-68F3-4D72-9BE3-3135DA82AF62}" sibTransId="{BD6BF6F2-30DB-4836-9DA1-76980AC5A18D}"/>
    <dgm:cxn modelId="{DD1D5014-17B9-4853-B6C6-7E76A7344A0C}" srcId="{44BDDAE2-77F6-4087-AE75-4C75A88AE5E0}" destId="{B64160D3-4CB2-49BF-8758-8F2681CD3E62}" srcOrd="0" destOrd="0" parTransId="{2CB332E2-1AF0-4739-A26A-00F415B61A8B}" sibTransId="{D32338DD-481B-44BD-9E93-2CFC7FB6C057}"/>
    <dgm:cxn modelId="{5F16C019-2550-4FB8-97A7-C29B1C6404E1}" srcId="{530C4753-DCF0-4D9F-8CA5-C3904D7F7E6D}" destId="{D2E8DEB9-BB9B-4F07-9130-BC0851F27A4F}" srcOrd="0" destOrd="0" parTransId="{291892FE-F41C-451A-8FC0-A3F0937AC24A}" sibTransId="{DCEB0FD8-70FB-4E78-AC50-A70259A47449}"/>
    <dgm:cxn modelId="{5B9C6720-0389-45B5-953F-24E84F57D2E2}" srcId="{B86A6C99-7EFE-4387-9252-140B33EC869B}" destId="{44BDDAE2-77F6-4087-AE75-4C75A88AE5E0}" srcOrd="3" destOrd="0" parTransId="{DAF358F1-6099-48F3-A1BB-1AC99BE382FB}" sibTransId="{DA31F736-A1AF-4F6B-B219-2E426B754C77}"/>
    <dgm:cxn modelId="{4F1D4C25-16C4-49B4-8B94-3DC8DBE5466A}" type="presOf" srcId="{530C4753-DCF0-4D9F-8CA5-C3904D7F7E6D}" destId="{E142371C-6F4F-4389-B04B-32DEACBBAE4A}" srcOrd="0" destOrd="0" presId="urn:microsoft.com/office/officeart/2018/5/layout/CenteredIconLabelDescriptionList"/>
    <dgm:cxn modelId="{8162DF25-8060-481B-ABCE-8986C85E843A}" srcId="{4C11223F-A753-4E6F-ACFA-57A8891EDDEB}" destId="{EE694FDE-DB44-4C56-A005-B8F95494F327}" srcOrd="0" destOrd="0" parTransId="{184B6BB7-5101-4E4C-B2D7-297B0EB0D2BD}" sibTransId="{FB29D33A-B244-48AB-8A81-BB93B070F694}"/>
    <dgm:cxn modelId="{16573A2C-53C8-49BA-A604-C09405B75016}" type="presOf" srcId="{B86A6C99-7EFE-4387-9252-140B33EC869B}" destId="{CC5BBA23-B199-4372-9FF0-F5DFE34DC98F}" srcOrd="0" destOrd="0" presId="urn:microsoft.com/office/officeart/2018/5/layout/CenteredIconLabelDescriptionList"/>
    <dgm:cxn modelId="{D6D39B37-3BE9-4369-9A5F-2E9C9AB32656}" type="presOf" srcId="{EE694FDE-DB44-4C56-A005-B8F95494F327}" destId="{316E7B8B-9ECA-4C2D-9576-78FB398CE881}" srcOrd="0" destOrd="0" presId="urn:microsoft.com/office/officeart/2018/5/layout/CenteredIconLabelDescriptionList"/>
    <dgm:cxn modelId="{A3695055-2FDF-4CA7-B43A-8B0840DC3765}" srcId="{44BDDAE2-77F6-4087-AE75-4C75A88AE5E0}" destId="{4338B593-5A4E-4C2C-A9FF-4BD7032E8FAB}" srcOrd="1" destOrd="0" parTransId="{77EBF3BF-2637-42BC-85BC-45BB540C1D29}" sibTransId="{38DF2239-6DCF-4A35-852A-51F06CA66F38}"/>
    <dgm:cxn modelId="{E550ED56-418D-4CCC-9FD2-E9A329E2875B}" type="presOf" srcId="{4338B593-5A4E-4C2C-A9FF-4BD7032E8FAB}" destId="{780FAC34-5387-4895-839A-0E375D3973A6}" srcOrd="0" destOrd="1" presId="urn:microsoft.com/office/officeart/2018/5/layout/CenteredIconLabelDescriptionList"/>
    <dgm:cxn modelId="{8FFD0087-C977-4803-BE52-FFE3DF2E1A46}" srcId="{530C4753-DCF0-4D9F-8CA5-C3904D7F7E6D}" destId="{AF7CEF2E-3705-4BC0-BC38-E39CF7CA9381}" srcOrd="1" destOrd="0" parTransId="{BF8A1225-7E27-4CD0-B6C4-36D2F84E2029}" sibTransId="{932E5C88-E61B-48C1-9906-EDEAF186FA38}"/>
    <dgm:cxn modelId="{7D960288-DC1F-4300-89EA-F6742234CE1F}" type="presOf" srcId="{56D58290-645A-43CF-A9F5-35B2A4D142F5}" destId="{2235A0A0-CD93-4091-B8C7-BEB71F14F67E}" srcOrd="0" destOrd="0" presId="urn:microsoft.com/office/officeart/2018/5/layout/CenteredIconLabelDescriptionList"/>
    <dgm:cxn modelId="{1961E891-F8BE-469C-9EFC-B26F61A78E63}" type="presOf" srcId="{AA607136-0D41-4CBF-9CBB-886B385172AE}" destId="{316E7B8B-9ECA-4C2D-9576-78FB398CE881}" srcOrd="0" destOrd="1" presId="urn:microsoft.com/office/officeart/2018/5/layout/CenteredIconLabelDescriptionList"/>
    <dgm:cxn modelId="{CE4DF894-0FF9-49F2-B451-8431410C3DC5}" type="presOf" srcId="{D2E8DEB9-BB9B-4F07-9130-BC0851F27A4F}" destId="{8235171F-2F05-4454-8AE9-BA38BA8EBBCC}" srcOrd="0" destOrd="0" presId="urn:microsoft.com/office/officeart/2018/5/layout/CenteredIconLabelDescriptionList"/>
    <dgm:cxn modelId="{0373E4B3-628A-4885-B1D5-5333E849FDE2}" srcId="{56D58290-645A-43CF-A9F5-35B2A4D142F5}" destId="{C40FBC9A-740A-4DC8-978B-1C7AC3C7F665}" srcOrd="0" destOrd="0" parTransId="{FDE68F2F-2957-403F-88BB-072A13CD6EF9}" sibTransId="{B5C32458-21E6-4DFB-9159-560794D3967D}"/>
    <dgm:cxn modelId="{F1703DCA-D264-4ED4-819A-17423EDC9A67}" srcId="{44BDDAE2-77F6-4087-AE75-4C75A88AE5E0}" destId="{11AB6AE6-D12E-4584-9BA9-1A85C0F228FD}" srcOrd="2" destOrd="0" parTransId="{13507405-F87D-4D28-B25D-F6303D2A71B0}" sibTransId="{8E6CC3B3-0AB2-47EB-A50B-5FEF55408992}"/>
    <dgm:cxn modelId="{01DC69E3-3304-468D-947F-5CE64ECBF6D3}" type="presOf" srcId="{C40FBC9A-740A-4DC8-978B-1C7AC3C7F665}" destId="{FDD359F0-777B-458A-8937-F8EDF82686A8}" srcOrd="0" destOrd="0" presId="urn:microsoft.com/office/officeart/2018/5/layout/CenteredIconLabelDescriptionList"/>
    <dgm:cxn modelId="{0E44B2E8-AC6E-44C2-9A78-067E7745AECB}" type="presOf" srcId="{AF7CEF2E-3705-4BC0-BC38-E39CF7CA9381}" destId="{8235171F-2F05-4454-8AE9-BA38BA8EBBCC}" srcOrd="0" destOrd="1" presId="urn:microsoft.com/office/officeart/2018/5/layout/CenteredIconLabelDescriptionList"/>
    <dgm:cxn modelId="{B564EFEB-CC78-4F89-9899-D9E4C9CD732A}" type="presOf" srcId="{4C11223F-A753-4E6F-ACFA-57A8891EDDEB}" destId="{4BF729F3-4738-4F31-90E0-9E2D4E0EEC96}" srcOrd="0" destOrd="0" presId="urn:microsoft.com/office/officeart/2018/5/layout/CenteredIconLabelDescriptionList"/>
    <dgm:cxn modelId="{F74A39EC-8F64-4236-8F0C-B6476BBBE21D}" type="presOf" srcId="{B64160D3-4CB2-49BF-8758-8F2681CD3E62}" destId="{780FAC34-5387-4895-839A-0E375D3973A6}" srcOrd="0" destOrd="0" presId="urn:microsoft.com/office/officeart/2018/5/layout/CenteredIconLabelDescriptionList"/>
    <dgm:cxn modelId="{0480ADF2-3DDA-4533-9145-7054F9D338F9}" type="presOf" srcId="{44BDDAE2-77F6-4087-AE75-4C75A88AE5E0}" destId="{35F5BCCC-5A1D-4E23-86B0-B312F8E04ED6}" srcOrd="0" destOrd="0" presId="urn:microsoft.com/office/officeart/2018/5/layout/CenteredIconLabelDescriptionList"/>
    <dgm:cxn modelId="{0AFBDBF4-69BE-4B77-9860-C5A5E90F6636}" srcId="{B86A6C99-7EFE-4387-9252-140B33EC869B}" destId="{56D58290-645A-43CF-A9F5-35B2A4D142F5}" srcOrd="0" destOrd="0" parTransId="{0FB359FA-9122-467B-A1B0-D87FC4DF15CB}" sibTransId="{6197F2F6-DB99-4E63-BCE9-040B788FBBC5}"/>
    <dgm:cxn modelId="{752E11F9-5A0F-4355-BBAE-9BFDE799EAA9}" srcId="{B86A6C99-7EFE-4387-9252-140B33EC869B}" destId="{530C4753-DCF0-4D9F-8CA5-C3904D7F7E6D}" srcOrd="2" destOrd="0" parTransId="{BF69903E-9B4D-46F8-BD20-144C58A5D466}" sibTransId="{2925BBC6-D0D3-438D-90D9-4FD5DA9EC29C}"/>
    <dgm:cxn modelId="{6449CCF9-D92D-4414-8183-8E17183C8008}" type="presOf" srcId="{11AB6AE6-D12E-4584-9BA9-1A85C0F228FD}" destId="{780FAC34-5387-4895-839A-0E375D3973A6}" srcOrd="0" destOrd="2" presId="urn:microsoft.com/office/officeart/2018/5/layout/CenteredIconLabelDescriptionList"/>
    <dgm:cxn modelId="{55613EFC-95D5-4E12-9D6A-ECC79EB98172}" srcId="{B86A6C99-7EFE-4387-9252-140B33EC869B}" destId="{4C11223F-A753-4E6F-ACFA-57A8891EDDEB}" srcOrd="1" destOrd="0" parTransId="{9F52EF79-ABFB-43F5-81FD-0BDF963A3E39}" sibTransId="{1FCFA570-2AE2-4306-A20F-98F79AE9A289}"/>
    <dgm:cxn modelId="{4D4F0E80-C2FA-4242-8FA0-104499A0F074}" type="presParOf" srcId="{CC5BBA23-B199-4372-9FF0-F5DFE34DC98F}" destId="{668F6A81-7526-4F2F-991B-A5175E7E2EA5}" srcOrd="0" destOrd="0" presId="urn:microsoft.com/office/officeart/2018/5/layout/CenteredIconLabelDescriptionList"/>
    <dgm:cxn modelId="{8567CC06-85F9-4BFA-B154-47952B3A60E3}" type="presParOf" srcId="{668F6A81-7526-4F2F-991B-A5175E7E2EA5}" destId="{C686591B-22D0-4551-9D41-33AF3CA5919D}" srcOrd="0" destOrd="0" presId="urn:microsoft.com/office/officeart/2018/5/layout/CenteredIconLabelDescriptionList"/>
    <dgm:cxn modelId="{B6AB690F-7DB5-4E0C-A342-AE22368A0CE2}" type="presParOf" srcId="{668F6A81-7526-4F2F-991B-A5175E7E2EA5}" destId="{148A874E-2BC2-4F59-8B9F-4FC65EA9EC88}" srcOrd="1" destOrd="0" presId="urn:microsoft.com/office/officeart/2018/5/layout/CenteredIconLabelDescriptionList"/>
    <dgm:cxn modelId="{BACB8B7E-335A-4709-AA14-580EA1CC6C0F}" type="presParOf" srcId="{668F6A81-7526-4F2F-991B-A5175E7E2EA5}" destId="{2235A0A0-CD93-4091-B8C7-BEB71F14F67E}" srcOrd="2" destOrd="0" presId="urn:microsoft.com/office/officeart/2018/5/layout/CenteredIconLabelDescriptionList"/>
    <dgm:cxn modelId="{EC5F8D0D-7FAE-45DE-9AF5-6C1745AB8405}" type="presParOf" srcId="{668F6A81-7526-4F2F-991B-A5175E7E2EA5}" destId="{69F4D9FA-805D-4346-90C3-49AC60C7F9F7}" srcOrd="3" destOrd="0" presId="urn:microsoft.com/office/officeart/2018/5/layout/CenteredIconLabelDescriptionList"/>
    <dgm:cxn modelId="{A521AAA3-135A-4241-8B13-88EBB613626A}" type="presParOf" srcId="{668F6A81-7526-4F2F-991B-A5175E7E2EA5}" destId="{FDD359F0-777B-458A-8937-F8EDF82686A8}" srcOrd="4" destOrd="0" presId="urn:microsoft.com/office/officeart/2018/5/layout/CenteredIconLabelDescriptionList"/>
    <dgm:cxn modelId="{701DA5CB-7115-43EA-ACD2-6BF6B2322B08}" type="presParOf" srcId="{CC5BBA23-B199-4372-9FF0-F5DFE34DC98F}" destId="{BEFAFD32-26DB-4748-9A67-869FA8EA7D0E}" srcOrd="1" destOrd="0" presId="urn:microsoft.com/office/officeart/2018/5/layout/CenteredIconLabelDescriptionList"/>
    <dgm:cxn modelId="{DB87F0C4-F853-47BC-8DAB-6C2335FF67E6}" type="presParOf" srcId="{CC5BBA23-B199-4372-9FF0-F5DFE34DC98F}" destId="{D34D6DA9-0112-4DCB-8F5E-343B55EA4C7C}" srcOrd="2" destOrd="0" presId="urn:microsoft.com/office/officeart/2018/5/layout/CenteredIconLabelDescriptionList"/>
    <dgm:cxn modelId="{AD7EA557-59B5-48AE-8707-5D3345E49893}" type="presParOf" srcId="{D34D6DA9-0112-4DCB-8F5E-343B55EA4C7C}" destId="{6176F19F-8AC5-4276-990C-D42959695B17}" srcOrd="0" destOrd="0" presId="urn:microsoft.com/office/officeart/2018/5/layout/CenteredIconLabelDescriptionList"/>
    <dgm:cxn modelId="{9D1779DA-7110-420F-AF96-152B3BB58A94}" type="presParOf" srcId="{D34D6DA9-0112-4DCB-8F5E-343B55EA4C7C}" destId="{6E299B8B-CA43-4E7D-A22C-DBE9F125D77D}" srcOrd="1" destOrd="0" presId="urn:microsoft.com/office/officeart/2018/5/layout/CenteredIconLabelDescriptionList"/>
    <dgm:cxn modelId="{4FEC828B-62EF-4375-AC85-4CB301E82F74}" type="presParOf" srcId="{D34D6DA9-0112-4DCB-8F5E-343B55EA4C7C}" destId="{4BF729F3-4738-4F31-90E0-9E2D4E0EEC96}" srcOrd="2" destOrd="0" presId="urn:microsoft.com/office/officeart/2018/5/layout/CenteredIconLabelDescriptionList"/>
    <dgm:cxn modelId="{1ABEAAF6-4DEA-4D9C-8D56-FC0F5D5A1657}" type="presParOf" srcId="{D34D6DA9-0112-4DCB-8F5E-343B55EA4C7C}" destId="{AA0BB5AA-6257-4087-B01B-1D7B418664D2}" srcOrd="3" destOrd="0" presId="urn:microsoft.com/office/officeart/2018/5/layout/CenteredIconLabelDescriptionList"/>
    <dgm:cxn modelId="{58937456-AD71-475F-BCF4-D042FBE7401B}" type="presParOf" srcId="{D34D6DA9-0112-4DCB-8F5E-343B55EA4C7C}" destId="{316E7B8B-9ECA-4C2D-9576-78FB398CE881}" srcOrd="4" destOrd="0" presId="urn:microsoft.com/office/officeart/2018/5/layout/CenteredIconLabelDescriptionList"/>
    <dgm:cxn modelId="{6E4F9F5D-A1E6-4343-BB5E-7E78714B8409}" type="presParOf" srcId="{CC5BBA23-B199-4372-9FF0-F5DFE34DC98F}" destId="{077B75E4-085E-4A8C-ADF0-E38A4D74BAAC}" srcOrd="3" destOrd="0" presId="urn:microsoft.com/office/officeart/2018/5/layout/CenteredIconLabelDescriptionList"/>
    <dgm:cxn modelId="{7A44FF72-8D98-46B3-924E-BF85BE0755B8}" type="presParOf" srcId="{CC5BBA23-B199-4372-9FF0-F5DFE34DC98F}" destId="{5BABF1DC-5E01-4E75-974D-E9C63D78EF84}" srcOrd="4" destOrd="0" presId="urn:microsoft.com/office/officeart/2018/5/layout/CenteredIconLabelDescriptionList"/>
    <dgm:cxn modelId="{EF808F4F-80BC-4D26-B3F5-32ED2D409CA3}" type="presParOf" srcId="{5BABF1DC-5E01-4E75-974D-E9C63D78EF84}" destId="{822C1079-0171-4795-B47D-C383C337489D}" srcOrd="0" destOrd="0" presId="urn:microsoft.com/office/officeart/2018/5/layout/CenteredIconLabelDescriptionList"/>
    <dgm:cxn modelId="{B40E7952-ED53-4E79-82D7-2A0A548F2CDC}" type="presParOf" srcId="{5BABF1DC-5E01-4E75-974D-E9C63D78EF84}" destId="{DA6032A5-4CAA-47FA-801C-BDD73F358F30}" srcOrd="1" destOrd="0" presId="urn:microsoft.com/office/officeart/2018/5/layout/CenteredIconLabelDescriptionList"/>
    <dgm:cxn modelId="{82404D83-A936-4D59-8B21-0FF7438781AF}" type="presParOf" srcId="{5BABF1DC-5E01-4E75-974D-E9C63D78EF84}" destId="{E142371C-6F4F-4389-B04B-32DEACBBAE4A}" srcOrd="2" destOrd="0" presId="urn:microsoft.com/office/officeart/2018/5/layout/CenteredIconLabelDescriptionList"/>
    <dgm:cxn modelId="{CC9B4A35-70F1-4824-91CE-DC60341F03F5}" type="presParOf" srcId="{5BABF1DC-5E01-4E75-974D-E9C63D78EF84}" destId="{74EE323A-CEA7-4884-9025-BF4E8BEDE637}" srcOrd="3" destOrd="0" presId="urn:microsoft.com/office/officeart/2018/5/layout/CenteredIconLabelDescriptionList"/>
    <dgm:cxn modelId="{961D4462-98EE-4126-ADDB-19FCE2A24472}" type="presParOf" srcId="{5BABF1DC-5E01-4E75-974D-E9C63D78EF84}" destId="{8235171F-2F05-4454-8AE9-BA38BA8EBBCC}" srcOrd="4" destOrd="0" presId="urn:microsoft.com/office/officeart/2018/5/layout/CenteredIconLabelDescriptionList"/>
    <dgm:cxn modelId="{A3C55CC7-334D-4EA2-89AD-5BCC6224D94F}" type="presParOf" srcId="{CC5BBA23-B199-4372-9FF0-F5DFE34DC98F}" destId="{D9D976ED-82A5-41B2-AA5E-195FE1AF7944}" srcOrd="5" destOrd="0" presId="urn:microsoft.com/office/officeart/2018/5/layout/CenteredIconLabelDescriptionList"/>
    <dgm:cxn modelId="{06197857-DCE4-43F4-99D4-3DA246B903A5}" type="presParOf" srcId="{CC5BBA23-B199-4372-9FF0-F5DFE34DC98F}" destId="{A94FD533-285D-488E-ACA0-D6B0DA5AFC1C}" srcOrd="6" destOrd="0" presId="urn:microsoft.com/office/officeart/2018/5/layout/CenteredIconLabelDescriptionList"/>
    <dgm:cxn modelId="{AA8C95E6-8204-49F7-B8E2-78171715D9E4}" type="presParOf" srcId="{A94FD533-285D-488E-ACA0-D6B0DA5AFC1C}" destId="{4AB81001-E7FD-4EA6-93FE-503DC7AE15F4}" srcOrd="0" destOrd="0" presId="urn:microsoft.com/office/officeart/2018/5/layout/CenteredIconLabelDescriptionList"/>
    <dgm:cxn modelId="{CEA01D25-5013-4E65-8284-9C9B2DA34301}" type="presParOf" srcId="{A94FD533-285D-488E-ACA0-D6B0DA5AFC1C}" destId="{CAB46A21-78BA-48AC-B96B-B36C222ADFF6}" srcOrd="1" destOrd="0" presId="urn:microsoft.com/office/officeart/2018/5/layout/CenteredIconLabelDescriptionList"/>
    <dgm:cxn modelId="{18D1CE73-4F53-4B2F-9B30-37A38541CBC2}" type="presParOf" srcId="{A94FD533-285D-488E-ACA0-D6B0DA5AFC1C}" destId="{35F5BCCC-5A1D-4E23-86B0-B312F8E04ED6}" srcOrd="2" destOrd="0" presId="urn:microsoft.com/office/officeart/2018/5/layout/CenteredIconLabelDescriptionList"/>
    <dgm:cxn modelId="{0B24A43E-95AA-4447-9003-F37D96E9A801}" type="presParOf" srcId="{A94FD533-285D-488E-ACA0-D6B0DA5AFC1C}" destId="{6A79F910-7A58-4DE4-B60C-091124413E76}" srcOrd="3" destOrd="0" presId="urn:microsoft.com/office/officeart/2018/5/layout/CenteredIconLabelDescriptionList"/>
    <dgm:cxn modelId="{320132EF-13FE-4934-9C97-DC6112803124}" type="presParOf" srcId="{A94FD533-285D-488E-ACA0-D6B0DA5AFC1C}" destId="{780FAC34-5387-4895-839A-0E375D3973A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5915ACBA-D591-4625-9C80-ADEBAC0EA96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79E72D-FE09-4966-93C0-769A86E2503D}">
      <dgm:prSet/>
      <dgm:spPr/>
      <dgm:t>
        <a:bodyPr/>
        <a:lstStyle/>
        <a:p>
          <a:pPr>
            <a:defRPr b="1"/>
          </a:pPr>
          <a:r>
            <a:rPr lang="tr-TR"/>
            <a:t>Confidentiality of Backups and Copes</a:t>
          </a:r>
          <a:endParaRPr lang="en-US"/>
        </a:p>
      </dgm:t>
    </dgm:pt>
    <dgm:pt modelId="{C231FE9D-F2DA-4354-BF94-A48D34BE5360}" type="parTrans" cxnId="{F8421D81-5713-40F0-B1A3-8A082810C3D4}">
      <dgm:prSet/>
      <dgm:spPr/>
      <dgm:t>
        <a:bodyPr/>
        <a:lstStyle/>
        <a:p>
          <a:endParaRPr lang="en-US"/>
        </a:p>
      </dgm:t>
    </dgm:pt>
    <dgm:pt modelId="{37CC7D62-4EC6-47F7-9BBF-67B765D3CC23}" type="sibTrans" cxnId="{F8421D81-5713-40F0-B1A3-8A082810C3D4}">
      <dgm:prSet/>
      <dgm:spPr/>
      <dgm:t>
        <a:bodyPr/>
        <a:lstStyle/>
        <a:p>
          <a:endParaRPr lang="en-US"/>
        </a:p>
      </dgm:t>
    </dgm:pt>
    <dgm:pt modelId="{E83F7577-1E42-46B2-AB81-2A938BDE07BE}">
      <dgm:prSet/>
      <dgm:spPr/>
      <dgm:t>
        <a:bodyPr/>
        <a:lstStyle/>
        <a:p>
          <a:r>
            <a:rPr lang="en-US"/>
            <a:t>what </a:t>
          </a:r>
          <a:r>
            <a:rPr lang="tr-TR"/>
            <a:t>will happen </a:t>
          </a:r>
          <a:r>
            <a:rPr lang="en-US"/>
            <a:t>if the backup itself is stolen or lost? </a:t>
          </a:r>
        </a:p>
      </dgm:t>
    </dgm:pt>
    <dgm:pt modelId="{4EB851F7-3602-4F8D-AB60-AD19C95411D4}" type="parTrans" cxnId="{7F047792-6E9E-4865-BCAD-FD2071E8CE30}">
      <dgm:prSet/>
      <dgm:spPr/>
      <dgm:t>
        <a:bodyPr/>
        <a:lstStyle/>
        <a:p>
          <a:endParaRPr lang="en-US"/>
        </a:p>
      </dgm:t>
    </dgm:pt>
    <dgm:pt modelId="{EB0B97D0-6846-42AD-91B1-2BAC887FD1D7}" type="sibTrans" cxnId="{7F047792-6E9E-4865-BCAD-FD2071E8CE30}">
      <dgm:prSet/>
      <dgm:spPr/>
      <dgm:t>
        <a:bodyPr/>
        <a:lstStyle/>
        <a:p>
          <a:endParaRPr lang="en-US"/>
        </a:p>
      </dgm:t>
    </dgm:pt>
    <dgm:pt modelId="{D832FE2A-BDD3-41B1-83C4-E1CE4F9552BD}">
      <dgm:prSet/>
      <dgm:spPr/>
      <dgm:t>
        <a:bodyPr/>
        <a:lstStyle/>
        <a:p>
          <a:pPr>
            <a:defRPr b="1"/>
          </a:pPr>
          <a:r>
            <a:rPr lang="tr-TR"/>
            <a:t>BIP - 38 </a:t>
          </a:r>
          <a:endParaRPr lang="en-US"/>
        </a:p>
      </dgm:t>
    </dgm:pt>
    <dgm:pt modelId="{43D96279-BE1B-4C12-B6B6-AE3A023C2EAF}" type="parTrans" cxnId="{372D4C07-7676-46D3-87D8-6017F0B83A16}">
      <dgm:prSet/>
      <dgm:spPr/>
      <dgm:t>
        <a:bodyPr/>
        <a:lstStyle/>
        <a:p>
          <a:endParaRPr lang="en-US"/>
        </a:p>
      </dgm:t>
    </dgm:pt>
    <dgm:pt modelId="{3A62EE8F-F2CF-416E-84D1-F5D196746790}" type="sibTrans" cxnId="{372D4C07-7676-46D3-87D8-6017F0B83A16}">
      <dgm:prSet/>
      <dgm:spPr/>
      <dgm:t>
        <a:bodyPr/>
        <a:lstStyle/>
        <a:p>
          <a:endParaRPr lang="en-US"/>
        </a:p>
      </dgm:t>
    </dgm:pt>
    <dgm:pt modelId="{E85A1D89-F971-48F3-9F14-E90F06265564}">
      <dgm:prSet/>
      <dgm:spPr/>
      <dgm:t>
        <a:bodyPr/>
        <a:lstStyle/>
        <a:p>
          <a:r>
            <a:rPr lang="tr-TR"/>
            <a:t>Standard </a:t>
          </a:r>
          <a:r>
            <a:rPr lang="en-US"/>
            <a:t>for encrypting private keys</a:t>
          </a:r>
        </a:p>
      </dgm:t>
    </dgm:pt>
    <dgm:pt modelId="{D6A7272A-1444-4725-8F68-2A36F952ECF6}" type="parTrans" cxnId="{F3780691-84BE-4F34-BF77-1C1B7E73A7D1}">
      <dgm:prSet/>
      <dgm:spPr/>
      <dgm:t>
        <a:bodyPr/>
        <a:lstStyle/>
        <a:p>
          <a:endParaRPr lang="en-US"/>
        </a:p>
      </dgm:t>
    </dgm:pt>
    <dgm:pt modelId="{62DE8343-DD98-4B33-99C4-55483783E847}" type="sibTrans" cxnId="{F3780691-84BE-4F34-BF77-1C1B7E73A7D1}">
      <dgm:prSet/>
      <dgm:spPr/>
      <dgm:t>
        <a:bodyPr/>
        <a:lstStyle/>
        <a:p>
          <a:endParaRPr lang="en-US"/>
        </a:p>
      </dgm:t>
    </dgm:pt>
    <dgm:pt modelId="{5E6C957E-6F32-47E0-BABF-7E672CAE7D2F}">
      <dgm:prSet/>
      <dgm:spPr/>
      <dgm:t>
        <a:bodyPr/>
        <a:lstStyle/>
        <a:p>
          <a:r>
            <a:rPr lang="en-US"/>
            <a:t>portable and convenient</a:t>
          </a:r>
        </a:p>
      </dgm:t>
    </dgm:pt>
    <dgm:pt modelId="{3640B1A0-B5D4-42D6-B5DC-370B7CA5F9F7}" type="parTrans" cxnId="{B32361FD-9523-4D3A-9DC2-B9EE4635046E}">
      <dgm:prSet/>
      <dgm:spPr/>
      <dgm:t>
        <a:bodyPr/>
        <a:lstStyle/>
        <a:p>
          <a:endParaRPr lang="en-US"/>
        </a:p>
      </dgm:t>
    </dgm:pt>
    <dgm:pt modelId="{F88285B6-FA70-4896-84BA-BE0DA58AC550}" type="sibTrans" cxnId="{B32361FD-9523-4D3A-9DC2-B9EE4635046E}">
      <dgm:prSet/>
      <dgm:spPr/>
      <dgm:t>
        <a:bodyPr/>
        <a:lstStyle/>
        <a:p>
          <a:endParaRPr lang="en-US"/>
        </a:p>
      </dgm:t>
    </dgm:pt>
    <dgm:pt modelId="{9826646F-EFD5-4DA2-9F08-19E533571EE8}">
      <dgm:prSet/>
      <dgm:spPr/>
      <dgm:t>
        <a:bodyPr/>
        <a:lstStyle/>
        <a:p>
          <a:pPr>
            <a:defRPr b="1"/>
          </a:pPr>
          <a:r>
            <a:rPr lang="tr-TR"/>
            <a:t>Benefit</a:t>
          </a:r>
          <a:endParaRPr lang="en-US"/>
        </a:p>
      </dgm:t>
    </dgm:pt>
    <dgm:pt modelId="{3BE37D0D-2EB6-4AE9-9BC6-FD4EFC7E9C58}" type="parTrans" cxnId="{8DF08D52-7EFC-4CF8-97DF-208D1C9A8C18}">
      <dgm:prSet/>
      <dgm:spPr/>
      <dgm:t>
        <a:bodyPr/>
        <a:lstStyle/>
        <a:p>
          <a:endParaRPr lang="en-US"/>
        </a:p>
      </dgm:t>
    </dgm:pt>
    <dgm:pt modelId="{11291643-7921-4453-B999-256C860C4014}" type="sibTrans" cxnId="{8DF08D52-7EFC-4CF8-97DF-208D1C9A8C18}">
      <dgm:prSet/>
      <dgm:spPr/>
      <dgm:t>
        <a:bodyPr/>
        <a:lstStyle/>
        <a:p>
          <a:endParaRPr lang="en-US"/>
        </a:p>
      </dgm:t>
    </dgm:pt>
    <dgm:pt modelId="{2B77F6FD-F0E2-47F7-8ED6-5F1FF8959AA0}">
      <dgm:prSet/>
      <dgm:spPr/>
      <dgm:t>
        <a:bodyPr/>
        <a:lstStyle/>
        <a:p>
          <a:r>
            <a:rPr lang="en-US"/>
            <a:t>can be understood</a:t>
          </a:r>
        </a:p>
      </dgm:t>
    </dgm:pt>
    <dgm:pt modelId="{80B01072-BDB8-4352-9709-892A9228FF5E}" type="parTrans" cxnId="{7ABDD7AC-08F1-4D72-8410-2DB5245E59CA}">
      <dgm:prSet/>
      <dgm:spPr/>
      <dgm:t>
        <a:bodyPr/>
        <a:lstStyle/>
        <a:p>
          <a:endParaRPr lang="tr-TR"/>
        </a:p>
      </dgm:t>
    </dgm:pt>
    <dgm:pt modelId="{335D7D6E-2E61-47EA-A062-5409DB2037D6}" type="sibTrans" cxnId="{7ABDD7AC-08F1-4D72-8410-2DB5245E59CA}">
      <dgm:prSet/>
      <dgm:spPr/>
      <dgm:t>
        <a:bodyPr/>
        <a:lstStyle/>
        <a:p>
          <a:endParaRPr lang="tr-TR"/>
        </a:p>
      </dgm:t>
    </dgm:pt>
    <dgm:pt modelId="{D9DE9DDE-B1BA-4118-9A4E-286D3B3AB208}">
      <dgm:prSet/>
      <dgm:spPr/>
      <dgm:t>
        <a:bodyPr/>
        <a:lstStyle/>
        <a:p>
          <a:r>
            <a:rPr lang="en-US"/>
            <a:t>by many different wallets</a:t>
          </a:r>
          <a:r>
            <a:rPr lang="tr-TR"/>
            <a:t> </a:t>
          </a:r>
          <a:r>
            <a:rPr lang="en-US"/>
            <a:t>and bitcoin clients</a:t>
          </a:r>
        </a:p>
      </dgm:t>
    </dgm:pt>
    <dgm:pt modelId="{E69C4040-E454-4B3C-B4B8-2109FB4F126B}" type="parTrans" cxnId="{F53CA7A0-3795-4A60-BAED-B849C0E3336B}">
      <dgm:prSet/>
      <dgm:spPr/>
      <dgm:t>
        <a:bodyPr/>
        <a:lstStyle/>
        <a:p>
          <a:endParaRPr lang="tr-TR"/>
        </a:p>
      </dgm:t>
    </dgm:pt>
    <dgm:pt modelId="{916C3C08-52D4-4D87-AEB6-A7FE27CC9FE1}" type="sibTrans" cxnId="{F53CA7A0-3795-4A60-BAED-B849C0E3336B}">
      <dgm:prSet/>
      <dgm:spPr/>
      <dgm:t>
        <a:bodyPr/>
        <a:lstStyle/>
        <a:p>
          <a:endParaRPr lang="tr-TR"/>
        </a:p>
      </dgm:t>
    </dgm:pt>
    <dgm:pt modelId="{8431AAC9-88BA-4D49-B374-C2B48EE7D11E}" type="pres">
      <dgm:prSet presAssocID="{5915ACBA-D591-4625-9C80-ADEBAC0EA96B}" presName="root" presStyleCnt="0">
        <dgm:presLayoutVars>
          <dgm:dir/>
          <dgm:resizeHandles val="exact"/>
        </dgm:presLayoutVars>
      </dgm:prSet>
      <dgm:spPr/>
    </dgm:pt>
    <dgm:pt modelId="{1EA3BD71-3CD1-440D-AC7F-BDAC7E9D1C1B}" type="pres">
      <dgm:prSet presAssocID="{7079E72D-FE09-4966-93C0-769A86E2503D}" presName="compNode" presStyleCnt="0"/>
      <dgm:spPr/>
    </dgm:pt>
    <dgm:pt modelId="{A410563B-3D9B-4E3E-9B71-13DA8420EA0B}" type="pres">
      <dgm:prSet presAssocID="{7079E72D-FE09-4966-93C0-769A86E250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E6EAA4D-4788-40B4-A7C0-A56A95953776}" type="pres">
      <dgm:prSet presAssocID="{7079E72D-FE09-4966-93C0-769A86E2503D}" presName="iconSpace" presStyleCnt="0"/>
      <dgm:spPr/>
    </dgm:pt>
    <dgm:pt modelId="{EF86EC2B-BD08-4C71-8AAA-4E8523C20A00}" type="pres">
      <dgm:prSet presAssocID="{7079E72D-FE09-4966-93C0-769A86E2503D}" presName="parTx" presStyleLbl="revTx" presStyleIdx="0" presStyleCnt="6">
        <dgm:presLayoutVars>
          <dgm:chMax val="0"/>
          <dgm:chPref val="0"/>
        </dgm:presLayoutVars>
      </dgm:prSet>
      <dgm:spPr/>
    </dgm:pt>
    <dgm:pt modelId="{7D1778E2-C6D6-4F56-963A-6BF05B6BFFF8}" type="pres">
      <dgm:prSet presAssocID="{7079E72D-FE09-4966-93C0-769A86E2503D}" presName="txSpace" presStyleCnt="0"/>
      <dgm:spPr/>
    </dgm:pt>
    <dgm:pt modelId="{BAAB6F81-05BD-4194-B112-1326A7C911F5}" type="pres">
      <dgm:prSet presAssocID="{7079E72D-FE09-4966-93C0-769A86E2503D}" presName="desTx" presStyleLbl="revTx" presStyleIdx="1" presStyleCnt="6">
        <dgm:presLayoutVars/>
      </dgm:prSet>
      <dgm:spPr/>
    </dgm:pt>
    <dgm:pt modelId="{B57AD74E-128B-4633-B264-6AF00C03DC59}" type="pres">
      <dgm:prSet presAssocID="{37CC7D62-4EC6-47F7-9BBF-67B765D3CC23}" presName="sibTrans" presStyleCnt="0"/>
      <dgm:spPr/>
    </dgm:pt>
    <dgm:pt modelId="{DF3920A8-F881-40E2-8912-0410F946F4A8}" type="pres">
      <dgm:prSet presAssocID="{D832FE2A-BDD3-41B1-83C4-E1CE4F9552BD}" presName="compNode" presStyleCnt="0"/>
      <dgm:spPr/>
    </dgm:pt>
    <dgm:pt modelId="{6143AF21-FA67-476F-91B5-C1481DB98C06}" type="pres">
      <dgm:prSet presAssocID="{D832FE2A-BDD3-41B1-83C4-E1CE4F9552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A2E2B7B-97A6-4E59-954B-CED5FD5D3EB5}" type="pres">
      <dgm:prSet presAssocID="{D832FE2A-BDD3-41B1-83C4-E1CE4F9552BD}" presName="iconSpace" presStyleCnt="0"/>
      <dgm:spPr/>
    </dgm:pt>
    <dgm:pt modelId="{68FDFCE8-B794-40F6-964F-F850E4752F70}" type="pres">
      <dgm:prSet presAssocID="{D832FE2A-BDD3-41B1-83C4-E1CE4F9552BD}" presName="parTx" presStyleLbl="revTx" presStyleIdx="2" presStyleCnt="6">
        <dgm:presLayoutVars>
          <dgm:chMax val="0"/>
          <dgm:chPref val="0"/>
        </dgm:presLayoutVars>
      </dgm:prSet>
      <dgm:spPr/>
    </dgm:pt>
    <dgm:pt modelId="{C99E3C53-C404-4E57-84D7-C1F974B23B14}" type="pres">
      <dgm:prSet presAssocID="{D832FE2A-BDD3-41B1-83C4-E1CE4F9552BD}" presName="txSpace" presStyleCnt="0"/>
      <dgm:spPr/>
    </dgm:pt>
    <dgm:pt modelId="{5B88C34B-B9B2-428D-A2BB-FC65F4B79D47}" type="pres">
      <dgm:prSet presAssocID="{D832FE2A-BDD3-41B1-83C4-E1CE4F9552BD}" presName="desTx" presStyleLbl="revTx" presStyleIdx="3" presStyleCnt="6">
        <dgm:presLayoutVars/>
      </dgm:prSet>
      <dgm:spPr/>
    </dgm:pt>
    <dgm:pt modelId="{C9417F41-A209-4469-9A7D-9C0E600EC5AB}" type="pres">
      <dgm:prSet presAssocID="{3A62EE8F-F2CF-416E-84D1-F5D196746790}" presName="sibTrans" presStyleCnt="0"/>
      <dgm:spPr/>
    </dgm:pt>
    <dgm:pt modelId="{A12AA653-4BD3-406A-AC21-049115914884}" type="pres">
      <dgm:prSet presAssocID="{9826646F-EFD5-4DA2-9F08-19E533571EE8}" presName="compNode" presStyleCnt="0"/>
      <dgm:spPr/>
    </dgm:pt>
    <dgm:pt modelId="{3D51C120-0882-469D-8EC2-7FB7A264E3DF}" type="pres">
      <dgm:prSet presAssocID="{9826646F-EFD5-4DA2-9F08-19E533571E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FF6F7E5-C638-4150-BBD5-A5595AFED943}" type="pres">
      <dgm:prSet presAssocID="{9826646F-EFD5-4DA2-9F08-19E533571EE8}" presName="iconSpace" presStyleCnt="0"/>
      <dgm:spPr/>
    </dgm:pt>
    <dgm:pt modelId="{250C1979-B8D1-4BB8-A178-31358C3EBC92}" type="pres">
      <dgm:prSet presAssocID="{9826646F-EFD5-4DA2-9F08-19E533571EE8}" presName="parTx" presStyleLbl="revTx" presStyleIdx="4" presStyleCnt="6">
        <dgm:presLayoutVars>
          <dgm:chMax val="0"/>
          <dgm:chPref val="0"/>
        </dgm:presLayoutVars>
      </dgm:prSet>
      <dgm:spPr/>
    </dgm:pt>
    <dgm:pt modelId="{E57A6D6E-D5D8-4A53-B943-119D186DB841}" type="pres">
      <dgm:prSet presAssocID="{9826646F-EFD5-4DA2-9F08-19E533571EE8}" presName="txSpace" presStyleCnt="0"/>
      <dgm:spPr/>
    </dgm:pt>
    <dgm:pt modelId="{422D428D-796D-42E4-AB29-F8C5835DD999}" type="pres">
      <dgm:prSet presAssocID="{9826646F-EFD5-4DA2-9F08-19E533571EE8}" presName="desTx" presStyleLbl="revTx" presStyleIdx="5" presStyleCnt="6">
        <dgm:presLayoutVars/>
      </dgm:prSet>
      <dgm:spPr/>
    </dgm:pt>
  </dgm:ptLst>
  <dgm:cxnLst>
    <dgm:cxn modelId="{A665AA00-D5CA-49E2-A02B-C0A90C103C99}" type="presOf" srcId="{E83F7577-1E42-46B2-AB81-2A938BDE07BE}" destId="{BAAB6F81-05BD-4194-B112-1326A7C911F5}" srcOrd="0" destOrd="0" presId="urn:microsoft.com/office/officeart/2018/5/layout/CenteredIconLabelDescriptionList"/>
    <dgm:cxn modelId="{1EDB5301-C61D-4721-89EC-D687B03F48DF}" type="presOf" srcId="{9826646F-EFD5-4DA2-9F08-19E533571EE8}" destId="{250C1979-B8D1-4BB8-A178-31358C3EBC92}" srcOrd="0" destOrd="0" presId="urn:microsoft.com/office/officeart/2018/5/layout/CenteredIconLabelDescriptionList"/>
    <dgm:cxn modelId="{372D4C07-7676-46D3-87D8-6017F0B83A16}" srcId="{5915ACBA-D591-4625-9C80-ADEBAC0EA96B}" destId="{D832FE2A-BDD3-41B1-83C4-E1CE4F9552BD}" srcOrd="1" destOrd="0" parTransId="{43D96279-BE1B-4C12-B6B6-AE3A023C2EAF}" sibTransId="{3A62EE8F-F2CF-416E-84D1-F5D196746790}"/>
    <dgm:cxn modelId="{3C056C27-62F8-4D9D-8E5B-ED7A87EF9E1D}" type="presOf" srcId="{D9DE9DDE-B1BA-4118-9A4E-286D3B3AB208}" destId="{422D428D-796D-42E4-AB29-F8C5835DD999}" srcOrd="0" destOrd="1" presId="urn:microsoft.com/office/officeart/2018/5/layout/CenteredIconLabelDescriptionList"/>
    <dgm:cxn modelId="{138A102B-09EC-4CEB-A13B-D33EEDEA90DD}" type="presOf" srcId="{D832FE2A-BDD3-41B1-83C4-E1CE4F9552BD}" destId="{68FDFCE8-B794-40F6-964F-F850E4752F70}" srcOrd="0" destOrd="0" presId="urn:microsoft.com/office/officeart/2018/5/layout/CenteredIconLabelDescriptionList"/>
    <dgm:cxn modelId="{0332D54A-2434-42D1-B804-735EF2952912}" type="presOf" srcId="{5915ACBA-D591-4625-9C80-ADEBAC0EA96B}" destId="{8431AAC9-88BA-4D49-B374-C2B48EE7D11E}" srcOrd="0" destOrd="0" presId="urn:microsoft.com/office/officeart/2018/5/layout/CenteredIconLabelDescriptionList"/>
    <dgm:cxn modelId="{8DF08D52-7EFC-4CF8-97DF-208D1C9A8C18}" srcId="{5915ACBA-D591-4625-9C80-ADEBAC0EA96B}" destId="{9826646F-EFD5-4DA2-9F08-19E533571EE8}" srcOrd="2" destOrd="0" parTransId="{3BE37D0D-2EB6-4AE9-9BC6-FD4EFC7E9C58}" sibTransId="{11291643-7921-4453-B999-256C860C4014}"/>
    <dgm:cxn modelId="{F8421D81-5713-40F0-B1A3-8A082810C3D4}" srcId="{5915ACBA-D591-4625-9C80-ADEBAC0EA96B}" destId="{7079E72D-FE09-4966-93C0-769A86E2503D}" srcOrd="0" destOrd="0" parTransId="{C231FE9D-F2DA-4354-BF94-A48D34BE5360}" sibTransId="{37CC7D62-4EC6-47F7-9BBF-67B765D3CC23}"/>
    <dgm:cxn modelId="{38C5508F-AE6A-41E6-A3BE-8D6CB07BF152}" type="presOf" srcId="{5E6C957E-6F32-47E0-BABF-7E672CAE7D2F}" destId="{5B88C34B-B9B2-428D-A2BB-FC65F4B79D47}" srcOrd="0" destOrd="1" presId="urn:microsoft.com/office/officeart/2018/5/layout/CenteredIconLabelDescriptionList"/>
    <dgm:cxn modelId="{F3780691-84BE-4F34-BF77-1C1B7E73A7D1}" srcId="{D832FE2A-BDD3-41B1-83C4-E1CE4F9552BD}" destId="{E85A1D89-F971-48F3-9F14-E90F06265564}" srcOrd="0" destOrd="0" parTransId="{D6A7272A-1444-4725-8F68-2A36F952ECF6}" sibTransId="{62DE8343-DD98-4B33-99C4-55483783E847}"/>
    <dgm:cxn modelId="{7F047792-6E9E-4865-BCAD-FD2071E8CE30}" srcId="{7079E72D-FE09-4966-93C0-769A86E2503D}" destId="{E83F7577-1E42-46B2-AB81-2A938BDE07BE}" srcOrd="0" destOrd="0" parTransId="{4EB851F7-3602-4F8D-AB60-AD19C95411D4}" sibTransId="{EB0B97D0-6846-42AD-91B1-2BAC887FD1D7}"/>
    <dgm:cxn modelId="{AAB0D097-11E2-4743-9493-98E890BBA5E1}" type="presOf" srcId="{E85A1D89-F971-48F3-9F14-E90F06265564}" destId="{5B88C34B-B9B2-428D-A2BB-FC65F4B79D47}" srcOrd="0" destOrd="0" presId="urn:microsoft.com/office/officeart/2018/5/layout/CenteredIconLabelDescriptionList"/>
    <dgm:cxn modelId="{F53CA7A0-3795-4A60-BAED-B849C0E3336B}" srcId="{9826646F-EFD5-4DA2-9F08-19E533571EE8}" destId="{D9DE9DDE-B1BA-4118-9A4E-286D3B3AB208}" srcOrd="1" destOrd="0" parTransId="{E69C4040-E454-4B3C-B4B8-2109FB4F126B}" sibTransId="{916C3C08-52D4-4D87-AEB6-A7FE27CC9FE1}"/>
    <dgm:cxn modelId="{7ABDD7AC-08F1-4D72-8410-2DB5245E59CA}" srcId="{9826646F-EFD5-4DA2-9F08-19E533571EE8}" destId="{2B77F6FD-F0E2-47F7-8ED6-5F1FF8959AA0}" srcOrd="0" destOrd="0" parTransId="{80B01072-BDB8-4352-9709-892A9228FF5E}" sibTransId="{335D7D6E-2E61-47EA-A062-5409DB2037D6}"/>
    <dgm:cxn modelId="{4E6DBBBF-5850-4C0B-9387-E4B421CAEB8D}" type="presOf" srcId="{7079E72D-FE09-4966-93C0-769A86E2503D}" destId="{EF86EC2B-BD08-4C71-8AAA-4E8523C20A00}" srcOrd="0" destOrd="0" presId="urn:microsoft.com/office/officeart/2018/5/layout/CenteredIconLabelDescriptionList"/>
    <dgm:cxn modelId="{679C63DE-68D9-45A8-A323-4C0151D7DB47}" type="presOf" srcId="{2B77F6FD-F0E2-47F7-8ED6-5F1FF8959AA0}" destId="{422D428D-796D-42E4-AB29-F8C5835DD999}" srcOrd="0" destOrd="0" presId="urn:microsoft.com/office/officeart/2018/5/layout/CenteredIconLabelDescriptionList"/>
    <dgm:cxn modelId="{B32361FD-9523-4D3A-9DC2-B9EE4635046E}" srcId="{D832FE2A-BDD3-41B1-83C4-E1CE4F9552BD}" destId="{5E6C957E-6F32-47E0-BABF-7E672CAE7D2F}" srcOrd="1" destOrd="0" parTransId="{3640B1A0-B5D4-42D6-B5DC-370B7CA5F9F7}" sibTransId="{F88285B6-FA70-4896-84BA-BE0DA58AC550}"/>
    <dgm:cxn modelId="{C9467007-CD6D-46B9-BB1D-5B94FFA87195}" type="presParOf" srcId="{8431AAC9-88BA-4D49-B374-C2B48EE7D11E}" destId="{1EA3BD71-3CD1-440D-AC7F-BDAC7E9D1C1B}" srcOrd="0" destOrd="0" presId="urn:microsoft.com/office/officeart/2018/5/layout/CenteredIconLabelDescriptionList"/>
    <dgm:cxn modelId="{178E426B-5F7E-4D2E-B988-C9C60AEFB223}" type="presParOf" srcId="{1EA3BD71-3CD1-440D-AC7F-BDAC7E9D1C1B}" destId="{A410563B-3D9B-4E3E-9B71-13DA8420EA0B}" srcOrd="0" destOrd="0" presId="urn:microsoft.com/office/officeart/2018/5/layout/CenteredIconLabelDescriptionList"/>
    <dgm:cxn modelId="{F6FF1182-A1EA-4783-8A37-50C40DDF2AB7}" type="presParOf" srcId="{1EA3BD71-3CD1-440D-AC7F-BDAC7E9D1C1B}" destId="{7E6EAA4D-4788-40B4-A7C0-A56A95953776}" srcOrd="1" destOrd="0" presId="urn:microsoft.com/office/officeart/2018/5/layout/CenteredIconLabelDescriptionList"/>
    <dgm:cxn modelId="{F93AAABE-596E-424B-A387-42B753F3FC65}" type="presParOf" srcId="{1EA3BD71-3CD1-440D-AC7F-BDAC7E9D1C1B}" destId="{EF86EC2B-BD08-4C71-8AAA-4E8523C20A00}" srcOrd="2" destOrd="0" presId="urn:microsoft.com/office/officeart/2018/5/layout/CenteredIconLabelDescriptionList"/>
    <dgm:cxn modelId="{713860CF-B4DF-4848-AFDA-C01012FD3D96}" type="presParOf" srcId="{1EA3BD71-3CD1-440D-AC7F-BDAC7E9D1C1B}" destId="{7D1778E2-C6D6-4F56-963A-6BF05B6BFFF8}" srcOrd="3" destOrd="0" presId="urn:microsoft.com/office/officeart/2018/5/layout/CenteredIconLabelDescriptionList"/>
    <dgm:cxn modelId="{5733A6EE-6D2F-4211-AB5C-57BB191CE554}" type="presParOf" srcId="{1EA3BD71-3CD1-440D-AC7F-BDAC7E9D1C1B}" destId="{BAAB6F81-05BD-4194-B112-1326A7C911F5}" srcOrd="4" destOrd="0" presId="urn:microsoft.com/office/officeart/2018/5/layout/CenteredIconLabelDescriptionList"/>
    <dgm:cxn modelId="{DD65CA90-C28B-40FE-BEA3-26BF65C61458}" type="presParOf" srcId="{8431AAC9-88BA-4D49-B374-C2B48EE7D11E}" destId="{B57AD74E-128B-4633-B264-6AF00C03DC59}" srcOrd="1" destOrd="0" presId="urn:microsoft.com/office/officeart/2018/5/layout/CenteredIconLabelDescriptionList"/>
    <dgm:cxn modelId="{B079B5A6-9630-4A3B-8C10-1C83B5C9B42D}" type="presParOf" srcId="{8431AAC9-88BA-4D49-B374-C2B48EE7D11E}" destId="{DF3920A8-F881-40E2-8912-0410F946F4A8}" srcOrd="2" destOrd="0" presId="urn:microsoft.com/office/officeart/2018/5/layout/CenteredIconLabelDescriptionList"/>
    <dgm:cxn modelId="{19ACD8F5-9843-46D4-AE8C-5A8FD5BD276E}" type="presParOf" srcId="{DF3920A8-F881-40E2-8912-0410F946F4A8}" destId="{6143AF21-FA67-476F-91B5-C1481DB98C06}" srcOrd="0" destOrd="0" presId="urn:microsoft.com/office/officeart/2018/5/layout/CenteredIconLabelDescriptionList"/>
    <dgm:cxn modelId="{F3F38350-E83C-461A-9C7E-7BBE39DE50EA}" type="presParOf" srcId="{DF3920A8-F881-40E2-8912-0410F946F4A8}" destId="{5A2E2B7B-97A6-4E59-954B-CED5FD5D3EB5}" srcOrd="1" destOrd="0" presId="urn:microsoft.com/office/officeart/2018/5/layout/CenteredIconLabelDescriptionList"/>
    <dgm:cxn modelId="{8E975255-6267-4D10-92C1-D60510A8E25F}" type="presParOf" srcId="{DF3920A8-F881-40E2-8912-0410F946F4A8}" destId="{68FDFCE8-B794-40F6-964F-F850E4752F70}" srcOrd="2" destOrd="0" presId="urn:microsoft.com/office/officeart/2018/5/layout/CenteredIconLabelDescriptionList"/>
    <dgm:cxn modelId="{D2061460-8F1C-425C-AFB3-AA9DF27F21AB}" type="presParOf" srcId="{DF3920A8-F881-40E2-8912-0410F946F4A8}" destId="{C99E3C53-C404-4E57-84D7-C1F974B23B14}" srcOrd="3" destOrd="0" presId="urn:microsoft.com/office/officeart/2018/5/layout/CenteredIconLabelDescriptionList"/>
    <dgm:cxn modelId="{CEE463B0-1B3E-493C-AD3A-26F7F638D797}" type="presParOf" srcId="{DF3920A8-F881-40E2-8912-0410F946F4A8}" destId="{5B88C34B-B9B2-428D-A2BB-FC65F4B79D47}" srcOrd="4" destOrd="0" presId="urn:microsoft.com/office/officeart/2018/5/layout/CenteredIconLabelDescriptionList"/>
    <dgm:cxn modelId="{903B3661-41B0-407D-BA76-0AFA54078619}" type="presParOf" srcId="{8431AAC9-88BA-4D49-B374-C2B48EE7D11E}" destId="{C9417F41-A209-4469-9A7D-9C0E600EC5AB}" srcOrd="3" destOrd="0" presId="urn:microsoft.com/office/officeart/2018/5/layout/CenteredIconLabelDescriptionList"/>
    <dgm:cxn modelId="{CEC3C01F-6F91-4DF2-A59B-D9ECF6CFEB1D}" type="presParOf" srcId="{8431AAC9-88BA-4D49-B374-C2B48EE7D11E}" destId="{A12AA653-4BD3-406A-AC21-049115914884}" srcOrd="4" destOrd="0" presId="urn:microsoft.com/office/officeart/2018/5/layout/CenteredIconLabelDescriptionList"/>
    <dgm:cxn modelId="{08EA865A-2821-4ECB-A062-A1B03DBCB9A0}" type="presParOf" srcId="{A12AA653-4BD3-406A-AC21-049115914884}" destId="{3D51C120-0882-469D-8EC2-7FB7A264E3DF}" srcOrd="0" destOrd="0" presId="urn:microsoft.com/office/officeart/2018/5/layout/CenteredIconLabelDescriptionList"/>
    <dgm:cxn modelId="{AC67FD36-421B-4552-879C-8F97D2A944D8}" type="presParOf" srcId="{A12AA653-4BD3-406A-AC21-049115914884}" destId="{EFF6F7E5-C638-4150-BBD5-A5595AFED943}" srcOrd="1" destOrd="0" presId="urn:microsoft.com/office/officeart/2018/5/layout/CenteredIconLabelDescriptionList"/>
    <dgm:cxn modelId="{A25DEAB1-0FDC-4B40-9885-64765BA3804D}" type="presParOf" srcId="{A12AA653-4BD3-406A-AC21-049115914884}" destId="{250C1979-B8D1-4BB8-A178-31358C3EBC92}" srcOrd="2" destOrd="0" presId="urn:microsoft.com/office/officeart/2018/5/layout/CenteredIconLabelDescriptionList"/>
    <dgm:cxn modelId="{5B996D04-410D-4673-A8BB-E53BE4E1FB17}" type="presParOf" srcId="{A12AA653-4BD3-406A-AC21-049115914884}" destId="{E57A6D6E-D5D8-4A53-B943-119D186DB841}" srcOrd="3" destOrd="0" presId="urn:microsoft.com/office/officeart/2018/5/layout/CenteredIconLabelDescriptionList"/>
    <dgm:cxn modelId="{71CCCBEC-28A2-4CF1-8665-D9DAD5F0FDE5}" type="presParOf" srcId="{A12AA653-4BD3-406A-AC21-049115914884}" destId="{422D428D-796D-42E4-AB29-F8C5835DD99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F959DB56-273A-4327-B9ED-E7BCECD3876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3BA8DF-3CDE-4D6C-9062-CA08775775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Passphrase</a:t>
          </a:r>
        </a:p>
      </dgm:t>
    </dgm:pt>
    <dgm:pt modelId="{B1F7EE5D-05DD-47E3-A35E-700772240FEE}" type="parTrans" cxnId="{63201B7D-C411-4717-9284-16EE56FDF205}">
      <dgm:prSet/>
      <dgm:spPr/>
      <dgm:t>
        <a:bodyPr/>
        <a:lstStyle/>
        <a:p>
          <a:endParaRPr lang="en-US"/>
        </a:p>
      </dgm:t>
    </dgm:pt>
    <dgm:pt modelId="{20225D73-0FDB-49E3-9578-F12A1259F807}" type="sibTrans" cxnId="{63201B7D-C411-4717-9284-16EE56FDF205}">
      <dgm:prSet/>
      <dgm:spPr/>
      <dgm:t>
        <a:bodyPr/>
        <a:lstStyle/>
        <a:p>
          <a:endParaRPr lang="en-US"/>
        </a:p>
      </dgm:t>
    </dgm:pt>
    <dgm:pt modelId="{324B2A84-5EC5-49BB-91BA-3C0A106C6A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common standard for encrypting private keys </a:t>
          </a:r>
        </a:p>
      </dgm:t>
    </dgm:pt>
    <dgm:pt modelId="{5817760A-9BBB-45C2-9A60-EB2289CF5AF2}" type="parTrans" cxnId="{87EAAE4B-2EFF-447A-9719-4B0475470B47}">
      <dgm:prSet/>
      <dgm:spPr/>
      <dgm:t>
        <a:bodyPr/>
        <a:lstStyle/>
        <a:p>
          <a:endParaRPr lang="en-US"/>
        </a:p>
      </dgm:t>
    </dgm:pt>
    <dgm:pt modelId="{BE64FA96-DE2B-4464-98EA-56B0F25B1967}" type="sibTrans" cxnId="{87EAAE4B-2EFF-447A-9719-4B0475470B47}">
      <dgm:prSet/>
      <dgm:spPr/>
      <dgm:t>
        <a:bodyPr/>
        <a:lstStyle/>
        <a:p>
          <a:endParaRPr lang="en-US"/>
        </a:p>
      </dgm:t>
    </dgm:pt>
    <dgm:pt modelId="{8A7F0DA3-550C-4406-A52C-FF9AC1B40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passphrase</a:t>
          </a:r>
        </a:p>
      </dgm:t>
    </dgm:pt>
    <dgm:pt modelId="{AE84F37C-EE85-4526-A865-31C4C1D0E87E}" type="parTrans" cxnId="{F644AA87-F43C-45ED-9946-74D58F603607}">
      <dgm:prSet/>
      <dgm:spPr/>
      <dgm:t>
        <a:bodyPr/>
        <a:lstStyle/>
        <a:p>
          <a:endParaRPr lang="en-US"/>
        </a:p>
      </dgm:t>
    </dgm:pt>
    <dgm:pt modelId="{3F2B5E60-5213-49D1-B3FD-F35C6E7A1F16}" type="sibTrans" cxnId="{F644AA87-F43C-45ED-9946-74D58F603607}">
      <dgm:prSet/>
      <dgm:spPr/>
      <dgm:t>
        <a:bodyPr/>
        <a:lstStyle/>
        <a:p>
          <a:endParaRPr lang="en-US"/>
        </a:p>
      </dgm:t>
    </dgm:pt>
    <dgm:pt modelId="{72BAD614-0DE1-43A8-AE4C-FC9AAB07EF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</a:t>
          </a:r>
          <a:endParaRPr lang="en-US"/>
        </a:p>
      </dgm:t>
    </dgm:pt>
    <dgm:pt modelId="{B9FE9868-AB75-49F7-9EBB-10D39015E5A6}" type="parTrans" cxnId="{BC47EF9D-49C7-4050-9736-9D3F58F10199}">
      <dgm:prSet/>
      <dgm:spPr/>
      <dgm:t>
        <a:bodyPr/>
        <a:lstStyle/>
        <a:p>
          <a:endParaRPr lang="en-US"/>
        </a:p>
      </dgm:t>
    </dgm:pt>
    <dgm:pt modelId="{96C563E4-EED7-4209-AFBE-C764600BA467}" type="sibTrans" cxnId="{BC47EF9D-49C7-4050-9736-9D3F58F10199}">
      <dgm:prSet/>
      <dgm:spPr/>
      <dgm:t>
        <a:bodyPr/>
        <a:lstStyle/>
        <a:p>
          <a:endParaRPr lang="en-US"/>
        </a:p>
      </dgm:t>
    </dgm:pt>
    <dgm:pt modelId="{25DE5E88-E644-4C1B-A128-AEFFF71DD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encoding private keys with Base58Check </a:t>
          </a:r>
        </a:p>
      </dgm:t>
    </dgm:pt>
    <dgm:pt modelId="{85B64B65-8BA5-48D1-A6D3-AE5A51E8ACF8}" type="parTrans" cxnId="{378D6C12-D7F6-47D6-B0FF-0BD1AE5AF782}">
      <dgm:prSet/>
      <dgm:spPr/>
      <dgm:t>
        <a:bodyPr/>
        <a:lstStyle/>
        <a:p>
          <a:endParaRPr lang="en-US"/>
        </a:p>
      </dgm:t>
    </dgm:pt>
    <dgm:pt modelId="{9099863B-58FF-484E-B92A-2ED747929DA2}" type="sibTrans" cxnId="{378D6C12-D7F6-47D6-B0FF-0BD1AE5AF782}">
      <dgm:prSet/>
      <dgm:spPr/>
      <dgm:t>
        <a:bodyPr/>
        <a:lstStyle/>
        <a:p>
          <a:endParaRPr lang="en-US"/>
        </a:p>
      </dgm:t>
    </dgm:pt>
    <dgm:pt modelId="{F93614CB-6B09-4B79-9225-1D8694973D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Secure storage</a:t>
          </a:r>
          <a:endParaRPr lang="en-US"/>
        </a:p>
      </dgm:t>
    </dgm:pt>
    <dgm:pt modelId="{360540EF-56AE-4EA2-8194-51DC88E466D5}" type="parTrans" cxnId="{767F79E2-9D36-4595-B4FC-981AF3E22D1E}">
      <dgm:prSet/>
      <dgm:spPr/>
      <dgm:t>
        <a:bodyPr/>
        <a:lstStyle/>
        <a:p>
          <a:endParaRPr lang="en-US"/>
        </a:p>
      </dgm:t>
    </dgm:pt>
    <dgm:pt modelId="{80A5DAF3-865E-4E6C-8AD1-B7935C512524}" type="sibTrans" cxnId="{767F79E2-9D36-4595-B4FC-981AF3E22D1E}">
      <dgm:prSet/>
      <dgm:spPr/>
      <dgm:t>
        <a:bodyPr/>
        <a:lstStyle/>
        <a:p>
          <a:endParaRPr lang="en-US"/>
        </a:p>
      </dgm:t>
    </dgm:pt>
    <dgm:pt modelId="{FADDFC0B-75A0-4D43-B9E0-EA165AD02F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stored securely on backup</a:t>
          </a:r>
          <a:r>
            <a:rPr lang="tr-TR"/>
            <a:t> </a:t>
          </a:r>
          <a:r>
            <a:rPr lang="en-US"/>
            <a:t>media, </a:t>
          </a:r>
        </a:p>
      </dgm:t>
    </dgm:pt>
    <dgm:pt modelId="{D6B6119F-36F9-4A71-BE42-4EF6CBDFEC36}" type="parTrans" cxnId="{AD9EFDDF-251C-488F-9877-1961E81482F7}">
      <dgm:prSet/>
      <dgm:spPr/>
      <dgm:t>
        <a:bodyPr/>
        <a:lstStyle/>
        <a:p>
          <a:endParaRPr lang="en-US"/>
        </a:p>
      </dgm:t>
    </dgm:pt>
    <dgm:pt modelId="{EEDE179A-1311-42AA-B7D3-9E8DA50E5A2C}" type="sibTrans" cxnId="{AD9EFDDF-251C-488F-9877-1961E81482F7}">
      <dgm:prSet/>
      <dgm:spPr/>
      <dgm:t>
        <a:bodyPr/>
        <a:lstStyle/>
        <a:p>
          <a:endParaRPr lang="en-US"/>
        </a:p>
      </dgm:t>
    </dgm:pt>
    <dgm:pt modelId="{86BB7F2C-574F-4AE6-94B1-A1E450F71B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transported securely between wallets </a:t>
          </a:r>
        </a:p>
      </dgm:t>
    </dgm:pt>
    <dgm:pt modelId="{883D67CF-FB54-414D-BBEF-B62D30ECAB1C}" type="parTrans" cxnId="{5EAF5350-E4AA-4361-8AB7-0E2120D99CF3}">
      <dgm:prSet/>
      <dgm:spPr/>
      <dgm:t>
        <a:bodyPr/>
        <a:lstStyle/>
        <a:p>
          <a:endParaRPr lang="en-US"/>
        </a:p>
      </dgm:t>
    </dgm:pt>
    <dgm:pt modelId="{096A766C-E09F-4B64-A2F2-02D2E5FC6F25}" type="sibTrans" cxnId="{5EAF5350-E4AA-4361-8AB7-0E2120D99CF3}">
      <dgm:prSet/>
      <dgm:spPr/>
      <dgm:t>
        <a:bodyPr/>
        <a:lstStyle/>
        <a:p>
          <a:endParaRPr lang="en-US"/>
        </a:p>
      </dgm:t>
    </dgm:pt>
    <dgm:pt modelId="{D4732F75-39CE-4FE5-A428-1A3BE42137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kept in any other conditions</a:t>
          </a:r>
        </a:p>
      </dgm:t>
    </dgm:pt>
    <dgm:pt modelId="{808441DB-0FB2-4C49-9852-8700AFA20D51}" type="parTrans" cxnId="{4B2C647D-C678-44EC-AC71-C0FC993507E0}">
      <dgm:prSet/>
      <dgm:spPr/>
      <dgm:t>
        <a:bodyPr/>
        <a:lstStyle/>
        <a:p>
          <a:endParaRPr lang="en-US"/>
        </a:p>
      </dgm:t>
    </dgm:pt>
    <dgm:pt modelId="{F0E946A8-45D4-4C85-8C34-18D7C8A31B6C}" type="sibTrans" cxnId="{4B2C647D-C678-44EC-AC71-C0FC993507E0}">
      <dgm:prSet/>
      <dgm:spPr/>
      <dgm:t>
        <a:bodyPr/>
        <a:lstStyle/>
        <a:p>
          <a:endParaRPr lang="en-US"/>
        </a:p>
      </dgm:t>
    </dgm:pt>
    <dgm:pt modelId="{48E1C489-9F8A-4553-BA96-166E072B72A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against </a:t>
          </a:r>
          <a:r>
            <a:rPr lang="tr-TR" dirty="0"/>
            <a:t>exposure</a:t>
          </a:r>
          <a:endParaRPr lang="en-US" dirty="0"/>
        </a:p>
      </dgm:t>
    </dgm:pt>
    <dgm:pt modelId="{740D476C-A8AB-4CF9-963A-4AD5C03FFA55}" type="parTrans" cxnId="{BB29D9AD-0052-4992-8F49-F777832057A6}">
      <dgm:prSet/>
      <dgm:spPr/>
      <dgm:t>
        <a:bodyPr/>
        <a:lstStyle/>
        <a:p>
          <a:endParaRPr lang="tr-TR"/>
        </a:p>
      </dgm:t>
    </dgm:pt>
    <dgm:pt modelId="{0C46AF68-89BD-4DE8-9C73-B50B6B4E312B}" type="sibTrans" cxnId="{BB29D9AD-0052-4992-8F49-F777832057A6}">
      <dgm:prSet/>
      <dgm:spPr/>
      <dgm:t>
        <a:bodyPr/>
        <a:lstStyle/>
        <a:p>
          <a:endParaRPr lang="tr-TR"/>
        </a:p>
      </dgm:t>
    </dgm:pt>
    <dgm:pt modelId="{3BE7B6E7-878B-4751-827E-A7C3FBDDFA9F}" type="pres">
      <dgm:prSet presAssocID="{F959DB56-273A-4327-B9ED-E7BCECD38769}" presName="root" presStyleCnt="0">
        <dgm:presLayoutVars>
          <dgm:dir/>
          <dgm:resizeHandles val="exact"/>
        </dgm:presLayoutVars>
      </dgm:prSet>
      <dgm:spPr/>
    </dgm:pt>
    <dgm:pt modelId="{728063F6-46C7-4A65-8A07-4CCF8663F8BA}" type="pres">
      <dgm:prSet presAssocID="{9E3BA8DF-3CDE-4D6C-9062-CA08775775AE}" presName="compNode" presStyleCnt="0"/>
      <dgm:spPr/>
    </dgm:pt>
    <dgm:pt modelId="{FADF7ACD-94AC-4F41-95C7-6BF368DEF60D}" type="pres">
      <dgm:prSet presAssocID="{9E3BA8DF-3CDE-4D6C-9062-CA08775775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3ACEF1A-6FF1-435A-8109-01AFCC807C41}" type="pres">
      <dgm:prSet presAssocID="{9E3BA8DF-3CDE-4D6C-9062-CA08775775AE}" presName="iconSpace" presStyleCnt="0"/>
      <dgm:spPr/>
    </dgm:pt>
    <dgm:pt modelId="{F2477217-90D8-4D7C-9A12-56D070BA7B41}" type="pres">
      <dgm:prSet presAssocID="{9E3BA8DF-3CDE-4D6C-9062-CA08775775AE}" presName="parTx" presStyleLbl="revTx" presStyleIdx="0" presStyleCnt="6">
        <dgm:presLayoutVars>
          <dgm:chMax val="0"/>
          <dgm:chPref val="0"/>
        </dgm:presLayoutVars>
      </dgm:prSet>
      <dgm:spPr/>
    </dgm:pt>
    <dgm:pt modelId="{B2866350-1374-4E67-A120-856CB59D9C10}" type="pres">
      <dgm:prSet presAssocID="{9E3BA8DF-3CDE-4D6C-9062-CA08775775AE}" presName="txSpace" presStyleCnt="0"/>
      <dgm:spPr/>
    </dgm:pt>
    <dgm:pt modelId="{44A98C72-D48F-4015-83DF-DC64F36ADAD4}" type="pres">
      <dgm:prSet presAssocID="{9E3BA8DF-3CDE-4D6C-9062-CA08775775AE}" presName="desTx" presStyleLbl="revTx" presStyleIdx="1" presStyleCnt="6">
        <dgm:presLayoutVars/>
      </dgm:prSet>
      <dgm:spPr/>
    </dgm:pt>
    <dgm:pt modelId="{52B42B42-97A6-405D-82B8-BBDD956250FE}" type="pres">
      <dgm:prSet presAssocID="{20225D73-0FDB-49E3-9578-F12A1259F807}" presName="sibTrans" presStyleCnt="0"/>
      <dgm:spPr/>
    </dgm:pt>
    <dgm:pt modelId="{CFBD4869-053C-46A2-8BD4-25EBC886FC47}" type="pres">
      <dgm:prSet presAssocID="{72BAD614-0DE1-43A8-AE4C-FC9AAB07EF9C}" presName="compNode" presStyleCnt="0"/>
      <dgm:spPr/>
    </dgm:pt>
    <dgm:pt modelId="{7807D4A3-55AD-4004-9D61-4502D7DC755A}" type="pres">
      <dgm:prSet presAssocID="{72BAD614-0DE1-43A8-AE4C-FC9AAB07EF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267A1B1-0B8E-42E1-BAA7-7E408B54306E}" type="pres">
      <dgm:prSet presAssocID="{72BAD614-0DE1-43A8-AE4C-FC9AAB07EF9C}" presName="iconSpace" presStyleCnt="0"/>
      <dgm:spPr/>
    </dgm:pt>
    <dgm:pt modelId="{80E58524-A587-4491-9E68-50B5DAECE7AA}" type="pres">
      <dgm:prSet presAssocID="{72BAD614-0DE1-43A8-AE4C-FC9AAB07EF9C}" presName="parTx" presStyleLbl="revTx" presStyleIdx="2" presStyleCnt="6">
        <dgm:presLayoutVars>
          <dgm:chMax val="0"/>
          <dgm:chPref val="0"/>
        </dgm:presLayoutVars>
      </dgm:prSet>
      <dgm:spPr/>
    </dgm:pt>
    <dgm:pt modelId="{BA0B5068-3473-41A5-A2F1-6404F67EECF7}" type="pres">
      <dgm:prSet presAssocID="{72BAD614-0DE1-43A8-AE4C-FC9AAB07EF9C}" presName="txSpace" presStyleCnt="0"/>
      <dgm:spPr/>
    </dgm:pt>
    <dgm:pt modelId="{A53B3BFC-9B1C-4CF2-B3A1-B193C9E4044F}" type="pres">
      <dgm:prSet presAssocID="{72BAD614-0DE1-43A8-AE4C-FC9AAB07EF9C}" presName="desTx" presStyleLbl="revTx" presStyleIdx="3" presStyleCnt="6">
        <dgm:presLayoutVars/>
      </dgm:prSet>
      <dgm:spPr/>
    </dgm:pt>
    <dgm:pt modelId="{0ACF1B3F-EDE7-4FF6-85C4-B1DEC1AFB42F}" type="pres">
      <dgm:prSet presAssocID="{96C563E4-EED7-4209-AFBE-C764600BA467}" presName="sibTrans" presStyleCnt="0"/>
      <dgm:spPr/>
    </dgm:pt>
    <dgm:pt modelId="{AE51700F-F650-40BC-84AB-18C552C90449}" type="pres">
      <dgm:prSet presAssocID="{F93614CB-6B09-4B79-9225-1D8694973D2E}" presName="compNode" presStyleCnt="0"/>
      <dgm:spPr/>
    </dgm:pt>
    <dgm:pt modelId="{24702A0E-A09E-40DB-B31D-AC0EA5BECD2D}" type="pres">
      <dgm:prSet presAssocID="{F93614CB-6B09-4B79-9225-1D8694973D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ECBE2B76-F3DB-4CAC-B130-7201FF86AFBE}" type="pres">
      <dgm:prSet presAssocID="{F93614CB-6B09-4B79-9225-1D8694973D2E}" presName="iconSpace" presStyleCnt="0"/>
      <dgm:spPr/>
    </dgm:pt>
    <dgm:pt modelId="{C9921791-EEDC-437A-80B1-D09DC60194DF}" type="pres">
      <dgm:prSet presAssocID="{F93614CB-6B09-4B79-9225-1D8694973D2E}" presName="parTx" presStyleLbl="revTx" presStyleIdx="4" presStyleCnt="6">
        <dgm:presLayoutVars>
          <dgm:chMax val="0"/>
          <dgm:chPref val="0"/>
        </dgm:presLayoutVars>
      </dgm:prSet>
      <dgm:spPr/>
    </dgm:pt>
    <dgm:pt modelId="{07BA1C13-F116-441A-AE27-E5B3551363F5}" type="pres">
      <dgm:prSet presAssocID="{F93614CB-6B09-4B79-9225-1D8694973D2E}" presName="txSpace" presStyleCnt="0"/>
      <dgm:spPr/>
    </dgm:pt>
    <dgm:pt modelId="{101CB253-7837-4D98-906B-E9FC103A8672}" type="pres">
      <dgm:prSet presAssocID="{F93614CB-6B09-4B79-9225-1D8694973D2E}" presName="desTx" presStyleLbl="revTx" presStyleIdx="5" presStyleCnt="6">
        <dgm:presLayoutVars/>
      </dgm:prSet>
      <dgm:spPr/>
    </dgm:pt>
  </dgm:ptLst>
  <dgm:cxnLst>
    <dgm:cxn modelId="{378D6C12-D7F6-47D6-B0FF-0BD1AE5AF782}" srcId="{72BAD614-0DE1-43A8-AE4C-FC9AAB07EF9C}" destId="{25DE5E88-E644-4C1B-A128-AEFFF71DD75E}" srcOrd="1" destOrd="0" parTransId="{85B64B65-8BA5-48D1-A6D3-AE5A51E8ACF8}" sibTransId="{9099863B-58FF-484E-B92A-2ED747929DA2}"/>
    <dgm:cxn modelId="{A2229A26-7C6F-4CF8-AAF5-54F29811B67F}" type="presOf" srcId="{324B2A84-5EC5-49BB-91BA-3C0A106C6AE9}" destId="{44A98C72-D48F-4015-83DF-DC64F36ADAD4}" srcOrd="0" destOrd="0" presId="urn:microsoft.com/office/officeart/2018/5/layout/CenteredIconLabelDescriptionList"/>
    <dgm:cxn modelId="{EE271447-F30E-47D5-A9C6-F4D0DA4B5BC8}" type="presOf" srcId="{D4732F75-39CE-4FE5-A428-1A3BE421377A}" destId="{101CB253-7837-4D98-906B-E9FC103A8672}" srcOrd="0" destOrd="2" presId="urn:microsoft.com/office/officeart/2018/5/layout/CenteredIconLabelDescriptionList"/>
    <dgm:cxn modelId="{87EAAE4B-2EFF-447A-9719-4B0475470B47}" srcId="{9E3BA8DF-3CDE-4D6C-9062-CA08775775AE}" destId="{324B2A84-5EC5-49BB-91BA-3C0A106C6AE9}" srcOrd="0" destOrd="0" parTransId="{5817760A-9BBB-45C2-9A60-EB2289CF5AF2}" sibTransId="{BE64FA96-DE2B-4464-98EA-56B0F25B1967}"/>
    <dgm:cxn modelId="{5EAF5350-E4AA-4361-8AB7-0E2120D99CF3}" srcId="{F93614CB-6B09-4B79-9225-1D8694973D2E}" destId="{86BB7F2C-574F-4AE6-94B1-A1E450F71B8A}" srcOrd="1" destOrd="0" parTransId="{883D67CF-FB54-414D-BBEF-B62D30ECAB1C}" sibTransId="{096A766C-E09F-4B64-A2F2-02D2E5FC6F25}"/>
    <dgm:cxn modelId="{D855FF75-7F04-4645-9D2B-0342554D2763}" type="presOf" srcId="{72BAD614-0DE1-43A8-AE4C-FC9AAB07EF9C}" destId="{80E58524-A587-4491-9E68-50B5DAECE7AA}" srcOrd="0" destOrd="0" presId="urn:microsoft.com/office/officeart/2018/5/layout/CenteredIconLabelDescriptionList"/>
    <dgm:cxn modelId="{812B7258-9562-402F-AD1A-3ED5D0434CD7}" type="presOf" srcId="{8A7F0DA3-550C-4406-A52C-FF9AC1B40F51}" destId="{44A98C72-D48F-4015-83DF-DC64F36ADAD4}" srcOrd="0" destOrd="1" presId="urn:microsoft.com/office/officeart/2018/5/layout/CenteredIconLabelDescriptionList"/>
    <dgm:cxn modelId="{63201B7D-C411-4717-9284-16EE56FDF205}" srcId="{F959DB56-273A-4327-B9ED-E7BCECD38769}" destId="{9E3BA8DF-3CDE-4D6C-9062-CA08775775AE}" srcOrd="0" destOrd="0" parTransId="{B1F7EE5D-05DD-47E3-A35E-700772240FEE}" sibTransId="{20225D73-0FDB-49E3-9578-F12A1259F807}"/>
    <dgm:cxn modelId="{4B2C647D-C678-44EC-AC71-C0FC993507E0}" srcId="{F93614CB-6B09-4B79-9225-1D8694973D2E}" destId="{D4732F75-39CE-4FE5-A428-1A3BE421377A}" srcOrd="2" destOrd="0" parTransId="{808441DB-0FB2-4C49-9852-8700AFA20D51}" sibTransId="{F0E946A8-45D4-4C85-8C34-18D7C8A31B6C}"/>
    <dgm:cxn modelId="{E7F9F086-EF8A-43EA-8556-A096A76E0BBF}" type="presOf" srcId="{FADDFC0B-75A0-4D43-B9E0-EA165AD02FF6}" destId="{101CB253-7837-4D98-906B-E9FC103A8672}" srcOrd="0" destOrd="0" presId="urn:microsoft.com/office/officeart/2018/5/layout/CenteredIconLabelDescriptionList"/>
    <dgm:cxn modelId="{F644AA87-F43C-45ED-9946-74D58F603607}" srcId="{9E3BA8DF-3CDE-4D6C-9062-CA08775775AE}" destId="{8A7F0DA3-550C-4406-A52C-FF9AC1B40F51}" srcOrd="1" destOrd="0" parTransId="{AE84F37C-EE85-4526-A865-31C4C1D0E87E}" sibTransId="{3F2B5E60-5213-49D1-B3FD-F35C6E7A1F16}"/>
    <dgm:cxn modelId="{B2C72D8A-E1BA-4ED9-8126-5D67436BFEDF}" type="presOf" srcId="{86BB7F2C-574F-4AE6-94B1-A1E450F71B8A}" destId="{101CB253-7837-4D98-906B-E9FC103A8672}" srcOrd="0" destOrd="1" presId="urn:microsoft.com/office/officeart/2018/5/layout/CenteredIconLabelDescriptionList"/>
    <dgm:cxn modelId="{BC47EF9D-49C7-4050-9736-9D3F58F10199}" srcId="{F959DB56-273A-4327-B9ED-E7BCECD38769}" destId="{72BAD614-0DE1-43A8-AE4C-FC9AAB07EF9C}" srcOrd="1" destOrd="0" parTransId="{B9FE9868-AB75-49F7-9EBB-10D39015E5A6}" sibTransId="{96C563E4-EED7-4209-AFBE-C764600BA467}"/>
    <dgm:cxn modelId="{BB29D9AD-0052-4992-8F49-F777832057A6}" srcId="{72BAD614-0DE1-43A8-AE4C-FC9AAB07EF9C}" destId="{48E1C489-9F8A-4553-BA96-166E072B72A6}" srcOrd="0" destOrd="0" parTransId="{740D476C-A8AB-4CF9-963A-4AD5C03FFA55}" sibTransId="{0C46AF68-89BD-4DE8-9C73-B50B6B4E312B}"/>
    <dgm:cxn modelId="{F780C5B4-CE63-469C-B76C-CB1093FECF8C}" type="presOf" srcId="{48E1C489-9F8A-4553-BA96-166E072B72A6}" destId="{A53B3BFC-9B1C-4CF2-B3A1-B193C9E4044F}" srcOrd="0" destOrd="0" presId="urn:microsoft.com/office/officeart/2018/5/layout/CenteredIconLabelDescriptionList"/>
    <dgm:cxn modelId="{27BB35BC-588D-4684-9C03-8D5112D2CA23}" type="presOf" srcId="{9E3BA8DF-3CDE-4D6C-9062-CA08775775AE}" destId="{F2477217-90D8-4D7C-9A12-56D070BA7B41}" srcOrd="0" destOrd="0" presId="urn:microsoft.com/office/officeart/2018/5/layout/CenteredIconLabelDescriptionList"/>
    <dgm:cxn modelId="{E8EE78C0-AAC1-4E9E-8BE0-6CFEEAC7AC4D}" type="presOf" srcId="{F959DB56-273A-4327-B9ED-E7BCECD38769}" destId="{3BE7B6E7-878B-4751-827E-A7C3FBDDFA9F}" srcOrd="0" destOrd="0" presId="urn:microsoft.com/office/officeart/2018/5/layout/CenteredIconLabelDescriptionList"/>
    <dgm:cxn modelId="{AD9EFDDF-251C-488F-9877-1961E81482F7}" srcId="{F93614CB-6B09-4B79-9225-1D8694973D2E}" destId="{FADDFC0B-75A0-4D43-B9E0-EA165AD02FF6}" srcOrd="0" destOrd="0" parTransId="{D6B6119F-36F9-4A71-BE42-4EF6CBDFEC36}" sibTransId="{EEDE179A-1311-42AA-B7D3-9E8DA50E5A2C}"/>
    <dgm:cxn modelId="{767F79E2-9D36-4595-B4FC-981AF3E22D1E}" srcId="{F959DB56-273A-4327-B9ED-E7BCECD38769}" destId="{F93614CB-6B09-4B79-9225-1D8694973D2E}" srcOrd="2" destOrd="0" parTransId="{360540EF-56AE-4EA2-8194-51DC88E466D5}" sibTransId="{80A5DAF3-865E-4E6C-8AD1-B7935C512524}"/>
    <dgm:cxn modelId="{6E9E58E4-F0F8-4058-B784-B2BC1461D9A4}" type="presOf" srcId="{F93614CB-6B09-4B79-9225-1D8694973D2E}" destId="{C9921791-EEDC-437A-80B1-D09DC60194DF}" srcOrd="0" destOrd="0" presId="urn:microsoft.com/office/officeart/2018/5/layout/CenteredIconLabelDescriptionList"/>
    <dgm:cxn modelId="{6C10ECE8-ED67-4238-B329-9D6932997ED3}" type="presOf" srcId="{25DE5E88-E644-4C1B-A128-AEFFF71DD75E}" destId="{A53B3BFC-9B1C-4CF2-B3A1-B193C9E4044F}" srcOrd="0" destOrd="1" presId="urn:microsoft.com/office/officeart/2018/5/layout/CenteredIconLabelDescriptionList"/>
    <dgm:cxn modelId="{11D7110E-40D3-4B55-AF17-7031ED0B1A63}" type="presParOf" srcId="{3BE7B6E7-878B-4751-827E-A7C3FBDDFA9F}" destId="{728063F6-46C7-4A65-8A07-4CCF8663F8BA}" srcOrd="0" destOrd="0" presId="urn:microsoft.com/office/officeart/2018/5/layout/CenteredIconLabelDescriptionList"/>
    <dgm:cxn modelId="{8519E10D-3256-4880-B0F1-E79F9595434E}" type="presParOf" srcId="{728063F6-46C7-4A65-8A07-4CCF8663F8BA}" destId="{FADF7ACD-94AC-4F41-95C7-6BF368DEF60D}" srcOrd="0" destOrd="0" presId="urn:microsoft.com/office/officeart/2018/5/layout/CenteredIconLabelDescriptionList"/>
    <dgm:cxn modelId="{1F2F2CBD-B02C-4C97-B0B2-7C5A3DBCF298}" type="presParOf" srcId="{728063F6-46C7-4A65-8A07-4CCF8663F8BA}" destId="{03ACEF1A-6FF1-435A-8109-01AFCC807C41}" srcOrd="1" destOrd="0" presId="urn:microsoft.com/office/officeart/2018/5/layout/CenteredIconLabelDescriptionList"/>
    <dgm:cxn modelId="{2DC30FDD-2BC0-4CB1-AB55-E9B0BBEC81C0}" type="presParOf" srcId="{728063F6-46C7-4A65-8A07-4CCF8663F8BA}" destId="{F2477217-90D8-4D7C-9A12-56D070BA7B41}" srcOrd="2" destOrd="0" presId="urn:microsoft.com/office/officeart/2018/5/layout/CenteredIconLabelDescriptionList"/>
    <dgm:cxn modelId="{2091BFEB-52D7-463E-A8EF-36A7E813EB15}" type="presParOf" srcId="{728063F6-46C7-4A65-8A07-4CCF8663F8BA}" destId="{B2866350-1374-4E67-A120-856CB59D9C10}" srcOrd="3" destOrd="0" presId="urn:microsoft.com/office/officeart/2018/5/layout/CenteredIconLabelDescriptionList"/>
    <dgm:cxn modelId="{C16C78AD-5C6D-4096-905A-3BE6F4249BF8}" type="presParOf" srcId="{728063F6-46C7-4A65-8A07-4CCF8663F8BA}" destId="{44A98C72-D48F-4015-83DF-DC64F36ADAD4}" srcOrd="4" destOrd="0" presId="urn:microsoft.com/office/officeart/2018/5/layout/CenteredIconLabelDescriptionList"/>
    <dgm:cxn modelId="{D956BBE4-4F9D-4D88-9484-B5FF12139B5F}" type="presParOf" srcId="{3BE7B6E7-878B-4751-827E-A7C3FBDDFA9F}" destId="{52B42B42-97A6-405D-82B8-BBDD956250FE}" srcOrd="1" destOrd="0" presId="urn:microsoft.com/office/officeart/2018/5/layout/CenteredIconLabelDescriptionList"/>
    <dgm:cxn modelId="{8B5384E0-4BB8-4C9E-8DF8-590F88879A6C}" type="presParOf" srcId="{3BE7B6E7-878B-4751-827E-A7C3FBDDFA9F}" destId="{CFBD4869-053C-46A2-8BD4-25EBC886FC47}" srcOrd="2" destOrd="0" presId="urn:microsoft.com/office/officeart/2018/5/layout/CenteredIconLabelDescriptionList"/>
    <dgm:cxn modelId="{F15D3EBE-EE79-44E7-9B1B-77FAE1D48857}" type="presParOf" srcId="{CFBD4869-053C-46A2-8BD4-25EBC886FC47}" destId="{7807D4A3-55AD-4004-9D61-4502D7DC755A}" srcOrd="0" destOrd="0" presId="urn:microsoft.com/office/officeart/2018/5/layout/CenteredIconLabelDescriptionList"/>
    <dgm:cxn modelId="{9B34882F-AE5F-44D2-B3AF-7231458F652F}" type="presParOf" srcId="{CFBD4869-053C-46A2-8BD4-25EBC886FC47}" destId="{D267A1B1-0B8E-42E1-BAA7-7E408B54306E}" srcOrd="1" destOrd="0" presId="urn:microsoft.com/office/officeart/2018/5/layout/CenteredIconLabelDescriptionList"/>
    <dgm:cxn modelId="{A906C352-68A0-4C2C-83E3-DDCB40D7A1F4}" type="presParOf" srcId="{CFBD4869-053C-46A2-8BD4-25EBC886FC47}" destId="{80E58524-A587-4491-9E68-50B5DAECE7AA}" srcOrd="2" destOrd="0" presId="urn:microsoft.com/office/officeart/2018/5/layout/CenteredIconLabelDescriptionList"/>
    <dgm:cxn modelId="{38C317F2-420C-4725-A7E3-D774C0A88D84}" type="presParOf" srcId="{CFBD4869-053C-46A2-8BD4-25EBC886FC47}" destId="{BA0B5068-3473-41A5-A2F1-6404F67EECF7}" srcOrd="3" destOrd="0" presId="urn:microsoft.com/office/officeart/2018/5/layout/CenteredIconLabelDescriptionList"/>
    <dgm:cxn modelId="{57DC6DA7-5646-4769-B402-590FB59D6447}" type="presParOf" srcId="{CFBD4869-053C-46A2-8BD4-25EBC886FC47}" destId="{A53B3BFC-9B1C-4CF2-B3A1-B193C9E4044F}" srcOrd="4" destOrd="0" presId="urn:microsoft.com/office/officeart/2018/5/layout/CenteredIconLabelDescriptionList"/>
    <dgm:cxn modelId="{300C71FF-65FD-44EF-8CE4-EB8B71BDE9EE}" type="presParOf" srcId="{3BE7B6E7-878B-4751-827E-A7C3FBDDFA9F}" destId="{0ACF1B3F-EDE7-4FF6-85C4-B1DEC1AFB42F}" srcOrd="3" destOrd="0" presId="urn:microsoft.com/office/officeart/2018/5/layout/CenteredIconLabelDescriptionList"/>
    <dgm:cxn modelId="{D8931D98-9B44-403E-BF8B-57187ABD961B}" type="presParOf" srcId="{3BE7B6E7-878B-4751-827E-A7C3FBDDFA9F}" destId="{AE51700F-F650-40BC-84AB-18C552C90449}" srcOrd="4" destOrd="0" presId="urn:microsoft.com/office/officeart/2018/5/layout/CenteredIconLabelDescriptionList"/>
    <dgm:cxn modelId="{FD9427B6-8A7B-4DB1-B579-94872BFC9D7B}" type="presParOf" srcId="{AE51700F-F650-40BC-84AB-18C552C90449}" destId="{24702A0E-A09E-40DB-B31D-AC0EA5BECD2D}" srcOrd="0" destOrd="0" presId="urn:microsoft.com/office/officeart/2018/5/layout/CenteredIconLabelDescriptionList"/>
    <dgm:cxn modelId="{5DB6CF85-B834-4937-8A48-9B36471D2F41}" type="presParOf" srcId="{AE51700F-F650-40BC-84AB-18C552C90449}" destId="{ECBE2B76-F3DB-4CAC-B130-7201FF86AFBE}" srcOrd="1" destOrd="0" presId="urn:microsoft.com/office/officeart/2018/5/layout/CenteredIconLabelDescriptionList"/>
    <dgm:cxn modelId="{C75EBBC3-9B8B-4C58-9E2B-966BA05CFAD1}" type="presParOf" srcId="{AE51700F-F650-40BC-84AB-18C552C90449}" destId="{C9921791-EEDC-437A-80B1-D09DC60194DF}" srcOrd="2" destOrd="0" presId="urn:microsoft.com/office/officeart/2018/5/layout/CenteredIconLabelDescriptionList"/>
    <dgm:cxn modelId="{7E189450-9255-4789-8486-75F391CAE20B}" type="presParOf" srcId="{AE51700F-F650-40BC-84AB-18C552C90449}" destId="{07BA1C13-F116-441A-AE27-E5B3551363F5}" srcOrd="3" destOrd="0" presId="urn:microsoft.com/office/officeart/2018/5/layout/CenteredIconLabelDescriptionList"/>
    <dgm:cxn modelId="{A88AC6D1-727C-46DB-9806-DD966914215C}" type="presParOf" srcId="{AE51700F-F650-40BC-84AB-18C552C90449}" destId="{101CB253-7837-4D98-906B-E9FC103A867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23DABD72-9537-4E7F-A88E-AB2F7C4F369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C17B89-DBB1-4E5A-AD14-C02701C3CA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AES</a:t>
          </a:r>
        </a:p>
      </dgm:t>
    </dgm:pt>
    <dgm:pt modelId="{5F61D51E-1DAA-48D6-92DC-FA02C1C6D11C}" type="parTrans" cxnId="{4B8E39D1-4682-4A19-8E56-274A0897A7AA}">
      <dgm:prSet/>
      <dgm:spPr/>
      <dgm:t>
        <a:bodyPr/>
        <a:lstStyle/>
        <a:p>
          <a:endParaRPr lang="en-US"/>
        </a:p>
      </dgm:t>
    </dgm:pt>
    <dgm:pt modelId="{AF3B6B3C-B52D-4680-B685-D42C53BECABE}" type="sibTrans" cxnId="{4B8E39D1-4682-4A19-8E56-274A0897A7AA}">
      <dgm:prSet/>
      <dgm:spPr/>
      <dgm:t>
        <a:bodyPr/>
        <a:lstStyle/>
        <a:p>
          <a:endParaRPr lang="en-US"/>
        </a:p>
      </dgm:t>
    </dgm:pt>
    <dgm:pt modelId="{1F49C1FE-D34E-469B-921A-8B9A4A01D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Advanced Encryption</a:t>
          </a:r>
          <a:r>
            <a:rPr lang="tr-TR"/>
            <a:t> </a:t>
          </a:r>
          <a:r>
            <a:rPr lang="en-US"/>
            <a:t>Standard</a:t>
          </a:r>
        </a:p>
      </dgm:t>
    </dgm:pt>
    <dgm:pt modelId="{64628E2F-E527-47E0-B524-33333D0589F0}" type="parTrans" cxnId="{363100E2-4380-4E32-84A0-7FCF550124C2}">
      <dgm:prSet/>
      <dgm:spPr/>
      <dgm:t>
        <a:bodyPr/>
        <a:lstStyle/>
        <a:p>
          <a:endParaRPr lang="en-US"/>
        </a:p>
      </dgm:t>
    </dgm:pt>
    <dgm:pt modelId="{AA2AB21B-989F-4016-9CDA-A9E5C4FF8929}" type="sibTrans" cxnId="{363100E2-4380-4E32-84A0-7FCF550124C2}">
      <dgm:prSet/>
      <dgm:spPr/>
      <dgm:t>
        <a:bodyPr/>
        <a:lstStyle/>
        <a:p>
          <a:endParaRPr lang="en-US"/>
        </a:p>
      </dgm:t>
    </dgm:pt>
    <dgm:pt modelId="{3355DA52-5739-4F0C-8BB1-F9B055FA34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standard for encryption uses established by the NIST </a:t>
          </a:r>
        </a:p>
      </dgm:t>
    </dgm:pt>
    <dgm:pt modelId="{17F26470-A053-49FB-865B-7C2204AE7886}" type="parTrans" cxnId="{09F12F8A-EB87-446D-8442-795E4C4EBE72}">
      <dgm:prSet/>
      <dgm:spPr/>
      <dgm:t>
        <a:bodyPr/>
        <a:lstStyle/>
        <a:p>
          <a:endParaRPr lang="en-US"/>
        </a:p>
      </dgm:t>
    </dgm:pt>
    <dgm:pt modelId="{F5CB66B9-7712-4174-910B-9923686661C2}" type="sibTrans" cxnId="{09F12F8A-EB87-446D-8442-795E4C4EBE72}">
      <dgm:prSet/>
      <dgm:spPr/>
      <dgm:t>
        <a:bodyPr/>
        <a:lstStyle/>
        <a:p>
          <a:endParaRPr lang="en-US"/>
        </a:p>
      </dgm:t>
    </dgm:pt>
    <dgm:pt modelId="{215ADF44-76F2-46A9-87D4-1A6CA157FA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cases</a:t>
          </a:r>
          <a:endParaRPr lang="en-US"/>
        </a:p>
      </dgm:t>
    </dgm:pt>
    <dgm:pt modelId="{51E78924-D073-4D7E-8216-6ECBCF526468}" type="parTrans" cxnId="{C2F13BCD-7AC0-4659-8668-5F4916190275}">
      <dgm:prSet/>
      <dgm:spPr/>
      <dgm:t>
        <a:bodyPr/>
        <a:lstStyle/>
        <a:p>
          <a:endParaRPr lang="en-US"/>
        </a:p>
      </dgm:t>
    </dgm:pt>
    <dgm:pt modelId="{E2479A64-AA98-4974-A1FB-93401A934B86}" type="sibTrans" cxnId="{C2F13BCD-7AC0-4659-8668-5F4916190275}">
      <dgm:prSet/>
      <dgm:spPr/>
      <dgm:t>
        <a:bodyPr/>
        <a:lstStyle/>
        <a:p>
          <a:endParaRPr lang="en-US"/>
        </a:p>
      </dgm:t>
    </dgm:pt>
    <dgm:pt modelId="{B699262C-EEE6-41F4-9A46-3D9395BF9A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</a:t>
          </a:r>
          <a:r>
            <a:rPr lang="tr-TR"/>
            <a:t> </a:t>
          </a:r>
          <a:r>
            <a:rPr lang="en-US"/>
            <a:t>encryption implementations </a:t>
          </a:r>
        </a:p>
      </dgm:t>
    </dgm:pt>
    <dgm:pt modelId="{AEA871B3-2700-4211-92D8-2FF1166F8E1E}" type="parTrans" cxnId="{F034270E-5AAF-4F1F-981D-7B36D4801300}">
      <dgm:prSet/>
      <dgm:spPr/>
      <dgm:t>
        <a:bodyPr/>
        <a:lstStyle/>
        <a:p>
          <a:endParaRPr lang="en-US"/>
        </a:p>
      </dgm:t>
    </dgm:pt>
    <dgm:pt modelId="{D8A3D53B-A53D-4AE3-80A4-E16CEEDC38BE}" type="sibTrans" cxnId="{F034270E-5AAF-4F1F-981D-7B36D4801300}">
      <dgm:prSet/>
      <dgm:spPr/>
      <dgm:t>
        <a:bodyPr/>
        <a:lstStyle/>
        <a:p>
          <a:endParaRPr lang="en-US"/>
        </a:p>
      </dgm:t>
    </dgm:pt>
    <dgm:pt modelId="{689A8CDA-DA31-4F8D-B04B-DF9EEB5EF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commercial and military applications</a:t>
          </a:r>
        </a:p>
      </dgm:t>
    </dgm:pt>
    <dgm:pt modelId="{0758C0B7-3209-45EA-B296-E0E047A03DFA}" type="parTrans" cxnId="{7F343347-D589-4BD3-9E29-E6F84C58EEBA}">
      <dgm:prSet/>
      <dgm:spPr/>
      <dgm:t>
        <a:bodyPr/>
        <a:lstStyle/>
        <a:p>
          <a:endParaRPr lang="en-US"/>
        </a:p>
      </dgm:t>
    </dgm:pt>
    <dgm:pt modelId="{4CA0D115-4EB1-4F2E-BDD7-99917648AE91}" type="sibTrans" cxnId="{7F343347-D589-4BD3-9E29-E6F84C58EEBA}">
      <dgm:prSet/>
      <dgm:spPr/>
      <dgm:t>
        <a:bodyPr/>
        <a:lstStyle/>
        <a:p>
          <a:endParaRPr lang="en-US"/>
        </a:p>
      </dgm:t>
    </dgm:pt>
    <dgm:pt modelId="{94C57035-E874-4FFC-B4BE-175E6480C6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BIP-38</a:t>
          </a:r>
        </a:p>
      </dgm:t>
    </dgm:pt>
    <dgm:pt modelId="{F6131D4F-364B-4C03-9B4D-451775C34393}" type="parTrans" cxnId="{BF3A7472-9484-4744-8FDD-CD7741DEDA57}">
      <dgm:prSet/>
      <dgm:spPr/>
      <dgm:t>
        <a:bodyPr/>
        <a:lstStyle/>
        <a:p>
          <a:endParaRPr lang="tr-TR"/>
        </a:p>
      </dgm:t>
    </dgm:pt>
    <dgm:pt modelId="{87012BFE-658F-4F48-AD7F-20F568486FC0}" type="sibTrans" cxnId="{BF3A7472-9484-4744-8FDD-CD7741DEDA57}">
      <dgm:prSet/>
      <dgm:spPr/>
      <dgm:t>
        <a:bodyPr/>
        <a:lstStyle/>
        <a:p>
          <a:endParaRPr lang="tr-TR"/>
        </a:p>
      </dgm:t>
    </dgm:pt>
    <dgm:pt modelId="{4246357E-D4E1-41E6-8EB9-41ACBFC730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encryption scheme </a:t>
          </a:r>
        </a:p>
      </dgm:t>
    </dgm:pt>
    <dgm:pt modelId="{8CF295D4-11C2-4226-9A20-290C68736499}" type="parTrans" cxnId="{747AE9E8-2EC1-42F8-802A-9E628FD47990}">
      <dgm:prSet/>
      <dgm:spPr/>
      <dgm:t>
        <a:bodyPr/>
        <a:lstStyle/>
        <a:p>
          <a:endParaRPr lang="tr-TR"/>
        </a:p>
      </dgm:t>
    </dgm:pt>
    <dgm:pt modelId="{B510BE85-1ECF-4031-B2DE-4DBB2883279D}" type="sibTrans" cxnId="{747AE9E8-2EC1-42F8-802A-9E628FD47990}">
      <dgm:prSet/>
      <dgm:spPr/>
      <dgm:t>
        <a:bodyPr/>
        <a:lstStyle/>
        <a:p>
          <a:endParaRPr lang="tr-TR"/>
        </a:p>
      </dgm:t>
    </dgm:pt>
    <dgm:pt modelId="{C3A25C5B-A211-46F9-A4DC-862FE338E75D}" type="pres">
      <dgm:prSet presAssocID="{23DABD72-9537-4E7F-A88E-AB2F7C4F3695}" presName="root" presStyleCnt="0">
        <dgm:presLayoutVars>
          <dgm:dir/>
          <dgm:resizeHandles val="exact"/>
        </dgm:presLayoutVars>
      </dgm:prSet>
      <dgm:spPr/>
    </dgm:pt>
    <dgm:pt modelId="{2863D317-FB7A-4F54-97BA-FF88A74F5992}" type="pres">
      <dgm:prSet presAssocID="{90C17B89-DBB1-4E5A-AD14-C02701C3CAD8}" presName="compNode" presStyleCnt="0"/>
      <dgm:spPr/>
    </dgm:pt>
    <dgm:pt modelId="{7BE87004-6554-45F5-A730-D151C64ADB0F}" type="pres">
      <dgm:prSet presAssocID="{90C17B89-DBB1-4E5A-AD14-C02701C3CA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EF81CA8-DCF7-4504-ACD7-A2A2D056DC5E}" type="pres">
      <dgm:prSet presAssocID="{90C17B89-DBB1-4E5A-AD14-C02701C3CAD8}" presName="iconSpace" presStyleCnt="0"/>
      <dgm:spPr/>
    </dgm:pt>
    <dgm:pt modelId="{927B9DEF-2A26-43E4-9A18-3014F5E8EC12}" type="pres">
      <dgm:prSet presAssocID="{90C17B89-DBB1-4E5A-AD14-C02701C3CAD8}" presName="parTx" presStyleLbl="revTx" presStyleIdx="0" presStyleCnt="6">
        <dgm:presLayoutVars>
          <dgm:chMax val="0"/>
          <dgm:chPref val="0"/>
        </dgm:presLayoutVars>
      </dgm:prSet>
      <dgm:spPr/>
    </dgm:pt>
    <dgm:pt modelId="{6478C353-DF8A-463F-B6CF-488007E7960C}" type="pres">
      <dgm:prSet presAssocID="{90C17B89-DBB1-4E5A-AD14-C02701C3CAD8}" presName="txSpace" presStyleCnt="0"/>
      <dgm:spPr/>
    </dgm:pt>
    <dgm:pt modelId="{60276EEE-2C75-40A2-8C22-BBDFCEA3E840}" type="pres">
      <dgm:prSet presAssocID="{90C17B89-DBB1-4E5A-AD14-C02701C3CAD8}" presName="desTx" presStyleLbl="revTx" presStyleIdx="1" presStyleCnt="6">
        <dgm:presLayoutVars/>
      </dgm:prSet>
      <dgm:spPr/>
    </dgm:pt>
    <dgm:pt modelId="{82FDC25B-A63F-4429-900F-BA94BDA7E89A}" type="pres">
      <dgm:prSet presAssocID="{AF3B6B3C-B52D-4680-B685-D42C53BECABE}" presName="sibTrans" presStyleCnt="0"/>
      <dgm:spPr/>
    </dgm:pt>
    <dgm:pt modelId="{A2C488E0-1333-456C-BC7E-9F44035802B0}" type="pres">
      <dgm:prSet presAssocID="{215ADF44-76F2-46A9-87D4-1A6CA157FA89}" presName="compNode" presStyleCnt="0"/>
      <dgm:spPr/>
    </dgm:pt>
    <dgm:pt modelId="{024FA62B-C19A-490F-B2B5-7E89096ED6E6}" type="pres">
      <dgm:prSet presAssocID="{215ADF44-76F2-46A9-87D4-1A6CA157FA8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19115DB-E2AC-4D5A-83AB-B3009BBA325A}" type="pres">
      <dgm:prSet presAssocID="{215ADF44-76F2-46A9-87D4-1A6CA157FA89}" presName="iconSpace" presStyleCnt="0"/>
      <dgm:spPr/>
    </dgm:pt>
    <dgm:pt modelId="{F6EE76D5-C0BB-47FD-A4CA-C70594B28A95}" type="pres">
      <dgm:prSet presAssocID="{215ADF44-76F2-46A9-87D4-1A6CA157FA89}" presName="parTx" presStyleLbl="revTx" presStyleIdx="2" presStyleCnt="6">
        <dgm:presLayoutVars>
          <dgm:chMax val="0"/>
          <dgm:chPref val="0"/>
        </dgm:presLayoutVars>
      </dgm:prSet>
      <dgm:spPr/>
    </dgm:pt>
    <dgm:pt modelId="{635CB473-39F7-4499-B398-2C49252222B8}" type="pres">
      <dgm:prSet presAssocID="{215ADF44-76F2-46A9-87D4-1A6CA157FA89}" presName="txSpace" presStyleCnt="0"/>
      <dgm:spPr/>
    </dgm:pt>
    <dgm:pt modelId="{D8A0D94D-F8DA-4B89-B850-915C195AB0E3}" type="pres">
      <dgm:prSet presAssocID="{215ADF44-76F2-46A9-87D4-1A6CA157FA89}" presName="desTx" presStyleLbl="revTx" presStyleIdx="3" presStyleCnt="6">
        <dgm:presLayoutVars/>
      </dgm:prSet>
      <dgm:spPr/>
    </dgm:pt>
    <dgm:pt modelId="{0B616849-86B3-457E-8AF9-C94B975D3BB6}" type="pres">
      <dgm:prSet presAssocID="{E2479A64-AA98-4974-A1FB-93401A934B86}" presName="sibTrans" presStyleCnt="0"/>
      <dgm:spPr/>
    </dgm:pt>
    <dgm:pt modelId="{6D8C36E5-C822-47E9-A977-A83000AE5D05}" type="pres">
      <dgm:prSet presAssocID="{94C57035-E874-4FFC-B4BE-175E6480C671}" presName="compNode" presStyleCnt="0"/>
      <dgm:spPr/>
    </dgm:pt>
    <dgm:pt modelId="{ED3FB9C8-66B8-4392-ADBB-7EDC5EEE4422}" type="pres">
      <dgm:prSet presAssocID="{94C57035-E874-4FFC-B4BE-175E6480C6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D79C373-C106-4B1A-AE5E-29F17C813539}" type="pres">
      <dgm:prSet presAssocID="{94C57035-E874-4FFC-B4BE-175E6480C671}" presName="iconSpace" presStyleCnt="0"/>
      <dgm:spPr/>
    </dgm:pt>
    <dgm:pt modelId="{00A840F9-4D08-4F3E-80A0-D680C2DAAB1F}" type="pres">
      <dgm:prSet presAssocID="{94C57035-E874-4FFC-B4BE-175E6480C671}" presName="parTx" presStyleLbl="revTx" presStyleIdx="4" presStyleCnt="6">
        <dgm:presLayoutVars>
          <dgm:chMax val="0"/>
          <dgm:chPref val="0"/>
        </dgm:presLayoutVars>
      </dgm:prSet>
      <dgm:spPr/>
    </dgm:pt>
    <dgm:pt modelId="{7962E3EC-17E3-4092-9ECB-6B9323812D34}" type="pres">
      <dgm:prSet presAssocID="{94C57035-E874-4FFC-B4BE-175E6480C671}" presName="txSpace" presStyleCnt="0"/>
      <dgm:spPr/>
    </dgm:pt>
    <dgm:pt modelId="{35683928-0D9D-46DF-8485-DC83BD5AAA0A}" type="pres">
      <dgm:prSet presAssocID="{94C57035-E874-4FFC-B4BE-175E6480C671}" presName="desTx" presStyleLbl="revTx" presStyleIdx="5" presStyleCnt="6">
        <dgm:presLayoutVars/>
      </dgm:prSet>
      <dgm:spPr/>
    </dgm:pt>
  </dgm:ptLst>
  <dgm:cxnLst>
    <dgm:cxn modelId="{F034270E-5AAF-4F1F-981D-7B36D4801300}" srcId="{215ADF44-76F2-46A9-87D4-1A6CA157FA89}" destId="{B699262C-EEE6-41F4-9A46-3D9395BF9AD3}" srcOrd="0" destOrd="0" parTransId="{AEA871B3-2700-4211-92D8-2FF1166F8E1E}" sibTransId="{D8A3D53B-A53D-4AE3-80A4-E16CEEDC38BE}"/>
    <dgm:cxn modelId="{EFF35719-00BF-4476-BEA4-1FA0572F6D71}" type="presOf" srcId="{90C17B89-DBB1-4E5A-AD14-C02701C3CAD8}" destId="{927B9DEF-2A26-43E4-9A18-3014F5E8EC12}" srcOrd="0" destOrd="0" presId="urn:microsoft.com/office/officeart/2018/5/layout/CenteredIconLabelDescriptionList"/>
    <dgm:cxn modelId="{30E47B30-4358-436A-A6EA-D2D685BFE4FD}" type="presOf" srcId="{23DABD72-9537-4E7F-A88E-AB2F7C4F3695}" destId="{C3A25C5B-A211-46F9-A4DC-862FE338E75D}" srcOrd="0" destOrd="0" presId="urn:microsoft.com/office/officeart/2018/5/layout/CenteredIconLabelDescriptionList"/>
    <dgm:cxn modelId="{F1E72E36-33A6-4CF6-80E6-51135C1A5AA3}" type="presOf" srcId="{94C57035-E874-4FFC-B4BE-175E6480C671}" destId="{00A840F9-4D08-4F3E-80A0-D680C2DAAB1F}" srcOrd="0" destOrd="0" presId="urn:microsoft.com/office/officeart/2018/5/layout/CenteredIconLabelDescriptionList"/>
    <dgm:cxn modelId="{0DBF5765-8AC8-4FC5-9DE4-07C0A0A4891E}" type="presOf" srcId="{B699262C-EEE6-41F4-9A46-3D9395BF9AD3}" destId="{D8A0D94D-F8DA-4B89-B850-915C195AB0E3}" srcOrd="0" destOrd="0" presId="urn:microsoft.com/office/officeart/2018/5/layout/CenteredIconLabelDescriptionList"/>
    <dgm:cxn modelId="{7F343347-D589-4BD3-9E29-E6F84C58EEBA}" srcId="{215ADF44-76F2-46A9-87D4-1A6CA157FA89}" destId="{689A8CDA-DA31-4F8D-B04B-DF9EEB5EF473}" srcOrd="1" destOrd="0" parTransId="{0758C0B7-3209-45EA-B296-E0E047A03DFA}" sibTransId="{4CA0D115-4EB1-4F2E-BDD7-99917648AE91}"/>
    <dgm:cxn modelId="{BF3A7472-9484-4744-8FDD-CD7741DEDA57}" srcId="{23DABD72-9537-4E7F-A88E-AB2F7C4F3695}" destId="{94C57035-E874-4FFC-B4BE-175E6480C671}" srcOrd="2" destOrd="0" parTransId="{F6131D4F-364B-4C03-9B4D-451775C34393}" sibTransId="{87012BFE-658F-4F48-AD7F-20F568486FC0}"/>
    <dgm:cxn modelId="{B22ABB7D-9780-4554-BEE0-FDC16C392714}" type="presOf" srcId="{4246357E-D4E1-41E6-8EB9-41ACBFC730B9}" destId="{35683928-0D9D-46DF-8485-DC83BD5AAA0A}" srcOrd="0" destOrd="0" presId="urn:microsoft.com/office/officeart/2018/5/layout/CenteredIconLabelDescriptionList"/>
    <dgm:cxn modelId="{09F12F8A-EB87-446D-8442-795E4C4EBE72}" srcId="{90C17B89-DBB1-4E5A-AD14-C02701C3CAD8}" destId="{3355DA52-5739-4F0C-8BB1-F9B055FA3460}" srcOrd="1" destOrd="0" parTransId="{17F26470-A053-49FB-865B-7C2204AE7886}" sibTransId="{F5CB66B9-7712-4174-910B-9923686661C2}"/>
    <dgm:cxn modelId="{72348BA2-1C8C-4C5D-8DD5-2CB9C4C00B73}" type="presOf" srcId="{689A8CDA-DA31-4F8D-B04B-DF9EEB5EF473}" destId="{D8A0D94D-F8DA-4B89-B850-915C195AB0E3}" srcOrd="0" destOrd="1" presId="urn:microsoft.com/office/officeart/2018/5/layout/CenteredIconLabelDescriptionList"/>
    <dgm:cxn modelId="{C2F13BCD-7AC0-4659-8668-5F4916190275}" srcId="{23DABD72-9537-4E7F-A88E-AB2F7C4F3695}" destId="{215ADF44-76F2-46A9-87D4-1A6CA157FA89}" srcOrd="1" destOrd="0" parTransId="{51E78924-D073-4D7E-8216-6ECBCF526468}" sibTransId="{E2479A64-AA98-4974-A1FB-93401A934B86}"/>
    <dgm:cxn modelId="{4B8E39D1-4682-4A19-8E56-274A0897A7AA}" srcId="{23DABD72-9537-4E7F-A88E-AB2F7C4F3695}" destId="{90C17B89-DBB1-4E5A-AD14-C02701C3CAD8}" srcOrd="0" destOrd="0" parTransId="{5F61D51E-1DAA-48D6-92DC-FA02C1C6D11C}" sibTransId="{AF3B6B3C-B52D-4680-B685-D42C53BECABE}"/>
    <dgm:cxn modelId="{097906DC-FE11-4395-9673-88059827DCE9}" type="presOf" srcId="{1F49C1FE-D34E-469B-921A-8B9A4A01D608}" destId="{60276EEE-2C75-40A2-8C22-BBDFCEA3E840}" srcOrd="0" destOrd="0" presId="urn:microsoft.com/office/officeart/2018/5/layout/CenteredIconLabelDescriptionList"/>
    <dgm:cxn modelId="{363100E2-4380-4E32-84A0-7FCF550124C2}" srcId="{90C17B89-DBB1-4E5A-AD14-C02701C3CAD8}" destId="{1F49C1FE-D34E-469B-921A-8B9A4A01D608}" srcOrd="0" destOrd="0" parTransId="{64628E2F-E527-47E0-B524-33333D0589F0}" sibTransId="{AA2AB21B-989F-4016-9CDA-A9E5C4FF8929}"/>
    <dgm:cxn modelId="{747AE9E8-2EC1-42F8-802A-9E628FD47990}" srcId="{94C57035-E874-4FFC-B4BE-175E6480C671}" destId="{4246357E-D4E1-41E6-8EB9-41ACBFC730B9}" srcOrd="0" destOrd="0" parTransId="{8CF295D4-11C2-4226-9A20-290C68736499}" sibTransId="{B510BE85-1ECF-4031-B2DE-4DBB2883279D}"/>
    <dgm:cxn modelId="{DD1814F1-EAB2-4C64-83EF-79D555610CCF}" type="presOf" srcId="{3355DA52-5739-4F0C-8BB1-F9B055FA3460}" destId="{60276EEE-2C75-40A2-8C22-BBDFCEA3E840}" srcOrd="0" destOrd="1" presId="urn:microsoft.com/office/officeart/2018/5/layout/CenteredIconLabelDescriptionList"/>
    <dgm:cxn modelId="{59D373F3-7CC9-456B-9AF9-2824F4735C96}" type="presOf" srcId="{215ADF44-76F2-46A9-87D4-1A6CA157FA89}" destId="{F6EE76D5-C0BB-47FD-A4CA-C70594B28A95}" srcOrd="0" destOrd="0" presId="urn:microsoft.com/office/officeart/2018/5/layout/CenteredIconLabelDescriptionList"/>
    <dgm:cxn modelId="{F915CBC6-B95A-4DC7-9D68-077FE66995D8}" type="presParOf" srcId="{C3A25C5B-A211-46F9-A4DC-862FE338E75D}" destId="{2863D317-FB7A-4F54-97BA-FF88A74F5992}" srcOrd="0" destOrd="0" presId="urn:microsoft.com/office/officeart/2018/5/layout/CenteredIconLabelDescriptionList"/>
    <dgm:cxn modelId="{DC60EA91-940E-4092-8341-81ECCABAC6DF}" type="presParOf" srcId="{2863D317-FB7A-4F54-97BA-FF88A74F5992}" destId="{7BE87004-6554-45F5-A730-D151C64ADB0F}" srcOrd="0" destOrd="0" presId="urn:microsoft.com/office/officeart/2018/5/layout/CenteredIconLabelDescriptionList"/>
    <dgm:cxn modelId="{2825903F-3C6D-4FA7-9F03-BAE3C4C78D89}" type="presParOf" srcId="{2863D317-FB7A-4F54-97BA-FF88A74F5992}" destId="{6EF81CA8-DCF7-4504-ACD7-A2A2D056DC5E}" srcOrd="1" destOrd="0" presId="urn:microsoft.com/office/officeart/2018/5/layout/CenteredIconLabelDescriptionList"/>
    <dgm:cxn modelId="{677D7DDB-5DD7-48AA-8693-1FF10B115D1D}" type="presParOf" srcId="{2863D317-FB7A-4F54-97BA-FF88A74F5992}" destId="{927B9DEF-2A26-43E4-9A18-3014F5E8EC12}" srcOrd="2" destOrd="0" presId="urn:microsoft.com/office/officeart/2018/5/layout/CenteredIconLabelDescriptionList"/>
    <dgm:cxn modelId="{C786D8CA-ED61-4473-9920-08AED09A762C}" type="presParOf" srcId="{2863D317-FB7A-4F54-97BA-FF88A74F5992}" destId="{6478C353-DF8A-463F-B6CF-488007E7960C}" srcOrd="3" destOrd="0" presId="urn:microsoft.com/office/officeart/2018/5/layout/CenteredIconLabelDescriptionList"/>
    <dgm:cxn modelId="{EF957833-1E88-4BDD-9143-02DA3F4430D1}" type="presParOf" srcId="{2863D317-FB7A-4F54-97BA-FF88A74F5992}" destId="{60276EEE-2C75-40A2-8C22-BBDFCEA3E840}" srcOrd="4" destOrd="0" presId="urn:microsoft.com/office/officeart/2018/5/layout/CenteredIconLabelDescriptionList"/>
    <dgm:cxn modelId="{9B85741E-1162-4ED0-B8C9-291E43FC6CBD}" type="presParOf" srcId="{C3A25C5B-A211-46F9-A4DC-862FE338E75D}" destId="{82FDC25B-A63F-4429-900F-BA94BDA7E89A}" srcOrd="1" destOrd="0" presId="urn:microsoft.com/office/officeart/2018/5/layout/CenteredIconLabelDescriptionList"/>
    <dgm:cxn modelId="{F69BD81B-0785-41B1-B3D7-F180A24784EA}" type="presParOf" srcId="{C3A25C5B-A211-46F9-A4DC-862FE338E75D}" destId="{A2C488E0-1333-456C-BC7E-9F44035802B0}" srcOrd="2" destOrd="0" presId="urn:microsoft.com/office/officeart/2018/5/layout/CenteredIconLabelDescriptionList"/>
    <dgm:cxn modelId="{F27FC3AB-ED7A-472D-8EB5-11953D198EF0}" type="presParOf" srcId="{A2C488E0-1333-456C-BC7E-9F44035802B0}" destId="{024FA62B-C19A-490F-B2B5-7E89096ED6E6}" srcOrd="0" destOrd="0" presId="urn:microsoft.com/office/officeart/2018/5/layout/CenteredIconLabelDescriptionList"/>
    <dgm:cxn modelId="{CD15D610-F157-4AAB-AB6F-A026E80236E4}" type="presParOf" srcId="{A2C488E0-1333-456C-BC7E-9F44035802B0}" destId="{819115DB-E2AC-4D5A-83AB-B3009BBA325A}" srcOrd="1" destOrd="0" presId="urn:microsoft.com/office/officeart/2018/5/layout/CenteredIconLabelDescriptionList"/>
    <dgm:cxn modelId="{EC23770E-AAED-4CD6-AE96-50936C7D56FE}" type="presParOf" srcId="{A2C488E0-1333-456C-BC7E-9F44035802B0}" destId="{F6EE76D5-C0BB-47FD-A4CA-C70594B28A95}" srcOrd="2" destOrd="0" presId="urn:microsoft.com/office/officeart/2018/5/layout/CenteredIconLabelDescriptionList"/>
    <dgm:cxn modelId="{A4CA18F0-1C14-4AB3-AC78-1E0B5BB559DC}" type="presParOf" srcId="{A2C488E0-1333-456C-BC7E-9F44035802B0}" destId="{635CB473-39F7-4499-B398-2C49252222B8}" srcOrd="3" destOrd="0" presId="urn:microsoft.com/office/officeart/2018/5/layout/CenteredIconLabelDescriptionList"/>
    <dgm:cxn modelId="{43470004-3DF0-4452-8639-E0FBE6F5C962}" type="presParOf" srcId="{A2C488E0-1333-456C-BC7E-9F44035802B0}" destId="{D8A0D94D-F8DA-4B89-B850-915C195AB0E3}" srcOrd="4" destOrd="0" presId="urn:microsoft.com/office/officeart/2018/5/layout/CenteredIconLabelDescriptionList"/>
    <dgm:cxn modelId="{EA88A36C-A0BF-4439-8E28-FB1FF98A515D}" type="presParOf" srcId="{C3A25C5B-A211-46F9-A4DC-862FE338E75D}" destId="{0B616849-86B3-457E-8AF9-C94B975D3BB6}" srcOrd="3" destOrd="0" presId="urn:microsoft.com/office/officeart/2018/5/layout/CenteredIconLabelDescriptionList"/>
    <dgm:cxn modelId="{9EE9E732-3E2D-40EB-A4E1-512CE4A3363E}" type="presParOf" srcId="{C3A25C5B-A211-46F9-A4DC-862FE338E75D}" destId="{6D8C36E5-C822-47E9-A977-A83000AE5D05}" srcOrd="4" destOrd="0" presId="urn:microsoft.com/office/officeart/2018/5/layout/CenteredIconLabelDescriptionList"/>
    <dgm:cxn modelId="{BF5568D7-8143-47C4-97E4-C0BE23809CB3}" type="presParOf" srcId="{6D8C36E5-C822-47E9-A977-A83000AE5D05}" destId="{ED3FB9C8-66B8-4392-ADBB-7EDC5EEE4422}" srcOrd="0" destOrd="0" presId="urn:microsoft.com/office/officeart/2018/5/layout/CenteredIconLabelDescriptionList"/>
    <dgm:cxn modelId="{D6DB26AE-6855-41EE-9A4F-A450D4BFEE99}" type="presParOf" srcId="{6D8C36E5-C822-47E9-A977-A83000AE5D05}" destId="{2D79C373-C106-4B1A-AE5E-29F17C813539}" srcOrd="1" destOrd="0" presId="urn:microsoft.com/office/officeart/2018/5/layout/CenteredIconLabelDescriptionList"/>
    <dgm:cxn modelId="{A15F8D3B-EF85-4D99-BEFB-CB5C2AC6BDE7}" type="presParOf" srcId="{6D8C36E5-C822-47E9-A977-A83000AE5D05}" destId="{00A840F9-4D08-4F3E-80A0-D680C2DAAB1F}" srcOrd="2" destOrd="0" presId="urn:microsoft.com/office/officeart/2018/5/layout/CenteredIconLabelDescriptionList"/>
    <dgm:cxn modelId="{55DF6E90-4E53-4DE3-B9FB-6A2767F0956D}" type="presParOf" srcId="{6D8C36E5-C822-47E9-A977-A83000AE5D05}" destId="{7962E3EC-17E3-4092-9ECB-6B9323812D34}" srcOrd="3" destOrd="0" presId="urn:microsoft.com/office/officeart/2018/5/layout/CenteredIconLabelDescriptionList"/>
    <dgm:cxn modelId="{95CF5A54-8427-41FD-A014-9C853D1D6B6A}" type="presParOf" srcId="{6D8C36E5-C822-47E9-A977-A83000AE5D05}" destId="{35683928-0D9D-46DF-8485-DC83BD5AAA0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23DABD72-9537-4E7F-A88E-AB2F7C4F369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3F467A2-D6E6-4CAB-A5FA-B14D6EDE98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input</a:t>
          </a:r>
        </a:p>
      </dgm:t>
    </dgm:pt>
    <dgm:pt modelId="{93CA0442-5D78-476C-B6FF-B11FB1F0CD3E}" type="parTrans" cxnId="{AD634201-7C87-4C6F-9180-78EB33BB4E8C}">
      <dgm:prSet/>
      <dgm:spPr/>
      <dgm:t>
        <a:bodyPr/>
        <a:lstStyle/>
        <a:p>
          <a:endParaRPr lang="en-US"/>
        </a:p>
      </dgm:t>
    </dgm:pt>
    <dgm:pt modelId="{C9E6E33F-D4F1-42B5-AF0F-ED181D7285D7}" type="sibTrans" cxnId="{AD634201-7C87-4C6F-9180-78EB33BB4E8C}">
      <dgm:prSet/>
      <dgm:spPr/>
      <dgm:t>
        <a:bodyPr/>
        <a:lstStyle/>
        <a:p>
          <a:endParaRPr lang="en-US"/>
        </a:p>
      </dgm:t>
    </dgm:pt>
    <dgm:pt modelId="{3A1A3A5C-B10D-498A-A1F6-5993CE7698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encoded</a:t>
          </a:r>
        </a:p>
      </dgm:t>
    </dgm:pt>
    <dgm:pt modelId="{C57C63A7-724C-4BC9-8BA9-7EAB6BD54809}" type="parTrans" cxnId="{9BD92172-9786-48D8-8CE3-8BB39703D939}">
      <dgm:prSet/>
      <dgm:spPr/>
      <dgm:t>
        <a:bodyPr/>
        <a:lstStyle/>
        <a:p>
          <a:endParaRPr lang="en-US"/>
        </a:p>
      </dgm:t>
    </dgm:pt>
    <dgm:pt modelId="{868953D8-EBF6-4970-8AE5-5240EDD244AF}" type="sibTrans" cxnId="{9BD92172-9786-48D8-8CE3-8BB39703D939}">
      <dgm:prSet/>
      <dgm:spPr/>
      <dgm:t>
        <a:bodyPr/>
        <a:lstStyle/>
        <a:p>
          <a:endParaRPr lang="en-US"/>
        </a:p>
      </dgm:t>
    </dgm:pt>
    <dgm:pt modelId="{AE5CE1CB-0BAF-4336-B73A-69B2E9281A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password </a:t>
          </a:r>
        </a:p>
      </dgm:t>
    </dgm:pt>
    <dgm:pt modelId="{2750A5AF-9358-44AE-B872-446C7BE07046}" type="parTrans" cxnId="{ECDB5E63-D045-4032-A059-23D7A5A33904}">
      <dgm:prSet/>
      <dgm:spPr/>
      <dgm:t>
        <a:bodyPr/>
        <a:lstStyle/>
        <a:p>
          <a:endParaRPr lang="en-US"/>
        </a:p>
      </dgm:t>
    </dgm:pt>
    <dgm:pt modelId="{EABAFF13-F875-4603-9744-6C1351FA3465}" type="sibTrans" cxnId="{ECDB5E63-D045-4032-A059-23D7A5A33904}">
      <dgm:prSet/>
      <dgm:spPr/>
      <dgm:t>
        <a:bodyPr/>
        <a:lstStyle/>
        <a:p>
          <a:endParaRPr lang="en-US"/>
        </a:p>
      </dgm:t>
    </dgm:pt>
    <dgm:pt modelId="{02F6017F-5E8E-4242-B31C-B02C90451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BIP-38</a:t>
          </a:r>
          <a:r>
            <a:rPr lang="tr-TR" dirty="0"/>
            <a:t> </a:t>
          </a:r>
          <a:r>
            <a:rPr lang="en-US" dirty="0"/>
            <a:t>encryption scheme</a:t>
          </a:r>
        </a:p>
      </dgm:t>
    </dgm:pt>
    <dgm:pt modelId="{DAB05ECF-2E75-4AD7-A29E-BB3DA7794128}" type="parTrans" cxnId="{66984999-5221-4CBE-BA75-6CCDA7E0D793}">
      <dgm:prSet/>
      <dgm:spPr/>
      <dgm:t>
        <a:bodyPr/>
        <a:lstStyle/>
        <a:p>
          <a:endParaRPr lang="en-US"/>
        </a:p>
      </dgm:t>
    </dgm:pt>
    <dgm:pt modelId="{70C08970-1077-44C1-8757-3DBBE8123D9D}" type="sibTrans" cxnId="{66984999-5221-4CBE-BA75-6CCDA7E0D793}">
      <dgm:prSet/>
      <dgm:spPr/>
      <dgm:t>
        <a:bodyPr/>
        <a:lstStyle/>
        <a:p>
          <a:endParaRPr lang="en-US"/>
        </a:p>
      </dgm:t>
    </dgm:pt>
    <dgm:pt modelId="{6DFF756C-FE56-4EE3-AFE3-665818BFC2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passphrase</a:t>
          </a:r>
        </a:p>
      </dgm:t>
    </dgm:pt>
    <dgm:pt modelId="{B1FD562F-E270-451D-A579-1A01AE894084}" type="parTrans" cxnId="{A065040B-D197-490E-A2E0-1BFE4076B2E5}">
      <dgm:prSet/>
      <dgm:spPr/>
      <dgm:t>
        <a:bodyPr/>
        <a:lstStyle/>
        <a:p>
          <a:endParaRPr lang="en-US"/>
        </a:p>
      </dgm:t>
    </dgm:pt>
    <dgm:pt modelId="{F3200FDF-3AE8-401E-8C49-541C9A5BA060}" type="sibTrans" cxnId="{A065040B-D197-490E-A2E0-1BFE4076B2E5}">
      <dgm:prSet/>
      <dgm:spPr/>
      <dgm:t>
        <a:bodyPr/>
        <a:lstStyle/>
        <a:p>
          <a:endParaRPr lang="en-US"/>
        </a:p>
      </dgm:t>
    </dgm:pt>
    <dgm:pt modelId="{F33A78CC-9062-4E0E-9E75-0BE8C2449D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bitcoin private key </a:t>
          </a:r>
        </a:p>
      </dgm:t>
    </dgm:pt>
    <dgm:pt modelId="{93ADB942-CFFA-457F-816D-9EBD534513EA}" type="parTrans" cxnId="{9E05F72E-03D8-482C-9443-E89D2AE49EFD}">
      <dgm:prSet/>
      <dgm:spPr/>
      <dgm:t>
        <a:bodyPr/>
        <a:lstStyle/>
        <a:p>
          <a:endParaRPr lang="tr-TR"/>
        </a:p>
      </dgm:t>
    </dgm:pt>
    <dgm:pt modelId="{23B1BAF3-50BA-49B9-A0B2-7C2223410D38}" type="sibTrans" cxnId="{9E05F72E-03D8-482C-9443-E89D2AE49EFD}">
      <dgm:prSet/>
      <dgm:spPr/>
      <dgm:t>
        <a:bodyPr/>
        <a:lstStyle/>
        <a:p>
          <a:endParaRPr lang="tr-TR"/>
        </a:p>
      </dgm:t>
    </dgm:pt>
    <dgm:pt modelId="{77C6396E-6506-4FC4-B51C-2178166AB0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string with the prefix of “5.” </a:t>
          </a:r>
        </a:p>
      </dgm:t>
    </dgm:pt>
    <dgm:pt modelId="{4E60AD93-4E23-4E5A-B0C3-4DEC4DAB79A1}" type="parTrans" cxnId="{269E02E0-4E99-441F-B5E3-99446F0C86BA}">
      <dgm:prSet/>
      <dgm:spPr/>
      <dgm:t>
        <a:bodyPr/>
        <a:lstStyle/>
        <a:p>
          <a:endParaRPr lang="tr-TR"/>
        </a:p>
      </dgm:t>
    </dgm:pt>
    <dgm:pt modelId="{B637AFDF-AF08-44BE-9F69-910E28E426C7}" type="sibTrans" cxnId="{269E02E0-4E99-441F-B5E3-99446F0C86BA}">
      <dgm:prSet/>
      <dgm:spPr/>
      <dgm:t>
        <a:bodyPr/>
        <a:lstStyle/>
        <a:p>
          <a:endParaRPr lang="tr-TR"/>
        </a:p>
      </dgm:t>
    </dgm:pt>
    <dgm:pt modelId="{6F69CB52-88F2-494E-90C8-E95950CF43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</a:t>
          </a:r>
          <a:r>
            <a:rPr lang="tr-TR" dirty="0"/>
            <a:t> </a:t>
          </a:r>
          <a:r>
            <a:rPr lang="en-US" dirty="0"/>
            <a:t>the WIF</a:t>
          </a:r>
        </a:p>
      </dgm:t>
    </dgm:pt>
    <dgm:pt modelId="{989A430D-1A2B-42B6-AF99-A22E534BBACE}" type="parTrans" cxnId="{A298EF98-C641-43AB-B55B-0E69205BC1EA}">
      <dgm:prSet/>
      <dgm:spPr/>
      <dgm:t>
        <a:bodyPr/>
        <a:lstStyle/>
        <a:p>
          <a:endParaRPr lang="tr-TR"/>
        </a:p>
      </dgm:t>
    </dgm:pt>
    <dgm:pt modelId="{4742DC6E-EBA8-442D-A702-CDB4BB1537C0}" type="sibTrans" cxnId="{A298EF98-C641-43AB-B55B-0E69205BC1EA}">
      <dgm:prSet/>
      <dgm:spPr/>
      <dgm:t>
        <a:bodyPr/>
        <a:lstStyle/>
        <a:p>
          <a:endParaRPr lang="tr-TR"/>
        </a:p>
      </dgm:t>
    </dgm:pt>
    <dgm:pt modelId="{A96A848E-E76B-4567-A496-73705B31C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composed of several words</a:t>
          </a:r>
        </a:p>
      </dgm:t>
    </dgm:pt>
    <dgm:pt modelId="{A4B73ECE-69BE-45CC-87D1-442C3718DCA3}" type="parTrans" cxnId="{A87366B8-6192-4A53-B281-99C0BF503BAA}">
      <dgm:prSet/>
      <dgm:spPr/>
      <dgm:t>
        <a:bodyPr/>
        <a:lstStyle/>
        <a:p>
          <a:endParaRPr lang="tr-TR"/>
        </a:p>
      </dgm:t>
    </dgm:pt>
    <dgm:pt modelId="{E84A44F2-6089-4282-A064-3CB972B17A4C}" type="sibTrans" cxnId="{A87366B8-6192-4A53-B281-99C0BF503BAA}">
      <dgm:prSet/>
      <dgm:spPr/>
      <dgm:t>
        <a:bodyPr/>
        <a:lstStyle/>
        <a:p>
          <a:endParaRPr lang="tr-TR"/>
        </a:p>
      </dgm:t>
    </dgm:pt>
    <dgm:pt modelId="{116EFC05-245A-428C-BDD5-452B647854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 complex  alphanumeric string</a:t>
          </a:r>
        </a:p>
      </dgm:t>
    </dgm:pt>
    <dgm:pt modelId="{A7F4146F-F1A2-4472-A2E5-B116E750FFEB}" type="parTrans" cxnId="{6EB374E2-CCF9-4595-B5B5-23871C62CFCB}">
      <dgm:prSet/>
      <dgm:spPr/>
      <dgm:t>
        <a:bodyPr/>
        <a:lstStyle/>
        <a:p>
          <a:endParaRPr lang="tr-TR"/>
        </a:p>
      </dgm:t>
    </dgm:pt>
    <dgm:pt modelId="{0443435C-7790-43E5-B08C-409C207EF2D7}" type="sibTrans" cxnId="{6EB374E2-CCF9-4595-B5B5-23871C62CFCB}">
      <dgm:prSet/>
      <dgm:spPr/>
      <dgm:t>
        <a:bodyPr/>
        <a:lstStyle/>
        <a:p>
          <a:endParaRPr lang="tr-TR"/>
        </a:p>
      </dgm:t>
    </dgm:pt>
    <dgm:pt modelId="{1D7ACDE8-4C5C-4B36-AE24-5C75F49CA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a Base58Check</a:t>
          </a:r>
        </a:p>
      </dgm:t>
    </dgm:pt>
    <dgm:pt modelId="{3F437AC1-335A-49DB-9F22-82F9929C92DA}" type="parTrans" cxnId="{D3C04D8C-484D-4902-B04C-216DD186F12C}">
      <dgm:prSet/>
      <dgm:spPr/>
      <dgm:t>
        <a:bodyPr/>
        <a:lstStyle/>
        <a:p>
          <a:endParaRPr lang="tr-TR"/>
        </a:p>
      </dgm:t>
    </dgm:pt>
    <dgm:pt modelId="{836BD539-80C1-44FC-88E9-CA9EF37EA5F9}" type="sibTrans" cxnId="{D3C04D8C-484D-4902-B04C-216DD186F12C}">
      <dgm:prSet/>
      <dgm:spPr/>
      <dgm:t>
        <a:bodyPr/>
        <a:lstStyle/>
        <a:p>
          <a:endParaRPr lang="tr-TR"/>
        </a:p>
      </dgm:t>
    </dgm:pt>
    <dgm:pt modelId="{5CFDF725-21A8-4DF3-881B-34823E76E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takes a passphrase</a:t>
          </a:r>
        </a:p>
      </dgm:t>
    </dgm:pt>
    <dgm:pt modelId="{0DC87419-04B8-4D8D-945F-C726D3D1FA14}" type="parTrans" cxnId="{4C39D20C-9575-43F8-B1C2-CFEE955E3CEF}">
      <dgm:prSet/>
      <dgm:spPr/>
      <dgm:t>
        <a:bodyPr/>
        <a:lstStyle/>
        <a:p>
          <a:endParaRPr lang="tr-TR"/>
        </a:p>
      </dgm:t>
    </dgm:pt>
    <dgm:pt modelId="{876385DE-2A4B-4157-9B56-92D472E3DB6E}" type="sibTrans" cxnId="{4C39D20C-9575-43F8-B1C2-CFEE955E3CEF}">
      <dgm:prSet/>
      <dgm:spPr/>
      <dgm:t>
        <a:bodyPr/>
        <a:lstStyle/>
        <a:p>
          <a:endParaRPr lang="tr-TR"/>
        </a:p>
      </dgm:t>
    </dgm:pt>
    <dgm:pt modelId="{EA7FFB8E-54E1-4556-B248-0D6146AAADE4}" type="pres">
      <dgm:prSet presAssocID="{23DABD72-9537-4E7F-A88E-AB2F7C4F3695}" presName="root" presStyleCnt="0">
        <dgm:presLayoutVars>
          <dgm:dir/>
          <dgm:resizeHandles val="exact"/>
        </dgm:presLayoutVars>
      </dgm:prSet>
      <dgm:spPr/>
    </dgm:pt>
    <dgm:pt modelId="{70FC6204-A2AC-480A-9336-151F5D66B649}" type="pres">
      <dgm:prSet presAssocID="{23F467A2-D6E6-4CAB-A5FA-B14D6EDE98B9}" presName="compNode" presStyleCnt="0"/>
      <dgm:spPr/>
    </dgm:pt>
    <dgm:pt modelId="{C2F535CF-0841-4AF6-9D97-3CEB208A6873}" type="pres">
      <dgm:prSet presAssocID="{23F467A2-D6E6-4CAB-A5FA-B14D6EDE98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574AA1C-254B-4C25-856A-1EFA0462D631}" type="pres">
      <dgm:prSet presAssocID="{23F467A2-D6E6-4CAB-A5FA-B14D6EDE98B9}" presName="iconSpace" presStyleCnt="0"/>
      <dgm:spPr/>
    </dgm:pt>
    <dgm:pt modelId="{3E504A2D-5C93-4B86-BE7B-8358C5B83673}" type="pres">
      <dgm:prSet presAssocID="{23F467A2-D6E6-4CAB-A5FA-B14D6EDE98B9}" presName="parTx" presStyleLbl="revTx" presStyleIdx="0" presStyleCnt="8">
        <dgm:presLayoutVars>
          <dgm:chMax val="0"/>
          <dgm:chPref val="0"/>
        </dgm:presLayoutVars>
      </dgm:prSet>
      <dgm:spPr/>
    </dgm:pt>
    <dgm:pt modelId="{1F942B77-95F2-4A5F-A33A-4F3D1A529FBC}" type="pres">
      <dgm:prSet presAssocID="{23F467A2-D6E6-4CAB-A5FA-B14D6EDE98B9}" presName="txSpace" presStyleCnt="0"/>
      <dgm:spPr/>
    </dgm:pt>
    <dgm:pt modelId="{5256013E-A83E-488F-BA7C-E22CAE0C8AE1}" type="pres">
      <dgm:prSet presAssocID="{23F467A2-D6E6-4CAB-A5FA-B14D6EDE98B9}" presName="desTx" presStyleLbl="revTx" presStyleIdx="1" presStyleCnt="8">
        <dgm:presLayoutVars/>
      </dgm:prSet>
      <dgm:spPr/>
    </dgm:pt>
    <dgm:pt modelId="{912B5D92-CF0E-4A4B-B9A2-1366D4DF135C}" type="pres">
      <dgm:prSet presAssocID="{C9E6E33F-D4F1-42B5-AF0F-ED181D7285D7}" presName="sibTrans" presStyleCnt="0"/>
      <dgm:spPr/>
    </dgm:pt>
    <dgm:pt modelId="{DCE82D14-5D02-485B-96AA-3631431668A3}" type="pres">
      <dgm:prSet presAssocID="{3A1A3A5C-B10D-498A-A1F6-5993CE76984F}" presName="compNode" presStyleCnt="0"/>
      <dgm:spPr/>
    </dgm:pt>
    <dgm:pt modelId="{19667427-B42C-4109-941B-FA7B2D8247F2}" type="pres">
      <dgm:prSet presAssocID="{3A1A3A5C-B10D-498A-A1F6-5993CE7698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541B641-B380-449A-BA8E-0230AD84A1B4}" type="pres">
      <dgm:prSet presAssocID="{3A1A3A5C-B10D-498A-A1F6-5993CE76984F}" presName="iconSpace" presStyleCnt="0"/>
      <dgm:spPr/>
    </dgm:pt>
    <dgm:pt modelId="{050C944D-E5AC-4D65-86D9-59D917C8F625}" type="pres">
      <dgm:prSet presAssocID="{3A1A3A5C-B10D-498A-A1F6-5993CE76984F}" presName="parTx" presStyleLbl="revTx" presStyleIdx="2" presStyleCnt="8">
        <dgm:presLayoutVars>
          <dgm:chMax val="0"/>
          <dgm:chPref val="0"/>
        </dgm:presLayoutVars>
      </dgm:prSet>
      <dgm:spPr/>
    </dgm:pt>
    <dgm:pt modelId="{5EBF7BB1-576B-44FB-B8E1-B085BC43177F}" type="pres">
      <dgm:prSet presAssocID="{3A1A3A5C-B10D-498A-A1F6-5993CE76984F}" presName="txSpace" presStyleCnt="0"/>
      <dgm:spPr/>
    </dgm:pt>
    <dgm:pt modelId="{D53694A0-90B5-4531-A196-0AE82C846D07}" type="pres">
      <dgm:prSet presAssocID="{3A1A3A5C-B10D-498A-A1F6-5993CE76984F}" presName="desTx" presStyleLbl="revTx" presStyleIdx="3" presStyleCnt="8">
        <dgm:presLayoutVars/>
      </dgm:prSet>
      <dgm:spPr/>
    </dgm:pt>
    <dgm:pt modelId="{6BBB6765-CB67-4215-B522-B1904E2B27C2}" type="pres">
      <dgm:prSet presAssocID="{868953D8-EBF6-4970-8AE5-5240EDD244AF}" presName="sibTrans" presStyleCnt="0"/>
      <dgm:spPr/>
    </dgm:pt>
    <dgm:pt modelId="{57425B43-0C7A-46BB-83E1-45CB2F51FFFE}" type="pres">
      <dgm:prSet presAssocID="{AE5CE1CB-0BAF-4336-B73A-69B2E9281A1B}" presName="compNode" presStyleCnt="0"/>
      <dgm:spPr/>
    </dgm:pt>
    <dgm:pt modelId="{C147A993-274D-49F4-BA62-7EF580C02C61}" type="pres">
      <dgm:prSet presAssocID="{AE5CE1CB-0BAF-4336-B73A-69B2E9281A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786674A-D763-410C-BE9D-CD0734C5D9B2}" type="pres">
      <dgm:prSet presAssocID="{AE5CE1CB-0BAF-4336-B73A-69B2E9281A1B}" presName="iconSpace" presStyleCnt="0"/>
      <dgm:spPr/>
    </dgm:pt>
    <dgm:pt modelId="{405812F0-D960-4C04-8960-9691E2A10390}" type="pres">
      <dgm:prSet presAssocID="{AE5CE1CB-0BAF-4336-B73A-69B2E9281A1B}" presName="parTx" presStyleLbl="revTx" presStyleIdx="4" presStyleCnt="8">
        <dgm:presLayoutVars>
          <dgm:chMax val="0"/>
          <dgm:chPref val="0"/>
        </dgm:presLayoutVars>
      </dgm:prSet>
      <dgm:spPr/>
    </dgm:pt>
    <dgm:pt modelId="{D4852C92-ECC2-4900-BE98-1C74392B6D28}" type="pres">
      <dgm:prSet presAssocID="{AE5CE1CB-0BAF-4336-B73A-69B2E9281A1B}" presName="txSpace" presStyleCnt="0"/>
      <dgm:spPr/>
    </dgm:pt>
    <dgm:pt modelId="{B55A584E-F90D-41D8-961D-C59B51F22E0B}" type="pres">
      <dgm:prSet presAssocID="{AE5CE1CB-0BAF-4336-B73A-69B2E9281A1B}" presName="desTx" presStyleLbl="revTx" presStyleIdx="5" presStyleCnt="8">
        <dgm:presLayoutVars/>
      </dgm:prSet>
      <dgm:spPr/>
    </dgm:pt>
    <dgm:pt modelId="{6206FB4D-6E2E-454E-8C1B-B1D8CC7C551E}" type="pres">
      <dgm:prSet presAssocID="{EABAFF13-F875-4603-9744-6C1351FA3465}" presName="sibTrans" presStyleCnt="0"/>
      <dgm:spPr/>
    </dgm:pt>
    <dgm:pt modelId="{A49874D6-BC54-4777-B4D1-4ACF75693C44}" type="pres">
      <dgm:prSet presAssocID="{6DFF756C-FE56-4EE3-AFE3-665818BFC249}" presName="compNode" presStyleCnt="0"/>
      <dgm:spPr/>
    </dgm:pt>
    <dgm:pt modelId="{E9B005DD-65A9-4042-880D-81A31354B249}" type="pres">
      <dgm:prSet presAssocID="{6DFF756C-FE56-4EE3-AFE3-665818BFC2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olin"/>
        </a:ext>
      </dgm:extLst>
    </dgm:pt>
    <dgm:pt modelId="{67FBA102-5458-490D-9CD5-78B6CA9FCF69}" type="pres">
      <dgm:prSet presAssocID="{6DFF756C-FE56-4EE3-AFE3-665818BFC249}" presName="iconSpace" presStyleCnt="0"/>
      <dgm:spPr/>
    </dgm:pt>
    <dgm:pt modelId="{10273F55-7569-49D1-9CE0-FB74261CF60B}" type="pres">
      <dgm:prSet presAssocID="{6DFF756C-FE56-4EE3-AFE3-665818BFC249}" presName="parTx" presStyleLbl="revTx" presStyleIdx="6" presStyleCnt="8">
        <dgm:presLayoutVars>
          <dgm:chMax val="0"/>
          <dgm:chPref val="0"/>
        </dgm:presLayoutVars>
      </dgm:prSet>
      <dgm:spPr/>
    </dgm:pt>
    <dgm:pt modelId="{45CA165A-3B6F-4520-89B7-59ECD3424471}" type="pres">
      <dgm:prSet presAssocID="{6DFF756C-FE56-4EE3-AFE3-665818BFC249}" presName="txSpace" presStyleCnt="0"/>
      <dgm:spPr/>
    </dgm:pt>
    <dgm:pt modelId="{DCEE863F-A4BC-44B7-BD83-6D6B87434099}" type="pres">
      <dgm:prSet presAssocID="{6DFF756C-FE56-4EE3-AFE3-665818BFC249}" presName="desTx" presStyleLbl="revTx" presStyleIdx="7" presStyleCnt="8">
        <dgm:presLayoutVars/>
      </dgm:prSet>
      <dgm:spPr/>
    </dgm:pt>
  </dgm:ptLst>
  <dgm:cxnLst>
    <dgm:cxn modelId="{AD634201-7C87-4C6F-9180-78EB33BB4E8C}" srcId="{23DABD72-9537-4E7F-A88E-AB2F7C4F3695}" destId="{23F467A2-D6E6-4CAB-A5FA-B14D6EDE98B9}" srcOrd="0" destOrd="0" parTransId="{93CA0442-5D78-476C-B6FF-B11FB1F0CD3E}" sibTransId="{C9E6E33F-D4F1-42B5-AF0F-ED181D7285D7}"/>
    <dgm:cxn modelId="{A065040B-D197-490E-A2E0-1BFE4076B2E5}" srcId="{23DABD72-9537-4E7F-A88E-AB2F7C4F3695}" destId="{6DFF756C-FE56-4EE3-AFE3-665818BFC249}" srcOrd="3" destOrd="0" parTransId="{B1FD562F-E270-451D-A579-1A01AE894084}" sibTransId="{F3200FDF-3AE8-401E-8C49-541C9A5BA060}"/>
    <dgm:cxn modelId="{4C39D20C-9575-43F8-B1C2-CFEE955E3CEF}" srcId="{AE5CE1CB-0BAF-4336-B73A-69B2E9281A1B}" destId="{5CFDF725-21A8-4DF3-881B-34823E76EEE6}" srcOrd="1" destOrd="0" parTransId="{0DC87419-04B8-4D8D-945F-C726D3D1FA14}" sibTransId="{876385DE-2A4B-4157-9B56-92D472E3DB6E}"/>
    <dgm:cxn modelId="{87035824-2F83-465D-8C1F-B250ABA347F8}" type="presOf" srcId="{1D7ACDE8-4C5C-4B36-AE24-5C75F49CA72F}" destId="{D53694A0-90B5-4531-A196-0AE82C846D07}" srcOrd="0" destOrd="1" presId="urn:microsoft.com/office/officeart/2018/5/layout/CenteredIconLabelDescriptionList"/>
    <dgm:cxn modelId="{FD9A6A2C-D792-418A-9EC1-EB7A32C57B6E}" type="presOf" srcId="{23F467A2-D6E6-4CAB-A5FA-B14D6EDE98B9}" destId="{3E504A2D-5C93-4B86-BE7B-8358C5B83673}" srcOrd="0" destOrd="0" presId="urn:microsoft.com/office/officeart/2018/5/layout/CenteredIconLabelDescriptionList"/>
    <dgm:cxn modelId="{9E05F72E-03D8-482C-9443-E89D2AE49EFD}" srcId="{23F467A2-D6E6-4CAB-A5FA-B14D6EDE98B9}" destId="{F33A78CC-9062-4E0E-9E75-0BE8C2449D19}" srcOrd="0" destOrd="0" parTransId="{93ADB942-CFFA-457F-816D-9EBD534513EA}" sibTransId="{23B1BAF3-50BA-49B9-A0B2-7C2223410D38}"/>
    <dgm:cxn modelId="{FDE55D40-C28D-48DA-A971-B286C5A77E0A}" type="presOf" srcId="{F33A78CC-9062-4E0E-9E75-0BE8C2449D19}" destId="{5256013E-A83E-488F-BA7C-E22CAE0C8AE1}" srcOrd="0" destOrd="0" presId="urn:microsoft.com/office/officeart/2018/5/layout/CenteredIconLabelDescriptionList"/>
    <dgm:cxn modelId="{ECDB5E63-D045-4032-A059-23D7A5A33904}" srcId="{23DABD72-9537-4E7F-A88E-AB2F7C4F3695}" destId="{AE5CE1CB-0BAF-4336-B73A-69B2E9281A1B}" srcOrd="2" destOrd="0" parTransId="{2750A5AF-9358-44AE-B872-446C7BE07046}" sibTransId="{EABAFF13-F875-4603-9744-6C1351FA3465}"/>
    <dgm:cxn modelId="{FA02436D-BEF0-4BD7-B58A-CFD003034E21}" type="presOf" srcId="{AE5CE1CB-0BAF-4336-B73A-69B2E9281A1B}" destId="{405812F0-D960-4C04-8960-9691E2A10390}" srcOrd="0" destOrd="0" presId="urn:microsoft.com/office/officeart/2018/5/layout/CenteredIconLabelDescriptionList"/>
    <dgm:cxn modelId="{8110A64E-A34F-43B8-97A4-C68E52032DC0}" type="presOf" srcId="{02F6017F-5E8E-4242-B31C-B02C90451FA9}" destId="{B55A584E-F90D-41D8-961D-C59B51F22E0B}" srcOrd="0" destOrd="0" presId="urn:microsoft.com/office/officeart/2018/5/layout/CenteredIconLabelDescriptionList"/>
    <dgm:cxn modelId="{6C9A1450-77CD-4DD9-AF4E-724868563FFB}" type="presOf" srcId="{5CFDF725-21A8-4DF3-881B-34823E76EEE6}" destId="{B55A584E-F90D-41D8-961D-C59B51F22E0B}" srcOrd="0" destOrd="1" presId="urn:microsoft.com/office/officeart/2018/5/layout/CenteredIconLabelDescriptionList"/>
    <dgm:cxn modelId="{9BD92172-9786-48D8-8CE3-8BB39703D939}" srcId="{23DABD72-9537-4E7F-A88E-AB2F7C4F3695}" destId="{3A1A3A5C-B10D-498A-A1F6-5993CE76984F}" srcOrd="1" destOrd="0" parTransId="{C57C63A7-724C-4BC9-8BA9-7EAB6BD54809}" sibTransId="{868953D8-EBF6-4970-8AE5-5240EDD244AF}"/>
    <dgm:cxn modelId="{1B5C3159-7E58-404D-B6DD-0699DFAB152C}" type="presOf" srcId="{23DABD72-9537-4E7F-A88E-AB2F7C4F3695}" destId="{EA7FFB8E-54E1-4556-B248-0D6146AAADE4}" srcOrd="0" destOrd="0" presId="urn:microsoft.com/office/officeart/2018/5/layout/CenteredIconLabelDescriptionList"/>
    <dgm:cxn modelId="{C10D807E-7454-455C-8D5F-5796767872F2}" type="presOf" srcId="{6F69CB52-88F2-494E-90C8-E95950CF430C}" destId="{D53694A0-90B5-4531-A196-0AE82C846D07}" srcOrd="0" destOrd="0" presId="urn:microsoft.com/office/officeart/2018/5/layout/CenteredIconLabelDescriptionList"/>
    <dgm:cxn modelId="{D3C04D8C-484D-4902-B04C-216DD186F12C}" srcId="{3A1A3A5C-B10D-498A-A1F6-5993CE76984F}" destId="{1D7ACDE8-4C5C-4B36-AE24-5C75F49CA72F}" srcOrd="1" destOrd="0" parTransId="{3F437AC1-335A-49DB-9F22-82F9929C92DA}" sibTransId="{836BD539-80C1-44FC-88E9-CA9EF37EA5F9}"/>
    <dgm:cxn modelId="{53461492-5F62-4144-B40D-A5621B057454}" type="presOf" srcId="{116EFC05-245A-428C-BDD5-452B64785430}" destId="{DCEE863F-A4BC-44B7-BD83-6D6B87434099}" srcOrd="0" destOrd="1" presId="urn:microsoft.com/office/officeart/2018/5/layout/CenteredIconLabelDescriptionList"/>
    <dgm:cxn modelId="{A298EF98-C641-43AB-B55B-0E69205BC1EA}" srcId="{3A1A3A5C-B10D-498A-A1F6-5993CE76984F}" destId="{6F69CB52-88F2-494E-90C8-E95950CF430C}" srcOrd="0" destOrd="0" parTransId="{989A430D-1A2B-42B6-AF99-A22E534BBACE}" sibTransId="{4742DC6E-EBA8-442D-A702-CDB4BB1537C0}"/>
    <dgm:cxn modelId="{66984999-5221-4CBE-BA75-6CCDA7E0D793}" srcId="{AE5CE1CB-0BAF-4336-B73A-69B2E9281A1B}" destId="{02F6017F-5E8E-4242-B31C-B02C90451FA9}" srcOrd="0" destOrd="0" parTransId="{DAB05ECF-2E75-4AD7-A29E-BB3DA7794128}" sibTransId="{70C08970-1077-44C1-8757-3DBBE8123D9D}"/>
    <dgm:cxn modelId="{FE5333A5-49A4-428C-9D4D-52A3FCC73D2B}" type="presOf" srcId="{A96A848E-E76B-4567-A496-73705B31C618}" destId="{DCEE863F-A4BC-44B7-BD83-6D6B87434099}" srcOrd="0" destOrd="0" presId="urn:microsoft.com/office/officeart/2018/5/layout/CenteredIconLabelDescriptionList"/>
    <dgm:cxn modelId="{A87366B8-6192-4A53-B281-99C0BF503BAA}" srcId="{6DFF756C-FE56-4EE3-AFE3-665818BFC249}" destId="{A96A848E-E76B-4567-A496-73705B31C618}" srcOrd="0" destOrd="0" parTransId="{A4B73ECE-69BE-45CC-87D1-442C3718DCA3}" sibTransId="{E84A44F2-6089-4282-A064-3CB972B17A4C}"/>
    <dgm:cxn modelId="{1D3433BB-4106-469F-BAEF-174B08EF7CA2}" type="presOf" srcId="{3A1A3A5C-B10D-498A-A1F6-5993CE76984F}" destId="{050C944D-E5AC-4D65-86D9-59D917C8F625}" srcOrd="0" destOrd="0" presId="urn:microsoft.com/office/officeart/2018/5/layout/CenteredIconLabelDescriptionList"/>
    <dgm:cxn modelId="{9F6E78BE-4CEC-43E8-AB69-8E9EDF1130D2}" type="presOf" srcId="{77C6396E-6506-4FC4-B51C-2178166AB0D5}" destId="{D53694A0-90B5-4531-A196-0AE82C846D07}" srcOrd="0" destOrd="2" presId="urn:microsoft.com/office/officeart/2018/5/layout/CenteredIconLabelDescriptionList"/>
    <dgm:cxn modelId="{269E02E0-4E99-441F-B5E3-99446F0C86BA}" srcId="{3A1A3A5C-B10D-498A-A1F6-5993CE76984F}" destId="{77C6396E-6506-4FC4-B51C-2178166AB0D5}" srcOrd="2" destOrd="0" parTransId="{4E60AD93-4E23-4E5A-B0C3-4DEC4DAB79A1}" sibTransId="{B637AFDF-AF08-44BE-9F69-910E28E426C7}"/>
    <dgm:cxn modelId="{6EB374E2-CCF9-4595-B5B5-23871C62CFCB}" srcId="{6DFF756C-FE56-4EE3-AFE3-665818BFC249}" destId="{116EFC05-245A-428C-BDD5-452B64785430}" srcOrd="1" destOrd="0" parTransId="{A7F4146F-F1A2-4472-A2E5-B116E750FFEB}" sibTransId="{0443435C-7790-43E5-B08C-409C207EF2D7}"/>
    <dgm:cxn modelId="{02C437F8-331E-49DA-B18F-5A2E772F2215}" type="presOf" srcId="{6DFF756C-FE56-4EE3-AFE3-665818BFC249}" destId="{10273F55-7569-49D1-9CE0-FB74261CF60B}" srcOrd="0" destOrd="0" presId="urn:microsoft.com/office/officeart/2018/5/layout/CenteredIconLabelDescriptionList"/>
    <dgm:cxn modelId="{C6B3524E-D05E-48A6-A5DC-6BE1C460B5A4}" type="presParOf" srcId="{EA7FFB8E-54E1-4556-B248-0D6146AAADE4}" destId="{70FC6204-A2AC-480A-9336-151F5D66B649}" srcOrd="0" destOrd="0" presId="urn:microsoft.com/office/officeart/2018/5/layout/CenteredIconLabelDescriptionList"/>
    <dgm:cxn modelId="{6D0824CD-EBF1-431B-A6D9-263221E1555B}" type="presParOf" srcId="{70FC6204-A2AC-480A-9336-151F5D66B649}" destId="{C2F535CF-0841-4AF6-9D97-3CEB208A6873}" srcOrd="0" destOrd="0" presId="urn:microsoft.com/office/officeart/2018/5/layout/CenteredIconLabelDescriptionList"/>
    <dgm:cxn modelId="{36CAAE19-5002-42B6-85F8-7B0D97928358}" type="presParOf" srcId="{70FC6204-A2AC-480A-9336-151F5D66B649}" destId="{F574AA1C-254B-4C25-856A-1EFA0462D631}" srcOrd="1" destOrd="0" presId="urn:microsoft.com/office/officeart/2018/5/layout/CenteredIconLabelDescriptionList"/>
    <dgm:cxn modelId="{37D71849-6A12-48BB-8F76-A19014F845F1}" type="presParOf" srcId="{70FC6204-A2AC-480A-9336-151F5D66B649}" destId="{3E504A2D-5C93-4B86-BE7B-8358C5B83673}" srcOrd="2" destOrd="0" presId="urn:microsoft.com/office/officeart/2018/5/layout/CenteredIconLabelDescriptionList"/>
    <dgm:cxn modelId="{51AB425B-E051-4AC8-B173-46535A48CF63}" type="presParOf" srcId="{70FC6204-A2AC-480A-9336-151F5D66B649}" destId="{1F942B77-95F2-4A5F-A33A-4F3D1A529FBC}" srcOrd="3" destOrd="0" presId="urn:microsoft.com/office/officeart/2018/5/layout/CenteredIconLabelDescriptionList"/>
    <dgm:cxn modelId="{7943AA16-0F40-4566-8136-434D6284B089}" type="presParOf" srcId="{70FC6204-A2AC-480A-9336-151F5D66B649}" destId="{5256013E-A83E-488F-BA7C-E22CAE0C8AE1}" srcOrd="4" destOrd="0" presId="urn:microsoft.com/office/officeart/2018/5/layout/CenteredIconLabelDescriptionList"/>
    <dgm:cxn modelId="{C3F06D6C-845F-4DF1-87F9-6AEC566EC5D0}" type="presParOf" srcId="{EA7FFB8E-54E1-4556-B248-0D6146AAADE4}" destId="{912B5D92-CF0E-4A4B-B9A2-1366D4DF135C}" srcOrd="1" destOrd="0" presId="urn:microsoft.com/office/officeart/2018/5/layout/CenteredIconLabelDescriptionList"/>
    <dgm:cxn modelId="{1849EBBF-9C0C-4F30-9F16-584BED62E11D}" type="presParOf" srcId="{EA7FFB8E-54E1-4556-B248-0D6146AAADE4}" destId="{DCE82D14-5D02-485B-96AA-3631431668A3}" srcOrd="2" destOrd="0" presId="urn:microsoft.com/office/officeart/2018/5/layout/CenteredIconLabelDescriptionList"/>
    <dgm:cxn modelId="{3A8893E6-9E86-4332-B46A-AF167068FA4C}" type="presParOf" srcId="{DCE82D14-5D02-485B-96AA-3631431668A3}" destId="{19667427-B42C-4109-941B-FA7B2D8247F2}" srcOrd="0" destOrd="0" presId="urn:microsoft.com/office/officeart/2018/5/layout/CenteredIconLabelDescriptionList"/>
    <dgm:cxn modelId="{F3EA5E46-5C64-4155-86D6-D4745B75FA96}" type="presParOf" srcId="{DCE82D14-5D02-485B-96AA-3631431668A3}" destId="{D541B641-B380-449A-BA8E-0230AD84A1B4}" srcOrd="1" destOrd="0" presId="urn:microsoft.com/office/officeart/2018/5/layout/CenteredIconLabelDescriptionList"/>
    <dgm:cxn modelId="{C096AC17-3131-4313-BA6A-2EEE66836E24}" type="presParOf" srcId="{DCE82D14-5D02-485B-96AA-3631431668A3}" destId="{050C944D-E5AC-4D65-86D9-59D917C8F625}" srcOrd="2" destOrd="0" presId="urn:microsoft.com/office/officeart/2018/5/layout/CenteredIconLabelDescriptionList"/>
    <dgm:cxn modelId="{034CA1FF-609B-4FC8-A928-D721B8CDBFE7}" type="presParOf" srcId="{DCE82D14-5D02-485B-96AA-3631431668A3}" destId="{5EBF7BB1-576B-44FB-B8E1-B085BC43177F}" srcOrd="3" destOrd="0" presId="urn:microsoft.com/office/officeart/2018/5/layout/CenteredIconLabelDescriptionList"/>
    <dgm:cxn modelId="{0BAF1954-3A03-4769-84C8-B5206038E2C0}" type="presParOf" srcId="{DCE82D14-5D02-485B-96AA-3631431668A3}" destId="{D53694A0-90B5-4531-A196-0AE82C846D07}" srcOrd="4" destOrd="0" presId="urn:microsoft.com/office/officeart/2018/5/layout/CenteredIconLabelDescriptionList"/>
    <dgm:cxn modelId="{38774161-3373-4F9D-8A71-85307182F3AE}" type="presParOf" srcId="{EA7FFB8E-54E1-4556-B248-0D6146AAADE4}" destId="{6BBB6765-CB67-4215-B522-B1904E2B27C2}" srcOrd="3" destOrd="0" presId="urn:microsoft.com/office/officeart/2018/5/layout/CenteredIconLabelDescriptionList"/>
    <dgm:cxn modelId="{39525AFF-8674-4615-A221-36DA7AFB5BB1}" type="presParOf" srcId="{EA7FFB8E-54E1-4556-B248-0D6146AAADE4}" destId="{57425B43-0C7A-46BB-83E1-45CB2F51FFFE}" srcOrd="4" destOrd="0" presId="urn:microsoft.com/office/officeart/2018/5/layout/CenteredIconLabelDescriptionList"/>
    <dgm:cxn modelId="{4157461C-EE59-4CCF-9D43-BD72A2A93156}" type="presParOf" srcId="{57425B43-0C7A-46BB-83E1-45CB2F51FFFE}" destId="{C147A993-274D-49F4-BA62-7EF580C02C61}" srcOrd="0" destOrd="0" presId="urn:microsoft.com/office/officeart/2018/5/layout/CenteredIconLabelDescriptionList"/>
    <dgm:cxn modelId="{D044AAFD-5BF6-4F8A-A8EF-30317AE63272}" type="presParOf" srcId="{57425B43-0C7A-46BB-83E1-45CB2F51FFFE}" destId="{E786674A-D763-410C-BE9D-CD0734C5D9B2}" srcOrd="1" destOrd="0" presId="urn:microsoft.com/office/officeart/2018/5/layout/CenteredIconLabelDescriptionList"/>
    <dgm:cxn modelId="{E3C0D4D5-15C4-4D27-83B5-3069A0750D9B}" type="presParOf" srcId="{57425B43-0C7A-46BB-83E1-45CB2F51FFFE}" destId="{405812F0-D960-4C04-8960-9691E2A10390}" srcOrd="2" destOrd="0" presId="urn:microsoft.com/office/officeart/2018/5/layout/CenteredIconLabelDescriptionList"/>
    <dgm:cxn modelId="{3C641D7E-A68D-4406-8709-F70D37F5FAF3}" type="presParOf" srcId="{57425B43-0C7A-46BB-83E1-45CB2F51FFFE}" destId="{D4852C92-ECC2-4900-BE98-1C74392B6D28}" srcOrd="3" destOrd="0" presId="urn:microsoft.com/office/officeart/2018/5/layout/CenteredIconLabelDescriptionList"/>
    <dgm:cxn modelId="{36E7E7CD-7A26-4118-A060-04A511CE763E}" type="presParOf" srcId="{57425B43-0C7A-46BB-83E1-45CB2F51FFFE}" destId="{B55A584E-F90D-41D8-961D-C59B51F22E0B}" srcOrd="4" destOrd="0" presId="urn:microsoft.com/office/officeart/2018/5/layout/CenteredIconLabelDescriptionList"/>
    <dgm:cxn modelId="{85BEAA54-57EE-4A44-8BBE-061D2F56C6DC}" type="presParOf" srcId="{EA7FFB8E-54E1-4556-B248-0D6146AAADE4}" destId="{6206FB4D-6E2E-454E-8C1B-B1D8CC7C551E}" srcOrd="5" destOrd="0" presId="urn:microsoft.com/office/officeart/2018/5/layout/CenteredIconLabelDescriptionList"/>
    <dgm:cxn modelId="{3D6C7126-3B3F-48DD-9EF7-35C17BBD4C4E}" type="presParOf" srcId="{EA7FFB8E-54E1-4556-B248-0D6146AAADE4}" destId="{A49874D6-BC54-4777-B4D1-4ACF75693C44}" srcOrd="6" destOrd="0" presId="urn:microsoft.com/office/officeart/2018/5/layout/CenteredIconLabelDescriptionList"/>
    <dgm:cxn modelId="{24D65402-6A1F-4485-A875-062F25FFA6AA}" type="presParOf" srcId="{A49874D6-BC54-4777-B4D1-4ACF75693C44}" destId="{E9B005DD-65A9-4042-880D-81A31354B249}" srcOrd="0" destOrd="0" presId="urn:microsoft.com/office/officeart/2018/5/layout/CenteredIconLabelDescriptionList"/>
    <dgm:cxn modelId="{5C1A2B5B-8260-43A0-B5CD-65F3383131F0}" type="presParOf" srcId="{A49874D6-BC54-4777-B4D1-4ACF75693C44}" destId="{67FBA102-5458-490D-9CD5-78B6CA9FCF69}" srcOrd="1" destOrd="0" presId="urn:microsoft.com/office/officeart/2018/5/layout/CenteredIconLabelDescriptionList"/>
    <dgm:cxn modelId="{4085A7C4-E4B8-4541-9319-B21D6ED4DFB8}" type="presParOf" srcId="{A49874D6-BC54-4777-B4D1-4ACF75693C44}" destId="{10273F55-7569-49D1-9CE0-FB74261CF60B}" srcOrd="2" destOrd="0" presId="urn:microsoft.com/office/officeart/2018/5/layout/CenteredIconLabelDescriptionList"/>
    <dgm:cxn modelId="{F7550208-14F6-4D52-A0B2-BB4DAB61FDB7}" type="presParOf" srcId="{A49874D6-BC54-4777-B4D1-4ACF75693C44}" destId="{45CA165A-3B6F-4520-89B7-59ECD3424471}" srcOrd="3" destOrd="0" presId="urn:microsoft.com/office/officeart/2018/5/layout/CenteredIconLabelDescriptionList"/>
    <dgm:cxn modelId="{B1D487D5-822B-4877-A381-224A7D479A32}" type="presParOf" srcId="{A49874D6-BC54-4777-B4D1-4ACF75693C44}" destId="{DCEE863F-A4BC-44B7-BD83-6D6B8743409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C6E0393C-D482-47A1-8737-CAE1D81B1B9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3A7546-C566-4311-B328-A140CADEC1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result BIP-38</a:t>
          </a:r>
          <a:r>
            <a:rPr lang="tr-TR"/>
            <a:t> </a:t>
          </a:r>
          <a:r>
            <a:rPr lang="en-US"/>
            <a:t>encryption scheme</a:t>
          </a:r>
        </a:p>
      </dgm:t>
    </dgm:pt>
    <dgm:pt modelId="{EC4F26B2-546D-4F05-AF46-B149BBDE28D7}" type="parTrans" cxnId="{A3E03CCA-DF48-4E68-891A-FB8764E9C9D0}">
      <dgm:prSet/>
      <dgm:spPr/>
      <dgm:t>
        <a:bodyPr/>
        <a:lstStyle/>
        <a:p>
          <a:endParaRPr lang="en-US"/>
        </a:p>
      </dgm:t>
    </dgm:pt>
    <dgm:pt modelId="{9EB5C557-1744-4B5C-8793-A035A8A423D9}" type="sibTrans" cxnId="{A3E03CCA-DF48-4E68-891A-FB8764E9C9D0}">
      <dgm:prSet/>
      <dgm:spPr/>
      <dgm:t>
        <a:bodyPr/>
        <a:lstStyle/>
        <a:p>
          <a:endParaRPr lang="en-US"/>
        </a:p>
      </dgm:t>
    </dgm:pt>
    <dgm:pt modelId="{0E6FC8C8-9FA9-4B97-9518-CDADF100C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Base58Check-encoded encrypted private key </a:t>
          </a:r>
        </a:p>
      </dgm:t>
    </dgm:pt>
    <dgm:pt modelId="{DEDB67BC-E0F7-4A42-BB37-36CF0FBA3B14}" type="parTrans" cxnId="{48A72654-B862-40BD-8E59-6951C4A3EA6A}">
      <dgm:prSet/>
      <dgm:spPr/>
      <dgm:t>
        <a:bodyPr/>
        <a:lstStyle/>
        <a:p>
          <a:endParaRPr lang="en-US"/>
        </a:p>
      </dgm:t>
    </dgm:pt>
    <dgm:pt modelId="{BA7123E5-2FCC-448E-B8DD-296E34FA3EC7}" type="sibTrans" cxnId="{48A72654-B862-40BD-8E59-6951C4A3EA6A}">
      <dgm:prSet/>
      <dgm:spPr/>
      <dgm:t>
        <a:bodyPr/>
        <a:lstStyle/>
        <a:p>
          <a:endParaRPr lang="en-US"/>
        </a:p>
      </dgm:t>
    </dgm:pt>
    <dgm:pt modelId="{34AF72D1-45EB-4155-8D21-5B34815A27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begins with</a:t>
          </a:r>
          <a:r>
            <a:rPr lang="tr-TR"/>
            <a:t> </a:t>
          </a:r>
          <a:r>
            <a:rPr lang="en-US"/>
            <a:t>the prefix 6P.</a:t>
          </a:r>
        </a:p>
      </dgm:t>
    </dgm:pt>
    <dgm:pt modelId="{FEB7A393-3911-4CB2-9CEB-3C541AF9902F}" type="parTrans" cxnId="{272E2FE8-31A9-4DDA-99D1-32F80E7B758E}">
      <dgm:prSet/>
      <dgm:spPr/>
      <dgm:t>
        <a:bodyPr/>
        <a:lstStyle/>
        <a:p>
          <a:endParaRPr lang="en-US"/>
        </a:p>
      </dgm:t>
    </dgm:pt>
    <dgm:pt modelId="{9C34A213-3F42-4EE1-9507-8DE3D046175E}" type="sibTrans" cxnId="{272E2FE8-31A9-4DDA-99D1-32F80E7B758E}">
      <dgm:prSet/>
      <dgm:spPr/>
      <dgm:t>
        <a:bodyPr/>
        <a:lstStyle/>
        <a:p>
          <a:endParaRPr lang="en-US"/>
        </a:p>
      </dgm:t>
    </dgm:pt>
    <dgm:pt modelId="{FDB709F4-FB13-43AD-9E03-3029AA6A69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key that starts with 6P</a:t>
          </a:r>
        </a:p>
      </dgm:t>
    </dgm:pt>
    <dgm:pt modelId="{583D9C66-0874-4DE9-8516-2349E7889299}" type="parTrans" cxnId="{BA4037BF-91D7-4F2E-A821-6A22AB5EF7BC}">
      <dgm:prSet/>
      <dgm:spPr/>
      <dgm:t>
        <a:bodyPr/>
        <a:lstStyle/>
        <a:p>
          <a:endParaRPr lang="en-US"/>
        </a:p>
      </dgm:t>
    </dgm:pt>
    <dgm:pt modelId="{94C9B982-5232-4CE6-AF80-9A7997009EB9}" type="sibTrans" cxnId="{BA4037BF-91D7-4F2E-A821-6A22AB5EF7BC}">
      <dgm:prSet/>
      <dgm:spPr/>
      <dgm:t>
        <a:bodyPr/>
        <a:lstStyle/>
        <a:p>
          <a:endParaRPr lang="en-US"/>
        </a:p>
      </dgm:t>
    </dgm:pt>
    <dgm:pt modelId="{282746A7-2685-4658-927F-E7CCB75B2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encrypted</a:t>
          </a:r>
        </a:p>
      </dgm:t>
    </dgm:pt>
    <dgm:pt modelId="{ABD1D510-4CB3-4F54-AA66-9B36ED372BC6}" type="parTrans" cxnId="{D9E869DC-8A2E-4321-8919-EA37717A9302}">
      <dgm:prSet/>
      <dgm:spPr/>
      <dgm:t>
        <a:bodyPr/>
        <a:lstStyle/>
        <a:p>
          <a:endParaRPr lang="en-US"/>
        </a:p>
      </dgm:t>
    </dgm:pt>
    <dgm:pt modelId="{223E819D-CD38-4E6D-9DF9-AAA97A90E04D}" type="sibTrans" cxnId="{D9E869DC-8A2E-4321-8919-EA37717A9302}">
      <dgm:prSet/>
      <dgm:spPr/>
      <dgm:t>
        <a:bodyPr/>
        <a:lstStyle/>
        <a:p>
          <a:endParaRPr lang="en-US"/>
        </a:p>
      </dgm:t>
    </dgm:pt>
    <dgm:pt modelId="{11997ED9-4F1A-45E2-9B33-762BA90594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back into a WIF-formatted private key (prefix</a:t>
          </a:r>
          <a:r>
            <a:rPr lang="tr-TR"/>
            <a:t> </a:t>
          </a:r>
          <a:r>
            <a:rPr lang="en-US"/>
            <a:t>5)</a:t>
          </a:r>
        </a:p>
      </dgm:t>
    </dgm:pt>
    <dgm:pt modelId="{264DEBF3-9FB2-4026-96BE-7779D50415CB}" type="parTrans" cxnId="{CC9FE3BE-0151-4124-9D7C-D6DC58B4A848}">
      <dgm:prSet/>
      <dgm:spPr/>
      <dgm:t>
        <a:bodyPr/>
        <a:lstStyle/>
        <a:p>
          <a:endParaRPr lang="en-US"/>
        </a:p>
      </dgm:t>
    </dgm:pt>
    <dgm:pt modelId="{E0576185-6219-4658-B0C5-5B0C689E9964}" type="sibTrans" cxnId="{CC9FE3BE-0151-4124-9D7C-D6DC58B4A848}">
      <dgm:prSet/>
      <dgm:spPr/>
      <dgm:t>
        <a:bodyPr/>
        <a:lstStyle/>
        <a:p>
          <a:endParaRPr lang="en-US"/>
        </a:p>
      </dgm:t>
    </dgm:pt>
    <dgm:pt modelId="{0F637776-1141-4960-8F7E-353A74C51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requires a passphrase</a:t>
          </a:r>
          <a:r>
            <a:rPr lang="tr-TR"/>
            <a:t> </a:t>
          </a:r>
          <a:r>
            <a:rPr lang="en-US"/>
            <a:t>in order to convert (decrypt)</a:t>
          </a:r>
        </a:p>
      </dgm:t>
    </dgm:pt>
    <dgm:pt modelId="{513192B0-98C6-4195-B73B-218929E7F855}" type="parTrans" cxnId="{3BF6B3EB-F1C8-4933-8BCD-1724F2D0F641}">
      <dgm:prSet/>
      <dgm:spPr/>
      <dgm:t>
        <a:bodyPr/>
        <a:lstStyle/>
        <a:p>
          <a:endParaRPr lang="tr-TR"/>
        </a:p>
      </dgm:t>
    </dgm:pt>
    <dgm:pt modelId="{B7B81964-E25F-4A15-AF81-B68CA41020F9}" type="sibTrans" cxnId="{3BF6B3EB-F1C8-4933-8BCD-1724F2D0F641}">
      <dgm:prSet/>
      <dgm:spPr/>
      <dgm:t>
        <a:bodyPr/>
        <a:lstStyle/>
        <a:p>
          <a:endParaRPr lang="tr-TR"/>
        </a:p>
      </dgm:t>
    </dgm:pt>
    <dgm:pt modelId="{A609F36A-E53F-4283-B35D-458C0F6061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in wallet</a:t>
          </a:r>
          <a:endParaRPr lang="en-US"/>
        </a:p>
      </dgm:t>
    </dgm:pt>
    <dgm:pt modelId="{3D995862-6BC4-49C7-8E59-964092241DA9}" type="sibTrans" cxnId="{8FE70F2E-C023-4393-B981-6F07D31863AE}">
      <dgm:prSet/>
      <dgm:spPr/>
      <dgm:t>
        <a:bodyPr/>
        <a:lstStyle/>
        <a:p>
          <a:endParaRPr lang="tr-TR"/>
        </a:p>
      </dgm:t>
    </dgm:pt>
    <dgm:pt modelId="{1DCC1BF8-2246-4183-AC8E-D415221A2B42}" type="parTrans" cxnId="{8FE70F2E-C023-4393-B981-6F07D31863AE}">
      <dgm:prSet/>
      <dgm:spPr/>
      <dgm:t>
        <a:bodyPr/>
        <a:lstStyle/>
        <a:p>
          <a:endParaRPr lang="tr-TR"/>
        </a:p>
      </dgm:t>
    </dgm:pt>
    <dgm:pt modelId="{25A5CBC3-FC38-4E74-BACD-52F41DE46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can be used in any wallet. </a:t>
          </a:r>
        </a:p>
      </dgm:t>
    </dgm:pt>
    <dgm:pt modelId="{4ABC26A1-4E35-45DA-94CB-07496E6EE546}" type="parTrans" cxnId="{476F8AEF-3A3A-4A08-8BE9-A1AB75B47DAB}">
      <dgm:prSet/>
      <dgm:spPr/>
      <dgm:t>
        <a:bodyPr/>
        <a:lstStyle/>
        <a:p>
          <a:endParaRPr lang="tr-TR"/>
        </a:p>
      </dgm:t>
    </dgm:pt>
    <dgm:pt modelId="{4A78AB2C-2CE2-42B7-AB3E-BBA55584A94C}" type="sibTrans" cxnId="{476F8AEF-3A3A-4A08-8BE9-A1AB75B47DAB}">
      <dgm:prSet/>
      <dgm:spPr/>
      <dgm:t>
        <a:bodyPr/>
        <a:lstStyle/>
        <a:p>
          <a:endParaRPr lang="tr-TR"/>
        </a:p>
      </dgm:t>
    </dgm:pt>
    <dgm:pt modelId="{557CB478-8B72-4CE7-AA03-31D72F17FA50}" type="pres">
      <dgm:prSet presAssocID="{C6E0393C-D482-47A1-8737-CAE1D81B1B90}" presName="root" presStyleCnt="0">
        <dgm:presLayoutVars>
          <dgm:dir/>
          <dgm:resizeHandles val="exact"/>
        </dgm:presLayoutVars>
      </dgm:prSet>
      <dgm:spPr/>
    </dgm:pt>
    <dgm:pt modelId="{E2BEC768-3617-48A3-B278-808E4A9557DA}" type="pres">
      <dgm:prSet presAssocID="{C13A7546-C566-4311-B328-A140CADEC1C7}" presName="compNode" presStyleCnt="0"/>
      <dgm:spPr/>
    </dgm:pt>
    <dgm:pt modelId="{88D9807B-78F5-44E3-B1F2-96568F448079}" type="pres">
      <dgm:prSet presAssocID="{C13A7546-C566-4311-B328-A140CADEC1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3A9671B-4B53-4190-932C-54449BE00ADF}" type="pres">
      <dgm:prSet presAssocID="{C13A7546-C566-4311-B328-A140CADEC1C7}" presName="iconSpace" presStyleCnt="0"/>
      <dgm:spPr/>
    </dgm:pt>
    <dgm:pt modelId="{DD1CF49E-4BD8-40AE-A117-8D6E4DEEBDDE}" type="pres">
      <dgm:prSet presAssocID="{C13A7546-C566-4311-B328-A140CADEC1C7}" presName="parTx" presStyleLbl="revTx" presStyleIdx="0" presStyleCnt="6">
        <dgm:presLayoutVars>
          <dgm:chMax val="0"/>
          <dgm:chPref val="0"/>
        </dgm:presLayoutVars>
      </dgm:prSet>
      <dgm:spPr/>
    </dgm:pt>
    <dgm:pt modelId="{3F02733D-0DFB-4CAF-A17A-36ABCFDA1D50}" type="pres">
      <dgm:prSet presAssocID="{C13A7546-C566-4311-B328-A140CADEC1C7}" presName="txSpace" presStyleCnt="0"/>
      <dgm:spPr/>
    </dgm:pt>
    <dgm:pt modelId="{162A028F-5650-4CA7-AC8E-0622C1E7CAB2}" type="pres">
      <dgm:prSet presAssocID="{C13A7546-C566-4311-B328-A140CADEC1C7}" presName="desTx" presStyleLbl="revTx" presStyleIdx="1" presStyleCnt="6">
        <dgm:presLayoutVars/>
      </dgm:prSet>
      <dgm:spPr/>
    </dgm:pt>
    <dgm:pt modelId="{D8B9D032-25F7-4960-9E54-D0FEF4D33D80}" type="pres">
      <dgm:prSet presAssocID="{9EB5C557-1744-4B5C-8793-A035A8A423D9}" presName="sibTrans" presStyleCnt="0"/>
      <dgm:spPr/>
    </dgm:pt>
    <dgm:pt modelId="{B3F3EF24-2FD5-494D-9A47-FDAB7B2F88A1}" type="pres">
      <dgm:prSet presAssocID="{FDB709F4-FB13-43AD-9E03-3029AA6A69A3}" presName="compNode" presStyleCnt="0"/>
      <dgm:spPr/>
    </dgm:pt>
    <dgm:pt modelId="{3875BB28-138F-4AFB-9C2F-C208670EAC25}" type="pres">
      <dgm:prSet presAssocID="{FDB709F4-FB13-43AD-9E03-3029AA6A69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C4B3C98-7766-4814-AECD-3460D51C1780}" type="pres">
      <dgm:prSet presAssocID="{FDB709F4-FB13-43AD-9E03-3029AA6A69A3}" presName="iconSpace" presStyleCnt="0"/>
      <dgm:spPr/>
    </dgm:pt>
    <dgm:pt modelId="{F652A4C5-0EE2-49B6-93E7-0D1927EC095B}" type="pres">
      <dgm:prSet presAssocID="{FDB709F4-FB13-43AD-9E03-3029AA6A69A3}" presName="parTx" presStyleLbl="revTx" presStyleIdx="2" presStyleCnt="6">
        <dgm:presLayoutVars>
          <dgm:chMax val="0"/>
          <dgm:chPref val="0"/>
        </dgm:presLayoutVars>
      </dgm:prSet>
      <dgm:spPr/>
    </dgm:pt>
    <dgm:pt modelId="{C140E6E9-58DB-44C9-A7F6-B5D263E8970F}" type="pres">
      <dgm:prSet presAssocID="{FDB709F4-FB13-43AD-9E03-3029AA6A69A3}" presName="txSpace" presStyleCnt="0"/>
      <dgm:spPr/>
    </dgm:pt>
    <dgm:pt modelId="{A630F396-DF9F-410C-AC1B-D4E318728ECC}" type="pres">
      <dgm:prSet presAssocID="{FDB709F4-FB13-43AD-9E03-3029AA6A69A3}" presName="desTx" presStyleLbl="revTx" presStyleIdx="3" presStyleCnt="6">
        <dgm:presLayoutVars/>
      </dgm:prSet>
      <dgm:spPr/>
    </dgm:pt>
    <dgm:pt modelId="{C673B7D0-296F-41F5-9FDF-61B8702691D0}" type="pres">
      <dgm:prSet presAssocID="{94C9B982-5232-4CE6-AF80-9A7997009EB9}" presName="sibTrans" presStyleCnt="0"/>
      <dgm:spPr/>
    </dgm:pt>
    <dgm:pt modelId="{CD354606-535F-4906-9EAE-9886E2D1CDE6}" type="pres">
      <dgm:prSet presAssocID="{A609F36A-E53F-4283-B35D-458C0F606142}" presName="compNode" presStyleCnt="0"/>
      <dgm:spPr/>
    </dgm:pt>
    <dgm:pt modelId="{96BA79E1-B7F0-43D1-BC27-00186E54E02E}" type="pres">
      <dgm:prSet presAssocID="{A609F36A-E53F-4283-B35D-458C0F6061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D930289-1179-4C03-B056-8487DFC08EA5}" type="pres">
      <dgm:prSet presAssocID="{A609F36A-E53F-4283-B35D-458C0F606142}" presName="iconSpace" presStyleCnt="0"/>
      <dgm:spPr/>
    </dgm:pt>
    <dgm:pt modelId="{B74C5889-E86A-4C6C-9CB9-A0BB6DF427BB}" type="pres">
      <dgm:prSet presAssocID="{A609F36A-E53F-4283-B35D-458C0F606142}" presName="parTx" presStyleLbl="revTx" presStyleIdx="4" presStyleCnt="6">
        <dgm:presLayoutVars>
          <dgm:chMax val="0"/>
          <dgm:chPref val="0"/>
        </dgm:presLayoutVars>
      </dgm:prSet>
      <dgm:spPr/>
    </dgm:pt>
    <dgm:pt modelId="{61863D8F-DF71-4F14-A8C4-BEF74A79F614}" type="pres">
      <dgm:prSet presAssocID="{A609F36A-E53F-4283-B35D-458C0F606142}" presName="txSpace" presStyleCnt="0"/>
      <dgm:spPr/>
    </dgm:pt>
    <dgm:pt modelId="{2DA4D8F1-AFAF-4294-99E3-FC43ACF2CCD8}" type="pres">
      <dgm:prSet presAssocID="{A609F36A-E53F-4283-B35D-458C0F606142}" presName="desTx" presStyleLbl="revTx" presStyleIdx="5" presStyleCnt="6">
        <dgm:presLayoutVars/>
      </dgm:prSet>
      <dgm:spPr/>
    </dgm:pt>
  </dgm:ptLst>
  <dgm:cxnLst>
    <dgm:cxn modelId="{BB088302-C6E9-4B0A-9433-011AC7667335}" type="presOf" srcId="{25A5CBC3-FC38-4E74-BACD-52F41DE46A51}" destId="{2DA4D8F1-AFAF-4294-99E3-FC43ACF2CCD8}" srcOrd="0" destOrd="1" presId="urn:microsoft.com/office/officeart/2018/5/layout/CenteredIconLabelDescriptionList"/>
    <dgm:cxn modelId="{8FE70F2E-C023-4393-B981-6F07D31863AE}" srcId="{C6E0393C-D482-47A1-8737-CAE1D81B1B90}" destId="{A609F36A-E53F-4283-B35D-458C0F606142}" srcOrd="2" destOrd="0" parTransId="{1DCC1BF8-2246-4183-AC8E-D415221A2B42}" sibTransId="{3D995862-6BC4-49C7-8E59-964092241DA9}"/>
    <dgm:cxn modelId="{7861653F-6A42-4098-B2DF-749ADADE7FAE}" type="presOf" srcId="{0E6FC8C8-9FA9-4B97-9518-CDADF100CC0F}" destId="{162A028F-5650-4CA7-AC8E-0622C1E7CAB2}" srcOrd="0" destOrd="0" presId="urn:microsoft.com/office/officeart/2018/5/layout/CenteredIconLabelDescriptionList"/>
    <dgm:cxn modelId="{6A348B42-5ABF-4534-8B74-1518DD393D0B}" type="presOf" srcId="{C13A7546-C566-4311-B328-A140CADEC1C7}" destId="{DD1CF49E-4BD8-40AE-A117-8D6E4DEEBDDE}" srcOrd="0" destOrd="0" presId="urn:microsoft.com/office/officeart/2018/5/layout/CenteredIconLabelDescriptionList"/>
    <dgm:cxn modelId="{54B03344-7D48-447E-93A9-02DBA8C39BBB}" type="presOf" srcId="{C6E0393C-D482-47A1-8737-CAE1D81B1B90}" destId="{557CB478-8B72-4CE7-AA03-31D72F17FA50}" srcOrd="0" destOrd="0" presId="urn:microsoft.com/office/officeart/2018/5/layout/CenteredIconLabelDescriptionList"/>
    <dgm:cxn modelId="{1AC3DF70-D9BE-40A0-BBCA-ADF4FAAD4477}" type="presOf" srcId="{11997ED9-4F1A-45E2-9B33-762BA90594A1}" destId="{2DA4D8F1-AFAF-4294-99E3-FC43ACF2CCD8}" srcOrd="0" destOrd="0" presId="urn:microsoft.com/office/officeart/2018/5/layout/CenteredIconLabelDescriptionList"/>
    <dgm:cxn modelId="{48A72654-B862-40BD-8E59-6951C4A3EA6A}" srcId="{C13A7546-C566-4311-B328-A140CADEC1C7}" destId="{0E6FC8C8-9FA9-4B97-9518-CDADF100CC0F}" srcOrd="0" destOrd="0" parTransId="{DEDB67BC-E0F7-4A42-BB37-36CF0FBA3B14}" sibTransId="{BA7123E5-2FCC-448E-B8DD-296E34FA3EC7}"/>
    <dgm:cxn modelId="{1710A259-1031-48B0-8AD4-325B2F5AC82E}" type="presOf" srcId="{A609F36A-E53F-4283-B35D-458C0F606142}" destId="{B74C5889-E86A-4C6C-9CB9-A0BB6DF427BB}" srcOrd="0" destOrd="0" presId="urn:microsoft.com/office/officeart/2018/5/layout/CenteredIconLabelDescriptionList"/>
    <dgm:cxn modelId="{D458FF9F-EB9E-49C0-AB70-BE658BCA83BA}" type="presOf" srcId="{34AF72D1-45EB-4155-8D21-5B34815A27B2}" destId="{162A028F-5650-4CA7-AC8E-0622C1E7CAB2}" srcOrd="0" destOrd="1" presId="urn:microsoft.com/office/officeart/2018/5/layout/CenteredIconLabelDescriptionList"/>
    <dgm:cxn modelId="{066F48A5-1D2C-4CAA-B218-25528EF877CF}" type="presOf" srcId="{282746A7-2685-4658-927F-E7CCB75B2464}" destId="{A630F396-DF9F-410C-AC1B-D4E318728ECC}" srcOrd="0" destOrd="0" presId="urn:microsoft.com/office/officeart/2018/5/layout/CenteredIconLabelDescriptionList"/>
    <dgm:cxn modelId="{CC64BEBB-3C9D-43C8-856D-ADEF21C5B2ED}" type="presOf" srcId="{FDB709F4-FB13-43AD-9E03-3029AA6A69A3}" destId="{F652A4C5-0EE2-49B6-93E7-0D1927EC095B}" srcOrd="0" destOrd="0" presId="urn:microsoft.com/office/officeart/2018/5/layout/CenteredIconLabelDescriptionList"/>
    <dgm:cxn modelId="{CC9FE3BE-0151-4124-9D7C-D6DC58B4A848}" srcId="{A609F36A-E53F-4283-B35D-458C0F606142}" destId="{11997ED9-4F1A-45E2-9B33-762BA90594A1}" srcOrd="0" destOrd="0" parTransId="{264DEBF3-9FB2-4026-96BE-7779D50415CB}" sibTransId="{E0576185-6219-4658-B0C5-5B0C689E9964}"/>
    <dgm:cxn modelId="{BA4037BF-91D7-4F2E-A821-6A22AB5EF7BC}" srcId="{C6E0393C-D482-47A1-8737-CAE1D81B1B90}" destId="{FDB709F4-FB13-43AD-9E03-3029AA6A69A3}" srcOrd="1" destOrd="0" parTransId="{583D9C66-0874-4DE9-8516-2349E7889299}" sibTransId="{94C9B982-5232-4CE6-AF80-9A7997009EB9}"/>
    <dgm:cxn modelId="{A3E03CCA-DF48-4E68-891A-FB8764E9C9D0}" srcId="{C6E0393C-D482-47A1-8737-CAE1D81B1B90}" destId="{C13A7546-C566-4311-B328-A140CADEC1C7}" srcOrd="0" destOrd="0" parTransId="{EC4F26B2-546D-4F05-AF46-B149BBDE28D7}" sibTransId="{9EB5C557-1744-4B5C-8793-A035A8A423D9}"/>
    <dgm:cxn modelId="{D9E869DC-8A2E-4321-8919-EA37717A9302}" srcId="{FDB709F4-FB13-43AD-9E03-3029AA6A69A3}" destId="{282746A7-2685-4658-927F-E7CCB75B2464}" srcOrd="0" destOrd="0" parTransId="{ABD1D510-4CB3-4F54-AA66-9B36ED372BC6}" sibTransId="{223E819D-CD38-4E6D-9DF9-AAA97A90E04D}"/>
    <dgm:cxn modelId="{5A22FDDE-83D1-4A9B-AB01-13D63755CC49}" type="presOf" srcId="{0F637776-1141-4960-8F7E-353A74C51D72}" destId="{A630F396-DF9F-410C-AC1B-D4E318728ECC}" srcOrd="0" destOrd="1" presId="urn:microsoft.com/office/officeart/2018/5/layout/CenteredIconLabelDescriptionList"/>
    <dgm:cxn modelId="{272E2FE8-31A9-4DDA-99D1-32F80E7B758E}" srcId="{C13A7546-C566-4311-B328-A140CADEC1C7}" destId="{34AF72D1-45EB-4155-8D21-5B34815A27B2}" srcOrd="1" destOrd="0" parTransId="{FEB7A393-3911-4CB2-9CEB-3C541AF9902F}" sibTransId="{9C34A213-3F42-4EE1-9507-8DE3D046175E}"/>
    <dgm:cxn modelId="{3BF6B3EB-F1C8-4933-8BCD-1724F2D0F641}" srcId="{FDB709F4-FB13-43AD-9E03-3029AA6A69A3}" destId="{0F637776-1141-4960-8F7E-353A74C51D72}" srcOrd="1" destOrd="0" parTransId="{513192B0-98C6-4195-B73B-218929E7F855}" sibTransId="{B7B81964-E25F-4A15-AF81-B68CA41020F9}"/>
    <dgm:cxn modelId="{476F8AEF-3A3A-4A08-8BE9-A1AB75B47DAB}" srcId="{A609F36A-E53F-4283-B35D-458C0F606142}" destId="{25A5CBC3-FC38-4E74-BACD-52F41DE46A51}" srcOrd="1" destOrd="0" parTransId="{4ABC26A1-4E35-45DA-94CB-07496E6EE546}" sibTransId="{4A78AB2C-2CE2-42B7-AB3E-BBA55584A94C}"/>
    <dgm:cxn modelId="{553544FF-4361-4CFC-86CD-44DB30ADAD88}" type="presParOf" srcId="{557CB478-8B72-4CE7-AA03-31D72F17FA50}" destId="{E2BEC768-3617-48A3-B278-808E4A9557DA}" srcOrd="0" destOrd="0" presId="urn:microsoft.com/office/officeart/2018/5/layout/CenteredIconLabelDescriptionList"/>
    <dgm:cxn modelId="{FA4C8967-1E2F-4D6F-A27F-93C011A77881}" type="presParOf" srcId="{E2BEC768-3617-48A3-B278-808E4A9557DA}" destId="{88D9807B-78F5-44E3-B1F2-96568F448079}" srcOrd="0" destOrd="0" presId="urn:microsoft.com/office/officeart/2018/5/layout/CenteredIconLabelDescriptionList"/>
    <dgm:cxn modelId="{A791AEB7-C041-43CE-8690-DB2DFA7BFA3C}" type="presParOf" srcId="{E2BEC768-3617-48A3-B278-808E4A9557DA}" destId="{F3A9671B-4B53-4190-932C-54449BE00ADF}" srcOrd="1" destOrd="0" presId="urn:microsoft.com/office/officeart/2018/5/layout/CenteredIconLabelDescriptionList"/>
    <dgm:cxn modelId="{FA1E52D8-0330-4EDC-9C81-ABD89082EE57}" type="presParOf" srcId="{E2BEC768-3617-48A3-B278-808E4A9557DA}" destId="{DD1CF49E-4BD8-40AE-A117-8D6E4DEEBDDE}" srcOrd="2" destOrd="0" presId="urn:microsoft.com/office/officeart/2018/5/layout/CenteredIconLabelDescriptionList"/>
    <dgm:cxn modelId="{5F2321F0-EFAD-4F3A-ACB7-3AB0F7FDE423}" type="presParOf" srcId="{E2BEC768-3617-48A3-B278-808E4A9557DA}" destId="{3F02733D-0DFB-4CAF-A17A-36ABCFDA1D50}" srcOrd="3" destOrd="0" presId="urn:microsoft.com/office/officeart/2018/5/layout/CenteredIconLabelDescriptionList"/>
    <dgm:cxn modelId="{7F9F077B-8E8A-445B-842A-A167FDBA2A22}" type="presParOf" srcId="{E2BEC768-3617-48A3-B278-808E4A9557DA}" destId="{162A028F-5650-4CA7-AC8E-0622C1E7CAB2}" srcOrd="4" destOrd="0" presId="urn:microsoft.com/office/officeart/2018/5/layout/CenteredIconLabelDescriptionList"/>
    <dgm:cxn modelId="{3544186D-DD19-47E3-8684-FAB5C75F1954}" type="presParOf" srcId="{557CB478-8B72-4CE7-AA03-31D72F17FA50}" destId="{D8B9D032-25F7-4960-9E54-D0FEF4D33D80}" srcOrd="1" destOrd="0" presId="urn:microsoft.com/office/officeart/2018/5/layout/CenteredIconLabelDescriptionList"/>
    <dgm:cxn modelId="{E889CCEC-1D67-45EA-A1B5-69581536563B}" type="presParOf" srcId="{557CB478-8B72-4CE7-AA03-31D72F17FA50}" destId="{B3F3EF24-2FD5-494D-9A47-FDAB7B2F88A1}" srcOrd="2" destOrd="0" presId="urn:microsoft.com/office/officeart/2018/5/layout/CenteredIconLabelDescriptionList"/>
    <dgm:cxn modelId="{0665EC1E-994D-4619-B070-257FF07DE00E}" type="presParOf" srcId="{B3F3EF24-2FD5-494D-9A47-FDAB7B2F88A1}" destId="{3875BB28-138F-4AFB-9C2F-C208670EAC25}" srcOrd="0" destOrd="0" presId="urn:microsoft.com/office/officeart/2018/5/layout/CenteredIconLabelDescriptionList"/>
    <dgm:cxn modelId="{CE40ACD9-63EB-4053-9817-C077510D25FB}" type="presParOf" srcId="{B3F3EF24-2FD5-494D-9A47-FDAB7B2F88A1}" destId="{3C4B3C98-7766-4814-AECD-3460D51C1780}" srcOrd="1" destOrd="0" presId="urn:microsoft.com/office/officeart/2018/5/layout/CenteredIconLabelDescriptionList"/>
    <dgm:cxn modelId="{730704FA-2F5F-4893-855D-AFA603BA8962}" type="presParOf" srcId="{B3F3EF24-2FD5-494D-9A47-FDAB7B2F88A1}" destId="{F652A4C5-0EE2-49B6-93E7-0D1927EC095B}" srcOrd="2" destOrd="0" presId="urn:microsoft.com/office/officeart/2018/5/layout/CenteredIconLabelDescriptionList"/>
    <dgm:cxn modelId="{49C6AC01-0414-4692-BA46-97940C80EB38}" type="presParOf" srcId="{B3F3EF24-2FD5-494D-9A47-FDAB7B2F88A1}" destId="{C140E6E9-58DB-44C9-A7F6-B5D263E8970F}" srcOrd="3" destOrd="0" presId="urn:microsoft.com/office/officeart/2018/5/layout/CenteredIconLabelDescriptionList"/>
    <dgm:cxn modelId="{AC10DA5C-F0C6-45CE-AA82-462EE8C81AEA}" type="presParOf" srcId="{B3F3EF24-2FD5-494D-9A47-FDAB7B2F88A1}" destId="{A630F396-DF9F-410C-AC1B-D4E318728ECC}" srcOrd="4" destOrd="0" presId="urn:microsoft.com/office/officeart/2018/5/layout/CenteredIconLabelDescriptionList"/>
    <dgm:cxn modelId="{8843B3F9-C6E7-43CA-BAC6-B43006D359AE}" type="presParOf" srcId="{557CB478-8B72-4CE7-AA03-31D72F17FA50}" destId="{C673B7D0-296F-41F5-9FDF-61B8702691D0}" srcOrd="3" destOrd="0" presId="urn:microsoft.com/office/officeart/2018/5/layout/CenteredIconLabelDescriptionList"/>
    <dgm:cxn modelId="{067D5E5A-0051-4EE1-A6AB-14D9CA0580B3}" type="presParOf" srcId="{557CB478-8B72-4CE7-AA03-31D72F17FA50}" destId="{CD354606-535F-4906-9EAE-9886E2D1CDE6}" srcOrd="4" destOrd="0" presId="urn:microsoft.com/office/officeart/2018/5/layout/CenteredIconLabelDescriptionList"/>
    <dgm:cxn modelId="{D47EB4F0-78DD-4636-AD7B-F73EF3FA809E}" type="presParOf" srcId="{CD354606-535F-4906-9EAE-9886E2D1CDE6}" destId="{96BA79E1-B7F0-43D1-BC27-00186E54E02E}" srcOrd="0" destOrd="0" presId="urn:microsoft.com/office/officeart/2018/5/layout/CenteredIconLabelDescriptionList"/>
    <dgm:cxn modelId="{01DCAD8D-7492-4F9D-80E0-B221F3122C6C}" type="presParOf" srcId="{CD354606-535F-4906-9EAE-9886E2D1CDE6}" destId="{1D930289-1179-4C03-B056-8487DFC08EA5}" srcOrd="1" destOrd="0" presId="urn:microsoft.com/office/officeart/2018/5/layout/CenteredIconLabelDescriptionList"/>
    <dgm:cxn modelId="{F8556702-50C4-427C-84E6-884F06EAF120}" type="presParOf" srcId="{CD354606-535F-4906-9EAE-9886E2D1CDE6}" destId="{B74C5889-E86A-4C6C-9CB9-A0BB6DF427BB}" srcOrd="2" destOrd="0" presId="urn:microsoft.com/office/officeart/2018/5/layout/CenteredIconLabelDescriptionList"/>
    <dgm:cxn modelId="{986686C6-7DE4-4762-9EA0-F16F513110B7}" type="presParOf" srcId="{CD354606-535F-4906-9EAE-9886E2D1CDE6}" destId="{61863D8F-DF71-4F14-A8C4-BEF74A79F614}" srcOrd="3" destOrd="0" presId="urn:microsoft.com/office/officeart/2018/5/layout/CenteredIconLabelDescriptionList"/>
    <dgm:cxn modelId="{9119F185-CD7A-45D0-832C-557395A94CE5}" type="presParOf" srcId="{CD354606-535F-4906-9EAE-9886E2D1CDE6}" destId="{2DA4D8F1-AFAF-4294-99E3-FC43ACF2CCD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C6E0393C-D482-47A1-8737-CAE1D81B1B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D41FF82-11CF-4784-ABC4-C68C4BF412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Recognition</a:t>
          </a:r>
          <a:endParaRPr lang="en-US"/>
        </a:p>
      </dgm:t>
    </dgm:pt>
    <dgm:pt modelId="{95EA16FB-662F-45C1-B649-CCBEF88DD268}" type="parTrans" cxnId="{91092BBF-6935-4257-92C3-32E31232E275}">
      <dgm:prSet/>
      <dgm:spPr/>
      <dgm:t>
        <a:bodyPr/>
        <a:lstStyle/>
        <a:p>
          <a:endParaRPr lang="en-US"/>
        </a:p>
      </dgm:t>
    </dgm:pt>
    <dgm:pt modelId="{D04B0953-BAAA-44D7-9367-8BF8C468C064}" type="sibTrans" cxnId="{91092BBF-6935-4257-92C3-32E31232E275}">
      <dgm:prSet/>
      <dgm:spPr/>
      <dgm:t>
        <a:bodyPr/>
        <a:lstStyle/>
        <a:p>
          <a:endParaRPr lang="en-US"/>
        </a:p>
      </dgm:t>
    </dgm:pt>
    <dgm:pt modelId="{F270885B-6F3C-4958-8E58-231706235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Many wallet applications now recognize</a:t>
          </a:r>
        </a:p>
      </dgm:t>
    </dgm:pt>
    <dgm:pt modelId="{C7ACDDDB-AAFB-4F72-B47F-13345B3CFEEE}" type="parTrans" cxnId="{D69352D2-ECAF-490F-9645-247EFD69169E}">
      <dgm:prSet/>
      <dgm:spPr/>
      <dgm:t>
        <a:bodyPr/>
        <a:lstStyle/>
        <a:p>
          <a:endParaRPr lang="en-US"/>
        </a:p>
      </dgm:t>
    </dgm:pt>
    <dgm:pt modelId="{E8243846-2622-4F1C-BAFF-55DB7DFEA884}" type="sibTrans" cxnId="{D69352D2-ECAF-490F-9645-247EFD69169E}">
      <dgm:prSet/>
      <dgm:spPr/>
      <dgm:t>
        <a:bodyPr/>
        <a:lstStyle/>
        <a:p>
          <a:endParaRPr lang="en-US"/>
        </a:p>
      </dgm:t>
    </dgm:pt>
    <dgm:pt modelId="{97B16B57-7772-4447-A0BF-9A808107C8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How </a:t>
          </a:r>
          <a:r>
            <a:rPr lang="en-US"/>
            <a:t>to decrypt BIP-38 keys </a:t>
          </a:r>
        </a:p>
      </dgm:t>
    </dgm:pt>
    <dgm:pt modelId="{5EE58657-DF60-484C-B856-566163548395}" type="parTrans" cxnId="{590EAB17-BB06-44B8-B223-9DECC7C123EE}">
      <dgm:prSet/>
      <dgm:spPr/>
      <dgm:t>
        <a:bodyPr/>
        <a:lstStyle/>
        <a:p>
          <a:endParaRPr lang="en-US"/>
        </a:p>
      </dgm:t>
    </dgm:pt>
    <dgm:pt modelId="{C660596F-B915-4942-9128-9B61D2E68806}" type="sibTrans" cxnId="{590EAB17-BB06-44B8-B223-9DECC7C123EE}">
      <dgm:prSet/>
      <dgm:spPr/>
      <dgm:t>
        <a:bodyPr/>
        <a:lstStyle/>
        <a:p>
          <a:endParaRPr lang="en-US"/>
        </a:p>
      </dgm:t>
    </dgm:pt>
    <dgm:pt modelId="{9506AD82-988A-4EB7-9EBC-66E3436651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Third-party applications, </a:t>
          </a:r>
        </a:p>
      </dgm:t>
    </dgm:pt>
    <dgm:pt modelId="{7F55943B-F49F-4035-8CFD-040DC017779C}" type="parTrans" cxnId="{EAA7562B-7A1D-4F61-BD4A-9F57765D539F}">
      <dgm:prSet/>
      <dgm:spPr/>
      <dgm:t>
        <a:bodyPr/>
        <a:lstStyle/>
        <a:p>
          <a:endParaRPr lang="en-US"/>
        </a:p>
      </dgm:t>
    </dgm:pt>
    <dgm:pt modelId="{FAD239C8-B90A-4771-990A-B3439A8D8ACD}" type="sibTrans" cxnId="{EAA7562B-7A1D-4F61-BD4A-9F57765D539F}">
      <dgm:prSet/>
      <dgm:spPr/>
      <dgm:t>
        <a:bodyPr/>
        <a:lstStyle/>
        <a:p>
          <a:endParaRPr lang="en-US"/>
        </a:p>
      </dgm:t>
    </dgm:pt>
    <dgm:pt modelId="{DC022E8D-FBC2-445D-9180-BAB6DEEE95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such as the incredibly useful browser-based</a:t>
          </a:r>
          <a:r>
            <a:rPr lang="tr-TR" dirty="0"/>
            <a:t> </a:t>
          </a:r>
          <a:r>
            <a:rPr lang="en-US" dirty="0"/>
            <a:t>Bit Address (Wallet Details tab)</a:t>
          </a:r>
        </a:p>
      </dgm:t>
    </dgm:pt>
    <dgm:pt modelId="{C4DFE5E6-D6F9-4978-BE21-E2604329A5FE}" type="parTrans" cxnId="{5CE3B05B-36E3-4ABB-B87C-B9186994D347}">
      <dgm:prSet/>
      <dgm:spPr/>
      <dgm:t>
        <a:bodyPr/>
        <a:lstStyle/>
        <a:p>
          <a:endParaRPr lang="en-US"/>
        </a:p>
      </dgm:t>
    </dgm:pt>
    <dgm:pt modelId="{91D0D9CE-6016-44D5-9740-7A95D565466F}" type="sibTrans" cxnId="{5CE3B05B-36E3-4ABB-B87C-B9186994D347}">
      <dgm:prSet/>
      <dgm:spPr/>
      <dgm:t>
        <a:bodyPr/>
        <a:lstStyle/>
        <a:p>
          <a:endParaRPr lang="en-US"/>
        </a:p>
      </dgm:t>
    </dgm:pt>
    <dgm:pt modelId="{5579E733-A863-4842-BA96-FAA72F0229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BIP-38-encrypted private keys</a:t>
          </a:r>
        </a:p>
      </dgm:t>
    </dgm:pt>
    <dgm:pt modelId="{FA8DA9FE-6FA9-42D1-A0DB-AF4814D4CA4B}" type="parTrans" cxnId="{B737F043-1C6E-4702-A722-6228235D1CAC}">
      <dgm:prSet/>
      <dgm:spPr/>
      <dgm:t>
        <a:bodyPr/>
        <a:lstStyle/>
        <a:p>
          <a:endParaRPr lang="tr-TR"/>
        </a:p>
      </dgm:t>
    </dgm:pt>
    <dgm:pt modelId="{4A9F3491-92EB-41F6-85AC-882B0C067CB0}" type="sibTrans" cxnId="{B737F043-1C6E-4702-A722-6228235D1CAC}">
      <dgm:prSet/>
      <dgm:spPr/>
      <dgm:t>
        <a:bodyPr/>
        <a:lstStyle/>
        <a:p>
          <a:endParaRPr lang="tr-TR"/>
        </a:p>
      </dgm:t>
    </dgm:pt>
    <dgm:pt modelId="{DAAE0263-C30F-4C7C-8B7E-B9112FDFDB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will prompt the user for a passphrase</a:t>
          </a:r>
        </a:p>
      </dgm:t>
    </dgm:pt>
    <dgm:pt modelId="{62B19E3D-1C39-4D74-9F78-7C0B1B968728}" type="sibTrans" cxnId="{F5DB5002-6742-42E2-9089-BEDDA116CCAD}">
      <dgm:prSet/>
      <dgm:spPr/>
      <dgm:t>
        <a:bodyPr/>
        <a:lstStyle/>
        <a:p>
          <a:endParaRPr lang="en-US"/>
        </a:p>
      </dgm:t>
    </dgm:pt>
    <dgm:pt modelId="{EFAE5811-F7C2-401E-AC5B-8075C6BEF844}" type="parTrans" cxnId="{F5DB5002-6742-42E2-9089-BEDDA116CCAD}">
      <dgm:prSet/>
      <dgm:spPr/>
      <dgm:t>
        <a:bodyPr/>
        <a:lstStyle/>
        <a:p>
          <a:endParaRPr lang="en-US"/>
        </a:p>
      </dgm:t>
    </dgm:pt>
    <dgm:pt modelId="{7964980A-1ED0-49F3-A67D-844A20191B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Prompt</a:t>
          </a:r>
          <a:endParaRPr lang="en-US"/>
        </a:p>
      </dgm:t>
    </dgm:pt>
    <dgm:pt modelId="{1B0D80F8-5A0F-4C21-AAB7-71F93A71C3F1}" type="parTrans" cxnId="{BE689268-6C1C-42C5-AAB0-7312685BAC76}">
      <dgm:prSet/>
      <dgm:spPr/>
      <dgm:t>
        <a:bodyPr/>
        <a:lstStyle/>
        <a:p>
          <a:endParaRPr lang="tr-TR"/>
        </a:p>
      </dgm:t>
    </dgm:pt>
    <dgm:pt modelId="{A09AB654-9640-4A00-835D-293A86A4941D}" type="sibTrans" cxnId="{BE689268-6C1C-42C5-AAB0-7312685BAC76}">
      <dgm:prSet/>
      <dgm:spPr/>
      <dgm:t>
        <a:bodyPr/>
        <a:lstStyle/>
        <a:p>
          <a:endParaRPr lang="tr-TR"/>
        </a:p>
      </dgm:t>
    </dgm:pt>
    <dgm:pt modelId="{85836FFC-636B-4DFC-8E1C-1AB908FDCC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decrypt and</a:t>
          </a:r>
          <a:r>
            <a:rPr lang="tr-TR" dirty="0"/>
            <a:t> </a:t>
          </a:r>
          <a:r>
            <a:rPr lang="en-US" dirty="0"/>
            <a:t>import the key</a:t>
          </a:r>
        </a:p>
      </dgm:t>
    </dgm:pt>
    <dgm:pt modelId="{675B52B1-2598-41AD-AECE-07816F76608A}" type="parTrans" cxnId="{5B1E2C9F-8B24-4BB2-98C5-CD83713F016E}">
      <dgm:prSet/>
      <dgm:spPr/>
      <dgm:t>
        <a:bodyPr/>
        <a:lstStyle/>
        <a:p>
          <a:endParaRPr lang="tr-TR"/>
        </a:p>
      </dgm:t>
    </dgm:pt>
    <dgm:pt modelId="{B2F11BFF-A230-4E1E-B4EB-093E21B6330A}" type="sibTrans" cxnId="{5B1E2C9F-8B24-4BB2-98C5-CD83713F016E}">
      <dgm:prSet/>
      <dgm:spPr/>
      <dgm:t>
        <a:bodyPr/>
        <a:lstStyle/>
        <a:p>
          <a:endParaRPr lang="tr-TR"/>
        </a:p>
      </dgm:t>
    </dgm:pt>
    <dgm:pt modelId="{DA3B6A55-1378-4C2E-97A1-79186A4EB10F}" type="pres">
      <dgm:prSet presAssocID="{C6E0393C-D482-47A1-8737-CAE1D81B1B90}" presName="root" presStyleCnt="0">
        <dgm:presLayoutVars>
          <dgm:dir/>
          <dgm:resizeHandles val="exact"/>
        </dgm:presLayoutVars>
      </dgm:prSet>
      <dgm:spPr/>
    </dgm:pt>
    <dgm:pt modelId="{125D222A-A798-4D65-82E4-FB7C53029C71}" type="pres">
      <dgm:prSet presAssocID="{BD41FF82-11CF-4784-ABC4-C68C4BF412FA}" presName="compNode" presStyleCnt="0"/>
      <dgm:spPr/>
    </dgm:pt>
    <dgm:pt modelId="{C43776E6-CB68-4A47-87BF-96E1F8FF0C62}" type="pres">
      <dgm:prSet presAssocID="{BD41FF82-11CF-4784-ABC4-C68C4BF412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11471B3-9CE2-4821-99D8-D8B2C5BE192E}" type="pres">
      <dgm:prSet presAssocID="{BD41FF82-11CF-4784-ABC4-C68C4BF412FA}" presName="iconSpace" presStyleCnt="0"/>
      <dgm:spPr/>
    </dgm:pt>
    <dgm:pt modelId="{BDD64C46-1FE5-477B-AFD7-0633A9F3E68B}" type="pres">
      <dgm:prSet presAssocID="{BD41FF82-11CF-4784-ABC4-C68C4BF412FA}" presName="parTx" presStyleLbl="revTx" presStyleIdx="0" presStyleCnt="6">
        <dgm:presLayoutVars>
          <dgm:chMax val="0"/>
          <dgm:chPref val="0"/>
        </dgm:presLayoutVars>
      </dgm:prSet>
      <dgm:spPr/>
    </dgm:pt>
    <dgm:pt modelId="{9CD609C8-0E82-45E7-BA9D-00DB0719447D}" type="pres">
      <dgm:prSet presAssocID="{BD41FF82-11CF-4784-ABC4-C68C4BF412FA}" presName="txSpace" presStyleCnt="0"/>
      <dgm:spPr/>
    </dgm:pt>
    <dgm:pt modelId="{50D2B8B1-3D54-4E5C-9089-984FDB3DC081}" type="pres">
      <dgm:prSet presAssocID="{BD41FF82-11CF-4784-ABC4-C68C4BF412FA}" presName="desTx" presStyleLbl="revTx" presStyleIdx="1" presStyleCnt="6">
        <dgm:presLayoutVars/>
      </dgm:prSet>
      <dgm:spPr/>
    </dgm:pt>
    <dgm:pt modelId="{99D72A7D-04EE-4609-BB80-5A1AE92DB5A5}" type="pres">
      <dgm:prSet presAssocID="{D04B0953-BAAA-44D7-9367-8BF8C468C064}" presName="sibTrans" presStyleCnt="0"/>
      <dgm:spPr/>
    </dgm:pt>
    <dgm:pt modelId="{72B04A6F-EF1B-4AD5-9343-D50339A2D672}" type="pres">
      <dgm:prSet presAssocID="{7964980A-1ED0-49F3-A67D-844A20191BD9}" presName="compNode" presStyleCnt="0"/>
      <dgm:spPr/>
    </dgm:pt>
    <dgm:pt modelId="{61E58E15-6057-4D0C-A1E9-590666FAD3EF}" type="pres">
      <dgm:prSet presAssocID="{7964980A-1ED0-49F3-A67D-844A20191B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402F8C-82F4-4F9D-971C-7E2DC949E079}" type="pres">
      <dgm:prSet presAssocID="{7964980A-1ED0-49F3-A67D-844A20191BD9}" presName="iconSpace" presStyleCnt="0"/>
      <dgm:spPr/>
    </dgm:pt>
    <dgm:pt modelId="{F7D90EAA-CA8B-41DE-82F4-376015FC7964}" type="pres">
      <dgm:prSet presAssocID="{7964980A-1ED0-49F3-A67D-844A20191BD9}" presName="parTx" presStyleLbl="revTx" presStyleIdx="2" presStyleCnt="6">
        <dgm:presLayoutVars>
          <dgm:chMax val="0"/>
          <dgm:chPref val="0"/>
        </dgm:presLayoutVars>
      </dgm:prSet>
      <dgm:spPr/>
    </dgm:pt>
    <dgm:pt modelId="{8F0E413E-B566-433E-9F7E-F42D1944059F}" type="pres">
      <dgm:prSet presAssocID="{7964980A-1ED0-49F3-A67D-844A20191BD9}" presName="txSpace" presStyleCnt="0"/>
      <dgm:spPr/>
    </dgm:pt>
    <dgm:pt modelId="{A312E391-E94F-4072-BF39-497B30D3F123}" type="pres">
      <dgm:prSet presAssocID="{7964980A-1ED0-49F3-A67D-844A20191BD9}" presName="desTx" presStyleLbl="revTx" presStyleIdx="3" presStyleCnt="6">
        <dgm:presLayoutVars/>
      </dgm:prSet>
      <dgm:spPr/>
    </dgm:pt>
    <dgm:pt modelId="{2CA2DCCB-7EFC-49B4-A0B2-EDE04611D903}" type="pres">
      <dgm:prSet presAssocID="{A09AB654-9640-4A00-835D-293A86A4941D}" presName="sibTrans" presStyleCnt="0"/>
      <dgm:spPr/>
    </dgm:pt>
    <dgm:pt modelId="{542E5374-DEF5-40B3-9134-A40483AFF28F}" type="pres">
      <dgm:prSet presAssocID="{97B16B57-7772-4447-A0BF-9A808107C824}" presName="compNode" presStyleCnt="0"/>
      <dgm:spPr/>
    </dgm:pt>
    <dgm:pt modelId="{52881A44-270F-4979-91EB-21E7A87B88FE}" type="pres">
      <dgm:prSet presAssocID="{97B16B57-7772-4447-A0BF-9A808107C8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893DAC8-3A6A-43DF-B3D9-0B47653C3B5D}" type="pres">
      <dgm:prSet presAssocID="{97B16B57-7772-4447-A0BF-9A808107C824}" presName="iconSpace" presStyleCnt="0"/>
      <dgm:spPr/>
    </dgm:pt>
    <dgm:pt modelId="{0D639A62-0DD4-415A-BC40-BD3C7AB64C04}" type="pres">
      <dgm:prSet presAssocID="{97B16B57-7772-4447-A0BF-9A808107C824}" presName="parTx" presStyleLbl="revTx" presStyleIdx="4" presStyleCnt="6">
        <dgm:presLayoutVars>
          <dgm:chMax val="0"/>
          <dgm:chPref val="0"/>
        </dgm:presLayoutVars>
      </dgm:prSet>
      <dgm:spPr/>
    </dgm:pt>
    <dgm:pt modelId="{D5E60F41-0C1D-40B5-BAE4-1724439FEF2A}" type="pres">
      <dgm:prSet presAssocID="{97B16B57-7772-4447-A0BF-9A808107C824}" presName="txSpace" presStyleCnt="0"/>
      <dgm:spPr/>
    </dgm:pt>
    <dgm:pt modelId="{2C971A82-8295-4769-A368-8041BDB16B4D}" type="pres">
      <dgm:prSet presAssocID="{97B16B57-7772-4447-A0BF-9A808107C824}" presName="desTx" presStyleLbl="revTx" presStyleIdx="5" presStyleCnt="6">
        <dgm:presLayoutVars/>
      </dgm:prSet>
      <dgm:spPr/>
    </dgm:pt>
  </dgm:ptLst>
  <dgm:cxnLst>
    <dgm:cxn modelId="{F5DB5002-6742-42E2-9089-BEDDA116CCAD}" srcId="{7964980A-1ED0-49F3-A67D-844A20191BD9}" destId="{DAAE0263-C30F-4C7C-8B7E-B9112FDFDB89}" srcOrd="0" destOrd="0" parTransId="{EFAE5811-F7C2-401E-AC5B-8075C6BEF844}" sibTransId="{62B19E3D-1C39-4D74-9F78-7C0B1B968728}"/>
    <dgm:cxn modelId="{590EAB17-BB06-44B8-B223-9DECC7C123EE}" srcId="{C6E0393C-D482-47A1-8737-CAE1D81B1B90}" destId="{97B16B57-7772-4447-A0BF-9A808107C824}" srcOrd="2" destOrd="0" parTransId="{5EE58657-DF60-484C-B856-566163548395}" sibTransId="{C660596F-B915-4942-9128-9B61D2E68806}"/>
    <dgm:cxn modelId="{C054D51D-49CC-4582-A47B-C2DB80A45B4F}" type="presOf" srcId="{9506AD82-988A-4EB7-9EBC-66E343665120}" destId="{2C971A82-8295-4769-A368-8041BDB16B4D}" srcOrd="0" destOrd="0" presId="urn:microsoft.com/office/officeart/2018/2/layout/IconLabelDescriptionList"/>
    <dgm:cxn modelId="{EAA7562B-7A1D-4F61-BD4A-9F57765D539F}" srcId="{97B16B57-7772-4447-A0BF-9A808107C824}" destId="{9506AD82-988A-4EB7-9EBC-66E343665120}" srcOrd="0" destOrd="0" parTransId="{7F55943B-F49F-4035-8CFD-040DC017779C}" sibTransId="{FAD239C8-B90A-4771-990A-B3439A8D8ACD}"/>
    <dgm:cxn modelId="{5CE3B05B-36E3-4ABB-B87C-B9186994D347}" srcId="{97B16B57-7772-4447-A0BF-9A808107C824}" destId="{DC022E8D-FBC2-445D-9180-BAB6DEEE95D0}" srcOrd="1" destOrd="0" parTransId="{C4DFE5E6-D6F9-4978-BE21-E2604329A5FE}" sibTransId="{91D0D9CE-6016-44D5-9740-7A95D565466F}"/>
    <dgm:cxn modelId="{3568275F-C4B3-4786-BED0-DD0AD1FB664B}" type="presOf" srcId="{DC022E8D-FBC2-445D-9180-BAB6DEEE95D0}" destId="{2C971A82-8295-4769-A368-8041BDB16B4D}" srcOrd="0" destOrd="1" presId="urn:microsoft.com/office/officeart/2018/2/layout/IconLabelDescriptionList"/>
    <dgm:cxn modelId="{B737F043-1C6E-4702-A722-6228235D1CAC}" srcId="{BD41FF82-11CF-4784-ABC4-C68C4BF412FA}" destId="{5579E733-A863-4842-BA96-FAA72F0229EB}" srcOrd="1" destOrd="0" parTransId="{FA8DA9FE-6FA9-42D1-A0DB-AF4814D4CA4B}" sibTransId="{4A9F3491-92EB-41F6-85AC-882B0C067CB0}"/>
    <dgm:cxn modelId="{BE689268-6C1C-42C5-AAB0-7312685BAC76}" srcId="{C6E0393C-D482-47A1-8737-CAE1D81B1B90}" destId="{7964980A-1ED0-49F3-A67D-844A20191BD9}" srcOrd="1" destOrd="0" parTransId="{1B0D80F8-5A0F-4C21-AAB7-71F93A71C3F1}" sibTransId="{A09AB654-9640-4A00-835D-293A86A4941D}"/>
    <dgm:cxn modelId="{112FE46E-01B6-4808-876A-43F3FD1E7783}" type="presOf" srcId="{F270885B-6F3C-4958-8E58-23170623534B}" destId="{50D2B8B1-3D54-4E5C-9089-984FDB3DC081}" srcOrd="0" destOrd="0" presId="urn:microsoft.com/office/officeart/2018/2/layout/IconLabelDescriptionList"/>
    <dgm:cxn modelId="{88643270-1871-4514-8CF1-E337271BAFA2}" type="presOf" srcId="{5579E733-A863-4842-BA96-FAA72F0229EB}" destId="{50D2B8B1-3D54-4E5C-9089-984FDB3DC081}" srcOrd="0" destOrd="1" presId="urn:microsoft.com/office/officeart/2018/2/layout/IconLabelDescriptionList"/>
    <dgm:cxn modelId="{14641072-AA96-427B-B9C4-8A37B27678A7}" type="presOf" srcId="{7964980A-1ED0-49F3-A67D-844A20191BD9}" destId="{F7D90EAA-CA8B-41DE-82F4-376015FC7964}" srcOrd="0" destOrd="0" presId="urn:microsoft.com/office/officeart/2018/2/layout/IconLabelDescriptionList"/>
    <dgm:cxn modelId="{FD4C918B-FD62-4BC4-90F5-70DE80BF37C8}" type="presOf" srcId="{DAAE0263-C30F-4C7C-8B7E-B9112FDFDB89}" destId="{A312E391-E94F-4072-BF39-497B30D3F123}" srcOrd="0" destOrd="0" presId="urn:microsoft.com/office/officeart/2018/2/layout/IconLabelDescriptionList"/>
    <dgm:cxn modelId="{5B1E2C9F-8B24-4BB2-98C5-CD83713F016E}" srcId="{7964980A-1ED0-49F3-A67D-844A20191BD9}" destId="{85836FFC-636B-4DFC-8E1C-1AB908FDCCCA}" srcOrd="1" destOrd="0" parTransId="{675B52B1-2598-41AD-AECE-07816F76608A}" sibTransId="{B2F11BFF-A230-4E1E-B4EB-093E21B6330A}"/>
    <dgm:cxn modelId="{91092BBF-6935-4257-92C3-32E31232E275}" srcId="{C6E0393C-D482-47A1-8737-CAE1D81B1B90}" destId="{BD41FF82-11CF-4784-ABC4-C68C4BF412FA}" srcOrd="0" destOrd="0" parTransId="{95EA16FB-662F-45C1-B649-CCBEF88DD268}" sibTransId="{D04B0953-BAAA-44D7-9367-8BF8C468C064}"/>
    <dgm:cxn modelId="{D69352D2-ECAF-490F-9645-247EFD69169E}" srcId="{BD41FF82-11CF-4784-ABC4-C68C4BF412FA}" destId="{F270885B-6F3C-4958-8E58-23170623534B}" srcOrd="0" destOrd="0" parTransId="{C7ACDDDB-AAFB-4F72-B47F-13345B3CFEEE}" sibTransId="{E8243846-2622-4F1C-BAFF-55DB7DFEA884}"/>
    <dgm:cxn modelId="{5EA95AE5-4F02-4137-97D2-512CDDF76A09}" type="presOf" srcId="{C6E0393C-D482-47A1-8737-CAE1D81B1B90}" destId="{DA3B6A55-1378-4C2E-97A1-79186A4EB10F}" srcOrd="0" destOrd="0" presId="urn:microsoft.com/office/officeart/2018/2/layout/IconLabelDescriptionList"/>
    <dgm:cxn modelId="{B242C8F2-49AF-4385-A846-987CD27B96B6}" type="presOf" srcId="{85836FFC-636B-4DFC-8E1C-1AB908FDCCCA}" destId="{A312E391-E94F-4072-BF39-497B30D3F123}" srcOrd="0" destOrd="1" presId="urn:microsoft.com/office/officeart/2018/2/layout/IconLabelDescriptionList"/>
    <dgm:cxn modelId="{1B1AE3F4-3D3C-483B-A5F1-B1A5D10764F4}" type="presOf" srcId="{BD41FF82-11CF-4784-ABC4-C68C4BF412FA}" destId="{BDD64C46-1FE5-477B-AFD7-0633A9F3E68B}" srcOrd="0" destOrd="0" presId="urn:microsoft.com/office/officeart/2018/2/layout/IconLabelDescriptionList"/>
    <dgm:cxn modelId="{81FA39F9-51DC-43D3-B802-E0EB930B87CA}" type="presOf" srcId="{97B16B57-7772-4447-A0BF-9A808107C824}" destId="{0D639A62-0DD4-415A-BC40-BD3C7AB64C04}" srcOrd="0" destOrd="0" presId="urn:microsoft.com/office/officeart/2018/2/layout/IconLabelDescriptionList"/>
    <dgm:cxn modelId="{A05840F9-BB14-4C6E-AC1F-A5A16E3AF77F}" type="presParOf" srcId="{DA3B6A55-1378-4C2E-97A1-79186A4EB10F}" destId="{125D222A-A798-4D65-82E4-FB7C53029C71}" srcOrd="0" destOrd="0" presId="urn:microsoft.com/office/officeart/2018/2/layout/IconLabelDescriptionList"/>
    <dgm:cxn modelId="{E8C1DFBB-345F-4825-8761-C66C55421331}" type="presParOf" srcId="{125D222A-A798-4D65-82E4-FB7C53029C71}" destId="{C43776E6-CB68-4A47-87BF-96E1F8FF0C62}" srcOrd="0" destOrd="0" presId="urn:microsoft.com/office/officeart/2018/2/layout/IconLabelDescriptionList"/>
    <dgm:cxn modelId="{7796D9FC-2A2F-4528-88C6-6037C38EB8B3}" type="presParOf" srcId="{125D222A-A798-4D65-82E4-FB7C53029C71}" destId="{B11471B3-9CE2-4821-99D8-D8B2C5BE192E}" srcOrd="1" destOrd="0" presId="urn:microsoft.com/office/officeart/2018/2/layout/IconLabelDescriptionList"/>
    <dgm:cxn modelId="{D3433ECB-5B55-4BF5-83B7-F74BD49119C0}" type="presParOf" srcId="{125D222A-A798-4D65-82E4-FB7C53029C71}" destId="{BDD64C46-1FE5-477B-AFD7-0633A9F3E68B}" srcOrd="2" destOrd="0" presId="urn:microsoft.com/office/officeart/2018/2/layout/IconLabelDescriptionList"/>
    <dgm:cxn modelId="{D14DE8C0-BA24-4136-A43F-B079FDFA6044}" type="presParOf" srcId="{125D222A-A798-4D65-82E4-FB7C53029C71}" destId="{9CD609C8-0E82-45E7-BA9D-00DB0719447D}" srcOrd="3" destOrd="0" presId="urn:microsoft.com/office/officeart/2018/2/layout/IconLabelDescriptionList"/>
    <dgm:cxn modelId="{C9E256B2-7C6A-4644-BA8C-728569B30B89}" type="presParOf" srcId="{125D222A-A798-4D65-82E4-FB7C53029C71}" destId="{50D2B8B1-3D54-4E5C-9089-984FDB3DC081}" srcOrd="4" destOrd="0" presId="urn:microsoft.com/office/officeart/2018/2/layout/IconLabelDescriptionList"/>
    <dgm:cxn modelId="{6AE64A68-3CFA-44B8-9FC6-205AC0788B81}" type="presParOf" srcId="{DA3B6A55-1378-4C2E-97A1-79186A4EB10F}" destId="{99D72A7D-04EE-4609-BB80-5A1AE92DB5A5}" srcOrd="1" destOrd="0" presId="urn:microsoft.com/office/officeart/2018/2/layout/IconLabelDescriptionList"/>
    <dgm:cxn modelId="{5E69B990-AAEA-4D4C-953F-B05E9DE1A559}" type="presParOf" srcId="{DA3B6A55-1378-4C2E-97A1-79186A4EB10F}" destId="{72B04A6F-EF1B-4AD5-9343-D50339A2D672}" srcOrd="2" destOrd="0" presId="urn:microsoft.com/office/officeart/2018/2/layout/IconLabelDescriptionList"/>
    <dgm:cxn modelId="{B2862BB9-1DD3-4C3D-8A65-E67697071913}" type="presParOf" srcId="{72B04A6F-EF1B-4AD5-9343-D50339A2D672}" destId="{61E58E15-6057-4D0C-A1E9-590666FAD3EF}" srcOrd="0" destOrd="0" presId="urn:microsoft.com/office/officeart/2018/2/layout/IconLabelDescriptionList"/>
    <dgm:cxn modelId="{45D8463E-645D-4C2E-BC72-061C62E9603B}" type="presParOf" srcId="{72B04A6F-EF1B-4AD5-9343-D50339A2D672}" destId="{C7402F8C-82F4-4F9D-971C-7E2DC949E079}" srcOrd="1" destOrd="0" presId="urn:microsoft.com/office/officeart/2018/2/layout/IconLabelDescriptionList"/>
    <dgm:cxn modelId="{5650D374-3596-4E5E-AE2B-627D02FA2D34}" type="presParOf" srcId="{72B04A6F-EF1B-4AD5-9343-D50339A2D672}" destId="{F7D90EAA-CA8B-41DE-82F4-376015FC7964}" srcOrd="2" destOrd="0" presId="urn:microsoft.com/office/officeart/2018/2/layout/IconLabelDescriptionList"/>
    <dgm:cxn modelId="{71548417-93D2-4352-A219-E578B396B3F9}" type="presParOf" srcId="{72B04A6F-EF1B-4AD5-9343-D50339A2D672}" destId="{8F0E413E-B566-433E-9F7E-F42D1944059F}" srcOrd="3" destOrd="0" presId="urn:microsoft.com/office/officeart/2018/2/layout/IconLabelDescriptionList"/>
    <dgm:cxn modelId="{01500D0D-A49F-4236-BAB8-70E4D9BC707C}" type="presParOf" srcId="{72B04A6F-EF1B-4AD5-9343-D50339A2D672}" destId="{A312E391-E94F-4072-BF39-497B30D3F123}" srcOrd="4" destOrd="0" presId="urn:microsoft.com/office/officeart/2018/2/layout/IconLabelDescriptionList"/>
    <dgm:cxn modelId="{F4AFB4C6-E911-4BF9-86DE-9DB22472A8C2}" type="presParOf" srcId="{DA3B6A55-1378-4C2E-97A1-79186A4EB10F}" destId="{2CA2DCCB-7EFC-49B4-A0B2-EDE04611D903}" srcOrd="3" destOrd="0" presId="urn:microsoft.com/office/officeart/2018/2/layout/IconLabelDescriptionList"/>
    <dgm:cxn modelId="{355A7B2E-78E1-4372-923B-68DBAC818D25}" type="presParOf" srcId="{DA3B6A55-1378-4C2E-97A1-79186A4EB10F}" destId="{542E5374-DEF5-40B3-9134-A40483AFF28F}" srcOrd="4" destOrd="0" presId="urn:microsoft.com/office/officeart/2018/2/layout/IconLabelDescriptionList"/>
    <dgm:cxn modelId="{C4467373-A5EC-428A-9996-D397D33B74E7}" type="presParOf" srcId="{542E5374-DEF5-40B3-9134-A40483AFF28F}" destId="{52881A44-270F-4979-91EB-21E7A87B88FE}" srcOrd="0" destOrd="0" presId="urn:microsoft.com/office/officeart/2018/2/layout/IconLabelDescriptionList"/>
    <dgm:cxn modelId="{EB697CFD-2E6C-403E-B0AA-50DBB1842E9B}" type="presParOf" srcId="{542E5374-DEF5-40B3-9134-A40483AFF28F}" destId="{A893DAC8-3A6A-43DF-B3D9-0B47653C3B5D}" srcOrd="1" destOrd="0" presId="urn:microsoft.com/office/officeart/2018/2/layout/IconLabelDescriptionList"/>
    <dgm:cxn modelId="{88794152-7BF8-4651-92DD-486E2F113B54}" type="presParOf" srcId="{542E5374-DEF5-40B3-9134-A40483AFF28F}" destId="{0D639A62-0DD4-415A-BC40-BD3C7AB64C04}" srcOrd="2" destOrd="0" presId="urn:microsoft.com/office/officeart/2018/2/layout/IconLabelDescriptionList"/>
    <dgm:cxn modelId="{9CC0AC79-C142-4C42-9261-915817AD3E80}" type="presParOf" srcId="{542E5374-DEF5-40B3-9134-A40483AFF28F}" destId="{D5E60F41-0C1D-40B5-BAE4-1724439FEF2A}" srcOrd="3" destOrd="0" presId="urn:microsoft.com/office/officeart/2018/2/layout/IconLabelDescriptionList"/>
    <dgm:cxn modelId="{EA905A51-8BD7-405C-A781-5E4D79DEF350}" type="presParOf" srcId="{542E5374-DEF5-40B3-9134-A40483AFF28F}" destId="{2C971A82-8295-4769-A368-8041BDB16B4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6C4C72A4-B718-46FA-80D3-C5D61AA0E88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A303558-7F39-4B59-9B17-3BB045C25A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traditional bitcoin addresses begin with</a:t>
          </a:r>
          <a:r>
            <a:rPr lang="tr-TR"/>
            <a:t> </a:t>
          </a:r>
          <a:r>
            <a:rPr lang="en-US"/>
            <a:t>“1” </a:t>
          </a:r>
        </a:p>
      </dgm:t>
    </dgm:pt>
    <dgm:pt modelId="{E720790D-4B7A-47C6-B2FD-63964A7F2900}" type="parTrans" cxnId="{E69DAB82-6C3E-4FE3-8078-87DDCCC2301C}">
      <dgm:prSet/>
      <dgm:spPr/>
      <dgm:t>
        <a:bodyPr/>
        <a:lstStyle/>
        <a:p>
          <a:endParaRPr lang="en-US" sz="2000"/>
        </a:p>
      </dgm:t>
    </dgm:pt>
    <dgm:pt modelId="{EA75B7AB-5206-469B-B3A8-D7F7FA16107B}" type="sibTrans" cxnId="{E69DAB82-6C3E-4FE3-8078-87DDCCC2301C}">
      <dgm:prSet/>
      <dgm:spPr/>
      <dgm:t>
        <a:bodyPr/>
        <a:lstStyle/>
        <a:p>
          <a:endParaRPr lang="en-US"/>
        </a:p>
      </dgm:t>
    </dgm:pt>
    <dgm:pt modelId="{8BC01DC0-4070-464E-85D0-0A2C60D724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derived</a:t>
          </a:r>
          <a:r>
            <a:rPr lang="tr-TR"/>
            <a:t> </a:t>
          </a:r>
          <a:r>
            <a:rPr lang="en-US"/>
            <a:t>from the public key </a:t>
          </a:r>
        </a:p>
      </dgm:t>
    </dgm:pt>
    <dgm:pt modelId="{33DED42A-A110-4196-9B19-447A912775EE}" type="parTrans" cxnId="{4AAB58BD-535B-45F0-A278-E5CDF227F939}">
      <dgm:prSet/>
      <dgm:spPr/>
      <dgm:t>
        <a:bodyPr/>
        <a:lstStyle/>
        <a:p>
          <a:endParaRPr lang="en-US" sz="2000"/>
        </a:p>
      </dgm:t>
    </dgm:pt>
    <dgm:pt modelId="{1D6815DA-BA60-44E3-A211-3E9FA7BE087B}" type="sibTrans" cxnId="{4AAB58BD-535B-45F0-A278-E5CDF227F939}">
      <dgm:prSet/>
      <dgm:spPr/>
      <dgm:t>
        <a:bodyPr/>
        <a:lstStyle/>
        <a:p>
          <a:endParaRPr lang="en-US"/>
        </a:p>
      </dgm:t>
    </dgm:pt>
    <dgm:pt modelId="{35316CDA-B9E3-4A08-923B-5BE85BF4F1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derived from the private key. </a:t>
          </a:r>
        </a:p>
      </dgm:t>
    </dgm:pt>
    <dgm:pt modelId="{8BC9754A-FDD7-455E-8AC6-7BD07A8C442B}" type="parTrans" cxnId="{323C50F6-1AD5-462A-A75A-834233973873}">
      <dgm:prSet/>
      <dgm:spPr/>
      <dgm:t>
        <a:bodyPr/>
        <a:lstStyle/>
        <a:p>
          <a:endParaRPr lang="en-US" sz="2000"/>
        </a:p>
      </dgm:t>
    </dgm:pt>
    <dgm:pt modelId="{147B79A2-F755-4996-A171-93AA6A44179A}" type="sibTrans" cxnId="{323C50F6-1AD5-462A-A75A-834233973873}">
      <dgm:prSet/>
      <dgm:spPr/>
      <dgm:t>
        <a:bodyPr/>
        <a:lstStyle/>
        <a:p>
          <a:endParaRPr lang="en-US"/>
        </a:p>
      </dgm:t>
    </dgm:pt>
    <dgm:pt modelId="{01B5F29E-5FEB-4C1D-968F-D0E6FC85BC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F9143C1E-9DA4-43D6-A1BB-4182EC0D1023}" type="parTrans" cxnId="{B02CF832-EBC2-40E3-BF5C-8265BACB7C71}">
      <dgm:prSet/>
      <dgm:spPr/>
      <dgm:t>
        <a:bodyPr/>
        <a:lstStyle/>
        <a:p>
          <a:endParaRPr lang="en-US" sz="2000"/>
        </a:p>
      </dgm:t>
    </dgm:pt>
    <dgm:pt modelId="{4B9ABDAF-AC4E-483E-9417-30585D80916B}" type="sibTrans" cxnId="{B02CF832-EBC2-40E3-BF5C-8265BACB7C71}">
      <dgm:prSet/>
      <dgm:spPr/>
      <dgm:t>
        <a:bodyPr/>
        <a:lstStyle/>
        <a:p>
          <a:endParaRPr lang="en-US"/>
        </a:p>
      </dgm:t>
    </dgm:pt>
    <dgm:pt modelId="{8BD4014B-EE6D-48C8-8F7C-4C95346B4A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only be spent by presenting </a:t>
          </a:r>
          <a:r>
            <a:rPr lang="tr-TR"/>
            <a:t>the keys</a:t>
          </a:r>
          <a:endParaRPr lang="en-US"/>
        </a:p>
      </dgm:t>
    </dgm:pt>
    <dgm:pt modelId="{69255D8B-48FC-46E7-8839-E3EA9CAB2481}" type="parTrans" cxnId="{C56B77DD-FF38-40F2-958D-9A8A1DFF0EF6}">
      <dgm:prSet/>
      <dgm:spPr/>
      <dgm:t>
        <a:bodyPr/>
        <a:lstStyle/>
        <a:p>
          <a:endParaRPr lang="en-US" sz="2000"/>
        </a:p>
      </dgm:t>
    </dgm:pt>
    <dgm:pt modelId="{960042AF-D5A5-4E98-A2DA-C650A86F6F75}" type="sibTrans" cxnId="{C56B77DD-FF38-40F2-958D-9A8A1DFF0EF6}">
      <dgm:prSet/>
      <dgm:spPr/>
      <dgm:t>
        <a:bodyPr/>
        <a:lstStyle/>
        <a:p>
          <a:endParaRPr lang="en-US"/>
        </a:p>
      </dgm:t>
    </dgm:pt>
    <dgm:pt modelId="{2D68DA61-8F30-434A-BD4C-6A3ED562EAC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Spending of bitcoin with "1" addresses </a:t>
          </a:r>
          <a:endParaRPr lang="en-US"/>
        </a:p>
      </dgm:t>
    </dgm:pt>
    <dgm:pt modelId="{528EB9E5-F9EF-4B54-940A-7E8552A7B5F9}" type="parTrans" cxnId="{78486186-261B-4ADF-B5AD-194EF9121408}">
      <dgm:prSet/>
      <dgm:spPr/>
      <dgm:t>
        <a:bodyPr/>
        <a:lstStyle/>
        <a:p>
          <a:endParaRPr lang="tr-TR" sz="2000"/>
        </a:p>
      </dgm:t>
    </dgm:pt>
    <dgm:pt modelId="{DE5B695F-4F2E-4D59-994F-08BDA32841E7}" type="sibTrans" cxnId="{78486186-261B-4ADF-B5AD-194EF9121408}">
      <dgm:prSet/>
      <dgm:spPr/>
      <dgm:t>
        <a:bodyPr/>
        <a:lstStyle/>
        <a:p>
          <a:endParaRPr lang="tr-TR"/>
        </a:p>
      </dgm:t>
    </dgm:pt>
    <dgm:pt modelId="{0F5E464D-B8FC-4AE9-913D-BD659CD9F649}" type="pres">
      <dgm:prSet presAssocID="{6C4C72A4-B718-46FA-80D3-C5D61AA0E886}" presName="root" presStyleCnt="0">
        <dgm:presLayoutVars>
          <dgm:dir/>
          <dgm:resizeHandles val="exact"/>
        </dgm:presLayoutVars>
      </dgm:prSet>
      <dgm:spPr/>
    </dgm:pt>
    <dgm:pt modelId="{7C05526D-9823-4E0B-9AD3-0FE804D79FB2}" type="pres">
      <dgm:prSet presAssocID="{4A303558-7F39-4B59-9B17-3BB045C25AD4}" presName="compNode" presStyleCnt="0"/>
      <dgm:spPr/>
    </dgm:pt>
    <dgm:pt modelId="{ADD28E4F-B354-4F86-AB0F-5CB165E1F795}" type="pres">
      <dgm:prSet presAssocID="{4A303558-7F39-4B59-9B17-3BB045C25A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CF63429-0B72-44F1-A263-24CD48475FEE}" type="pres">
      <dgm:prSet presAssocID="{4A303558-7F39-4B59-9B17-3BB045C25AD4}" presName="iconSpace" presStyleCnt="0"/>
      <dgm:spPr/>
    </dgm:pt>
    <dgm:pt modelId="{071B9D3D-5E6A-42CB-89DD-02C605C2EFFA}" type="pres">
      <dgm:prSet presAssocID="{4A303558-7F39-4B59-9B17-3BB045C25AD4}" presName="parTx" presStyleLbl="revTx" presStyleIdx="0" presStyleCnt="4">
        <dgm:presLayoutVars>
          <dgm:chMax val="0"/>
          <dgm:chPref val="0"/>
        </dgm:presLayoutVars>
      </dgm:prSet>
      <dgm:spPr/>
    </dgm:pt>
    <dgm:pt modelId="{87D53E02-5A2A-44D8-B3F3-64CE59806514}" type="pres">
      <dgm:prSet presAssocID="{4A303558-7F39-4B59-9B17-3BB045C25AD4}" presName="txSpace" presStyleCnt="0"/>
      <dgm:spPr/>
    </dgm:pt>
    <dgm:pt modelId="{587C959A-DD33-49F0-AA91-3E22141E348D}" type="pres">
      <dgm:prSet presAssocID="{4A303558-7F39-4B59-9B17-3BB045C25AD4}" presName="desTx" presStyleLbl="revTx" presStyleIdx="1" presStyleCnt="4">
        <dgm:presLayoutVars/>
      </dgm:prSet>
      <dgm:spPr/>
    </dgm:pt>
    <dgm:pt modelId="{F9EE8C47-2AB6-4C5E-995B-E163AFD5C9AC}" type="pres">
      <dgm:prSet presAssocID="{EA75B7AB-5206-469B-B3A8-D7F7FA16107B}" presName="sibTrans" presStyleCnt="0"/>
      <dgm:spPr/>
    </dgm:pt>
    <dgm:pt modelId="{0442BA18-CB41-423E-82A3-E8208639427C}" type="pres">
      <dgm:prSet presAssocID="{01B5F29E-5FEB-4C1D-968F-D0E6FC85BC75}" presName="compNode" presStyleCnt="0"/>
      <dgm:spPr/>
    </dgm:pt>
    <dgm:pt modelId="{0D39F635-F457-4888-8F77-B8B550678A3A}" type="pres">
      <dgm:prSet presAssocID="{01B5F29E-5FEB-4C1D-968F-D0E6FC85BC7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E73A507-42CB-42C9-AF74-D43899B89E50}" type="pres">
      <dgm:prSet presAssocID="{01B5F29E-5FEB-4C1D-968F-D0E6FC85BC75}" presName="iconSpace" presStyleCnt="0"/>
      <dgm:spPr/>
    </dgm:pt>
    <dgm:pt modelId="{B843850C-99F1-40C1-9C01-BB3EA76849B6}" type="pres">
      <dgm:prSet presAssocID="{01B5F29E-5FEB-4C1D-968F-D0E6FC85BC75}" presName="parTx" presStyleLbl="revTx" presStyleIdx="2" presStyleCnt="4">
        <dgm:presLayoutVars>
          <dgm:chMax val="0"/>
          <dgm:chPref val="0"/>
        </dgm:presLayoutVars>
      </dgm:prSet>
      <dgm:spPr/>
    </dgm:pt>
    <dgm:pt modelId="{909CD9DB-93A1-40B6-81A8-B958221E9AAA}" type="pres">
      <dgm:prSet presAssocID="{01B5F29E-5FEB-4C1D-968F-D0E6FC85BC75}" presName="txSpace" presStyleCnt="0"/>
      <dgm:spPr/>
    </dgm:pt>
    <dgm:pt modelId="{CE963A03-EE21-4E2A-AA5F-1EF8A537BFE7}" type="pres">
      <dgm:prSet presAssocID="{01B5F29E-5FEB-4C1D-968F-D0E6FC85BC75}" presName="desTx" presStyleLbl="revTx" presStyleIdx="3" presStyleCnt="4">
        <dgm:presLayoutVars/>
      </dgm:prSet>
      <dgm:spPr/>
    </dgm:pt>
  </dgm:ptLst>
  <dgm:cxnLst>
    <dgm:cxn modelId="{53637D04-DEC5-425B-AE6B-0D708EDF7E40}" type="presOf" srcId="{35316CDA-B9E3-4A08-923B-5BE85BF4F104}" destId="{587C959A-DD33-49F0-AA91-3E22141E348D}" srcOrd="0" destOrd="1" presId="urn:microsoft.com/office/officeart/2018/5/layout/CenteredIconLabelDescriptionList"/>
    <dgm:cxn modelId="{093BEF30-DD89-43E6-9F53-F7119444EAD2}" type="presOf" srcId="{2D68DA61-8F30-434A-BD4C-6A3ED562EAC1}" destId="{CE963A03-EE21-4E2A-AA5F-1EF8A537BFE7}" srcOrd="0" destOrd="0" presId="urn:microsoft.com/office/officeart/2018/5/layout/CenteredIconLabelDescriptionList"/>
    <dgm:cxn modelId="{B02CF832-EBC2-40E3-BF5C-8265BACB7C71}" srcId="{6C4C72A4-B718-46FA-80D3-C5D61AA0E886}" destId="{01B5F29E-5FEB-4C1D-968F-D0E6FC85BC75}" srcOrd="1" destOrd="0" parTransId="{F9143C1E-9DA4-43D6-A1BB-4182EC0D1023}" sibTransId="{4B9ABDAF-AC4E-483E-9417-30585D80916B}"/>
    <dgm:cxn modelId="{63FDAF6A-618E-4765-850C-250DF662BEAF}" type="presOf" srcId="{8BC01DC0-4070-464E-85D0-0A2C60D7243F}" destId="{587C959A-DD33-49F0-AA91-3E22141E348D}" srcOrd="0" destOrd="0" presId="urn:microsoft.com/office/officeart/2018/5/layout/CenteredIconLabelDescriptionList"/>
    <dgm:cxn modelId="{00AE0F79-E6EE-40DC-9C67-235AC140BC2A}" type="presOf" srcId="{01B5F29E-5FEB-4C1D-968F-D0E6FC85BC75}" destId="{B843850C-99F1-40C1-9C01-BB3EA76849B6}" srcOrd="0" destOrd="0" presId="urn:microsoft.com/office/officeart/2018/5/layout/CenteredIconLabelDescriptionList"/>
    <dgm:cxn modelId="{E69DAB82-6C3E-4FE3-8078-87DDCCC2301C}" srcId="{6C4C72A4-B718-46FA-80D3-C5D61AA0E886}" destId="{4A303558-7F39-4B59-9B17-3BB045C25AD4}" srcOrd="0" destOrd="0" parTransId="{E720790D-4B7A-47C6-B2FD-63964A7F2900}" sibTransId="{EA75B7AB-5206-469B-B3A8-D7F7FA16107B}"/>
    <dgm:cxn modelId="{52252283-A03C-4A70-A82F-080EAD1E3587}" type="presOf" srcId="{8BD4014B-EE6D-48C8-8F7C-4C95346B4A8C}" destId="{CE963A03-EE21-4E2A-AA5F-1EF8A537BFE7}" srcOrd="0" destOrd="1" presId="urn:microsoft.com/office/officeart/2018/5/layout/CenteredIconLabelDescriptionList"/>
    <dgm:cxn modelId="{78486186-261B-4ADF-B5AD-194EF9121408}" srcId="{01B5F29E-5FEB-4C1D-968F-D0E6FC85BC75}" destId="{2D68DA61-8F30-434A-BD4C-6A3ED562EAC1}" srcOrd="0" destOrd="0" parTransId="{528EB9E5-F9EF-4B54-940A-7E8552A7B5F9}" sibTransId="{DE5B695F-4F2E-4D59-994F-08BDA32841E7}"/>
    <dgm:cxn modelId="{8740E5A9-80AB-47B3-85B1-3B1E3911C6A4}" type="presOf" srcId="{4A303558-7F39-4B59-9B17-3BB045C25AD4}" destId="{071B9D3D-5E6A-42CB-89DD-02C605C2EFFA}" srcOrd="0" destOrd="0" presId="urn:microsoft.com/office/officeart/2018/5/layout/CenteredIconLabelDescriptionList"/>
    <dgm:cxn modelId="{4AAB58BD-535B-45F0-A278-E5CDF227F939}" srcId="{4A303558-7F39-4B59-9B17-3BB045C25AD4}" destId="{8BC01DC0-4070-464E-85D0-0A2C60D7243F}" srcOrd="0" destOrd="0" parTransId="{33DED42A-A110-4196-9B19-447A912775EE}" sibTransId="{1D6815DA-BA60-44E3-A211-3E9FA7BE087B}"/>
    <dgm:cxn modelId="{C56B77DD-FF38-40F2-958D-9A8A1DFF0EF6}" srcId="{01B5F29E-5FEB-4C1D-968F-D0E6FC85BC75}" destId="{8BD4014B-EE6D-48C8-8F7C-4C95346B4A8C}" srcOrd="1" destOrd="0" parTransId="{69255D8B-48FC-46E7-8839-E3EA9CAB2481}" sibTransId="{960042AF-D5A5-4E98-A2DA-C650A86F6F75}"/>
    <dgm:cxn modelId="{5DED67F5-6860-4CC8-9091-393DC10CA3A2}" type="presOf" srcId="{6C4C72A4-B718-46FA-80D3-C5D61AA0E886}" destId="{0F5E464D-B8FC-4AE9-913D-BD659CD9F649}" srcOrd="0" destOrd="0" presId="urn:microsoft.com/office/officeart/2018/5/layout/CenteredIconLabelDescriptionList"/>
    <dgm:cxn modelId="{323C50F6-1AD5-462A-A75A-834233973873}" srcId="{4A303558-7F39-4B59-9B17-3BB045C25AD4}" destId="{35316CDA-B9E3-4A08-923B-5BE85BF4F104}" srcOrd="1" destOrd="0" parTransId="{8BC9754A-FDD7-455E-8AC6-7BD07A8C442B}" sibTransId="{147B79A2-F755-4996-A171-93AA6A44179A}"/>
    <dgm:cxn modelId="{C4F80188-CDB5-4F35-9E64-B2A8E5FB4CC5}" type="presParOf" srcId="{0F5E464D-B8FC-4AE9-913D-BD659CD9F649}" destId="{7C05526D-9823-4E0B-9AD3-0FE804D79FB2}" srcOrd="0" destOrd="0" presId="urn:microsoft.com/office/officeart/2018/5/layout/CenteredIconLabelDescriptionList"/>
    <dgm:cxn modelId="{E56D973D-0666-43FD-991E-8115969CDAD8}" type="presParOf" srcId="{7C05526D-9823-4E0B-9AD3-0FE804D79FB2}" destId="{ADD28E4F-B354-4F86-AB0F-5CB165E1F795}" srcOrd="0" destOrd="0" presId="urn:microsoft.com/office/officeart/2018/5/layout/CenteredIconLabelDescriptionList"/>
    <dgm:cxn modelId="{C00B653D-3E8C-407C-BE72-A397B3266F00}" type="presParOf" srcId="{7C05526D-9823-4E0B-9AD3-0FE804D79FB2}" destId="{ECF63429-0B72-44F1-A263-24CD48475FEE}" srcOrd="1" destOrd="0" presId="urn:microsoft.com/office/officeart/2018/5/layout/CenteredIconLabelDescriptionList"/>
    <dgm:cxn modelId="{4FB66083-FA7D-4E29-8574-323D92B851B8}" type="presParOf" srcId="{7C05526D-9823-4E0B-9AD3-0FE804D79FB2}" destId="{071B9D3D-5E6A-42CB-89DD-02C605C2EFFA}" srcOrd="2" destOrd="0" presId="urn:microsoft.com/office/officeart/2018/5/layout/CenteredIconLabelDescriptionList"/>
    <dgm:cxn modelId="{C4731AAD-2890-4D36-9786-C6E72E868F44}" type="presParOf" srcId="{7C05526D-9823-4E0B-9AD3-0FE804D79FB2}" destId="{87D53E02-5A2A-44D8-B3F3-64CE59806514}" srcOrd="3" destOrd="0" presId="urn:microsoft.com/office/officeart/2018/5/layout/CenteredIconLabelDescriptionList"/>
    <dgm:cxn modelId="{25894C64-E4FE-49D4-9EB1-519E452E8F24}" type="presParOf" srcId="{7C05526D-9823-4E0B-9AD3-0FE804D79FB2}" destId="{587C959A-DD33-49F0-AA91-3E22141E348D}" srcOrd="4" destOrd="0" presId="urn:microsoft.com/office/officeart/2018/5/layout/CenteredIconLabelDescriptionList"/>
    <dgm:cxn modelId="{224823C6-8AE3-445C-93A4-984D8E8BE478}" type="presParOf" srcId="{0F5E464D-B8FC-4AE9-913D-BD659CD9F649}" destId="{F9EE8C47-2AB6-4C5E-995B-E163AFD5C9AC}" srcOrd="1" destOrd="0" presId="urn:microsoft.com/office/officeart/2018/5/layout/CenteredIconLabelDescriptionList"/>
    <dgm:cxn modelId="{25F0C793-8125-467F-AAAB-3043497BA40D}" type="presParOf" srcId="{0F5E464D-B8FC-4AE9-913D-BD659CD9F649}" destId="{0442BA18-CB41-423E-82A3-E8208639427C}" srcOrd="2" destOrd="0" presId="urn:microsoft.com/office/officeart/2018/5/layout/CenteredIconLabelDescriptionList"/>
    <dgm:cxn modelId="{E747E886-A009-44E6-8477-F4875611CB1D}" type="presParOf" srcId="{0442BA18-CB41-423E-82A3-E8208639427C}" destId="{0D39F635-F457-4888-8F77-B8B550678A3A}" srcOrd="0" destOrd="0" presId="urn:microsoft.com/office/officeart/2018/5/layout/CenteredIconLabelDescriptionList"/>
    <dgm:cxn modelId="{25DD13CD-5B43-4D97-8AC6-4CF8E17DD4AF}" type="presParOf" srcId="{0442BA18-CB41-423E-82A3-E8208639427C}" destId="{2E73A507-42CB-42C9-AF74-D43899B89E50}" srcOrd="1" destOrd="0" presId="urn:microsoft.com/office/officeart/2018/5/layout/CenteredIconLabelDescriptionList"/>
    <dgm:cxn modelId="{9180B2E9-7EEF-4C40-A88C-3D4AFF01A3F2}" type="presParOf" srcId="{0442BA18-CB41-423E-82A3-E8208639427C}" destId="{B843850C-99F1-40C1-9C01-BB3EA76849B6}" srcOrd="2" destOrd="0" presId="urn:microsoft.com/office/officeart/2018/5/layout/CenteredIconLabelDescriptionList"/>
    <dgm:cxn modelId="{641507E7-ED91-48D3-80AE-93731BBE1385}" type="presParOf" srcId="{0442BA18-CB41-423E-82A3-E8208639427C}" destId="{909CD9DB-93A1-40B6-81A8-B958221E9AAA}" srcOrd="3" destOrd="0" presId="urn:microsoft.com/office/officeart/2018/5/layout/CenteredIconLabelDescriptionList"/>
    <dgm:cxn modelId="{B3043F32-1673-4641-B30E-97B21F02591B}" type="presParOf" srcId="{0442BA18-CB41-423E-82A3-E8208639427C}" destId="{CE963A03-EE21-4E2A-AA5F-1EF8A537BF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6C4C72A4-B718-46FA-80D3-C5D61AA0E88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7BE114-BC1E-4B46-80D9-525AD3AF4F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</a:t>
          </a:r>
          <a:r>
            <a:rPr lang="tr-TR"/>
            <a:t>3</a:t>
          </a:r>
          <a:r>
            <a:rPr lang="en-US"/>
            <a:t>” </a:t>
          </a:r>
        </a:p>
      </dgm:t>
    </dgm:pt>
    <dgm:pt modelId="{FE31259A-1C68-42EA-A5E4-0B3DB1D6DEBF}" type="parTrans" cxnId="{FD08C3EB-623E-4FD8-AC7A-56C328BAC691}">
      <dgm:prSet/>
      <dgm:spPr/>
      <dgm:t>
        <a:bodyPr/>
        <a:lstStyle/>
        <a:p>
          <a:endParaRPr lang="en-US" sz="2000"/>
        </a:p>
      </dgm:t>
    </dgm:pt>
    <dgm:pt modelId="{A4185552-68A9-4F48-8236-C0E131FDAD49}" type="sibTrans" cxnId="{FD08C3EB-623E-4FD8-AC7A-56C328BAC691}">
      <dgm:prSet/>
      <dgm:spPr/>
      <dgm:t>
        <a:bodyPr/>
        <a:lstStyle/>
        <a:p>
          <a:endParaRPr lang="en-US"/>
        </a:p>
      </dgm:t>
    </dgm:pt>
    <dgm:pt modelId="{466744DE-1214-4A9E-AAD5-A786418755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addresses that begin with the number</a:t>
          </a:r>
          <a:r>
            <a:rPr lang="tr-TR" dirty="0"/>
            <a:t> </a:t>
          </a:r>
          <a:r>
            <a:rPr lang="en-US" dirty="0"/>
            <a:t>are </a:t>
          </a:r>
          <a:r>
            <a:rPr lang="en-US" b="1" dirty="0"/>
            <a:t>pay-to-script hash </a:t>
          </a:r>
          <a:r>
            <a:rPr lang="en-US" dirty="0"/>
            <a:t>(P2SH)</a:t>
          </a:r>
          <a:r>
            <a:rPr lang="tr-TR" dirty="0"/>
            <a:t> </a:t>
          </a:r>
          <a:r>
            <a:rPr lang="en-US" dirty="0"/>
            <a:t>addresses </a:t>
          </a:r>
        </a:p>
      </dgm:t>
    </dgm:pt>
    <dgm:pt modelId="{C749DF70-D627-4943-9283-28CCBFB333C9}" type="parTrans" cxnId="{AE0B515D-4999-4CEB-9F9B-1E7FB6272518}">
      <dgm:prSet/>
      <dgm:spPr/>
      <dgm:t>
        <a:bodyPr/>
        <a:lstStyle/>
        <a:p>
          <a:endParaRPr lang="en-US" sz="2000"/>
        </a:p>
      </dgm:t>
    </dgm:pt>
    <dgm:pt modelId="{EBDFD96F-0483-4D30-839E-4D2F736A01FE}" type="sibTrans" cxnId="{AE0B515D-4999-4CEB-9F9B-1E7FB6272518}">
      <dgm:prSet/>
      <dgm:spPr/>
      <dgm:t>
        <a:bodyPr/>
        <a:lstStyle/>
        <a:p>
          <a:endParaRPr lang="en-US"/>
        </a:p>
      </dgm:t>
    </dgm:pt>
    <dgm:pt modelId="{BC119251-8DED-45EE-B2A3-9C62089938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sometimes erroneously called </a:t>
          </a:r>
          <a:r>
            <a:rPr lang="tr-TR" dirty="0"/>
            <a:t>«</a:t>
          </a:r>
          <a:r>
            <a:rPr lang="en-US" dirty="0" err="1"/>
            <a:t>multisignature</a:t>
          </a:r>
          <a:r>
            <a:rPr lang="tr-TR" dirty="0"/>
            <a:t>»</a:t>
          </a:r>
          <a:r>
            <a:rPr lang="en-US" dirty="0"/>
            <a:t> or </a:t>
          </a:r>
          <a:r>
            <a:rPr lang="tr-TR" dirty="0"/>
            <a:t>«</a:t>
          </a:r>
          <a:r>
            <a:rPr lang="en-US" dirty="0" err="1"/>
            <a:t>multisig</a:t>
          </a:r>
          <a:r>
            <a:rPr lang="tr-TR" dirty="0"/>
            <a:t>»</a:t>
          </a:r>
          <a:r>
            <a:rPr lang="en-US" dirty="0"/>
            <a:t> addresses. </a:t>
          </a:r>
        </a:p>
      </dgm:t>
    </dgm:pt>
    <dgm:pt modelId="{FE0850B8-754D-4E88-9FD5-1CC5CB6AC15B}" type="parTrans" cxnId="{9858B27F-5279-4B6B-9AB3-EC762245FBE3}">
      <dgm:prSet/>
      <dgm:spPr/>
      <dgm:t>
        <a:bodyPr/>
        <a:lstStyle/>
        <a:p>
          <a:endParaRPr lang="en-US" sz="2000"/>
        </a:p>
      </dgm:t>
    </dgm:pt>
    <dgm:pt modelId="{A2698067-DB0D-4C39-9F39-F31D64CDDFE2}" type="sibTrans" cxnId="{9858B27F-5279-4B6B-9AB3-EC762245FBE3}">
      <dgm:prSet/>
      <dgm:spPr/>
      <dgm:t>
        <a:bodyPr/>
        <a:lstStyle/>
        <a:p>
          <a:endParaRPr lang="en-US"/>
        </a:p>
      </dgm:t>
    </dgm:pt>
    <dgm:pt modelId="{42F85E90-DF5D-4FFC-A4DC-83920AFE7E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Hash of script transfer</a:t>
          </a:r>
          <a:endParaRPr lang="en-US"/>
        </a:p>
      </dgm:t>
    </dgm:pt>
    <dgm:pt modelId="{75E38A8B-10D4-4603-B5A1-B279A4048DEF}" type="parTrans" cxnId="{0624E070-8A6D-46E0-A721-47229280C459}">
      <dgm:prSet/>
      <dgm:spPr/>
      <dgm:t>
        <a:bodyPr/>
        <a:lstStyle/>
        <a:p>
          <a:endParaRPr lang="en-US" sz="2000"/>
        </a:p>
      </dgm:t>
    </dgm:pt>
    <dgm:pt modelId="{18E714F0-7F3C-4E5D-AA61-8B5EBFF4E00C}" type="sibTrans" cxnId="{0624E070-8A6D-46E0-A721-47229280C459}">
      <dgm:prSet/>
      <dgm:spPr/>
      <dgm:t>
        <a:bodyPr/>
        <a:lstStyle/>
        <a:p>
          <a:endParaRPr lang="en-US"/>
        </a:p>
      </dgm:t>
    </dgm:pt>
    <dgm:pt modelId="{72ED7D8C-6C8F-43D8-9696-A4D8AF97B4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</a:t>
          </a:r>
          <a:r>
            <a:rPr lang="tr-TR" dirty="0"/>
            <a:t> </a:t>
          </a:r>
          <a:r>
            <a:rPr lang="en-US" dirty="0"/>
            <a:t>designate the beneficiary of a bitcoin transaction as the hash of a script</a:t>
          </a:r>
        </a:p>
      </dgm:t>
    </dgm:pt>
    <dgm:pt modelId="{E82B8095-53EE-4CC9-85C9-426A451D4205}" type="parTrans" cxnId="{43BCC1D2-F1A7-4687-8779-3B3AFF1DE69F}">
      <dgm:prSet/>
      <dgm:spPr/>
      <dgm:t>
        <a:bodyPr/>
        <a:lstStyle/>
        <a:p>
          <a:endParaRPr lang="en-US" sz="2000"/>
        </a:p>
      </dgm:t>
    </dgm:pt>
    <dgm:pt modelId="{AA934AB6-E5D5-4E09-A7EC-F0D3AF486374}" type="sibTrans" cxnId="{43BCC1D2-F1A7-4687-8779-3B3AFF1DE69F}">
      <dgm:prSet/>
      <dgm:spPr/>
      <dgm:t>
        <a:bodyPr/>
        <a:lstStyle/>
        <a:p>
          <a:endParaRPr lang="en-US"/>
        </a:p>
      </dgm:t>
    </dgm:pt>
    <dgm:pt modelId="{26A8FEAB-CE73-4ECE-82E7-7071F4C77E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instead of the</a:t>
          </a:r>
          <a:r>
            <a:rPr lang="tr-TR"/>
            <a:t> </a:t>
          </a:r>
          <a:r>
            <a:rPr lang="en-US"/>
            <a:t>owner of a public key.</a:t>
          </a:r>
        </a:p>
      </dgm:t>
    </dgm:pt>
    <dgm:pt modelId="{8FE3C361-3B7F-4399-B798-1DCD42E30E45}" type="parTrans" cxnId="{C5CA2168-26E8-49EC-BA5D-9EF04D2DDB5E}">
      <dgm:prSet/>
      <dgm:spPr/>
      <dgm:t>
        <a:bodyPr/>
        <a:lstStyle/>
        <a:p>
          <a:endParaRPr lang="en-US" sz="2000"/>
        </a:p>
      </dgm:t>
    </dgm:pt>
    <dgm:pt modelId="{58B0F8C4-6618-4BF7-8AD6-AC9F955950B6}" type="sibTrans" cxnId="{C5CA2168-26E8-49EC-BA5D-9EF04D2DDB5E}">
      <dgm:prSet/>
      <dgm:spPr/>
      <dgm:t>
        <a:bodyPr/>
        <a:lstStyle/>
        <a:p>
          <a:endParaRPr lang="en-US"/>
        </a:p>
      </dgm:t>
    </dgm:pt>
    <dgm:pt modelId="{E5388E9E-B338-4772-99ED-EF8171EA35B2}" type="pres">
      <dgm:prSet presAssocID="{6C4C72A4-B718-46FA-80D3-C5D61AA0E886}" presName="root" presStyleCnt="0">
        <dgm:presLayoutVars>
          <dgm:dir/>
          <dgm:resizeHandles val="exact"/>
        </dgm:presLayoutVars>
      </dgm:prSet>
      <dgm:spPr/>
    </dgm:pt>
    <dgm:pt modelId="{63A27792-7F0F-4A01-812E-8172FBE2D3E3}" type="pres">
      <dgm:prSet presAssocID="{D67BE114-BC1E-4B46-80D9-525AD3AF4F1A}" presName="compNode" presStyleCnt="0"/>
      <dgm:spPr/>
    </dgm:pt>
    <dgm:pt modelId="{8A1BD5D4-9734-4DB2-9AB2-4F10ECDC7CB4}" type="pres">
      <dgm:prSet presAssocID="{D67BE114-BC1E-4B46-80D9-525AD3AF4F1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534D23A-6C2A-403E-85CB-930361D69F3A}" type="pres">
      <dgm:prSet presAssocID="{D67BE114-BC1E-4B46-80D9-525AD3AF4F1A}" presName="iconSpace" presStyleCnt="0"/>
      <dgm:spPr/>
    </dgm:pt>
    <dgm:pt modelId="{4C16C4B4-5F26-4725-8253-21D203CCDAC1}" type="pres">
      <dgm:prSet presAssocID="{D67BE114-BC1E-4B46-80D9-525AD3AF4F1A}" presName="parTx" presStyleLbl="revTx" presStyleIdx="0" presStyleCnt="4">
        <dgm:presLayoutVars>
          <dgm:chMax val="0"/>
          <dgm:chPref val="0"/>
        </dgm:presLayoutVars>
      </dgm:prSet>
      <dgm:spPr/>
    </dgm:pt>
    <dgm:pt modelId="{A2FF3695-A6FD-4CFB-9650-669DBDF25F0E}" type="pres">
      <dgm:prSet presAssocID="{D67BE114-BC1E-4B46-80D9-525AD3AF4F1A}" presName="txSpace" presStyleCnt="0"/>
      <dgm:spPr/>
    </dgm:pt>
    <dgm:pt modelId="{87F66AF3-E0D9-4593-9309-4FC660930BB8}" type="pres">
      <dgm:prSet presAssocID="{D67BE114-BC1E-4B46-80D9-525AD3AF4F1A}" presName="desTx" presStyleLbl="revTx" presStyleIdx="1" presStyleCnt="4">
        <dgm:presLayoutVars/>
      </dgm:prSet>
      <dgm:spPr/>
    </dgm:pt>
    <dgm:pt modelId="{0DC26AE0-1DC7-4965-AD4D-048D0B06D54E}" type="pres">
      <dgm:prSet presAssocID="{A4185552-68A9-4F48-8236-C0E131FDAD49}" presName="sibTrans" presStyleCnt="0"/>
      <dgm:spPr/>
    </dgm:pt>
    <dgm:pt modelId="{D225342D-215C-4B48-9EDF-C14C0305EE82}" type="pres">
      <dgm:prSet presAssocID="{42F85E90-DF5D-4FFC-A4DC-83920AFE7E9A}" presName="compNode" presStyleCnt="0"/>
      <dgm:spPr/>
    </dgm:pt>
    <dgm:pt modelId="{F85F859D-2CD7-4422-B081-A2F6B9047C36}" type="pres">
      <dgm:prSet presAssocID="{42F85E90-DF5D-4FFC-A4DC-83920AFE7E9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11E037E-9F3F-40BA-AEA2-651B27269631}" type="pres">
      <dgm:prSet presAssocID="{42F85E90-DF5D-4FFC-A4DC-83920AFE7E9A}" presName="iconSpace" presStyleCnt="0"/>
      <dgm:spPr/>
    </dgm:pt>
    <dgm:pt modelId="{DFEB400C-C4B4-43BD-A1CA-62906D0055DF}" type="pres">
      <dgm:prSet presAssocID="{42F85E90-DF5D-4FFC-A4DC-83920AFE7E9A}" presName="parTx" presStyleLbl="revTx" presStyleIdx="2" presStyleCnt="4">
        <dgm:presLayoutVars>
          <dgm:chMax val="0"/>
          <dgm:chPref val="0"/>
        </dgm:presLayoutVars>
      </dgm:prSet>
      <dgm:spPr/>
    </dgm:pt>
    <dgm:pt modelId="{5FD57563-A347-4B9B-BE4A-EAE5A347D018}" type="pres">
      <dgm:prSet presAssocID="{42F85E90-DF5D-4FFC-A4DC-83920AFE7E9A}" presName="txSpace" presStyleCnt="0"/>
      <dgm:spPr/>
    </dgm:pt>
    <dgm:pt modelId="{63920649-B791-4756-8CC9-261C275AC7F0}" type="pres">
      <dgm:prSet presAssocID="{42F85E90-DF5D-4FFC-A4DC-83920AFE7E9A}" presName="desTx" presStyleLbl="revTx" presStyleIdx="3" presStyleCnt="4">
        <dgm:presLayoutVars/>
      </dgm:prSet>
      <dgm:spPr/>
    </dgm:pt>
  </dgm:ptLst>
  <dgm:cxnLst>
    <dgm:cxn modelId="{A2399424-81DE-4888-8BB5-A97A3FA59E96}" type="presOf" srcId="{6C4C72A4-B718-46FA-80D3-C5D61AA0E886}" destId="{E5388E9E-B338-4772-99ED-EF8171EA35B2}" srcOrd="0" destOrd="0" presId="urn:microsoft.com/office/officeart/2018/5/layout/CenteredIconLabelDescriptionList"/>
    <dgm:cxn modelId="{2F10AE2E-A7E1-4E9C-ADFA-3C7C7E8414A2}" type="presOf" srcId="{466744DE-1214-4A9E-AAD5-A78641875527}" destId="{87F66AF3-E0D9-4593-9309-4FC660930BB8}" srcOrd="0" destOrd="0" presId="urn:microsoft.com/office/officeart/2018/5/layout/CenteredIconLabelDescriptionList"/>
    <dgm:cxn modelId="{AE0B515D-4999-4CEB-9F9B-1E7FB6272518}" srcId="{D67BE114-BC1E-4B46-80D9-525AD3AF4F1A}" destId="{466744DE-1214-4A9E-AAD5-A78641875527}" srcOrd="0" destOrd="0" parTransId="{C749DF70-D627-4943-9283-28CCBFB333C9}" sibTransId="{EBDFD96F-0483-4D30-839E-4D2F736A01FE}"/>
    <dgm:cxn modelId="{C5CA2168-26E8-49EC-BA5D-9EF04D2DDB5E}" srcId="{42F85E90-DF5D-4FFC-A4DC-83920AFE7E9A}" destId="{26A8FEAB-CE73-4ECE-82E7-7071F4C77E22}" srcOrd="1" destOrd="0" parTransId="{8FE3C361-3B7F-4399-B798-1DCD42E30E45}" sibTransId="{58B0F8C4-6618-4BF7-8AD6-AC9F955950B6}"/>
    <dgm:cxn modelId="{0624E070-8A6D-46E0-A721-47229280C459}" srcId="{6C4C72A4-B718-46FA-80D3-C5D61AA0E886}" destId="{42F85E90-DF5D-4FFC-A4DC-83920AFE7E9A}" srcOrd="1" destOrd="0" parTransId="{75E38A8B-10D4-4603-B5A1-B279A4048DEF}" sibTransId="{18E714F0-7F3C-4E5D-AA61-8B5EBFF4E00C}"/>
    <dgm:cxn modelId="{E9CF1A72-4C4E-41AD-B4DD-83F69514D2A2}" type="presOf" srcId="{72ED7D8C-6C8F-43D8-9696-A4D8AF97B4FD}" destId="{63920649-B791-4756-8CC9-261C275AC7F0}" srcOrd="0" destOrd="0" presId="urn:microsoft.com/office/officeart/2018/5/layout/CenteredIconLabelDescriptionList"/>
    <dgm:cxn modelId="{9858B27F-5279-4B6B-9AB3-EC762245FBE3}" srcId="{D67BE114-BC1E-4B46-80D9-525AD3AF4F1A}" destId="{BC119251-8DED-45EE-B2A3-9C6208993865}" srcOrd="1" destOrd="0" parTransId="{FE0850B8-754D-4E88-9FD5-1CC5CB6AC15B}" sibTransId="{A2698067-DB0D-4C39-9F39-F31D64CDDFE2}"/>
    <dgm:cxn modelId="{CBE09997-42FC-4EDD-BDF7-D367AE28D9A9}" type="presOf" srcId="{D67BE114-BC1E-4B46-80D9-525AD3AF4F1A}" destId="{4C16C4B4-5F26-4725-8253-21D203CCDAC1}" srcOrd="0" destOrd="0" presId="urn:microsoft.com/office/officeart/2018/5/layout/CenteredIconLabelDescriptionList"/>
    <dgm:cxn modelId="{F56F0B9F-2D16-4594-8579-37D4F3677AB7}" type="presOf" srcId="{26A8FEAB-CE73-4ECE-82E7-7071F4C77E22}" destId="{63920649-B791-4756-8CC9-261C275AC7F0}" srcOrd="0" destOrd="1" presId="urn:microsoft.com/office/officeart/2018/5/layout/CenteredIconLabelDescriptionList"/>
    <dgm:cxn modelId="{EAA3F5A2-315E-421F-9D72-930435467EAE}" type="presOf" srcId="{BC119251-8DED-45EE-B2A3-9C6208993865}" destId="{87F66AF3-E0D9-4593-9309-4FC660930BB8}" srcOrd="0" destOrd="1" presId="urn:microsoft.com/office/officeart/2018/5/layout/CenteredIconLabelDescriptionList"/>
    <dgm:cxn modelId="{22C23EAE-108E-4404-9779-3E571F0E77F2}" type="presOf" srcId="{42F85E90-DF5D-4FFC-A4DC-83920AFE7E9A}" destId="{DFEB400C-C4B4-43BD-A1CA-62906D0055DF}" srcOrd="0" destOrd="0" presId="urn:microsoft.com/office/officeart/2018/5/layout/CenteredIconLabelDescriptionList"/>
    <dgm:cxn modelId="{43BCC1D2-F1A7-4687-8779-3B3AFF1DE69F}" srcId="{42F85E90-DF5D-4FFC-A4DC-83920AFE7E9A}" destId="{72ED7D8C-6C8F-43D8-9696-A4D8AF97B4FD}" srcOrd="0" destOrd="0" parTransId="{E82B8095-53EE-4CC9-85C9-426A451D4205}" sibTransId="{AA934AB6-E5D5-4E09-A7EC-F0D3AF486374}"/>
    <dgm:cxn modelId="{FD08C3EB-623E-4FD8-AC7A-56C328BAC691}" srcId="{6C4C72A4-B718-46FA-80D3-C5D61AA0E886}" destId="{D67BE114-BC1E-4B46-80D9-525AD3AF4F1A}" srcOrd="0" destOrd="0" parTransId="{FE31259A-1C68-42EA-A5E4-0B3DB1D6DEBF}" sibTransId="{A4185552-68A9-4F48-8236-C0E131FDAD49}"/>
    <dgm:cxn modelId="{6E4A0058-64A7-43C9-B2A9-F98EE024C3A7}" type="presParOf" srcId="{E5388E9E-B338-4772-99ED-EF8171EA35B2}" destId="{63A27792-7F0F-4A01-812E-8172FBE2D3E3}" srcOrd="0" destOrd="0" presId="urn:microsoft.com/office/officeart/2018/5/layout/CenteredIconLabelDescriptionList"/>
    <dgm:cxn modelId="{51259016-43B7-4067-8522-FD3BE963772D}" type="presParOf" srcId="{63A27792-7F0F-4A01-812E-8172FBE2D3E3}" destId="{8A1BD5D4-9734-4DB2-9AB2-4F10ECDC7CB4}" srcOrd="0" destOrd="0" presId="urn:microsoft.com/office/officeart/2018/5/layout/CenteredIconLabelDescriptionList"/>
    <dgm:cxn modelId="{E4C2C0A7-9F72-48C2-860E-1D420DF0C732}" type="presParOf" srcId="{63A27792-7F0F-4A01-812E-8172FBE2D3E3}" destId="{0534D23A-6C2A-403E-85CB-930361D69F3A}" srcOrd="1" destOrd="0" presId="urn:microsoft.com/office/officeart/2018/5/layout/CenteredIconLabelDescriptionList"/>
    <dgm:cxn modelId="{DCCD3A3F-DD73-4086-81CB-03929F88ED14}" type="presParOf" srcId="{63A27792-7F0F-4A01-812E-8172FBE2D3E3}" destId="{4C16C4B4-5F26-4725-8253-21D203CCDAC1}" srcOrd="2" destOrd="0" presId="urn:microsoft.com/office/officeart/2018/5/layout/CenteredIconLabelDescriptionList"/>
    <dgm:cxn modelId="{5C57D45E-ACF4-4AB0-9AA7-E883E346BCD8}" type="presParOf" srcId="{63A27792-7F0F-4A01-812E-8172FBE2D3E3}" destId="{A2FF3695-A6FD-4CFB-9650-669DBDF25F0E}" srcOrd="3" destOrd="0" presId="urn:microsoft.com/office/officeart/2018/5/layout/CenteredIconLabelDescriptionList"/>
    <dgm:cxn modelId="{51063B67-9093-43A6-B4EF-4D6DD2D83E39}" type="presParOf" srcId="{63A27792-7F0F-4A01-812E-8172FBE2D3E3}" destId="{87F66AF3-E0D9-4593-9309-4FC660930BB8}" srcOrd="4" destOrd="0" presId="urn:microsoft.com/office/officeart/2018/5/layout/CenteredIconLabelDescriptionList"/>
    <dgm:cxn modelId="{3D7FFA6A-F34E-428F-8B89-DDD4EA34A1E0}" type="presParOf" srcId="{E5388E9E-B338-4772-99ED-EF8171EA35B2}" destId="{0DC26AE0-1DC7-4965-AD4D-048D0B06D54E}" srcOrd="1" destOrd="0" presId="urn:microsoft.com/office/officeart/2018/5/layout/CenteredIconLabelDescriptionList"/>
    <dgm:cxn modelId="{1F2DDC09-C340-4BDB-9AFF-15EF83BC7668}" type="presParOf" srcId="{E5388E9E-B338-4772-99ED-EF8171EA35B2}" destId="{D225342D-215C-4B48-9EDF-C14C0305EE82}" srcOrd="2" destOrd="0" presId="urn:microsoft.com/office/officeart/2018/5/layout/CenteredIconLabelDescriptionList"/>
    <dgm:cxn modelId="{F6A56C18-BDA0-4FE0-8EF9-22262EE1F6CD}" type="presParOf" srcId="{D225342D-215C-4B48-9EDF-C14C0305EE82}" destId="{F85F859D-2CD7-4422-B081-A2F6B9047C36}" srcOrd="0" destOrd="0" presId="urn:microsoft.com/office/officeart/2018/5/layout/CenteredIconLabelDescriptionList"/>
    <dgm:cxn modelId="{477E4754-4125-4743-A8FF-57FEA34823E0}" type="presParOf" srcId="{D225342D-215C-4B48-9EDF-C14C0305EE82}" destId="{E11E037E-9F3F-40BA-AEA2-651B27269631}" srcOrd="1" destOrd="0" presId="urn:microsoft.com/office/officeart/2018/5/layout/CenteredIconLabelDescriptionList"/>
    <dgm:cxn modelId="{5401A4AA-2D9F-4B5B-87B0-B6ED9FB4989A}" type="presParOf" srcId="{D225342D-215C-4B48-9EDF-C14C0305EE82}" destId="{DFEB400C-C4B4-43BD-A1CA-62906D0055DF}" srcOrd="2" destOrd="0" presId="urn:microsoft.com/office/officeart/2018/5/layout/CenteredIconLabelDescriptionList"/>
    <dgm:cxn modelId="{CF042CC1-E71F-451C-9279-9249E06EA83F}" type="presParOf" srcId="{D225342D-215C-4B48-9EDF-C14C0305EE82}" destId="{5FD57563-A347-4B9B-BE4A-EAE5A347D018}" srcOrd="3" destOrd="0" presId="urn:microsoft.com/office/officeart/2018/5/layout/CenteredIconLabelDescriptionList"/>
    <dgm:cxn modelId="{9EEEBD17-BCD0-4293-95E9-F871EB71FC30}" type="presParOf" srcId="{D225342D-215C-4B48-9EDF-C14C0305EE82}" destId="{63920649-B791-4756-8CC9-261C275AC7F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2C2A5331-84F3-4470-BB71-3D777EFB38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AAD7C5-7E56-421D-9A32-40B99153CE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History</a:t>
          </a:r>
          <a:endParaRPr lang="en-US"/>
        </a:p>
      </dgm:t>
    </dgm:pt>
    <dgm:pt modelId="{5A3991C7-FCF0-40D9-B3F7-1C8222650307}" type="parTrans" cxnId="{A9D6DED9-948D-4437-AB7F-C3157A5C0635}">
      <dgm:prSet/>
      <dgm:spPr/>
      <dgm:t>
        <a:bodyPr/>
        <a:lstStyle/>
        <a:p>
          <a:endParaRPr lang="en-US"/>
        </a:p>
      </dgm:t>
    </dgm:pt>
    <dgm:pt modelId="{3A3B0D08-735A-47CD-B6A1-1BA2C437DBEB}" type="sibTrans" cxnId="{A9D6DED9-948D-4437-AB7F-C3157A5C0635}">
      <dgm:prSet/>
      <dgm:spPr/>
      <dgm:t>
        <a:bodyPr/>
        <a:lstStyle/>
        <a:p>
          <a:endParaRPr lang="en-US"/>
        </a:p>
      </dgm:t>
    </dgm:pt>
    <dgm:pt modelId="{7BC98DF4-51E1-45B9-9A80-98A81F3AB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feature was introduced in January 2012 with BIP-16 </a:t>
          </a:r>
        </a:p>
      </dgm:t>
    </dgm:pt>
    <dgm:pt modelId="{90344884-D528-4F49-91D6-D303C32456BF}" type="parTrans" cxnId="{6896D030-B1C8-42AD-8B8A-F73B05AE0E9A}">
      <dgm:prSet/>
      <dgm:spPr/>
      <dgm:t>
        <a:bodyPr/>
        <a:lstStyle/>
        <a:p>
          <a:endParaRPr lang="en-US"/>
        </a:p>
      </dgm:t>
    </dgm:pt>
    <dgm:pt modelId="{94D14E0F-D645-420E-8B79-F2FDAC83B20F}" type="sibTrans" cxnId="{6896D030-B1C8-42AD-8B8A-F73B05AE0E9A}">
      <dgm:prSet/>
      <dgm:spPr/>
      <dgm:t>
        <a:bodyPr/>
        <a:lstStyle/>
        <a:p>
          <a:endParaRPr lang="en-US"/>
        </a:p>
      </dgm:t>
    </dgm:pt>
    <dgm:pt modelId="{42F8F374-8A79-4735-918E-8EFEA3F72C8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Use Scenario</a:t>
          </a:r>
          <a:endParaRPr lang="en-US" dirty="0"/>
        </a:p>
      </dgm:t>
    </dgm:pt>
    <dgm:pt modelId="{4268B7D2-BFDE-4C82-970E-845BA810513B}" type="parTrans" cxnId="{B324CA31-E5B5-4E32-B1EB-82884F140A41}">
      <dgm:prSet/>
      <dgm:spPr/>
      <dgm:t>
        <a:bodyPr/>
        <a:lstStyle/>
        <a:p>
          <a:endParaRPr lang="en-US"/>
        </a:p>
      </dgm:t>
    </dgm:pt>
    <dgm:pt modelId="{DE731BA2-E279-488E-BE99-2A7E568B7348}" type="sibTrans" cxnId="{B324CA31-E5B5-4E32-B1EB-82884F140A41}">
      <dgm:prSet/>
      <dgm:spPr/>
      <dgm:t>
        <a:bodyPr/>
        <a:lstStyle/>
        <a:p>
          <a:endParaRPr lang="en-US"/>
        </a:p>
      </dgm:t>
    </dgm:pt>
    <dgm:pt modelId="{4EE73025-7FED-4484-9764-E7A5A89E51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the opportunity</a:t>
          </a:r>
        </a:p>
      </dgm:t>
    </dgm:pt>
    <dgm:pt modelId="{8F347191-C329-4A19-AEF0-78E4F4B4719B}" type="parTrans" cxnId="{DEDD872A-0CCC-4155-9BA0-E022699E85AE}">
      <dgm:prSet/>
      <dgm:spPr/>
      <dgm:t>
        <a:bodyPr/>
        <a:lstStyle/>
        <a:p>
          <a:endParaRPr lang="en-US"/>
        </a:p>
      </dgm:t>
    </dgm:pt>
    <dgm:pt modelId="{A6EE15BC-31BC-4F49-9646-809C6D913276}" type="sibTrans" cxnId="{DEDD872A-0CCC-4155-9BA0-E022699E85AE}">
      <dgm:prSet/>
      <dgm:spPr/>
      <dgm:t>
        <a:bodyPr/>
        <a:lstStyle/>
        <a:p>
          <a:endParaRPr lang="en-US"/>
        </a:p>
      </dgm:t>
    </dgm:pt>
    <dgm:pt modelId="{CA9C9117-2DD5-4C70-803D-58178A5E5C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add</a:t>
          </a:r>
          <a:r>
            <a:rPr lang="tr-TR"/>
            <a:t> </a:t>
          </a:r>
          <a:r>
            <a:rPr lang="en-US"/>
            <a:t>functionality to the address itself</a:t>
          </a:r>
        </a:p>
      </dgm:t>
    </dgm:pt>
    <dgm:pt modelId="{FEE64ADD-82D4-4A7E-8A85-7D4C1163A2E9}" type="parTrans" cxnId="{4E76421F-8E07-4C74-B487-F394C3F1EFCB}">
      <dgm:prSet/>
      <dgm:spPr/>
      <dgm:t>
        <a:bodyPr/>
        <a:lstStyle/>
        <a:p>
          <a:endParaRPr lang="en-US"/>
        </a:p>
      </dgm:t>
    </dgm:pt>
    <dgm:pt modelId="{928E7BE0-4B97-46EA-902C-D69BCF79D017}" type="sibTrans" cxnId="{4E76421F-8E07-4C74-B487-F394C3F1EFCB}">
      <dgm:prSet/>
      <dgm:spPr/>
      <dgm:t>
        <a:bodyPr/>
        <a:lstStyle/>
        <a:p>
          <a:endParaRPr lang="en-US"/>
        </a:p>
      </dgm:t>
    </dgm:pt>
    <dgm:pt modelId="{BB6A95D1-CE26-4C93-A317-1E09564BE839}" type="pres">
      <dgm:prSet presAssocID="{2C2A5331-84F3-4470-BB71-3D777EFB387B}" presName="root" presStyleCnt="0">
        <dgm:presLayoutVars>
          <dgm:dir/>
          <dgm:resizeHandles val="exact"/>
        </dgm:presLayoutVars>
      </dgm:prSet>
      <dgm:spPr/>
    </dgm:pt>
    <dgm:pt modelId="{3EB381E5-5EA1-4E5B-BF1E-AE5682EFDEDE}" type="pres">
      <dgm:prSet presAssocID="{DBAAD7C5-7E56-421D-9A32-40B99153CE3E}" presName="compNode" presStyleCnt="0"/>
      <dgm:spPr/>
    </dgm:pt>
    <dgm:pt modelId="{738958C4-672F-4956-BE7F-C1929ECBD704}" type="pres">
      <dgm:prSet presAssocID="{DBAAD7C5-7E56-421D-9A32-40B99153CE3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803F0896-262B-4FA1-82CA-667010122A67}" type="pres">
      <dgm:prSet presAssocID="{DBAAD7C5-7E56-421D-9A32-40B99153CE3E}" presName="iconSpace" presStyleCnt="0"/>
      <dgm:spPr/>
    </dgm:pt>
    <dgm:pt modelId="{1D108C89-F15B-4A79-9839-63854411366A}" type="pres">
      <dgm:prSet presAssocID="{DBAAD7C5-7E56-421D-9A32-40B99153CE3E}" presName="parTx" presStyleLbl="revTx" presStyleIdx="0" presStyleCnt="4">
        <dgm:presLayoutVars>
          <dgm:chMax val="0"/>
          <dgm:chPref val="0"/>
        </dgm:presLayoutVars>
      </dgm:prSet>
      <dgm:spPr/>
    </dgm:pt>
    <dgm:pt modelId="{54ABF959-1098-47B8-87CC-B372D2B0408F}" type="pres">
      <dgm:prSet presAssocID="{DBAAD7C5-7E56-421D-9A32-40B99153CE3E}" presName="txSpace" presStyleCnt="0"/>
      <dgm:spPr/>
    </dgm:pt>
    <dgm:pt modelId="{CDD5EBBE-847A-4D57-98CA-8426B187B9B6}" type="pres">
      <dgm:prSet presAssocID="{DBAAD7C5-7E56-421D-9A32-40B99153CE3E}" presName="desTx" presStyleLbl="revTx" presStyleIdx="1" presStyleCnt="4">
        <dgm:presLayoutVars/>
      </dgm:prSet>
      <dgm:spPr/>
    </dgm:pt>
    <dgm:pt modelId="{109FC638-59A3-49E3-8B92-BF99D16BB6B3}" type="pres">
      <dgm:prSet presAssocID="{3A3B0D08-735A-47CD-B6A1-1BA2C437DBEB}" presName="sibTrans" presStyleCnt="0"/>
      <dgm:spPr/>
    </dgm:pt>
    <dgm:pt modelId="{4550FC45-CF2B-4AFD-AC6C-B63EB02F86A9}" type="pres">
      <dgm:prSet presAssocID="{42F8F374-8A79-4735-918E-8EFEA3F72C8F}" presName="compNode" presStyleCnt="0"/>
      <dgm:spPr/>
    </dgm:pt>
    <dgm:pt modelId="{6E43CD10-CE20-4E65-B22C-2B3AB27AE73D}" type="pres">
      <dgm:prSet presAssocID="{42F8F374-8A79-4735-918E-8EFEA3F72C8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C9F9C10-1195-4B38-AB47-C68778532EC2}" type="pres">
      <dgm:prSet presAssocID="{42F8F374-8A79-4735-918E-8EFEA3F72C8F}" presName="iconSpace" presStyleCnt="0"/>
      <dgm:spPr/>
    </dgm:pt>
    <dgm:pt modelId="{2D85010E-BFFC-432E-AA5A-B8662D7470FC}" type="pres">
      <dgm:prSet presAssocID="{42F8F374-8A79-4735-918E-8EFEA3F72C8F}" presName="parTx" presStyleLbl="revTx" presStyleIdx="2" presStyleCnt="4">
        <dgm:presLayoutVars>
          <dgm:chMax val="0"/>
          <dgm:chPref val="0"/>
        </dgm:presLayoutVars>
      </dgm:prSet>
      <dgm:spPr/>
    </dgm:pt>
    <dgm:pt modelId="{3E846D2F-41EB-4315-9CBF-4C304374C609}" type="pres">
      <dgm:prSet presAssocID="{42F8F374-8A79-4735-918E-8EFEA3F72C8F}" presName="txSpace" presStyleCnt="0"/>
      <dgm:spPr/>
    </dgm:pt>
    <dgm:pt modelId="{065EE66E-D026-4FFF-B420-69748CBF836B}" type="pres">
      <dgm:prSet presAssocID="{42F8F374-8A79-4735-918E-8EFEA3F72C8F}" presName="desTx" presStyleLbl="revTx" presStyleIdx="3" presStyleCnt="4">
        <dgm:presLayoutVars/>
      </dgm:prSet>
      <dgm:spPr/>
    </dgm:pt>
  </dgm:ptLst>
  <dgm:cxnLst>
    <dgm:cxn modelId="{A122D90C-6AB2-4880-84DF-0F9DD1753BC1}" type="presOf" srcId="{2C2A5331-84F3-4470-BB71-3D777EFB387B}" destId="{BB6A95D1-CE26-4C93-A317-1E09564BE839}" srcOrd="0" destOrd="0" presId="urn:microsoft.com/office/officeart/2018/5/layout/CenteredIconLabelDescriptionList"/>
    <dgm:cxn modelId="{4E76421F-8E07-4C74-B487-F394C3F1EFCB}" srcId="{42F8F374-8A79-4735-918E-8EFEA3F72C8F}" destId="{CA9C9117-2DD5-4C70-803D-58178A5E5CE6}" srcOrd="1" destOrd="0" parTransId="{FEE64ADD-82D4-4A7E-8A85-7D4C1163A2E9}" sibTransId="{928E7BE0-4B97-46EA-902C-D69BCF79D017}"/>
    <dgm:cxn modelId="{DEDD872A-0CCC-4155-9BA0-E022699E85AE}" srcId="{42F8F374-8A79-4735-918E-8EFEA3F72C8F}" destId="{4EE73025-7FED-4484-9764-E7A5A89E51F0}" srcOrd="0" destOrd="0" parTransId="{8F347191-C329-4A19-AEF0-78E4F4B4719B}" sibTransId="{A6EE15BC-31BC-4F49-9646-809C6D913276}"/>
    <dgm:cxn modelId="{6896D030-B1C8-42AD-8B8A-F73B05AE0E9A}" srcId="{DBAAD7C5-7E56-421D-9A32-40B99153CE3E}" destId="{7BC98DF4-51E1-45B9-9A80-98A81F3AB0CB}" srcOrd="0" destOrd="0" parTransId="{90344884-D528-4F49-91D6-D303C32456BF}" sibTransId="{94D14E0F-D645-420E-8B79-F2FDAC83B20F}"/>
    <dgm:cxn modelId="{B324CA31-E5B5-4E32-B1EB-82884F140A41}" srcId="{2C2A5331-84F3-4470-BB71-3D777EFB387B}" destId="{42F8F374-8A79-4735-918E-8EFEA3F72C8F}" srcOrd="1" destOrd="0" parTransId="{4268B7D2-BFDE-4C82-970E-845BA810513B}" sibTransId="{DE731BA2-E279-488E-BE99-2A7E568B7348}"/>
    <dgm:cxn modelId="{8D520353-8C27-483B-BE4D-6C79D2334592}" type="presOf" srcId="{7BC98DF4-51E1-45B9-9A80-98A81F3AB0CB}" destId="{CDD5EBBE-847A-4D57-98CA-8426B187B9B6}" srcOrd="0" destOrd="0" presId="urn:microsoft.com/office/officeart/2018/5/layout/CenteredIconLabelDescriptionList"/>
    <dgm:cxn modelId="{B681BC76-4934-4850-BD22-3ED670B4FDDD}" type="presOf" srcId="{DBAAD7C5-7E56-421D-9A32-40B99153CE3E}" destId="{1D108C89-F15B-4A79-9839-63854411366A}" srcOrd="0" destOrd="0" presId="urn:microsoft.com/office/officeart/2018/5/layout/CenteredIconLabelDescriptionList"/>
    <dgm:cxn modelId="{A91F53BA-1161-4CB4-A86F-D46A002FA87E}" type="presOf" srcId="{42F8F374-8A79-4735-918E-8EFEA3F72C8F}" destId="{2D85010E-BFFC-432E-AA5A-B8662D7470FC}" srcOrd="0" destOrd="0" presId="urn:microsoft.com/office/officeart/2018/5/layout/CenteredIconLabelDescriptionList"/>
    <dgm:cxn modelId="{E65317C6-AFA3-4013-B5BA-AA4E7670B5C5}" type="presOf" srcId="{CA9C9117-2DD5-4C70-803D-58178A5E5CE6}" destId="{065EE66E-D026-4FFF-B420-69748CBF836B}" srcOrd="0" destOrd="1" presId="urn:microsoft.com/office/officeart/2018/5/layout/CenteredIconLabelDescriptionList"/>
    <dgm:cxn modelId="{A9D6DED9-948D-4437-AB7F-C3157A5C0635}" srcId="{2C2A5331-84F3-4470-BB71-3D777EFB387B}" destId="{DBAAD7C5-7E56-421D-9A32-40B99153CE3E}" srcOrd="0" destOrd="0" parTransId="{5A3991C7-FCF0-40D9-B3F7-1C8222650307}" sibTransId="{3A3B0D08-735A-47CD-B6A1-1BA2C437DBEB}"/>
    <dgm:cxn modelId="{92A597FC-F41D-41A5-92D7-303CFC7F31AC}" type="presOf" srcId="{4EE73025-7FED-4484-9764-E7A5A89E51F0}" destId="{065EE66E-D026-4FFF-B420-69748CBF836B}" srcOrd="0" destOrd="0" presId="urn:microsoft.com/office/officeart/2018/5/layout/CenteredIconLabelDescriptionList"/>
    <dgm:cxn modelId="{1F711B31-6CA9-49E8-855B-86AAA4CEAD02}" type="presParOf" srcId="{BB6A95D1-CE26-4C93-A317-1E09564BE839}" destId="{3EB381E5-5EA1-4E5B-BF1E-AE5682EFDEDE}" srcOrd="0" destOrd="0" presId="urn:microsoft.com/office/officeart/2018/5/layout/CenteredIconLabelDescriptionList"/>
    <dgm:cxn modelId="{877C0867-4FA2-4953-9B6C-7D771791E5F8}" type="presParOf" srcId="{3EB381E5-5EA1-4E5B-BF1E-AE5682EFDEDE}" destId="{738958C4-672F-4956-BE7F-C1929ECBD704}" srcOrd="0" destOrd="0" presId="urn:microsoft.com/office/officeart/2018/5/layout/CenteredIconLabelDescriptionList"/>
    <dgm:cxn modelId="{175A40A2-CFF0-46E4-91F2-FE55B4D65706}" type="presParOf" srcId="{3EB381E5-5EA1-4E5B-BF1E-AE5682EFDEDE}" destId="{803F0896-262B-4FA1-82CA-667010122A67}" srcOrd="1" destOrd="0" presId="urn:microsoft.com/office/officeart/2018/5/layout/CenteredIconLabelDescriptionList"/>
    <dgm:cxn modelId="{0B265DF4-0FAD-4D09-B01A-30C726131C7C}" type="presParOf" srcId="{3EB381E5-5EA1-4E5B-BF1E-AE5682EFDEDE}" destId="{1D108C89-F15B-4A79-9839-63854411366A}" srcOrd="2" destOrd="0" presId="urn:microsoft.com/office/officeart/2018/5/layout/CenteredIconLabelDescriptionList"/>
    <dgm:cxn modelId="{1DC7E178-3C4A-4C38-95C5-3E200445D8CC}" type="presParOf" srcId="{3EB381E5-5EA1-4E5B-BF1E-AE5682EFDEDE}" destId="{54ABF959-1098-47B8-87CC-B372D2B0408F}" srcOrd="3" destOrd="0" presId="urn:microsoft.com/office/officeart/2018/5/layout/CenteredIconLabelDescriptionList"/>
    <dgm:cxn modelId="{72BD285B-F29F-4A06-AF96-F8CA8F4E8ADF}" type="presParOf" srcId="{3EB381E5-5EA1-4E5B-BF1E-AE5682EFDEDE}" destId="{CDD5EBBE-847A-4D57-98CA-8426B187B9B6}" srcOrd="4" destOrd="0" presId="urn:microsoft.com/office/officeart/2018/5/layout/CenteredIconLabelDescriptionList"/>
    <dgm:cxn modelId="{383F54EB-3003-4292-82BA-4561831EC265}" type="presParOf" srcId="{BB6A95D1-CE26-4C93-A317-1E09564BE839}" destId="{109FC638-59A3-49E3-8B92-BF99D16BB6B3}" srcOrd="1" destOrd="0" presId="urn:microsoft.com/office/officeart/2018/5/layout/CenteredIconLabelDescriptionList"/>
    <dgm:cxn modelId="{B03DF1BB-A514-44E0-9773-1E35C57939BE}" type="presParOf" srcId="{BB6A95D1-CE26-4C93-A317-1E09564BE839}" destId="{4550FC45-CF2B-4AFD-AC6C-B63EB02F86A9}" srcOrd="2" destOrd="0" presId="urn:microsoft.com/office/officeart/2018/5/layout/CenteredIconLabelDescriptionList"/>
    <dgm:cxn modelId="{C3504C02-687A-4472-8405-3FA94163C907}" type="presParOf" srcId="{4550FC45-CF2B-4AFD-AC6C-B63EB02F86A9}" destId="{6E43CD10-CE20-4E65-B22C-2B3AB27AE73D}" srcOrd="0" destOrd="0" presId="urn:microsoft.com/office/officeart/2018/5/layout/CenteredIconLabelDescriptionList"/>
    <dgm:cxn modelId="{8E1B7EBA-80B7-4DF6-9A8F-30BADEB00922}" type="presParOf" srcId="{4550FC45-CF2B-4AFD-AC6C-B63EB02F86A9}" destId="{CC9F9C10-1195-4B38-AB47-C68778532EC2}" srcOrd="1" destOrd="0" presId="urn:microsoft.com/office/officeart/2018/5/layout/CenteredIconLabelDescriptionList"/>
    <dgm:cxn modelId="{8F706F1C-70C4-4B7F-A34F-6D149C689968}" type="presParOf" srcId="{4550FC45-CF2B-4AFD-AC6C-B63EB02F86A9}" destId="{2D85010E-BFFC-432E-AA5A-B8662D7470FC}" srcOrd="2" destOrd="0" presId="urn:microsoft.com/office/officeart/2018/5/layout/CenteredIconLabelDescriptionList"/>
    <dgm:cxn modelId="{F9935C03-8703-467B-8B99-2C6985B36FA7}" type="presParOf" srcId="{4550FC45-CF2B-4AFD-AC6C-B63EB02F86A9}" destId="{3E846D2F-41EB-4315-9CBF-4C304374C609}" srcOrd="3" destOrd="0" presId="urn:microsoft.com/office/officeart/2018/5/layout/CenteredIconLabelDescriptionList"/>
    <dgm:cxn modelId="{6DF5BB4C-D57D-4871-8E73-708DC209DECA}" type="presParOf" srcId="{4550FC45-CF2B-4AFD-AC6C-B63EB02F86A9}" destId="{065EE66E-D026-4FFF-B420-69748CBF83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2C2A5331-84F3-4470-BB71-3D777EFB38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77E3D0B0-3FEF-4FE9-9051-9148C1D8AD0B}">
      <dgm:prSet/>
      <dgm:spPr/>
      <dgm:t>
        <a:bodyPr/>
        <a:lstStyle/>
        <a:p>
          <a:pPr>
            <a:defRPr b="1"/>
          </a:pPr>
          <a:r>
            <a:rPr lang="en-US"/>
            <a:t>P2PKH</a:t>
          </a:r>
        </a:p>
      </dgm:t>
    </dgm:pt>
    <dgm:pt modelId="{46796F07-A595-4840-A6FE-64BB598D4E7D}" type="parTrans" cxnId="{42BDF84E-2C0D-48A7-8E73-9B2C7D533CD5}">
      <dgm:prSet/>
      <dgm:spPr/>
      <dgm:t>
        <a:bodyPr/>
        <a:lstStyle/>
        <a:p>
          <a:endParaRPr lang="en-US"/>
        </a:p>
      </dgm:t>
    </dgm:pt>
    <dgm:pt modelId="{B29DDF14-E938-47A6-BA53-74C68A09C0D8}" type="sibTrans" cxnId="{42BDF84E-2C0D-48A7-8E73-9B2C7D533CD5}">
      <dgm:prSet/>
      <dgm:spPr/>
      <dgm:t>
        <a:bodyPr/>
        <a:lstStyle/>
        <a:p>
          <a:endParaRPr lang="en-US"/>
        </a:p>
      </dgm:t>
    </dgm:pt>
    <dgm:pt modelId="{C263A4B8-ADFE-484B-BB2E-ED5AD67E89E8}">
      <dgm:prSet/>
      <dgm:spPr/>
      <dgm:t>
        <a:bodyPr/>
        <a:lstStyle/>
        <a:p>
          <a:r>
            <a:rPr lang="en-US"/>
            <a:t>also known as a pay-to-public-key-hash</a:t>
          </a:r>
        </a:p>
      </dgm:t>
    </dgm:pt>
    <dgm:pt modelId="{086305FF-2E4D-42CF-9616-E7A12251BA29}" type="parTrans" cxnId="{FF3D8E48-F3A4-4E8C-B619-F31A54A704D2}">
      <dgm:prSet/>
      <dgm:spPr/>
      <dgm:t>
        <a:bodyPr/>
        <a:lstStyle/>
        <a:p>
          <a:endParaRPr lang="en-US"/>
        </a:p>
      </dgm:t>
    </dgm:pt>
    <dgm:pt modelId="{BC371C7E-F53A-4D05-B568-4B8B25FC72C5}" type="sibTrans" cxnId="{FF3D8E48-F3A4-4E8C-B619-F31A54A704D2}">
      <dgm:prSet/>
      <dgm:spPr/>
      <dgm:t>
        <a:bodyPr/>
        <a:lstStyle/>
        <a:p>
          <a:endParaRPr lang="en-US"/>
        </a:p>
      </dgm:t>
    </dgm:pt>
    <dgm:pt modelId="{E6D59B12-E1FE-4D16-822B-2182D7E4EFB7}">
      <dgm:prSet/>
      <dgm:spPr/>
      <dgm:t>
        <a:bodyPr/>
        <a:lstStyle/>
        <a:p>
          <a:pPr>
            <a:defRPr b="1"/>
          </a:pPr>
          <a:r>
            <a:rPr lang="tr-TR"/>
            <a:t>Stronger </a:t>
          </a:r>
          <a:r>
            <a:rPr lang="en-US"/>
            <a:t>proof of ownership</a:t>
          </a:r>
        </a:p>
      </dgm:t>
    </dgm:pt>
    <dgm:pt modelId="{8100EEBD-0D97-4648-8B2F-C4F5F57AA650}" type="parTrans" cxnId="{9F25F7AA-AEA1-4FD9-84F2-066007615423}">
      <dgm:prSet/>
      <dgm:spPr/>
      <dgm:t>
        <a:bodyPr/>
        <a:lstStyle/>
        <a:p>
          <a:endParaRPr lang="en-US"/>
        </a:p>
      </dgm:t>
    </dgm:pt>
    <dgm:pt modelId="{2EAD6B00-5306-478A-8525-C89C96F2DFB7}" type="sibTrans" cxnId="{9F25F7AA-AEA1-4FD9-84F2-066007615423}">
      <dgm:prSet/>
      <dgm:spPr/>
      <dgm:t>
        <a:bodyPr/>
        <a:lstStyle/>
        <a:p>
          <a:endParaRPr lang="en-US"/>
        </a:p>
      </dgm:t>
    </dgm:pt>
    <dgm:pt modelId="{F49AD954-21AB-46F8-AB1C-2184FBC55319}">
      <dgm:prSet/>
      <dgm:spPr/>
      <dgm:t>
        <a:bodyPr/>
        <a:lstStyle/>
        <a:p>
          <a:r>
            <a:rPr lang="en-US"/>
            <a:t>require </a:t>
          </a:r>
          <a:r>
            <a:rPr lang="tr-TR"/>
            <a:t>additional conditions </a:t>
          </a:r>
          <a:endParaRPr lang="en-US"/>
        </a:p>
      </dgm:t>
    </dgm:pt>
    <dgm:pt modelId="{3D7D6CF7-916D-4268-A8D7-DE55568E517E}" type="parTrans" cxnId="{7F8CC779-AC3E-4926-826F-575DC626CDB6}">
      <dgm:prSet/>
      <dgm:spPr/>
      <dgm:t>
        <a:bodyPr/>
        <a:lstStyle/>
        <a:p>
          <a:endParaRPr lang="en-US"/>
        </a:p>
      </dgm:t>
    </dgm:pt>
    <dgm:pt modelId="{2DFBD119-4FBB-45B0-BD57-87C694EA4FE1}" type="sibTrans" cxnId="{7F8CC779-AC3E-4926-826F-575DC626CDB6}">
      <dgm:prSet/>
      <dgm:spPr/>
      <dgm:t>
        <a:bodyPr/>
        <a:lstStyle/>
        <a:p>
          <a:endParaRPr lang="en-US"/>
        </a:p>
      </dgm:t>
    </dgm:pt>
    <dgm:pt modelId="{BE3F0D52-59F7-451B-BD09-47914204C6B9}">
      <dgm:prSet/>
      <dgm:spPr/>
      <dgm:t>
        <a:bodyPr/>
        <a:lstStyle/>
        <a:p>
          <a:pPr>
            <a:defRPr b="1"/>
          </a:pPr>
          <a:r>
            <a:rPr lang="tr-TR"/>
            <a:t>next to</a:t>
          </a:r>
          <a:endParaRPr lang="en-US"/>
        </a:p>
      </dgm:t>
    </dgm:pt>
    <dgm:pt modelId="{FEA8211B-0CD0-4ED7-91D5-8BFF40E70EBF}" type="parTrans" cxnId="{5254086A-089E-4536-82AE-B903F979991D}">
      <dgm:prSet/>
      <dgm:spPr/>
      <dgm:t>
        <a:bodyPr/>
        <a:lstStyle/>
        <a:p>
          <a:endParaRPr lang="en-US"/>
        </a:p>
      </dgm:t>
    </dgm:pt>
    <dgm:pt modelId="{D0E7876B-D885-4475-AAFB-C024FCE4CCC9}" type="sibTrans" cxnId="{5254086A-089E-4536-82AE-B903F979991D}">
      <dgm:prSet/>
      <dgm:spPr/>
      <dgm:t>
        <a:bodyPr/>
        <a:lstStyle/>
        <a:p>
          <a:endParaRPr lang="en-US"/>
        </a:p>
      </dgm:t>
    </dgm:pt>
    <dgm:pt modelId="{DD839032-D6E7-4BA1-8412-5615A766BCAA}">
      <dgm:prSet/>
      <dgm:spPr/>
      <dgm:t>
        <a:bodyPr/>
        <a:lstStyle/>
        <a:p>
          <a:r>
            <a:rPr lang="en-US"/>
            <a:t>public key hash</a:t>
          </a:r>
        </a:p>
      </dgm:t>
    </dgm:pt>
    <dgm:pt modelId="{91D073AC-10B8-4F68-943C-B15B7A326334}" type="parTrans" cxnId="{C2EB46CA-66FD-4355-9392-5361B0DBD926}">
      <dgm:prSet/>
      <dgm:spPr/>
      <dgm:t>
        <a:bodyPr/>
        <a:lstStyle/>
        <a:p>
          <a:endParaRPr lang="tr-TR"/>
        </a:p>
      </dgm:t>
    </dgm:pt>
    <dgm:pt modelId="{804F52C6-D190-4252-8E01-C52D9FE5C127}" type="sibTrans" cxnId="{C2EB46CA-66FD-4355-9392-5361B0DBD926}">
      <dgm:prSet/>
      <dgm:spPr/>
      <dgm:t>
        <a:bodyPr/>
        <a:lstStyle/>
        <a:p>
          <a:endParaRPr lang="tr-TR"/>
        </a:p>
      </dgm:t>
    </dgm:pt>
    <dgm:pt modelId="{97AC3278-2856-4040-ACF0-047181937E47}">
      <dgm:prSet/>
      <dgm:spPr/>
      <dgm:t>
        <a:bodyPr/>
        <a:lstStyle/>
        <a:p>
          <a:r>
            <a:rPr lang="en-US"/>
            <a:t>private key signature</a:t>
          </a:r>
        </a:p>
      </dgm:t>
    </dgm:pt>
    <dgm:pt modelId="{D2E49889-D6AB-45DB-84F7-8C7F7507401A}" type="parTrans" cxnId="{7AF68674-1918-40F1-8C97-953D07BFF5FC}">
      <dgm:prSet/>
      <dgm:spPr/>
      <dgm:t>
        <a:bodyPr/>
        <a:lstStyle/>
        <a:p>
          <a:endParaRPr lang="tr-TR"/>
        </a:p>
      </dgm:t>
    </dgm:pt>
    <dgm:pt modelId="{C485272B-7DCE-419A-B786-F2D8C65A679B}" type="sibTrans" cxnId="{7AF68674-1918-40F1-8C97-953D07BFF5FC}">
      <dgm:prSet/>
      <dgm:spPr/>
      <dgm:t>
        <a:bodyPr/>
        <a:lstStyle/>
        <a:p>
          <a:endParaRPr lang="tr-TR"/>
        </a:p>
      </dgm:t>
    </dgm:pt>
    <dgm:pt modelId="{4EAAF09D-7358-4740-A2EC-C10EEA804093}" type="pres">
      <dgm:prSet presAssocID="{2C2A5331-84F3-4470-BB71-3D777EFB387B}" presName="root" presStyleCnt="0">
        <dgm:presLayoutVars>
          <dgm:dir/>
          <dgm:resizeHandles val="exact"/>
        </dgm:presLayoutVars>
      </dgm:prSet>
      <dgm:spPr/>
    </dgm:pt>
    <dgm:pt modelId="{B2508074-4193-48BF-9DD0-60ECDB63C160}" type="pres">
      <dgm:prSet presAssocID="{77E3D0B0-3FEF-4FE9-9051-9148C1D8AD0B}" presName="compNode" presStyleCnt="0"/>
      <dgm:spPr/>
    </dgm:pt>
    <dgm:pt modelId="{590C4BD1-6249-41B0-A2B5-8E92941F2FDA}" type="pres">
      <dgm:prSet presAssocID="{77E3D0B0-3FEF-4FE9-9051-9148C1D8AD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C33671E-A9B2-4BE8-AFF1-1D956E0D36EF}" type="pres">
      <dgm:prSet presAssocID="{77E3D0B0-3FEF-4FE9-9051-9148C1D8AD0B}" presName="iconSpace" presStyleCnt="0"/>
      <dgm:spPr/>
    </dgm:pt>
    <dgm:pt modelId="{4719AF0E-279D-40C4-B6B2-33FFC9BE75F7}" type="pres">
      <dgm:prSet presAssocID="{77E3D0B0-3FEF-4FE9-9051-9148C1D8AD0B}" presName="parTx" presStyleLbl="revTx" presStyleIdx="0" presStyleCnt="6">
        <dgm:presLayoutVars>
          <dgm:chMax val="0"/>
          <dgm:chPref val="0"/>
        </dgm:presLayoutVars>
      </dgm:prSet>
      <dgm:spPr/>
    </dgm:pt>
    <dgm:pt modelId="{CA7B5075-F2C5-4A5F-9529-B01C06ECFF09}" type="pres">
      <dgm:prSet presAssocID="{77E3D0B0-3FEF-4FE9-9051-9148C1D8AD0B}" presName="txSpace" presStyleCnt="0"/>
      <dgm:spPr/>
    </dgm:pt>
    <dgm:pt modelId="{3234FED8-F7C8-4A40-BAB4-C334C9E95EB6}" type="pres">
      <dgm:prSet presAssocID="{77E3D0B0-3FEF-4FE9-9051-9148C1D8AD0B}" presName="desTx" presStyleLbl="revTx" presStyleIdx="1" presStyleCnt="6">
        <dgm:presLayoutVars/>
      </dgm:prSet>
      <dgm:spPr/>
    </dgm:pt>
    <dgm:pt modelId="{34DEA3CD-75EA-40B7-9ABF-3861447C994A}" type="pres">
      <dgm:prSet presAssocID="{B29DDF14-E938-47A6-BA53-74C68A09C0D8}" presName="sibTrans" presStyleCnt="0"/>
      <dgm:spPr/>
    </dgm:pt>
    <dgm:pt modelId="{2635BC48-C7EC-4614-B568-2E315AD688DA}" type="pres">
      <dgm:prSet presAssocID="{E6D59B12-E1FE-4D16-822B-2182D7E4EFB7}" presName="compNode" presStyleCnt="0"/>
      <dgm:spPr/>
    </dgm:pt>
    <dgm:pt modelId="{70541B74-6A26-4CB6-BF9A-D54652066C5B}" type="pres">
      <dgm:prSet presAssocID="{E6D59B12-E1FE-4D16-822B-2182D7E4EF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1411C4-3FE7-4CDB-BC51-80DCAF772C92}" type="pres">
      <dgm:prSet presAssocID="{E6D59B12-E1FE-4D16-822B-2182D7E4EFB7}" presName="iconSpace" presStyleCnt="0"/>
      <dgm:spPr/>
    </dgm:pt>
    <dgm:pt modelId="{2E9C123E-FD62-4401-AF0D-59DB6947E20C}" type="pres">
      <dgm:prSet presAssocID="{E6D59B12-E1FE-4D16-822B-2182D7E4EFB7}" presName="parTx" presStyleLbl="revTx" presStyleIdx="2" presStyleCnt="6">
        <dgm:presLayoutVars>
          <dgm:chMax val="0"/>
          <dgm:chPref val="0"/>
        </dgm:presLayoutVars>
      </dgm:prSet>
      <dgm:spPr/>
    </dgm:pt>
    <dgm:pt modelId="{CAE13307-8D2A-43FD-A00D-A15955D1B9DC}" type="pres">
      <dgm:prSet presAssocID="{E6D59B12-E1FE-4D16-822B-2182D7E4EFB7}" presName="txSpace" presStyleCnt="0"/>
      <dgm:spPr/>
    </dgm:pt>
    <dgm:pt modelId="{85B737FB-EB15-4FD2-A5BE-CE8A7FA3B803}" type="pres">
      <dgm:prSet presAssocID="{E6D59B12-E1FE-4D16-822B-2182D7E4EFB7}" presName="desTx" presStyleLbl="revTx" presStyleIdx="3" presStyleCnt="6">
        <dgm:presLayoutVars/>
      </dgm:prSet>
      <dgm:spPr/>
    </dgm:pt>
    <dgm:pt modelId="{30D7C33F-C43F-49E9-82D3-2E7E89E68608}" type="pres">
      <dgm:prSet presAssocID="{2EAD6B00-5306-478A-8525-C89C96F2DFB7}" presName="sibTrans" presStyleCnt="0"/>
      <dgm:spPr/>
    </dgm:pt>
    <dgm:pt modelId="{3CD509C3-AE4C-40E2-A6CB-1A267B34398A}" type="pres">
      <dgm:prSet presAssocID="{BE3F0D52-59F7-451B-BD09-47914204C6B9}" presName="compNode" presStyleCnt="0"/>
      <dgm:spPr/>
    </dgm:pt>
    <dgm:pt modelId="{5BF3B82B-0897-404F-A7C1-6F3A69B49899}" type="pres">
      <dgm:prSet presAssocID="{BE3F0D52-59F7-451B-BD09-47914204C6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E266103-AAF4-4E1F-AC32-FD6C37E41E15}" type="pres">
      <dgm:prSet presAssocID="{BE3F0D52-59F7-451B-BD09-47914204C6B9}" presName="iconSpace" presStyleCnt="0"/>
      <dgm:spPr/>
    </dgm:pt>
    <dgm:pt modelId="{31702DFE-DEA3-4CBD-85DC-1DD301202F31}" type="pres">
      <dgm:prSet presAssocID="{BE3F0D52-59F7-451B-BD09-47914204C6B9}" presName="parTx" presStyleLbl="revTx" presStyleIdx="4" presStyleCnt="6">
        <dgm:presLayoutVars>
          <dgm:chMax val="0"/>
          <dgm:chPref val="0"/>
        </dgm:presLayoutVars>
      </dgm:prSet>
      <dgm:spPr/>
    </dgm:pt>
    <dgm:pt modelId="{CDE7F398-93E8-4CD0-985D-A2AD4B7E1D1F}" type="pres">
      <dgm:prSet presAssocID="{BE3F0D52-59F7-451B-BD09-47914204C6B9}" presName="txSpace" presStyleCnt="0"/>
      <dgm:spPr/>
    </dgm:pt>
    <dgm:pt modelId="{A0E133CA-B0B5-4B7A-A369-68AE947275A0}" type="pres">
      <dgm:prSet presAssocID="{BE3F0D52-59F7-451B-BD09-47914204C6B9}" presName="desTx" presStyleLbl="revTx" presStyleIdx="5" presStyleCnt="6">
        <dgm:presLayoutVars/>
      </dgm:prSet>
      <dgm:spPr/>
    </dgm:pt>
  </dgm:ptLst>
  <dgm:cxnLst>
    <dgm:cxn modelId="{EBD9EE12-CA80-4BB4-BBD5-3FDA0BBE22F2}" type="presOf" srcId="{C263A4B8-ADFE-484B-BB2E-ED5AD67E89E8}" destId="{3234FED8-F7C8-4A40-BAB4-C334C9E95EB6}" srcOrd="0" destOrd="0" presId="urn:microsoft.com/office/officeart/2018/5/layout/CenteredIconLabelDescriptionList"/>
    <dgm:cxn modelId="{840C5B19-F656-491B-9D23-8FE35E8C0361}" type="presOf" srcId="{DD839032-D6E7-4BA1-8412-5615A766BCAA}" destId="{A0E133CA-B0B5-4B7A-A369-68AE947275A0}" srcOrd="0" destOrd="0" presId="urn:microsoft.com/office/officeart/2018/5/layout/CenteredIconLabelDescriptionList"/>
    <dgm:cxn modelId="{F4A0B527-ECB9-4D62-866D-4644E165848B}" type="presOf" srcId="{2C2A5331-84F3-4470-BB71-3D777EFB387B}" destId="{4EAAF09D-7358-4740-A2EC-C10EEA804093}" srcOrd="0" destOrd="0" presId="urn:microsoft.com/office/officeart/2018/5/layout/CenteredIconLabelDescriptionList"/>
    <dgm:cxn modelId="{26C1E22E-010B-473D-9412-E442D1F450D9}" type="presOf" srcId="{E6D59B12-E1FE-4D16-822B-2182D7E4EFB7}" destId="{2E9C123E-FD62-4401-AF0D-59DB6947E20C}" srcOrd="0" destOrd="0" presId="urn:microsoft.com/office/officeart/2018/5/layout/CenteredIconLabelDescriptionList"/>
    <dgm:cxn modelId="{FF3D8E48-F3A4-4E8C-B619-F31A54A704D2}" srcId="{77E3D0B0-3FEF-4FE9-9051-9148C1D8AD0B}" destId="{C263A4B8-ADFE-484B-BB2E-ED5AD67E89E8}" srcOrd="0" destOrd="0" parTransId="{086305FF-2E4D-42CF-9616-E7A12251BA29}" sibTransId="{BC371C7E-F53A-4D05-B568-4B8B25FC72C5}"/>
    <dgm:cxn modelId="{5254086A-089E-4536-82AE-B903F979991D}" srcId="{2C2A5331-84F3-4470-BB71-3D777EFB387B}" destId="{BE3F0D52-59F7-451B-BD09-47914204C6B9}" srcOrd="2" destOrd="0" parTransId="{FEA8211B-0CD0-4ED7-91D5-8BFF40E70EBF}" sibTransId="{D0E7876B-D885-4475-AAFB-C024FCE4CCC9}"/>
    <dgm:cxn modelId="{5C764A4D-5378-4A20-AF88-D980D2A33263}" type="presOf" srcId="{BE3F0D52-59F7-451B-BD09-47914204C6B9}" destId="{31702DFE-DEA3-4CBD-85DC-1DD301202F31}" srcOrd="0" destOrd="0" presId="urn:microsoft.com/office/officeart/2018/5/layout/CenteredIconLabelDescriptionList"/>
    <dgm:cxn modelId="{42BDF84E-2C0D-48A7-8E73-9B2C7D533CD5}" srcId="{2C2A5331-84F3-4470-BB71-3D777EFB387B}" destId="{77E3D0B0-3FEF-4FE9-9051-9148C1D8AD0B}" srcOrd="0" destOrd="0" parTransId="{46796F07-A595-4840-A6FE-64BB598D4E7D}" sibTransId="{B29DDF14-E938-47A6-BA53-74C68A09C0D8}"/>
    <dgm:cxn modelId="{7AF68674-1918-40F1-8C97-953D07BFF5FC}" srcId="{BE3F0D52-59F7-451B-BD09-47914204C6B9}" destId="{97AC3278-2856-4040-ACF0-047181937E47}" srcOrd="1" destOrd="0" parTransId="{D2E49889-D6AB-45DB-84F7-8C7F7507401A}" sibTransId="{C485272B-7DCE-419A-B786-F2D8C65A679B}"/>
    <dgm:cxn modelId="{18EAD674-6627-4B03-905B-73D4EFA11493}" type="presOf" srcId="{77E3D0B0-3FEF-4FE9-9051-9148C1D8AD0B}" destId="{4719AF0E-279D-40C4-B6B2-33FFC9BE75F7}" srcOrd="0" destOrd="0" presId="urn:microsoft.com/office/officeart/2018/5/layout/CenteredIconLabelDescriptionList"/>
    <dgm:cxn modelId="{7F8CC779-AC3E-4926-826F-575DC626CDB6}" srcId="{E6D59B12-E1FE-4D16-822B-2182D7E4EFB7}" destId="{F49AD954-21AB-46F8-AB1C-2184FBC55319}" srcOrd="0" destOrd="0" parTransId="{3D7D6CF7-916D-4268-A8D7-DE55568E517E}" sibTransId="{2DFBD119-4FBB-45B0-BD57-87C694EA4FE1}"/>
    <dgm:cxn modelId="{9F25F7AA-AEA1-4FD9-84F2-066007615423}" srcId="{2C2A5331-84F3-4470-BB71-3D777EFB387B}" destId="{E6D59B12-E1FE-4D16-822B-2182D7E4EFB7}" srcOrd="1" destOrd="0" parTransId="{8100EEBD-0D97-4648-8B2F-C4F5F57AA650}" sibTransId="{2EAD6B00-5306-478A-8525-C89C96F2DFB7}"/>
    <dgm:cxn modelId="{4603E5C4-DDA5-44D1-A34F-4E9C91D84241}" type="presOf" srcId="{F49AD954-21AB-46F8-AB1C-2184FBC55319}" destId="{85B737FB-EB15-4FD2-A5BE-CE8A7FA3B803}" srcOrd="0" destOrd="0" presId="urn:microsoft.com/office/officeart/2018/5/layout/CenteredIconLabelDescriptionList"/>
    <dgm:cxn modelId="{C2EB46CA-66FD-4355-9392-5361B0DBD926}" srcId="{BE3F0D52-59F7-451B-BD09-47914204C6B9}" destId="{DD839032-D6E7-4BA1-8412-5615A766BCAA}" srcOrd="0" destOrd="0" parTransId="{91D073AC-10B8-4F68-943C-B15B7A326334}" sibTransId="{804F52C6-D190-4252-8E01-C52D9FE5C127}"/>
    <dgm:cxn modelId="{A89500F8-F00B-4011-897D-522B5A636A44}" type="presOf" srcId="{97AC3278-2856-4040-ACF0-047181937E47}" destId="{A0E133CA-B0B5-4B7A-A369-68AE947275A0}" srcOrd="0" destOrd="1" presId="urn:microsoft.com/office/officeart/2018/5/layout/CenteredIconLabelDescriptionList"/>
    <dgm:cxn modelId="{380FB56C-151D-4051-B8C8-8B507F2FC4AC}" type="presParOf" srcId="{4EAAF09D-7358-4740-A2EC-C10EEA804093}" destId="{B2508074-4193-48BF-9DD0-60ECDB63C160}" srcOrd="0" destOrd="0" presId="urn:microsoft.com/office/officeart/2018/5/layout/CenteredIconLabelDescriptionList"/>
    <dgm:cxn modelId="{44D4D9D3-7EB0-40F6-B0A6-4D33358D71E8}" type="presParOf" srcId="{B2508074-4193-48BF-9DD0-60ECDB63C160}" destId="{590C4BD1-6249-41B0-A2B5-8E92941F2FDA}" srcOrd="0" destOrd="0" presId="urn:microsoft.com/office/officeart/2018/5/layout/CenteredIconLabelDescriptionList"/>
    <dgm:cxn modelId="{359D34E6-A2AD-44B9-9122-2447E76E4106}" type="presParOf" srcId="{B2508074-4193-48BF-9DD0-60ECDB63C160}" destId="{EC33671E-A9B2-4BE8-AFF1-1D956E0D36EF}" srcOrd="1" destOrd="0" presId="urn:microsoft.com/office/officeart/2018/5/layout/CenteredIconLabelDescriptionList"/>
    <dgm:cxn modelId="{D59955A1-1D5C-4319-8523-1CBA70CF096A}" type="presParOf" srcId="{B2508074-4193-48BF-9DD0-60ECDB63C160}" destId="{4719AF0E-279D-40C4-B6B2-33FFC9BE75F7}" srcOrd="2" destOrd="0" presId="urn:microsoft.com/office/officeart/2018/5/layout/CenteredIconLabelDescriptionList"/>
    <dgm:cxn modelId="{3239A005-63EB-44B9-9A20-D94EB1EE94CE}" type="presParOf" srcId="{B2508074-4193-48BF-9DD0-60ECDB63C160}" destId="{CA7B5075-F2C5-4A5F-9529-B01C06ECFF09}" srcOrd="3" destOrd="0" presId="urn:microsoft.com/office/officeart/2018/5/layout/CenteredIconLabelDescriptionList"/>
    <dgm:cxn modelId="{E31CCB57-2461-4B83-B44B-1694F1691BD3}" type="presParOf" srcId="{B2508074-4193-48BF-9DD0-60ECDB63C160}" destId="{3234FED8-F7C8-4A40-BAB4-C334C9E95EB6}" srcOrd="4" destOrd="0" presId="urn:microsoft.com/office/officeart/2018/5/layout/CenteredIconLabelDescriptionList"/>
    <dgm:cxn modelId="{C254ED9B-F783-4B65-A427-5127D4AAB47D}" type="presParOf" srcId="{4EAAF09D-7358-4740-A2EC-C10EEA804093}" destId="{34DEA3CD-75EA-40B7-9ABF-3861447C994A}" srcOrd="1" destOrd="0" presId="urn:microsoft.com/office/officeart/2018/5/layout/CenteredIconLabelDescriptionList"/>
    <dgm:cxn modelId="{80C6B5A0-7ABB-4CD9-BA55-4D26C7DE0B97}" type="presParOf" srcId="{4EAAF09D-7358-4740-A2EC-C10EEA804093}" destId="{2635BC48-C7EC-4614-B568-2E315AD688DA}" srcOrd="2" destOrd="0" presId="urn:microsoft.com/office/officeart/2018/5/layout/CenteredIconLabelDescriptionList"/>
    <dgm:cxn modelId="{9C36CA12-0405-448B-8513-022E7E79862D}" type="presParOf" srcId="{2635BC48-C7EC-4614-B568-2E315AD688DA}" destId="{70541B74-6A26-4CB6-BF9A-D54652066C5B}" srcOrd="0" destOrd="0" presId="urn:microsoft.com/office/officeart/2018/5/layout/CenteredIconLabelDescriptionList"/>
    <dgm:cxn modelId="{A5FCE911-9580-4923-A41C-21C4ADC5E38E}" type="presParOf" srcId="{2635BC48-C7EC-4614-B568-2E315AD688DA}" destId="{551411C4-3FE7-4CDB-BC51-80DCAF772C92}" srcOrd="1" destOrd="0" presId="urn:microsoft.com/office/officeart/2018/5/layout/CenteredIconLabelDescriptionList"/>
    <dgm:cxn modelId="{EABC91DB-F321-4AD9-8774-CE23D1130ADB}" type="presParOf" srcId="{2635BC48-C7EC-4614-B568-2E315AD688DA}" destId="{2E9C123E-FD62-4401-AF0D-59DB6947E20C}" srcOrd="2" destOrd="0" presId="urn:microsoft.com/office/officeart/2018/5/layout/CenteredIconLabelDescriptionList"/>
    <dgm:cxn modelId="{C4A40842-F327-4D6D-B36C-81B2F4515E95}" type="presParOf" srcId="{2635BC48-C7EC-4614-B568-2E315AD688DA}" destId="{CAE13307-8D2A-43FD-A00D-A15955D1B9DC}" srcOrd="3" destOrd="0" presId="urn:microsoft.com/office/officeart/2018/5/layout/CenteredIconLabelDescriptionList"/>
    <dgm:cxn modelId="{7A062CD5-F239-4E1A-A5E9-7A63D56A7538}" type="presParOf" srcId="{2635BC48-C7EC-4614-B568-2E315AD688DA}" destId="{85B737FB-EB15-4FD2-A5BE-CE8A7FA3B803}" srcOrd="4" destOrd="0" presId="urn:microsoft.com/office/officeart/2018/5/layout/CenteredIconLabelDescriptionList"/>
    <dgm:cxn modelId="{9BE56F10-501B-4F58-AB3C-4657BD5A1AAA}" type="presParOf" srcId="{4EAAF09D-7358-4740-A2EC-C10EEA804093}" destId="{30D7C33F-C43F-49E9-82D3-2E7E89E68608}" srcOrd="3" destOrd="0" presId="urn:microsoft.com/office/officeart/2018/5/layout/CenteredIconLabelDescriptionList"/>
    <dgm:cxn modelId="{5FAC6FD6-94FF-4024-A1BE-C38B70FEE678}" type="presParOf" srcId="{4EAAF09D-7358-4740-A2EC-C10EEA804093}" destId="{3CD509C3-AE4C-40E2-A6CB-1A267B34398A}" srcOrd="4" destOrd="0" presId="urn:microsoft.com/office/officeart/2018/5/layout/CenteredIconLabelDescriptionList"/>
    <dgm:cxn modelId="{4459DDED-33A2-4628-8D4E-D9FC273F8A1B}" type="presParOf" srcId="{3CD509C3-AE4C-40E2-A6CB-1A267B34398A}" destId="{5BF3B82B-0897-404F-A7C1-6F3A69B49899}" srcOrd="0" destOrd="0" presId="urn:microsoft.com/office/officeart/2018/5/layout/CenteredIconLabelDescriptionList"/>
    <dgm:cxn modelId="{016FB7AC-8A61-4191-A229-720E4B1AC87D}" type="presParOf" srcId="{3CD509C3-AE4C-40E2-A6CB-1A267B34398A}" destId="{0E266103-AAF4-4E1F-AC32-FD6C37E41E15}" srcOrd="1" destOrd="0" presId="urn:microsoft.com/office/officeart/2018/5/layout/CenteredIconLabelDescriptionList"/>
    <dgm:cxn modelId="{B23010AF-38FE-428B-B4D9-9995C039F183}" type="presParOf" srcId="{3CD509C3-AE4C-40E2-A6CB-1A267B34398A}" destId="{31702DFE-DEA3-4CBD-85DC-1DD301202F31}" srcOrd="2" destOrd="0" presId="urn:microsoft.com/office/officeart/2018/5/layout/CenteredIconLabelDescriptionList"/>
    <dgm:cxn modelId="{31AE810D-8A6E-4E17-B419-E94254EC3B7C}" type="presParOf" srcId="{3CD509C3-AE4C-40E2-A6CB-1A267B34398A}" destId="{CDE7F398-93E8-4CD0-985D-A2AD4B7E1D1F}" srcOrd="3" destOrd="0" presId="urn:microsoft.com/office/officeart/2018/5/layout/CenteredIconLabelDescriptionList"/>
    <dgm:cxn modelId="{07B1F281-ADE5-4952-8F9B-C2360D1D3DD2}" type="presParOf" srcId="{3CD509C3-AE4C-40E2-A6CB-1A267B34398A}" destId="{A0E133CA-B0B5-4B7A-A369-68AE947275A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331CD59E-88B4-4B32-890B-E02E57A2F0C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F749FF6-A6C0-43E5-8003-685C652744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involves </a:t>
          </a:r>
        </a:p>
      </dgm:t>
    </dgm:pt>
    <dgm:pt modelId="{00E18840-8E12-4C71-A008-7C114B93C397}" type="parTrans" cxnId="{763F283C-435A-45A3-8AE2-1FDF9A577D6D}">
      <dgm:prSet/>
      <dgm:spPr/>
      <dgm:t>
        <a:bodyPr/>
        <a:lstStyle/>
        <a:p>
          <a:endParaRPr lang="en-US"/>
        </a:p>
      </dgm:t>
    </dgm:pt>
    <dgm:pt modelId="{EB0066C0-302F-46CB-ADCF-E134B4E7B3DA}" type="sibTrans" cxnId="{763F283C-435A-45A3-8AE2-1FDF9A577D6D}">
      <dgm:prSet/>
      <dgm:spPr/>
      <dgm:t>
        <a:bodyPr/>
        <a:lstStyle/>
        <a:p>
          <a:endParaRPr lang="en-US"/>
        </a:p>
      </dgm:t>
    </dgm:pt>
    <dgm:pt modelId="{6CE479A8-1260-40F3-B037-20D7B4D4F9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the same double-hash function </a:t>
          </a:r>
        </a:p>
      </dgm:t>
    </dgm:pt>
    <dgm:pt modelId="{C1F80E0E-18A9-4B09-89EF-FF6C6E4D6464}" type="parTrans" cxnId="{29FFE8FF-CD23-4F2C-B28E-980F96346C89}">
      <dgm:prSet/>
      <dgm:spPr/>
      <dgm:t>
        <a:bodyPr/>
        <a:lstStyle/>
        <a:p>
          <a:endParaRPr lang="en-US"/>
        </a:p>
      </dgm:t>
    </dgm:pt>
    <dgm:pt modelId="{159CAA14-6988-4162-9213-A8CFFE94D076}" type="sibTrans" cxnId="{29FFE8FF-CD23-4F2C-B28E-980F96346C89}">
      <dgm:prSet/>
      <dgm:spPr/>
      <dgm:t>
        <a:bodyPr/>
        <a:lstStyle/>
        <a:p>
          <a:endParaRPr lang="en-US"/>
        </a:p>
      </dgm:t>
    </dgm:pt>
    <dgm:pt modelId="{5CB6D537-40EE-4612-B9FB-E73A068915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used during</a:t>
          </a:r>
          <a:r>
            <a:rPr lang="tr-TR" dirty="0"/>
            <a:t> </a:t>
          </a:r>
          <a:r>
            <a:rPr lang="en-US" dirty="0"/>
            <a:t>creation of a bitcoin address</a:t>
          </a:r>
        </a:p>
      </dgm:t>
    </dgm:pt>
    <dgm:pt modelId="{EDFD7641-C008-41E0-94EF-6048FC984B00}" type="parTrans" cxnId="{1A657962-0588-427F-A524-E07287C5F4D6}">
      <dgm:prSet/>
      <dgm:spPr/>
      <dgm:t>
        <a:bodyPr/>
        <a:lstStyle/>
        <a:p>
          <a:endParaRPr lang="en-US"/>
        </a:p>
      </dgm:t>
    </dgm:pt>
    <dgm:pt modelId="{9957A6D9-F7ED-4243-8CE8-B60EDD5B2B40}" type="sibTrans" cxnId="{1A657962-0588-427F-A524-E07287C5F4D6}">
      <dgm:prSet/>
      <dgm:spPr/>
      <dgm:t>
        <a:bodyPr/>
        <a:lstStyle/>
        <a:p>
          <a:endParaRPr lang="en-US"/>
        </a:p>
      </dgm:t>
    </dgm:pt>
    <dgm:pt modelId="{E18AD362-7622-4AC6-A12C-E2D3F8B412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difference</a:t>
          </a:r>
          <a:endParaRPr lang="en-US"/>
        </a:p>
      </dgm:t>
    </dgm:pt>
    <dgm:pt modelId="{5FDE648A-FE9E-4DA6-9874-0957D8869DB1}" type="parTrans" cxnId="{F2C4869E-B50B-4912-BCFC-636971786A72}">
      <dgm:prSet/>
      <dgm:spPr/>
      <dgm:t>
        <a:bodyPr/>
        <a:lstStyle/>
        <a:p>
          <a:endParaRPr lang="en-US"/>
        </a:p>
      </dgm:t>
    </dgm:pt>
    <dgm:pt modelId="{4F46A2AF-5E1F-494E-A706-31C6337E7F94}" type="sibTrans" cxnId="{F2C4869E-B50B-4912-BCFC-636971786A72}">
      <dgm:prSet/>
      <dgm:spPr/>
      <dgm:t>
        <a:bodyPr/>
        <a:lstStyle/>
        <a:p>
          <a:endParaRPr lang="en-US"/>
        </a:p>
      </dgm:t>
    </dgm:pt>
    <dgm:pt modelId="{86661BF7-D8C4-498C-91BC-3B5B31A20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applied on the script instead of the public key</a:t>
          </a:r>
        </a:p>
      </dgm:t>
    </dgm:pt>
    <dgm:pt modelId="{59B55467-2534-4AD9-9AD6-8B849E0364FF}" type="parTrans" cxnId="{BF5BC763-45CA-4323-866E-498106A82348}">
      <dgm:prSet/>
      <dgm:spPr/>
      <dgm:t>
        <a:bodyPr/>
        <a:lstStyle/>
        <a:p>
          <a:endParaRPr lang="en-US"/>
        </a:p>
      </dgm:t>
    </dgm:pt>
    <dgm:pt modelId="{F21BF1D1-2BBC-42D0-9689-F30EEA0D509B}" type="sibTrans" cxnId="{BF5BC763-45CA-4323-866E-498106A82348}">
      <dgm:prSet/>
      <dgm:spPr/>
      <dgm:t>
        <a:bodyPr/>
        <a:lstStyle/>
        <a:p>
          <a:endParaRPr lang="en-US"/>
        </a:p>
      </dgm:t>
    </dgm:pt>
    <dgm:pt modelId="{C7B8B851-E5FB-4592-9516-05BE6A69AC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script hash = RIPEMD160(SHA256(script))</a:t>
          </a:r>
        </a:p>
      </dgm:t>
    </dgm:pt>
    <dgm:pt modelId="{0041E65D-A01F-4709-931D-A0CCB0651729}" type="parTrans" cxnId="{25535869-F5EE-4643-96A6-1DC87ED79DBE}">
      <dgm:prSet/>
      <dgm:spPr/>
      <dgm:t>
        <a:bodyPr/>
        <a:lstStyle/>
        <a:p>
          <a:endParaRPr lang="en-US"/>
        </a:p>
      </dgm:t>
    </dgm:pt>
    <dgm:pt modelId="{37F48CD1-3EF0-41EC-8042-B4B9A42D82FF}" type="sibTrans" cxnId="{25535869-F5EE-4643-96A6-1DC87ED79DBE}">
      <dgm:prSet/>
      <dgm:spPr/>
      <dgm:t>
        <a:bodyPr/>
        <a:lstStyle/>
        <a:p>
          <a:endParaRPr lang="en-US"/>
        </a:p>
      </dgm:t>
    </dgm:pt>
    <dgm:pt modelId="{E23999D7-FF49-41CB-9B5D-3E87906CE9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Encoding </a:t>
          </a:r>
          <a:r>
            <a:rPr lang="en-US"/>
            <a:t>resulting “script hash” </a:t>
          </a:r>
        </a:p>
      </dgm:t>
    </dgm:pt>
    <dgm:pt modelId="{9C90E970-2622-450B-868F-9EBD55E1AF45}" type="parTrans" cxnId="{16FE8F85-4E88-4510-9CA7-C8CAC86AFCA4}">
      <dgm:prSet/>
      <dgm:spPr/>
      <dgm:t>
        <a:bodyPr/>
        <a:lstStyle/>
        <a:p>
          <a:endParaRPr lang="en-US"/>
        </a:p>
      </dgm:t>
    </dgm:pt>
    <dgm:pt modelId="{72E466E1-00C0-49D8-8A78-B43B205F16D5}" type="sibTrans" cxnId="{16FE8F85-4E88-4510-9CA7-C8CAC86AFCA4}">
      <dgm:prSet/>
      <dgm:spPr/>
      <dgm:t>
        <a:bodyPr/>
        <a:lstStyle/>
        <a:p>
          <a:endParaRPr lang="en-US"/>
        </a:p>
      </dgm:t>
    </dgm:pt>
    <dgm:pt modelId="{A397ADCF-A38D-4AA8-B8E6-30509312D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Base58Check with a version prefix of 5</a:t>
          </a:r>
        </a:p>
      </dgm:t>
    </dgm:pt>
    <dgm:pt modelId="{9CEB3F02-7C8B-43AD-AA36-7F004A18BE28}" type="parTrans" cxnId="{42B8282C-6D83-410D-807A-CD8E5A45F18A}">
      <dgm:prSet/>
      <dgm:spPr/>
      <dgm:t>
        <a:bodyPr/>
        <a:lstStyle/>
        <a:p>
          <a:endParaRPr lang="en-US"/>
        </a:p>
      </dgm:t>
    </dgm:pt>
    <dgm:pt modelId="{884D5366-7B3C-4DDE-A4A7-BB4809D792C6}" type="sibTrans" cxnId="{42B8282C-6D83-410D-807A-CD8E5A45F18A}">
      <dgm:prSet/>
      <dgm:spPr/>
      <dgm:t>
        <a:bodyPr/>
        <a:lstStyle/>
        <a:p>
          <a:endParaRPr lang="en-US"/>
        </a:p>
      </dgm:t>
    </dgm:pt>
    <dgm:pt modelId="{D1D1A661-5520-45F6-A489-3E2FB7E003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results in an encoded address starting with a 3</a:t>
          </a:r>
        </a:p>
      </dgm:t>
    </dgm:pt>
    <dgm:pt modelId="{D0CC9AE3-4E61-460F-B3AA-F7A2E1CC07A5}" type="parTrans" cxnId="{2E95C3F3-1551-47B0-904E-3B8729D57D77}">
      <dgm:prSet/>
      <dgm:spPr/>
      <dgm:t>
        <a:bodyPr/>
        <a:lstStyle/>
        <a:p>
          <a:endParaRPr lang="en-US"/>
        </a:p>
      </dgm:t>
    </dgm:pt>
    <dgm:pt modelId="{6A98C546-CBF3-4B6F-A29C-C227DB4E39D4}" type="sibTrans" cxnId="{2E95C3F3-1551-47B0-904E-3B8729D57D77}">
      <dgm:prSet/>
      <dgm:spPr/>
      <dgm:t>
        <a:bodyPr/>
        <a:lstStyle/>
        <a:p>
          <a:endParaRPr lang="en-US"/>
        </a:p>
      </dgm:t>
    </dgm:pt>
    <dgm:pt modelId="{C13C408D-32F3-4D57-8FFE-59E4F28C4CDD}" type="pres">
      <dgm:prSet presAssocID="{331CD59E-88B4-4B32-890B-E02E57A2F0CF}" presName="root" presStyleCnt="0">
        <dgm:presLayoutVars>
          <dgm:dir/>
          <dgm:resizeHandles val="exact"/>
        </dgm:presLayoutVars>
      </dgm:prSet>
      <dgm:spPr/>
    </dgm:pt>
    <dgm:pt modelId="{821A613D-66E0-4A90-B7CD-55CC90CE2BDB}" type="pres">
      <dgm:prSet presAssocID="{6F749FF6-A6C0-43E5-8003-685C652744DA}" presName="compNode" presStyleCnt="0"/>
      <dgm:spPr/>
    </dgm:pt>
    <dgm:pt modelId="{01DA45B8-9816-4782-B008-6B5939F1A7EB}" type="pres">
      <dgm:prSet presAssocID="{6F749FF6-A6C0-43E5-8003-685C652744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C460C01-7092-40AD-829C-D60CA5795636}" type="pres">
      <dgm:prSet presAssocID="{6F749FF6-A6C0-43E5-8003-685C652744DA}" presName="iconSpace" presStyleCnt="0"/>
      <dgm:spPr/>
    </dgm:pt>
    <dgm:pt modelId="{5E5B1284-3AB3-485B-B49B-5D97B4D84BF1}" type="pres">
      <dgm:prSet presAssocID="{6F749FF6-A6C0-43E5-8003-685C652744DA}" presName="parTx" presStyleLbl="revTx" presStyleIdx="0" presStyleCnt="6">
        <dgm:presLayoutVars>
          <dgm:chMax val="0"/>
          <dgm:chPref val="0"/>
        </dgm:presLayoutVars>
      </dgm:prSet>
      <dgm:spPr/>
    </dgm:pt>
    <dgm:pt modelId="{96C83D16-2BDC-49C1-A80F-6834C2344803}" type="pres">
      <dgm:prSet presAssocID="{6F749FF6-A6C0-43E5-8003-685C652744DA}" presName="txSpace" presStyleCnt="0"/>
      <dgm:spPr/>
    </dgm:pt>
    <dgm:pt modelId="{E3EFEDD9-67F6-4C9F-B83D-FA829EDF7200}" type="pres">
      <dgm:prSet presAssocID="{6F749FF6-A6C0-43E5-8003-685C652744DA}" presName="desTx" presStyleLbl="revTx" presStyleIdx="1" presStyleCnt="6">
        <dgm:presLayoutVars/>
      </dgm:prSet>
      <dgm:spPr/>
    </dgm:pt>
    <dgm:pt modelId="{F0A50D49-0EF9-4C44-AA1F-0DDD1265C537}" type="pres">
      <dgm:prSet presAssocID="{EB0066C0-302F-46CB-ADCF-E134B4E7B3DA}" presName="sibTrans" presStyleCnt="0"/>
      <dgm:spPr/>
    </dgm:pt>
    <dgm:pt modelId="{C21D9707-F6DD-4EE0-9BF8-B589BD470013}" type="pres">
      <dgm:prSet presAssocID="{E18AD362-7622-4AC6-A12C-E2D3F8B41267}" presName="compNode" presStyleCnt="0"/>
      <dgm:spPr/>
    </dgm:pt>
    <dgm:pt modelId="{CF1C4CE2-5205-4A82-A1C4-5A85342495A3}" type="pres">
      <dgm:prSet presAssocID="{E18AD362-7622-4AC6-A12C-E2D3F8B412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9FCDEC4-B5DE-4376-82FA-9E8FC3ACB100}" type="pres">
      <dgm:prSet presAssocID="{E18AD362-7622-4AC6-A12C-E2D3F8B41267}" presName="iconSpace" presStyleCnt="0"/>
      <dgm:spPr/>
    </dgm:pt>
    <dgm:pt modelId="{14B051E6-728E-41BF-8B5D-2B2B5A4A56CD}" type="pres">
      <dgm:prSet presAssocID="{E18AD362-7622-4AC6-A12C-E2D3F8B41267}" presName="parTx" presStyleLbl="revTx" presStyleIdx="2" presStyleCnt="6">
        <dgm:presLayoutVars>
          <dgm:chMax val="0"/>
          <dgm:chPref val="0"/>
        </dgm:presLayoutVars>
      </dgm:prSet>
      <dgm:spPr/>
    </dgm:pt>
    <dgm:pt modelId="{20B68761-3711-48AA-AC2C-8BB1EFFDA256}" type="pres">
      <dgm:prSet presAssocID="{E18AD362-7622-4AC6-A12C-E2D3F8B41267}" presName="txSpace" presStyleCnt="0"/>
      <dgm:spPr/>
    </dgm:pt>
    <dgm:pt modelId="{A8B343C0-F5AB-4B26-BBD6-7F0112A82E97}" type="pres">
      <dgm:prSet presAssocID="{E18AD362-7622-4AC6-A12C-E2D3F8B41267}" presName="desTx" presStyleLbl="revTx" presStyleIdx="3" presStyleCnt="6">
        <dgm:presLayoutVars/>
      </dgm:prSet>
      <dgm:spPr/>
    </dgm:pt>
    <dgm:pt modelId="{EF9BFC34-973C-4A15-A220-D2BA22AFDD79}" type="pres">
      <dgm:prSet presAssocID="{4F46A2AF-5E1F-494E-A706-31C6337E7F94}" presName="sibTrans" presStyleCnt="0"/>
      <dgm:spPr/>
    </dgm:pt>
    <dgm:pt modelId="{9789C66B-6A46-46A0-A0BF-3069DE861B43}" type="pres">
      <dgm:prSet presAssocID="{E23999D7-FF49-41CB-9B5D-3E87906CE926}" presName="compNode" presStyleCnt="0"/>
      <dgm:spPr/>
    </dgm:pt>
    <dgm:pt modelId="{99C8964C-D362-4605-88DD-552EF81E2E52}" type="pres">
      <dgm:prSet presAssocID="{E23999D7-FF49-41CB-9B5D-3E87906CE9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3E405F5-FEF5-4C6C-AE70-A0CFA98E8E34}" type="pres">
      <dgm:prSet presAssocID="{E23999D7-FF49-41CB-9B5D-3E87906CE926}" presName="iconSpace" presStyleCnt="0"/>
      <dgm:spPr/>
    </dgm:pt>
    <dgm:pt modelId="{9A17E625-8D34-40FF-9884-1A8ED5569F02}" type="pres">
      <dgm:prSet presAssocID="{E23999D7-FF49-41CB-9B5D-3E87906CE926}" presName="parTx" presStyleLbl="revTx" presStyleIdx="4" presStyleCnt="6">
        <dgm:presLayoutVars>
          <dgm:chMax val="0"/>
          <dgm:chPref val="0"/>
        </dgm:presLayoutVars>
      </dgm:prSet>
      <dgm:spPr/>
    </dgm:pt>
    <dgm:pt modelId="{7DDC9B46-2AB2-484C-A12F-C47EC7754E9B}" type="pres">
      <dgm:prSet presAssocID="{E23999D7-FF49-41CB-9B5D-3E87906CE926}" presName="txSpace" presStyleCnt="0"/>
      <dgm:spPr/>
    </dgm:pt>
    <dgm:pt modelId="{FE3880C3-F2FC-4B0E-A4F1-79552825C873}" type="pres">
      <dgm:prSet presAssocID="{E23999D7-FF49-41CB-9B5D-3E87906CE926}" presName="desTx" presStyleLbl="revTx" presStyleIdx="5" presStyleCnt="6">
        <dgm:presLayoutVars/>
      </dgm:prSet>
      <dgm:spPr/>
    </dgm:pt>
  </dgm:ptLst>
  <dgm:cxnLst>
    <dgm:cxn modelId="{F0AF7629-B991-4B29-A176-5C7E76F2BB01}" type="presOf" srcId="{A397ADCF-A38D-4AA8-B8E6-30509312DC9D}" destId="{FE3880C3-F2FC-4B0E-A4F1-79552825C873}" srcOrd="0" destOrd="0" presId="urn:microsoft.com/office/officeart/2018/5/layout/CenteredIconLabelDescriptionList"/>
    <dgm:cxn modelId="{42B8282C-6D83-410D-807A-CD8E5A45F18A}" srcId="{E23999D7-FF49-41CB-9B5D-3E87906CE926}" destId="{A397ADCF-A38D-4AA8-B8E6-30509312DC9D}" srcOrd="0" destOrd="0" parTransId="{9CEB3F02-7C8B-43AD-AA36-7F004A18BE28}" sibTransId="{884D5366-7B3C-4DDE-A4A7-BB4809D792C6}"/>
    <dgm:cxn modelId="{763F283C-435A-45A3-8AE2-1FDF9A577D6D}" srcId="{331CD59E-88B4-4B32-890B-E02E57A2F0CF}" destId="{6F749FF6-A6C0-43E5-8003-685C652744DA}" srcOrd="0" destOrd="0" parTransId="{00E18840-8E12-4C71-A008-7C114B93C397}" sibTransId="{EB0066C0-302F-46CB-ADCF-E134B4E7B3DA}"/>
    <dgm:cxn modelId="{E515215B-2A62-49FF-88DF-8210930A01AE}" type="presOf" srcId="{C7B8B851-E5FB-4592-9516-05BE6A69ACFB}" destId="{A8B343C0-F5AB-4B26-BBD6-7F0112A82E97}" srcOrd="0" destOrd="1" presId="urn:microsoft.com/office/officeart/2018/5/layout/CenteredIconLabelDescriptionList"/>
    <dgm:cxn modelId="{1A657962-0588-427F-A524-E07287C5F4D6}" srcId="{6F749FF6-A6C0-43E5-8003-685C652744DA}" destId="{5CB6D537-40EE-4612-B9FB-E73A06891551}" srcOrd="1" destOrd="0" parTransId="{EDFD7641-C008-41E0-94EF-6048FC984B00}" sibTransId="{9957A6D9-F7ED-4243-8CE8-B60EDD5B2B40}"/>
    <dgm:cxn modelId="{BF5BC763-45CA-4323-866E-498106A82348}" srcId="{E18AD362-7622-4AC6-A12C-E2D3F8B41267}" destId="{86661BF7-D8C4-498C-91BC-3B5B31A209E0}" srcOrd="0" destOrd="0" parTransId="{59B55467-2534-4AD9-9AD6-8B849E0364FF}" sibTransId="{F21BF1D1-2BBC-42D0-9689-F30EEA0D509B}"/>
    <dgm:cxn modelId="{56ED8E66-95D0-4C6E-8F65-5293C11A554A}" type="presOf" srcId="{E18AD362-7622-4AC6-A12C-E2D3F8B41267}" destId="{14B051E6-728E-41BF-8B5D-2B2B5A4A56CD}" srcOrd="0" destOrd="0" presId="urn:microsoft.com/office/officeart/2018/5/layout/CenteredIconLabelDescriptionList"/>
    <dgm:cxn modelId="{25535869-F5EE-4643-96A6-1DC87ED79DBE}" srcId="{E18AD362-7622-4AC6-A12C-E2D3F8B41267}" destId="{C7B8B851-E5FB-4592-9516-05BE6A69ACFB}" srcOrd="1" destOrd="0" parTransId="{0041E65D-A01F-4709-931D-A0CCB0651729}" sibTransId="{37F48CD1-3EF0-41EC-8042-B4B9A42D82FF}"/>
    <dgm:cxn modelId="{5743634B-9BE4-4633-A2D2-0F227DDE4E61}" type="presOf" srcId="{6F749FF6-A6C0-43E5-8003-685C652744DA}" destId="{5E5B1284-3AB3-485B-B49B-5D97B4D84BF1}" srcOrd="0" destOrd="0" presId="urn:microsoft.com/office/officeart/2018/5/layout/CenteredIconLabelDescriptionList"/>
    <dgm:cxn modelId="{16FE8F85-4E88-4510-9CA7-C8CAC86AFCA4}" srcId="{331CD59E-88B4-4B32-890B-E02E57A2F0CF}" destId="{E23999D7-FF49-41CB-9B5D-3E87906CE926}" srcOrd="2" destOrd="0" parTransId="{9C90E970-2622-450B-868F-9EBD55E1AF45}" sibTransId="{72E466E1-00C0-49D8-8A78-B43B205F16D5}"/>
    <dgm:cxn modelId="{F2C4869E-B50B-4912-BCFC-636971786A72}" srcId="{331CD59E-88B4-4B32-890B-E02E57A2F0CF}" destId="{E18AD362-7622-4AC6-A12C-E2D3F8B41267}" srcOrd="1" destOrd="0" parTransId="{5FDE648A-FE9E-4DA6-9874-0957D8869DB1}" sibTransId="{4F46A2AF-5E1F-494E-A706-31C6337E7F94}"/>
    <dgm:cxn modelId="{8C9F4CAE-5524-4CDD-B684-7E289B138E65}" type="presOf" srcId="{E23999D7-FF49-41CB-9B5D-3E87906CE926}" destId="{9A17E625-8D34-40FF-9884-1A8ED5569F02}" srcOrd="0" destOrd="0" presId="urn:microsoft.com/office/officeart/2018/5/layout/CenteredIconLabelDescriptionList"/>
    <dgm:cxn modelId="{CB4E39D1-4B35-43FA-886E-6DFAFFAA1E1F}" type="presOf" srcId="{331CD59E-88B4-4B32-890B-E02E57A2F0CF}" destId="{C13C408D-32F3-4D57-8FFE-59E4F28C4CDD}" srcOrd="0" destOrd="0" presId="urn:microsoft.com/office/officeart/2018/5/layout/CenteredIconLabelDescriptionList"/>
    <dgm:cxn modelId="{4860F1D2-8943-4183-A915-73748E892D33}" type="presOf" srcId="{D1D1A661-5520-45F6-A489-3E2FB7E0037A}" destId="{FE3880C3-F2FC-4B0E-A4F1-79552825C873}" srcOrd="0" destOrd="1" presId="urn:microsoft.com/office/officeart/2018/5/layout/CenteredIconLabelDescriptionList"/>
    <dgm:cxn modelId="{B288BEDA-58AF-4F5B-BDAF-62FE181004B0}" type="presOf" srcId="{86661BF7-D8C4-498C-91BC-3B5B31A209E0}" destId="{A8B343C0-F5AB-4B26-BBD6-7F0112A82E97}" srcOrd="0" destOrd="0" presId="urn:microsoft.com/office/officeart/2018/5/layout/CenteredIconLabelDescriptionList"/>
    <dgm:cxn modelId="{05CCD6DD-1710-4541-B425-F1C68868E791}" type="presOf" srcId="{5CB6D537-40EE-4612-B9FB-E73A06891551}" destId="{E3EFEDD9-67F6-4C9F-B83D-FA829EDF7200}" srcOrd="0" destOrd="1" presId="urn:microsoft.com/office/officeart/2018/5/layout/CenteredIconLabelDescriptionList"/>
    <dgm:cxn modelId="{56F504ED-3B62-42A1-B01E-0818B95B2A48}" type="presOf" srcId="{6CE479A8-1260-40F3-B037-20D7B4D4F922}" destId="{E3EFEDD9-67F6-4C9F-B83D-FA829EDF7200}" srcOrd="0" destOrd="0" presId="urn:microsoft.com/office/officeart/2018/5/layout/CenteredIconLabelDescriptionList"/>
    <dgm:cxn modelId="{2E95C3F3-1551-47B0-904E-3B8729D57D77}" srcId="{E23999D7-FF49-41CB-9B5D-3E87906CE926}" destId="{D1D1A661-5520-45F6-A489-3E2FB7E0037A}" srcOrd="1" destOrd="0" parTransId="{D0CC9AE3-4E61-460F-B3AA-F7A2E1CC07A5}" sibTransId="{6A98C546-CBF3-4B6F-A29C-C227DB4E39D4}"/>
    <dgm:cxn modelId="{29FFE8FF-CD23-4F2C-B28E-980F96346C89}" srcId="{6F749FF6-A6C0-43E5-8003-685C652744DA}" destId="{6CE479A8-1260-40F3-B037-20D7B4D4F922}" srcOrd="0" destOrd="0" parTransId="{C1F80E0E-18A9-4B09-89EF-FF6C6E4D6464}" sibTransId="{159CAA14-6988-4162-9213-A8CFFE94D076}"/>
    <dgm:cxn modelId="{4892412E-57C5-4DFE-9B80-C7CC3DA29D4E}" type="presParOf" srcId="{C13C408D-32F3-4D57-8FFE-59E4F28C4CDD}" destId="{821A613D-66E0-4A90-B7CD-55CC90CE2BDB}" srcOrd="0" destOrd="0" presId="urn:microsoft.com/office/officeart/2018/5/layout/CenteredIconLabelDescriptionList"/>
    <dgm:cxn modelId="{C865267E-6237-4119-A071-E735C23674B6}" type="presParOf" srcId="{821A613D-66E0-4A90-B7CD-55CC90CE2BDB}" destId="{01DA45B8-9816-4782-B008-6B5939F1A7EB}" srcOrd="0" destOrd="0" presId="urn:microsoft.com/office/officeart/2018/5/layout/CenteredIconLabelDescriptionList"/>
    <dgm:cxn modelId="{E8C834D1-3C82-4745-8CFA-AF3BF26F9329}" type="presParOf" srcId="{821A613D-66E0-4A90-B7CD-55CC90CE2BDB}" destId="{DC460C01-7092-40AD-829C-D60CA5795636}" srcOrd="1" destOrd="0" presId="urn:microsoft.com/office/officeart/2018/5/layout/CenteredIconLabelDescriptionList"/>
    <dgm:cxn modelId="{EE8D8A47-A58F-4930-9929-6A0191FB0A91}" type="presParOf" srcId="{821A613D-66E0-4A90-B7CD-55CC90CE2BDB}" destId="{5E5B1284-3AB3-485B-B49B-5D97B4D84BF1}" srcOrd="2" destOrd="0" presId="urn:microsoft.com/office/officeart/2018/5/layout/CenteredIconLabelDescriptionList"/>
    <dgm:cxn modelId="{5A4DA4EF-B35A-4CDB-BC9B-60D78FABB758}" type="presParOf" srcId="{821A613D-66E0-4A90-B7CD-55CC90CE2BDB}" destId="{96C83D16-2BDC-49C1-A80F-6834C2344803}" srcOrd="3" destOrd="0" presId="urn:microsoft.com/office/officeart/2018/5/layout/CenteredIconLabelDescriptionList"/>
    <dgm:cxn modelId="{07D34D4F-4003-4F1E-983C-6D16518D7326}" type="presParOf" srcId="{821A613D-66E0-4A90-B7CD-55CC90CE2BDB}" destId="{E3EFEDD9-67F6-4C9F-B83D-FA829EDF7200}" srcOrd="4" destOrd="0" presId="urn:microsoft.com/office/officeart/2018/5/layout/CenteredIconLabelDescriptionList"/>
    <dgm:cxn modelId="{3C2B88EF-E491-4B5C-AA2D-12D12B71FACA}" type="presParOf" srcId="{C13C408D-32F3-4D57-8FFE-59E4F28C4CDD}" destId="{F0A50D49-0EF9-4C44-AA1F-0DDD1265C537}" srcOrd="1" destOrd="0" presId="urn:microsoft.com/office/officeart/2018/5/layout/CenteredIconLabelDescriptionList"/>
    <dgm:cxn modelId="{C4234ED2-8AF5-4761-8CD3-09F9532B5C79}" type="presParOf" srcId="{C13C408D-32F3-4D57-8FFE-59E4F28C4CDD}" destId="{C21D9707-F6DD-4EE0-9BF8-B589BD470013}" srcOrd="2" destOrd="0" presId="urn:microsoft.com/office/officeart/2018/5/layout/CenteredIconLabelDescriptionList"/>
    <dgm:cxn modelId="{4DEFCE5C-9E20-45F1-89DA-2B92E1CDABA5}" type="presParOf" srcId="{C21D9707-F6DD-4EE0-9BF8-B589BD470013}" destId="{CF1C4CE2-5205-4A82-A1C4-5A85342495A3}" srcOrd="0" destOrd="0" presId="urn:microsoft.com/office/officeart/2018/5/layout/CenteredIconLabelDescriptionList"/>
    <dgm:cxn modelId="{EA695563-8B37-4AB5-9524-FB07AEA7EE65}" type="presParOf" srcId="{C21D9707-F6DD-4EE0-9BF8-B589BD470013}" destId="{C9FCDEC4-B5DE-4376-82FA-9E8FC3ACB100}" srcOrd="1" destOrd="0" presId="urn:microsoft.com/office/officeart/2018/5/layout/CenteredIconLabelDescriptionList"/>
    <dgm:cxn modelId="{9988A0F9-80AE-4470-AEBB-8E12C2C3A43A}" type="presParOf" srcId="{C21D9707-F6DD-4EE0-9BF8-B589BD470013}" destId="{14B051E6-728E-41BF-8B5D-2B2B5A4A56CD}" srcOrd="2" destOrd="0" presId="urn:microsoft.com/office/officeart/2018/5/layout/CenteredIconLabelDescriptionList"/>
    <dgm:cxn modelId="{0F60C47B-E96F-4D05-9B44-95E6D628CE59}" type="presParOf" srcId="{C21D9707-F6DD-4EE0-9BF8-B589BD470013}" destId="{20B68761-3711-48AA-AC2C-8BB1EFFDA256}" srcOrd="3" destOrd="0" presId="urn:microsoft.com/office/officeart/2018/5/layout/CenteredIconLabelDescriptionList"/>
    <dgm:cxn modelId="{D6B6F151-00CC-420D-8322-D72AB1705203}" type="presParOf" srcId="{C21D9707-F6DD-4EE0-9BF8-B589BD470013}" destId="{A8B343C0-F5AB-4B26-BBD6-7F0112A82E97}" srcOrd="4" destOrd="0" presId="urn:microsoft.com/office/officeart/2018/5/layout/CenteredIconLabelDescriptionList"/>
    <dgm:cxn modelId="{3A31E275-037D-48C7-9E76-3E0F843DCA04}" type="presParOf" srcId="{C13C408D-32F3-4D57-8FFE-59E4F28C4CDD}" destId="{EF9BFC34-973C-4A15-A220-D2BA22AFDD79}" srcOrd="3" destOrd="0" presId="urn:microsoft.com/office/officeart/2018/5/layout/CenteredIconLabelDescriptionList"/>
    <dgm:cxn modelId="{B6323536-3874-44CE-810E-B48837B0DB07}" type="presParOf" srcId="{C13C408D-32F3-4D57-8FFE-59E4F28C4CDD}" destId="{9789C66B-6A46-46A0-A0BF-3069DE861B43}" srcOrd="4" destOrd="0" presId="urn:microsoft.com/office/officeart/2018/5/layout/CenteredIconLabelDescriptionList"/>
    <dgm:cxn modelId="{568117E9-AE93-406D-99ED-5F5689B8B7D9}" type="presParOf" srcId="{9789C66B-6A46-46A0-A0BF-3069DE861B43}" destId="{99C8964C-D362-4605-88DD-552EF81E2E52}" srcOrd="0" destOrd="0" presId="urn:microsoft.com/office/officeart/2018/5/layout/CenteredIconLabelDescriptionList"/>
    <dgm:cxn modelId="{9CE814A8-60F6-4D35-8B4D-BE1106CC3C21}" type="presParOf" srcId="{9789C66B-6A46-46A0-A0BF-3069DE861B43}" destId="{B3E405F5-FEF5-4C6C-AE70-A0CFA98E8E34}" srcOrd="1" destOrd="0" presId="urn:microsoft.com/office/officeart/2018/5/layout/CenteredIconLabelDescriptionList"/>
    <dgm:cxn modelId="{B61D07E0-3EBD-4092-8B80-6F40BE5130E1}" type="presParOf" srcId="{9789C66B-6A46-46A0-A0BF-3069DE861B43}" destId="{9A17E625-8D34-40FF-9884-1A8ED5569F02}" srcOrd="2" destOrd="0" presId="urn:microsoft.com/office/officeart/2018/5/layout/CenteredIconLabelDescriptionList"/>
    <dgm:cxn modelId="{7D4C9E4B-6D91-4A8F-BEB1-89AE32B17FAC}" type="presParOf" srcId="{9789C66B-6A46-46A0-A0BF-3069DE861B43}" destId="{7DDC9B46-2AB2-484C-A12F-C47EC7754E9B}" srcOrd="3" destOrd="0" presId="urn:microsoft.com/office/officeart/2018/5/layout/CenteredIconLabelDescriptionList"/>
    <dgm:cxn modelId="{858AC46C-CCBE-4722-90FE-26AF1835D2D1}" type="presParOf" srcId="{9789C66B-6A46-46A0-A0BF-3069DE861B43}" destId="{FE3880C3-F2FC-4B0E-A4F1-79552825C87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F8113B28-93B8-4595-A1E3-DB542BD17BC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95132387-B5EB-4EA9-8463-AE868B4E0C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Example</a:t>
          </a:r>
        </a:p>
      </dgm:t>
    </dgm:pt>
    <dgm:pt modelId="{7D35DE32-35F2-4925-A6EA-1DB10354C736}" type="parTrans" cxnId="{A013EEEC-E46F-46C6-80ED-8C9FBB45E1E0}">
      <dgm:prSet/>
      <dgm:spPr/>
      <dgm:t>
        <a:bodyPr/>
        <a:lstStyle/>
        <a:p>
          <a:endParaRPr lang="tr-TR"/>
        </a:p>
      </dgm:t>
    </dgm:pt>
    <dgm:pt modelId="{BC27866A-CB9B-4443-BD28-CA65A5142A69}" type="sibTrans" cxnId="{A013EEEC-E46F-46C6-80ED-8C9FBB45E1E0}">
      <dgm:prSet/>
      <dgm:spPr/>
      <dgm:t>
        <a:bodyPr/>
        <a:lstStyle/>
        <a:p>
          <a:endParaRPr lang="tr-TR"/>
        </a:p>
      </dgm:t>
    </dgm:pt>
    <dgm:pt modelId="{69BA57AF-C4C6-49D2-A702-6D76F6A91A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example of a P2SH address</a:t>
          </a:r>
          <a:endParaRPr lang="tr-TR"/>
        </a:p>
      </dgm:t>
    </dgm:pt>
    <dgm:pt modelId="{E0CC89FE-7582-42CA-9F06-D7505934DFE1}" type="parTrans" cxnId="{1B2AA7C9-8C3D-4C0D-BBC7-06A9A27FE84E}">
      <dgm:prSet/>
      <dgm:spPr/>
      <dgm:t>
        <a:bodyPr/>
        <a:lstStyle/>
        <a:p>
          <a:endParaRPr lang="tr-TR"/>
        </a:p>
      </dgm:t>
    </dgm:pt>
    <dgm:pt modelId="{5C17B747-627B-442A-9F0E-6A2B03297F58}" type="sibTrans" cxnId="{1B2AA7C9-8C3D-4C0D-BBC7-06A9A27FE84E}">
      <dgm:prSet/>
      <dgm:spPr/>
      <dgm:t>
        <a:bodyPr/>
        <a:lstStyle/>
        <a:p>
          <a:endParaRPr lang="tr-TR"/>
        </a:p>
      </dgm:t>
    </dgm:pt>
    <dgm:pt modelId="{D0C88847-203B-489A-82BD-533DA96749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3F6i6kwkevjR7AsAd4te2YB2zZyASEm1HM</a:t>
          </a:r>
          <a:endParaRPr lang="tr-TR"/>
        </a:p>
      </dgm:t>
    </dgm:pt>
    <dgm:pt modelId="{4D6EFF8F-1FC3-42E2-A721-0B4DC4A46EF7}" type="parTrans" cxnId="{2698E63A-ECB3-4DA1-8856-21A495E71E6A}">
      <dgm:prSet/>
      <dgm:spPr/>
      <dgm:t>
        <a:bodyPr/>
        <a:lstStyle/>
        <a:p>
          <a:endParaRPr lang="tr-TR"/>
        </a:p>
      </dgm:t>
    </dgm:pt>
    <dgm:pt modelId="{8577DD32-6CC3-423E-9959-7AAB261AB696}" type="sibTrans" cxnId="{2698E63A-ECB3-4DA1-8856-21A495E71E6A}">
      <dgm:prSet/>
      <dgm:spPr/>
      <dgm:t>
        <a:bodyPr/>
        <a:lstStyle/>
        <a:p>
          <a:endParaRPr lang="tr-TR"/>
        </a:p>
      </dgm:t>
    </dgm:pt>
    <dgm:pt modelId="{724FA781-6CA8-4C0C-A906-5B1C1D9C8A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Deriving</a:t>
          </a:r>
        </a:p>
      </dgm:t>
    </dgm:pt>
    <dgm:pt modelId="{B0A1C724-5D4D-4DBB-B122-18E0C84E1716}" type="parTrans" cxnId="{23EC1C9A-BDDC-4163-8BD4-290226F2769E}">
      <dgm:prSet/>
      <dgm:spPr/>
      <dgm:t>
        <a:bodyPr/>
        <a:lstStyle/>
        <a:p>
          <a:endParaRPr lang="tr-TR"/>
        </a:p>
      </dgm:t>
    </dgm:pt>
    <dgm:pt modelId="{A6AA32AF-38AE-4833-AEDA-659BE1FB6A86}" type="sibTrans" cxnId="{23EC1C9A-BDDC-4163-8BD4-290226F2769E}">
      <dgm:prSet/>
      <dgm:spPr/>
      <dgm:t>
        <a:bodyPr/>
        <a:lstStyle/>
        <a:p>
          <a:endParaRPr lang="tr-TR"/>
        </a:p>
      </dgm:t>
    </dgm:pt>
    <dgm:pt modelId="{ACEC498B-D6C7-4408-A25D-B00504BDEF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derived using the Bitcoin</a:t>
          </a:r>
          <a:r>
            <a:rPr lang="tr-TR"/>
            <a:t> </a:t>
          </a:r>
          <a:r>
            <a:rPr lang="en-US"/>
            <a:t>Explorer commands</a:t>
          </a:r>
          <a:endParaRPr lang="tr-TR"/>
        </a:p>
      </dgm:t>
    </dgm:pt>
    <dgm:pt modelId="{0C49314B-18A4-4E5B-AEA5-DC1B5AAA5764}" type="parTrans" cxnId="{D1E44C78-6F66-4B23-80F9-30A480400F4E}">
      <dgm:prSet/>
      <dgm:spPr/>
      <dgm:t>
        <a:bodyPr/>
        <a:lstStyle/>
        <a:p>
          <a:endParaRPr lang="tr-TR"/>
        </a:p>
      </dgm:t>
    </dgm:pt>
    <dgm:pt modelId="{664CAA02-AF6A-4B6C-A854-763331961014}" type="sibTrans" cxnId="{D1E44C78-6F66-4B23-80F9-30A480400F4E}">
      <dgm:prSet/>
      <dgm:spPr/>
      <dgm:t>
        <a:bodyPr/>
        <a:lstStyle/>
        <a:p>
          <a:endParaRPr lang="tr-TR"/>
        </a:p>
      </dgm:t>
    </dgm:pt>
    <dgm:pt modelId="{401E1993-0002-4DC2-AA83-CCC9F8BA4F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script-encode, sha256, ripemd160, and base58check-encode</a:t>
          </a:r>
          <a:endParaRPr lang="tr-TR" dirty="0"/>
        </a:p>
      </dgm:t>
    </dgm:pt>
    <dgm:pt modelId="{7A858DA9-0C08-43F1-B382-98F14BAFB748}" type="parTrans" cxnId="{2ADF59D7-FBE8-42BB-B1AF-DE35FBBAF117}">
      <dgm:prSet/>
      <dgm:spPr/>
      <dgm:t>
        <a:bodyPr/>
        <a:lstStyle/>
        <a:p>
          <a:endParaRPr lang="tr-TR"/>
        </a:p>
      </dgm:t>
    </dgm:pt>
    <dgm:pt modelId="{54064D40-309F-4B3D-AD35-693B61FFC3F6}" type="sibTrans" cxnId="{2ADF59D7-FBE8-42BB-B1AF-DE35FBBAF117}">
      <dgm:prSet/>
      <dgm:spPr/>
      <dgm:t>
        <a:bodyPr/>
        <a:lstStyle/>
        <a:p>
          <a:endParaRPr lang="tr-TR"/>
        </a:p>
      </dgm:t>
    </dgm:pt>
    <dgm:pt modelId="{B620E7E4-D3C1-465D-8ADC-34F6D3D6287A}" type="pres">
      <dgm:prSet presAssocID="{F8113B28-93B8-4595-A1E3-DB542BD17BC3}" presName="root" presStyleCnt="0">
        <dgm:presLayoutVars>
          <dgm:dir/>
          <dgm:resizeHandles val="exact"/>
        </dgm:presLayoutVars>
      </dgm:prSet>
      <dgm:spPr/>
    </dgm:pt>
    <dgm:pt modelId="{438F4B18-DEF8-4093-A22E-A15E6B4ED813}" type="pres">
      <dgm:prSet presAssocID="{95132387-B5EB-4EA9-8463-AE868B4E0CED}" presName="compNode" presStyleCnt="0"/>
      <dgm:spPr/>
    </dgm:pt>
    <dgm:pt modelId="{85083F8A-DBCB-449B-A35C-5FB01D84BDA4}" type="pres">
      <dgm:prSet presAssocID="{95132387-B5EB-4EA9-8463-AE868B4E0CE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E64B493-82F6-4E25-8C82-1D7DCA3AF0EF}" type="pres">
      <dgm:prSet presAssocID="{95132387-B5EB-4EA9-8463-AE868B4E0CED}" presName="iconSpace" presStyleCnt="0"/>
      <dgm:spPr/>
    </dgm:pt>
    <dgm:pt modelId="{7A95F34D-1B3D-4AB5-A19A-E0E77AE783D6}" type="pres">
      <dgm:prSet presAssocID="{95132387-B5EB-4EA9-8463-AE868B4E0CED}" presName="parTx" presStyleLbl="revTx" presStyleIdx="0" presStyleCnt="4">
        <dgm:presLayoutVars>
          <dgm:chMax val="0"/>
          <dgm:chPref val="0"/>
        </dgm:presLayoutVars>
      </dgm:prSet>
      <dgm:spPr/>
    </dgm:pt>
    <dgm:pt modelId="{F22C715E-824B-46AB-8E49-C6CBF5B9236E}" type="pres">
      <dgm:prSet presAssocID="{95132387-B5EB-4EA9-8463-AE868B4E0CED}" presName="txSpace" presStyleCnt="0"/>
      <dgm:spPr/>
    </dgm:pt>
    <dgm:pt modelId="{36DDE3DE-B077-40A0-BC4E-7C96452D9C9F}" type="pres">
      <dgm:prSet presAssocID="{95132387-B5EB-4EA9-8463-AE868B4E0CED}" presName="desTx" presStyleLbl="revTx" presStyleIdx="1" presStyleCnt="4">
        <dgm:presLayoutVars/>
      </dgm:prSet>
      <dgm:spPr/>
    </dgm:pt>
    <dgm:pt modelId="{C6D1AE51-DE40-4EF9-9CE2-81ACDB4F39B4}" type="pres">
      <dgm:prSet presAssocID="{BC27866A-CB9B-4443-BD28-CA65A5142A69}" presName="sibTrans" presStyleCnt="0"/>
      <dgm:spPr/>
    </dgm:pt>
    <dgm:pt modelId="{39A815D8-7CDD-4578-BE8D-51B521E95F27}" type="pres">
      <dgm:prSet presAssocID="{724FA781-6CA8-4C0C-A906-5B1C1D9C8AF8}" presName="compNode" presStyleCnt="0"/>
      <dgm:spPr/>
    </dgm:pt>
    <dgm:pt modelId="{9352EF8D-3283-4D5D-BAF9-E10C071A55AC}" type="pres">
      <dgm:prSet presAssocID="{724FA781-6CA8-4C0C-A906-5B1C1D9C8A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1509486-57A2-4A99-B97B-3425061F77A7}" type="pres">
      <dgm:prSet presAssocID="{724FA781-6CA8-4C0C-A906-5B1C1D9C8AF8}" presName="iconSpace" presStyleCnt="0"/>
      <dgm:spPr/>
    </dgm:pt>
    <dgm:pt modelId="{65BA753F-35AF-4939-9D6F-F6BBE300C9F6}" type="pres">
      <dgm:prSet presAssocID="{724FA781-6CA8-4C0C-A906-5B1C1D9C8AF8}" presName="parTx" presStyleLbl="revTx" presStyleIdx="2" presStyleCnt="4">
        <dgm:presLayoutVars>
          <dgm:chMax val="0"/>
          <dgm:chPref val="0"/>
        </dgm:presLayoutVars>
      </dgm:prSet>
      <dgm:spPr/>
    </dgm:pt>
    <dgm:pt modelId="{984A4F06-B1FC-4C7D-9C4F-F5F7259BFD4A}" type="pres">
      <dgm:prSet presAssocID="{724FA781-6CA8-4C0C-A906-5B1C1D9C8AF8}" presName="txSpace" presStyleCnt="0"/>
      <dgm:spPr/>
    </dgm:pt>
    <dgm:pt modelId="{3C72EC50-59CF-4E35-BA92-5CBF76E09CCC}" type="pres">
      <dgm:prSet presAssocID="{724FA781-6CA8-4C0C-A906-5B1C1D9C8AF8}" presName="desTx" presStyleLbl="revTx" presStyleIdx="3" presStyleCnt="4">
        <dgm:presLayoutVars/>
      </dgm:prSet>
      <dgm:spPr/>
    </dgm:pt>
  </dgm:ptLst>
  <dgm:cxnLst>
    <dgm:cxn modelId="{AB3B8D39-B211-4DBD-8878-A2D2527E5E6A}" type="presOf" srcId="{69BA57AF-C4C6-49D2-A702-6D76F6A91A31}" destId="{36DDE3DE-B077-40A0-BC4E-7C96452D9C9F}" srcOrd="0" destOrd="0" presId="urn:microsoft.com/office/officeart/2018/5/layout/CenteredIconLabelDescriptionList"/>
    <dgm:cxn modelId="{2698E63A-ECB3-4DA1-8856-21A495E71E6A}" srcId="{95132387-B5EB-4EA9-8463-AE868B4E0CED}" destId="{D0C88847-203B-489A-82BD-533DA9674970}" srcOrd="1" destOrd="0" parTransId="{4D6EFF8F-1FC3-42E2-A721-0B4DC4A46EF7}" sibTransId="{8577DD32-6CC3-423E-9959-7AAB261AB696}"/>
    <dgm:cxn modelId="{9F5DD43F-1D32-419D-8CC5-21EEF7327FB9}" type="presOf" srcId="{724FA781-6CA8-4C0C-A906-5B1C1D9C8AF8}" destId="{65BA753F-35AF-4939-9D6F-F6BBE300C9F6}" srcOrd="0" destOrd="0" presId="urn:microsoft.com/office/officeart/2018/5/layout/CenteredIconLabelDescriptionList"/>
    <dgm:cxn modelId="{BD805E42-1BEC-4BE1-B290-70DA308D954E}" type="presOf" srcId="{F8113B28-93B8-4595-A1E3-DB542BD17BC3}" destId="{B620E7E4-D3C1-465D-8ADC-34F6D3D6287A}" srcOrd="0" destOrd="0" presId="urn:microsoft.com/office/officeart/2018/5/layout/CenteredIconLabelDescriptionList"/>
    <dgm:cxn modelId="{7ADE9471-4BF4-4A8D-9CDA-0F34B3BEF632}" type="presOf" srcId="{401E1993-0002-4DC2-AA83-CCC9F8BA4F99}" destId="{3C72EC50-59CF-4E35-BA92-5CBF76E09CCC}" srcOrd="0" destOrd="1" presId="urn:microsoft.com/office/officeart/2018/5/layout/CenteredIconLabelDescriptionList"/>
    <dgm:cxn modelId="{D1E44C78-6F66-4B23-80F9-30A480400F4E}" srcId="{724FA781-6CA8-4C0C-A906-5B1C1D9C8AF8}" destId="{ACEC498B-D6C7-4408-A25D-B00504BDEFDE}" srcOrd="0" destOrd="0" parTransId="{0C49314B-18A4-4E5B-AEA5-DC1B5AAA5764}" sibTransId="{664CAA02-AF6A-4B6C-A854-763331961014}"/>
    <dgm:cxn modelId="{23EC1C9A-BDDC-4163-8BD4-290226F2769E}" srcId="{F8113B28-93B8-4595-A1E3-DB542BD17BC3}" destId="{724FA781-6CA8-4C0C-A906-5B1C1D9C8AF8}" srcOrd="1" destOrd="0" parTransId="{B0A1C724-5D4D-4DBB-B122-18E0C84E1716}" sibTransId="{A6AA32AF-38AE-4833-AEDA-659BE1FB6A86}"/>
    <dgm:cxn modelId="{5A719ABB-9D11-4D0B-9DA6-F395DC95A846}" type="presOf" srcId="{D0C88847-203B-489A-82BD-533DA9674970}" destId="{36DDE3DE-B077-40A0-BC4E-7C96452D9C9F}" srcOrd="0" destOrd="1" presId="urn:microsoft.com/office/officeart/2018/5/layout/CenteredIconLabelDescriptionList"/>
    <dgm:cxn modelId="{1B2AA7C9-8C3D-4C0D-BBC7-06A9A27FE84E}" srcId="{95132387-B5EB-4EA9-8463-AE868B4E0CED}" destId="{69BA57AF-C4C6-49D2-A702-6D76F6A91A31}" srcOrd="0" destOrd="0" parTransId="{E0CC89FE-7582-42CA-9F06-D7505934DFE1}" sibTransId="{5C17B747-627B-442A-9F0E-6A2B03297F58}"/>
    <dgm:cxn modelId="{2ADF59D7-FBE8-42BB-B1AF-DE35FBBAF117}" srcId="{724FA781-6CA8-4C0C-A906-5B1C1D9C8AF8}" destId="{401E1993-0002-4DC2-AA83-CCC9F8BA4F99}" srcOrd="1" destOrd="0" parTransId="{7A858DA9-0C08-43F1-B382-98F14BAFB748}" sibTransId="{54064D40-309F-4B3D-AD35-693B61FFC3F6}"/>
    <dgm:cxn modelId="{AC3E15D9-40D5-4733-91E3-65DC775686C8}" type="presOf" srcId="{95132387-B5EB-4EA9-8463-AE868B4E0CED}" destId="{7A95F34D-1B3D-4AB5-A19A-E0E77AE783D6}" srcOrd="0" destOrd="0" presId="urn:microsoft.com/office/officeart/2018/5/layout/CenteredIconLabelDescriptionList"/>
    <dgm:cxn modelId="{A013EEEC-E46F-46C6-80ED-8C9FBB45E1E0}" srcId="{F8113B28-93B8-4595-A1E3-DB542BD17BC3}" destId="{95132387-B5EB-4EA9-8463-AE868B4E0CED}" srcOrd="0" destOrd="0" parTransId="{7D35DE32-35F2-4925-A6EA-1DB10354C736}" sibTransId="{BC27866A-CB9B-4443-BD28-CA65A5142A69}"/>
    <dgm:cxn modelId="{B795C3F9-B427-446C-B134-FF4CC6C80820}" type="presOf" srcId="{ACEC498B-D6C7-4408-A25D-B00504BDEFDE}" destId="{3C72EC50-59CF-4E35-BA92-5CBF76E09CCC}" srcOrd="0" destOrd="0" presId="urn:microsoft.com/office/officeart/2018/5/layout/CenteredIconLabelDescriptionList"/>
    <dgm:cxn modelId="{4DB77AB5-2CE9-42AB-9C7D-BFB7408AB923}" type="presParOf" srcId="{B620E7E4-D3C1-465D-8ADC-34F6D3D6287A}" destId="{438F4B18-DEF8-4093-A22E-A15E6B4ED813}" srcOrd="0" destOrd="0" presId="urn:microsoft.com/office/officeart/2018/5/layout/CenteredIconLabelDescriptionList"/>
    <dgm:cxn modelId="{4D7A0057-A15E-4DA4-9ACE-047F6EC02B9E}" type="presParOf" srcId="{438F4B18-DEF8-4093-A22E-A15E6B4ED813}" destId="{85083F8A-DBCB-449B-A35C-5FB01D84BDA4}" srcOrd="0" destOrd="0" presId="urn:microsoft.com/office/officeart/2018/5/layout/CenteredIconLabelDescriptionList"/>
    <dgm:cxn modelId="{7C73E8BB-E6C6-4D03-8722-6759F3D2E9A8}" type="presParOf" srcId="{438F4B18-DEF8-4093-A22E-A15E6B4ED813}" destId="{EE64B493-82F6-4E25-8C82-1D7DCA3AF0EF}" srcOrd="1" destOrd="0" presId="urn:microsoft.com/office/officeart/2018/5/layout/CenteredIconLabelDescriptionList"/>
    <dgm:cxn modelId="{BCA7CE8D-37F5-44BA-9E2D-C7D490E73F17}" type="presParOf" srcId="{438F4B18-DEF8-4093-A22E-A15E6B4ED813}" destId="{7A95F34D-1B3D-4AB5-A19A-E0E77AE783D6}" srcOrd="2" destOrd="0" presId="urn:microsoft.com/office/officeart/2018/5/layout/CenteredIconLabelDescriptionList"/>
    <dgm:cxn modelId="{3218520D-EDC8-4AEB-9439-A9282B2010A9}" type="presParOf" srcId="{438F4B18-DEF8-4093-A22E-A15E6B4ED813}" destId="{F22C715E-824B-46AB-8E49-C6CBF5B9236E}" srcOrd="3" destOrd="0" presId="urn:microsoft.com/office/officeart/2018/5/layout/CenteredIconLabelDescriptionList"/>
    <dgm:cxn modelId="{DE1B87E4-F093-4F86-88B4-7BA5C073F58E}" type="presParOf" srcId="{438F4B18-DEF8-4093-A22E-A15E6B4ED813}" destId="{36DDE3DE-B077-40A0-BC4E-7C96452D9C9F}" srcOrd="4" destOrd="0" presId="urn:microsoft.com/office/officeart/2018/5/layout/CenteredIconLabelDescriptionList"/>
    <dgm:cxn modelId="{DD8B4822-EEB9-4A07-99BF-61CCC6F8D2C7}" type="presParOf" srcId="{B620E7E4-D3C1-465D-8ADC-34F6D3D6287A}" destId="{C6D1AE51-DE40-4EF9-9CE2-81ACDB4F39B4}" srcOrd="1" destOrd="0" presId="urn:microsoft.com/office/officeart/2018/5/layout/CenteredIconLabelDescriptionList"/>
    <dgm:cxn modelId="{141A6863-A5CF-4602-8C86-495EA0AE9F61}" type="presParOf" srcId="{B620E7E4-D3C1-465D-8ADC-34F6D3D6287A}" destId="{39A815D8-7CDD-4578-BE8D-51B521E95F27}" srcOrd="2" destOrd="0" presId="urn:microsoft.com/office/officeart/2018/5/layout/CenteredIconLabelDescriptionList"/>
    <dgm:cxn modelId="{C38FFA53-16EE-48E6-AE08-84FF4D568537}" type="presParOf" srcId="{39A815D8-7CDD-4578-BE8D-51B521E95F27}" destId="{9352EF8D-3283-4D5D-BAF9-E10C071A55AC}" srcOrd="0" destOrd="0" presId="urn:microsoft.com/office/officeart/2018/5/layout/CenteredIconLabelDescriptionList"/>
    <dgm:cxn modelId="{0B58CE5D-A6C2-4B43-9C5B-37C000C47460}" type="presParOf" srcId="{39A815D8-7CDD-4578-BE8D-51B521E95F27}" destId="{21509486-57A2-4A99-B97B-3425061F77A7}" srcOrd="1" destOrd="0" presId="urn:microsoft.com/office/officeart/2018/5/layout/CenteredIconLabelDescriptionList"/>
    <dgm:cxn modelId="{DF49EC4F-AE05-4DAB-A5E9-184041E1C431}" type="presParOf" srcId="{39A815D8-7CDD-4578-BE8D-51B521E95F27}" destId="{65BA753F-35AF-4939-9D6F-F6BBE300C9F6}" srcOrd="2" destOrd="0" presId="urn:microsoft.com/office/officeart/2018/5/layout/CenteredIconLabelDescriptionList"/>
    <dgm:cxn modelId="{5F33D283-65C7-4A19-852F-B96B28DC7843}" type="presParOf" srcId="{39A815D8-7CDD-4578-BE8D-51B521E95F27}" destId="{984A4F06-B1FC-4C7D-9C4F-F5F7259BFD4A}" srcOrd="3" destOrd="0" presId="urn:microsoft.com/office/officeart/2018/5/layout/CenteredIconLabelDescriptionList"/>
    <dgm:cxn modelId="{F3BFF067-1D26-4A57-92F7-2E9774AF7B16}" type="presParOf" srcId="{39A815D8-7CDD-4578-BE8D-51B521E95F27}" destId="{3C72EC50-59CF-4E35-BA92-5CBF76E09CC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E160867F-30D8-4344-BA3B-67093E812F5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4FBBB6-DE37-44F3-8685-F322B365A2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multisignature</a:t>
          </a:r>
          <a:r>
            <a:rPr lang="tr-TR"/>
            <a:t> </a:t>
          </a:r>
          <a:r>
            <a:rPr lang="en-US"/>
            <a:t>address script </a:t>
          </a:r>
        </a:p>
      </dgm:t>
    </dgm:pt>
    <dgm:pt modelId="{9CD61738-7FAC-44C1-9AE2-7041AA911FDC}" type="parTrans" cxnId="{C7631372-5E33-4FF6-8969-F6DBC5DC4D7F}">
      <dgm:prSet/>
      <dgm:spPr/>
      <dgm:t>
        <a:bodyPr/>
        <a:lstStyle/>
        <a:p>
          <a:endParaRPr lang="en-US"/>
        </a:p>
      </dgm:t>
    </dgm:pt>
    <dgm:pt modelId="{E2703128-DA9C-44DD-99B2-5FA888B8CEFB}" type="sibTrans" cxnId="{C7631372-5E33-4FF6-8969-F6DBC5DC4D7F}">
      <dgm:prSet/>
      <dgm:spPr/>
      <dgm:t>
        <a:bodyPr/>
        <a:lstStyle/>
        <a:p>
          <a:endParaRPr lang="en-US"/>
        </a:p>
      </dgm:t>
    </dgm:pt>
    <dgm:pt modelId="{C7A5F6F7-B9FE-49B9-8123-B481945B54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Currently</a:t>
          </a:r>
          <a:r>
            <a:rPr lang="tr-TR"/>
            <a:t> </a:t>
          </a:r>
          <a:r>
            <a:rPr lang="en-US"/>
            <a:t>the most common implementation of the P2SH function </a:t>
          </a:r>
        </a:p>
      </dgm:t>
    </dgm:pt>
    <dgm:pt modelId="{31F8F0D4-BE81-4FA4-BB9F-278ED7ECE596}" type="parTrans" cxnId="{EA3FBDE4-A103-4C68-9569-19E03924613C}">
      <dgm:prSet/>
      <dgm:spPr/>
      <dgm:t>
        <a:bodyPr/>
        <a:lstStyle/>
        <a:p>
          <a:endParaRPr lang="en-US"/>
        </a:p>
      </dgm:t>
    </dgm:pt>
    <dgm:pt modelId="{8A62037A-5D71-4546-9A46-BA5CCB8F444E}" type="sibTrans" cxnId="{EA3FBDE4-A103-4C68-9569-19E03924613C}">
      <dgm:prSet/>
      <dgm:spPr/>
      <dgm:t>
        <a:bodyPr/>
        <a:lstStyle/>
        <a:p>
          <a:endParaRPr lang="en-US"/>
        </a:p>
      </dgm:t>
    </dgm:pt>
    <dgm:pt modelId="{C0DC305D-AA4F-42B1-AD73-7E03EF322E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Prove of ownership</a:t>
          </a:r>
          <a:endParaRPr lang="en-US"/>
        </a:p>
      </dgm:t>
    </dgm:pt>
    <dgm:pt modelId="{429CCD9F-D9F3-4C7A-A399-CB34534793C0}" type="parTrans" cxnId="{008F3AD6-A6C4-468C-B612-9EB2FF4FD0E5}">
      <dgm:prSet/>
      <dgm:spPr/>
      <dgm:t>
        <a:bodyPr/>
        <a:lstStyle/>
        <a:p>
          <a:endParaRPr lang="en-US"/>
        </a:p>
      </dgm:t>
    </dgm:pt>
    <dgm:pt modelId="{3353C2F1-D4DC-453A-B283-0882537D74B7}" type="sibTrans" cxnId="{008F3AD6-A6C4-468C-B612-9EB2FF4FD0E5}">
      <dgm:prSet/>
      <dgm:spPr/>
      <dgm:t>
        <a:bodyPr/>
        <a:lstStyle/>
        <a:p>
          <a:endParaRPr lang="en-US"/>
        </a:p>
      </dgm:t>
    </dgm:pt>
    <dgm:pt modelId="{3DD6F69E-6A80-449E-AB2F-904A0B171D8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Requires </a:t>
          </a:r>
          <a:r>
            <a:rPr lang="en-US"/>
            <a:t>more</a:t>
          </a:r>
          <a:r>
            <a:rPr lang="tr-TR"/>
            <a:t> </a:t>
          </a:r>
          <a:r>
            <a:rPr lang="en-US"/>
            <a:t>than one signature </a:t>
          </a:r>
        </a:p>
      </dgm:t>
    </dgm:pt>
    <dgm:pt modelId="{A9B6AD68-E954-4D02-AD88-AA91EA7D6F76}" type="parTrans" cxnId="{4664F3C8-EEB5-473B-B4F8-E0637CCC81E0}">
      <dgm:prSet/>
      <dgm:spPr/>
      <dgm:t>
        <a:bodyPr/>
        <a:lstStyle/>
        <a:p>
          <a:endParaRPr lang="en-US"/>
        </a:p>
      </dgm:t>
    </dgm:pt>
    <dgm:pt modelId="{8752A3E7-09C9-4BD4-82EB-009DD0786BB5}" type="sibTrans" cxnId="{4664F3C8-EEB5-473B-B4F8-E0637CCC81E0}">
      <dgm:prSet/>
      <dgm:spPr/>
      <dgm:t>
        <a:bodyPr/>
        <a:lstStyle/>
        <a:p>
          <a:endParaRPr lang="en-US"/>
        </a:p>
      </dgm:t>
    </dgm:pt>
    <dgm:pt modelId="{EBBF3EB0-B19B-4B54-9A4D-A77B28A67A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prove ownership and spend funds</a:t>
          </a:r>
          <a:endParaRPr lang="en-US"/>
        </a:p>
      </dgm:t>
    </dgm:pt>
    <dgm:pt modelId="{42B469A2-FC2C-4ABE-ACFC-39374B3BCEEE}" type="parTrans" cxnId="{34FFD898-AEC8-4D94-B272-6AEAE2FEDCC4}">
      <dgm:prSet/>
      <dgm:spPr/>
      <dgm:t>
        <a:bodyPr/>
        <a:lstStyle/>
        <a:p>
          <a:endParaRPr lang="en-US"/>
        </a:p>
      </dgm:t>
    </dgm:pt>
    <dgm:pt modelId="{E3D72D58-644D-4BDC-BA8E-3BA0A8ABF0DC}" type="sibTrans" cxnId="{34FFD898-AEC8-4D94-B272-6AEAE2FEDCC4}">
      <dgm:prSet/>
      <dgm:spPr/>
      <dgm:t>
        <a:bodyPr/>
        <a:lstStyle/>
        <a:p>
          <a:endParaRPr lang="en-US"/>
        </a:p>
      </dgm:t>
    </dgm:pt>
    <dgm:pt modelId="{21CF53FA-B49A-4939-8989-A33E5C92CD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M-of-N multisig</a:t>
          </a:r>
        </a:p>
      </dgm:t>
    </dgm:pt>
    <dgm:pt modelId="{16BE9B2D-BEDA-4AF3-B16B-A22C44C17A0A}" type="parTrans" cxnId="{2D4B8E77-369C-4C24-9A6C-3D24FE61BF73}">
      <dgm:prSet/>
      <dgm:spPr/>
      <dgm:t>
        <a:bodyPr/>
        <a:lstStyle/>
        <a:p>
          <a:endParaRPr lang="en-US"/>
        </a:p>
      </dgm:t>
    </dgm:pt>
    <dgm:pt modelId="{F86162B7-4283-41EB-8FB6-BCD390AB4D88}" type="sibTrans" cxnId="{2D4B8E77-369C-4C24-9A6C-3D24FE61BF73}">
      <dgm:prSet/>
      <dgm:spPr/>
      <dgm:t>
        <a:bodyPr/>
        <a:lstStyle/>
        <a:p>
          <a:endParaRPr lang="en-US"/>
        </a:p>
      </dgm:t>
    </dgm:pt>
    <dgm:pt modelId="{BEA8F1A2-0507-4EF9-BB62-A2E90BF70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multisignature</a:t>
          </a:r>
          <a:r>
            <a:rPr lang="tr-TR"/>
            <a:t> </a:t>
          </a:r>
          <a:r>
            <a:rPr lang="en-US"/>
            <a:t>feature is designed </a:t>
          </a:r>
        </a:p>
      </dgm:t>
    </dgm:pt>
    <dgm:pt modelId="{F1CFC51E-115B-4469-B57F-BCB9F6DA6E77}" type="parTrans" cxnId="{847F2A4B-8040-4C16-99AF-F5D5AC3782E3}">
      <dgm:prSet/>
      <dgm:spPr/>
      <dgm:t>
        <a:bodyPr/>
        <a:lstStyle/>
        <a:p>
          <a:endParaRPr lang="en-US"/>
        </a:p>
      </dgm:t>
    </dgm:pt>
    <dgm:pt modelId="{1E4B7DFF-BD7A-427B-BA88-B47274D4A903}" type="sibTrans" cxnId="{847F2A4B-8040-4C16-99AF-F5D5AC3782E3}">
      <dgm:prSet/>
      <dgm:spPr/>
      <dgm:t>
        <a:bodyPr/>
        <a:lstStyle/>
        <a:p>
          <a:endParaRPr lang="en-US"/>
        </a:p>
      </dgm:t>
    </dgm:pt>
    <dgm:pt modelId="{DC3BC6A3-9996-40FE-B671-80288DFD3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require M signatures</a:t>
          </a:r>
          <a:r>
            <a:rPr lang="tr-TR"/>
            <a:t> </a:t>
          </a:r>
          <a:r>
            <a:rPr lang="en-US"/>
            <a:t>from a total of N keys</a:t>
          </a:r>
        </a:p>
      </dgm:t>
    </dgm:pt>
    <dgm:pt modelId="{77812D78-1741-4BAD-BC4F-F451B0448D12}" type="parTrans" cxnId="{21992ED3-19B4-41ED-8056-27868603C15A}">
      <dgm:prSet/>
      <dgm:spPr/>
      <dgm:t>
        <a:bodyPr/>
        <a:lstStyle/>
        <a:p>
          <a:endParaRPr lang="en-US"/>
        </a:p>
      </dgm:t>
    </dgm:pt>
    <dgm:pt modelId="{09AC99AB-05FE-4769-9685-E8FC0854B29D}" type="sibTrans" cxnId="{21992ED3-19B4-41ED-8056-27868603C15A}">
      <dgm:prSet/>
      <dgm:spPr/>
      <dgm:t>
        <a:bodyPr/>
        <a:lstStyle/>
        <a:p>
          <a:endParaRPr lang="en-US"/>
        </a:p>
      </dgm:t>
    </dgm:pt>
    <dgm:pt modelId="{58305C75-2C29-439C-8991-74DB9E31B6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M-of-N multisig</a:t>
          </a:r>
          <a:r>
            <a:rPr lang="tr-TR"/>
            <a:t> </a:t>
          </a:r>
          <a:r>
            <a:rPr lang="en-US"/>
            <a:t>where M </a:t>
          </a:r>
          <a:r>
            <a:rPr lang="tr-TR"/>
            <a:t>=&lt; </a:t>
          </a:r>
          <a:r>
            <a:rPr lang="en-US"/>
            <a:t>N</a:t>
          </a:r>
        </a:p>
      </dgm:t>
    </dgm:pt>
    <dgm:pt modelId="{3972811E-53B0-48BE-8118-3DB36BB4C77D}" type="parTrans" cxnId="{A285F879-C675-4F5C-8259-4D330441B3B3}">
      <dgm:prSet/>
      <dgm:spPr/>
      <dgm:t>
        <a:bodyPr/>
        <a:lstStyle/>
        <a:p>
          <a:endParaRPr lang="en-US"/>
        </a:p>
      </dgm:t>
    </dgm:pt>
    <dgm:pt modelId="{4AB39358-DFDC-414B-9702-26D1BB03B0A0}" type="sibTrans" cxnId="{A285F879-C675-4F5C-8259-4D330441B3B3}">
      <dgm:prSet/>
      <dgm:spPr/>
      <dgm:t>
        <a:bodyPr/>
        <a:lstStyle/>
        <a:p>
          <a:endParaRPr lang="en-US"/>
        </a:p>
      </dgm:t>
    </dgm:pt>
    <dgm:pt modelId="{6101ACD2-88A7-4906-AA23-7810FB3769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1-of-2 signatures </a:t>
          </a:r>
        </a:p>
      </dgm:t>
    </dgm:pt>
    <dgm:pt modelId="{C1ABE9DC-F113-47C8-AA9D-6A93649FAC74}" type="parTrans" cxnId="{FFDAA190-A379-4762-AAD3-66C0BA7532D0}">
      <dgm:prSet/>
      <dgm:spPr/>
      <dgm:t>
        <a:bodyPr/>
        <a:lstStyle/>
        <a:p>
          <a:endParaRPr lang="en-US"/>
        </a:p>
      </dgm:t>
    </dgm:pt>
    <dgm:pt modelId="{8F541381-10C0-48D4-AA06-1A96D2D6080A}" type="sibTrans" cxnId="{FFDAA190-A379-4762-AAD3-66C0BA7532D0}">
      <dgm:prSet/>
      <dgm:spPr/>
      <dgm:t>
        <a:bodyPr/>
        <a:lstStyle/>
        <a:p>
          <a:endParaRPr lang="en-US"/>
        </a:p>
      </dgm:t>
    </dgm:pt>
    <dgm:pt modelId="{289EECB3-E1D7-4E34-9382-B5C24FB4067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Bob </a:t>
          </a:r>
          <a:r>
            <a:rPr lang="en-US"/>
            <a:t>and his spouse</a:t>
          </a:r>
          <a:r>
            <a:rPr lang="tr-TR"/>
            <a:t> owns 2 kyes</a:t>
          </a:r>
          <a:endParaRPr lang="en-US"/>
        </a:p>
      </dgm:t>
    </dgm:pt>
    <dgm:pt modelId="{3585ED88-5D78-4DEC-A500-755FE2D3C58F}" type="parTrans" cxnId="{28301C2B-E1FC-4361-B6F1-2B56E092F110}">
      <dgm:prSet/>
      <dgm:spPr/>
      <dgm:t>
        <a:bodyPr/>
        <a:lstStyle/>
        <a:p>
          <a:endParaRPr lang="en-US"/>
        </a:p>
      </dgm:t>
    </dgm:pt>
    <dgm:pt modelId="{F1DEDFD6-9FD7-4DFC-9D52-B9027D94E90B}" type="sibTrans" cxnId="{28301C2B-E1FC-4361-B6F1-2B56E092F110}">
      <dgm:prSet/>
      <dgm:spPr/>
      <dgm:t>
        <a:bodyPr/>
        <a:lstStyle/>
        <a:p>
          <a:endParaRPr lang="en-US"/>
        </a:p>
      </dgm:t>
    </dgm:pt>
    <dgm:pt modelId="{C90ADF18-DF0D-408C-AE77-87FF94F196C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Any of them can sign and spend the fund</a:t>
          </a:r>
          <a:endParaRPr lang="en-US"/>
        </a:p>
      </dgm:t>
    </dgm:pt>
    <dgm:pt modelId="{FBB4D51E-D6B5-4B53-8B9C-D7BAF3747E15}" type="parTrans" cxnId="{308348DB-C83D-4C02-BABB-28215103D1A8}">
      <dgm:prSet/>
      <dgm:spPr/>
      <dgm:t>
        <a:bodyPr/>
        <a:lstStyle/>
        <a:p>
          <a:endParaRPr lang="en-US"/>
        </a:p>
      </dgm:t>
    </dgm:pt>
    <dgm:pt modelId="{722D2EBC-2C18-479A-AB69-102877F34D4E}" type="sibTrans" cxnId="{308348DB-C83D-4C02-BABB-28215103D1A8}">
      <dgm:prSet/>
      <dgm:spPr/>
      <dgm:t>
        <a:bodyPr/>
        <a:lstStyle/>
        <a:p>
          <a:endParaRPr lang="en-US"/>
        </a:p>
      </dgm:t>
    </dgm:pt>
    <dgm:pt modelId="{F1973C72-49E9-4030-83BD-4A93E1301E82}" type="pres">
      <dgm:prSet presAssocID="{E160867F-30D8-4344-BA3B-67093E812F53}" presName="root" presStyleCnt="0">
        <dgm:presLayoutVars>
          <dgm:dir/>
          <dgm:resizeHandles val="exact"/>
        </dgm:presLayoutVars>
      </dgm:prSet>
      <dgm:spPr/>
    </dgm:pt>
    <dgm:pt modelId="{70F0096F-7FB0-40DB-8C50-2201AED6377A}" type="pres">
      <dgm:prSet presAssocID="{E14FBBB6-DE37-44F3-8685-F322B365A269}" presName="compNode" presStyleCnt="0"/>
      <dgm:spPr/>
    </dgm:pt>
    <dgm:pt modelId="{A6B6933D-65CD-4A45-B542-E112ABA4FC5B}" type="pres">
      <dgm:prSet presAssocID="{E14FBBB6-DE37-44F3-8685-F322B365A26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95B11B9-5AF0-4275-93D2-8221AFBFB449}" type="pres">
      <dgm:prSet presAssocID="{E14FBBB6-DE37-44F3-8685-F322B365A269}" presName="iconSpace" presStyleCnt="0"/>
      <dgm:spPr/>
    </dgm:pt>
    <dgm:pt modelId="{59B32AE6-427F-457B-B703-F5E92AB4FB16}" type="pres">
      <dgm:prSet presAssocID="{E14FBBB6-DE37-44F3-8685-F322B365A269}" presName="parTx" presStyleLbl="revTx" presStyleIdx="0" presStyleCnt="8">
        <dgm:presLayoutVars>
          <dgm:chMax val="0"/>
          <dgm:chPref val="0"/>
        </dgm:presLayoutVars>
      </dgm:prSet>
      <dgm:spPr/>
    </dgm:pt>
    <dgm:pt modelId="{4EE17B8A-D13A-40D0-A9D3-11746B446586}" type="pres">
      <dgm:prSet presAssocID="{E14FBBB6-DE37-44F3-8685-F322B365A269}" presName="txSpace" presStyleCnt="0"/>
      <dgm:spPr/>
    </dgm:pt>
    <dgm:pt modelId="{66D6B1D5-2844-4568-8F51-A9BBEBCD5274}" type="pres">
      <dgm:prSet presAssocID="{E14FBBB6-DE37-44F3-8685-F322B365A269}" presName="desTx" presStyleLbl="revTx" presStyleIdx="1" presStyleCnt="8">
        <dgm:presLayoutVars/>
      </dgm:prSet>
      <dgm:spPr/>
    </dgm:pt>
    <dgm:pt modelId="{68F24F7C-FF1B-4870-AAD7-E399B051CE38}" type="pres">
      <dgm:prSet presAssocID="{E2703128-DA9C-44DD-99B2-5FA888B8CEFB}" presName="sibTrans" presStyleCnt="0"/>
      <dgm:spPr/>
    </dgm:pt>
    <dgm:pt modelId="{6C29A8DA-AB50-43ED-B056-D5066F54976E}" type="pres">
      <dgm:prSet presAssocID="{C0DC305D-AA4F-42B1-AD73-7E03EF322EDE}" presName="compNode" presStyleCnt="0"/>
      <dgm:spPr/>
    </dgm:pt>
    <dgm:pt modelId="{44E59D29-16E9-4942-9E1C-0B2CF7FAC999}" type="pres">
      <dgm:prSet presAssocID="{C0DC305D-AA4F-42B1-AD73-7E03EF322E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24ECE2B-3EC2-45DB-8A55-EA9596264157}" type="pres">
      <dgm:prSet presAssocID="{C0DC305D-AA4F-42B1-AD73-7E03EF322EDE}" presName="iconSpace" presStyleCnt="0"/>
      <dgm:spPr/>
    </dgm:pt>
    <dgm:pt modelId="{709932E5-7007-4550-BAC9-3603512CD13A}" type="pres">
      <dgm:prSet presAssocID="{C0DC305D-AA4F-42B1-AD73-7E03EF322EDE}" presName="parTx" presStyleLbl="revTx" presStyleIdx="2" presStyleCnt="8">
        <dgm:presLayoutVars>
          <dgm:chMax val="0"/>
          <dgm:chPref val="0"/>
        </dgm:presLayoutVars>
      </dgm:prSet>
      <dgm:spPr/>
    </dgm:pt>
    <dgm:pt modelId="{C1CBFD2A-33A3-44A3-A8DB-97C5256ED671}" type="pres">
      <dgm:prSet presAssocID="{C0DC305D-AA4F-42B1-AD73-7E03EF322EDE}" presName="txSpace" presStyleCnt="0"/>
      <dgm:spPr/>
    </dgm:pt>
    <dgm:pt modelId="{244B8B2B-ADC8-4F3C-9E69-2E0E2C7D86D2}" type="pres">
      <dgm:prSet presAssocID="{C0DC305D-AA4F-42B1-AD73-7E03EF322EDE}" presName="desTx" presStyleLbl="revTx" presStyleIdx="3" presStyleCnt="8">
        <dgm:presLayoutVars/>
      </dgm:prSet>
      <dgm:spPr/>
    </dgm:pt>
    <dgm:pt modelId="{56731A26-0644-4F3B-8103-5520DF3228A0}" type="pres">
      <dgm:prSet presAssocID="{3353C2F1-D4DC-453A-B283-0882537D74B7}" presName="sibTrans" presStyleCnt="0"/>
      <dgm:spPr/>
    </dgm:pt>
    <dgm:pt modelId="{05E1884D-0F23-406A-8F19-180354BBCF44}" type="pres">
      <dgm:prSet presAssocID="{21CF53FA-B49A-4939-8989-A33E5C92CDD4}" presName="compNode" presStyleCnt="0"/>
      <dgm:spPr/>
    </dgm:pt>
    <dgm:pt modelId="{338241E0-F6A4-46D2-9E10-05133346483C}" type="pres">
      <dgm:prSet presAssocID="{21CF53FA-B49A-4939-8989-A33E5C92CD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D4E1E04-F1B9-4486-8E70-5063BEA3E2E6}" type="pres">
      <dgm:prSet presAssocID="{21CF53FA-B49A-4939-8989-A33E5C92CDD4}" presName="iconSpace" presStyleCnt="0"/>
      <dgm:spPr/>
    </dgm:pt>
    <dgm:pt modelId="{48FE9652-C8A3-40A2-A308-A0EFA8627480}" type="pres">
      <dgm:prSet presAssocID="{21CF53FA-B49A-4939-8989-A33E5C92CDD4}" presName="parTx" presStyleLbl="revTx" presStyleIdx="4" presStyleCnt="8">
        <dgm:presLayoutVars>
          <dgm:chMax val="0"/>
          <dgm:chPref val="0"/>
        </dgm:presLayoutVars>
      </dgm:prSet>
      <dgm:spPr/>
    </dgm:pt>
    <dgm:pt modelId="{C98E070B-35CD-4FA0-A8F0-DF3EE4E4ED65}" type="pres">
      <dgm:prSet presAssocID="{21CF53FA-B49A-4939-8989-A33E5C92CDD4}" presName="txSpace" presStyleCnt="0"/>
      <dgm:spPr/>
    </dgm:pt>
    <dgm:pt modelId="{E906DAD1-9CBE-4778-B70A-0DBA8849A248}" type="pres">
      <dgm:prSet presAssocID="{21CF53FA-B49A-4939-8989-A33E5C92CDD4}" presName="desTx" presStyleLbl="revTx" presStyleIdx="5" presStyleCnt="8">
        <dgm:presLayoutVars/>
      </dgm:prSet>
      <dgm:spPr/>
    </dgm:pt>
    <dgm:pt modelId="{49954235-3948-474F-A6D7-A209E7BA984D}" type="pres">
      <dgm:prSet presAssocID="{F86162B7-4283-41EB-8FB6-BCD390AB4D88}" presName="sibTrans" presStyleCnt="0"/>
      <dgm:spPr/>
    </dgm:pt>
    <dgm:pt modelId="{212B6411-2898-488C-B983-3E0D914FF512}" type="pres">
      <dgm:prSet presAssocID="{6101ACD2-88A7-4906-AA23-7810FB3769A1}" presName="compNode" presStyleCnt="0"/>
      <dgm:spPr/>
    </dgm:pt>
    <dgm:pt modelId="{9ECF1E0A-A477-4148-973F-6D310D969D3C}" type="pres">
      <dgm:prSet presAssocID="{6101ACD2-88A7-4906-AA23-7810FB3769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E6DAC3C-04AE-4059-BE56-452AC1EC0BCD}" type="pres">
      <dgm:prSet presAssocID="{6101ACD2-88A7-4906-AA23-7810FB3769A1}" presName="iconSpace" presStyleCnt="0"/>
      <dgm:spPr/>
    </dgm:pt>
    <dgm:pt modelId="{C9AF743F-789C-40A7-BFD5-60F3E1B88A59}" type="pres">
      <dgm:prSet presAssocID="{6101ACD2-88A7-4906-AA23-7810FB3769A1}" presName="parTx" presStyleLbl="revTx" presStyleIdx="6" presStyleCnt="8">
        <dgm:presLayoutVars>
          <dgm:chMax val="0"/>
          <dgm:chPref val="0"/>
        </dgm:presLayoutVars>
      </dgm:prSet>
      <dgm:spPr/>
    </dgm:pt>
    <dgm:pt modelId="{19D61ECA-B1AC-4F99-974B-1960B1C3AFF9}" type="pres">
      <dgm:prSet presAssocID="{6101ACD2-88A7-4906-AA23-7810FB3769A1}" presName="txSpace" presStyleCnt="0"/>
      <dgm:spPr/>
    </dgm:pt>
    <dgm:pt modelId="{D388DD5F-8059-4330-A10A-A8A637EEFFA8}" type="pres">
      <dgm:prSet presAssocID="{6101ACD2-88A7-4906-AA23-7810FB3769A1}" presName="desTx" presStyleLbl="revTx" presStyleIdx="7" presStyleCnt="8">
        <dgm:presLayoutVars/>
      </dgm:prSet>
      <dgm:spPr/>
    </dgm:pt>
  </dgm:ptLst>
  <dgm:cxnLst>
    <dgm:cxn modelId="{802B6F07-DADB-436C-ABAC-7BE166792BD5}" type="presOf" srcId="{C7A5F6F7-B9FE-49B9-8123-B481945B5450}" destId="{66D6B1D5-2844-4568-8F51-A9BBEBCD5274}" srcOrd="0" destOrd="0" presId="urn:microsoft.com/office/officeart/2018/5/layout/CenteredIconLabelDescriptionList"/>
    <dgm:cxn modelId="{D107ED1A-EA2B-4447-88F7-256609052507}" type="presOf" srcId="{289EECB3-E1D7-4E34-9382-B5C24FB40677}" destId="{D388DD5F-8059-4330-A10A-A8A637EEFFA8}" srcOrd="0" destOrd="0" presId="urn:microsoft.com/office/officeart/2018/5/layout/CenteredIconLabelDescriptionList"/>
    <dgm:cxn modelId="{28301C2B-E1FC-4361-B6F1-2B56E092F110}" srcId="{6101ACD2-88A7-4906-AA23-7810FB3769A1}" destId="{289EECB3-E1D7-4E34-9382-B5C24FB40677}" srcOrd="0" destOrd="0" parTransId="{3585ED88-5D78-4DEC-A500-755FE2D3C58F}" sibTransId="{F1DEDFD6-9FD7-4DFC-9D52-B9027D94E90B}"/>
    <dgm:cxn modelId="{EA95352D-1B71-4CAE-B928-05823ACB23B1}" type="presOf" srcId="{E160867F-30D8-4344-BA3B-67093E812F53}" destId="{F1973C72-49E9-4030-83BD-4A93E1301E82}" srcOrd="0" destOrd="0" presId="urn:microsoft.com/office/officeart/2018/5/layout/CenteredIconLabelDescriptionList"/>
    <dgm:cxn modelId="{847F2A4B-8040-4C16-99AF-F5D5AC3782E3}" srcId="{21CF53FA-B49A-4939-8989-A33E5C92CDD4}" destId="{BEA8F1A2-0507-4EF9-BB62-A2E90BF70235}" srcOrd="0" destOrd="0" parTransId="{F1CFC51E-115B-4469-B57F-BCB9F6DA6E77}" sibTransId="{1E4B7DFF-BD7A-427B-BA88-B47274D4A903}"/>
    <dgm:cxn modelId="{79216B70-79E3-43F0-A9CB-B75B34DDC399}" type="presOf" srcId="{3DD6F69E-6A80-449E-AB2F-904A0B171D81}" destId="{244B8B2B-ADC8-4F3C-9E69-2E0E2C7D86D2}" srcOrd="0" destOrd="0" presId="urn:microsoft.com/office/officeart/2018/5/layout/CenteredIconLabelDescriptionList"/>
    <dgm:cxn modelId="{C7631372-5E33-4FF6-8969-F6DBC5DC4D7F}" srcId="{E160867F-30D8-4344-BA3B-67093E812F53}" destId="{E14FBBB6-DE37-44F3-8685-F322B365A269}" srcOrd="0" destOrd="0" parTransId="{9CD61738-7FAC-44C1-9AE2-7041AA911FDC}" sibTransId="{E2703128-DA9C-44DD-99B2-5FA888B8CEFB}"/>
    <dgm:cxn modelId="{963CC753-1C4B-4C89-85A0-7BEA84BB5F42}" type="presOf" srcId="{EBBF3EB0-B19B-4B54-9A4D-A77B28A67AFD}" destId="{244B8B2B-ADC8-4F3C-9E69-2E0E2C7D86D2}" srcOrd="0" destOrd="1" presId="urn:microsoft.com/office/officeart/2018/5/layout/CenteredIconLabelDescriptionList"/>
    <dgm:cxn modelId="{2D4B8E77-369C-4C24-9A6C-3D24FE61BF73}" srcId="{E160867F-30D8-4344-BA3B-67093E812F53}" destId="{21CF53FA-B49A-4939-8989-A33E5C92CDD4}" srcOrd="2" destOrd="0" parTransId="{16BE9B2D-BEDA-4AF3-B16B-A22C44C17A0A}" sibTransId="{F86162B7-4283-41EB-8FB6-BCD390AB4D88}"/>
    <dgm:cxn modelId="{A285F879-C675-4F5C-8259-4D330441B3B3}" srcId="{21CF53FA-B49A-4939-8989-A33E5C92CDD4}" destId="{58305C75-2C29-439C-8991-74DB9E31B6E2}" srcOrd="2" destOrd="0" parTransId="{3972811E-53B0-48BE-8118-3DB36BB4C77D}" sibTransId="{4AB39358-DFDC-414B-9702-26D1BB03B0A0}"/>
    <dgm:cxn modelId="{791C287D-216B-4D02-80AF-679B6D01980E}" type="presOf" srcId="{21CF53FA-B49A-4939-8989-A33E5C92CDD4}" destId="{48FE9652-C8A3-40A2-A308-A0EFA8627480}" srcOrd="0" destOrd="0" presId="urn:microsoft.com/office/officeart/2018/5/layout/CenteredIconLabelDescriptionList"/>
    <dgm:cxn modelId="{B16F7088-0CCC-4C19-9573-638E3ECEC135}" type="presOf" srcId="{C90ADF18-DF0D-408C-AE77-87FF94F196C6}" destId="{D388DD5F-8059-4330-A10A-A8A637EEFFA8}" srcOrd="0" destOrd="1" presId="urn:microsoft.com/office/officeart/2018/5/layout/CenteredIconLabelDescriptionList"/>
    <dgm:cxn modelId="{FFDAA190-A379-4762-AAD3-66C0BA7532D0}" srcId="{E160867F-30D8-4344-BA3B-67093E812F53}" destId="{6101ACD2-88A7-4906-AA23-7810FB3769A1}" srcOrd="3" destOrd="0" parTransId="{C1ABE9DC-F113-47C8-AA9D-6A93649FAC74}" sibTransId="{8F541381-10C0-48D4-AA06-1A96D2D6080A}"/>
    <dgm:cxn modelId="{34FFD898-AEC8-4D94-B272-6AEAE2FEDCC4}" srcId="{C0DC305D-AA4F-42B1-AD73-7E03EF322EDE}" destId="{EBBF3EB0-B19B-4B54-9A4D-A77B28A67AFD}" srcOrd="1" destOrd="0" parTransId="{42B469A2-FC2C-4ABE-ACFC-39374B3BCEEE}" sibTransId="{E3D72D58-644D-4BDC-BA8E-3BA0A8ABF0DC}"/>
    <dgm:cxn modelId="{F20BEEAF-7208-4591-991A-B4CF19B95002}" type="presOf" srcId="{6101ACD2-88A7-4906-AA23-7810FB3769A1}" destId="{C9AF743F-789C-40A7-BFD5-60F3E1B88A59}" srcOrd="0" destOrd="0" presId="urn:microsoft.com/office/officeart/2018/5/layout/CenteredIconLabelDescriptionList"/>
    <dgm:cxn modelId="{C77FDCC3-320B-4268-B351-5BA479952BA8}" type="presOf" srcId="{E14FBBB6-DE37-44F3-8685-F322B365A269}" destId="{59B32AE6-427F-457B-B703-F5E92AB4FB16}" srcOrd="0" destOrd="0" presId="urn:microsoft.com/office/officeart/2018/5/layout/CenteredIconLabelDescriptionList"/>
    <dgm:cxn modelId="{4664F3C8-EEB5-473B-B4F8-E0637CCC81E0}" srcId="{C0DC305D-AA4F-42B1-AD73-7E03EF322EDE}" destId="{3DD6F69E-6A80-449E-AB2F-904A0B171D81}" srcOrd="0" destOrd="0" parTransId="{A9B6AD68-E954-4D02-AD88-AA91EA7D6F76}" sibTransId="{8752A3E7-09C9-4BD4-82EB-009DD0786BB5}"/>
    <dgm:cxn modelId="{21992ED3-19B4-41ED-8056-27868603C15A}" srcId="{21CF53FA-B49A-4939-8989-A33E5C92CDD4}" destId="{DC3BC6A3-9996-40FE-B671-80288DFD395C}" srcOrd="1" destOrd="0" parTransId="{77812D78-1741-4BAD-BC4F-F451B0448D12}" sibTransId="{09AC99AB-05FE-4769-9685-E8FC0854B29D}"/>
    <dgm:cxn modelId="{8A3CC0D4-14CA-4B08-974F-F69D7D1FFEC2}" type="presOf" srcId="{DC3BC6A3-9996-40FE-B671-80288DFD395C}" destId="{E906DAD1-9CBE-4778-B70A-0DBA8849A248}" srcOrd="0" destOrd="1" presId="urn:microsoft.com/office/officeart/2018/5/layout/CenteredIconLabelDescriptionList"/>
    <dgm:cxn modelId="{008F3AD6-A6C4-468C-B612-9EB2FF4FD0E5}" srcId="{E160867F-30D8-4344-BA3B-67093E812F53}" destId="{C0DC305D-AA4F-42B1-AD73-7E03EF322EDE}" srcOrd="1" destOrd="0" parTransId="{429CCD9F-D9F3-4C7A-A399-CB34534793C0}" sibTransId="{3353C2F1-D4DC-453A-B283-0882537D74B7}"/>
    <dgm:cxn modelId="{F12D8ED6-2EDD-40D7-818B-6B28D7DE1091}" type="presOf" srcId="{BEA8F1A2-0507-4EF9-BB62-A2E90BF70235}" destId="{E906DAD1-9CBE-4778-B70A-0DBA8849A248}" srcOrd="0" destOrd="0" presId="urn:microsoft.com/office/officeart/2018/5/layout/CenteredIconLabelDescriptionList"/>
    <dgm:cxn modelId="{308348DB-C83D-4C02-BABB-28215103D1A8}" srcId="{6101ACD2-88A7-4906-AA23-7810FB3769A1}" destId="{C90ADF18-DF0D-408C-AE77-87FF94F196C6}" srcOrd="1" destOrd="0" parTransId="{FBB4D51E-D6B5-4B53-8B9C-D7BAF3747E15}" sibTransId="{722D2EBC-2C18-479A-AB69-102877F34D4E}"/>
    <dgm:cxn modelId="{F8590EDC-C937-4CAB-B1B7-E5D909AB35E2}" type="presOf" srcId="{58305C75-2C29-439C-8991-74DB9E31B6E2}" destId="{E906DAD1-9CBE-4778-B70A-0DBA8849A248}" srcOrd="0" destOrd="2" presId="urn:microsoft.com/office/officeart/2018/5/layout/CenteredIconLabelDescriptionList"/>
    <dgm:cxn modelId="{EA3FBDE4-A103-4C68-9569-19E03924613C}" srcId="{E14FBBB6-DE37-44F3-8685-F322B365A269}" destId="{C7A5F6F7-B9FE-49B9-8123-B481945B5450}" srcOrd="0" destOrd="0" parTransId="{31F8F0D4-BE81-4FA4-BB9F-278ED7ECE596}" sibTransId="{8A62037A-5D71-4546-9A46-BA5CCB8F444E}"/>
    <dgm:cxn modelId="{144E89E8-0E42-4A69-BA50-B5690F27ADBC}" type="presOf" srcId="{C0DC305D-AA4F-42B1-AD73-7E03EF322EDE}" destId="{709932E5-7007-4550-BAC9-3603512CD13A}" srcOrd="0" destOrd="0" presId="urn:microsoft.com/office/officeart/2018/5/layout/CenteredIconLabelDescriptionList"/>
    <dgm:cxn modelId="{39F93C03-7AF3-4ADE-B203-2C025F0729D3}" type="presParOf" srcId="{F1973C72-49E9-4030-83BD-4A93E1301E82}" destId="{70F0096F-7FB0-40DB-8C50-2201AED6377A}" srcOrd="0" destOrd="0" presId="urn:microsoft.com/office/officeart/2018/5/layout/CenteredIconLabelDescriptionList"/>
    <dgm:cxn modelId="{696DE3A0-6388-41AE-9C74-754138AD8714}" type="presParOf" srcId="{70F0096F-7FB0-40DB-8C50-2201AED6377A}" destId="{A6B6933D-65CD-4A45-B542-E112ABA4FC5B}" srcOrd="0" destOrd="0" presId="urn:microsoft.com/office/officeart/2018/5/layout/CenteredIconLabelDescriptionList"/>
    <dgm:cxn modelId="{64E618FD-DD14-470A-8FF4-ED3FC3297183}" type="presParOf" srcId="{70F0096F-7FB0-40DB-8C50-2201AED6377A}" destId="{D95B11B9-5AF0-4275-93D2-8221AFBFB449}" srcOrd="1" destOrd="0" presId="urn:microsoft.com/office/officeart/2018/5/layout/CenteredIconLabelDescriptionList"/>
    <dgm:cxn modelId="{BE28F8B7-F869-4874-A83E-386E7AE86B63}" type="presParOf" srcId="{70F0096F-7FB0-40DB-8C50-2201AED6377A}" destId="{59B32AE6-427F-457B-B703-F5E92AB4FB16}" srcOrd="2" destOrd="0" presId="urn:microsoft.com/office/officeart/2018/5/layout/CenteredIconLabelDescriptionList"/>
    <dgm:cxn modelId="{4DB1D851-9D9E-44B4-A376-BDD00B14159A}" type="presParOf" srcId="{70F0096F-7FB0-40DB-8C50-2201AED6377A}" destId="{4EE17B8A-D13A-40D0-A9D3-11746B446586}" srcOrd="3" destOrd="0" presId="urn:microsoft.com/office/officeart/2018/5/layout/CenteredIconLabelDescriptionList"/>
    <dgm:cxn modelId="{262ED190-8843-4FE7-B207-748ADCA84CF5}" type="presParOf" srcId="{70F0096F-7FB0-40DB-8C50-2201AED6377A}" destId="{66D6B1D5-2844-4568-8F51-A9BBEBCD5274}" srcOrd="4" destOrd="0" presId="urn:microsoft.com/office/officeart/2018/5/layout/CenteredIconLabelDescriptionList"/>
    <dgm:cxn modelId="{2CA7334F-3671-4D02-8843-6338E092B3B1}" type="presParOf" srcId="{F1973C72-49E9-4030-83BD-4A93E1301E82}" destId="{68F24F7C-FF1B-4870-AAD7-E399B051CE38}" srcOrd="1" destOrd="0" presId="urn:microsoft.com/office/officeart/2018/5/layout/CenteredIconLabelDescriptionList"/>
    <dgm:cxn modelId="{4F583A29-2D2F-41D4-8660-80909A11ED31}" type="presParOf" srcId="{F1973C72-49E9-4030-83BD-4A93E1301E82}" destId="{6C29A8DA-AB50-43ED-B056-D5066F54976E}" srcOrd="2" destOrd="0" presId="urn:microsoft.com/office/officeart/2018/5/layout/CenteredIconLabelDescriptionList"/>
    <dgm:cxn modelId="{B6C032CB-BFB8-41AF-8FE1-D05513EDB71E}" type="presParOf" srcId="{6C29A8DA-AB50-43ED-B056-D5066F54976E}" destId="{44E59D29-16E9-4942-9E1C-0B2CF7FAC999}" srcOrd="0" destOrd="0" presId="urn:microsoft.com/office/officeart/2018/5/layout/CenteredIconLabelDescriptionList"/>
    <dgm:cxn modelId="{1CFB78F6-26D9-4488-87F8-72B2C7FCF64D}" type="presParOf" srcId="{6C29A8DA-AB50-43ED-B056-D5066F54976E}" destId="{824ECE2B-3EC2-45DB-8A55-EA9596264157}" srcOrd="1" destOrd="0" presId="urn:microsoft.com/office/officeart/2018/5/layout/CenteredIconLabelDescriptionList"/>
    <dgm:cxn modelId="{AFFC85A6-37D5-473A-8119-28A15001244D}" type="presParOf" srcId="{6C29A8DA-AB50-43ED-B056-D5066F54976E}" destId="{709932E5-7007-4550-BAC9-3603512CD13A}" srcOrd="2" destOrd="0" presId="urn:microsoft.com/office/officeart/2018/5/layout/CenteredIconLabelDescriptionList"/>
    <dgm:cxn modelId="{1C1BF58F-FEC1-4597-B05E-E9A3DAC6572B}" type="presParOf" srcId="{6C29A8DA-AB50-43ED-B056-D5066F54976E}" destId="{C1CBFD2A-33A3-44A3-A8DB-97C5256ED671}" srcOrd="3" destOrd="0" presId="urn:microsoft.com/office/officeart/2018/5/layout/CenteredIconLabelDescriptionList"/>
    <dgm:cxn modelId="{0195C039-F7FF-4FC1-A31F-DDAECFFEF3E6}" type="presParOf" srcId="{6C29A8DA-AB50-43ED-B056-D5066F54976E}" destId="{244B8B2B-ADC8-4F3C-9E69-2E0E2C7D86D2}" srcOrd="4" destOrd="0" presId="urn:microsoft.com/office/officeart/2018/5/layout/CenteredIconLabelDescriptionList"/>
    <dgm:cxn modelId="{7DAF4002-62CB-4A4F-B0B9-7C6E10272D7C}" type="presParOf" srcId="{F1973C72-49E9-4030-83BD-4A93E1301E82}" destId="{56731A26-0644-4F3B-8103-5520DF3228A0}" srcOrd="3" destOrd="0" presId="urn:microsoft.com/office/officeart/2018/5/layout/CenteredIconLabelDescriptionList"/>
    <dgm:cxn modelId="{572EDF7A-4E30-4C1C-88C8-7F566FA24134}" type="presParOf" srcId="{F1973C72-49E9-4030-83BD-4A93E1301E82}" destId="{05E1884D-0F23-406A-8F19-180354BBCF44}" srcOrd="4" destOrd="0" presId="urn:microsoft.com/office/officeart/2018/5/layout/CenteredIconLabelDescriptionList"/>
    <dgm:cxn modelId="{2620D74C-3F29-470E-A090-373E971C3E8B}" type="presParOf" srcId="{05E1884D-0F23-406A-8F19-180354BBCF44}" destId="{338241E0-F6A4-46D2-9E10-05133346483C}" srcOrd="0" destOrd="0" presId="urn:microsoft.com/office/officeart/2018/5/layout/CenteredIconLabelDescriptionList"/>
    <dgm:cxn modelId="{384DF237-9BAA-423F-B3EA-666AAB36D40A}" type="presParOf" srcId="{05E1884D-0F23-406A-8F19-180354BBCF44}" destId="{2D4E1E04-F1B9-4486-8E70-5063BEA3E2E6}" srcOrd="1" destOrd="0" presId="urn:microsoft.com/office/officeart/2018/5/layout/CenteredIconLabelDescriptionList"/>
    <dgm:cxn modelId="{46C150E1-CC6D-47D7-BDB6-DCBFBA160A8F}" type="presParOf" srcId="{05E1884D-0F23-406A-8F19-180354BBCF44}" destId="{48FE9652-C8A3-40A2-A308-A0EFA8627480}" srcOrd="2" destOrd="0" presId="urn:microsoft.com/office/officeart/2018/5/layout/CenteredIconLabelDescriptionList"/>
    <dgm:cxn modelId="{0139A0A0-6541-4AB7-9D76-5EA594320DDD}" type="presParOf" srcId="{05E1884D-0F23-406A-8F19-180354BBCF44}" destId="{C98E070B-35CD-4FA0-A8F0-DF3EE4E4ED65}" srcOrd="3" destOrd="0" presId="urn:microsoft.com/office/officeart/2018/5/layout/CenteredIconLabelDescriptionList"/>
    <dgm:cxn modelId="{61903451-D677-4C6F-87F1-EE6493C6D224}" type="presParOf" srcId="{05E1884D-0F23-406A-8F19-180354BBCF44}" destId="{E906DAD1-9CBE-4778-B70A-0DBA8849A248}" srcOrd="4" destOrd="0" presId="urn:microsoft.com/office/officeart/2018/5/layout/CenteredIconLabelDescriptionList"/>
    <dgm:cxn modelId="{55BC5C6B-FB95-4526-8A06-8CCB151C4FC6}" type="presParOf" srcId="{F1973C72-49E9-4030-83BD-4A93E1301E82}" destId="{49954235-3948-474F-A6D7-A209E7BA984D}" srcOrd="5" destOrd="0" presId="urn:microsoft.com/office/officeart/2018/5/layout/CenteredIconLabelDescriptionList"/>
    <dgm:cxn modelId="{5CC5A500-DB5F-443B-8B78-52677B416573}" type="presParOf" srcId="{F1973C72-49E9-4030-83BD-4A93E1301E82}" destId="{212B6411-2898-488C-B983-3E0D914FF512}" srcOrd="6" destOrd="0" presId="urn:microsoft.com/office/officeart/2018/5/layout/CenteredIconLabelDescriptionList"/>
    <dgm:cxn modelId="{C75F1E0F-FA15-4A3D-B503-535352420C77}" type="presParOf" srcId="{212B6411-2898-488C-B983-3E0D914FF512}" destId="{9ECF1E0A-A477-4148-973F-6D310D969D3C}" srcOrd="0" destOrd="0" presId="urn:microsoft.com/office/officeart/2018/5/layout/CenteredIconLabelDescriptionList"/>
    <dgm:cxn modelId="{214667C3-4C15-46AF-A6DC-8C6EB480761B}" type="presParOf" srcId="{212B6411-2898-488C-B983-3E0D914FF512}" destId="{5E6DAC3C-04AE-4059-BE56-452AC1EC0BCD}" srcOrd="1" destOrd="0" presId="urn:microsoft.com/office/officeart/2018/5/layout/CenteredIconLabelDescriptionList"/>
    <dgm:cxn modelId="{C36C34F8-4E90-4168-8A0F-F4FC011D23A0}" type="presParOf" srcId="{212B6411-2898-488C-B983-3E0D914FF512}" destId="{C9AF743F-789C-40A7-BFD5-60F3E1B88A59}" srcOrd="2" destOrd="0" presId="urn:microsoft.com/office/officeart/2018/5/layout/CenteredIconLabelDescriptionList"/>
    <dgm:cxn modelId="{C5C7583D-CE94-44A7-992F-22E9B991E3BA}" type="presParOf" srcId="{212B6411-2898-488C-B983-3E0D914FF512}" destId="{19D61ECA-B1AC-4F99-974B-1960B1C3AFF9}" srcOrd="3" destOrd="0" presId="urn:microsoft.com/office/officeart/2018/5/layout/CenteredIconLabelDescriptionList"/>
    <dgm:cxn modelId="{0BF98E4A-6D89-4BCC-A16A-FD0FC8FF9673}" type="presParOf" srcId="{212B6411-2898-488C-B983-3E0D914FF512}" destId="{D388DD5F-8059-4330-A10A-A8A637EEFFA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0ADE9D03-773D-4564-9C19-A95DBA093AB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460B39-07B7-4846-AB6C-A0E9C9EA9492}">
      <dgm:prSet/>
      <dgm:spPr/>
      <dgm:t>
        <a:bodyPr/>
        <a:lstStyle/>
        <a:p>
          <a:r>
            <a:rPr lang="tr-TR"/>
            <a:t>Addresses with messages</a:t>
          </a:r>
          <a:endParaRPr lang="en-US"/>
        </a:p>
      </dgm:t>
    </dgm:pt>
    <dgm:pt modelId="{B548E080-F199-4F3C-ADCC-14E1F99D301E}" type="parTrans" cxnId="{748A6AF2-68A6-43E0-9237-73DE9A7A8405}">
      <dgm:prSet/>
      <dgm:spPr/>
      <dgm:t>
        <a:bodyPr/>
        <a:lstStyle/>
        <a:p>
          <a:endParaRPr lang="en-US"/>
        </a:p>
      </dgm:t>
    </dgm:pt>
    <dgm:pt modelId="{69A22D17-9104-427D-88E6-24C168E4EF7E}" type="sibTrans" cxnId="{748A6AF2-68A6-43E0-9237-73DE9A7A8405}">
      <dgm:prSet/>
      <dgm:spPr/>
      <dgm:t>
        <a:bodyPr/>
        <a:lstStyle/>
        <a:p>
          <a:endParaRPr lang="en-US"/>
        </a:p>
      </dgm:t>
    </dgm:pt>
    <dgm:pt modelId="{F13A8C5D-83E3-43BA-9C5E-222687AA8492}">
      <dgm:prSet/>
      <dgm:spPr/>
      <dgm:t>
        <a:bodyPr/>
        <a:lstStyle/>
        <a:p>
          <a:r>
            <a:rPr lang="en-US"/>
            <a:t>valid bitcoin addresses that contain human-readable messages.</a:t>
          </a:r>
        </a:p>
      </dgm:t>
    </dgm:pt>
    <dgm:pt modelId="{F618217D-91EC-4782-8EF9-052CEEAEFC06}" type="parTrans" cxnId="{09E9879E-B0F9-4281-995E-4C1013E23810}">
      <dgm:prSet/>
      <dgm:spPr/>
      <dgm:t>
        <a:bodyPr/>
        <a:lstStyle/>
        <a:p>
          <a:endParaRPr lang="en-US"/>
        </a:p>
      </dgm:t>
    </dgm:pt>
    <dgm:pt modelId="{24173163-21A6-46DE-9D56-87B721C504BE}" type="sibTrans" cxnId="{09E9879E-B0F9-4281-995E-4C1013E23810}">
      <dgm:prSet/>
      <dgm:spPr/>
      <dgm:t>
        <a:bodyPr/>
        <a:lstStyle/>
        <a:p>
          <a:endParaRPr lang="en-US"/>
        </a:p>
      </dgm:t>
    </dgm:pt>
    <dgm:pt modelId="{3646C87C-CD36-4979-8AF7-EEEE8C158541}">
      <dgm:prSet/>
      <dgm:spPr/>
      <dgm:t>
        <a:bodyPr/>
        <a:lstStyle/>
        <a:p>
          <a:r>
            <a:rPr lang="tr-TR"/>
            <a:t>«Love»</a:t>
          </a:r>
          <a:endParaRPr lang="en-US"/>
        </a:p>
      </dgm:t>
    </dgm:pt>
    <dgm:pt modelId="{DBDDB20F-5A53-4AED-BB67-F0CF821846C1}" type="parTrans" cxnId="{DE2CAAC8-F6C2-4A6B-A834-B51C97F2A753}">
      <dgm:prSet/>
      <dgm:spPr/>
      <dgm:t>
        <a:bodyPr/>
        <a:lstStyle/>
        <a:p>
          <a:endParaRPr lang="en-US"/>
        </a:p>
      </dgm:t>
    </dgm:pt>
    <dgm:pt modelId="{6DD6B2F9-EB6E-42BB-B0AF-61C7328424D2}" type="sibTrans" cxnId="{DE2CAAC8-F6C2-4A6B-A834-B51C97F2A753}">
      <dgm:prSet/>
      <dgm:spPr/>
      <dgm:t>
        <a:bodyPr/>
        <a:lstStyle/>
        <a:p>
          <a:endParaRPr lang="en-US"/>
        </a:p>
      </dgm:t>
    </dgm:pt>
    <dgm:pt modelId="{25F29CC7-5EF4-4DCC-933F-369CA24FDA72}">
      <dgm:prSet/>
      <dgm:spPr/>
      <dgm:t>
        <a:bodyPr/>
        <a:lstStyle/>
        <a:p>
          <a:r>
            <a:rPr lang="en-US"/>
            <a:t>1LoveBPzzD72PUXLzCkYAtGFYmK5vYNR33 is a valid address</a:t>
          </a:r>
        </a:p>
      </dgm:t>
    </dgm:pt>
    <dgm:pt modelId="{E59AFE35-A839-451A-8AE8-C7A48CE5A34C}" type="parTrans" cxnId="{DCE41CBC-2320-4645-ADB6-4B60B84DF136}">
      <dgm:prSet/>
      <dgm:spPr/>
      <dgm:t>
        <a:bodyPr/>
        <a:lstStyle/>
        <a:p>
          <a:endParaRPr lang="en-US"/>
        </a:p>
      </dgm:t>
    </dgm:pt>
    <dgm:pt modelId="{0959FFE3-54D3-411E-8D03-1C8450EA4B74}" type="sibTrans" cxnId="{DCE41CBC-2320-4645-ADB6-4B60B84DF136}">
      <dgm:prSet/>
      <dgm:spPr/>
      <dgm:t>
        <a:bodyPr/>
        <a:lstStyle/>
        <a:p>
          <a:endParaRPr lang="en-US"/>
        </a:p>
      </dgm:t>
    </dgm:pt>
    <dgm:pt modelId="{654B9F76-4E62-4E0F-95F6-31CFE5D8D2F5}">
      <dgm:prSet/>
      <dgm:spPr/>
      <dgm:t>
        <a:bodyPr/>
        <a:lstStyle/>
        <a:p>
          <a:r>
            <a:rPr lang="en-US"/>
            <a:t>contains</a:t>
          </a:r>
          <a:r>
            <a:rPr lang="tr-TR"/>
            <a:t> </a:t>
          </a:r>
          <a:r>
            <a:rPr lang="en-US"/>
            <a:t>the letters forming the word “Love” as the first four Base-58 letters</a:t>
          </a:r>
        </a:p>
      </dgm:t>
    </dgm:pt>
    <dgm:pt modelId="{821B6239-C92F-4275-8F60-66979EA9AB42}" type="parTrans" cxnId="{73640403-2561-46E0-808F-F73BF4C9F3E9}">
      <dgm:prSet/>
      <dgm:spPr/>
      <dgm:t>
        <a:bodyPr/>
        <a:lstStyle/>
        <a:p>
          <a:endParaRPr lang="en-US"/>
        </a:p>
      </dgm:t>
    </dgm:pt>
    <dgm:pt modelId="{BB93CBF6-AC4B-459D-B0BE-B5D42A3D6448}" type="sibTrans" cxnId="{73640403-2561-46E0-808F-F73BF4C9F3E9}">
      <dgm:prSet/>
      <dgm:spPr/>
      <dgm:t>
        <a:bodyPr/>
        <a:lstStyle/>
        <a:p>
          <a:endParaRPr lang="en-US"/>
        </a:p>
      </dgm:t>
    </dgm:pt>
    <dgm:pt modelId="{A4B88018-010A-4919-BE12-F5159BCA24DC}">
      <dgm:prSet/>
      <dgm:spPr/>
      <dgm:t>
        <a:bodyPr/>
        <a:lstStyle/>
        <a:p>
          <a:r>
            <a:rPr lang="tr-TR"/>
            <a:t>Trial&amp;Error</a:t>
          </a:r>
          <a:endParaRPr lang="en-US"/>
        </a:p>
      </dgm:t>
    </dgm:pt>
    <dgm:pt modelId="{7F8D8AAB-E5D8-4683-8472-31C396191E10}" type="parTrans" cxnId="{71669E8D-5165-49AB-BD21-6E12EB8F94F2}">
      <dgm:prSet/>
      <dgm:spPr/>
      <dgm:t>
        <a:bodyPr/>
        <a:lstStyle/>
        <a:p>
          <a:endParaRPr lang="en-US"/>
        </a:p>
      </dgm:t>
    </dgm:pt>
    <dgm:pt modelId="{6FE0FD6E-038A-43A8-918E-0BD804FD72B9}" type="sibTrans" cxnId="{71669E8D-5165-49AB-BD21-6E12EB8F94F2}">
      <dgm:prSet/>
      <dgm:spPr/>
      <dgm:t>
        <a:bodyPr/>
        <a:lstStyle/>
        <a:p>
          <a:endParaRPr lang="en-US"/>
        </a:p>
      </dgm:t>
    </dgm:pt>
    <dgm:pt modelId="{2538A2E3-1418-4A95-9378-C91FBB4E934D}">
      <dgm:prSet/>
      <dgm:spPr/>
      <dgm:t>
        <a:bodyPr/>
        <a:lstStyle/>
        <a:p>
          <a:r>
            <a:rPr lang="en-US"/>
            <a:t>require generating and testing billions of candidate private keys</a:t>
          </a:r>
        </a:p>
      </dgm:t>
    </dgm:pt>
    <dgm:pt modelId="{87188CBB-6284-46EC-AD14-3DFF2458C009}" type="parTrans" cxnId="{562CBB92-201B-45B7-8E8A-94DB57439945}">
      <dgm:prSet/>
      <dgm:spPr/>
      <dgm:t>
        <a:bodyPr/>
        <a:lstStyle/>
        <a:p>
          <a:endParaRPr lang="en-US"/>
        </a:p>
      </dgm:t>
    </dgm:pt>
    <dgm:pt modelId="{23B90FAF-8C78-4D39-8F47-62F2E391CD00}" type="sibTrans" cxnId="{562CBB92-201B-45B7-8E8A-94DB57439945}">
      <dgm:prSet/>
      <dgm:spPr/>
      <dgm:t>
        <a:bodyPr/>
        <a:lstStyle/>
        <a:p>
          <a:endParaRPr lang="en-US"/>
        </a:p>
      </dgm:t>
    </dgm:pt>
    <dgm:pt modelId="{CAFA924D-C775-4B1A-ADFF-7EF9ADB0539A}">
      <dgm:prSet/>
      <dgm:spPr/>
      <dgm:t>
        <a:bodyPr/>
        <a:lstStyle/>
        <a:p>
          <a:r>
            <a:rPr lang="en-US"/>
            <a:t>until a bitcoin</a:t>
          </a:r>
          <a:r>
            <a:rPr lang="tr-TR"/>
            <a:t> </a:t>
          </a:r>
          <a:r>
            <a:rPr lang="en-US"/>
            <a:t>address with the desired pattern is found.</a:t>
          </a:r>
        </a:p>
      </dgm:t>
    </dgm:pt>
    <dgm:pt modelId="{62544DD1-1F5C-41FF-BB89-7C3CA43BE1E6}" type="parTrans" cxnId="{250FF0AE-54E3-4697-8407-5F937FE7B70B}">
      <dgm:prSet/>
      <dgm:spPr/>
      <dgm:t>
        <a:bodyPr/>
        <a:lstStyle/>
        <a:p>
          <a:endParaRPr lang="en-US"/>
        </a:p>
      </dgm:t>
    </dgm:pt>
    <dgm:pt modelId="{EFEB4294-09E3-4BE0-96AD-56BEBFD8FF9B}" type="sibTrans" cxnId="{250FF0AE-54E3-4697-8407-5F937FE7B70B}">
      <dgm:prSet/>
      <dgm:spPr/>
      <dgm:t>
        <a:bodyPr/>
        <a:lstStyle/>
        <a:p>
          <a:endParaRPr lang="en-US"/>
        </a:p>
      </dgm:t>
    </dgm:pt>
    <dgm:pt modelId="{F4181B8F-C4EC-4B63-892F-50A44D6F7DA5}" type="pres">
      <dgm:prSet presAssocID="{0ADE9D03-773D-4564-9C19-A95DBA093AB2}" presName="linear" presStyleCnt="0">
        <dgm:presLayoutVars>
          <dgm:dir/>
          <dgm:animLvl val="lvl"/>
          <dgm:resizeHandles val="exact"/>
        </dgm:presLayoutVars>
      </dgm:prSet>
      <dgm:spPr/>
    </dgm:pt>
    <dgm:pt modelId="{028959AE-E48B-4B24-8A44-F91FAFACE157}" type="pres">
      <dgm:prSet presAssocID="{AB460B39-07B7-4846-AB6C-A0E9C9EA9492}" presName="parentLin" presStyleCnt="0"/>
      <dgm:spPr/>
    </dgm:pt>
    <dgm:pt modelId="{5A933D96-CEC5-4CDD-9932-C4F6DAF8445F}" type="pres">
      <dgm:prSet presAssocID="{AB460B39-07B7-4846-AB6C-A0E9C9EA9492}" presName="parentLeftMargin" presStyleLbl="node1" presStyleIdx="0" presStyleCnt="3"/>
      <dgm:spPr/>
    </dgm:pt>
    <dgm:pt modelId="{404A35E7-4AC8-4BCF-8392-B47A467516E0}" type="pres">
      <dgm:prSet presAssocID="{AB460B39-07B7-4846-AB6C-A0E9C9EA94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188A1FD-4AE3-4845-9A0A-1FFE21F16393}" type="pres">
      <dgm:prSet presAssocID="{AB460B39-07B7-4846-AB6C-A0E9C9EA9492}" presName="negativeSpace" presStyleCnt="0"/>
      <dgm:spPr/>
    </dgm:pt>
    <dgm:pt modelId="{72823806-F0F8-4244-9394-99104A2FBAC3}" type="pres">
      <dgm:prSet presAssocID="{AB460B39-07B7-4846-AB6C-A0E9C9EA9492}" presName="childText" presStyleLbl="conFgAcc1" presStyleIdx="0" presStyleCnt="3">
        <dgm:presLayoutVars>
          <dgm:bulletEnabled val="1"/>
        </dgm:presLayoutVars>
      </dgm:prSet>
      <dgm:spPr/>
    </dgm:pt>
    <dgm:pt modelId="{FF180EF1-EBCE-48D7-BDE1-AB9FFECAB283}" type="pres">
      <dgm:prSet presAssocID="{69A22D17-9104-427D-88E6-24C168E4EF7E}" presName="spaceBetweenRectangles" presStyleCnt="0"/>
      <dgm:spPr/>
    </dgm:pt>
    <dgm:pt modelId="{0A37C319-0BEA-4A9C-BC3A-29C1E09D34CA}" type="pres">
      <dgm:prSet presAssocID="{3646C87C-CD36-4979-8AF7-EEEE8C158541}" presName="parentLin" presStyleCnt="0"/>
      <dgm:spPr/>
    </dgm:pt>
    <dgm:pt modelId="{069AB803-449C-4030-A736-2B2D575B5528}" type="pres">
      <dgm:prSet presAssocID="{3646C87C-CD36-4979-8AF7-EEEE8C158541}" presName="parentLeftMargin" presStyleLbl="node1" presStyleIdx="0" presStyleCnt="3"/>
      <dgm:spPr/>
    </dgm:pt>
    <dgm:pt modelId="{06517B9B-3025-4F64-8A80-A1AB8DD347F2}" type="pres">
      <dgm:prSet presAssocID="{3646C87C-CD36-4979-8AF7-EEEE8C1585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8823CA-62F9-4CB2-AB9E-E77789554378}" type="pres">
      <dgm:prSet presAssocID="{3646C87C-CD36-4979-8AF7-EEEE8C158541}" presName="negativeSpace" presStyleCnt="0"/>
      <dgm:spPr/>
    </dgm:pt>
    <dgm:pt modelId="{217520E0-F11D-4651-80E3-3F644F1A035C}" type="pres">
      <dgm:prSet presAssocID="{3646C87C-CD36-4979-8AF7-EEEE8C158541}" presName="childText" presStyleLbl="conFgAcc1" presStyleIdx="1" presStyleCnt="3">
        <dgm:presLayoutVars>
          <dgm:bulletEnabled val="1"/>
        </dgm:presLayoutVars>
      </dgm:prSet>
      <dgm:spPr/>
    </dgm:pt>
    <dgm:pt modelId="{8E5E9ED9-32C8-48C0-B2C2-37F63D0EDD42}" type="pres">
      <dgm:prSet presAssocID="{6DD6B2F9-EB6E-42BB-B0AF-61C7328424D2}" presName="spaceBetweenRectangles" presStyleCnt="0"/>
      <dgm:spPr/>
    </dgm:pt>
    <dgm:pt modelId="{857EFA46-4C17-421F-A018-A396FCDF45AC}" type="pres">
      <dgm:prSet presAssocID="{A4B88018-010A-4919-BE12-F5159BCA24DC}" presName="parentLin" presStyleCnt="0"/>
      <dgm:spPr/>
    </dgm:pt>
    <dgm:pt modelId="{AFCB4F93-11C0-44BC-8387-5EB9585BD81C}" type="pres">
      <dgm:prSet presAssocID="{A4B88018-010A-4919-BE12-F5159BCA24DC}" presName="parentLeftMargin" presStyleLbl="node1" presStyleIdx="1" presStyleCnt="3"/>
      <dgm:spPr/>
    </dgm:pt>
    <dgm:pt modelId="{8F8FB738-CAD8-4445-A42E-1FB22517E661}" type="pres">
      <dgm:prSet presAssocID="{A4B88018-010A-4919-BE12-F5159BCA24D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93ABF1-6531-4570-8BCF-13C2D9CBE16B}" type="pres">
      <dgm:prSet presAssocID="{A4B88018-010A-4919-BE12-F5159BCA24DC}" presName="negativeSpace" presStyleCnt="0"/>
      <dgm:spPr/>
    </dgm:pt>
    <dgm:pt modelId="{E4A41F8A-C72C-434D-8479-047FE7D85691}" type="pres">
      <dgm:prSet presAssocID="{A4B88018-010A-4919-BE12-F5159BCA24D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3640403-2561-46E0-808F-F73BF4C9F3E9}" srcId="{3646C87C-CD36-4979-8AF7-EEEE8C158541}" destId="{654B9F76-4E62-4E0F-95F6-31CFE5D8D2F5}" srcOrd="1" destOrd="0" parTransId="{821B6239-C92F-4275-8F60-66979EA9AB42}" sibTransId="{BB93CBF6-AC4B-459D-B0BE-B5D42A3D6448}"/>
    <dgm:cxn modelId="{F9127C0B-4D38-4D67-98A8-A3E51F1AA622}" type="presOf" srcId="{F13A8C5D-83E3-43BA-9C5E-222687AA8492}" destId="{72823806-F0F8-4244-9394-99104A2FBAC3}" srcOrd="0" destOrd="0" presId="urn:microsoft.com/office/officeart/2005/8/layout/list1"/>
    <dgm:cxn modelId="{BD9ED60D-E51B-4A86-BAF7-2EBE95461291}" type="presOf" srcId="{3646C87C-CD36-4979-8AF7-EEEE8C158541}" destId="{06517B9B-3025-4F64-8A80-A1AB8DD347F2}" srcOrd="1" destOrd="0" presId="urn:microsoft.com/office/officeart/2005/8/layout/list1"/>
    <dgm:cxn modelId="{6812BA19-4995-4AB6-A480-B42D8BF8D4B7}" type="presOf" srcId="{2538A2E3-1418-4A95-9378-C91FBB4E934D}" destId="{E4A41F8A-C72C-434D-8479-047FE7D85691}" srcOrd="0" destOrd="0" presId="urn:microsoft.com/office/officeart/2005/8/layout/list1"/>
    <dgm:cxn modelId="{991C551D-1690-471E-B4DD-F4E0DE36299E}" type="presOf" srcId="{654B9F76-4E62-4E0F-95F6-31CFE5D8D2F5}" destId="{217520E0-F11D-4651-80E3-3F644F1A035C}" srcOrd="0" destOrd="1" presId="urn:microsoft.com/office/officeart/2005/8/layout/list1"/>
    <dgm:cxn modelId="{9C675D2B-6CCF-407A-9E66-773B6DBD2AEF}" type="presOf" srcId="{A4B88018-010A-4919-BE12-F5159BCA24DC}" destId="{AFCB4F93-11C0-44BC-8387-5EB9585BD81C}" srcOrd="0" destOrd="0" presId="urn:microsoft.com/office/officeart/2005/8/layout/list1"/>
    <dgm:cxn modelId="{D5CA953D-69A5-4C1D-84BE-371BDC4618C7}" type="presOf" srcId="{25F29CC7-5EF4-4DCC-933F-369CA24FDA72}" destId="{217520E0-F11D-4651-80E3-3F644F1A035C}" srcOrd="0" destOrd="0" presId="urn:microsoft.com/office/officeart/2005/8/layout/list1"/>
    <dgm:cxn modelId="{07539642-D316-465A-AC8B-EF57E3F249E7}" type="presOf" srcId="{A4B88018-010A-4919-BE12-F5159BCA24DC}" destId="{8F8FB738-CAD8-4445-A42E-1FB22517E661}" srcOrd="1" destOrd="0" presId="urn:microsoft.com/office/officeart/2005/8/layout/list1"/>
    <dgm:cxn modelId="{8A52A965-AE57-4D11-904B-187D43A3B811}" type="presOf" srcId="{AB460B39-07B7-4846-AB6C-A0E9C9EA9492}" destId="{404A35E7-4AC8-4BCF-8392-B47A467516E0}" srcOrd="1" destOrd="0" presId="urn:microsoft.com/office/officeart/2005/8/layout/list1"/>
    <dgm:cxn modelId="{A507CF71-E6D0-4011-A40B-F1574278FEF2}" type="presOf" srcId="{CAFA924D-C775-4B1A-ADFF-7EF9ADB0539A}" destId="{E4A41F8A-C72C-434D-8479-047FE7D85691}" srcOrd="0" destOrd="1" presId="urn:microsoft.com/office/officeart/2005/8/layout/list1"/>
    <dgm:cxn modelId="{DC550F80-1A25-4421-AE90-569CD27ED313}" type="presOf" srcId="{0ADE9D03-773D-4564-9C19-A95DBA093AB2}" destId="{F4181B8F-C4EC-4B63-892F-50A44D6F7DA5}" srcOrd="0" destOrd="0" presId="urn:microsoft.com/office/officeart/2005/8/layout/list1"/>
    <dgm:cxn modelId="{BB74B885-2D10-4BDE-A353-9D3F225A1AE5}" type="presOf" srcId="{3646C87C-CD36-4979-8AF7-EEEE8C158541}" destId="{069AB803-449C-4030-A736-2B2D575B5528}" srcOrd="0" destOrd="0" presId="urn:microsoft.com/office/officeart/2005/8/layout/list1"/>
    <dgm:cxn modelId="{71669E8D-5165-49AB-BD21-6E12EB8F94F2}" srcId="{0ADE9D03-773D-4564-9C19-A95DBA093AB2}" destId="{A4B88018-010A-4919-BE12-F5159BCA24DC}" srcOrd="2" destOrd="0" parTransId="{7F8D8AAB-E5D8-4683-8472-31C396191E10}" sibTransId="{6FE0FD6E-038A-43A8-918E-0BD804FD72B9}"/>
    <dgm:cxn modelId="{562CBB92-201B-45B7-8E8A-94DB57439945}" srcId="{A4B88018-010A-4919-BE12-F5159BCA24DC}" destId="{2538A2E3-1418-4A95-9378-C91FBB4E934D}" srcOrd="0" destOrd="0" parTransId="{87188CBB-6284-46EC-AD14-3DFF2458C009}" sibTransId="{23B90FAF-8C78-4D39-8F47-62F2E391CD00}"/>
    <dgm:cxn modelId="{3D98F698-8B59-4035-BFE6-5361BE0CF61B}" type="presOf" srcId="{AB460B39-07B7-4846-AB6C-A0E9C9EA9492}" destId="{5A933D96-CEC5-4CDD-9932-C4F6DAF8445F}" srcOrd="0" destOrd="0" presId="urn:microsoft.com/office/officeart/2005/8/layout/list1"/>
    <dgm:cxn modelId="{09E9879E-B0F9-4281-995E-4C1013E23810}" srcId="{AB460B39-07B7-4846-AB6C-A0E9C9EA9492}" destId="{F13A8C5D-83E3-43BA-9C5E-222687AA8492}" srcOrd="0" destOrd="0" parTransId="{F618217D-91EC-4782-8EF9-052CEEAEFC06}" sibTransId="{24173163-21A6-46DE-9D56-87B721C504BE}"/>
    <dgm:cxn modelId="{250FF0AE-54E3-4697-8407-5F937FE7B70B}" srcId="{A4B88018-010A-4919-BE12-F5159BCA24DC}" destId="{CAFA924D-C775-4B1A-ADFF-7EF9ADB0539A}" srcOrd="1" destOrd="0" parTransId="{62544DD1-1F5C-41FF-BB89-7C3CA43BE1E6}" sibTransId="{EFEB4294-09E3-4BE0-96AD-56BEBFD8FF9B}"/>
    <dgm:cxn modelId="{DCE41CBC-2320-4645-ADB6-4B60B84DF136}" srcId="{3646C87C-CD36-4979-8AF7-EEEE8C158541}" destId="{25F29CC7-5EF4-4DCC-933F-369CA24FDA72}" srcOrd="0" destOrd="0" parTransId="{E59AFE35-A839-451A-8AE8-C7A48CE5A34C}" sibTransId="{0959FFE3-54D3-411E-8D03-1C8450EA4B74}"/>
    <dgm:cxn modelId="{DE2CAAC8-F6C2-4A6B-A834-B51C97F2A753}" srcId="{0ADE9D03-773D-4564-9C19-A95DBA093AB2}" destId="{3646C87C-CD36-4979-8AF7-EEEE8C158541}" srcOrd="1" destOrd="0" parTransId="{DBDDB20F-5A53-4AED-BB67-F0CF821846C1}" sibTransId="{6DD6B2F9-EB6E-42BB-B0AF-61C7328424D2}"/>
    <dgm:cxn modelId="{748A6AF2-68A6-43E0-9237-73DE9A7A8405}" srcId="{0ADE9D03-773D-4564-9C19-A95DBA093AB2}" destId="{AB460B39-07B7-4846-AB6C-A0E9C9EA9492}" srcOrd="0" destOrd="0" parTransId="{B548E080-F199-4F3C-ADCC-14E1F99D301E}" sibTransId="{69A22D17-9104-427D-88E6-24C168E4EF7E}"/>
    <dgm:cxn modelId="{FE9C5B72-E72D-4DA3-ADCB-A2685D1DF67E}" type="presParOf" srcId="{F4181B8F-C4EC-4B63-892F-50A44D6F7DA5}" destId="{028959AE-E48B-4B24-8A44-F91FAFACE157}" srcOrd="0" destOrd="0" presId="urn:microsoft.com/office/officeart/2005/8/layout/list1"/>
    <dgm:cxn modelId="{876FEBE5-26FC-4640-B573-0B55CF92DD6F}" type="presParOf" srcId="{028959AE-E48B-4B24-8A44-F91FAFACE157}" destId="{5A933D96-CEC5-4CDD-9932-C4F6DAF8445F}" srcOrd="0" destOrd="0" presId="urn:microsoft.com/office/officeart/2005/8/layout/list1"/>
    <dgm:cxn modelId="{A114E93A-DF2C-4E54-A1FE-D18CA3EAC283}" type="presParOf" srcId="{028959AE-E48B-4B24-8A44-F91FAFACE157}" destId="{404A35E7-4AC8-4BCF-8392-B47A467516E0}" srcOrd="1" destOrd="0" presId="urn:microsoft.com/office/officeart/2005/8/layout/list1"/>
    <dgm:cxn modelId="{0727DF1B-015E-4363-BEEF-901D5CAAD80F}" type="presParOf" srcId="{F4181B8F-C4EC-4B63-892F-50A44D6F7DA5}" destId="{9188A1FD-4AE3-4845-9A0A-1FFE21F16393}" srcOrd="1" destOrd="0" presId="urn:microsoft.com/office/officeart/2005/8/layout/list1"/>
    <dgm:cxn modelId="{8B22965F-9FE0-4938-9E77-9C782CD13C3F}" type="presParOf" srcId="{F4181B8F-C4EC-4B63-892F-50A44D6F7DA5}" destId="{72823806-F0F8-4244-9394-99104A2FBAC3}" srcOrd="2" destOrd="0" presId="urn:microsoft.com/office/officeart/2005/8/layout/list1"/>
    <dgm:cxn modelId="{A8D888B3-DF5C-4ED9-A5B9-58C18F0C32F0}" type="presParOf" srcId="{F4181B8F-C4EC-4B63-892F-50A44D6F7DA5}" destId="{FF180EF1-EBCE-48D7-BDE1-AB9FFECAB283}" srcOrd="3" destOrd="0" presId="urn:microsoft.com/office/officeart/2005/8/layout/list1"/>
    <dgm:cxn modelId="{D3AA186E-E6AC-4F00-B517-67AC3D3BED05}" type="presParOf" srcId="{F4181B8F-C4EC-4B63-892F-50A44D6F7DA5}" destId="{0A37C319-0BEA-4A9C-BC3A-29C1E09D34CA}" srcOrd="4" destOrd="0" presId="urn:microsoft.com/office/officeart/2005/8/layout/list1"/>
    <dgm:cxn modelId="{DFB7B03E-53F9-47B7-A33B-ADE3D70DF458}" type="presParOf" srcId="{0A37C319-0BEA-4A9C-BC3A-29C1E09D34CA}" destId="{069AB803-449C-4030-A736-2B2D575B5528}" srcOrd="0" destOrd="0" presId="urn:microsoft.com/office/officeart/2005/8/layout/list1"/>
    <dgm:cxn modelId="{BEFB2172-5D99-44BF-9B03-AD844B6E906D}" type="presParOf" srcId="{0A37C319-0BEA-4A9C-BC3A-29C1E09D34CA}" destId="{06517B9B-3025-4F64-8A80-A1AB8DD347F2}" srcOrd="1" destOrd="0" presId="urn:microsoft.com/office/officeart/2005/8/layout/list1"/>
    <dgm:cxn modelId="{7C08F794-CA76-40D5-A522-10C173F9C172}" type="presParOf" srcId="{F4181B8F-C4EC-4B63-892F-50A44D6F7DA5}" destId="{B28823CA-62F9-4CB2-AB9E-E77789554378}" srcOrd="5" destOrd="0" presId="urn:microsoft.com/office/officeart/2005/8/layout/list1"/>
    <dgm:cxn modelId="{85E72B47-ED90-4DFC-9A52-3838E2BBE02B}" type="presParOf" srcId="{F4181B8F-C4EC-4B63-892F-50A44D6F7DA5}" destId="{217520E0-F11D-4651-80E3-3F644F1A035C}" srcOrd="6" destOrd="0" presId="urn:microsoft.com/office/officeart/2005/8/layout/list1"/>
    <dgm:cxn modelId="{F75744E3-43D4-4105-B354-073A78BF1DCC}" type="presParOf" srcId="{F4181B8F-C4EC-4B63-892F-50A44D6F7DA5}" destId="{8E5E9ED9-32C8-48C0-B2C2-37F63D0EDD42}" srcOrd="7" destOrd="0" presId="urn:microsoft.com/office/officeart/2005/8/layout/list1"/>
    <dgm:cxn modelId="{AEF76DEF-6A4E-4136-8BF0-0C4860A21DB0}" type="presParOf" srcId="{F4181B8F-C4EC-4B63-892F-50A44D6F7DA5}" destId="{857EFA46-4C17-421F-A018-A396FCDF45AC}" srcOrd="8" destOrd="0" presId="urn:microsoft.com/office/officeart/2005/8/layout/list1"/>
    <dgm:cxn modelId="{681DA266-2D80-49BE-AB0A-38610299F275}" type="presParOf" srcId="{857EFA46-4C17-421F-A018-A396FCDF45AC}" destId="{AFCB4F93-11C0-44BC-8387-5EB9585BD81C}" srcOrd="0" destOrd="0" presId="urn:microsoft.com/office/officeart/2005/8/layout/list1"/>
    <dgm:cxn modelId="{6C858E43-2B21-4A69-A2B1-232FDF28DEFE}" type="presParOf" srcId="{857EFA46-4C17-421F-A018-A396FCDF45AC}" destId="{8F8FB738-CAD8-4445-A42E-1FB22517E661}" srcOrd="1" destOrd="0" presId="urn:microsoft.com/office/officeart/2005/8/layout/list1"/>
    <dgm:cxn modelId="{2FEE0462-3F5D-42F4-B855-5BF6D9290D4C}" type="presParOf" srcId="{F4181B8F-C4EC-4B63-892F-50A44D6F7DA5}" destId="{A693ABF1-6531-4570-8BCF-13C2D9CBE16B}" srcOrd="9" destOrd="0" presId="urn:microsoft.com/office/officeart/2005/8/layout/list1"/>
    <dgm:cxn modelId="{8079EF40-487C-4125-A72B-4FCCC8205620}" type="presParOf" srcId="{F4181B8F-C4EC-4B63-892F-50A44D6F7DA5}" destId="{E4A41F8A-C72C-434D-8479-047FE7D8569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11508EF9-30BA-446C-BAE7-C4B8374A48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DF2D2241-2BCA-41D3-8064-A64AE698DEFD}">
      <dgm:prSet/>
      <dgm:spPr/>
      <dgm:t>
        <a:bodyPr/>
        <a:lstStyle/>
        <a:p>
          <a:r>
            <a:rPr lang="tr-TR"/>
            <a:t>Outsource</a:t>
          </a:r>
        </a:p>
      </dgm:t>
    </dgm:pt>
    <dgm:pt modelId="{7AFF38BB-0BC5-4B57-9504-96EE6BCF4982}" type="parTrans" cxnId="{31061C97-6142-446B-BAB9-D205D153B10D}">
      <dgm:prSet/>
      <dgm:spPr/>
      <dgm:t>
        <a:bodyPr/>
        <a:lstStyle/>
        <a:p>
          <a:endParaRPr lang="tr-TR"/>
        </a:p>
      </dgm:t>
    </dgm:pt>
    <dgm:pt modelId="{4FF0B994-38D1-4E80-9D2E-7F68375BE330}" type="sibTrans" cxnId="{31061C97-6142-446B-BAB9-D205D153B10D}">
      <dgm:prSet/>
      <dgm:spPr/>
      <dgm:t>
        <a:bodyPr/>
        <a:lstStyle/>
        <a:p>
          <a:endParaRPr lang="tr-TR"/>
        </a:p>
      </dgm:t>
    </dgm:pt>
    <dgm:pt modelId="{067F5682-9CA6-4812-B8A9-B04F6B1BFEB3}">
      <dgm:prSet/>
      <dgm:spPr/>
      <dgm:t>
        <a:bodyPr/>
        <a:lstStyle/>
        <a:p>
          <a:r>
            <a:rPr lang="en-US"/>
            <a:t>Another way to find a vanity address is </a:t>
          </a:r>
          <a:endParaRPr lang="tr-TR"/>
        </a:p>
      </dgm:t>
    </dgm:pt>
    <dgm:pt modelId="{13F228A6-FE97-46AD-802D-629F139389C7}" type="parTrans" cxnId="{CD775BA9-4F8B-4120-B2F2-CB21EB2FE373}">
      <dgm:prSet/>
      <dgm:spPr/>
      <dgm:t>
        <a:bodyPr/>
        <a:lstStyle/>
        <a:p>
          <a:endParaRPr lang="tr-TR"/>
        </a:p>
      </dgm:t>
    </dgm:pt>
    <dgm:pt modelId="{2F7398C0-10C5-4A54-A75C-EC6AD640A2E7}" type="sibTrans" cxnId="{CD775BA9-4F8B-4120-B2F2-CB21EB2FE373}">
      <dgm:prSet/>
      <dgm:spPr/>
      <dgm:t>
        <a:bodyPr/>
        <a:lstStyle/>
        <a:p>
          <a:endParaRPr lang="tr-TR"/>
        </a:p>
      </dgm:t>
    </dgm:pt>
    <dgm:pt modelId="{9567D53A-3E16-420B-90E2-9F73A48E9601}">
      <dgm:prSet/>
      <dgm:spPr/>
      <dgm:t>
        <a:bodyPr/>
        <a:lstStyle/>
        <a:p>
          <a:r>
            <a:rPr lang="en-US"/>
            <a:t>to outsource the work to a pool of vanity miners,</a:t>
          </a:r>
          <a:r>
            <a:rPr lang="tr-TR"/>
            <a:t> </a:t>
          </a:r>
          <a:r>
            <a:rPr lang="en-US"/>
            <a:t>such as the pool at Vanity Pool. </a:t>
          </a:r>
          <a:endParaRPr lang="tr-TR"/>
        </a:p>
      </dgm:t>
    </dgm:pt>
    <dgm:pt modelId="{99A948FD-9E0F-46C9-BCBA-ADB2CAB92183}" type="parTrans" cxnId="{8D7DBEE0-679B-480F-B3DD-2105447C9360}">
      <dgm:prSet/>
      <dgm:spPr/>
      <dgm:t>
        <a:bodyPr/>
        <a:lstStyle/>
        <a:p>
          <a:endParaRPr lang="tr-TR"/>
        </a:p>
      </dgm:t>
    </dgm:pt>
    <dgm:pt modelId="{6E97EFC5-ADC0-47E1-B772-9F6CBF5A6F79}" type="sibTrans" cxnId="{8D7DBEE0-679B-480F-B3DD-2105447C9360}">
      <dgm:prSet/>
      <dgm:spPr/>
      <dgm:t>
        <a:bodyPr/>
        <a:lstStyle/>
        <a:p>
          <a:endParaRPr lang="tr-TR"/>
        </a:p>
      </dgm:t>
    </dgm:pt>
    <dgm:pt modelId="{C3F58350-602A-4D7C-9D48-45AA41D2F4EF}">
      <dgm:prSet/>
      <dgm:spPr/>
      <dgm:t>
        <a:bodyPr/>
        <a:lstStyle/>
        <a:p>
          <a:r>
            <a:rPr lang="en-US"/>
            <a:t>pool of vanity miners</a:t>
          </a:r>
          <a:endParaRPr lang="tr-TR"/>
        </a:p>
      </dgm:t>
    </dgm:pt>
    <dgm:pt modelId="{AD196BA8-3479-4E61-9572-B78D2284437E}" type="parTrans" cxnId="{3BED53C3-E4F0-4BF7-A613-AA989458EE4D}">
      <dgm:prSet/>
      <dgm:spPr/>
      <dgm:t>
        <a:bodyPr/>
        <a:lstStyle/>
        <a:p>
          <a:endParaRPr lang="tr-TR"/>
        </a:p>
      </dgm:t>
    </dgm:pt>
    <dgm:pt modelId="{13A89D5E-E795-4DFC-9B72-3F81E537F3A7}" type="sibTrans" cxnId="{3BED53C3-E4F0-4BF7-A613-AA989458EE4D}">
      <dgm:prSet/>
      <dgm:spPr/>
      <dgm:t>
        <a:bodyPr/>
        <a:lstStyle/>
        <a:p>
          <a:endParaRPr lang="tr-TR"/>
        </a:p>
      </dgm:t>
    </dgm:pt>
    <dgm:pt modelId="{8E0E271F-CAEE-4547-84BA-3D5FDCE0AA9E}">
      <dgm:prSet/>
      <dgm:spPr/>
      <dgm:t>
        <a:bodyPr/>
        <a:lstStyle/>
        <a:p>
          <a:r>
            <a:rPr lang="en-US"/>
            <a:t>A pool is a service </a:t>
          </a:r>
          <a:endParaRPr lang="tr-TR"/>
        </a:p>
      </dgm:t>
    </dgm:pt>
    <dgm:pt modelId="{61EFC185-FF4B-4BDF-AB97-7D5633249A6E}" type="parTrans" cxnId="{842CA27B-F31B-43D3-83C5-9B083E4C901B}">
      <dgm:prSet/>
      <dgm:spPr/>
      <dgm:t>
        <a:bodyPr/>
        <a:lstStyle/>
        <a:p>
          <a:endParaRPr lang="tr-TR"/>
        </a:p>
      </dgm:t>
    </dgm:pt>
    <dgm:pt modelId="{31A9955F-B54D-4FC8-9552-25DF72B3BA32}" type="sibTrans" cxnId="{842CA27B-F31B-43D3-83C5-9B083E4C901B}">
      <dgm:prSet/>
      <dgm:spPr/>
      <dgm:t>
        <a:bodyPr/>
        <a:lstStyle/>
        <a:p>
          <a:endParaRPr lang="tr-TR"/>
        </a:p>
      </dgm:t>
    </dgm:pt>
    <dgm:pt modelId="{D72147F8-94A2-4267-8431-E96798494F72}">
      <dgm:prSet/>
      <dgm:spPr/>
      <dgm:t>
        <a:bodyPr/>
        <a:lstStyle/>
        <a:p>
          <a:r>
            <a:rPr lang="en-US"/>
            <a:t>to earn bitcoin searching for vanity addresses for others</a:t>
          </a:r>
          <a:endParaRPr lang="tr-TR"/>
        </a:p>
      </dgm:t>
    </dgm:pt>
    <dgm:pt modelId="{21849580-6F38-420F-ACEE-7F95531EB971}" type="parTrans" cxnId="{767125ED-E88B-40CC-96A5-1C0C9A3D0B67}">
      <dgm:prSet/>
      <dgm:spPr/>
      <dgm:t>
        <a:bodyPr/>
        <a:lstStyle/>
        <a:p>
          <a:endParaRPr lang="tr-TR"/>
        </a:p>
      </dgm:t>
    </dgm:pt>
    <dgm:pt modelId="{0523045B-D651-4733-8524-A66A71E7414F}" type="sibTrans" cxnId="{767125ED-E88B-40CC-96A5-1C0C9A3D0B67}">
      <dgm:prSet/>
      <dgm:spPr/>
      <dgm:t>
        <a:bodyPr/>
        <a:lstStyle/>
        <a:p>
          <a:endParaRPr lang="tr-TR"/>
        </a:p>
      </dgm:t>
    </dgm:pt>
    <dgm:pt modelId="{A8E1AC91-328C-4D5C-975A-12C74884AE0E}">
      <dgm:prSet/>
      <dgm:spPr/>
      <dgm:t>
        <a:bodyPr/>
        <a:lstStyle/>
        <a:p>
          <a:r>
            <a:rPr lang="tr-TR"/>
            <a:t>Cost</a:t>
          </a:r>
        </a:p>
      </dgm:t>
    </dgm:pt>
    <dgm:pt modelId="{8EEC7033-F166-43ED-9B69-51E02FF7C345}" type="parTrans" cxnId="{E241C7A3-FFFC-4241-9D4B-E4635CE2D07E}">
      <dgm:prSet/>
      <dgm:spPr/>
      <dgm:t>
        <a:bodyPr/>
        <a:lstStyle/>
        <a:p>
          <a:endParaRPr lang="tr-TR"/>
        </a:p>
      </dgm:t>
    </dgm:pt>
    <dgm:pt modelId="{87EB6A40-E5FC-4BAF-BE83-E660CB2E430A}" type="sibTrans" cxnId="{E241C7A3-FFFC-4241-9D4B-E4635CE2D07E}">
      <dgm:prSet/>
      <dgm:spPr/>
      <dgm:t>
        <a:bodyPr/>
        <a:lstStyle/>
        <a:p>
          <a:endParaRPr lang="tr-TR"/>
        </a:p>
      </dgm:t>
    </dgm:pt>
    <dgm:pt modelId="{C9040B6A-77E0-481C-A394-37534BDE5AE6}">
      <dgm:prSet/>
      <dgm:spPr/>
      <dgm:t>
        <a:bodyPr/>
        <a:lstStyle/>
        <a:p>
          <a:r>
            <a:rPr lang="en-US"/>
            <a:t>0.01 bitcoin</a:t>
          </a:r>
          <a:r>
            <a:rPr lang="tr-TR"/>
            <a:t> (92,82USD)</a:t>
          </a:r>
        </a:p>
      </dgm:t>
    </dgm:pt>
    <dgm:pt modelId="{D71A3723-B60F-4866-8177-151DBBB36CAE}" type="parTrans" cxnId="{F5CB5DB7-E261-453A-8103-A43944175F0D}">
      <dgm:prSet/>
      <dgm:spPr/>
      <dgm:t>
        <a:bodyPr/>
        <a:lstStyle/>
        <a:p>
          <a:endParaRPr lang="tr-TR"/>
        </a:p>
      </dgm:t>
    </dgm:pt>
    <dgm:pt modelId="{87AE008B-9EAB-4350-BB51-FE3DB2EEC1F7}" type="sibTrans" cxnId="{F5CB5DB7-E261-453A-8103-A43944175F0D}">
      <dgm:prSet/>
      <dgm:spPr/>
      <dgm:t>
        <a:bodyPr/>
        <a:lstStyle/>
        <a:p>
          <a:endParaRPr lang="tr-TR"/>
        </a:p>
      </dgm:t>
    </dgm:pt>
    <dgm:pt modelId="{75C16FE2-CC22-4492-B1AA-D981F18F628D}">
      <dgm:prSet/>
      <dgm:spPr/>
      <dgm:t>
        <a:bodyPr/>
        <a:lstStyle/>
        <a:p>
          <a:r>
            <a:rPr lang="en-US"/>
            <a:t>approximately $5 at the time</a:t>
          </a:r>
          <a:endParaRPr lang="tr-TR"/>
        </a:p>
      </dgm:t>
    </dgm:pt>
    <dgm:pt modelId="{16A18AAD-3FE3-4B31-98CB-691AE783176B}" type="parTrans" cxnId="{AD9AF695-711A-46A4-AEF0-CE9864806118}">
      <dgm:prSet/>
      <dgm:spPr/>
      <dgm:t>
        <a:bodyPr/>
        <a:lstStyle/>
        <a:p>
          <a:endParaRPr lang="tr-TR"/>
        </a:p>
      </dgm:t>
    </dgm:pt>
    <dgm:pt modelId="{6F062501-6B18-4960-B576-1D779665E5B3}" type="sibTrans" cxnId="{AD9AF695-711A-46A4-AEF0-CE9864806118}">
      <dgm:prSet/>
      <dgm:spPr/>
      <dgm:t>
        <a:bodyPr/>
        <a:lstStyle/>
        <a:p>
          <a:endParaRPr lang="tr-TR"/>
        </a:p>
      </dgm:t>
    </dgm:pt>
    <dgm:pt modelId="{2B630424-1D6F-41CB-B77D-7FB8ABE2B150}">
      <dgm:prSet/>
      <dgm:spPr/>
      <dgm:t>
        <a:bodyPr/>
        <a:lstStyle/>
        <a:p>
          <a:r>
            <a:rPr lang="tr-TR"/>
            <a:t>Time for 7</a:t>
          </a:r>
          <a:r>
            <a:rPr lang="en-US"/>
            <a:t>-characte</a:t>
          </a:r>
          <a:endParaRPr lang="tr-TR"/>
        </a:p>
      </dgm:t>
    </dgm:pt>
    <dgm:pt modelId="{607AD633-19D5-4890-BCE9-670E4B6C28A0}" type="parTrans" cxnId="{11F08273-F114-443F-BE98-30E26E3F68B5}">
      <dgm:prSet/>
      <dgm:spPr/>
      <dgm:t>
        <a:bodyPr/>
        <a:lstStyle/>
        <a:p>
          <a:endParaRPr lang="tr-TR"/>
        </a:p>
      </dgm:t>
    </dgm:pt>
    <dgm:pt modelId="{2B430D9D-6A14-4CE4-B465-3FA9730C85EF}" type="sibTrans" cxnId="{11F08273-F114-443F-BE98-30E26E3F68B5}">
      <dgm:prSet/>
      <dgm:spPr/>
      <dgm:t>
        <a:bodyPr/>
        <a:lstStyle/>
        <a:p>
          <a:endParaRPr lang="tr-TR"/>
        </a:p>
      </dgm:t>
    </dgm:pt>
    <dgm:pt modelId="{E1402497-431E-4E95-9D49-A2FA455CD2C8}">
      <dgm:prSet/>
      <dgm:spPr/>
      <dgm:t>
        <a:bodyPr/>
        <a:lstStyle/>
        <a:p>
          <a:r>
            <a:rPr lang="en-US"/>
            <a:t>get results in a few</a:t>
          </a:r>
          <a:r>
            <a:rPr lang="tr-TR"/>
            <a:t> </a:t>
          </a:r>
          <a:r>
            <a:rPr lang="en-US"/>
            <a:t>hours </a:t>
          </a:r>
          <a:endParaRPr lang="tr-TR"/>
        </a:p>
      </dgm:t>
    </dgm:pt>
    <dgm:pt modelId="{9022A53A-3D38-48D9-9BAC-2B7FD75D253C}" type="parTrans" cxnId="{DBB97B4C-E347-4477-8B9E-6CFEF2F92EC5}">
      <dgm:prSet/>
      <dgm:spPr/>
      <dgm:t>
        <a:bodyPr/>
        <a:lstStyle/>
        <a:p>
          <a:endParaRPr lang="tr-TR"/>
        </a:p>
      </dgm:t>
    </dgm:pt>
    <dgm:pt modelId="{D0A2AED5-F0A0-4EFB-9259-562C7CC17155}" type="sibTrans" cxnId="{DBB97B4C-E347-4477-8B9E-6CFEF2F92EC5}">
      <dgm:prSet/>
      <dgm:spPr/>
      <dgm:t>
        <a:bodyPr/>
        <a:lstStyle/>
        <a:p>
          <a:endParaRPr lang="tr-TR"/>
        </a:p>
      </dgm:t>
    </dgm:pt>
    <dgm:pt modelId="{4A58ED95-B16C-4EEE-BEB6-E5440B4F19EE}">
      <dgm:prSet/>
      <dgm:spPr/>
      <dgm:t>
        <a:bodyPr/>
        <a:lstStyle/>
        <a:p>
          <a:r>
            <a:rPr lang="en-US"/>
            <a:t>instead of having to run a CPU search for months</a:t>
          </a:r>
          <a:endParaRPr lang="tr-TR"/>
        </a:p>
      </dgm:t>
    </dgm:pt>
    <dgm:pt modelId="{BA586EBD-29EE-42FD-AC07-CD78B5BD82AE}" type="parTrans" cxnId="{58F7A6BB-4E3A-4FBA-BD3A-FEAA8AA57C64}">
      <dgm:prSet/>
      <dgm:spPr/>
      <dgm:t>
        <a:bodyPr/>
        <a:lstStyle/>
        <a:p>
          <a:endParaRPr lang="tr-TR"/>
        </a:p>
      </dgm:t>
    </dgm:pt>
    <dgm:pt modelId="{5AA82F7A-D135-45D0-A6ED-E3FC27A5B12D}" type="sibTrans" cxnId="{58F7A6BB-4E3A-4FBA-BD3A-FEAA8AA57C64}">
      <dgm:prSet/>
      <dgm:spPr/>
      <dgm:t>
        <a:bodyPr/>
        <a:lstStyle/>
        <a:p>
          <a:endParaRPr lang="tr-TR"/>
        </a:p>
      </dgm:t>
    </dgm:pt>
    <dgm:pt modelId="{9FF3054B-4246-4D7F-9261-45E6E97C2717}" type="pres">
      <dgm:prSet presAssocID="{11508EF9-30BA-446C-BAE7-C4B8374A489E}" presName="linear" presStyleCnt="0">
        <dgm:presLayoutVars>
          <dgm:animLvl val="lvl"/>
          <dgm:resizeHandles val="exact"/>
        </dgm:presLayoutVars>
      </dgm:prSet>
      <dgm:spPr/>
    </dgm:pt>
    <dgm:pt modelId="{7EBD4868-53A5-4A0A-ACA8-F5B4BA0F5D85}" type="pres">
      <dgm:prSet presAssocID="{DF2D2241-2BCA-41D3-8064-A64AE698DE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58E159-CA4A-4CB0-B2E5-0D7087FCFF63}" type="pres">
      <dgm:prSet presAssocID="{DF2D2241-2BCA-41D3-8064-A64AE698DEFD}" presName="childText" presStyleLbl="revTx" presStyleIdx="0" presStyleCnt="4">
        <dgm:presLayoutVars>
          <dgm:bulletEnabled val="1"/>
        </dgm:presLayoutVars>
      </dgm:prSet>
      <dgm:spPr/>
    </dgm:pt>
    <dgm:pt modelId="{06001839-4E55-4DF9-9825-39D198F230AC}" type="pres">
      <dgm:prSet presAssocID="{C3F58350-602A-4D7C-9D48-45AA41D2F4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9574155-9FB3-4864-8EAA-703117385923}" type="pres">
      <dgm:prSet presAssocID="{C3F58350-602A-4D7C-9D48-45AA41D2F4EF}" presName="childText" presStyleLbl="revTx" presStyleIdx="1" presStyleCnt="4">
        <dgm:presLayoutVars>
          <dgm:bulletEnabled val="1"/>
        </dgm:presLayoutVars>
      </dgm:prSet>
      <dgm:spPr/>
    </dgm:pt>
    <dgm:pt modelId="{70F744F3-96A3-464A-B9FD-25CC28423725}" type="pres">
      <dgm:prSet presAssocID="{A8E1AC91-328C-4D5C-975A-12C74884AE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8642BE-D1A6-4A37-963C-B6C9EC5903D9}" type="pres">
      <dgm:prSet presAssocID="{A8E1AC91-328C-4D5C-975A-12C74884AE0E}" presName="childText" presStyleLbl="revTx" presStyleIdx="2" presStyleCnt="4">
        <dgm:presLayoutVars>
          <dgm:bulletEnabled val="1"/>
        </dgm:presLayoutVars>
      </dgm:prSet>
      <dgm:spPr/>
    </dgm:pt>
    <dgm:pt modelId="{7B71C705-C283-4D0E-8B30-8F32D4953DA9}" type="pres">
      <dgm:prSet presAssocID="{2B630424-1D6F-41CB-B77D-7FB8ABE2B15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75182BF-BDE2-4F46-A977-FF4202FCEDC3}" type="pres">
      <dgm:prSet presAssocID="{2B630424-1D6F-41CB-B77D-7FB8ABE2B15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15F241B-43E6-470E-BF28-02F502954787}" type="presOf" srcId="{8E0E271F-CAEE-4547-84BA-3D5FDCE0AA9E}" destId="{09574155-9FB3-4864-8EAA-703117385923}" srcOrd="0" destOrd="0" presId="urn:microsoft.com/office/officeart/2005/8/layout/vList2"/>
    <dgm:cxn modelId="{A0FF0021-AE27-4FD8-8B5B-C94E0FA491BE}" type="presOf" srcId="{11508EF9-30BA-446C-BAE7-C4B8374A489E}" destId="{9FF3054B-4246-4D7F-9261-45E6E97C2717}" srcOrd="0" destOrd="0" presId="urn:microsoft.com/office/officeart/2005/8/layout/vList2"/>
    <dgm:cxn modelId="{D7CDDC28-427A-4F8C-A62E-B32A4533C13B}" type="presOf" srcId="{C3F58350-602A-4D7C-9D48-45AA41D2F4EF}" destId="{06001839-4E55-4DF9-9825-39D198F230AC}" srcOrd="0" destOrd="0" presId="urn:microsoft.com/office/officeart/2005/8/layout/vList2"/>
    <dgm:cxn modelId="{4713DD35-8CE9-46A9-9BC9-BF0C6BF22417}" type="presOf" srcId="{A8E1AC91-328C-4D5C-975A-12C74884AE0E}" destId="{70F744F3-96A3-464A-B9FD-25CC28423725}" srcOrd="0" destOrd="0" presId="urn:microsoft.com/office/officeart/2005/8/layout/vList2"/>
    <dgm:cxn modelId="{C8D7D138-4029-4BF0-AE15-D540A37BA1B9}" type="presOf" srcId="{75C16FE2-CC22-4492-B1AA-D981F18F628D}" destId="{FB8642BE-D1A6-4A37-963C-B6C9EC5903D9}" srcOrd="0" destOrd="1" presId="urn:microsoft.com/office/officeart/2005/8/layout/vList2"/>
    <dgm:cxn modelId="{5C845E5E-D25E-4FD1-A35C-ACB0E8980EA5}" type="presOf" srcId="{067F5682-9CA6-4812-B8A9-B04F6B1BFEB3}" destId="{C558E159-CA4A-4CB0-B2E5-0D7087FCFF63}" srcOrd="0" destOrd="0" presId="urn:microsoft.com/office/officeart/2005/8/layout/vList2"/>
    <dgm:cxn modelId="{AAFE026A-EF40-499E-A3BF-895E10E41051}" type="presOf" srcId="{D72147F8-94A2-4267-8431-E96798494F72}" destId="{09574155-9FB3-4864-8EAA-703117385923}" srcOrd="0" destOrd="1" presId="urn:microsoft.com/office/officeart/2005/8/layout/vList2"/>
    <dgm:cxn modelId="{DBB97B4C-E347-4477-8B9E-6CFEF2F92EC5}" srcId="{2B630424-1D6F-41CB-B77D-7FB8ABE2B150}" destId="{E1402497-431E-4E95-9D49-A2FA455CD2C8}" srcOrd="0" destOrd="0" parTransId="{9022A53A-3D38-48D9-9BAC-2B7FD75D253C}" sibTransId="{D0A2AED5-F0A0-4EFB-9259-562C7CC17155}"/>
    <dgm:cxn modelId="{11F08273-F114-443F-BE98-30E26E3F68B5}" srcId="{11508EF9-30BA-446C-BAE7-C4B8374A489E}" destId="{2B630424-1D6F-41CB-B77D-7FB8ABE2B150}" srcOrd="3" destOrd="0" parTransId="{607AD633-19D5-4890-BCE9-670E4B6C28A0}" sibTransId="{2B430D9D-6A14-4CE4-B465-3FA9730C85EF}"/>
    <dgm:cxn modelId="{12B6417B-EA9B-4169-ABBF-21C596074B27}" type="presOf" srcId="{9567D53A-3E16-420B-90E2-9F73A48E9601}" destId="{C558E159-CA4A-4CB0-B2E5-0D7087FCFF63}" srcOrd="0" destOrd="1" presId="urn:microsoft.com/office/officeart/2005/8/layout/vList2"/>
    <dgm:cxn modelId="{842CA27B-F31B-43D3-83C5-9B083E4C901B}" srcId="{C3F58350-602A-4D7C-9D48-45AA41D2F4EF}" destId="{8E0E271F-CAEE-4547-84BA-3D5FDCE0AA9E}" srcOrd="0" destOrd="0" parTransId="{61EFC185-FF4B-4BDF-AB97-7D5633249A6E}" sibTransId="{31A9955F-B54D-4FC8-9552-25DF72B3BA32}"/>
    <dgm:cxn modelId="{A33CC280-F1E5-4197-B89E-495EB0B4D26D}" type="presOf" srcId="{4A58ED95-B16C-4EEE-BEB6-E5440B4F19EE}" destId="{E75182BF-BDE2-4F46-A977-FF4202FCEDC3}" srcOrd="0" destOrd="1" presId="urn:microsoft.com/office/officeart/2005/8/layout/vList2"/>
    <dgm:cxn modelId="{AD9AF695-711A-46A4-AEF0-CE9864806118}" srcId="{A8E1AC91-328C-4D5C-975A-12C74884AE0E}" destId="{75C16FE2-CC22-4492-B1AA-D981F18F628D}" srcOrd="1" destOrd="0" parTransId="{16A18AAD-3FE3-4B31-98CB-691AE783176B}" sibTransId="{6F062501-6B18-4960-B576-1D779665E5B3}"/>
    <dgm:cxn modelId="{31061C97-6142-446B-BAB9-D205D153B10D}" srcId="{11508EF9-30BA-446C-BAE7-C4B8374A489E}" destId="{DF2D2241-2BCA-41D3-8064-A64AE698DEFD}" srcOrd="0" destOrd="0" parTransId="{7AFF38BB-0BC5-4B57-9504-96EE6BCF4982}" sibTransId="{4FF0B994-38D1-4E80-9D2E-7F68375BE330}"/>
    <dgm:cxn modelId="{E241C7A3-FFFC-4241-9D4B-E4635CE2D07E}" srcId="{11508EF9-30BA-446C-BAE7-C4B8374A489E}" destId="{A8E1AC91-328C-4D5C-975A-12C74884AE0E}" srcOrd="2" destOrd="0" parTransId="{8EEC7033-F166-43ED-9B69-51E02FF7C345}" sibTransId="{87EB6A40-E5FC-4BAF-BE83-E660CB2E430A}"/>
    <dgm:cxn modelId="{CD775BA9-4F8B-4120-B2F2-CB21EB2FE373}" srcId="{DF2D2241-2BCA-41D3-8064-A64AE698DEFD}" destId="{067F5682-9CA6-4812-B8A9-B04F6B1BFEB3}" srcOrd="0" destOrd="0" parTransId="{13F228A6-FE97-46AD-802D-629F139389C7}" sibTransId="{2F7398C0-10C5-4A54-A75C-EC6AD640A2E7}"/>
    <dgm:cxn modelId="{271A74AB-8DF0-4C5F-9D87-26331F6BB9B8}" type="presOf" srcId="{E1402497-431E-4E95-9D49-A2FA455CD2C8}" destId="{E75182BF-BDE2-4F46-A977-FF4202FCEDC3}" srcOrd="0" destOrd="0" presId="urn:microsoft.com/office/officeart/2005/8/layout/vList2"/>
    <dgm:cxn modelId="{F5CB5DB7-E261-453A-8103-A43944175F0D}" srcId="{A8E1AC91-328C-4D5C-975A-12C74884AE0E}" destId="{C9040B6A-77E0-481C-A394-37534BDE5AE6}" srcOrd="0" destOrd="0" parTransId="{D71A3723-B60F-4866-8177-151DBBB36CAE}" sibTransId="{87AE008B-9EAB-4350-BB51-FE3DB2EEC1F7}"/>
    <dgm:cxn modelId="{4C5BA1B8-5FA3-4309-AE76-F16179878DCB}" type="presOf" srcId="{2B630424-1D6F-41CB-B77D-7FB8ABE2B150}" destId="{7B71C705-C283-4D0E-8B30-8F32D4953DA9}" srcOrd="0" destOrd="0" presId="urn:microsoft.com/office/officeart/2005/8/layout/vList2"/>
    <dgm:cxn modelId="{58F7A6BB-4E3A-4FBA-BD3A-FEAA8AA57C64}" srcId="{2B630424-1D6F-41CB-B77D-7FB8ABE2B150}" destId="{4A58ED95-B16C-4EEE-BEB6-E5440B4F19EE}" srcOrd="1" destOrd="0" parTransId="{BA586EBD-29EE-42FD-AC07-CD78B5BD82AE}" sibTransId="{5AA82F7A-D135-45D0-A6ED-E3FC27A5B12D}"/>
    <dgm:cxn modelId="{3BED53C3-E4F0-4BF7-A613-AA989458EE4D}" srcId="{11508EF9-30BA-446C-BAE7-C4B8374A489E}" destId="{C3F58350-602A-4D7C-9D48-45AA41D2F4EF}" srcOrd="1" destOrd="0" parTransId="{AD196BA8-3479-4E61-9572-B78D2284437E}" sibTransId="{13A89D5E-E795-4DFC-9B72-3F81E537F3A7}"/>
    <dgm:cxn modelId="{400965C6-2D11-40C0-A54E-636530B72DEE}" type="presOf" srcId="{DF2D2241-2BCA-41D3-8064-A64AE698DEFD}" destId="{7EBD4868-53A5-4A0A-ACA8-F5B4BA0F5D85}" srcOrd="0" destOrd="0" presId="urn:microsoft.com/office/officeart/2005/8/layout/vList2"/>
    <dgm:cxn modelId="{8D7DBEE0-679B-480F-B3DD-2105447C9360}" srcId="{DF2D2241-2BCA-41D3-8064-A64AE698DEFD}" destId="{9567D53A-3E16-420B-90E2-9F73A48E9601}" srcOrd="1" destOrd="0" parTransId="{99A948FD-9E0F-46C9-BCBA-ADB2CAB92183}" sibTransId="{6E97EFC5-ADC0-47E1-B772-9F6CBF5A6F79}"/>
    <dgm:cxn modelId="{231CCAEC-1FDB-4707-896E-45533FF0CF98}" type="presOf" srcId="{C9040B6A-77E0-481C-A394-37534BDE5AE6}" destId="{FB8642BE-D1A6-4A37-963C-B6C9EC5903D9}" srcOrd="0" destOrd="0" presId="urn:microsoft.com/office/officeart/2005/8/layout/vList2"/>
    <dgm:cxn modelId="{767125ED-E88B-40CC-96A5-1C0C9A3D0B67}" srcId="{C3F58350-602A-4D7C-9D48-45AA41D2F4EF}" destId="{D72147F8-94A2-4267-8431-E96798494F72}" srcOrd="1" destOrd="0" parTransId="{21849580-6F38-420F-ACEE-7F95531EB971}" sibTransId="{0523045B-D651-4733-8524-A66A71E7414F}"/>
    <dgm:cxn modelId="{94041499-CE20-4F65-8709-6648721B47BB}" type="presParOf" srcId="{9FF3054B-4246-4D7F-9261-45E6E97C2717}" destId="{7EBD4868-53A5-4A0A-ACA8-F5B4BA0F5D85}" srcOrd="0" destOrd="0" presId="urn:microsoft.com/office/officeart/2005/8/layout/vList2"/>
    <dgm:cxn modelId="{F58C2596-1D33-4A74-80D0-4DDFC5F33F45}" type="presParOf" srcId="{9FF3054B-4246-4D7F-9261-45E6E97C2717}" destId="{C558E159-CA4A-4CB0-B2E5-0D7087FCFF63}" srcOrd="1" destOrd="0" presId="urn:microsoft.com/office/officeart/2005/8/layout/vList2"/>
    <dgm:cxn modelId="{8C51C80E-F302-4206-A863-F1A9D97A9559}" type="presParOf" srcId="{9FF3054B-4246-4D7F-9261-45E6E97C2717}" destId="{06001839-4E55-4DF9-9825-39D198F230AC}" srcOrd="2" destOrd="0" presId="urn:microsoft.com/office/officeart/2005/8/layout/vList2"/>
    <dgm:cxn modelId="{57D1BB73-A19F-4DBF-85D3-52BADCC2AF3B}" type="presParOf" srcId="{9FF3054B-4246-4D7F-9261-45E6E97C2717}" destId="{09574155-9FB3-4864-8EAA-703117385923}" srcOrd="3" destOrd="0" presId="urn:microsoft.com/office/officeart/2005/8/layout/vList2"/>
    <dgm:cxn modelId="{CA27F1DA-90DA-4F1A-BA7B-318B12E4988A}" type="presParOf" srcId="{9FF3054B-4246-4D7F-9261-45E6E97C2717}" destId="{70F744F3-96A3-464A-B9FD-25CC28423725}" srcOrd="4" destOrd="0" presId="urn:microsoft.com/office/officeart/2005/8/layout/vList2"/>
    <dgm:cxn modelId="{B06FD2E9-58F6-4B15-8B2D-A529872EDE5F}" type="presParOf" srcId="{9FF3054B-4246-4D7F-9261-45E6E97C2717}" destId="{FB8642BE-D1A6-4A37-963C-B6C9EC5903D9}" srcOrd="5" destOrd="0" presId="urn:microsoft.com/office/officeart/2005/8/layout/vList2"/>
    <dgm:cxn modelId="{EBFC2E9E-4B9A-4D14-B72F-681FA25D3FCC}" type="presParOf" srcId="{9FF3054B-4246-4D7F-9261-45E6E97C2717}" destId="{7B71C705-C283-4D0E-8B30-8F32D4953DA9}" srcOrd="6" destOrd="0" presId="urn:microsoft.com/office/officeart/2005/8/layout/vList2"/>
    <dgm:cxn modelId="{F09F3E0A-E931-4755-8F52-FCC29954AA7A}" type="presParOf" srcId="{9FF3054B-4246-4D7F-9261-45E6E97C2717}" destId="{E75182BF-BDE2-4F46-A977-FF4202FCEDC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7A8275B1-8656-4A7B-B2C2-09A18DA723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4D580189-F780-4E58-A87A-0297C4F9C95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Improvment in security</a:t>
          </a:r>
        </a:p>
      </dgm:t>
    </dgm:pt>
    <dgm:pt modelId="{F9E84B0C-2CBA-43F9-8151-7E2184850379}" type="parTrans" cxnId="{4F8E6ABA-E592-4D48-9349-08A2F2119140}">
      <dgm:prSet/>
      <dgm:spPr/>
      <dgm:t>
        <a:bodyPr/>
        <a:lstStyle/>
        <a:p>
          <a:endParaRPr lang="tr-TR"/>
        </a:p>
      </dgm:t>
    </dgm:pt>
    <dgm:pt modelId="{81F4A0BC-92A9-47F5-9463-9DF5A2310338}" type="sibTrans" cxnId="{4F8E6ABA-E592-4D48-9349-08A2F2119140}">
      <dgm:prSet/>
      <dgm:spPr/>
      <dgm:t>
        <a:bodyPr/>
        <a:lstStyle/>
        <a:p>
          <a:endParaRPr lang="tr-TR"/>
        </a:p>
      </dgm:t>
    </dgm:pt>
    <dgm:pt modelId="{FE7C4C4A-9758-4144-BA88-BAD523BCDE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distinctive address makes it</a:t>
          </a:r>
          <a:r>
            <a:rPr lang="tr-TR"/>
            <a:t> </a:t>
          </a:r>
          <a:r>
            <a:rPr lang="en-US"/>
            <a:t>harder for adversaries </a:t>
          </a:r>
          <a:endParaRPr lang="tr-TR"/>
        </a:p>
      </dgm:t>
    </dgm:pt>
    <dgm:pt modelId="{E92ACC21-33DD-4006-95E7-19FAB5F6C5D3}" type="parTrans" cxnId="{D5A28FDF-32A7-4D1A-88B1-D122526B4127}">
      <dgm:prSet/>
      <dgm:spPr/>
      <dgm:t>
        <a:bodyPr/>
        <a:lstStyle/>
        <a:p>
          <a:endParaRPr lang="tr-TR"/>
        </a:p>
      </dgm:t>
    </dgm:pt>
    <dgm:pt modelId="{146E2F19-CB9B-4CD6-AE1D-53547566AC8A}" type="sibTrans" cxnId="{D5A28FDF-32A7-4D1A-88B1-D122526B4127}">
      <dgm:prSet/>
      <dgm:spPr/>
      <dgm:t>
        <a:bodyPr/>
        <a:lstStyle/>
        <a:p>
          <a:endParaRPr lang="tr-TR"/>
        </a:p>
      </dgm:t>
    </dgm:pt>
    <dgm:pt modelId="{3E5BAD0B-D293-48AC-9C4E-9E7FE15A8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substitute their own address</a:t>
          </a:r>
          <a:r>
            <a:rPr lang="tr-TR"/>
            <a:t> </a:t>
          </a:r>
          <a:r>
            <a:rPr lang="en-US"/>
            <a:t>and fool customers </a:t>
          </a:r>
          <a:endParaRPr lang="tr-TR"/>
        </a:p>
      </dgm:t>
    </dgm:pt>
    <dgm:pt modelId="{B7340437-4099-45DB-A5D0-A67488E0D5C8}" type="parTrans" cxnId="{3915EAF6-FD52-47B4-82F5-B414C3542754}">
      <dgm:prSet/>
      <dgm:spPr/>
      <dgm:t>
        <a:bodyPr/>
        <a:lstStyle/>
        <a:p>
          <a:endParaRPr lang="tr-TR"/>
        </a:p>
      </dgm:t>
    </dgm:pt>
    <dgm:pt modelId="{19054A09-6B6D-486D-B313-0D380BF998E6}" type="sibTrans" cxnId="{3915EAF6-FD52-47B4-82F5-B414C3542754}">
      <dgm:prSet/>
      <dgm:spPr/>
      <dgm:t>
        <a:bodyPr/>
        <a:lstStyle/>
        <a:p>
          <a:endParaRPr lang="tr-TR"/>
        </a:p>
      </dgm:t>
    </dgm:pt>
    <dgm:pt modelId="{96316DDB-875D-44BF-91C8-3CC75099A3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3,364 times (58 × 58) higher</a:t>
          </a:r>
          <a:r>
            <a:rPr lang="tr-TR" dirty="0"/>
            <a:t> effort</a:t>
          </a:r>
        </a:p>
      </dgm:t>
    </dgm:pt>
    <dgm:pt modelId="{B389E968-4A1C-42A7-8DFA-F8933ED4BD3F}" type="parTrans" cxnId="{71A9D798-91CD-4AC2-89AD-2CC8529AEC8C}">
      <dgm:prSet/>
      <dgm:spPr/>
      <dgm:t>
        <a:bodyPr/>
        <a:lstStyle/>
        <a:p>
          <a:endParaRPr lang="tr-TR"/>
        </a:p>
      </dgm:t>
    </dgm:pt>
    <dgm:pt modelId="{624277E2-EDD0-4A17-8999-4D1F00D29E59}" type="sibTrans" cxnId="{71A9D798-91CD-4AC2-89AD-2CC8529AEC8C}">
      <dgm:prSet/>
      <dgm:spPr/>
      <dgm:t>
        <a:bodyPr/>
        <a:lstStyle/>
        <a:p>
          <a:endParaRPr lang="tr-TR"/>
        </a:p>
      </dgm:t>
    </dgm:pt>
    <dgm:pt modelId="{D4F67589-2A6B-420C-8571-3132C93AD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expend</a:t>
          </a:r>
          <a:r>
            <a:rPr lang="tr-TR"/>
            <a:t>ed</a:t>
          </a:r>
          <a:r>
            <a:rPr lang="en-US"/>
            <a:t> effort </a:t>
          </a:r>
          <a:r>
            <a:rPr lang="tr-TR"/>
            <a:t>to match </a:t>
          </a:r>
          <a:r>
            <a:rPr lang="en-US"/>
            <a:t>at least</a:t>
          </a:r>
          <a:r>
            <a:rPr lang="tr-TR"/>
            <a:t> 6</a:t>
          </a:r>
          <a:r>
            <a:rPr lang="en-US"/>
            <a:t> characters (two more), </a:t>
          </a:r>
          <a:endParaRPr lang="tr-TR"/>
        </a:p>
      </dgm:t>
    </dgm:pt>
    <dgm:pt modelId="{9E1B8848-347C-4BC5-852E-C60DE3E839BA}" type="parTrans" cxnId="{D78F7D7B-385C-42CA-9043-E241AC1A1BC6}">
      <dgm:prSet/>
      <dgm:spPr/>
      <dgm:t>
        <a:bodyPr/>
        <a:lstStyle/>
        <a:p>
          <a:endParaRPr lang="tr-TR"/>
        </a:p>
      </dgm:t>
    </dgm:pt>
    <dgm:pt modelId="{53DC0D27-78AA-44C7-9CC6-BC9052E967BA}" type="sibTrans" cxnId="{D78F7D7B-385C-42CA-9043-E241AC1A1BC6}">
      <dgm:prSet/>
      <dgm:spPr/>
      <dgm:t>
        <a:bodyPr/>
        <a:lstStyle/>
        <a:p>
          <a:endParaRPr lang="tr-TR"/>
        </a:p>
      </dgm:t>
    </dgm:pt>
    <dgm:pt modelId="{9FC538EC-F65F-4BE9-B90B-A00186DCE1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 the effort expended for 4-character vanity</a:t>
          </a:r>
          <a:endParaRPr lang="tr-TR"/>
        </a:p>
      </dgm:t>
    </dgm:pt>
    <dgm:pt modelId="{09E07E19-E517-4784-AD14-6A88C262148B}" type="parTrans" cxnId="{A577A76C-9351-49F6-8BFE-8BE2100DEDF6}">
      <dgm:prSet/>
      <dgm:spPr/>
      <dgm:t>
        <a:bodyPr/>
        <a:lstStyle/>
        <a:p>
          <a:endParaRPr lang="tr-TR"/>
        </a:p>
      </dgm:t>
    </dgm:pt>
    <dgm:pt modelId="{0AFD0374-9688-426A-BB99-068F57BEB9C7}" type="sibTrans" cxnId="{A577A76C-9351-49F6-8BFE-8BE2100DEDF6}">
      <dgm:prSet/>
      <dgm:spPr/>
      <dgm:t>
        <a:bodyPr/>
        <a:lstStyle/>
        <a:p>
          <a:endParaRPr lang="tr-TR"/>
        </a:p>
      </dgm:t>
    </dgm:pt>
    <dgm:pt modelId="{94A1D22D-B309-4376-966C-A74C5F21E8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Fooling customers</a:t>
          </a:r>
        </a:p>
      </dgm:t>
    </dgm:pt>
    <dgm:pt modelId="{7C0C3F2A-EDDB-40D4-9E36-74A4DCBCE170}" type="parTrans" cxnId="{ECD94CBC-CE71-40C4-AE50-90B4F18B7E55}">
      <dgm:prSet/>
      <dgm:spPr/>
      <dgm:t>
        <a:bodyPr/>
        <a:lstStyle/>
        <a:p>
          <a:endParaRPr lang="tr-TR"/>
        </a:p>
      </dgm:t>
    </dgm:pt>
    <dgm:pt modelId="{3AA996C1-A6F8-4486-8FF0-8219AA4D20C3}" type="sibTrans" cxnId="{ECD94CBC-CE71-40C4-AE50-90B4F18B7E55}">
      <dgm:prSet/>
      <dgm:spPr/>
      <dgm:t>
        <a:bodyPr/>
        <a:lstStyle/>
        <a:p>
          <a:endParaRPr lang="tr-TR"/>
        </a:p>
      </dgm:t>
    </dgm:pt>
    <dgm:pt modelId="{53BC5939-E608-4E91-9699-E87F84CAD7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to create an address that resembles </a:t>
          </a:r>
          <a:r>
            <a:rPr lang="tr-TR"/>
            <a:t>or the same of </a:t>
          </a:r>
          <a:r>
            <a:rPr lang="en-US"/>
            <a:t>vanity</a:t>
          </a:r>
          <a:r>
            <a:rPr lang="tr-TR"/>
            <a:t> </a:t>
          </a:r>
          <a:r>
            <a:rPr lang="en-US"/>
            <a:t>address, </a:t>
          </a:r>
          <a:endParaRPr lang="tr-TR"/>
        </a:p>
      </dgm:t>
    </dgm:pt>
    <dgm:pt modelId="{96073DC6-BA7D-4D03-BB12-9BB17D0689EB}" type="parTrans" cxnId="{5681A8BE-BC1E-46AD-AC3C-3588C947A1DA}">
      <dgm:prSet/>
      <dgm:spPr/>
      <dgm:t>
        <a:bodyPr/>
        <a:lstStyle/>
        <a:p>
          <a:endParaRPr lang="tr-TR"/>
        </a:p>
      </dgm:t>
    </dgm:pt>
    <dgm:pt modelId="{C73F04B1-EBE8-4759-9662-EB0D4DAD709B}" type="sibTrans" cxnId="{5681A8BE-BC1E-46AD-AC3C-3588C947A1DA}">
      <dgm:prSet/>
      <dgm:spPr/>
      <dgm:t>
        <a:bodyPr/>
        <a:lstStyle/>
        <a:p>
          <a:endParaRPr lang="tr-TR"/>
        </a:p>
      </dgm:t>
    </dgm:pt>
    <dgm:pt modelId="{2DF56EE2-91DA-4121-AA91-5DB0C9AFD4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thereby fooling your customers</a:t>
          </a:r>
          <a:endParaRPr lang="tr-TR"/>
        </a:p>
      </dgm:t>
    </dgm:pt>
    <dgm:pt modelId="{6084D79E-6C09-46AD-B5D9-BD31A9140096}" type="parTrans" cxnId="{21BCF7FE-D4F0-4B0D-A610-03A3EA2ACE94}">
      <dgm:prSet/>
      <dgm:spPr/>
      <dgm:t>
        <a:bodyPr/>
        <a:lstStyle/>
        <a:p>
          <a:endParaRPr lang="tr-TR"/>
        </a:p>
      </dgm:t>
    </dgm:pt>
    <dgm:pt modelId="{41E752FA-665E-460A-9773-2E3ACDCFD0FC}" type="sibTrans" cxnId="{21BCF7FE-D4F0-4B0D-A610-03A3EA2ACE94}">
      <dgm:prSet/>
      <dgm:spPr/>
      <dgm:t>
        <a:bodyPr/>
        <a:lstStyle/>
        <a:p>
          <a:endParaRPr lang="tr-TR"/>
        </a:p>
      </dgm:t>
    </dgm:pt>
    <dgm:pt modelId="{F7BC1098-F3AE-4FDC-B420-2DBAB4283DB2}" type="pres">
      <dgm:prSet presAssocID="{7A8275B1-8656-4A7B-B2C2-09A18DA723A9}" presName="root" presStyleCnt="0">
        <dgm:presLayoutVars>
          <dgm:dir/>
          <dgm:resizeHandles val="exact"/>
        </dgm:presLayoutVars>
      </dgm:prSet>
      <dgm:spPr/>
    </dgm:pt>
    <dgm:pt modelId="{E484DD7C-0153-46CF-8EF1-40BBE648620F}" type="pres">
      <dgm:prSet presAssocID="{4D580189-F780-4E58-A87A-0297C4F9C958}" presName="compNode" presStyleCnt="0"/>
      <dgm:spPr/>
    </dgm:pt>
    <dgm:pt modelId="{073B91A9-D9ED-4DBE-8806-367C667FDD09}" type="pres">
      <dgm:prSet presAssocID="{4D580189-F780-4E58-A87A-0297C4F9C95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D6F78C68-D373-4605-A2E9-4B6A6B07F211}" type="pres">
      <dgm:prSet presAssocID="{4D580189-F780-4E58-A87A-0297C4F9C958}" presName="iconSpace" presStyleCnt="0"/>
      <dgm:spPr/>
    </dgm:pt>
    <dgm:pt modelId="{8B8D8032-5B1E-4B9F-8990-6DC9C6DD53F4}" type="pres">
      <dgm:prSet presAssocID="{4D580189-F780-4E58-A87A-0297C4F9C958}" presName="parTx" presStyleLbl="revTx" presStyleIdx="0" presStyleCnt="6">
        <dgm:presLayoutVars>
          <dgm:chMax val="0"/>
          <dgm:chPref val="0"/>
        </dgm:presLayoutVars>
      </dgm:prSet>
      <dgm:spPr/>
    </dgm:pt>
    <dgm:pt modelId="{EAD7C4FE-7195-4EAC-B925-4E7B60C28EED}" type="pres">
      <dgm:prSet presAssocID="{4D580189-F780-4E58-A87A-0297C4F9C958}" presName="txSpace" presStyleCnt="0"/>
      <dgm:spPr/>
    </dgm:pt>
    <dgm:pt modelId="{0A932180-083D-492A-AB19-D26EA15886E8}" type="pres">
      <dgm:prSet presAssocID="{4D580189-F780-4E58-A87A-0297C4F9C958}" presName="desTx" presStyleLbl="revTx" presStyleIdx="1" presStyleCnt="6">
        <dgm:presLayoutVars/>
      </dgm:prSet>
      <dgm:spPr/>
    </dgm:pt>
    <dgm:pt modelId="{6396B33F-0B02-4384-AAB7-1C6A03FE7192}" type="pres">
      <dgm:prSet presAssocID="{81F4A0BC-92A9-47F5-9463-9DF5A2310338}" presName="sibTrans" presStyleCnt="0"/>
      <dgm:spPr/>
    </dgm:pt>
    <dgm:pt modelId="{D56A5F24-DEFA-49DB-976A-80619A78DDC9}" type="pres">
      <dgm:prSet presAssocID="{96316DDB-875D-44BF-91C8-3CC75099A352}" presName="compNode" presStyleCnt="0"/>
      <dgm:spPr/>
    </dgm:pt>
    <dgm:pt modelId="{213126E7-5E7C-41B8-AD80-34161842AE9C}" type="pres">
      <dgm:prSet presAssocID="{96316DDB-875D-44BF-91C8-3CC75099A3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750667D8-3006-40C3-8E39-531A07374139}" type="pres">
      <dgm:prSet presAssocID="{96316DDB-875D-44BF-91C8-3CC75099A352}" presName="iconSpace" presStyleCnt="0"/>
      <dgm:spPr/>
    </dgm:pt>
    <dgm:pt modelId="{F23E73A2-EFD8-478A-9F7E-94D65820F420}" type="pres">
      <dgm:prSet presAssocID="{96316DDB-875D-44BF-91C8-3CC75099A352}" presName="parTx" presStyleLbl="revTx" presStyleIdx="2" presStyleCnt="6">
        <dgm:presLayoutVars>
          <dgm:chMax val="0"/>
          <dgm:chPref val="0"/>
        </dgm:presLayoutVars>
      </dgm:prSet>
      <dgm:spPr/>
    </dgm:pt>
    <dgm:pt modelId="{4249A3D4-0C99-46D2-84CD-A0AB61B09899}" type="pres">
      <dgm:prSet presAssocID="{96316DDB-875D-44BF-91C8-3CC75099A352}" presName="txSpace" presStyleCnt="0"/>
      <dgm:spPr/>
    </dgm:pt>
    <dgm:pt modelId="{39F31AA4-40AB-4A52-8698-4F309BED726D}" type="pres">
      <dgm:prSet presAssocID="{96316DDB-875D-44BF-91C8-3CC75099A352}" presName="desTx" presStyleLbl="revTx" presStyleIdx="3" presStyleCnt="6">
        <dgm:presLayoutVars/>
      </dgm:prSet>
      <dgm:spPr/>
    </dgm:pt>
    <dgm:pt modelId="{3AF8F588-4F2F-4F94-A91F-30C6D722A120}" type="pres">
      <dgm:prSet presAssocID="{624277E2-EDD0-4A17-8999-4D1F00D29E59}" presName="sibTrans" presStyleCnt="0"/>
      <dgm:spPr/>
    </dgm:pt>
    <dgm:pt modelId="{F65E5FF9-CD97-45D4-912D-D54F907D57B3}" type="pres">
      <dgm:prSet presAssocID="{94A1D22D-B309-4376-966C-A74C5F21E868}" presName="compNode" presStyleCnt="0"/>
      <dgm:spPr/>
    </dgm:pt>
    <dgm:pt modelId="{ED1A01B3-7558-48DD-A1D9-54C8AC35E51F}" type="pres">
      <dgm:prSet presAssocID="{94A1D22D-B309-4376-966C-A74C5F21E8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EF5280B-0AB2-4640-BC1D-B51E1C4194C7}" type="pres">
      <dgm:prSet presAssocID="{94A1D22D-B309-4376-966C-A74C5F21E868}" presName="iconSpace" presStyleCnt="0"/>
      <dgm:spPr/>
    </dgm:pt>
    <dgm:pt modelId="{5C45B306-8AC3-41F8-A7D3-85CC9FAF36A4}" type="pres">
      <dgm:prSet presAssocID="{94A1D22D-B309-4376-966C-A74C5F21E868}" presName="parTx" presStyleLbl="revTx" presStyleIdx="4" presStyleCnt="6">
        <dgm:presLayoutVars>
          <dgm:chMax val="0"/>
          <dgm:chPref val="0"/>
        </dgm:presLayoutVars>
      </dgm:prSet>
      <dgm:spPr/>
    </dgm:pt>
    <dgm:pt modelId="{A1C778A9-1211-4B3C-AC9F-8BDAF48AA59F}" type="pres">
      <dgm:prSet presAssocID="{94A1D22D-B309-4376-966C-A74C5F21E868}" presName="txSpace" presStyleCnt="0"/>
      <dgm:spPr/>
    </dgm:pt>
    <dgm:pt modelId="{44924CA2-60DB-4737-9491-7288B9903BF0}" type="pres">
      <dgm:prSet presAssocID="{94A1D22D-B309-4376-966C-A74C5F21E868}" presName="desTx" presStyleLbl="revTx" presStyleIdx="5" presStyleCnt="6">
        <dgm:presLayoutVars/>
      </dgm:prSet>
      <dgm:spPr/>
    </dgm:pt>
  </dgm:ptLst>
  <dgm:cxnLst>
    <dgm:cxn modelId="{51503C44-46AE-4811-B274-AB95F05DBEA6}" type="presOf" srcId="{4D580189-F780-4E58-A87A-0297C4F9C958}" destId="{8B8D8032-5B1E-4B9F-8990-6DC9C6DD53F4}" srcOrd="0" destOrd="0" presId="urn:microsoft.com/office/officeart/2018/5/layout/CenteredIconLabelDescriptionList"/>
    <dgm:cxn modelId="{1840CE47-4D53-4FF0-9600-D98F3A642FB5}" type="presOf" srcId="{94A1D22D-B309-4376-966C-A74C5F21E868}" destId="{5C45B306-8AC3-41F8-A7D3-85CC9FAF36A4}" srcOrd="0" destOrd="0" presId="urn:microsoft.com/office/officeart/2018/5/layout/CenteredIconLabelDescriptionList"/>
    <dgm:cxn modelId="{A577A76C-9351-49F6-8BFE-8BE2100DEDF6}" srcId="{96316DDB-875D-44BF-91C8-3CC75099A352}" destId="{9FC538EC-F65F-4BE9-B90B-A00186DCE19A}" srcOrd="1" destOrd="0" parTransId="{09E07E19-E517-4784-AD14-6A88C262148B}" sibTransId="{0AFD0374-9688-426A-BB99-068F57BEB9C7}"/>
    <dgm:cxn modelId="{B06D525A-F5E3-4744-8EE5-8A9F3A906598}" type="presOf" srcId="{D4F67589-2A6B-420C-8571-3132C93AD7E9}" destId="{39F31AA4-40AB-4A52-8698-4F309BED726D}" srcOrd="0" destOrd="0" presId="urn:microsoft.com/office/officeart/2018/5/layout/CenteredIconLabelDescriptionList"/>
    <dgm:cxn modelId="{D78F7D7B-385C-42CA-9043-E241AC1A1BC6}" srcId="{96316DDB-875D-44BF-91C8-3CC75099A352}" destId="{D4F67589-2A6B-420C-8571-3132C93AD7E9}" srcOrd="0" destOrd="0" parTransId="{9E1B8848-347C-4BC5-852E-C60DE3E839BA}" sibTransId="{53DC0D27-78AA-44C7-9CC6-BC9052E967BA}"/>
    <dgm:cxn modelId="{71A9D798-91CD-4AC2-89AD-2CC8529AEC8C}" srcId="{7A8275B1-8656-4A7B-B2C2-09A18DA723A9}" destId="{96316DDB-875D-44BF-91C8-3CC75099A352}" srcOrd="1" destOrd="0" parTransId="{B389E968-4A1C-42A7-8DFA-F8933ED4BD3F}" sibTransId="{624277E2-EDD0-4A17-8999-4D1F00D29E59}"/>
    <dgm:cxn modelId="{F14708B7-367C-4F48-8F8E-8D668F050DFE}" type="presOf" srcId="{53BC5939-E608-4E91-9699-E87F84CAD7AF}" destId="{44924CA2-60DB-4737-9491-7288B9903BF0}" srcOrd="0" destOrd="0" presId="urn:microsoft.com/office/officeart/2018/5/layout/CenteredIconLabelDescriptionList"/>
    <dgm:cxn modelId="{C0F7F8B9-67F3-49DC-B3D3-95AA376278C6}" type="presOf" srcId="{3E5BAD0B-D293-48AC-9C4E-9E7FE15A8FB6}" destId="{0A932180-083D-492A-AB19-D26EA15886E8}" srcOrd="0" destOrd="1" presId="urn:microsoft.com/office/officeart/2018/5/layout/CenteredIconLabelDescriptionList"/>
    <dgm:cxn modelId="{4F8E6ABA-E592-4D48-9349-08A2F2119140}" srcId="{7A8275B1-8656-4A7B-B2C2-09A18DA723A9}" destId="{4D580189-F780-4E58-A87A-0297C4F9C958}" srcOrd="0" destOrd="0" parTransId="{F9E84B0C-2CBA-43F9-8151-7E2184850379}" sibTransId="{81F4A0BC-92A9-47F5-9463-9DF5A2310338}"/>
    <dgm:cxn modelId="{ECD94CBC-CE71-40C4-AE50-90B4F18B7E55}" srcId="{7A8275B1-8656-4A7B-B2C2-09A18DA723A9}" destId="{94A1D22D-B309-4376-966C-A74C5F21E868}" srcOrd="2" destOrd="0" parTransId="{7C0C3F2A-EDDB-40D4-9E36-74A4DCBCE170}" sibTransId="{3AA996C1-A6F8-4486-8FF0-8219AA4D20C3}"/>
    <dgm:cxn modelId="{5681A8BE-BC1E-46AD-AC3C-3588C947A1DA}" srcId="{94A1D22D-B309-4376-966C-A74C5F21E868}" destId="{53BC5939-E608-4E91-9699-E87F84CAD7AF}" srcOrd="0" destOrd="0" parTransId="{96073DC6-BA7D-4D03-BB12-9BB17D0689EB}" sibTransId="{C73F04B1-EBE8-4759-9662-EB0D4DAD709B}"/>
    <dgm:cxn modelId="{C30B25C4-5D4D-4642-B814-2471745C1261}" type="presOf" srcId="{7A8275B1-8656-4A7B-B2C2-09A18DA723A9}" destId="{F7BC1098-F3AE-4FDC-B420-2DBAB4283DB2}" srcOrd="0" destOrd="0" presId="urn:microsoft.com/office/officeart/2018/5/layout/CenteredIconLabelDescriptionList"/>
    <dgm:cxn modelId="{823D22D1-CAB1-4EEF-80D0-71349185B87B}" type="presOf" srcId="{FE7C4C4A-9758-4144-BA88-BAD523BCDE2F}" destId="{0A932180-083D-492A-AB19-D26EA15886E8}" srcOrd="0" destOrd="0" presId="urn:microsoft.com/office/officeart/2018/5/layout/CenteredIconLabelDescriptionList"/>
    <dgm:cxn modelId="{D5A28FDF-32A7-4D1A-88B1-D122526B4127}" srcId="{4D580189-F780-4E58-A87A-0297C4F9C958}" destId="{FE7C4C4A-9758-4144-BA88-BAD523BCDE2F}" srcOrd="0" destOrd="0" parTransId="{E92ACC21-33DD-4006-95E7-19FAB5F6C5D3}" sibTransId="{146E2F19-CB9B-4CD6-AE1D-53547566AC8A}"/>
    <dgm:cxn modelId="{551A54E3-F142-4A1B-A9AF-0CA851A26DA5}" type="presOf" srcId="{96316DDB-875D-44BF-91C8-3CC75099A352}" destId="{F23E73A2-EFD8-478A-9F7E-94D65820F420}" srcOrd="0" destOrd="0" presId="urn:microsoft.com/office/officeart/2018/5/layout/CenteredIconLabelDescriptionList"/>
    <dgm:cxn modelId="{1F8B7BF3-3645-49D3-BD13-2DD793EAF8E9}" type="presOf" srcId="{9FC538EC-F65F-4BE9-B90B-A00186DCE19A}" destId="{39F31AA4-40AB-4A52-8698-4F309BED726D}" srcOrd="0" destOrd="1" presId="urn:microsoft.com/office/officeart/2018/5/layout/CenteredIconLabelDescriptionList"/>
    <dgm:cxn modelId="{6E0588F3-BA85-46D4-95D0-E35B17CA2153}" type="presOf" srcId="{2DF56EE2-91DA-4121-AA91-5DB0C9AFD465}" destId="{44924CA2-60DB-4737-9491-7288B9903BF0}" srcOrd="0" destOrd="1" presId="urn:microsoft.com/office/officeart/2018/5/layout/CenteredIconLabelDescriptionList"/>
    <dgm:cxn modelId="{3915EAF6-FD52-47B4-82F5-B414C3542754}" srcId="{4D580189-F780-4E58-A87A-0297C4F9C958}" destId="{3E5BAD0B-D293-48AC-9C4E-9E7FE15A8FB6}" srcOrd="1" destOrd="0" parTransId="{B7340437-4099-45DB-A5D0-A67488E0D5C8}" sibTransId="{19054A09-6B6D-486D-B313-0D380BF998E6}"/>
    <dgm:cxn modelId="{21BCF7FE-D4F0-4B0D-A610-03A3EA2ACE94}" srcId="{94A1D22D-B309-4376-966C-A74C5F21E868}" destId="{2DF56EE2-91DA-4121-AA91-5DB0C9AFD465}" srcOrd="1" destOrd="0" parTransId="{6084D79E-6C09-46AD-B5D9-BD31A9140096}" sibTransId="{41E752FA-665E-460A-9773-2E3ACDCFD0FC}"/>
    <dgm:cxn modelId="{7A6DF1E0-F1F6-41AD-A82B-BF9BED5CC21F}" type="presParOf" srcId="{F7BC1098-F3AE-4FDC-B420-2DBAB4283DB2}" destId="{E484DD7C-0153-46CF-8EF1-40BBE648620F}" srcOrd="0" destOrd="0" presId="urn:microsoft.com/office/officeart/2018/5/layout/CenteredIconLabelDescriptionList"/>
    <dgm:cxn modelId="{E0FD6851-730E-48A6-B709-4AA4F7F3B16C}" type="presParOf" srcId="{E484DD7C-0153-46CF-8EF1-40BBE648620F}" destId="{073B91A9-D9ED-4DBE-8806-367C667FDD09}" srcOrd="0" destOrd="0" presId="urn:microsoft.com/office/officeart/2018/5/layout/CenteredIconLabelDescriptionList"/>
    <dgm:cxn modelId="{B617B98D-ACB2-4A52-996A-2B58EEA49086}" type="presParOf" srcId="{E484DD7C-0153-46CF-8EF1-40BBE648620F}" destId="{D6F78C68-D373-4605-A2E9-4B6A6B07F211}" srcOrd="1" destOrd="0" presId="urn:microsoft.com/office/officeart/2018/5/layout/CenteredIconLabelDescriptionList"/>
    <dgm:cxn modelId="{908A597D-198D-4236-BFFB-504B92D4DF48}" type="presParOf" srcId="{E484DD7C-0153-46CF-8EF1-40BBE648620F}" destId="{8B8D8032-5B1E-4B9F-8990-6DC9C6DD53F4}" srcOrd="2" destOrd="0" presId="urn:microsoft.com/office/officeart/2018/5/layout/CenteredIconLabelDescriptionList"/>
    <dgm:cxn modelId="{EF3F4A85-B047-415B-9E98-BE993AD9D63C}" type="presParOf" srcId="{E484DD7C-0153-46CF-8EF1-40BBE648620F}" destId="{EAD7C4FE-7195-4EAC-B925-4E7B60C28EED}" srcOrd="3" destOrd="0" presId="urn:microsoft.com/office/officeart/2018/5/layout/CenteredIconLabelDescriptionList"/>
    <dgm:cxn modelId="{8F3020AA-0C8E-4269-94F1-4A8D24FBF589}" type="presParOf" srcId="{E484DD7C-0153-46CF-8EF1-40BBE648620F}" destId="{0A932180-083D-492A-AB19-D26EA15886E8}" srcOrd="4" destOrd="0" presId="urn:microsoft.com/office/officeart/2018/5/layout/CenteredIconLabelDescriptionList"/>
    <dgm:cxn modelId="{0C9958A7-6634-45BC-BBD7-195BF95C3DB7}" type="presParOf" srcId="{F7BC1098-F3AE-4FDC-B420-2DBAB4283DB2}" destId="{6396B33F-0B02-4384-AAB7-1C6A03FE7192}" srcOrd="1" destOrd="0" presId="urn:microsoft.com/office/officeart/2018/5/layout/CenteredIconLabelDescriptionList"/>
    <dgm:cxn modelId="{913323F6-032E-4BAA-84C5-D59FFFAC3237}" type="presParOf" srcId="{F7BC1098-F3AE-4FDC-B420-2DBAB4283DB2}" destId="{D56A5F24-DEFA-49DB-976A-80619A78DDC9}" srcOrd="2" destOrd="0" presId="urn:microsoft.com/office/officeart/2018/5/layout/CenteredIconLabelDescriptionList"/>
    <dgm:cxn modelId="{59CFB228-8445-4C2A-B660-77BF43134CC8}" type="presParOf" srcId="{D56A5F24-DEFA-49DB-976A-80619A78DDC9}" destId="{213126E7-5E7C-41B8-AD80-34161842AE9C}" srcOrd="0" destOrd="0" presId="urn:microsoft.com/office/officeart/2018/5/layout/CenteredIconLabelDescriptionList"/>
    <dgm:cxn modelId="{360B1A1A-A55B-4645-B35B-19B42CDD93B9}" type="presParOf" srcId="{D56A5F24-DEFA-49DB-976A-80619A78DDC9}" destId="{750667D8-3006-40C3-8E39-531A07374139}" srcOrd="1" destOrd="0" presId="urn:microsoft.com/office/officeart/2018/5/layout/CenteredIconLabelDescriptionList"/>
    <dgm:cxn modelId="{62534AA4-B626-480E-9718-A510CA08D8AD}" type="presParOf" srcId="{D56A5F24-DEFA-49DB-976A-80619A78DDC9}" destId="{F23E73A2-EFD8-478A-9F7E-94D65820F420}" srcOrd="2" destOrd="0" presId="urn:microsoft.com/office/officeart/2018/5/layout/CenteredIconLabelDescriptionList"/>
    <dgm:cxn modelId="{62FA081C-1D84-4432-8162-63210C51B43E}" type="presParOf" srcId="{D56A5F24-DEFA-49DB-976A-80619A78DDC9}" destId="{4249A3D4-0C99-46D2-84CD-A0AB61B09899}" srcOrd="3" destOrd="0" presId="urn:microsoft.com/office/officeart/2018/5/layout/CenteredIconLabelDescriptionList"/>
    <dgm:cxn modelId="{5B6D9188-B0EF-4117-A036-9165E022CE3F}" type="presParOf" srcId="{D56A5F24-DEFA-49DB-976A-80619A78DDC9}" destId="{39F31AA4-40AB-4A52-8698-4F309BED726D}" srcOrd="4" destOrd="0" presId="urn:microsoft.com/office/officeart/2018/5/layout/CenteredIconLabelDescriptionList"/>
    <dgm:cxn modelId="{67B19BA5-244B-4B6C-9D2F-BA330A3B99F5}" type="presParOf" srcId="{F7BC1098-F3AE-4FDC-B420-2DBAB4283DB2}" destId="{3AF8F588-4F2F-4F94-A91F-30C6D722A120}" srcOrd="3" destOrd="0" presId="urn:microsoft.com/office/officeart/2018/5/layout/CenteredIconLabelDescriptionList"/>
    <dgm:cxn modelId="{1D34592E-1336-43A3-BA78-0790F7C11228}" type="presParOf" srcId="{F7BC1098-F3AE-4FDC-B420-2DBAB4283DB2}" destId="{F65E5FF9-CD97-45D4-912D-D54F907D57B3}" srcOrd="4" destOrd="0" presId="urn:microsoft.com/office/officeart/2018/5/layout/CenteredIconLabelDescriptionList"/>
    <dgm:cxn modelId="{8D595192-C28B-475C-9DA7-ACCCCFF60B6C}" type="presParOf" srcId="{F65E5FF9-CD97-45D4-912D-D54F907D57B3}" destId="{ED1A01B3-7558-48DD-A1D9-54C8AC35E51F}" srcOrd="0" destOrd="0" presId="urn:microsoft.com/office/officeart/2018/5/layout/CenteredIconLabelDescriptionList"/>
    <dgm:cxn modelId="{7399926D-647D-439E-A02A-03DC533343E4}" type="presParOf" srcId="{F65E5FF9-CD97-45D4-912D-D54F907D57B3}" destId="{3EF5280B-0AB2-4640-BC1D-B51E1C4194C7}" srcOrd="1" destOrd="0" presId="urn:microsoft.com/office/officeart/2018/5/layout/CenteredIconLabelDescriptionList"/>
    <dgm:cxn modelId="{B926A2B3-CC1A-4E70-BEB0-099ACBB581E9}" type="presParOf" srcId="{F65E5FF9-CD97-45D4-912D-D54F907D57B3}" destId="{5C45B306-8AC3-41F8-A7D3-85CC9FAF36A4}" srcOrd="2" destOrd="0" presId="urn:microsoft.com/office/officeart/2018/5/layout/CenteredIconLabelDescriptionList"/>
    <dgm:cxn modelId="{1F02A878-EA53-4137-96CE-EEBCA4C02334}" type="presParOf" srcId="{F65E5FF9-CD97-45D4-912D-D54F907D57B3}" destId="{A1C778A9-1211-4B3C-AC9F-8BDAF48AA59F}" srcOrd="3" destOrd="0" presId="urn:microsoft.com/office/officeart/2018/5/layout/CenteredIconLabelDescriptionList"/>
    <dgm:cxn modelId="{761BC950-CB60-46FF-82B8-534E156E2688}" type="presParOf" srcId="{F65E5FF9-CD97-45D4-912D-D54F907D57B3}" destId="{44924CA2-60DB-4737-9491-7288B9903BF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0157170A-4E71-4743-9E0C-E542E347A5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07068CBF-95F7-4A02-9C60-52CC7E5D92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Private </a:t>
          </a:r>
          <a:r>
            <a:rPr lang="en-US"/>
            <a:t>keys on paper </a:t>
          </a:r>
          <a:endParaRPr lang="tr-TR"/>
        </a:p>
      </dgm:t>
    </dgm:pt>
    <dgm:pt modelId="{C232E182-2A0A-4DF2-BFA1-94D883A16FB1}" type="parTrans" cxnId="{A53AC73B-D2EC-4C9D-9A53-878971C3A700}">
      <dgm:prSet/>
      <dgm:spPr/>
      <dgm:t>
        <a:bodyPr/>
        <a:lstStyle/>
        <a:p>
          <a:endParaRPr lang="tr-TR"/>
        </a:p>
      </dgm:t>
    </dgm:pt>
    <dgm:pt modelId="{761F5255-E206-4A0C-AF46-51AA288D4307}" type="sibTrans" cxnId="{A53AC73B-D2EC-4C9D-9A53-878971C3A700}">
      <dgm:prSet/>
      <dgm:spPr/>
      <dgm:t>
        <a:bodyPr/>
        <a:lstStyle/>
        <a:p>
          <a:endParaRPr lang="tr-TR"/>
        </a:p>
      </dgm:t>
    </dgm:pt>
    <dgm:pt modelId="{1089446D-4D38-4A77-B768-5A133A5C07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paper wallet</a:t>
          </a:r>
          <a:endParaRPr lang="tr-TR"/>
        </a:p>
      </dgm:t>
    </dgm:pt>
    <dgm:pt modelId="{E3F7EE44-7EE6-4AEA-ACAC-EF99669808AE}" type="parTrans" cxnId="{072950E9-6D60-4738-8E3D-15E0C036D17F}">
      <dgm:prSet/>
      <dgm:spPr/>
      <dgm:t>
        <a:bodyPr/>
        <a:lstStyle/>
        <a:p>
          <a:endParaRPr lang="tr-TR"/>
        </a:p>
      </dgm:t>
    </dgm:pt>
    <dgm:pt modelId="{F6591296-CB96-4B39-A087-6D693454FF2F}" type="sibTrans" cxnId="{072950E9-6D60-4738-8E3D-15E0C036D17F}">
      <dgm:prSet/>
      <dgm:spPr/>
      <dgm:t>
        <a:bodyPr/>
        <a:lstStyle/>
        <a:p>
          <a:endParaRPr lang="tr-TR"/>
        </a:p>
      </dgm:t>
    </dgm:pt>
    <dgm:pt modelId="{BF3403CB-4F64-4DF6-94C2-57C8DDE3C9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but this is not necessary</a:t>
          </a:r>
          <a:endParaRPr lang="tr-TR"/>
        </a:p>
      </dgm:t>
    </dgm:pt>
    <dgm:pt modelId="{B7AC6361-CC56-4FD0-B7DF-BC2D04502904}" type="parTrans" cxnId="{136D63FD-EA3E-4B19-A9B0-175BB8F3CA1D}">
      <dgm:prSet/>
      <dgm:spPr/>
      <dgm:t>
        <a:bodyPr/>
        <a:lstStyle/>
        <a:p>
          <a:endParaRPr lang="tr-TR"/>
        </a:p>
      </dgm:t>
    </dgm:pt>
    <dgm:pt modelId="{E1F89105-CCC5-4178-B7FA-7EB2A3200001}" type="sibTrans" cxnId="{136D63FD-EA3E-4B19-A9B0-175BB8F3CA1D}">
      <dgm:prSet/>
      <dgm:spPr/>
      <dgm:t>
        <a:bodyPr/>
        <a:lstStyle/>
        <a:p>
          <a:endParaRPr lang="tr-TR"/>
        </a:p>
      </dgm:t>
    </dgm:pt>
    <dgm:pt modelId="{DDEE5411-C420-4B9E-BFFD-C61A781A54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“cold storage”</a:t>
          </a:r>
          <a:endParaRPr lang="tr-TR"/>
        </a:p>
      </dgm:t>
    </dgm:pt>
    <dgm:pt modelId="{BD246ECC-2AA7-44F8-81EA-AF3A9550575B}" type="parTrans" cxnId="{8C886500-28FD-4285-B8B6-4B54AEF18226}">
      <dgm:prSet/>
      <dgm:spPr/>
      <dgm:t>
        <a:bodyPr/>
        <a:lstStyle/>
        <a:p>
          <a:endParaRPr lang="tr-TR"/>
        </a:p>
      </dgm:t>
    </dgm:pt>
    <dgm:pt modelId="{B95DE8DF-E3D9-4B4A-BFD3-03CD4ED5C320}" type="sibTrans" cxnId="{8C886500-28FD-4285-B8B6-4B54AEF18226}">
      <dgm:prSet/>
      <dgm:spPr/>
      <dgm:t>
        <a:bodyPr/>
        <a:lstStyle/>
        <a:p>
          <a:endParaRPr lang="tr-TR"/>
        </a:p>
      </dgm:t>
    </dgm:pt>
    <dgm:pt modelId="{4CE0E047-8BFB-4D42-B0B7-3D78B3D528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</a:t>
          </a:r>
          <a:r>
            <a:rPr lang="tr-TR"/>
            <a:t>s</a:t>
          </a:r>
          <a:r>
            <a:rPr lang="en-US"/>
            <a:t> backups</a:t>
          </a:r>
          <a:endParaRPr lang="tr-TR"/>
        </a:p>
      </dgm:t>
    </dgm:pt>
    <dgm:pt modelId="{588496D5-1993-4BE8-B9ED-5501FFECF690}" type="parTrans" cxnId="{EF9060C5-0B48-4814-896A-1ADB3A2DA558}">
      <dgm:prSet/>
      <dgm:spPr/>
      <dgm:t>
        <a:bodyPr/>
        <a:lstStyle/>
        <a:p>
          <a:endParaRPr lang="tr-TR"/>
        </a:p>
      </dgm:t>
    </dgm:pt>
    <dgm:pt modelId="{87462682-C121-4F96-A4CE-A315E8230171}" type="sibTrans" cxnId="{EF9060C5-0B48-4814-896A-1ADB3A2DA558}">
      <dgm:prSet/>
      <dgm:spPr/>
      <dgm:t>
        <a:bodyPr/>
        <a:lstStyle/>
        <a:p>
          <a:endParaRPr lang="tr-TR"/>
        </a:p>
      </dgm:t>
    </dgm:pt>
    <dgm:pt modelId="{1E5F1E37-DE48-4F7A-977F-DAEBF385A1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Can be </a:t>
          </a:r>
          <a:r>
            <a:rPr lang="en-US"/>
            <a:t>generated offline</a:t>
          </a:r>
          <a:endParaRPr lang="tr-TR"/>
        </a:p>
      </dgm:t>
    </dgm:pt>
    <dgm:pt modelId="{91C4EED0-4DE7-4DAE-A0B3-0FF579C5F9C0}" type="parTrans" cxnId="{65940ACA-697B-4C8E-8A10-563A98188B00}">
      <dgm:prSet/>
      <dgm:spPr/>
      <dgm:t>
        <a:bodyPr/>
        <a:lstStyle/>
        <a:p>
          <a:endParaRPr lang="tr-TR"/>
        </a:p>
      </dgm:t>
    </dgm:pt>
    <dgm:pt modelId="{539E0F9D-0986-49B0-B96F-89E96852F385}" type="sibTrans" cxnId="{65940ACA-697B-4C8E-8A10-563A98188B00}">
      <dgm:prSet/>
      <dgm:spPr/>
      <dgm:t>
        <a:bodyPr/>
        <a:lstStyle/>
        <a:p>
          <a:endParaRPr lang="tr-TR"/>
        </a:p>
      </dgm:t>
    </dgm:pt>
    <dgm:pt modelId="{25038EAE-D8C8-419B-84ED-CCD7358A9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offline bitcoin storage</a:t>
          </a:r>
          <a:endParaRPr lang="tr-TR"/>
        </a:p>
      </dgm:t>
    </dgm:pt>
    <dgm:pt modelId="{44017E3C-A23E-4C94-A5B3-420E04D45C09}" type="parTrans" cxnId="{03C83A00-2DE8-4122-AC49-A027FE0AD681}">
      <dgm:prSet/>
      <dgm:spPr/>
      <dgm:t>
        <a:bodyPr/>
        <a:lstStyle/>
        <a:p>
          <a:endParaRPr lang="tr-TR"/>
        </a:p>
      </dgm:t>
    </dgm:pt>
    <dgm:pt modelId="{6CFA07A3-58F8-4819-97F9-A52594EAF645}" type="sibTrans" cxnId="{03C83A00-2DE8-4122-AC49-A027FE0AD681}">
      <dgm:prSet/>
      <dgm:spPr/>
      <dgm:t>
        <a:bodyPr/>
        <a:lstStyle/>
        <a:p>
          <a:endParaRPr lang="tr-TR"/>
        </a:p>
      </dgm:t>
    </dgm:pt>
    <dgm:pt modelId="{2FC1BBF3-F6AD-4E7F-9815-B776965C6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never stored</a:t>
          </a:r>
          <a:r>
            <a:rPr lang="tr-TR"/>
            <a:t> online</a:t>
          </a:r>
        </a:p>
      </dgm:t>
    </dgm:pt>
    <dgm:pt modelId="{F9937154-C53C-41E1-B33A-D4C7B7891A98}" type="parTrans" cxnId="{3012E586-7C01-45A9-B39F-6C1F971FC889}">
      <dgm:prSet/>
      <dgm:spPr/>
      <dgm:t>
        <a:bodyPr/>
        <a:lstStyle/>
        <a:p>
          <a:endParaRPr lang="tr-TR"/>
        </a:p>
      </dgm:t>
    </dgm:pt>
    <dgm:pt modelId="{DDA00412-5930-47F0-8A25-58EB7683B592}" type="sibTrans" cxnId="{3012E586-7C01-45A9-B39F-6C1F971FC889}">
      <dgm:prSet/>
      <dgm:spPr/>
      <dgm:t>
        <a:bodyPr/>
        <a:lstStyle/>
        <a:p>
          <a:endParaRPr lang="tr-TR"/>
        </a:p>
      </dgm:t>
    </dgm:pt>
    <dgm:pt modelId="{EF7AAA63-8155-46CF-AD1D-29D15D7FB3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also</a:t>
          </a:r>
          <a:r>
            <a:rPr lang="tr-TR"/>
            <a:t> </a:t>
          </a:r>
          <a:r>
            <a:rPr lang="en-US"/>
            <a:t>includes</a:t>
          </a:r>
          <a:endParaRPr lang="tr-TR"/>
        </a:p>
      </dgm:t>
    </dgm:pt>
    <dgm:pt modelId="{D254565C-7CAB-4083-BDBB-00BFA79AEBA0}" type="parTrans" cxnId="{D17FA53C-9484-468D-BD1F-707C58627339}">
      <dgm:prSet/>
      <dgm:spPr/>
      <dgm:t>
        <a:bodyPr/>
        <a:lstStyle/>
        <a:p>
          <a:endParaRPr lang="tr-TR"/>
        </a:p>
      </dgm:t>
    </dgm:pt>
    <dgm:pt modelId="{2811433A-48FB-4788-82AE-D98FDF8AB90D}" type="sibTrans" cxnId="{D17FA53C-9484-468D-BD1F-707C58627339}">
      <dgm:prSet/>
      <dgm:spPr/>
      <dgm:t>
        <a:bodyPr/>
        <a:lstStyle/>
        <a:p>
          <a:endParaRPr lang="tr-TR"/>
        </a:p>
      </dgm:t>
    </dgm:pt>
    <dgm:pt modelId="{4C01D7C4-78EF-42DA-9382-6F7A07AC1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because it can be derived</a:t>
          </a:r>
          <a:endParaRPr lang="tr-TR" dirty="0"/>
        </a:p>
      </dgm:t>
    </dgm:pt>
    <dgm:pt modelId="{5CA79C44-796D-4EE9-9050-C0441FC1380D}" type="parTrans" cxnId="{397D9CAB-B26B-48F2-ACD8-4D614F68D62E}">
      <dgm:prSet/>
      <dgm:spPr/>
      <dgm:t>
        <a:bodyPr/>
        <a:lstStyle/>
        <a:p>
          <a:endParaRPr lang="tr-TR"/>
        </a:p>
      </dgm:t>
    </dgm:pt>
    <dgm:pt modelId="{B14F148D-EC97-4ECC-A023-BA7E78B4BC02}" type="sibTrans" cxnId="{397D9CAB-B26B-48F2-ACD8-4D614F68D62E}">
      <dgm:prSet/>
      <dgm:spPr/>
      <dgm:t>
        <a:bodyPr/>
        <a:lstStyle/>
        <a:p>
          <a:endParaRPr lang="tr-TR"/>
        </a:p>
      </dgm:t>
    </dgm:pt>
    <dgm:pt modelId="{76A6B703-D9F2-4DE3-B8C5-14EC64CEF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private key.</a:t>
          </a:r>
          <a:endParaRPr lang="tr-TR"/>
        </a:p>
      </dgm:t>
    </dgm:pt>
    <dgm:pt modelId="{63CDE868-9A83-4DD8-A76C-60D13C061C7A}" type="parTrans" cxnId="{279A58BC-3FBE-4FA1-9F42-85996E1E6281}">
      <dgm:prSet/>
      <dgm:spPr/>
      <dgm:t>
        <a:bodyPr/>
        <a:lstStyle/>
        <a:p>
          <a:endParaRPr lang="tr-TR"/>
        </a:p>
      </dgm:t>
    </dgm:pt>
    <dgm:pt modelId="{396F78C9-E2EF-429E-BA9F-72FD2F0E034C}" type="sibTrans" cxnId="{279A58BC-3FBE-4FA1-9F42-85996E1E6281}">
      <dgm:prSet/>
      <dgm:spPr/>
      <dgm:t>
        <a:bodyPr/>
        <a:lstStyle/>
        <a:p>
          <a:endParaRPr lang="tr-TR"/>
        </a:p>
      </dgm:t>
    </dgm:pt>
    <dgm:pt modelId="{7D679B43-77E5-460F-AA3D-1B530B34A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convenience, </a:t>
          </a:r>
          <a:endParaRPr lang="tr-TR"/>
        </a:p>
      </dgm:t>
    </dgm:pt>
    <dgm:pt modelId="{D18E691F-D238-4CF6-95F8-4E2EBE24E5EE}" type="parTrans" cxnId="{D4084388-AEF2-471C-A810-A7CC6E5EE584}">
      <dgm:prSet/>
      <dgm:spPr/>
      <dgm:t>
        <a:bodyPr/>
        <a:lstStyle/>
        <a:p>
          <a:endParaRPr lang="tr-TR"/>
        </a:p>
      </dgm:t>
    </dgm:pt>
    <dgm:pt modelId="{78720713-2994-481A-8E48-C21CB0A1CB9B}" type="sibTrans" cxnId="{D4084388-AEF2-471C-A810-A7CC6E5EE584}">
      <dgm:prSet/>
      <dgm:spPr/>
      <dgm:t>
        <a:bodyPr/>
        <a:lstStyle/>
        <a:p>
          <a:endParaRPr lang="tr-TR"/>
        </a:p>
      </dgm:t>
    </dgm:pt>
    <dgm:pt modelId="{D7353BB8-0473-46CA-815C-B70C663956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corresponding bitcoin address</a:t>
          </a:r>
          <a:endParaRPr lang="tr-TR"/>
        </a:p>
      </dgm:t>
    </dgm:pt>
    <dgm:pt modelId="{192C9B44-2565-40AB-9653-51BC60362F9F}" type="parTrans" cxnId="{71F5966F-6013-4AB4-A246-29105D5DF9FE}">
      <dgm:prSet/>
      <dgm:spPr/>
      <dgm:t>
        <a:bodyPr/>
        <a:lstStyle/>
        <a:p>
          <a:endParaRPr lang="tr-TR"/>
        </a:p>
      </dgm:t>
    </dgm:pt>
    <dgm:pt modelId="{E70D519F-956F-432A-ACDE-6BF5AFAA0FC4}" type="sibTrans" cxnId="{71F5966F-6013-4AB4-A246-29105D5DF9FE}">
      <dgm:prSet/>
      <dgm:spPr/>
      <dgm:t>
        <a:bodyPr/>
        <a:lstStyle/>
        <a:p>
          <a:endParaRPr lang="tr-TR"/>
        </a:p>
      </dgm:t>
    </dgm:pt>
    <dgm:pt modelId="{7A6FAC40-0376-41FD-8447-2EA158B224AD}" type="pres">
      <dgm:prSet presAssocID="{0157170A-4E71-4743-9E0C-E542E347A584}" presName="root" presStyleCnt="0">
        <dgm:presLayoutVars>
          <dgm:dir/>
          <dgm:resizeHandles val="exact"/>
        </dgm:presLayoutVars>
      </dgm:prSet>
      <dgm:spPr/>
    </dgm:pt>
    <dgm:pt modelId="{F1394F51-E699-4FD9-80AA-579AC51D080A}" type="pres">
      <dgm:prSet presAssocID="{07068CBF-95F7-4A02-9C60-52CC7E5D9247}" presName="compNode" presStyleCnt="0"/>
      <dgm:spPr/>
    </dgm:pt>
    <dgm:pt modelId="{99CE5434-8515-4EF3-9A6D-C8A0BC98CC10}" type="pres">
      <dgm:prSet presAssocID="{07068CBF-95F7-4A02-9C60-52CC7E5D92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CD79849-769D-4B88-ADFB-57C9E1DC0E4E}" type="pres">
      <dgm:prSet presAssocID="{07068CBF-95F7-4A02-9C60-52CC7E5D9247}" presName="iconSpace" presStyleCnt="0"/>
      <dgm:spPr/>
    </dgm:pt>
    <dgm:pt modelId="{E6D9C9F1-9FC4-44CD-9CA0-24689F68E2E8}" type="pres">
      <dgm:prSet presAssocID="{07068CBF-95F7-4A02-9C60-52CC7E5D9247}" presName="parTx" presStyleLbl="revTx" presStyleIdx="0" presStyleCnt="10">
        <dgm:presLayoutVars>
          <dgm:chMax val="0"/>
          <dgm:chPref val="0"/>
        </dgm:presLayoutVars>
      </dgm:prSet>
      <dgm:spPr/>
    </dgm:pt>
    <dgm:pt modelId="{9A8AD8B5-6BA7-4B9E-9E8F-8B40BB957BAF}" type="pres">
      <dgm:prSet presAssocID="{07068CBF-95F7-4A02-9C60-52CC7E5D9247}" presName="txSpace" presStyleCnt="0"/>
      <dgm:spPr/>
    </dgm:pt>
    <dgm:pt modelId="{67328F4C-58DC-41C3-9ACB-B4E820DDA63C}" type="pres">
      <dgm:prSet presAssocID="{07068CBF-95F7-4A02-9C60-52CC7E5D9247}" presName="desTx" presStyleLbl="revTx" presStyleIdx="1" presStyleCnt="10">
        <dgm:presLayoutVars/>
      </dgm:prSet>
      <dgm:spPr/>
    </dgm:pt>
    <dgm:pt modelId="{1283011E-87D1-4144-9898-3D716E6A1356}" type="pres">
      <dgm:prSet presAssocID="{761F5255-E206-4A0C-AF46-51AA288D4307}" presName="sibTrans" presStyleCnt="0"/>
      <dgm:spPr/>
    </dgm:pt>
    <dgm:pt modelId="{60D673A7-649D-4A5C-AC2C-6D94B2CA03B8}" type="pres">
      <dgm:prSet presAssocID="{EF7AAA63-8155-46CF-AD1D-29D15D7FB370}" presName="compNode" presStyleCnt="0"/>
      <dgm:spPr/>
    </dgm:pt>
    <dgm:pt modelId="{0877C696-7F6D-4109-9B71-973A20EEEB53}" type="pres">
      <dgm:prSet presAssocID="{EF7AAA63-8155-46CF-AD1D-29D15D7FB37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3BBB167-36A2-40E3-880A-F069CEDEBA51}" type="pres">
      <dgm:prSet presAssocID="{EF7AAA63-8155-46CF-AD1D-29D15D7FB370}" presName="iconSpace" presStyleCnt="0"/>
      <dgm:spPr/>
    </dgm:pt>
    <dgm:pt modelId="{B1DBC127-0BCF-41EA-9E84-84CB4A979750}" type="pres">
      <dgm:prSet presAssocID="{EF7AAA63-8155-46CF-AD1D-29D15D7FB370}" presName="parTx" presStyleLbl="revTx" presStyleIdx="2" presStyleCnt="10">
        <dgm:presLayoutVars>
          <dgm:chMax val="0"/>
          <dgm:chPref val="0"/>
        </dgm:presLayoutVars>
      </dgm:prSet>
      <dgm:spPr/>
    </dgm:pt>
    <dgm:pt modelId="{65793E9A-692F-4F40-8FA3-00036402AE86}" type="pres">
      <dgm:prSet presAssocID="{EF7AAA63-8155-46CF-AD1D-29D15D7FB370}" presName="txSpace" presStyleCnt="0"/>
      <dgm:spPr/>
    </dgm:pt>
    <dgm:pt modelId="{17E599FA-9204-472B-9E8B-EC8675230D01}" type="pres">
      <dgm:prSet presAssocID="{EF7AAA63-8155-46CF-AD1D-29D15D7FB370}" presName="desTx" presStyleLbl="revTx" presStyleIdx="3" presStyleCnt="10">
        <dgm:presLayoutVars/>
      </dgm:prSet>
      <dgm:spPr/>
    </dgm:pt>
    <dgm:pt modelId="{DDEFA9F5-928B-4B07-969B-3343D1530DA4}" type="pres">
      <dgm:prSet presAssocID="{2811433A-48FB-4788-82AE-D98FDF8AB90D}" presName="sibTrans" presStyleCnt="0"/>
      <dgm:spPr/>
    </dgm:pt>
    <dgm:pt modelId="{83FEC4B2-208C-4FA5-9073-83E6074EE48E}" type="pres">
      <dgm:prSet presAssocID="{BF3403CB-4F64-4DF6-94C2-57C8DDE3C9DA}" presName="compNode" presStyleCnt="0"/>
      <dgm:spPr/>
    </dgm:pt>
    <dgm:pt modelId="{9B280CAA-4EB1-49BE-B3D1-3DBEF41A7D40}" type="pres">
      <dgm:prSet presAssocID="{BF3403CB-4F64-4DF6-94C2-57C8DDE3C9D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79A672-F1A3-4166-A624-AD2980CEB7F8}" type="pres">
      <dgm:prSet presAssocID="{BF3403CB-4F64-4DF6-94C2-57C8DDE3C9DA}" presName="iconSpace" presStyleCnt="0"/>
      <dgm:spPr/>
    </dgm:pt>
    <dgm:pt modelId="{E487B939-1B15-4042-AC5B-F30A7BD179E5}" type="pres">
      <dgm:prSet presAssocID="{BF3403CB-4F64-4DF6-94C2-57C8DDE3C9DA}" presName="parTx" presStyleLbl="revTx" presStyleIdx="4" presStyleCnt="10">
        <dgm:presLayoutVars>
          <dgm:chMax val="0"/>
          <dgm:chPref val="0"/>
        </dgm:presLayoutVars>
      </dgm:prSet>
      <dgm:spPr/>
    </dgm:pt>
    <dgm:pt modelId="{7433D88C-460B-4146-ABEA-A4CC791C8B58}" type="pres">
      <dgm:prSet presAssocID="{BF3403CB-4F64-4DF6-94C2-57C8DDE3C9DA}" presName="txSpace" presStyleCnt="0"/>
      <dgm:spPr/>
    </dgm:pt>
    <dgm:pt modelId="{4CC11E03-E141-4D94-81E5-5C4B1BDEDE06}" type="pres">
      <dgm:prSet presAssocID="{BF3403CB-4F64-4DF6-94C2-57C8DDE3C9DA}" presName="desTx" presStyleLbl="revTx" presStyleIdx="5" presStyleCnt="10">
        <dgm:presLayoutVars/>
      </dgm:prSet>
      <dgm:spPr/>
    </dgm:pt>
    <dgm:pt modelId="{83393733-CF94-4739-9D5A-E73FC4D10A2E}" type="pres">
      <dgm:prSet presAssocID="{E1F89105-CCC5-4178-B7FA-7EB2A3200001}" presName="sibTrans" presStyleCnt="0"/>
      <dgm:spPr/>
    </dgm:pt>
    <dgm:pt modelId="{B9D4FD1C-BB17-4071-8F39-CECD1F9F4769}" type="pres">
      <dgm:prSet presAssocID="{DDEE5411-C420-4B9E-BFFD-C61A781A54B3}" presName="compNode" presStyleCnt="0"/>
      <dgm:spPr/>
    </dgm:pt>
    <dgm:pt modelId="{2E458094-1DF2-4A72-A424-7253C5F11790}" type="pres">
      <dgm:prSet presAssocID="{DDEE5411-C420-4B9E-BFFD-C61A781A54B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02A41CB0-77E6-4311-ACCA-1AE8A1EE4D40}" type="pres">
      <dgm:prSet presAssocID="{DDEE5411-C420-4B9E-BFFD-C61A781A54B3}" presName="iconSpace" presStyleCnt="0"/>
      <dgm:spPr/>
    </dgm:pt>
    <dgm:pt modelId="{88FC0F55-DF2F-4B79-8F83-7A6376586C22}" type="pres">
      <dgm:prSet presAssocID="{DDEE5411-C420-4B9E-BFFD-C61A781A54B3}" presName="parTx" presStyleLbl="revTx" presStyleIdx="6" presStyleCnt="10">
        <dgm:presLayoutVars>
          <dgm:chMax val="0"/>
          <dgm:chPref val="0"/>
        </dgm:presLayoutVars>
      </dgm:prSet>
      <dgm:spPr/>
    </dgm:pt>
    <dgm:pt modelId="{DAC0C6DE-B512-4178-92B6-8D67ED096D16}" type="pres">
      <dgm:prSet presAssocID="{DDEE5411-C420-4B9E-BFFD-C61A781A54B3}" presName="txSpace" presStyleCnt="0"/>
      <dgm:spPr/>
    </dgm:pt>
    <dgm:pt modelId="{3E08FF58-11E4-44C4-98A9-174DF2B77087}" type="pres">
      <dgm:prSet presAssocID="{DDEE5411-C420-4B9E-BFFD-C61A781A54B3}" presName="desTx" presStyleLbl="revTx" presStyleIdx="7" presStyleCnt="10">
        <dgm:presLayoutVars/>
      </dgm:prSet>
      <dgm:spPr/>
    </dgm:pt>
    <dgm:pt modelId="{38E7DC82-4186-41CF-B32A-03994D60C008}" type="pres">
      <dgm:prSet presAssocID="{B95DE8DF-E3D9-4B4A-BFD3-03CD4ED5C320}" presName="sibTrans" presStyleCnt="0"/>
      <dgm:spPr/>
    </dgm:pt>
    <dgm:pt modelId="{57617016-703F-4FB4-8B71-2E1EC121751B}" type="pres">
      <dgm:prSet presAssocID="{1E5F1E37-DE48-4F7A-977F-DAEBF385A19A}" presName="compNode" presStyleCnt="0"/>
      <dgm:spPr/>
    </dgm:pt>
    <dgm:pt modelId="{8C2D73B7-14B3-44A1-8F1D-EE7E4DC8CF95}" type="pres">
      <dgm:prSet presAssocID="{1E5F1E37-DE48-4F7A-977F-DAEBF385A1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59517DD-FAF2-464C-8738-CF3DA3596E84}" type="pres">
      <dgm:prSet presAssocID="{1E5F1E37-DE48-4F7A-977F-DAEBF385A19A}" presName="iconSpace" presStyleCnt="0"/>
      <dgm:spPr/>
    </dgm:pt>
    <dgm:pt modelId="{47519179-C793-44FA-B11E-BD9CB0EF457A}" type="pres">
      <dgm:prSet presAssocID="{1E5F1E37-DE48-4F7A-977F-DAEBF385A19A}" presName="parTx" presStyleLbl="revTx" presStyleIdx="8" presStyleCnt="10">
        <dgm:presLayoutVars>
          <dgm:chMax val="0"/>
          <dgm:chPref val="0"/>
        </dgm:presLayoutVars>
      </dgm:prSet>
      <dgm:spPr/>
    </dgm:pt>
    <dgm:pt modelId="{C56D42AD-84D9-45DA-9C82-5CB070083291}" type="pres">
      <dgm:prSet presAssocID="{1E5F1E37-DE48-4F7A-977F-DAEBF385A19A}" presName="txSpace" presStyleCnt="0"/>
      <dgm:spPr/>
    </dgm:pt>
    <dgm:pt modelId="{6A433354-A7F1-44DC-9D9B-CB1F0F3EB9B0}" type="pres">
      <dgm:prSet presAssocID="{1E5F1E37-DE48-4F7A-977F-DAEBF385A19A}" presName="desTx" presStyleLbl="revTx" presStyleIdx="9" presStyleCnt="10">
        <dgm:presLayoutVars/>
      </dgm:prSet>
      <dgm:spPr/>
    </dgm:pt>
  </dgm:ptLst>
  <dgm:cxnLst>
    <dgm:cxn modelId="{03C83A00-2DE8-4122-AC49-A027FE0AD681}" srcId="{DDEE5411-C420-4B9E-BFFD-C61A781A54B3}" destId="{25038EAE-D8C8-419B-84ED-CCD7358A903C}" srcOrd="1" destOrd="0" parTransId="{44017E3C-A23E-4C94-A5B3-420E04D45C09}" sibTransId="{6CFA07A3-58F8-4819-97F9-A52594EAF645}"/>
    <dgm:cxn modelId="{8C886500-28FD-4285-B8B6-4B54AEF18226}" srcId="{0157170A-4E71-4743-9E0C-E542E347A584}" destId="{DDEE5411-C420-4B9E-BFFD-C61A781A54B3}" srcOrd="3" destOrd="0" parTransId="{BD246ECC-2AA7-44F8-81EA-AF3A9550575B}" sibTransId="{B95DE8DF-E3D9-4B4A-BFD3-03CD4ED5C320}"/>
    <dgm:cxn modelId="{35C98720-0B74-4BDC-85CB-B9AC38AAFB54}" type="presOf" srcId="{07068CBF-95F7-4A02-9C60-52CC7E5D9247}" destId="{E6D9C9F1-9FC4-44CD-9CA0-24689F68E2E8}" srcOrd="0" destOrd="0" presId="urn:microsoft.com/office/officeart/2018/5/layout/CenteredIconLabelDescriptionList"/>
    <dgm:cxn modelId="{583E072D-A3F8-4AD9-B426-236E036F65A0}" type="presOf" srcId="{1089446D-4D38-4A77-B768-5A133A5C07E0}" destId="{67328F4C-58DC-41C3-9ACB-B4E820DDA63C}" srcOrd="0" destOrd="0" presId="urn:microsoft.com/office/officeart/2018/5/layout/CenteredIconLabelDescriptionList"/>
    <dgm:cxn modelId="{623B3934-A6D0-4184-8237-0BFEEF284F5E}" type="presOf" srcId="{0157170A-4E71-4743-9E0C-E542E347A584}" destId="{7A6FAC40-0376-41FD-8447-2EA158B224AD}" srcOrd="0" destOrd="0" presId="urn:microsoft.com/office/officeart/2018/5/layout/CenteredIconLabelDescriptionList"/>
    <dgm:cxn modelId="{D5A7FF3A-190D-4962-B2FB-7908AA67CCF2}" type="presOf" srcId="{D7353BB8-0473-46CA-815C-B70C663956D4}" destId="{17E599FA-9204-472B-9E8B-EC8675230D01}" srcOrd="0" destOrd="0" presId="urn:microsoft.com/office/officeart/2018/5/layout/CenteredIconLabelDescriptionList"/>
    <dgm:cxn modelId="{A53AC73B-D2EC-4C9D-9A53-878971C3A700}" srcId="{0157170A-4E71-4743-9E0C-E542E347A584}" destId="{07068CBF-95F7-4A02-9C60-52CC7E5D9247}" srcOrd="0" destOrd="0" parTransId="{C232E182-2A0A-4DF2-BFA1-94D883A16FB1}" sibTransId="{761F5255-E206-4A0C-AF46-51AA288D4307}"/>
    <dgm:cxn modelId="{D17FA53C-9484-468D-BD1F-707C58627339}" srcId="{0157170A-4E71-4743-9E0C-E542E347A584}" destId="{EF7AAA63-8155-46CF-AD1D-29D15D7FB370}" srcOrd="1" destOrd="0" parTransId="{D254565C-7CAB-4083-BDBB-00BFA79AEBA0}" sibTransId="{2811433A-48FB-4788-82AE-D98FDF8AB90D}"/>
    <dgm:cxn modelId="{71F5966F-6013-4AB4-A246-29105D5DF9FE}" srcId="{EF7AAA63-8155-46CF-AD1D-29D15D7FB370}" destId="{D7353BB8-0473-46CA-815C-B70C663956D4}" srcOrd="0" destOrd="0" parTransId="{192C9B44-2565-40AB-9653-51BC60362F9F}" sibTransId="{E70D519F-956F-432A-ACDE-6BF5AFAA0FC4}"/>
    <dgm:cxn modelId="{EF075551-8270-464B-9951-3DB4EF5E6D4B}" type="presOf" srcId="{2FC1BBF3-F6AD-4E7F-9815-B776965C6862}" destId="{6A433354-A7F1-44DC-9D9B-CB1F0F3EB9B0}" srcOrd="0" destOrd="0" presId="urn:microsoft.com/office/officeart/2018/5/layout/CenteredIconLabelDescriptionList"/>
    <dgm:cxn modelId="{2C413881-057A-49BC-ACE0-6B12B65E1D47}" type="presOf" srcId="{1E5F1E37-DE48-4F7A-977F-DAEBF385A19A}" destId="{47519179-C793-44FA-B11E-BD9CB0EF457A}" srcOrd="0" destOrd="0" presId="urn:microsoft.com/office/officeart/2018/5/layout/CenteredIconLabelDescriptionList"/>
    <dgm:cxn modelId="{3012E586-7C01-45A9-B39F-6C1F971FC889}" srcId="{1E5F1E37-DE48-4F7A-977F-DAEBF385A19A}" destId="{2FC1BBF3-F6AD-4E7F-9815-B776965C6862}" srcOrd="0" destOrd="0" parTransId="{F9937154-C53C-41E1-B33A-D4C7B7891A98}" sibTransId="{DDA00412-5930-47F0-8A25-58EB7683B592}"/>
    <dgm:cxn modelId="{D4084388-AEF2-471C-A810-A7CC6E5EE584}" srcId="{EF7AAA63-8155-46CF-AD1D-29D15D7FB370}" destId="{7D679B43-77E5-460F-AA3D-1B530B34AEE4}" srcOrd="1" destOrd="0" parTransId="{D18E691F-D238-4CF6-95F8-4E2EBE24E5EE}" sibTransId="{78720713-2994-481A-8E48-C21CB0A1CB9B}"/>
    <dgm:cxn modelId="{8B6BA388-AB08-4AEA-9F47-B3ABF8D0F508}" type="presOf" srcId="{EF7AAA63-8155-46CF-AD1D-29D15D7FB370}" destId="{B1DBC127-0BCF-41EA-9E84-84CB4A979750}" srcOrd="0" destOrd="0" presId="urn:microsoft.com/office/officeart/2018/5/layout/CenteredIconLabelDescriptionList"/>
    <dgm:cxn modelId="{F9F9F8A4-F922-4BD1-8C79-1E2FD5A2AAEA}" type="presOf" srcId="{7D679B43-77E5-460F-AA3D-1B530B34AEE4}" destId="{17E599FA-9204-472B-9E8B-EC8675230D01}" srcOrd="0" destOrd="1" presId="urn:microsoft.com/office/officeart/2018/5/layout/CenteredIconLabelDescriptionList"/>
    <dgm:cxn modelId="{397D9CAB-B26B-48F2-ACD8-4D614F68D62E}" srcId="{BF3403CB-4F64-4DF6-94C2-57C8DDE3C9DA}" destId="{4C01D7C4-78EF-42DA-9382-6F7A07AC1949}" srcOrd="0" destOrd="0" parTransId="{5CA79C44-796D-4EE9-9050-C0441FC1380D}" sibTransId="{B14F148D-EC97-4ECC-A023-BA7E78B4BC02}"/>
    <dgm:cxn modelId="{6C2708B7-DAD6-40CE-8075-8AA073F59812}" type="presOf" srcId="{76A6B703-D9F2-4DE3-B8C5-14EC64CEFF30}" destId="{4CC11E03-E141-4D94-81E5-5C4B1BDEDE06}" srcOrd="0" destOrd="1" presId="urn:microsoft.com/office/officeart/2018/5/layout/CenteredIconLabelDescriptionList"/>
    <dgm:cxn modelId="{728B07BA-4BD4-406D-B5CC-83B4F2078218}" type="presOf" srcId="{25038EAE-D8C8-419B-84ED-CCD7358A903C}" destId="{3E08FF58-11E4-44C4-98A9-174DF2B77087}" srcOrd="0" destOrd="1" presId="urn:microsoft.com/office/officeart/2018/5/layout/CenteredIconLabelDescriptionList"/>
    <dgm:cxn modelId="{279A58BC-3FBE-4FA1-9F42-85996E1E6281}" srcId="{BF3403CB-4F64-4DF6-94C2-57C8DDE3C9DA}" destId="{76A6B703-D9F2-4DE3-B8C5-14EC64CEFF30}" srcOrd="1" destOrd="0" parTransId="{63CDE868-9A83-4DD8-A76C-60D13C061C7A}" sibTransId="{396F78C9-E2EF-429E-BA9F-72FD2F0E034C}"/>
    <dgm:cxn modelId="{EF9060C5-0B48-4814-896A-1ADB3A2DA558}" srcId="{DDEE5411-C420-4B9E-BFFD-C61A781A54B3}" destId="{4CE0E047-8BFB-4D42-B0B7-3D78B3D528DA}" srcOrd="0" destOrd="0" parTransId="{588496D5-1993-4BE8-B9ED-5501FFECF690}" sibTransId="{87462682-C121-4F96-A4CE-A315E8230171}"/>
    <dgm:cxn modelId="{65940ACA-697B-4C8E-8A10-563A98188B00}" srcId="{0157170A-4E71-4743-9E0C-E542E347A584}" destId="{1E5F1E37-DE48-4F7A-977F-DAEBF385A19A}" srcOrd="4" destOrd="0" parTransId="{91C4EED0-4DE7-4DAE-A0B3-0FF579C5F9C0}" sibTransId="{539E0F9D-0986-49B0-B96F-89E96852F385}"/>
    <dgm:cxn modelId="{69A640CD-89CA-40FF-A7F7-705A047A2225}" type="presOf" srcId="{DDEE5411-C420-4B9E-BFFD-C61A781A54B3}" destId="{88FC0F55-DF2F-4B79-8F83-7A6376586C22}" srcOrd="0" destOrd="0" presId="urn:microsoft.com/office/officeart/2018/5/layout/CenteredIconLabelDescriptionList"/>
    <dgm:cxn modelId="{2A2F30CF-9A76-42EA-AB97-A4BB7FE6981E}" type="presOf" srcId="{BF3403CB-4F64-4DF6-94C2-57C8DDE3C9DA}" destId="{E487B939-1B15-4042-AC5B-F30A7BD179E5}" srcOrd="0" destOrd="0" presId="urn:microsoft.com/office/officeart/2018/5/layout/CenteredIconLabelDescriptionList"/>
    <dgm:cxn modelId="{965F94E0-12DB-4302-B344-9D6D43194C82}" type="presOf" srcId="{4C01D7C4-78EF-42DA-9382-6F7A07AC1949}" destId="{4CC11E03-E141-4D94-81E5-5C4B1BDEDE06}" srcOrd="0" destOrd="0" presId="urn:microsoft.com/office/officeart/2018/5/layout/CenteredIconLabelDescriptionList"/>
    <dgm:cxn modelId="{072950E9-6D60-4738-8E3D-15E0C036D17F}" srcId="{07068CBF-95F7-4A02-9C60-52CC7E5D9247}" destId="{1089446D-4D38-4A77-B768-5A133A5C07E0}" srcOrd="0" destOrd="0" parTransId="{E3F7EE44-7EE6-4AEA-ACAC-EF99669808AE}" sibTransId="{F6591296-CB96-4B39-A087-6D693454FF2F}"/>
    <dgm:cxn modelId="{51FC0AF9-FB6B-4D18-B133-5EC3E4764658}" type="presOf" srcId="{4CE0E047-8BFB-4D42-B0B7-3D78B3D528DA}" destId="{3E08FF58-11E4-44C4-98A9-174DF2B77087}" srcOrd="0" destOrd="0" presId="urn:microsoft.com/office/officeart/2018/5/layout/CenteredIconLabelDescriptionList"/>
    <dgm:cxn modelId="{136D63FD-EA3E-4B19-A9B0-175BB8F3CA1D}" srcId="{0157170A-4E71-4743-9E0C-E542E347A584}" destId="{BF3403CB-4F64-4DF6-94C2-57C8DDE3C9DA}" srcOrd="2" destOrd="0" parTransId="{B7AC6361-CC56-4FD0-B7DF-BC2D04502904}" sibTransId="{E1F89105-CCC5-4178-B7FA-7EB2A3200001}"/>
    <dgm:cxn modelId="{17F00BE1-93FB-4E32-9734-10F40AF003A8}" type="presParOf" srcId="{7A6FAC40-0376-41FD-8447-2EA158B224AD}" destId="{F1394F51-E699-4FD9-80AA-579AC51D080A}" srcOrd="0" destOrd="0" presId="urn:microsoft.com/office/officeart/2018/5/layout/CenteredIconLabelDescriptionList"/>
    <dgm:cxn modelId="{9AF5C05E-07A6-4074-8707-2D802A3DFE55}" type="presParOf" srcId="{F1394F51-E699-4FD9-80AA-579AC51D080A}" destId="{99CE5434-8515-4EF3-9A6D-C8A0BC98CC10}" srcOrd="0" destOrd="0" presId="urn:microsoft.com/office/officeart/2018/5/layout/CenteredIconLabelDescriptionList"/>
    <dgm:cxn modelId="{FA2E20CF-448C-4EC5-A9B4-7BB768767CCD}" type="presParOf" srcId="{F1394F51-E699-4FD9-80AA-579AC51D080A}" destId="{3CD79849-769D-4B88-ADFB-57C9E1DC0E4E}" srcOrd="1" destOrd="0" presId="urn:microsoft.com/office/officeart/2018/5/layout/CenteredIconLabelDescriptionList"/>
    <dgm:cxn modelId="{E011F298-06D6-42CF-92E3-CDEF6FE2647C}" type="presParOf" srcId="{F1394F51-E699-4FD9-80AA-579AC51D080A}" destId="{E6D9C9F1-9FC4-44CD-9CA0-24689F68E2E8}" srcOrd="2" destOrd="0" presId="urn:microsoft.com/office/officeart/2018/5/layout/CenteredIconLabelDescriptionList"/>
    <dgm:cxn modelId="{B29D6D5B-4EA9-490C-B630-B322A7980E36}" type="presParOf" srcId="{F1394F51-E699-4FD9-80AA-579AC51D080A}" destId="{9A8AD8B5-6BA7-4B9E-9E8F-8B40BB957BAF}" srcOrd="3" destOrd="0" presId="urn:microsoft.com/office/officeart/2018/5/layout/CenteredIconLabelDescriptionList"/>
    <dgm:cxn modelId="{4EFF9180-D0E6-4FC3-831E-D89A7DD58BA1}" type="presParOf" srcId="{F1394F51-E699-4FD9-80AA-579AC51D080A}" destId="{67328F4C-58DC-41C3-9ACB-B4E820DDA63C}" srcOrd="4" destOrd="0" presId="urn:microsoft.com/office/officeart/2018/5/layout/CenteredIconLabelDescriptionList"/>
    <dgm:cxn modelId="{FA0135CA-CB01-4029-B179-4D4C7DACCAD4}" type="presParOf" srcId="{7A6FAC40-0376-41FD-8447-2EA158B224AD}" destId="{1283011E-87D1-4144-9898-3D716E6A1356}" srcOrd="1" destOrd="0" presId="urn:microsoft.com/office/officeart/2018/5/layout/CenteredIconLabelDescriptionList"/>
    <dgm:cxn modelId="{A3526504-2E69-4A00-9535-EBADAA557FE5}" type="presParOf" srcId="{7A6FAC40-0376-41FD-8447-2EA158B224AD}" destId="{60D673A7-649D-4A5C-AC2C-6D94B2CA03B8}" srcOrd="2" destOrd="0" presId="urn:microsoft.com/office/officeart/2018/5/layout/CenteredIconLabelDescriptionList"/>
    <dgm:cxn modelId="{92D67520-B447-4038-B892-01618F63D7D3}" type="presParOf" srcId="{60D673A7-649D-4A5C-AC2C-6D94B2CA03B8}" destId="{0877C696-7F6D-4109-9B71-973A20EEEB53}" srcOrd="0" destOrd="0" presId="urn:microsoft.com/office/officeart/2018/5/layout/CenteredIconLabelDescriptionList"/>
    <dgm:cxn modelId="{D4E75889-E17F-4534-8032-08AD2CEE0AA4}" type="presParOf" srcId="{60D673A7-649D-4A5C-AC2C-6D94B2CA03B8}" destId="{A3BBB167-36A2-40E3-880A-F069CEDEBA51}" srcOrd="1" destOrd="0" presId="urn:microsoft.com/office/officeart/2018/5/layout/CenteredIconLabelDescriptionList"/>
    <dgm:cxn modelId="{E92FD091-BECA-4199-9124-111CED91FD73}" type="presParOf" srcId="{60D673A7-649D-4A5C-AC2C-6D94B2CA03B8}" destId="{B1DBC127-0BCF-41EA-9E84-84CB4A979750}" srcOrd="2" destOrd="0" presId="urn:microsoft.com/office/officeart/2018/5/layout/CenteredIconLabelDescriptionList"/>
    <dgm:cxn modelId="{2111571D-03D8-4DF5-A428-77CB3F45FA0E}" type="presParOf" srcId="{60D673A7-649D-4A5C-AC2C-6D94B2CA03B8}" destId="{65793E9A-692F-4F40-8FA3-00036402AE86}" srcOrd="3" destOrd="0" presId="urn:microsoft.com/office/officeart/2018/5/layout/CenteredIconLabelDescriptionList"/>
    <dgm:cxn modelId="{A1095AF9-7FA3-4E8E-8B39-34A76D2B402E}" type="presParOf" srcId="{60D673A7-649D-4A5C-AC2C-6D94B2CA03B8}" destId="{17E599FA-9204-472B-9E8B-EC8675230D01}" srcOrd="4" destOrd="0" presId="urn:microsoft.com/office/officeart/2018/5/layout/CenteredIconLabelDescriptionList"/>
    <dgm:cxn modelId="{A5ED1D4F-9573-46EB-801F-B0C35C8DB1F9}" type="presParOf" srcId="{7A6FAC40-0376-41FD-8447-2EA158B224AD}" destId="{DDEFA9F5-928B-4B07-969B-3343D1530DA4}" srcOrd="3" destOrd="0" presId="urn:microsoft.com/office/officeart/2018/5/layout/CenteredIconLabelDescriptionList"/>
    <dgm:cxn modelId="{80D7356B-4DE6-4D59-8BEF-52E584E17C85}" type="presParOf" srcId="{7A6FAC40-0376-41FD-8447-2EA158B224AD}" destId="{83FEC4B2-208C-4FA5-9073-83E6074EE48E}" srcOrd="4" destOrd="0" presId="urn:microsoft.com/office/officeart/2018/5/layout/CenteredIconLabelDescriptionList"/>
    <dgm:cxn modelId="{1DE44B2A-8767-4401-A10D-5ED95401D07A}" type="presParOf" srcId="{83FEC4B2-208C-4FA5-9073-83E6074EE48E}" destId="{9B280CAA-4EB1-49BE-B3D1-3DBEF41A7D40}" srcOrd="0" destOrd="0" presId="urn:microsoft.com/office/officeart/2018/5/layout/CenteredIconLabelDescriptionList"/>
    <dgm:cxn modelId="{6C6B0588-6A43-4E7E-B7AC-769F2FB2D364}" type="presParOf" srcId="{83FEC4B2-208C-4FA5-9073-83E6074EE48E}" destId="{1879A672-F1A3-4166-A624-AD2980CEB7F8}" srcOrd="1" destOrd="0" presId="urn:microsoft.com/office/officeart/2018/5/layout/CenteredIconLabelDescriptionList"/>
    <dgm:cxn modelId="{C40FACEB-25D1-4748-BF32-6176EDB553EC}" type="presParOf" srcId="{83FEC4B2-208C-4FA5-9073-83E6074EE48E}" destId="{E487B939-1B15-4042-AC5B-F30A7BD179E5}" srcOrd="2" destOrd="0" presId="urn:microsoft.com/office/officeart/2018/5/layout/CenteredIconLabelDescriptionList"/>
    <dgm:cxn modelId="{C5A4D3C5-3370-46A0-A81C-DB45D1EA48B2}" type="presParOf" srcId="{83FEC4B2-208C-4FA5-9073-83E6074EE48E}" destId="{7433D88C-460B-4146-ABEA-A4CC791C8B58}" srcOrd="3" destOrd="0" presId="urn:microsoft.com/office/officeart/2018/5/layout/CenteredIconLabelDescriptionList"/>
    <dgm:cxn modelId="{A26AD637-94D6-4C63-BF36-19D11182D810}" type="presParOf" srcId="{83FEC4B2-208C-4FA5-9073-83E6074EE48E}" destId="{4CC11E03-E141-4D94-81E5-5C4B1BDEDE06}" srcOrd="4" destOrd="0" presId="urn:microsoft.com/office/officeart/2018/5/layout/CenteredIconLabelDescriptionList"/>
    <dgm:cxn modelId="{F8F4B038-6889-43A5-987F-25ECE9EA0595}" type="presParOf" srcId="{7A6FAC40-0376-41FD-8447-2EA158B224AD}" destId="{83393733-CF94-4739-9D5A-E73FC4D10A2E}" srcOrd="5" destOrd="0" presId="urn:microsoft.com/office/officeart/2018/5/layout/CenteredIconLabelDescriptionList"/>
    <dgm:cxn modelId="{CCAEA403-4010-4D78-AF5C-6ED5736F1099}" type="presParOf" srcId="{7A6FAC40-0376-41FD-8447-2EA158B224AD}" destId="{B9D4FD1C-BB17-4071-8F39-CECD1F9F4769}" srcOrd="6" destOrd="0" presId="urn:microsoft.com/office/officeart/2018/5/layout/CenteredIconLabelDescriptionList"/>
    <dgm:cxn modelId="{5595ADFB-0611-4145-A158-EAEF0ACCBD3E}" type="presParOf" srcId="{B9D4FD1C-BB17-4071-8F39-CECD1F9F4769}" destId="{2E458094-1DF2-4A72-A424-7253C5F11790}" srcOrd="0" destOrd="0" presId="urn:microsoft.com/office/officeart/2018/5/layout/CenteredIconLabelDescriptionList"/>
    <dgm:cxn modelId="{8BF1B256-2A23-4ED7-8F36-8980474C21DD}" type="presParOf" srcId="{B9D4FD1C-BB17-4071-8F39-CECD1F9F4769}" destId="{02A41CB0-77E6-4311-ACCA-1AE8A1EE4D40}" srcOrd="1" destOrd="0" presId="urn:microsoft.com/office/officeart/2018/5/layout/CenteredIconLabelDescriptionList"/>
    <dgm:cxn modelId="{E331250B-B7EF-424F-A64E-DE294546389E}" type="presParOf" srcId="{B9D4FD1C-BB17-4071-8F39-CECD1F9F4769}" destId="{88FC0F55-DF2F-4B79-8F83-7A6376586C22}" srcOrd="2" destOrd="0" presId="urn:microsoft.com/office/officeart/2018/5/layout/CenteredIconLabelDescriptionList"/>
    <dgm:cxn modelId="{7B80DD96-45D0-40C9-890D-4F1C2F576AF6}" type="presParOf" srcId="{B9D4FD1C-BB17-4071-8F39-CECD1F9F4769}" destId="{DAC0C6DE-B512-4178-92B6-8D67ED096D16}" srcOrd="3" destOrd="0" presId="urn:microsoft.com/office/officeart/2018/5/layout/CenteredIconLabelDescriptionList"/>
    <dgm:cxn modelId="{8262C8CC-05D4-45C7-9016-B88954C3CDC6}" type="presParOf" srcId="{B9D4FD1C-BB17-4071-8F39-CECD1F9F4769}" destId="{3E08FF58-11E4-44C4-98A9-174DF2B77087}" srcOrd="4" destOrd="0" presId="urn:microsoft.com/office/officeart/2018/5/layout/CenteredIconLabelDescriptionList"/>
    <dgm:cxn modelId="{B0298D0D-7497-411E-8661-69E018C65EF3}" type="presParOf" srcId="{7A6FAC40-0376-41FD-8447-2EA158B224AD}" destId="{38E7DC82-4186-41CF-B32A-03994D60C008}" srcOrd="7" destOrd="0" presId="urn:microsoft.com/office/officeart/2018/5/layout/CenteredIconLabelDescriptionList"/>
    <dgm:cxn modelId="{5A6889F1-77F2-43F3-A317-B984C46E21D3}" type="presParOf" srcId="{7A6FAC40-0376-41FD-8447-2EA158B224AD}" destId="{57617016-703F-4FB4-8B71-2E1EC121751B}" srcOrd="8" destOrd="0" presId="urn:microsoft.com/office/officeart/2018/5/layout/CenteredIconLabelDescriptionList"/>
    <dgm:cxn modelId="{F7759F43-E3FC-45C3-80A6-AF85C51557F0}" type="presParOf" srcId="{57617016-703F-4FB4-8B71-2E1EC121751B}" destId="{8C2D73B7-14B3-44A1-8F1D-EE7E4DC8CF95}" srcOrd="0" destOrd="0" presId="urn:microsoft.com/office/officeart/2018/5/layout/CenteredIconLabelDescriptionList"/>
    <dgm:cxn modelId="{DA31CC73-6DBE-4377-B545-D97A58AD0246}" type="presParOf" srcId="{57617016-703F-4FB4-8B71-2E1EC121751B}" destId="{559517DD-FAF2-464C-8738-CF3DA3596E84}" srcOrd="1" destOrd="0" presId="urn:microsoft.com/office/officeart/2018/5/layout/CenteredIconLabelDescriptionList"/>
    <dgm:cxn modelId="{015560C3-EFF2-4E35-9258-FF7469209030}" type="presParOf" srcId="{57617016-703F-4FB4-8B71-2E1EC121751B}" destId="{47519179-C793-44FA-B11E-BD9CB0EF457A}" srcOrd="2" destOrd="0" presId="urn:microsoft.com/office/officeart/2018/5/layout/CenteredIconLabelDescriptionList"/>
    <dgm:cxn modelId="{FCDC67F3-B41C-4CB4-A806-EA2D8E2098AE}" type="presParOf" srcId="{57617016-703F-4FB4-8B71-2E1EC121751B}" destId="{C56D42AD-84D9-45DA-9C82-5CB070083291}" srcOrd="3" destOrd="0" presId="urn:microsoft.com/office/officeart/2018/5/layout/CenteredIconLabelDescriptionList"/>
    <dgm:cxn modelId="{7E8DFAFA-6F4D-43A6-85AB-ABCDDC1F991B}" type="presParOf" srcId="{57617016-703F-4FB4-8B71-2E1EC121751B}" destId="{6A433354-A7F1-44DC-9D9B-CB1F0F3EB9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0157170A-4E71-4743-9E0C-E542E347A58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6A2FB555-BE80-4F29-AF9B-831984889B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against threads</a:t>
          </a:r>
        </a:p>
      </dgm:t>
    </dgm:pt>
    <dgm:pt modelId="{DF96CDE2-B80F-49B2-8A80-6993010B3590}" type="parTrans" cxnId="{453EB22F-83B0-4F2D-B5C5-7DE85CACD2F5}">
      <dgm:prSet/>
      <dgm:spPr/>
      <dgm:t>
        <a:bodyPr/>
        <a:lstStyle/>
        <a:p>
          <a:endParaRPr lang="tr-TR"/>
        </a:p>
      </dgm:t>
    </dgm:pt>
    <dgm:pt modelId="{B43DBE10-B795-4158-8A60-80A540D41FE2}" type="sibTrans" cxnId="{453EB22F-83B0-4F2D-B5C5-7DE85CACD2F5}">
      <dgm:prSet/>
      <dgm:spPr/>
      <dgm:t>
        <a:bodyPr/>
        <a:lstStyle/>
        <a:p>
          <a:endParaRPr lang="tr-TR"/>
        </a:p>
      </dgm:t>
    </dgm:pt>
    <dgm:pt modelId="{EBF350DF-5D20-4A46-B1C7-AFD1A84714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hackers, keyloggers, </a:t>
          </a:r>
          <a:r>
            <a:rPr lang="tr-TR"/>
            <a:t>…</a:t>
          </a:r>
        </a:p>
      </dgm:t>
    </dgm:pt>
    <dgm:pt modelId="{5F71493C-B95F-4714-9874-424DD761BDFC}" type="parTrans" cxnId="{98E7BABB-90A3-42A9-BED3-BB4817B8E999}">
      <dgm:prSet/>
      <dgm:spPr/>
      <dgm:t>
        <a:bodyPr/>
        <a:lstStyle/>
        <a:p>
          <a:endParaRPr lang="tr-TR"/>
        </a:p>
      </dgm:t>
    </dgm:pt>
    <dgm:pt modelId="{1317978B-994C-4425-9BBD-0D45417CDC2F}" type="sibTrans" cxnId="{98E7BABB-90A3-42A9-BED3-BB4817B8E999}">
      <dgm:prSet/>
      <dgm:spPr/>
      <dgm:t>
        <a:bodyPr/>
        <a:lstStyle/>
        <a:p>
          <a:endParaRPr lang="tr-TR"/>
        </a:p>
      </dgm:t>
    </dgm:pt>
    <dgm:pt modelId="{34841B70-815F-4E1E-A570-DC4668ABDD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Protection against incidents</a:t>
          </a:r>
        </a:p>
      </dgm:t>
    </dgm:pt>
    <dgm:pt modelId="{460D4BEA-2591-4128-A233-A4E623249AF7}" type="parTrans" cxnId="{4EF7A1DF-7A26-4FB7-895B-D0FC77132C07}">
      <dgm:prSet/>
      <dgm:spPr/>
      <dgm:t>
        <a:bodyPr/>
        <a:lstStyle/>
        <a:p>
          <a:endParaRPr lang="tr-TR"/>
        </a:p>
      </dgm:t>
    </dgm:pt>
    <dgm:pt modelId="{E71FE00F-82DF-4B10-AA8E-F36B777049FC}" type="sibTrans" cxnId="{4EF7A1DF-7A26-4FB7-895B-D0FC77132C07}">
      <dgm:prSet/>
      <dgm:spPr/>
      <dgm:t>
        <a:bodyPr/>
        <a:lstStyle/>
        <a:p>
          <a:endParaRPr lang="tr-TR"/>
        </a:p>
      </dgm:t>
    </dgm:pt>
    <dgm:pt modelId="{059EA602-4F80-4A38-9430-94B0CBCB1B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a hard-drive failure, theft, or accidental deletion</a:t>
          </a:r>
          <a:endParaRPr lang="tr-TR"/>
        </a:p>
      </dgm:t>
    </dgm:pt>
    <dgm:pt modelId="{2C9DD759-E3B3-457F-8F63-861F1A54ACFE}" type="parTrans" cxnId="{B5B8AE6E-ABE4-40B0-8892-5490DC8E8EC6}">
      <dgm:prSet/>
      <dgm:spPr/>
      <dgm:t>
        <a:bodyPr/>
        <a:lstStyle/>
        <a:p>
          <a:endParaRPr lang="tr-TR"/>
        </a:p>
      </dgm:t>
    </dgm:pt>
    <dgm:pt modelId="{81D7DF9C-2C80-4DCB-9751-A2C82E17612B}" type="sibTrans" cxnId="{B5B8AE6E-ABE4-40B0-8892-5490DC8E8EC6}">
      <dgm:prSet/>
      <dgm:spPr/>
      <dgm:t>
        <a:bodyPr/>
        <a:lstStyle/>
        <a:p>
          <a:endParaRPr lang="tr-TR"/>
        </a:p>
      </dgm:t>
    </dgm:pt>
    <dgm:pt modelId="{31E0F8C2-F20C-4655-879E-5D98BB7A06DB}" type="pres">
      <dgm:prSet presAssocID="{0157170A-4E71-4743-9E0C-E542E347A584}" presName="root" presStyleCnt="0">
        <dgm:presLayoutVars>
          <dgm:dir/>
          <dgm:resizeHandles val="exact"/>
        </dgm:presLayoutVars>
      </dgm:prSet>
      <dgm:spPr/>
    </dgm:pt>
    <dgm:pt modelId="{5356ECFC-4BEE-4FCF-B0DC-37F7BB05807B}" type="pres">
      <dgm:prSet presAssocID="{6A2FB555-BE80-4F29-AF9B-831984889B68}" presName="compNode" presStyleCnt="0"/>
      <dgm:spPr/>
    </dgm:pt>
    <dgm:pt modelId="{0329A490-3865-4728-87E1-80D9F7E61B43}" type="pres">
      <dgm:prSet presAssocID="{6A2FB555-BE80-4F29-AF9B-831984889B6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9FC21C4-3019-41F9-A6A2-91ED4EAB99E7}" type="pres">
      <dgm:prSet presAssocID="{6A2FB555-BE80-4F29-AF9B-831984889B68}" presName="iconSpace" presStyleCnt="0"/>
      <dgm:spPr/>
    </dgm:pt>
    <dgm:pt modelId="{1FFB5BD8-29A1-42D1-9AC2-F3A9A1B922E6}" type="pres">
      <dgm:prSet presAssocID="{6A2FB555-BE80-4F29-AF9B-831984889B68}" presName="parTx" presStyleLbl="revTx" presStyleIdx="0" presStyleCnt="4">
        <dgm:presLayoutVars>
          <dgm:chMax val="0"/>
          <dgm:chPref val="0"/>
        </dgm:presLayoutVars>
      </dgm:prSet>
      <dgm:spPr/>
    </dgm:pt>
    <dgm:pt modelId="{5317B244-C46F-4D2C-8FF1-DCF0839595E4}" type="pres">
      <dgm:prSet presAssocID="{6A2FB555-BE80-4F29-AF9B-831984889B68}" presName="txSpace" presStyleCnt="0"/>
      <dgm:spPr/>
    </dgm:pt>
    <dgm:pt modelId="{3616BAF8-75EB-4180-9852-99DC9932E3AE}" type="pres">
      <dgm:prSet presAssocID="{6A2FB555-BE80-4F29-AF9B-831984889B68}" presName="desTx" presStyleLbl="revTx" presStyleIdx="1" presStyleCnt="4">
        <dgm:presLayoutVars/>
      </dgm:prSet>
      <dgm:spPr/>
    </dgm:pt>
    <dgm:pt modelId="{7EA18B3F-A47C-4BA0-AC15-4760A4E5C4D8}" type="pres">
      <dgm:prSet presAssocID="{B43DBE10-B795-4158-8A60-80A540D41FE2}" presName="sibTrans" presStyleCnt="0"/>
      <dgm:spPr/>
    </dgm:pt>
    <dgm:pt modelId="{83C1765E-BD43-4C91-B67F-DAB65CDB2667}" type="pres">
      <dgm:prSet presAssocID="{34841B70-815F-4E1E-A570-DC4668ABDD21}" presName="compNode" presStyleCnt="0"/>
      <dgm:spPr/>
    </dgm:pt>
    <dgm:pt modelId="{746F7140-BCEF-418A-8E0D-B56214848704}" type="pres">
      <dgm:prSet presAssocID="{34841B70-815F-4E1E-A570-DC4668ABDD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FB96240-2FD8-4D3B-A0FA-0E7EEEC95AD4}" type="pres">
      <dgm:prSet presAssocID="{34841B70-815F-4E1E-A570-DC4668ABDD21}" presName="iconSpace" presStyleCnt="0"/>
      <dgm:spPr/>
    </dgm:pt>
    <dgm:pt modelId="{3E46BCB5-F46F-4A28-83F6-BD751AE46648}" type="pres">
      <dgm:prSet presAssocID="{34841B70-815F-4E1E-A570-DC4668ABDD21}" presName="parTx" presStyleLbl="revTx" presStyleIdx="2" presStyleCnt="4">
        <dgm:presLayoutVars>
          <dgm:chMax val="0"/>
          <dgm:chPref val="0"/>
        </dgm:presLayoutVars>
      </dgm:prSet>
      <dgm:spPr/>
    </dgm:pt>
    <dgm:pt modelId="{D68C9C45-009E-41D7-9017-7111D44A23AA}" type="pres">
      <dgm:prSet presAssocID="{34841B70-815F-4E1E-A570-DC4668ABDD21}" presName="txSpace" presStyleCnt="0"/>
      <dgm:spPr/>
    </dgm:pt>
    <dgm:pt modelId="{6D9F41C6-0E71-44CB-AF06-63F3EC24F0A5}" type="pres">
      <dgm:prSet presAssocID="{34841B70-815F-4E1E-A570-DC4668ABDD21}" presName="desTx" presStyleLbl="revTx" presStyleIdx="3" presStyleCnt="4">
        <dgm:presLayoutVars/>
      </dgm:prSet>
      <dgm:spPr/>
    </dgm:pt>
  </dgm:ptLst>
  <dgm:cxnLst>
    <dgm:cxn modelId="{453EB22F-83B0-4F2D-B5C5-7DE85CACD2F5}" srcId="{0157170A-4E71-4743-9E0C-E542E347A584}" destId="{6A2FB555-BE80-4F29-AF9B-831984889B68}" srcOrd="0" destOrd="0" parTransId="{DF96CDE2-B80F-49B2-8A80-6993010B3590}" sibTransId="{B43DBE10-B795-4158-8A60-80A540D41FE2}"/>
    <dgm:cxn modelId="{A40E0D60-B35E-4A74-9C0F-69605CA4E8CC}" type="presOf" srcId="{EBF350DF-5D20-4A46-B1C7-AFD1A847141D}" destId="{3616BAF8-75EB-4180-9852-99DC9932E3AE}" srcOrd="0" destOrd="0" presId="urn:microsoft.com/office/officeart/2018/5/layout/CenteredIconLabelDescriptionList"/>
    <dgm:cxn modelId="{B5B8AE6E-ABE4-40B0-8892-5490DC8E8EC6}" srcId="{34841B70-815F-4E1E-A570-DC4668ABDD21}" destId="{059EA602-4F80-4A38-9430-94B0CBCB1BFB}" srcOrd="0" destOrd="0" parTransId="{2C9DD759-E3B3-457F-8F63-861F1A54ACFE}" sibTransId="{81D7DF9C-2C80-4DCB-9751-A2C82E17612B}"/>
    <dgm:cxn modelId="{5AB8A350-D748-40DE-9284-5DD1F7C197A8}" type="presOf" srcId="{0157170A-4E71-4743-9E0C-E542E347A584}" destId="{31E0F8C2-F20C-4655-879E-5D98BB7A06DB}" srcOrd="0" destOrd="0" presId="urn:microsoft.com/office/officeart/2018/5/layout/CenteredIconLabelDescriptionList"/>
    <dgm:cxn modelId="{2B543174-4DC4-450A-8440-7CF4D58192DC}" type="presOf" srcId="{34841B70-815F-4E1E-A570-DC4668ABDD21}" destId="{3E46BCB5-F46F-4A28-83F6-BD751AE46648}" srcOrd="0" destOrd="0" presId="urn:microsoft.com/office/officeart/2018/5/layout/CenteredIconLabelDescriptionList"/>
    <dgm:cxn modelId="{ACB2FCAF-76FA-424B-B908-CA6C66EC3EB9}" type="presOf" srcId="{059EA602-4F80-4A38-9430-94B0CBCB1BFB}" destId="{6D9F41C6-0E71-44CB-AF06-63F3EC24F0A5}" srcOrd="0" destOrd="0" presId="urn:microsoft.com/office/officeart/2018/5/layout/CenteredIconLabelDescriptionList"/>
    <dgm:cxn modelId="{98E7BABB-90A3-42A9-BED3-BB4817B8E999}" srcId="{6A2FB555-BE80-4F29-AF9B-831984889B68}" destId="{EBF350DF-5D20-4A46-B1C7-AFD1A847141D}" srcOrd="0" destOrd="0" parTransId="{5F71493C-B95F-4714-9874-424DD761BDFC}" sibTransId="{1317978B-994C-4425-9BBD-0D45417CDC2F}"/>
    <dgm:cxn modelId="{4EF7A1DF-7A26-4FB7-895B-D0FC77132C07}" srcId="{0157170A-4E71-4743-9E0C-E542E347A584}" destId="{34841B70-815F-4E1E-A570-DC4668ABDD21}" srcOrd="1" destOrd="0" parTransId="{460D4BEA-2591-4128-A233-A4E623249AF7}" sibTransId="{E71FE00F-82DF-4B10-AA8E-F36B777049FC}"/>
    <dgm:cxn modelId="{7FFFA2F6-2D94-44E2-ACCF-78E53E192C03}" type="presOf" srcId="{6A2FB555-BE80-4F29-AF9B-831984889B68}" destId="{1FFB5BD8-29A1-42D1-9AC2-F3A9A1B922E6}" srcOrd="0" destOrd="0" presId="urn:microsoft.com/office/officeart/2018/5/layout/CenteredIconLabelDescriptionList"/>
    <dgm:cxn modelId="{8DEC237D-11E4-4D8B-8A3B-EE021EA1DF85}" type="presParOf" srcId="{31E0F8C2-F20C-4655-879E-5D98BB7A06DB}" destId="{5356ECFC-4BEE-4FCF-B0DC-37F7BB05807B}" srcOrd="0" destOrd="0" presId="urn:microsoft.com/office/officeart/2018/5/layout/CenteredIconLabelDescriptionList"/>
    <dgm:cxn modelId="{BD9D0357-1331-4133-B8B6-3B8DEDC494AE}" type="presParOf" srcId="{5356ECFC-4BEE-4FCF-B0DC-37F7BB05807B}" destId="{0329A490-3865-4728-87E1-80D9F7E61B43}" srcOrd="0" destOrd="0" presId="urn:microsoft.com/office/officeart/2018/5/layout/CenteredIconLabelDescriptionList"/>
    <dgm:cxn modelId="{5A3A0562-FA88-44C4-8506-023E3C31229C}" type="presParOf" srcId="{5356ECFC-4BEE-4FCF-B0DC-37F7BB05807B}" destId="{E9FC21C4-3019-41F9-A6A2-91ED4EAB99E7}" srcOrd="1" destOrd="0" presId="urn:microsoft.com/office/officeart/2018/5/layout/CenteredIconLabelDescriptionList"/>
    <dgm:cxn modelId="{0F801732-7CAC-4015-9983-CBEB827E6753}" type="presParOf" srcId="{5356ECFC-4BEE-4FCF-B0DC-37F7BB05807B}" destId="{1FFB5BD8-29A1-42D1-9AC2-F3A9A1B922E6}" srcOrd="2" destOrd="0" presId="urn:microsoft.com/office/officeart/2018/5/layout/CenteredIconLabelDescriptionList"/>
    <dgm:cxn modelId="{DC512877-DBEA-4FFB-9B74-E24656789D41}" type="presParOf" srcId="{5356ECFC-4BEE-4FCF-B0DC-37F7BB05807B}" destId="{5317B244-C46F-4D2C-8FF1-DCF0839595E4}" srcOrd="3" destOrd="0" presId="urn:microsoft.com/office/officeart/2018/5/layout/CenteredIconLabelDescriptionList"/>
    <dgm:cxn modelId="{6BCCFF4F-8FA9-4650-A314-F7C8FB9568C4}" type="presParOf" srcId="{5356ECFC-4BEE-4FCF-B0DC-37F7BB05807B}" destId="{3616BAF8-75EB-4180-9852-99DC9932E3AE}" srcOrd="4" destOrd="0" presId="urn:microsoft.com/office/officeart/2018/5/layout/CenteredIconLabelDescriptionList"/>
    <dgm:cxn modelId="{77DF6CE7-1220-40C9-9D29-D574593ABC57}" type="presParOf" srcId="{31E0F8C2-F20C-4655-879E-5D98BB7A06DB}" destId="{7EA18B3F-A47C-4BA0-AC15-4760A4E5C4D8}" srcOrd="1" destOrd="0" presId="urn:microsoft.com/office/officeart/2018/5/layout/CenteredIconLabelDescriptionList"/>
    <dgm:cxn modelId="{C59CC97E-C040-4836-A369-8D8F60836B60}" type="presParOf" srcId="{31E0F8C2-F20C-4655-879E-5D98BB7A06DB}" destId="{83C1765E-BD43-4C91-B67F-DAB65CDB2667}" srcOrd="2" destOrd="0" presId="urn:microsoft.com/office/officeart/2018/5/layout/CenteredIconLabelDescriptionList"/>
    <dgm:cxn modelId="{930BCC65-0220-4864-AFFD-660CCCDA3BEF}" type="presParOf" srcId="{83C1765E-BD43-4C91-B67F-DAB65CDB2667}" destId="{746F7140-BCEF-418A-8E0D-B56214848704}" srcOrd="0" destOrd="0" presId="urn:microsoft.com/office/officeart/2018/5/layout/CenteredIconLabelDescriptionList"/>
    <dgm:cxn modelId="{C95B91B3-4A97-4936-B217-E3B7878D16F0}" type="presParOf" srcId="{83C1765E-BD43-4C91-B67F-DAB65CDB2667}" destId="{0FB96240-2FD8-4D3B-A0FA-0E7EEEC95AD4}" srcOrd="1" destOrd="0" presId="urn:microsoft.com/office/officeart/2018/5/layout/CenteredIconLabelDescriptionList"/>
    <dgm:cxn modelId="{C8348DC2-218F-450A-BB6C-3941D833A0FC}" type="presParOf" srcId="{83C1765E-BD43-4C91-B67F-DAB65CDB2667}" destId="{3E46BCB5-F46F-4A28-83F6-BD751AE46648}" srcOrd="2" destOrd="0" presId="urn:microsoft.com/office/officeart/2018/5/layout/CenteredIconLabelDescriptionList"/>
    <dgm:cxn modelId="{8609C994-1F7C-4269-9E62-E34C837D17EF}" type="presParOf" srcId="{83C1765E-BD43-4C91-B67F-DAB65CDB2667}" destId="{D68C9C45-009E-41D7-9017-7111D44A23AA}" srcOrd="3" destOrd="0" presId="urn:microsoft.com/office/officeart/2018/5/layout/CenteredIconLabelDescriptionList"/>
    <dgm:cxn modelId="{4339970D-E45B-47DF-8D5C-D4E4D29D4289}" type="presParOf" srcId="{83C1765E-BD43-4C91-B67F-DAB65CDB2667}" destId="{6D9F41C6-0E71-44CB-AF06-63F3EC24F0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6DF48CF7-79BF-4017-80B9-5FC683189D4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343D2B7B-78E1-4833-A424-FFF5E03EF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Generator</a:t>
          </a:r>
        </a:p>
      </dgm:t>
    </dgm:pt>
    <dgm:pt modelId="{15C2AA8A-D389-47AB-BB7E-F5189505CD83}" type="parTrans" cxnId="{75245FE8-3F22-4FF6-A937-C672A6F4FF9A}">
      <dgm:prSet/>
      <dgm:spPr/>
      <dgm:t>
        <a:bodyPr/>
        <a:lstStyle/>
        <a:p>
          <a:endParaRPr lang="tr-TR"/>
        </a:p>
      </dgm:t>
    </dgm:pt>
    <dgm:pt modelId="{327A948A-1826-4DFF-9FF9-EACCB15DBA39}" type="sibTrans" cxnId="{75245FE8-3F22-4FF6-A937-C672A6F4FF9A}">
      <dgm:prSet/>
      <dgm:spPr/>
      <dgm:t>
        <a:bodyPr/>
        <a:lstStyle/>
        <a:p>
          <a:endParaRPr lang="tr-TR"/>
        </a:p>
      </dgm:t>
    </dgm:pt>
    <dgm:pt modelId="{6303DF2A-6517-40FC-A7B5-9AF3ADB8E6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using a tool</a:t>
          </a:r>
          <a:endParaRPr lang="tr-TR"/>
        </a:p>
      </dgm:t>
    </dgm:pt>
    <dgm:pt modelId="{B8347BB4-DA07-4992-90A2-0768FF70E715}" type="parTrans" cxnId="{ACBC10BA-50AC-445B-9A7E-261B08046925}">
      <dgm:prSet/>
      <dgm:spPr/>
      <dgm:t>
        <a:bodyPr/>
        <a:lstStyle/>
        <a:p>
          <a:endParaRPr lang="tr-TR"/>
        </a:p>
      </dgm:t>
    </dgm:pt>
    <dgm:pt modelId="{757C44AE-6B47-493E-A289-4F6C975F1519}" type="sibTrans" cxnId="{ACBC10BA-50AC-445B-9A7E-261B08046925}">
      <dgm:prSet/>
      <dgm:spPr/>
      <dgm:t>
        <a:bodyPr/>
        <a:lstStyle/>
        <a:p>
          <a:endParaRPr lang="tr-TR"/>
        </a:p>
      </dgm:t>
    </dgm:pt>
    <dgm:pt modelId="{0C0AEBD1-1454-4054-897B-879D544766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This page contains</a:t>
          </a:r>
          <a:endParaRPr lang="tr-TR"/>
        </a:p>
      </dgm:t>
    </dgm:pt>
    <dgm:pt modelId="{3E90887D-51B7-4B44-8BC7-BFEF58FC05EB}" type="parTrans" cxnId="{9BB5A2A0-8F29-437F-8A61-716DE615775A}">
      <dgm:prSet/>
      <dgm:spPr/>
      <dgm:t>
        <a:bodyPr/>
        <a:lstStyle/>
        <a:p>
          <a:endParaRPr lang="tr-TR"/>
        </a:p>
      </dgm:t>
    </dgm:pt>
    <dgm:pt modelId="{54B6D6D4-664D-4C92-9C03-631355C5C576}" type="sibTrans" cxnId="{9BB5A2A0-8F29-437F-8A61-716DE615775A}">
      <dgm:prSet/>
      <dgm:spPr/>
      <dgm:t>
        <a:bodyPr/>
        <a:lstStyle/>
        <a:p>
          <a:endParaRPr lang="tr-TR"/>
        </a:p>
      </dgm:t>
    </dgm:pt>
    <dgm:pt modelId="{5773F301-20F3-494B-B830-05C2148158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even while</a:t>
          </a:r>
          <a:endParaRPr lang="tr-TR"/>
        </a:p>
      </dgm:t>
    </dgm:pt>
    <dgm:pt modelId="{475BA34B-6E84-4428-84DD-729980303D51}" type="parTrans" cxnId="{A15858A7-E1C2-4F53-B0FF-6A5576C3E922}">
      <dgm:prSet/>
      <dgm:spPr/>
      <dgm:t>
        <a:bodyPr/>
        <a:lstStyle/>
        <a:p>
          <a:endParaRPr lang="tr-TR"/>
        </a:p>
      </dgm:t>
    </dgm:pt>
    <dgm:pt modelId="{A461AAD2-38D8-46FD-ACEF-723B7F4725B2}" type="sibTrans" cxnId="{A15858A7-E1C2-4F53-B0FF-6A5576C3E922}">
      <dgm:prSet/>
      <dgm:spPr/>
      <dgm:t>
        <a:bodyPr/>
        <a:lstStyle/>
        <a:p>
          <a:endParaRPr lang="tr-TR"/>
        </a:p>
      </dgm:t>
    </dgm:pt>
    <dgm:pt modelId="{B091665C-D992-4C27-B73F-214CCE93A5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the client-side JavaScript</a:t>
          </a:r>
          <a:r>
            <a:rPr lang="tr-TR"/>
            <a:t> </a:t>
          </a:r>
          <a:r>
            <a:rPr lang="en-US"/>
            <a:t>generator</a:t>
          </a:r>
          <a:endParaRPr lang="tr-TR"/>
        </a:p>
      </dgm:t>
    </dgm:pt>
    <dgm:pt modelId="{080056B8-D545-43FF-BA70-171EB46696FC}" type="parTrans" cxnId="{3BBE978B-12CA-4BC0-A154-632A2793294C}">
      <dgm:prSet/>
      <dgm:spPr/>
      <dgm:t>
        <a:bodyPr/>
        <a:lstStyle/>
        <a:p>
          <a:endParaRPr lang="tr-TR"/>
        </a:p>
      </dgm:t>
    </dgm:pt>
    <dgm:pt modelId="{55926023-52D4-4C05-8C6F-659631C567EA}" type="sibTrans" cxnId="{3BBE978B-12CA-4BC0-A154-632A2793294C}">
      <dgm:prSet/>
      <dgm:spPr/>
      <dgm:t>
        <a:bodyPr/>
        <a:lstStyle/>
        <a:p>
          <a:endParaRPr lang="tr-TR"/>
        </a:p>
      </dgm:t>
    </dgm:pt>
    <dgm:pt modelId="{F52BE454-E46A-4411-88C9-3BB6589A3F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bitaddress.org. </a:t>
          </a:r>
          <a:endParaRPr lang="tr-TR"/>
        </a:p>
      </dgm:t>
    </dgm:pt>
    <dgm:pt modelId="{7ACE9493-4503-4481-B3A9-A87624BB8CA7}" type="parTrans" cxnId="{82CEEA15-2E1A-453A-8905-122497F536E4}">
      <dgm:prSet/>
      <dgm:spPr/>
      <dgm:t>
        <a:bodyPr/>
        <a:lstStyle/>
        <a:p>
          <a:endParaRPr lang="tr-TR"/>
        </a:p>
      </dgm:t>
    </dgm:pt>
    <dgm:pt modelId="{F706C464-63AA-45BC-A012-F0B04EA8F76D}" type="sibTrans" cxnId="{82CEEA15-2E1A-453A-8905-122497F536E4}">
      <dgm:prSet/>
      <dgm:spPr/>
      <dgm:t>
        <a:bodyPr/>
        <a:lstStyle/>
        <a:p>
          <a:endParaRPr lang="tr-TR"/>
        </a:p>
      </dgm:t>
    </dgm:pt>
    <dgm:pt modelId="{762CAF7E-7F9B-4D3D-8D86-147D9CB4FB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 code</a:t>
          </a:r>
          <a:endParaRPr lang="tr-TR"/>
        </a:p>
      </dgm:t>
    </dgm:pt>
    <dgm:pt modelId="{94B389A8-7149-4092-88DA-8C4291DA8EB8}" type="parTrans" cxnId="{88D3B3AA-B32D-4CE1-A409-D31FFED5AE75}">
      <dgm:prSet/>
      <dgm:spPr/>
      <dgm:t>
        <a:bodyPr/>
        <a:lstStyle/>
        <a:p>
          <a:endParaRPr lang="tr-TR"/>
        </a:p>
      </dgm:t>
    </dgm:pt>
    <dgm:pt modelId="{F780B109-39FC-481B-A1CD-0ED8221186E1}" type="sibTrans" cxnId="{88D3B3AA-B32D-4CE1-A409-D31FFED5AE75}">
      <dgm:prSet/>
      <dgm:spPr/>
      <dgm:t>
        <a:bodyPr/>
        <a:lstStyle/>
        <a:p>
          <a:endParaRPr lang="tr-TR"/>
        </a:p>
      </dgm:t>
    </dgm:pt>
    <dgm:pt modelId="{69D93143-508C-4C8C-87B2-3FE79E4B2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necessary to generate keys</a:t>
          </a:r>
          <a:r>
            <a:rPr lang="tr-TR"/>
            <a:t> </a:t>
          </a:r>
          <a:r>
            <a:rPr lang="en-US"/>
            <a:t>and paper wallets</a:t>
          </a:r>
          <a:endParaRPr lang="tr-TR"/>
        </a:p>
      </dgm:t>
    </dgm:pt>
    <dgm:pt modelId="{81758E4C-C0F5-482D-AF61-B62CAA1B21A6}" type="parTrans" cxnId="{60EDCAF0-B4CD-40CF-B2DC-764C0EC036F1}">
      <dgm:prSet/>
      <dgm:spPr/>
      <dgm:t>
        <a:bodyPr/>
        <a:lstStyle/>
        <a:p>
          <a:endParaRPr lang="tr-TR"/>
        </a:p>
      </dgm:t>
    </dgm:pt>
    <dgm:pt modelId="{51BDE033-F0BF-47C1-ABE6-AB8A8C6ED454}" type="sibTrans" cxnId="{60EDCAF0-B4CD-40CF-B2DC-764C0EC036F1}">
      <dgm:prSet/>
      <dgm:spPr/>
      <dgm:t>
        <a:bodyPr/>
        <a:lstStyle/>
        <a:p>
          <a:endParaRPr lang="tr-TR"/>
        </a:p>
      </dgm:t>
    </dgm:pt>
    <dgm:pt modelId="{735FB989-DF71-44E2-AB86-94FCCEF511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completely disconnected</a:t>
          </a:r>
          <a:endParaRPr lang="tr-TR"/>
        </a:p>
      </dgm:t>
    </dgm:pt>
    <dgm:pt modelId="{2C29B70F-251B-4621-A708-E6A85FD98BEA}" type="parTrans" cxnId="{36EF0707-0DB1-4AE1-BADB-50CBB7A8D46E}">
      <dgm:prSet/>
      <dgm:spPr/>
      <dgm:t>
        <a:bodyPr/>
        <a:lstStyle/>
        <a:p>
          <a:endParaRPr lang="tr-TR"/>
        </a:p>
      </dgm:t>
    </dgm:pt>
    <dgm:pt modelId="{0C57464E-1AE6-45C3-A9BF-916DB4C436F2}" type="sibTrans" cxnId="{36EF0707-0DB1-4AE1-BADB-50CBB7A8D46E}">
      <dgm:prSet/>
      <dgm:spPr/>
      <dgm:t>
        <a:bodyPr/>
        <a:lstStyle/>
        <a:p>
          <a:endParaRPr lang="tr-TR"/>
        </a:p>
      </dgm:t>
    </dgm:pt>
    <dgm:pt modelId="{AEBAAE16-2854-48F1-9E86-3888B233C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internet. </a:t>
          </a:r>
          <a:endParaRPr lang="tr-TR"/>
        </a:p>
      </dgm:t>
    </dgm:pt>
    <dgm:pt modelId="{8D7CA870-0383-4BDC-89BC-D5E463B20DC9}" type="parTrans" cxnId="{8008E56F-3C7B-4AD9-BA4C-73209345B585}">
      <dgm:prSet/>
      <dgm:spPr/>
      <dgm:t>
        <a:bodyPr/>
        <a:lstStyle/>
        <a:p>
          <a:endParaRPr lang="tr-TR"/>
        </a:p>
      </dgm:t>
    </dgm:pt>
    <dgm:pt modelId="{57A49F27-D478-467B-96A5-447FC4A1E932}" type="sibTrans" cxnId="{8008E56F-3C7B-4AD9-BA4C-73209345B585}">
      <dgm:prSet/>
      <dgm:spPr/>
      <dgm:t>
        <a:bodyPr/>
        <a:lstStyle/>
        <a:p>
          <a:endParaRPr lang="tr-TR"/>
        </a:p>
      </dgm:t>
    </dgm:pt>
    <dgm:pt modelId="{167F1576-6EFD-43C5-87D3-9A020238EFB0}" type="pres">
      <dgm:prSet presAssocID="{6DF48CF7-79BF-4017-80B9-5FC683189D45}" presName="root" presStyleCnt="0">
        <dgm:presLayoutVars>
          <dgm:dir/>
          <dgm:resizeHandles val="exact"/>
        </dgm:presLayoutVars>
      </dgm:prSet>
      <dgm:spPr/>
    </dgm:pt>
    <dgm:pt modelId="{CF364848-440F-4402-8DA1-8AF072FCC485}" type="pres">
      <dgm:prSet presAssocID="{343D2B7B-78E1-4833-A424-FFF5E03EF95A}" presName="compNode" presStyleCnt="0"/>
      <dgm:spPr/>
    </dgm:pt>
    <dgm:pt modelId="{3D9D93E6-2E96-4267-B8DC-5E95F5CA7095}" type="pres">
      <dgm:prSet presAssocID="{343D2B7B-78E1-4833-A424-FFF5E03EF9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ll Phone"/>
        </a:ext>
      </dgm:extLst>
    </dgm:pt>
    <dgm:pt modelId="{F27694C5-5BFB-4AD8-9341-9CE29F6CB726}" type="pres">
      <dgm:prSet presAssocID="{343D2B7B-78E1-4833-A424-FFF5E03EF95A}" presName="iconSpace" presStyleCnt="0"/>
      <dgm:spPr/>
    </dgm:pt>
    <dgm:pt modelId="{D3832818-6D93-43A8-A24F-59275622BB1E}" type="pres">
      <dgm:prSet presAssocID="{343D2B7B-78E1-4833-A424-FFF5E03EF95A}" presName="parTx" presStyleLbl="revTx" presStyleIdx="0" presStyleCnt="8">
        <dgm:presLayoutVars>
          <dgm:chMax val="0"/>
          <dgm:chPref val="0"/>
        </dgm:presLayoutVars>
      </dgm:prSet>
      <dgm:spPr/>
    </dgm:pt>
    <dgm:pt modelId="{1CEB031F-D646-4B35-9495-64B1BBE3E1E1}" type="pres">
      <dgm:prSet presAssocID="{343D2B7B-78E1-4833-A424-FFF5E03EF95A}" presName="txSpace" presStyleCnt="0"/>
      <dgm:spPr/>
    </dgm:pt>
    <dgm:pt modelId="{09E2756E-1B16-4052-AD87-EF3F0A45A209}" type="pres">
      <dgm:prSet presAssocID="{343D2B7B-78E1-4833-A424-FFF5E03EF95A}" presName="desTx" presStyleLbl="revTx" presStyleIdx="1" presStyleCnt="8">
        <dgm:presLayoutVars/>
      </dgm:prSet>
      <dgm:spPr/>
    </dgm:pt>
    <dgm:pt modelId="{95D37BFE-D5DF-456F-B970-D63C7E002467}" type="pres">
      <dgm:prSet presAssocID="{327A948A-1826-4DFF-9FF9-EACCB15DBA39}" presName="sibTrans" presStyleCnt="0"/>
      <dgm:spPr/>
    </dgm:pt>
    <dgm:pt modelId="{66AE92D7-8157-420C-AC6B-700B203C96BE}" type="pres">
      <dgm:prSet presAssocID="{6303DF2A-6517-40FC-A7B5-9AF3ADB8E62F}" presName="compNode" presStyleCnt="0"/>
      <dgm:spPr/>
    </dgm:pt>
    <dgm:pt modelId="{BA691496-E48C-429D-9FE7-699F4B6ECFED}" type="pres">
      <dgm:prSet presAssocID="{6303DF2A-6517-40FC-A7B5-9AF3ADB8E6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lege Football"/>
        </a:ext>
      </dgm:extLst>
    </dgm:pt>
    <dgm:pt modelId="{20F3AC72-FD91-46E4-BF42-68121B6716F9}" type="pres">
      <dgm:prSet presAssocID="{6303DF2A-6517-40FC-A7B5-9AF3ADB8E62F}" presName="iconSpace" presStyleCnt="0"/>
      <dgm:spPr/>
    </dgm:pt>
    <dgm:pt modelId="{383D152E-B434-4800-B08C-01EF28E444E3}" type="pres">
      <dgm:prSet presAssocID="{6303DF2A-6517-40FC-A7B5-9AF3ADB8E62F}" presName="parTx" presStyleLbl="revTx" presStyleIdx="2" presStyleCnt="8">
        <dgm:presLayoutVars>
          <dgm:chMax val="0"/>
          <dgm:chPref val="0"/>
        </dgm:presLayoutVars>
      </dgm:prSet>
      <dgm:spPr/>
    </dgm:pt>
    <dgm:pt modelId="{EDAC0F17-9013-47F5-954A-99E17EAF1CB3}" type="pres">
      <dgm:prSet presAssocID="{6303DF2A-6517-40FC-A7B5-9AF3ADB8E62F}" presName="txSpace" presStyleCnt="0"/>
      <dgm:spPr/>
    </dgm:pt>
    <dgm:pt modelId="{F3C6498D-B462-42D0-B5BE-A97D241374C3}" type="pres">
      <dgm:prSet presAssocID="{6303DF2A-6517-40FC-A7B5-9AF3ADB8E62F}" presName="desTx" presStyleLbl="revTx" presStyleIdx="3" presStyleCnt="8">
        <dgm:presLayoutVars/>
      </dgm:prSet>
      <dgm:spPr/>
    </dgm:pt>
    <dgm:pt modelId="{130758A1-FF8D-4C43-B97A-14F8AB255692}" type="pres">
      <dgm:prSet presAssocID="{757C44AE-6B47-493E-A289-4F6C975F1519}" presName="sibTrans" presStyleCnt="0"/>
      <dgm:spPr/>
    </dgm:pt>
    <dgm:pt modelId="{5DD1F882-EAC8-4DD4-A223-79F649FCBF02}" type="pres">
      <dgm:prSet presAssocID="{0C0AEBD1-1454-4054-897B-879D5447666B}" presName="compNode" presStyleCnt="0"/>
      <dgm:spPr/>
    </dgm:pt>
    <dgm:pt modelId="{F4B9502E-565D-4AF6-80D7-A0644962965A}" type="pres">
      <dgm:prSet presAssocID="{0C0AEBD1-1454-4054-897B-879D544766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B089D5FE-71A9-44AA-B3B8-305987D13E6F}" type="pres">
      <dgm:prSet presAssocID="{0C0AEBD1-1454-4054-897B-879D5447666B}" presName="iconSpace" presStyleCnt="0"/>
      <dgm:spPr/>
    </dgm:pt>
    <dgm:pt modelId="{3C1141BA-FB73-4672-A7C3-E55AF815087A}" type="pres">
      <dgm:prSet presAssocID="{0C0AEBD1-1454-4054-897B-879D5447666B}" presName="parTx" presStyleLbl="revTx" presStyleIdx="4" presStyleCnt="8">
        <dgm:presLayoutVars>
          <dgm:chMax val="0"/>
          <dgm:chPref val="0"/>
        </dgm:presLayoutVars>
      </dgm:prSet>
      <dgm:spPr/>
    </dgm:pt>
    <dgm:pt modelId="{6F46083C-20F8-4660-8E41-C0E2ADF74350}" type="pres">
      <dgm:prSet presAssocID="{0C0AEBD1-1454-4054-897B-879D5447666B}" presName="txSpace" presStyleCnt="0"/>
      <dgm:spPr/>
    </dgm:pt>
    <dgm:pt modelId="{143C70E0-7D12-41EC-A2CA-2BECF66C6C5C}" type="pres">
      <dgm:prSet presAssocID="{0C0AEBD1-1454-4054-897B-879D5447666B}" presName="desTx" presStyleLbl="revTx" presStyleIdx="5" presStyleCnt="8">
        <dgm:presLayoutVars/>
      </dgm:prSet>
      <dgm:spPr/>
    </dgm:pt>
    <dgm:pt modelId="{BA5188B2-019C-4F3D-B618-B617F2E8E470}" type="pres">
      <dgm:prSet presAssocID="{54B6D6D4-664D-4C92-9C03-631355C5C576}" presName="sibTrans" presStyleCnt="0"/>
      <dgm:spPr/>
    </dgm:pt>
    <dgm:pt modelId="{C30880D2-94CF-49A3-ABE0-3F560EAEAEDC}" type="pres">
      <dgm:prSet presAssocID="{5773F301-20F3-494B-B830-05C21481589B}" presName="compNode" presStyleCnt="0"/>
      <dgm:spPr/>
    </dgm:pt>
    <dgm:pt modelId="{EF65F549-F683-43EB-A9F7-2DC16B3AC333}" type="pres">
      <dgm:prSet presAssocID="{5773F301-20F3-494B-B830-05C2148158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e HTML"/>
        </a:ext>
      </dgm:extLst>
    </dgm:pt>
    <dgm:pt modelId="{E3C951FD-C5CD-41A3-9908-E46B9DE8458F}" type="pres">
      <dgm:prSet presAssocID="{5773F301-20F3-494B-B830-05C21481589B}" presName="iconSpace" presStyleCnt="0"/>
      <dgm:spPr/>
    </dgm:pt>
    <dgm:pt modelId="{C3EC5833-8EBB-427E-976E-C8CF4CEE53ED}" type="pres">
      <dgm:prSet presAssocID="{5773F301-20F3-494B-B830-05C21481589B}" presName="parTx" presStyleLbl="revTx" presStyleIdx="6" presStyleCnt="8">
        <dgm:presLayoutVars>
          <dgm:chMax val="0"/>
          <dgm:chPref val="0"/>
        </dgm:presLayoutVars>
      </dgm:prSet>
      <dgm:spPr/>
    </dgm:pt>
    <dgm:pt modelId="{0DB97523-5F67-4D43-8146-DADF9E19C7F7}" type="pres">
      <dgm:prSet presAssocID="{5773F301-20F3-494B-B830-05C21481589B}" presName="txSpace" presStyleCnt="0"/>
      <dgm:spPr/>
    </dgm:pt>
    <dgm:pt modelId="{76C1B9D1-C401-4DAE-81F4-5902F7886EE4}" type="pres">
      <dgm:prSet presAssocID="{5773F301-20F3-494B-B830-05C21481589B}" presName="desTx" presStyleLbl="revTx" presStyleIdx="7" presStyleCnt="8">
        <dgm:presLayoutVars/>
      </dgm:prSet>
      <dgm:spPr/>
    </dgm:pt>
  </dgm:ptLst>
  <dgm:cxnLst>
    <dgm:cxn modelId="{36EF0707-0DB1-4AE1-BADB-50CBB7A8D46E}" srcId="{5773F301-20F3-494B-B830-05C21481589B}" destId="{735FB989-DF71-44E2-AB86-94FCCEF51135}" srcOrd="0" destOrd="0" parTransId="{2C29B70F-251B-4621-A708-E6A85FD98BEA}" sibTransId="{0C57464E-1AE6-45C3-A9BF-916DB4C436F2}"/>
    <dgm:cxn modelId="{82CEEA15-2E1A-453A-8905-122497F536E4}" srcId="{6303DF2A-6517-40FC-A7B5-9AF3ADB8E62F}" destId="{F52BE454-E46A-4411-88C9-3BB6589A3F1C}" srcOrd="1" destOrd="0" parTransId="{7ACE9493-4503-4481-B3A9-A87624BB8CA7}" sibTransId="{F706C464-63AA-45BC-A012-F0B04EA8F76D}"/>
    <dgm:cxn modelId="{94917933-A300-4DA3-80F8-8D73CD0CCDA2}" type="presOf" srcId="{AEBAAE16-2854-48F1-9E86-3888B233C044}" destId="{76C1B9D1-C401-4DAE-81F4-5902F7886EE4}" srcOrd="0" destOrd="1" presId="urn:microsoft.com/office/officeart/2018/5/layout/CenteredIconLabelDescriptionList"/>
    <dgm:cxn modelId="{C786D336-4E4C-4CBE-AFF6-49F3C824924E}" type="presOf" srcId="{69D93143-508C-4C8C-87B2-3FE79E4B2D75}" destId="{143C70E0-7D12-41EC-A2CA-2BECF66C6C5C}" srcOrd="0" destOrd="1" presId="urn:microsoft.com/office/officeart/2018/5/layout/CenteredIconLabelDescriptionList"/>
    <dgm:cxn modelId="{9324E85D-5804-4682-B374-9F0403FC672F}" type="presOf" srcId="{343D2B7B-78E1-4833-A424-FFF5E03EF95A}" destId="{D3832818-6D93-43A8-A24F-59275622BB1E}" srcOrd="0" destOrd="0" presId="urn:microsoft.com/office/officeart/2018/5/layout/CenteredIconLabelDescriptionList"/>
    <dgm:cxn modelId="{DB06E542-0BF6-4046-91FB-2998B9147F13}" type="presOf" srcId="{5773F301-20F3-494B-B830-05C21481589B}" destId="{C3EC5833-8EBB-427E-976E-C8CF4CEE53ED}" srcOrd="0" destOrd="0" presId="urn:microsoft.com/office/officeart/2018/5/layout/CenteredIconLabelDescriptionList"/>
    <dgm:cxn modelId="{1F4C3049-2BE3-4314-A6D3-C812B891FC72}" type="presOf" srcId="{6303DF2A-6517-40FC-A7B5-9AF3ADB8E62F}" destId="{383D152E-B434-4800-B08C-01EF28E444E3}" srcOrd="0" destOrd="0" presId="urn:microsoft.com/office/officeart/2018/5/layout/CenteredIconLabelDescriptionList"/>
    <dgm:cxn modelId="{9A62366D-A02F-401A-9206-878A2AD94D24}" type="presOf" srcId="{0C0AEBD1-1454-4054-897B-879D5447666B}" destId="{3C1141BA-FB73-4672-A7C3-E55AF815087A}" srcOrd="0" destOrd="0" presId="urn:microsoft.com/office/officeart/2018/5/layout/CenteredIconLabelDescriptionList"/>
    <dgm:cxn modelId="{8008E56F-3C7B-4AD9-BA4C-73209345B585}" srcId="{5773F301-20F3-494B-B830-05C21481589B}" destId="{AEBAAE16-2854-48F1-9E86-3888B233C044}" srcOrd="1" destOrd="0" parTransId="{8D7CA870-0383-4BDC-89BC-D5E463B20DC9}" sibTransId="{57A49F27-D478-467B-96A5-447FC4A1E932}"/>
    <dgm:cxn modelId="{3BBE978B-12CA-4BC0-A154-632A2793294C}" srcId="{6303DF2A-6517-40FC-A7B5-9AF3ADB8E62F}" destId="{B091665C-D992-4C27-B73F-214CCE93A5F1}" srcOrd="0" destOrd="0" parTransId="{080056B8-D545-43FF-BA70-171EB46696FC}" sibTransId="{55926023-52D4-4C05-8C6F-659631C567EA}"/>
    <dgm:cxn modelId="{D9841993-E2DF-44CB-B25F-5896FD4F5760}" type="presOf" srcId="{B091665C-D992-4C27-B73F-214CCE93A5F1}" destId="{F3C6498D-B462-42D0-B5BE-A97D241374C3}" srcOrd="0" destOrd="0" presId="urn:microsoft.com/office/officeart/2018/5/layout/CenteredIconLabelDescriptionList"/>
    <dgm:cxn modelId="{9BB5A2A0-8F29-437F-8A61-716DE615775A}" srcId="{6DF48CF7-79BF-4017-80B9-5FC683189D45}" destId="{0C0AEBD1-1454-4054-897B-879D5447666B}" srcOrd="2" destOrd="0" parTransId="{3E90887D-51B7-4B44-8BC7-BFEF58FC05EB}" sibTransId="{54B6D6D4-664D-4C92-9C03-631355C5C576}"/>
    <dgm:cxn modelId="{A15858A7-E1C2-4F53-B0FF-6A5576C3E922}" srcId="{6DF48CF7-79BF-4017-80B9-5FC683189D45}" destId="{5773F301-20F3-494B-B830-05C21481589B}" srcOrd="3" destOrd="0" parTransId="{475BA34B-6E84-4428-84DD-729980303D51}" sibTransId="{A461AAD2-38D8-46FD-ACEF-723B7F4725B2}"/>
    <dgm:cxn modelId="{88D3B3AA-B32D-4CE1-A409-D31FFED5AE75}" srcId="{0C0AEBD1-1454-4054-897B-879D5447666B}" destId="{762CAF7E-7F9B-4D3D-8D86-147D9CB4FBBC}" srcOrd="0" destOrd="0" parTransId="{94B389A8-7149-4092-88DA-8C4291DA8EB8}" sibTransId="{F780B109-39FC-481B-A1CD-0ED8221186E1}"/>
    <dgm:cxn modelId="{ACBC10BA-50AC-445B-9A7E-261B08046925}" srcId="{6DF48CF7-79BF-4017-80B9-5FC683189D45}" destId="{6303DF2A-6517-40FC-A7B5-9AF3ADB8E62F}" srcOrd="1" destOrd="0" parTransId="{B8347BB4-DA07-4992-90A2-0768FF70E715}" sibTransId="{757C44AE-6B47-493E-A289-4F6C975F1519}"/>
    <dgm:cxn modelId="{AA204FCD-4908-4958-8301-B710E38C6038}" type="presOf" srcId="{762CAF7E-7F9B-4D3D-8D86-147D9CB4FBBC}" destId="{143C70E0-7D12-41EC-A2CA-2BECF66C6C5C}" srcOrd="0" destOrd="0" presId="urn:microsoft.com/office/officeart/2018/5/layout/CenteredIconLabelDescriptionList"/>
    <dgm:cxn modelId="{6378EDDE-4D9B-4423-BA7F-CCF6BDE46AF4}" type="presOf" srcId="{F52BE454-E46A-4411-88C9-3BB6589A3F1C}" destId="{F3C6498D-B462-42D0-B5BE-A97D241374C3}" srcOrd="0" destOrd="1" presId="urn:microsoft.com/office/officeart/2018/5/layout/CenteredIconLabelDescriptionList"/>
    <dgm:cxn modelId="{75245FE8-3F22-4FF6-A937-C672A6F4FF9A}" srcId="{6DF48CF7-79BF-4017-80B9-5FC683189D45}" destId="{343D2B7B-78E1-4833-A424-FFF5E03EF95A}" srcOrd="0" destOrd="0" parTransId="{15C2AA8A-D389-47AB-BB7E-F5189505CD83}" sibTransId="{327A948A-1826-4DFF-9FF9-EACCB15DBA39}"/>
    <dgm:cxn modelId="{0515EDEA-C5C9-4EC9-B999-26BEE753780F}" type="presOf" srcId="{6DF48CF7-79BF-4017-80B9-5FC683189D45}" destId="{167F1576-6EFD-43C5-87D3-9A020238EFB0}" srcOrd="0" destOrd="0" presId="urn:microsoft.com/office/officeart/2018/5/layout/CenteredIconLabelDescriptionList"/>
    <dgm:cxn modelId="{60EDCAF0-B4CD-40CF-B2DC-764C0EC036F1}" srcId="{0C0AEBD1-1454-4054-897B-879D5447666B}" destId="{69D93143-508C-4C8C-87B2-3FE79E4B2D75}" srcOrd="1" destOrd="0" parTransId="{81758E4C-C0F5-482D-AF61-B62CAA1B21A6}" sibTransId="{51BDE033-F0BF-47C1-ABE6-AB8A8C6ED454}"/>
    <dgm:cxn modelId="{869D2EF7-354A-47E6-B9A3-0CF95F1CD774}" type="presOf" srcId="{735FB989-DF71-44E2-AB86-94FCCEF51135}" destId="{76C1B9D1-C401-4DAE-81F4-5902F7886EE4}" srcOrd="0" destOrd="0" presId="urn:microsoft.com/office/officeart/2018/5/layout/CenteredIconLabelDescriptionList"/>
    <dgm:cxn modelId="{20B5DD11-3E7E-4FC9-AF53-770FA33543EC}" type="presParOf" srcId="{167F1576-6EFD-43C5-87D3-9A020238EFB0}" destId="{CF364848-440F-4402-8DA1-8AF072FCC485}" srcOrd="0" destOrd="0" presId="urn:microsoft.com/office/officeart/2018/5/layout/CenteredIconLabelDescriptionList"/>
    <dgm:cxn modelId="{D7345AF5-7B97-4C6B-9564-79EFB056774F}" type="presParOf" srcId="{CF364848-440F-4402-8DA1-8AF072FCC485}" destId="{3D9D93E6-2E96-4267-B8DC-5E95F5CA7095}" srcOrd="0" destOrd="0" presId="urn:microsoft.com/office/officeart/2018/5/layout/CenteredIconLabelDescriptionList"/>
    <dgm:cxn modelId="{045E58E0-93BB-4149-8168-D137FB16EEB8}" type="presParOf" srcId="{CF364848-440F-4402-8DA1-8AF072FCC485}" destId="{F27694C5-5BFB-4AD8-9341-9CE29F6CB726}" srcOrd="1" destOrd="0" presId="urn:microsoft.com/office/officeart/2018/5/layout/CenteredIconLabelDescriptionList"/>
    <dgm:cxn modelId="{1614FCAE-D235-45AA-9884-2B64ED910A1E}" type="presParOf" srcId="{CF364848-440F-4402-8DA1-8AF072FCC485}" destId="{D3832818-6D93-43A8-A24F-59275622BB1E}" srcOrd="2" destOrd="0" presId="urn:microsoft.com/office/officeart/2018/5/layout/CenteredIconLabelDescriptionList"/>
    <dgm:cxn modelId="{69D2BCF2-A675-4E46-88F2-86C6738EA3C1}" type="presParOf" srcId="{CF364848-440F-4402-8DA1-8AF072FCC485}" destId="{1CEB031F-D646-4B35-9495-64B1BBE3E1E1}" srcOrd="3" destOrd="0" presId="urn:microsoft.com/office/officeart/2018/5/layout/CenteredIconLabelDescriptionList"/>
    <dgm:cxn modelId="{34E66A50-BE85-4791-AA66-020971C0F5C5}" type="presParOf" srcId="{CF364848-440F-4402-8DA1-8AF072FCC485}" destId="{09E2756E-1B16-4052-AD87-EF3F0A45A209}" srcOrd="4" destOrd="0" presId="urn:microsoft.com/office/officeart/2018/5/layout/CenteredIconLabelDescriptionList"/>
    <dgm:cxn modelId="{E53C13CD-501A-43A9-9800-A031086569B5}" type="presParOf" srcId="{167F1576-6EFD-43C5-87D3-9A020238EFB0}" destId="{95D37BFE-D5DF-456F-B970-D63C7E002467}" srcOrd="1" destOrd="0" presId="urn:microsoft.com/office/officeart/2018/5/layout/CenteredIconLabelDescriptionList"/>
    <dgm:cxn modelId="{B30B64E4-C583-4C7E-9060-FA6408336D01}" type="presParOf" srcId="{167F1576-6EFD-43C5-87D3-9A020238EFB0}" destId="{66AE92D7-8157-420C-AC6B-700B203C96BE}" srcOrd="2" destOrd="0" presId="urn:microsoft.com/office/officeart/2018/5/layout/CenteredIconLabelDescriptionList"/>
    <dgm:cxn modelId="{E0997C8D-7D0F-432E-96BA-FB6B8158EA7E}" type="presParOf" srcId="{66AE92D7-8157-420C-AC6B-700B203C96BE}" destId="{BA691496-E48C-429D-9FE7-699F4B6ECFED}" srcOrd="0" destOrd="0" presId="urn:microsoft.com/office/officeart/2018/5/layout/CenteredIconLabelDescriptionList"/>
    <dgm:cxn modelId="{A5ECE09A-1A48-4D87-BE5A-BE9534C8C670}" type="presParOf" srcId="{66AE92D7-8157-420C-AC6B-700B203C96BE}" destId="{20F3AC72-FD91-46E4-BF42-68121B6716F9}" srcOrd="1" destOrd="0" presId="urn:microsoft.com/office/officeart/2018/5/layout/CenteredIconLabelDescriptionList"/>
    <dgm:cxn modelId="{5A69B50B-3D10-47B4-8940-409A23789BF6}" type="presParOf" srcId="{66AE92D7-8157-420C-AC6B-700B203C96BE}" destId="{383D152E-B434-4800-B08C-01EF28E444E3}" srcOrd="2" destOrd="0" presId="urn:microsoft.com/office/officeart/2018/5/layout/CenteredIconLabelDescriptionList"/>
    <dgm:cxn modelId="{8BF35678-4FC9-4CD7-8F7E-77D06150C3EE}" type="presParOf" srcId="{66AE92D7-8157-420C-AC6B-700B203C96BE}" destId="{EDAC0F17-9013-47F5-954A-99E17EAF1CB3}" srcOrd="3" destOrd="0" presId="urn:microsoft.com/office/officeart/2018/5/layout/CenteredIconLabelDescriptionList"/>
    <dgm:cxn modelId="{C8156327-7A15-49E2-85F5-CD625D4F63CD}" type="presParOf" srcId="{66AE92D7-8157-420C-AC6B-700B203C96BE}" destId="{F3C6498D-B462-42D0-B5BE-A97D241374C3}" srcOrd="4" destOrd="0" presId="urn:microsoft.com/office/officeart/2018/5/layout/CenteredIconLabelDescriptionList"/>
    <dgm:cxn modelId="{CE88C88E-4B15-4380-BBFC-B00AE34BCF5B}" type="presParOf" srcId="{167F1576-6EFD-43C5-87D3-9A020238EFB0}" destId="{130758A1-FF8D-4C43-B97A-14F8AB255692}" srcOrd="3" destOrd="0" presId="urn:microsoft.com/office/officeart/2018/5/layout/CenteredIconLabelDescriptionList"/>
    <dgm:cxn modelId="{E41D67F3-BE38-495B-A5B5-4AF55A96BD4E}" type="presParOf" srcId="{167F1576-6EFD-43C5-87D3-9A020238EFB0}" destId="{5DD1F882-EAC8-4DD4-A223-79F649FCBF02}" srcOrd="4" destOrd="0" presId="urn:microsoft.com/office/officeart/2018/5/layout/CenteredIconLabelDescriptionList"/>
    <dgm:cxn modelId="{EF914537-CADB-45D6-8346-4FF244B997AE}" type="presParOf" srcId="{5DD1F882-EAC8-4DD4-A223-79F649FCBF02}" destId="{F4B9502E-565D-4AF6-80D7-A0644962965A}" srcOrd="0" destOrd="0" presId="urn:microsoft.com/office/officeart/2018/5/layout/CenteredIconLabelDescriptionList"/>
    <dgm:cxn modelId="{2FE64FB5-5260-4694-B905-ED2E607B4289}" type="presParOf" srcId="{5DD1F882-EAC8-4DD4-A223-79F649FCBF02}" destId="{B089D5FE-71A9-44AA-B3B8-305987D13E6F}" srcOrd="1" destOrd="0" presId="urn:microsoft.com/office/officeart/2018/5/layout/CenteredIconLabelDescriptionList"/>
    <dgm:cxn modelId="{8EA12335-B062-475D-9ED9-41D01E3DAB5B}" type="presParOf" srcId="{5DD1F882-EAC8-4DD4-A223-79F649FCBF02}" destId="{3C1141BA-FB73-4672-A7C3-E55AF815087A}" srcOrd="2" destOrd="0" presId="urn:microsoft.com/office/officeart/2018/5/layout/CenteredIconLabelDescriptionList"/>
    <dgm:cxn modelId="{B52BA758-D9EF-4F68-BEE7-1536152A704B}" type="presParOf" srcId="{5DD1F882-EAC8-4DD4-A223-79F649FCBF02}" destId="{6F46083C-20F8-4660-8E41-C0E2ADF74350}" srcOrd="3" destOrd="0" presId="urn:microsoft.com/office/officeart/2018/5/layout/CenteredIconLabelDescriptionList"/>
    <dgm:cxn modelId="{236FC7A0-B05B-4CC8-908A-26CC07F838F1}" type="presParOf" srcId="{5DD1F882-EAC8-4DD4-A223-79F649FCBF02}" destId="{143C70E0-7D12-41EC-A2CA-2BECF66C6C5C}" srcOrd="4" destOrd="0" presId="urn:microsoft.com/office/officeart/2018/5/layout/CenteredIconLabelDescriptionList"/>
    <dgm:cxn modelId="{9ADDD2D4-C4B9-4D82-9D52-F2EB4F4EDB4E}" type="presParOf" srcId="{167F1576-6EFD-43C5-87D3-9A020238EFB0}" destId="{BA5188B2-019C-4F3D-B618-B617F2E8E470}" srcOrd="5" destOrd="0" presId="urn:microsoft.com/office/officeart/2018/5/layout/CenteredIconLabelDescriptionList"/>
    <dgm:cxn modelId="{AB189A86-5BFD-42A0-A90B-A6E2804C17A6}" type="presParOf" srcId="{167F1576-6EFD-43C5-87D3-9A020238EFB0}" destId="{C30880D2-94CF-49A3-ABE0-3F560EAEAEDC}" srcOrd="6" destOrd="0" presId="urn:microsoft.com/office/officeart/2018/5/layout/CenteredIconLabelDescriptionList"/>
    <dgm:cxn modelId="{7F45675A-C079-4ACE-9E2C-DF808D483E2F}" type="presParOf" srcId="{C30880D2-94CF-49A3-ABE0-3F560EAEAEDC}" destId="{EF65F549-F683-43EB-A9F7-2DC16B3AC333}" srcOrd="0" destOrd="0" presId="urn:microsoft.com/office/officeart/2018/5/layout/CenteredIconLabelDescriptionList"/>
    <dgm:cxn modelId="{0645036B-BAB4-4043-ACBC-E4E15EB9BD99}" type="presParOf" srcId="{C30880D2-94CF-49A3-ABE0-3F560EAEAEDC}" destId="{E3C951FD-C5CD-41A3-9908-E46B9DE8458F}" srcOrd="1" destOrd="0" presId="urn:microsoft.com/office/officeart/2018/5/layout/CenteredIconLabelDescriptionList"/>
    <dgm:cxn modelId="{9930B23F-BF96-47AE-BB25-A62CEDDCF705}" type="presParOf" srcId="{C30880D2-94CF-49A3-ABE0-3F560EAEAEDC}" destId="{C3EC5833-8EBB-427E-976E-C8CF4CEE53ED}" srcOrd="2" destOrd="0" presId="urn:microsoft.com/office/officeart/2018/5/layout/CenteredIconLabelDescriptionList"/>
    <dgm:cxn modelId="{F3C05431-1D36-4D9E-B1EC-B5F82A051EF6}" type="presParOf" srcId="{C30880D2-94CF-49A3-ABE0-3F560EAEAEDC}" destId="{0DB97523-5F67-4D43-8146-DADF9E19C7F7}" srcOrd="3" destOrd="0" presId="urn:microsoft.com/office/officeart/2018/5/layout/CenteredIconLabelDescriptionList"/>
    <dgm:cxn modelId="{FD272BFB-17ED-442D-87F7-A9E804DAC44C}" type="presParOf" srcId="{C30880D2-94CF-49A3-ABE0-3F560EAEAEDC}" destId="{76C1B9D1-C401-4DAE-81F4-5902F7886EE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8.xml><?xml version="1.0" encoding="utf-8"?>
<dgm:dataModel xmlns:dgm="http://schemas.openxmlformats.org/drawingml/2006/diagram" xmlns:a="http://schemas.openxmlformats.org/drawingml/2006/main">
  <dgm:ptLst>
    <dgm:pt modelId="{6DF48CF7-79BF-4017-80B9-5FC683189D4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C197BB46-7649-46FD-9451-CA194274D6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How to use?</a:t>
          </a:r>
        </a:p>
      </dgm:t>
    </dgm:pt>
    <dgm:pt modelId="{978D3D17-2D9A-447A-A5A4-7996C161D023}" type="parTrans" cxnId="{7100F71B-83D1-4041-8DA5-88A91BE1090E}">
      <dgm:prSet/>
      <dgm:spPr/>
      <dgm:t>
        <a:bodyPr/>
        <a:lstStyle/>
        <a:p>
          <a:endParaRPr lang="tr-TR"/>
        </a:p>
      </dgm:t>
    </dgm:pt>
    <dgm:pt modelId="{53102AB5-7F3E-4EF9-A11F-4D00B570FF4C}" type="sibTrans" cxnId="{7100F71B-83D1-4041-8DA5-88A91BE1090E}">
      <dgm:prSet/>
      <dgm:spPr/>
      <dgm:t>
        <a:bodyPr/>
        <a:lstStyle/>
        <a:p>
          <a:endParaRPr lang="tr-TR"/>
        </a:p>
      </dgm:t>
    </dgm:pt>
    <dgm:pt modelId="{5A7ABB8B-B43C-4D2C-A4C6-4FBA306B5D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save the HTML page</a:t>
          </a:r>
          <a:endParaRPr lang="tr-TR"/>
        </a:p>
      </dgm:t>
    </dgm:pt>
    <dgm:pt modelId="{8FDC75E4-1740-4F4C-B948-3EF4D91A79FC}" type="parTrans" cxnId="{11897A37-3CD2-4EE5-BE48-9547190CEEB4}">
      <dgm:prSet/>
      <dgm:spPr/>
      <dgm:t>
        <a:bodyPr/>
        <a:lstStyle/>
        <a:p>
          <a:endParaRPr lang="tr-TR"/>
        </a:p>
      </dgm:t>
    </dgm:pt>
    <dgm:pt modelId="{A42699A5-0828-48D8-B876-6E7052ED97DE}" type="sibTrans" cxnId="{11897A37-3CD2-4EE5-BE48-9547190CEEB4}">
      <dgm:prSet/>
      <dgm:spPr/>
      <dgm:t>
        <a:bodyPr/>
        <a:lstStyle/>
        <a:p>
          <a:endParaRPr lang="tr-TR"/>
        </a:p>
      </dgm:t>
    </dgm:pt>
    <dgm:pt modelId="{03686D30-377C-45ED-8AC7-3E2C737EC6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Disconnect</a:t>
          </a:r>
          <a:r>
            <a:rPr lang="tr-TR"/>
            <a:t> </a:t>
          </a:r>
          <a:r>
            <a:rPr lang="en-US"/>
            <a:t>from the internet</a:t>
          </a:r>
          <a:endParaRPr lang="tr-TR"/>
        </a:p>
      </dgm:t>
    </dgm:pt>
    <dgm:pt modelId="{86BF32D1-9731-4474-B46E-FDA8B3E09031}" type="parTrans" cxnId="{FDF4FDDA-936D-42D4-8A43-FF22C8579F88}">
      <dgm:prSet/>
      <dgm:spPr/>
      <dgm:t>
        <a:bodyPr/>
        <a:lstStyle/>
        <a:p>
          <a:endParaRPr lang="tr-TR"/>
        </a:p>
      </dgm:t>
    </dgm:pt>
    <dgm:pt modelId="{54041F2D-4353-404F-AC44-7B0807172258}" type="sibTrans" cxnId="{FDF4FDDA-936D-42D4-8A43-FF22C8579F88}">
      <dgm:prSet/>
      <dgm:spPr/>
      <dgm:t>
        <a:bodyPr/>
        <a:lstStyle/>
        <a:p>
          <a:endParaRPr lang="tr-TR"/>
        </a:p>
      </dgm:t>
    </dgm:pt>
    <dgm:pt modelId="{A9863F73-C601-44F9-B5DF-AB27E652CF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Even better</a:t>
          </a:r>
          <a:endParaRPr lang="tr-TR"/>
        </a:p>
      </dgm:t>
    </dgm:pt>
    <dgm:pt modelId="{54996F4C-2D57-4624-9422-5B5FEC7804C1}" type="parTrans" cxnId="{0F8418BC-696A-4766-B634-2ED8A3D046DE}">
      <dgm:prSet/>
      <dgm:spPr/>
      <dgm:t>
        <a:bodyPr/>
        <a:lstStyle/>
        <a:p>
          <a:endParaRPr lang="tr-TR"/>
        </a:p>
      </dgm:t>
    </dgm:pt>
    <dgm:pt modelId="{9AB4C256-4A01-46AF-9F8B-0C39D9C9F8D1}" type="sibTrans" cxnId="{0F8418BC-696A-4766-B634-2ED8A3D046DE}">
      <dgm:prSet/>
      <dgm:spPr/>
      <dgm:t>
        <a:bodyPr/>
        <a:lstStyle/>
        <a:p>
          <a:endParaRPr lang="tr-TR"/>
        </a:p>
      </dgm:t>
    </dgm:pt>
    <dgm:pt modelId="{4B2EBCAE-7A86-4618-8EFA-6D5ACD3406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print on a local printer</a:t>
          </a:r>
          <a:endParaRPr lang="tr-TR"/>
        </a:p>
      </dgm:t>
    </dgm:pt>
    <dgm:pt modelId="{F4E5C92B-2A49-44F1-AA99-D77609268BAD}" type="parTrans" cxnId="{D9D6807E-EC29-4CEB-B387-3E7E7FF6D5B8}">
      <dgm:prSet/>
      <dgm:spPr/>
      <dgm:t>
        <a:bodyPr/>
        <a:lstStyle/>
        <a:p>
          <a:endParaRPr lang="tr-TR"/>
        </a:p>
      </dgm:t>
    </dgm:pt>
    <dgm:pt modelId="{92C86DFB-F04D-4A95-8DCD-2B0EED93989B}" type="sibTrans" cxnId="{D9D6807E-EC29-4CEB-B387-3E7E7FF6D5B8}">
      <dgm:prSet/>
      <dgm:spPr/>
      <dgm:t>
        <a:bodyPr/>
        <a:lstStyle/>
        <a:p>
          <a:endParaRPr lang="tr-TR"/>
        </a:p>
      </dgm:t>
    </dgm:pt>
    <dgm:pt modelId="{7D71500C-625B-4FE7-9578-CAE2D3759B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your local drive</a:t>
          </a:r>
          <a:endParaRPr lang="tr-TR"/>
        </a:p>
      </dgm:t>
    </dgm:pt>
    <dgm:pt modelId="{2165EE83-3644-4A60-BD64-14441FD0E2F0}" type="parTrans" cxnId="{CBA6209A-5883-477D-A94C-5D3C0483DB2B}">
      <dgm:prSet/>
      <dgm:spPr/>
      <dgm:t>
        <a:bodyPr/>
        <a:lstStyle/>
        <a:p>
          <a:endParaRPr lang="tr-TR"/>
        </a:p>
      </dgm:t>
    </dgm:pt>
    <dgm:pt modelId="{C9614961-EEB0-4188-AE21-08774A840F9E}" type="sibTrans" cxnId="{CBA6209A-5883-477D-A94C-5D3C0483DB2B}">
      <dgm:prSet/>
      <dgm:spPr/>
      <dgm:t>
        <a:bodyPr/>
        <a:lstStyle/>
        <a:p>
          <a:endParaRPr lang="tr-TR"/>
        </a:p>
      </dgm:t>
    </dgm:pt>
    <dgm:pt modelId="{013B9231-7931-4663-8C00-5F9B7D2CD8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on an external USB flash drive</a:t>
          </a:r>
          <a:endParaRPr lang="tr-TR"/>
        </a:p>
      </dgm:t>
    </dgm:pt>
    <dgm:pt modelId="{53AFA6BC-101F-43C1-AB4A-048D52049C1B}" type="parTrans" cxnId="{8BFA77B6-3190-4330-9A43-2E80877DACD7}">
      <dgm:prSet/>
      <dgm:spPr/>
      <dgm:t>
        <a:bodyPr/>
        <a:lstStyle/>
        <a:p>
          <a:endParaRPr lang="tr-TR"/>
        </a:p>
      </dgm:t>
    </dgm:pt>
    <dgm:pt modelId="{2326C54B-9CE4-43F5-845D-658D1CFB0084}" type="sibTrans" cxnId="{8BFA77B6-3190-4330-9A43-2E80877DACD7}">
      <dgm:prSet/>
      <dgm:spPr/>
      <dgm:t>
        <a:bodyPr/>
        <a:lstStyle/>
        <a:p>
          <a:endParaRPr lang="tr-TR"/>
        </a:p>
      </dgm:t>
    </dgm:pt>
    <dgm:pt modelId="{E0424D45-AC0E-47AD-B63B-067E053B27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the file in a browser. </a:t>
          </a:r>
          <a:endParaRPr lang="tr-TR"/>
        </a:p>
      </dgm:t>
    </dgm:pt>
    <dgm:pt modelId="{F60618FF-DF93-436E-98CC-6E43200AD2A9}" type="parTrans" cxnId="{51B2566F-F409-4C0F-A747-2DAB52F8F60D}">
      <dgm:prSet/>
      <dgm:spPr/>
      <dgm:t>
        <a:bodyPr/>
        <a:lstStyle/>
        <a:p>
          <a:endParaRPr lang="tr-TR"/>
        </a:p>
      </dgm:t>
    </dgm:pt>
    <dgm:pt modelId="{633D6ED3-62F8-43AB-822B-3A997D7B8CFA}" type="sibTrans" cxnId="{51B2566F-F409-4C0F-A747-2DAB52F8F60D}">
      <dgm:prSet/>
      <dgm:spPr/>
      <dgm:t>
        <a:bodyPr/>
        <a:lstStyle/>
        <a:p>
          <a:endParaRPr lang="tr-TR"/>
        </a:p>
      </dgm:t>
    </dgm:pt>
    <dgm:pt modelId="{3AFD0BC8-5459-4097-BDF5-16F133A028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boot your computer</a:t>
          </a:r>
          <a:r>
            <a:rPr lang="tr-TR"/>
            <a:t> </a:t>
          </a:r>
          <a:r>
            <a:rPr lang="en-US"/>
            <a:t>using a pristine operating system, </a:t>
          </a:r>
          <a:endParaRPr lang="tr-TR"/>
        </a:p>
      </dgm:t>
    </dgm:pt>
    <dgm:pt modelId="{6A996165-4236-499A-ABA8-AF6D5118CD8F}" type="parTrans" cxnId="{2CC91290-CF26-4B0D-8B73-28CEBC24F422}">
      <dgm:prSet/>
      <dgm:spPr/>
      <dgm:t>
        <a:bodyPr/>
        <a:lstStyle/>
        <a:p>
          <a:endParaRPr lang="tr-TR"/>
        </a:p>
      </dgm:t>
    </dgm:pt>
    <dgm:pt modelId="{D6039653-7D71-48B4-9B71-A357265E0417}" type="sibTrans" cxnId="{2CC91290-CF26-4B0D-8B73-28CEBC24F422}">
      <dgm:prSet/>
      <dgm:spPr/>
      <dgm:t>
        <a:bodyPr/>
        <a:lstStyle/>
        <a:p>
          <a:endParaRPr lang="tr-TR"/>
        </a:p>
      </dgm:t>
    </dgm:pt>
    <dgm:pt modelId="{82BEE259-136C-4C76-9B5B-DA7D1B4062B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such as</a:t>
          </a:r>
          <a:endParaRPr lang="tr-TR"/>
        </a:p>
      </dgm:t>
    </dgm:pt>
    <dgm:pt modelId="{F80B6DB8-7470-4C59-8D3C-1D40D6AA2491}" type="parTrans" cxnId="{332ABF29-6571-4EC6-8573-412F8211A8FE}">
      <dgm:prSet/>
      <dgm:spPr/>
      <dgm:t>
        <a:bodyPr/>
        <a:lstStyle/>
        <a:p>
          <a:endParaRPr lang="tr-TR"/>
        </a:p>
      </dgm:t>
    </dgm:pt>
    <dgm:pt modelId="{7F1A37CC-D7B0-4D5B-BB12-7A30C5A7C83F}" type="sibTrans" cxnId="{332ABF29-6571-4EC6-8573-412F8211A8FE}">
      <dgm:prSet/>
      <dgm:spPr/>
      <dgm:t>
        <a:bodyPr/>
        <a:lstStyle/>
        <a:p>
          <a:endParaRPr lang="tr-TR"/>
        </a:p>
      </dgm:t>
    </dgm:pt>
    <dgm:pt modelId="{27071FB3-3677-4582-AD47-735AB9211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CD-ROM bootable Linux OS. </a:t>
          </a:r>
          <a:endParaRPr lang="tr-TR"/>
        </a:p>
      </dgm:t>
    </dgm:pt>
    <dgm:pt modelId="{4E15E9F0-778C-4EF1-BECF-A4982D8B0C1F}" type="parTrans" cxnId="{6C147549-372F-4A1E-AE84-BBE0A3C53C92}">
      <dgm:prSet/>
      <dgm:spPr/>
      <dgm:t>
        <a:bodyPr/>
        <a:lstStyle/>
        <a:p>
          <a:endParaRPr lang="tr-TR"/>
        </a:p>
      </dgm:t>
    </dgm:pt>
    <dgm:pt modelId="{453543AB-9F7C-4D40-A53D-6422DBDF36EF}" type="sibTrans" cxnId="{6C147549-372F-4A1E-AE84-BBE0A3C53C92}">
      <dgm:prSet/>
      <dgm:spPr/>
      <dgm:t>
        <a:bodyPr/>
        <a:lstStyle/>
        <a:p>
          <a:endParaRPr lang="tr-TR"/>
        </a:p>
      </dgm:t>
    </dgm:pt>
    <dgm:pt modelId="{B31A4614-FF0F-407F-A116-24A457E7E0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a</a:t>
          </a:r>
          <a:r>
            <a:rPr lang="tr-TR"/>
            <a:t> </a:t>
          </a:r>
          <a:r>
            <a:rPr lang="en-US"/>
            <a:t>USB cable</a:t>
          </a:r>
          <a:endParaRPr lang="tr-TR"/>
        </a:p>
      </dgm:t>
    </dgm:pt>
    <dgm:pt modelId="{F023DB5B-6B54-4022-8AA3-D8BC0EBF019A}" type="parTrans" cxnId="{1795BB75-280F-4903-B240-4D89E3FC44D0}">
      <dgm:prSet/>
      <dgm:spPr/>
      <dgm:t>
        <a:bodyPr/>
        <a:lstStyle/>
        <a:p>
          <a:endParaRPr lang="tr-TR"/>
        </a:p>
      </dgm:t>
    </dgm:pt>
    <dgm:pt modelId="{99883408-A6F2-4CAD-A46C-430DED366D04}" type="sibTrans" cxnId="{1795BB75-280F-4903-B240-4D89E3FC44D0}">
      <dgm:prSet/>
      <dgm:spPr/>
      <dgm:t>
        <a:bodyPr/>
        <a:lstStyle/>
        <a:p>
          <a:endParaRPr lang="tr-TR"/>
        </a:p>
      </dgm:t>
    </dgm:pt>
    <dgm:pt modelId="{DC190548-8C52-49CF-A377-3CEAABE7BC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 wirelessly</a:t>
          </a:r>
          <a:endParaRPr lang="tr-TR" dirty="0"/>
        </a:p>
      </dgm:t>
    </dgm:pt>
    <dgm:pt modelId="{055A0337-5656-4500-8BF1-5D9C76349741}" type="parTrans" cxnId="{3964F003-505E-4CBF-A2E5-BF094742F641}">
      <dgm:prSet/>
      <dgm:spPr/>
      <dgm:t>
        <a:bodyPr/>
        <a:lstStyle/>
        <a:p>
          <a:endParaRPr lang="tr-TR"/>
        </a:p>
      </dgm:t>
    </dgm:pt>
    <dgm:pt modelId="{8BD9F73A-D935-4D14-8B80-9C8780136747}" type="sibTrans" cxnId="{3964F003-505E-4CBF-A2E5-BF094742F641}">
      <dgm:prSet/>
      <dgm:spPr/>
      <dgm:t>
        <a:bodyPr/>
        <a:lstStyle/>
        <a:p>
          <a:endParaRPr lang="tr-TR"/>
        </a:p>
      </dgm:t>
    </dgm:pt>
    <dgm:pt modelId="{FF47971E-FFF6-4D32-954A-C05D02B23B49}" type="pres">
      <dgm:prSet presAssocID="{6DF48CF7-79BF-4017-80B9-5FC683189D45}" presName="root" presStyleCnt="0">
        <dgm:presLayoutVars>
          <dgm:dir/>
          <dgm:resizeHandles val="exact"/>
        </dgm:presLayoutVars>
      </dgm:prSet>
      <dgm:spPr/>
    </dgm:pt>
    <dgm:pt modelId="{354CFED3-9138-49FE-946C-A4069539D606}" type="pres">
      <dgm:prSet presAssocID="{C197BB46-7649-46FD-9451-CA194274D68E}" presName="compNode" presStyleCnt="0"/>
      <dgm:spPr/>
    </dgm:pt>
    <dgm:pt modelId="{40A467A6-5DD5-4544-AA09-41893D2EAFEE}" type="pres">
      <dgm:prSet presAssocID="{C197BB46-7649-46FD-9451-CA194274D68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BC2C5CA-5E9E-4AA7-9144-90EEF1D1CA62}" type="pres">
      <dgm:prSet presAssocID="{C197BB46-7649-46FD-9451-CA194274D68E}" presName="iconSpace" presStyleCnt="0"/>
      <dgm:spPr/>
    </dgm:pt>
    <dgm:pt modelId="{AD007050-76F9-4927-AAE8-2BBAD47E753C}" type="pres">
      <dgm:prSet presAssocID="{C197BB46-7649-46FD-9451-CA194274D68E}" presName="parTx" presStyleLbl="revTx" presStyleIdx="0" presStyleCnt="12">
        <dgm:presLayoutVars>
          <dgm:chMax val="0"/>
          <dgm:chPref val="0"/>
        </dgm:presLayoutVars>
      </dgm:prSet>
      <dgm:spPr/>
    </dgm:pt>
    <dgm:pt modelId="{C80ECC2C-39F4-4178-AC28-409073B9AEEE}" type="pres">
      <dgm:prSet presAssocID="{C197BB46-7649-46FD-9451-CA194274D68E}" presName="txSpace" presStyleCnt="0"/>
      <dgm:spPr/>
    </dgm:pt>
    <dgm:pt modelId="{03C18A5E-B8CA-4BB7-8D0D-7D132D29202B}" type="pres">
      <dgm:prSet presAssocID="{C197BB46-7649-46FD-9451-CA194274D68E}" presName="desTx" presStyleLbl="revTx" presStyleIdx="1" presStyleCnt="12">
        <dgm:presLayoutVars/>
      </dgm:prSet>
      <dgm:spPr/>
    </dgm:pt>
    <dgm:pt modelId="{7C2EDC97-DFAB-4C2D-B0F5-47748BADF446}" type="pres">
      <dgm:prSet presAssocID="{53102AB5-7F3E-4EF9-A11F-4D00B570FF4C}" presName="sibTrans" presStyleCnt="0"/>
      <dgm:spPr/>
    </dgm:pt>
    <dgm:pt modelId="{4B299451-AE78-4C03-B16C-153CC51830A6}" type="pres">
      <dgm:prSet presAssocID="{5A7ABB8B-B43C-4D2C-A4C6-4FBA306B5DBA}" presName="compNode" presStyleCnt="0"/>
      <dgm:spPr/>
    </dgm:pt>
    <dgm:pt modelId="{E2DFCE93-D361-48F2-A7B3-23AE0F9346BB}" type="pres">
      <dgm:prSet presAssocID="{5A7ABB8B-B43C-4D2C-A4C6-4FBA306B5DB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6F77888-35AD-49FF-B8FA-339DD95A2FFD}" type="pres">
      <dgm:prSet presAssocID="{5A7ABB8B-B43C-4D2C-A4C6-4FBA306B5DBA}" presName="iconSpace" presStyleCnt="0"/>
      <dgm:spPr/>
    </dgm:pt>
    <dgm:pt modelId="{F136A378-7C1B-4199-BC8D-79FEEFCD5108}" type="pres">
      <dgm:prSet presAssocID="{5A7ABB8B-B43C-4D2C-A4C6-4FBA306B5DBA}" presName="parTx" presStyleLbl="revTx" presStyleIdx="2" presStyleCnt="12">
        <dgm:presLayoutVars>
          <dgm:chMax val="0"/>
          <dgm:chPref val="0"/>
        </dgm:presLayoutVars>
      </dgm:prSet>
      <dgm:spPr/>
    </dgm:pt>
    <dgm:pt modelId="{C64A166B-4384-45ED-8791-30A85E47F0F6}" type="pres">
      <dgm:prSet presAssocID="{5A7ABB8B-B43C-4D2C-A4C6-4FBA306B5DBA}" presName="txSpace" presStyleCnt="0"/>
      <dgm:spPr/>
    </dgm:pt>
    <dgm:pt modelId="{6DFA5C8F-6D36-4A1C-97C2-AB5B1D559556}" type="pres">
      <dgm:prSet presAssocID="{5A7ABB8B-B43C-4D2C-A4C6-4FBA306B5DBA}" presName="desTx" presStyleLbl="revTx" presStyleIdx="3" presStyleCnt="12">
        <dgm:presLayoutVars/>
      </dgm:prSet>
      <dgm:spPr/>
    </dgm:pt>
    <dgm:pt modelId="{A7D0F170-CD96-449D-880D-3B17BF6AF432}" type="pres">
      <dgm:prSet presAssocID="{A42699A5-0828-48D8-B876-6E7052ED97DE}" presName="sibTrans" presStyleCnt="0"/>
      <dgm:spPr/>
    </dgm:pt>
    <dgm:pt modelId="{250C016D-3E94-41DA-8B4A-41B67F2841B4}" type="pres">
      <dgm:prSet presAssocID="{03686D30-377C-45ED-8AC7-3E2C737EC64F}" presName="compNode" presStyleCnt="0"/>
      <dgm:spPr/>
    </dgm:pt>
    <dgm:pt modelId="{300D6C0A-A7A2-4D34-9B52-0F874340B60C}" type="pres">
      <dgm:prSet presAssocID="{03686D30-377C-45ED-8AC7-3E2C737EC64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802F778-DA6D-4979-97C5-9D6B8A2C26C2}" type="pres">
      <dgm:prSet presAssocID="{03686D30-377C-45ED-8AC7-3E2C737EC64F}" presName="iconSpace" presStyleCnt="0"/>
      <dgm:spPr/>
    </dgm:pt>
    <dgm:pt modelId="{67585115-805D-474D-B73F-DBF1A0E88D84}" type="pres">
      <dgm:prSet presAssocID="{03686D30-377C-45ED-8AC7-3E2C737EC64F}" presName="parTx" presStyleLbl="revTx" presStyleIdx="4" presStyleCnt="12">
        <dgm:presLayoutVars>
          <dgm:chMax val="0"/>
          <dgm:chPref val="0"/>
        </dgm:presLayoutVars>
      </dgm:prSet>
      <dgm:spPr/>
    </dgm:pt>
    <dgm:pt modelId="{0D73B095-9425-4709-83AA-56515C652B7F}" type="pres">
      <dgm:prSet presAssocID="{03686D30-377C-45ED-8AC7-3E2C737EC64F}" presName="txSpace" presStyleCnt="0"/>
      <dgm:spPr/>
    </dgm:pt>
    <dgm:pt modelId="{E1257F8A-3FE9-477B-BF00-92548D1F91C8}" type="pres">
      <dgm:prSet presAssocID="{03686D30-377C-45ED-8AC7-3E2C737EC64F}" presName="desTx" presStyleLbl="revTx" presStyleIdx="5" presStyleCnt="12">
        <dgm:presLayoutVars/>
      </dgm:prSet>
      <dgm:spPr/>
    </dgm:pt>
    <dgm:pt modelId="{194AB8CD-8BDC-4AFE-94BB-2B4813D57FD5}" type="pres">
      <dgm:prSet presAssocID="{54041F2D-4353-404F-AC44-7B0807172258}" presName="sibTrans" presStyleCnt="0"/>
      <dgm:spPr/>
    </dgm:pt>
    <dgm:pt modelId="{5F4DC3D1-F92C-4193-9AB9-B0A53E9ECD4B}" type="pres">
      <dgm:prSet presAssocID="{A9863F73-C601-44F9-B5DF-AB27E652CF65}" presName="compNode" presStyleCnt="0"/>
      <dgm:spPr/>
    </dgm:pt>
    <dgm:pt modelId="{BEAB8B71-B655-4A11-9225-E119F3757731}" type="pres">
      <dgm:prSet presAssocID="{A9863F73-C601-44F9-B5DF-AB27E652CF6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806037C-9E00-4F2C-9D94-00A2A4668E24}" type="pres">
      <dgm:prSet presAssocID="{A9863F73-C601-44F9-B5DF-AB27E652CF65}" presName="iconSpace" presStyleCnt="0"/>
      <dgm:spPr/>
    </dgm:pt>
    <dgm:pt modelId="{20BF9313-A6D2-4F0C-9699-DE093CDDA6DD}" type="pres">
      <dgm:prSet presAssocID="{A9863F73-C601-44F9-B5DF-AB27E652CF65}" presName="parTx" presStyleLbl="revTx" presStyleIdx="6" presStyleCnt="12">
        <dgm:presLayoutVars>
          <dgm:chMax val="0"/>
          <dgm:chPref val="0"/>
        </dgm:presLayoutVars>
      </dgm:prSet>
      <dgm:spPr/>
    </dgm:pt>
    <dgm:pt modelId="{85F2928B-F2E0-4C68-BCC6-65F61B21B935}" type="pres">
      <dgm:prSet presAssocID="{A9863F73-C601-44F9-B5DF-AB27E652CF65}" presName="txSpace" presStyleCnt="0"/>
      <dgm:spPr/>
    </dgm:pt>
    <dgm:pt modelId="{BD305B80-D6C0-4FEC-A464-D85094FE8959}" type="pres">
      <dgm:prSet presAssocID="{A9863F73-C601-44F9-B5DF-AB27E652CF65}" presName="desTx" presStyleLbl="revTx" presStyleIdx="7" presStyleCnt="12">
        <dgm:presLayoutVars/>
      </dgm:prSet>
      <dgm:spPr/>
    </dgm:pt>
    <dgm:pt modelId="{6567C587-A5A4-4D43-AB4C-A265E9229CA6}" type="pres">
      <dgm:prSet presAssocID="{9AB4C256-4A01-46AF-9F8B-0C39D9C9F8D1}" presName="sibTrans" presStyleCnt="0"/>
      <dgm:spPr/>
    </dgm:pt>
    <dgm:pt modelId="{993B09BC-9475-43F7-BFD9-5585ECBEBE8F}" type="pres">
      <dgm:prSet presAssocID="{82BEE259-136C-4C76-9B5B-DA7D1B4062B6}" presName="compNode" presStyleCnt="0"/>
      <dgm:spPr/>
    </dgm:pt>
    <dgm:pt modelId="{C1B88C30-0261-4F95-8FBD-99D0EAA38BE1}" type="pres">
      <dgm:prSet presAssocID="{82BEE259-136C-4C76-9B5B-DA7D1B4062B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1F8F849B-8CD8-4773-91EE-43567B0F799A}" type="pres">
      <dgm:prSet presAssocID="{82BEE259-136C-4C76-9B5B-DA7D1B4062B6}" presName="iconSpace" presStyleCnt="0"/>
      <dgm:spPr/>
    </dgm:pt>
    <dgm:pt modelId="{15E5D3C3-B283-48EC-8A1C-92FEA9CBB19D}" type="pres">
      <dgm:prSet presAssocID="{82BEE259-136C-4C76-9B5B-DA7D1B4062B6}" presName="parTx" presStyleLbl="revTx" presStyleIdx="8" presStyleCnt="12">
        <dgm:presLayoutVars>
          <dgm:chMax val="0"/>
          <dgm:chPref val="0"/>
        </dgm:presLayoutVars>
      </dgm:prSet>
      <dgm:spPr/>
    </dgm:pt>
    <dgm:pt modelId="{07752A28-A88E-41D9-ABC4-4EBB9AE821E1}" type="pres">
      <dgm:prSet presAssocID="{82BEE259-136C-4C76-9B5B-DA7D1B4062B6}" presName="txSpace" presStyleCnt="0"/>
      <dgm:spPr/>
    </dgm:pt>
    <dgm:pt modelId="{6119E1D4-C301-45C4-9EB9-A0CD97A1D48A}" type="pres">
      <dgm:prSet presAssocID="{82BEE259-136C-4C76-9B5B-DA7D1B4062B6}" presName="desTx" presStyleLbl="revTx" presStyleIdx="9" presStyleCnt="12">
        <dgm:presLayoutVars/>
      </dgm:prSet>
      <dgm:spPr/>
    </dgm:pt>
    <dgm:pt modelId="{46033BDC-8977-4082-8B80-086D26CEF81B}" type="pres">
      <dgm:prSet presAssocID="{7F1A37CC-D7B0-4D5B-BB12-7A30C5A7C83F}" presName="sibTrans" presStyleCnt="0"/>
      <dgm:spPr/>
    </dgm:pt>
    <dgm:pt modelId="{22E6352A-1281-41FD-A5EF-C02E7C3D3F59}" type="pres">
      <dgm:prSet presAssocID="{4B2EBCAE-7A86-4618-8EFA-6D5ACD3406DB}" presName="compNode" presStyleCnt="0"/>
      <dgm:spPr/>
    </dgm:pt>
    <dgm:pt modelId="{F5602ACD-9D1B-44D0-9F96-E312E073916D}" type="pres">
      <dgm:prSet presAssocID="{4B2EBCAE-7A86-4618-8EFA-6D5ACD3406D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CD2AF17E-7976-423B-8779-E575280288D3}" type="pres">
      <dgm:prSet presAssocID="{4B2EBCAE-7A86-4618-8EFA-6D5ACD3406DB}" presName="iconSpace" presStyleCnt="0"/>
      <dgm:spPr/>
    </dgm:pt>
    <dgm:pt modelId="{94060D80-A737-482E-8767-553EE1B92DE1}" type="pres">
      <dgm:prSet presAssocID="{4B2EBCAE-7A86-4618-8EFA-6D5ACD3406DB}" presName="parTx" presStyleLbl="revTx" presStyleIdx="10" presStyleCnt="12">
        <dgm:presLayoutVars>
          <dgm:chMax val="0"/>
          <dgm:chPref val="0"/>
        </dgm:presLayoutVars>
      </dgm:prSet>
      <dgm:spPr/>
    </dgm:pt>
    <dgm:pt modelId="{C11E11F2-3302-42E8-AF42-7915F5142FD2}" type="pres">
      <dgm:prSet presAssocID="{4B2EBCAE-7A86-4618-8EFA-6D5ACD3406DB}" presName="txSpace" presStyleCnt="0"/>
      <dgm:spPr/>
    </dgm:pt>
    <dgm:pt modelId="{D5EB6C31-013B-4DE8-B22F-37BC43ECF202}" type="pres">
      <dgm:prSet presAssocID="{4B2EBCAE-7A86-4618-8EFA-6D5ACD3406DB}" presName="desTx" presStyleLbl="revTx" presStyleIdx="11" presStyleCnt="12">
        <dgm:presLayoutVars/>
      </dgm:prSet>
      <dgm:spPr/>
    </dgm:pt>
  </dgm:ptLst>
  <dgm:cxnLst>
    <dgm:cxn modelId="{3964F003-505E-4CBF-A2E5-BF094742F641}" srcId="{4B2EBCAE-7A86-4618-8EFA-6D5ACD3406DB}" destId="{DC190548-8C52-49CF-A377-3CEAABE7BC9D}" srcOrd="1" destOrd="0" parTransId="{055A0337-5656-4500-8BF1-5D9C76349741}" sibTransId="{8BD9F73A-D935-4D14-8B80-9C8780136747}"/>
    <dgm:cxn modelId="{D24AA509-B4E7-4791-B00B-863EEC0D70EF}" type="presOf" srcId="{013B9231-7931-4663-8C00-5F9B7D2CD840}" destId="{6DFA5C8F-6D36-4A1C-97C2-AB5B1D559556}" srcOrd="0" destOrd="1" presId="urn:microsoft.com/office/officeart/2018/2/layout/IconLabelDescriptionList"/>
    <dgm:cxn modelId="{B66E0D0F-2EA3-4F8E-A8D5-3F979A1A80D8}" type="presOf" srcId="{A9863F73-C601-44F9-B5DF-AB27E652CF65}" destId="{20BF9313-A6D2-4F0C-9699-DE093CDDA6DD}" srcOrd="0" destOrd="0" presId="urn:microsoft.com/office/officeart/2018/2/layout/IconLabelDescriptionList"/>
    <dgm:cxn modelId="{7100F71B-83D1-4041-8DA5-88A91BE1090E}" srcId="{6DF48CF7-79BF-4017-80B9-5FC683189D45}" destId="{C197BB46-7649-46FD-9451-CA194274D68E}" srcOrd="0" destOrd="0" parTransId="{978D3D17-2D9A-447A-A5A4-7996C161D023}" sibTransId="{53102AB5-7F3E-4EF9-A11F-4D00B570FF4C}"/>
    <dgm:cxn modelId="{332ABF29-6571-4EC6-8573-412F8211A8FE}" srcId="{6DF48CF7-79BF-4017-80B9-5FC683189D45}" destId="{82BEE259-136C-4C76-9B5B-DA7D1B4062B6}" srcOrd="4" destOrd="0" parTransId="{F80B6DB8-7470-4C59-8D3C-1D40D6AA2491}" sibTransId="{7F1A37CC-D7B0-4D5B-BB12-7A30C5A7C83F}"/>
    <dgm:cxn modelId="{11897A37-3CD2-4EE5-BE48-9547190CEEB4}" srcId="{6DF48CF7-79BF-4017-80B9-5FC683189D45}" destId="{5A7ABB8B-B43C-4D2C-A4C6-4FBA306B5DBA}" srcOrd="1" destOrd="0" parTransId="{8FDC75E4-1740-4F4C-B948-3EF4D91A79FC}" sibTransId="{A42699A5-0828-48D8-B876-6E7052ED97DE}"/>
    <dgm:cxn modelId="{2EEF2739-9080-466E-B65F-93F4BB8EF79F}" type="presOf" srcId="{5A7ABB8B-B43C-4D2C-A4C6-4FBA306B5DBA}" destId="{F136A378-7C1B-4199-BC8D-79FEEFCD5108}" srcOrd="0" destOrd="0" presId="urn:microsoft.com/office/officeart/2018/2/layout/IconLabelDescriptionList"/>
    <dgm:cxn modelId="{E2874A60-4800-4905-B0D8-7117F3E2649E}" type="presOf" srcId="{DC190548-8C52-49CF-A377-3CEAABE7BC9D}" destId="{D5EB6C31-013B-4DE8-B22F-37BC43ECF202}" srcOrd="0" destOrd="1" presId="urn:microsoft.com/office/officeart/2018/2/layout/IconLabelDescriptionList"/>
    <dgm:cxn modelId="{6C147549-372F-4A1E-AE84-BBE0A3C53C92}" srcId="{82BEE259-136C-4C76-9B5B-DA7D1B4062B6}" destId="{27071FB3-3677-4582-AD47-735AB9211A21}" srcOrd="0" destOrd="0" parTransId="{4E15E9F0-778C-4EF1-BECF-A4982D8B0C1F}" sibTransId="{453543AB-9F7C-4D40-A53D-6422DBDF36EF}"/>
    <dgm:cxn modelId="{51B2566F-F409-4C0F-A747-2DAB52F8F60D}" srcId="{03686D30-377C-45ED-8AC7-3E2C737EC64F}" destId="{E0424D45-AC0E-47AD-B63B-067E053B27DF}" srcOrd="0" destOrd="0" parTransId="{F60618FF-DF93-436E-98CC-6E43200AD2A9}" sibTransId="{633D6ED3-62F8-43AB-822B-3A997D7B8CFA}"/>
    <dgm:cxn modelId="{1D087C50-2883-4CD9-8950-0E6A93EE439F}" type="presOf" srcId="{82BEE259-136C-4C76-9B5B-DA7D1B4062B6}" destId="{15E5D3C3-B283-48EC-8A1C-92FEA9CBB19D}" srcOrd="0" destOrd="0" presId="urn:microsoft.com/office/officeart/2018/2/layout/IconLabelDescriptionList"/>
    <dgm:cxn modelId="{1795BB75-280F-4903-B240-4D89E3FC44D0}" srcId="{4B2EBCAE-7A86-4618-8EFA-6D5ACD3406DB}" destId="{B31A4614-FF0F-407F-A116-24A457E7E006}" srcOrd="0" destOrd="0" parTransId="{F023DB5B-6B54-4022-8AA3-D8BC0EBF019A}" sibTransId="{99883408-A6F2-4CAD-A46C-430DED366D04}"/>
    <dgm:cxn modelId="{D9D6807E-EC29-4CEB-B387-3E7E7FF6D5B8}" srcId="{6DF48CF7-79BF-4017-80B9-5FC683189D45}" destId="{4B2EBCAE-7A86-4618-8EFA-6D5ACD3406DB}" srcOrd="5" destOrd="0" parTransId="{F4E5C92B-2A49-44F1-AA99-D77609268BAD}" sibTransId="{92C86DFB-F04D-4A95-8DCD-2B0EED93989B}"/>
    <dgm:cxn modelId="{29EE7A85-D8D9-411D-BA64-4488688DF81F}" type="presOf" srcId="{4B2EBCAE-7A86-4618-8EFA-6D5ACD3406DB}" destId="{94060D80-A737-482E-8767-553EE1B92DE1}" srcOrd="0" destOrd="0" presId="urn:microsoft.com/office/officeart/2018/2/layout/IconLabelDescriptionList"/>
    <dgm:cxn modelId="{2CC91290-CF26-4B0D-8B73-28CEBC24F422}" srcId="{A9863F73-C601-44F9-B5DF-AB27E652CF65}" destId="{3AFD0BC8-5459-4097-BDF5-16F133A02836}" srcOrd="0" destOrd="0" parTransId="{6A996165-4236-499A-ABA8-AF6D5118CD8F}" sibTransId="{D6039653-7D71-48B4-9B71-A357265E0417}"/>
    <dgm:cxn modelId="{F6F9C294-B3F8-4694-945D-0C5823B7E226}" type="presOf" srcId="{B31A4614-FF0F-407F-A116-24A457E7E006}" destId="{D5EB6C31-013B-4DE8-B22F-37BC43ECF202}" srcOrd="0" destOrd="0" presId="urn:microsoft.com/office/officeart/2018/2/layout/IconLabelDescriptionList"/>
    <dgm:cxn modelId="{34123E97-9132-473C-9E35-BEC73E8383DC}" type="presOf" srcId="{3AFD0BC8-5459-4097-BDF5-16F133A02836}" destId="{BD305B80-D6C0-4FEC-A464-D85094FE8959}" srcOrd="0" destOrd="0" presId="urn:microsoft.com/office/officeart/2018/2/layout/IconLabelDescriptionList"/>
    <dgm:cxn modelId="{CBA6209A-5883-477D-A94C-5D3C0483DB2B}" srcId="{5A7ABB8B-B43C-4D2C-A4C6-4FBA306B5DBA}" destId="{7D71500C-625B-4FE7-9578-CAE2D3759B7D}" srcOrd="0" destOrd="0" parTransId="{2165EE83-3644-4A60-BD64-14441FD0E2F0}" sibTransId="{C9614961-EEB0-4188-AE21-08774A840F9E}"/>
    <dgm:cxn modelId="{EAA8CBAD-F42A-4136-BAD6-7D3CFCB803A4}" type="presOf" srcId="{03686D30-377C-45ED-8AC7-3E2C737EC64F}" destId="{67585115-805D-474D-B73F-DBF1A0E88D84}" srcOrd="0" destOrd="0" presId="urn:microsoft.com/office/officeart/2018/2/layout/IconLabelDescriptionList"/>
    <dgm:cxn modelId="{8BFA77B6-3190-4330-9A43-2E80877DACD7}" srcId="{5A7ABB8B-B43C-4D2C-A4C6-4FBA306B5DBA}" destId="{013B9231-7931-4663-8C00-5F9B7D2CD840}" srcOrd="1" destOrd="0" parTransId="{53AFA6BC-101F-43C1-AB4A-048D52049C1B}" sibTransId="{2326C54B-9CE4-43F5-845D-658D1CFB0084}"/>
    <dgm:cxn modelId="{0F8418BC-696A-4766-B634-2ED8A3D046DE}" srcId="{6DF48CF7-79BF-4017-80B9-5FC683189D45}" destId="{A9863F73-C601-44F9-B5DF-AB27E652CF65}" srcOrd="3" destOrd="0" parTransId="{54996F4C-2D57-4624-9422-5B5FEC7804C1}" sibTransId="{9AB4C256-4A01-46AF-9F8B-0C39D9C9F8D1}"/>
    <dgm:cxn modelId="{E2C87CC2-99A2-4ADC-BB9E-306AFC3E8F5F}" type="presOf" srcId="{C197BB46-7649-46FD-9451-CA194274D68E}" destId="{AD007050-76F9-4927-AAE8-2BBAD47E753C}" srcOrd="0" destOrd="0" presId="urn:microsoft.com/office/officeart/2018/2/layout/IconLabelDescriptionList"/>
    <dgm:cxn modelId="{D943B3CE-3B59-423A-9B2C-1695D750CD33}" type="presOf" srcId="{7D71500C-625B-4FE7-9578-CAE2D3759B7D}" destId="{6DFA5C8F-6D36-4A1C-97C2-AB5B1D559556}" srcOrd="0" destOrd="0" presId="urn:microsoft.com/office/officeart/2018/2/layout/IconLabelDescriptionList"/>
    <dgm:cxn modelId="{D731A0D3-972E-4018-9C47-171C5FD4603F}" type="presOf" srcId="{6DF48CF7-79BF-4017-80B9-5FC683189D45}" destId="{FF47971E-FFF6-4D32-954A-C05D02B23B49}" srcOrd="0" destOrd="0" presId="urn:microsoft.com/office/officeart/2018/2/layout/IconLabelDescriptionList"/>
    <dgm:cxn modelId="{FDF4FDDA-936D-42D4-8A43-FF22C8579F88}" srcId="{6DF48CF7-79BF-4017-80B9-5FC683189D45}" destId="{03686D30-377C-45ED-8AC7-3E2C737EC64F}" srcOrd="2" destOrd="0" parTransId="{86BF32D1-9731-4474-B46E-FDA8B3E09031}" sibTransId="{54041F2D-4353-404F-AC44-7B0807172258}"/>
    <dgm:cxn modelId="{8EB3F5DE-8EAA-4177-A2B1-5893042E1389}" type="presOf" srcId="{27071FB3-3677-4582-AD47-735AB9211A21}" destId="{6119E1D4-C301-45C4-9EB9-A0CD97A1D48A}" srcOrd="0" destOrd="0" presId="urn:microsoft.com/office/officeart/2018/2/layout/IconLabelDescriptionList"/>
    <dgm:cxn modelId="{027424E9-1145-4B6E-B313-227FB158C4C5}" type="presOf" srcId="{E0424D45-AC0E-47AD-B63B-067E053B27DF}" destId="{E1257F8A-3FE9-477B-BF00-92548D1F91C8}" srcOrd="0" destOrd="0" presId="urn:microsoft.com/office/officeart/2018/2/layout/IconLabelDescriptionList"/>
    <dgm:cxn modelId="{BD5C43A6-8FE5-48F2-9567-5C54F16614B6}" type="presParOf" srcId="{FF47971E-FFF6-4D32-954A-C05D02B23B49}" destId="{354CFED3-9138-49FE-946C-A4069539D606}" srcOrd="0" destOrd="0" presId="urn:microsoft.com/office/officeart/2018/2/layout/IconLabelDescriptionList"/>
    <dgm:cxn modelId="{0ADE1828-2E7F-4DF8-A5A0-DD646CCE8963}" type="presParOf" srcId="{354CFED3-9138-49FE-946C-A4069539D606}" destId="{40A467A6-5DD5-4544-AA09-41893D2EAFEE}" srcOrd="0" destOrd="0" presId="urn:microsoft.com/office/officeart/2018/2/layout/IconLabelDescriptionList"/>
    <dgm:cxn modelId="{BA60269F-88A7-410D-BA5D-733B4E190FEC}" type="presParOf" srcId="{354CFED3-9138-49FE-946C-A4069539D606}" destId="{2BC2C5CA-5E9E-4AA7-9144-90EEF1D1CA62}" srcOrd="1" destOrd="0" presId="urn:microsoft.com/office/officeart/2018/2/layout/IconLabelDescriptionList"/>
    <dgm:cxn modelId="{69B11261-ED3F-428B-8661-349422A05168}" type="presParOf" srcId="{354CFED3-9138-49FE-946C-A4069539D606}" destId="{AD007050-76F9-4927-AAE8-2BBAD47E753C}" srcOrd="2" destOrd="0" presId="urn:microsoft.com/office/officeart/2018/2/layout/IconLabelDescriptionList"/>
    <dgm:cxn modelId="{61D21BF9-95EF-4384-A657-85941129C838}" type="presParOf" srcId="{354CFED3-9138-49FE-946C-A4069539D606}" destId="{C80ECC2C-39F4-4178-AC28-409073B9AEEE}" srcOrd="3" destOrd="0" presId="urn:microsoft.com/office/officeart/2018/2/layout/IconLabelDescriptionList"/>
    <dgm:cxn modelId="{0D40BCF4-8BF6-413A-BF46-4A85BDCB1039}" type="presParOf" srcId="{354CFED3-9138-49FE-946C-A4069539D606}" destId="{03C18A5E-B8CA-4BB7-8D0D-7D132D29202B}" srcOrd="4" destOrd="0" presId="urn:microsoft.com/office/officeart/2018/2/layout/IconLabelDescriptionList"/>
    <dgm:cxn modelId="{457FA3C2-3F94-4BFE-88BA-6B0047B94C61}" type="presParOf" srcId="{FF47971E-FFF6-4D32-954A-C05D02B23B49}" destId="{7C2EDC97-DFAB-4C2D-B0F5-47748BADF446}" srcOrd="1" destOrd="0" presId="urn:microsoft.com/office/officeart/2018/2/layout/IconLabelDescriptionList"/>
    <dgm:cxn modelId="{9ED48753-0D2C-4E26-A80F-2CE8A1BAD8F8}" type="presParOf" srcId="{FF47971E-FFF6-4D32-954A-C05D02B23B49}" destId="{4B299451-AE78-4C03-B16C-153CC51830A6}" srcOrd="2" destOrd="0" presId="urn:microsoft.com/office/officeart/2018/2/layout/IconLabelDescriptionList"/>
    <dgm:cxn modelId="{04572912-3E19-4D71-9EA7-DF996353B422}" type="presParOf" srcId="{4B299451-AE78-4C03-B16C-153CC51830A6}" destId="{E2DFCE93-D361-48F2-A7B3-23AE0F9346BB}" srcOrd="0" destOrd="0" presId="urn:microsoft.com/office/officeart/2018/2/layout/IconLabelDescriptionList"/>
    <dgm:cxn modelId="{7B2B95A5-0526-4C8C-A705-002C6FE656E5}" type="presParOf" srcId="{4B299451-AE78-4C03-B16C-153CC51830A6}" destId="{56F77888-35AD-49FF-B8FA-339DD95A2FFD}" srcOrd="1" destOrd="0" presId="urn:microsoft.com/office/officeart/2018/2/layout/IconLabelDescriptionList"/>
    <dgm:cxn modelId="{3E0061CE-3C2C-4CE2-811D-E1C82A811A11}" type="presParOf" srcId="{4B299451-AE78-4C03-B16C-153CC51830A6}" destId="{F136A378-7C1B-4199-BC8D-79FEEFCD5108}" srcOrd="2" destOrd="0" presId="urn:microsoft.com/office/officeart/2018/2/layout/IconLabelDescriptionList"/>
    <dgm:cxn modelId="{A831D6D4-E844-4181-93D7-5981A96DA911}" type="presParOf" srcId="{4B299451-AE78-4C03-B16C-153CC51830A6}" destId="{C64A166B-4384-45ED-8791-30A85E47F0F6}" srcOrd="3" destOrd="0" presId="urn:microsoft.com/office/officeart/2018/2/layout/IconLabelDescriptionList"/>
    <dgm:cxn modelId="{1B6ADC10-2291-4E51-AEA1-57DA2F8B4E5D}" type="presParOf" srcId="{4B299451-AE78-4C03-B16C-153CC51830A6}" destId="{6DFA5C8F-6D36-4A1C-97C2-AB5B1D559556}" srcOrd="4" destOrd="0" presId="urn:microsoft.com/office/officeart/2018/2/layout/IconLabelDescriptionList"/>
    <dgm:cxn modelId="{D141016F-2349-4FB7-871A-10741B20D15F}" type="presParOf" srcId="{FF47971E-FFF6-4D32-954A-C05D02B23B49}" destId="{A7D0F170-CD96-449D-880D-3B17BF6AF432}" srcOrd="3" destOrd="0" presId="urn:microsoft.com/office/officeart/2018/2/layout/IconLabelDescriptionList"/>
    <dgm:cxn modelId="{4A43CE71-CE2E-43F3-A45E-2D2C6AF99F8D}" type="presParOf" srcId="{FF47971E-FFF6-4D32-954A-C05D02B23B49}" destId="{250C016D-3E94-41DA-8B4A-41B67F2841B4}" srcOrd="4" destOrd="0" presId="urn:microsoft.com/office/officeart/2018/2/layout/IconLabelDescriptionList"/>
    <dgm:cxn modelId="{CAFEB0C9-9816-4454-A504-A08FAA598F26}" type="presParOf" srcId="{250C016D-3E94-41DA-8B4A-41B67F2841B4}" destId="{300D6C0A-A7A2-4D34-9B52-0F874340B60C}" srcOrd="0" destOrd="0" presId="urn:microsoft.com/office/officeart/2018/2/layout/IconLabelDescriptionList"/>
    <dgm:cxn modelId="{68A9BB83-3D6C-4363-BE4D-67A4DC48290C}" type="presParOf" srcId="{250C016D-3E94-41DA-8B4A-41B67F2841B4}" destId="{4802F778-DA6D-4979-97C5-9D6B8A2C26C2}" srcOrd="1" destOrd="0" presId="urn:microsoft.com/office/officeart/2018/2/layout/IconLabelDescriptionList"/>
    <dgm:cxn modelId="{A5C8314F-5C99-42D0-822A-7C11F8110831}" type="presParOf" srcId="{250C016D-3E94-41DA-8B4A-41B67F2841B4}" destId="{67585115-805D-474D-B73F-DBF1A0E88D84}" srcOrd="2" destOrd="0" presId="urn:microsoft.com/office/officeart/2018/2/layout/IconLabelDescriptionList"/>
    <dgm:cxn modelId="{2ACE07EA-7CF4-4325-8B9D-9EB794C21466}" type="presParOf" srcId="{250C016D-3E94-41DA-8B4A-41B67F2841B4}" destId="{0D73B095-9425-4709-83AA-56515C652B7F}" srcOrd="3" destOrd="0" presId="urn:microsoft.com/office/officeart/2018/2/layout/IconLabelDescriptionList"/>
    <dgm:cxn modelId="{FFABD8C2-1219-4CC0-AC1B-C2314F7409FE}" type="presParOf" srcId="{250C016D-3E94-41DA-8B4A-41B67F2841B4}" destId="{E1257F8A-3FE9-477B-BF00-92548D1F91C8}" srcOrd="4" destOrd="0" presId="urn:microsoft.com/office/officeart/2018/2/layout/IconLabelDescriptionList"/>
    <dgm:cxn modelId="{8844473B-A8A6-4699-9297-7292A9D90017}" type="presParOf" srcId="{FF47971E-FFF6-4D32-954A-C05D02B23B49}" destId="{194AB8CD-8BDC-4AFE-94BB-2B4813D57FD5}" srcOrd="5" destOrd="0" presId="urn:microsoft.com/office/officeart/2018/2/layout/IconLabelDescriptionList"/>
    <dgm:cxn modelId="{2D3B564F-A542-401B-A32A-D599418441C5}" type="presParOf" srcId="{FF47971E-FFF6-4D32-954A-C05D02B23B49}" destId="{5F4DC3D1-F92C-4193-9AB9-B0A53E9ECD4B}" srcOrd="6" destOrd="0" presId="urn:microsoft.com/office/officeart/2018/2/layout/IconLabelDescriptionList"/>
    <dgm:cxn modelId="{C734A27C-ACA7-4932-931D-F5333C6DD00E}" type="presParOf" srcId="{5F4DC3D1-F92C-4193-9AB9-B0A53E9ECD4B}" destId="{BEAB8B71-B655-4A11-9225-E119F3757731}" srcOrd="0" destOrd="0" presId="urn:microsoft.com/office/officeart/2018/2/layout/IconLabelDescriptionList"/>
    <dgm:cxn modelId="{0CC78C92-2244-4308-A02E-7F66A11D4A60}" type="presParOf" srcId="{5F4DC3D1-F92C-4193-9AB9-B0A53E9ECD4B}" destId="{E806037C-9E00-4F2C-9D94-00A2A4668E24}" srcOrd="1" destOrd="0" presId="urn:microsoft.com/office/officeart/2018/2/layout/IconLabelDescriptionList"/>
    <dgm:cxn modelId="{EB9D8F30-6B08-456E-8466-8B523957A220}" type="presParOf" srcId="{5F4DC3D1-F92C-4193-9AB9-B0A53E9ECD4B}" destId="{20BF9313-A6D2-4F0C-9699-DE093CDDA6DD}" srcOrd="2" destOrd="0" presId="urn:microsoft.com/office/officeart/2018/2/layout/IconLabelDescriptionList"/>
    <dgm:cxn modelId="{1AE637BE-D7C2-45A4-952F-9646A963E378}" type="presParOf" srcId="{5F4DC3D1-F92C-4193-9AB9-B0A53E9ECD4B}" destId="{85F2928B-F2E0-4C68-BCC6-65F61B21B935}" srcOrd="3" destOrd="0" presId="urn:microsoft.com/office/officeart/2018/2/layout/IconLabelDescriptionList"/>
    <dgm:cxn modelId="{10311999-F259-470E-A9F0-D4D9C4335544}" type="presParOf" srcId="{5F4DC3D1-F92C-4193-9AB9-B0A53E9ECD4B}" destId="{BD305B80-D6C0-4FEC-A464-D85094FE8959}" srcOrd="4" destOrd="0" presId="urn:microsoft.com/office/officeart/2018/2/layout/IconLabelDescriptionList"/>
    <dgm:cxn modelId="{5A7C18FB-425D-4A57-B738-AAF086A2DD01}" type="presParOf" srcId="{FF47971E-FFF6-4D32-954A-C05D02B23B49}" destId="{6567C587-A5A4-4D43-AB4C-A265E9229CA6}" srcOrd="7" destOrd="0" presId="urn:microsoft.com/office/officeart/2018/2/layout/IconLabelDescriptionList"/>
    <dgm:cxn modelId="{3BD03447-62EC-4941-A5AE-1B07BF218B56}" type="presParOf" srcId="{FF47971E-FFF6-4D32-954A-C05D02B23B49}" destId="{993B09BC-9475-43F7-BFD9-5585ECBEBE8F}" srcOrd="8" destOrd="0" presId="urn:microsoft.com/office/officeart/2018/2/layout/IconLabelDescriptionList"/>
    <dgm:cxn modelId="{7BFEF09B-499B-49CA-AE3A-02EB6BD9DED7}" type="presParOf" srcId="{993B09BC-9475-43F7-BFD9-5585ECBEBE8F}" destId="{C1B88C30-0261-4F95-8FBD-99D0EAA38BE1}" srcOrd="0" destOrd="0" presId="urn:microsoft.com/office/officeart/2018/2/layout/IconLabelDescriptionList"/>
    <dgm:cxn modelId="{E50E9A09-204D-4C0A-A734-2F2AF65F8209}" type="presParOf" srcId="{993B09BC-9475-43F7-BFD9-5585ECBEBE8F}" destId="{1F8F849B-8CD8-4773-91EE-43567B0F799A}" srcOrd="1" destOrd="0" presId="urn:microsoft.com/office/officeart/2018/2/layout/IconLabelDescriptionList"/>
    <dgm:cxn modelId="{9437A665-1006-451E-B24D-19143571E9F2}" type="presParOf" srcId="{993B09BC-9475-43F7-BFD9-5585ECBEBE8F}" destId="{15E5D3C3-B283-48EC-8A1C-92FEA9CBB19D}" srcOrd="2" destOrd="0" presId="urn:microsoft.com/office/officeart/2018/2/layout/IconLabelDescriptionList"/>
    <dgm:cxn modelId="{7ECC45D7-DDA9-443E-A1A9-561F91D03850}" type="presParOf" srcId="{993B09BC-9475-43F7-BFD9-5585ECBEBE8F}" destId="{07752A28-A88E-41D9-ABC4-4EBB9AE821E1}" srcOrd="3" destOrd="0" presId="urn:microsoft.com/office/officeart/2018/2/layout/IconLabelDescriptionList"/>
    <dgm:cxn modelId="{4975069B-A6F5-450D-BFDE-E616ABD7B819}" type="presParOf" srcId="{993B09BC-9475-43F7-BFD9-5585ECBEBE8F}" destId="{6119E1D4-C301-45C4-9EB9-A0CD97A1D48A}" srcOrd="4" destOrd="0" presId="urn:microsoft.com/office/officeart/2018/2/layout/IconLabelDescriptionList"/>
    <dgm:cxn modelId="{F2B266C0-3B7B-4729-9379-19AC3D376A1D}" type="presParOf" srcId="{FF47971E-FFF6-4D32-954A-C05D02B23B49}" destId="{46033BDC-8977-4082-8B80-086D26CEF81B}" srcOrd="9" destOrd="0" presId="urn:microsoft.com/office/officeart/2018/2/layout/IconLabelDescriptionList"/>
    <dgm:cxn modelId="{358299B7-883B-4C78-99E3-E13B882D27CB}" type="presParOf" srcId="{FF47971E-FFF6-4D32-954A-C05D02B23B49}" destId="{22E6352A-1281-41FD-A5EF-C02E7C3D3F59}" srcOrd="10" destOrd="0" presId="urn:microsoft.com/office/officeart/2018/2/layout/IconLabelDescriptionList"/>
    <dgm:cxn modelId="{6144B028-EB05-4FFA-987C-BA3B315B7ECC}" type="presParOf" srcId="{22E6352A-1281-41FD-A5EF-C02E7C3D3F59}" destId="{F5602ACD-9D1B-44D0-9F96-E312E073916D}" srcOrd="0" destOrd="0" presId="urn:microsoft.com/office/officeart/2018/2/layout/IconLabelDescriptionList"/>
    <dgm:cxn modelId="{7CF4016C-4228-404A-A0E1-E57E6C242A56}" type="presParOf" srcId="{22E6352A-1281-41FD-A5EF-C02E7C3D3F59}" destId="{CD2AF17E-7976-423B-8779-E575280288D3}" srcOrd="1" destOrd="0" presId="urn:microsoft.com/office/officeart/2018/2/layout/IconLabelDescriptionList"/>
    <dgm:cxn modelId="{636107C1-1EE2-4EB4-B144-0F2B069298A6}" type="presParOf" srcId="{22E6352A-1281-41FD-A5EF-C02E7C3D3F59}" destId="{94060D80-A737-482E-8767-553EE1B92DE1}" srcOrd="2" destOrd="0" presId="urn:microsoft.com/office/officeart/2018/2/layout/IconLabelDescriptionList"/>
    <dgm:cxn modelId="{78325D81-2701-4DA7-BD75-37C7EA9DB4F2}" type="presParOf" srcId="{22E6352A-1281-41FD-A5EF-C02E7C3D3F59}" destId="{C11E11F2-3302-42E8-AF42-7915F5142FD2}" srcOrd="3" destOrd="0" presId="urn:microsoft.com/office/officeart/2018/2/layout/IconLabelDescriptionList"/>
    <dgm:cxn modelId="{EEE680A1-1B93-400A-85AB-6317B6ECAB71}" type="presParOf" srcId="{22E6352A-1281-41FD-A5EF-C02E7C3D3F59}" destId="{D5EB6C31-013B-4DE8-B22F-37BC43ECF20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9.xml><?xml version="1.0" encoding="utf-8"?>
<dgm:dataModel xmlns:dgm="http://schemas.openxmlformats.org/drawingml/2006/diagram" xmlns:a="http://schemas.openxmlformats.org/drawingml/2006/main">
  <dgm:ptLst>
    <dgm:pt modelId="{9FF36C86-B490-4E50-811D-E29D5F0D616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15645076-183D-4FA3-A5B9-F143DDAB55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the paper</a:t>
          </a:r>
        </a:p>
      </dgm:t>
    </dgm:pt>
    <dgm:pt modelId="{A5361464-7250-40AA-B96F-6482CFCB9563}" type="parTrans" cxnId="{D67BF2CF-22C8-43E3-A320-D6A707FD628A}">
      <dgm:prSet/>
      <dgm:spPr/>
      <dgm:t>
        <a:bodyPr/>
        <a:lstStyle/>
        <a:p>
          <a:endParaRPr lang="tr-TR"/>
        </a:p>
      </dgm:t>
    </dgm:pt>
    <dgm:pt modelId="{659E410D-AA0E-4561-8614-DC7F547A7566}" type="sibTrans" cxnId="{D67BF2CF-22C8-43E3-A320-D6A707FD628A}">
      <dgm:prSet/>
      <dgm:spPr/>
      <dgm:t>
        <a:bodyPr/>
        <a:lstStyle/>
        <a:p>
          <a:endParaRPr lang="tr-TR"/>
        </a:p>
      </dgm:t>
    </dgm:pt>
    <dgm:pt modelId="{C0CAB548-993D-477C-8F2C-3F7EC9A30B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thief</a:t>
          </a:r>
          <a:endParaRPr lang="tr-TR"/>
        </a:p>
      </dgm:t>
    </dgm:pt>
    <dgm:pt modelId="{E56EBAC6-F668-4B79-BFCE-9A8F4A0CE602}" type="parTrans" cxnId="{BF52D240-1627-4D0F-B5EB-6E79D222F724}">
      <dgm:prSet/>
      <dgm:spPr/>
      <dgm:t>
        <a:bodyPr/>
        <a:lstStyle/>
        <a:p>
          <a:endParaRPr lang="tr-TR"/>
        </a:p>
      </dgm:t>
    </dgm:pt>
    <dgm:pt modelId="{6F7759BD-B772-45B6-8B9C-92BFB89F9A6F}" type="sibTrans" cxnId="{BF52D240-1627-4D0F-B5EB-6E79D222F724}">
      <dgm:prSet/>
      <dgm:spPr/>
      <dgm:t>
        <a:bodyPr/>
        <a:lstStyle/>
        <a:p>
          <a:endParaRPr lang="tr-TR"/>
        </a:p>
      </dgm:t>
    </dgm:pt>
    <dgm:pt modelId="{A404209C-23AE-4FBB-917C-174808637F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take control of the bitcoin</a:t>
          </a:r>
          <a:endParaRPr lang="tr-TR" dirty="0"/>
        </a:p>
      </dgm:t>
    </dgm:pt>
    <dgm:pt modelId="{D6F39649-C4F3-4161-A3D9-B0646078A508}" type="parTrans" cxnId="{88729579-1BB2-4E9B-8867-89217DA9F8AB}">
      <dgm:prSet/>
      <dgm:spPr/>
      <dgm:t>
        <a:bodyPr/>
        <a:lstStyle/>
        <a:p>
          <a:endParaRPr lang="tr-TR"/>
        </a:p>
      </dgm:t>
    </dgm:pt>
    <dgm:pt modelId="{565E12D5-024D-4F92-BFD9-1D938EE239D1}" type="sibTrans" cxnId="{88729579-1BB2-4E9B-8867-89217DA9F8AB}">
      <dgm:prSet/>
      <dgm:spPr/>
      <dgm:t>
        <a:bodyPr/>
        <a:lstStyle/>
        <a:p>
          <a:endParaRPr lang="tr-TR"/>
        </a:p>
      </dgm:t>
    </dgm:pt>
    <dgm:pt modelId="{5F81C8F9-3099-498B-B95B-AF0FEEA025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who is able</a:t>
          </a:r>
          <a:endParaRPr lang="tr-TR"/>
        </a:p>
      </dgm:t>
    </dgm:pt>
    <dgm:pt modelId="{4EF9511F-E70A-45BA-B1D2-8A2342C77BFC}" type="parTrans" cxnId="{8EB83383-92AB-451F-BACE-7586D7FD1FEB}">
      <dgm:prSet/>
      <dgm:spPr/>
      <dgm:t>
        <a:bodyPr/>
        <a:lstStyle/>
        <a:p>
          <a:endParaRPr lang="tr-TR"/>
        </a:p>
      </dgm:t>
    </dgm:pt>
    <dgm:pt modelId="{4E3CAF27-63BF-467E-AE6E-F40D8BAD295F}" type="sibTrans" cxnId="{8EB83383-92AB-451F-BACE-7586D7FD1FEB}">
      <dgm:prSet/>
      <dgm:spPr/>
      <dgm:t>
        <a:bodyPr/>
        <a:lstStyle/>
        <a:p>
          <a:endParaRPr lang="en-US"/>
        </a:p>
      </dgm:t>
    </dgm:pt>
    <dgm:pt modelId="{826D44AA-5633-4F70-80BD-13BA73CF13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can either steal it</a:t>
          </a:r>
          <a:endParaRPr lang="tr-TR"/>
        </a:p>
      </dgm:t>
    </dgm:pt>
    <dgm:pt modelId="{CB0BE517-C8D5-4133-A7CC-856F694C4506}" type="parTrans" cxnId="{F575289F-BF48-4C93-911D-D297BA8D2589}">
      <dgm:prSet/>
      <dgm:spPr/>
      <dgm:t>
        <a:bodyPr/>
        <a:lstStyle/>
        <a:p>
          <a:endParaRPr lang="tr-TR"/>
        </a:p>
      </dgm:t>
    </dgm:pt>
    <dgm:pt modelId="{2B89D80E-3C57-4D5E-95A2-6FB4209C266C}" type="sibTrans" cxnId="{F575289F-BF48-4C93-911D-D297BA8D2589}">
      <dgm:prSet/>
      <dgm:spPr/>
      <dgm:t>
        <a:bodyPr/>
        <a:lstStyle/>
        <a:p>
          <a:endParaRPr lang="tr-TR"/>
        </a:p>
      </dgm:t>
    </dgm:pt>
    <dgm:pt modelId="{A78A33C3-8E0D-4564-BE51-FFA291FA22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or photograph</a:t>
          </a:r>
          <a:r>
            <a:rPr lang="tr-TR"/>
            <a:t> </a:t>
          </a:r>
          <a:r>
            <a:rPr lang="en-US"/>
            <a:t>the keys </a:t>
          </a:r>
          <a:endParaRPr lang="tr-TR"/>
        </a:p>
      </dgm:t>
    </dgm:pt>
    <dgm:pt modelId="{9AF1D2ED-0AC4-45E1-87CA-E7A441906D36}" type="parTrans" cxnId="{603172B5-A916-475C-AAD9-23C3758DB207}">
      <dgm:prSet/>
      <dgm:spPr/>
      <dgm:t>
        <a:bodyPr/>
        <a:lstStyle/>
        <a:p>
          <a:endParaRPr lang="tr-TR"/>
        </a:p>
      </dgm:t>
    </dgm:pt>
    <dgm:pt modelId="{540BA6EF-8385-4829-A66C-B88DA37ADFB9}" type="sibTrans" cxnId="{603172B5-A916-475C-AAD9-23C3758DB207}">
      <dgm:prSet/>
      <dgm:spPr/>
      <dgm:t>
        <a:bodyPr/>
        <a:lstStyle/>
        <a:p>
          <a:endParaRPr lang="en-US"/>
        </a:p>
      </dgm:t>
    </dgm:pt>
    <dgm:pt modelId="{52F95F76-9345-4F51-A3C5-FC044FFDF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gain access to the paper</a:t>
          </a:r>
          <a:endParaRPr lang="tr-TR"/>
        </a:p>
      </dgm:t>
    </dgm:pt>
    <dgm:pt modelId="{5799456E-5AB5-497C-9906-072136BF75E8}" type="parTrans" cxnId="{21D51DB4-B048-48E7-A452-BA4DF63A5063}">
      <dgm:prSet/>
      <dgm:spPr/>
      <dgm:t>
        <a:bodyPr/>
        <a:lstStyle/>
        <a:p>
          <a:endParaRPr lang="tr-TR"/>
        </a:p>
      </dgm:t>
    </dgm:pt>
    <dgm:pt modelId="{C8BFD750-5B48-4D03-8818-42394DB60E53}" type="sibTrans" cxnId="{21D51DB4-B048-48E7-A452-BA4DF63A5063}">
      <dgm:prSet/>
      <dgm:spPr/>
      <dgm:t>
        <a:bodyPr/>
        <a:lstStyle/>
        <a:p>
          <a:endParaRPr lang="en-US"/>
        </a:p>
      </dgm:t>
    </dgm:pt>
    <dgm:pt modelId="{DBEC930F-7576-4190-A491-46A422C653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locked with those keys</a:t>
          </a:r>
          <a:endParaRPr lang="tr-TR"/>
        </a:p>
      </dgm:t>
    </dgm:pt>
    <dgm:pt modelId="{A7BD984C-9B74-4FF2-97EB-553E0F239451}" type="parTrans" cxnId="{2E7AFEA6-2930-41C1-9E99-7A06EBC65614}">
      <dgm:prSet/>
      <dgm:spPr/>
      <dgm:t>
        <a:bodyPr/>
        <a:lstStyle/>
        <a:p>
          <a:endParaRPr lang="tr-TR"/>
        </a:p>
      </dgm:t>
    </dgm:pt>
    <dgm:pt modelId="{C523DB2D-4D54-4C23-833C-6AAA5C67FDFD}" type="sibTrans" cxnId="{2E7AFEA6-2930-41C1-9E99-7A06EBC65614}">
      <dgm:prSet/>
      <dgm:spPr/>
      <dgm:t>
        <a:bodyPr/>
        <a:lstStyle/>
        <a:p>
          <a:endParaRPr lang="en-US"/>
        </a:p>
      </dgm:t>
    </dgm:pt>
    <dgm:pt modelId="{BAA5CCD6-027E-40DA-A88D-A64D06D02101}" type="pres">
      <dgm:prSet presAssocID="{9FF36C86-B490-4E50-811D-E29D5F0D6162}" presName="root" presStyleCnt="0">
        <dgm:presLayoutVars>
          <dgm:dir/>
          <dgm:resizeHandles val="exact"/>
        </dgm:presLayoutVars>
      </dgm:prSet>
      <dgm:spPr/>
    </dgm:pt>
    <dgm:pt modelId="{D1277F39-96F3-4394-ACA5-FB2469D0FF08}" type="pres">
      <dgm:prSet presAssocID="{15645076-183D-4FA3-A5B9-F143DDAB55AE}" presName="compNode" presStyleCnt="0"/>
      <dgm:spPr/>
    </dgm:pt>
    <dgm:pt modelId="{53D5FD9B-30CB-4FD8-ABE9-5CA53C645658}" type="pres">
      <dgm:prSet presAssocID="{15645076-183D-4FA3-A5B9-F143DDAB55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E397DBBD-7808-4722-B1CC-22BF63B9C27F}" type="pres">
      <dgm:prSet presAssocID="{15645076-183D-4FA3-A5B9-F143DDAB55AE}" presName="iconSpace" presStyleCnt="0"/>
      <dgm:spPr/>
    </dgm:pt>
    <dgm:pt modelId="{6C75290A-2A86-49B4-AB4F-5CE64D03F02C}" type="pres">
      <dgm:prSet presAssocID="{15645076-183D-4FA3-A5B9-F143DDAB55AE}" presName="parTx" presStyleLbl="revTx" presStyleIdx="0" presStyleCnt="8">
        <dgm:presLayoutVars>
          <dgm:chMax val="0"/>
          <dgm:chPref val="0"/>
        </dgm:presLayoutVars>
      </dgm:prSet>
      <dgm:spPr/>
    </dgm:pt>
    <dgm:pt modelId="{ED5061FF-D8A4-4FB4-955F-215325807F4B}" type="pres">
      <dgm:prSet presAssocID="{15645076-183D-4FA3-A5B9-F143DDAB55AE}" presName="txSpace" presStyleCnt="0"/>
      <dgm:spPr/>
    </dgm:pt>
    <dgm:pt modelId="{6D574858-4DC3-401F-86BC-06DEEEDF7D4C}" type="pres">
      <dgm:prSet presAssocID="{15645076-183D-4FA3-A5B9-F143DDAB55AE}" presName="desTx" presStyleLbl="revTx" presStyleIdx="1" presStyleCnt="8">
        <dgm:presLayoutVars/>
      </dgm:prSet>
      <dgm:spPr/>
    </dgm:pt>
    <dgm:pt modelId="{D0778D3B-D93E-4510-8B60-304CA465B5EE}" type="pres">
      <dgm:prSet presAssocID="{659E410D-AA0E-4561-8614-DC7F547A7566}" presName="sibTrans" presStyleCnt="0"/>
      <dgm:spPr/>
    </dgm:pt>
    <dgm:pt modelId="{4CF54BD0-269E-4C88-9518-6996C5631051}" type="pres">
      <dgm:prSet presAssocID="{C0CAB548-993D-477C-8F2C-3F7EC9A30BB7}" presName="compNode" presStyleCnt="0"/>
      <dgm:spPr/>
    </dgm:pt>
    <dgm:pt modelId="{D1417D99-3ADD-4256-BDD0-96D41CE1CB53}" type="pres">
      <dgm:prSet presAssocID="{C0CAB548-993D-477C-8F2C-3F7EC9A30BB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DE66594-B4C7-4106-BFEA-AC0B044D3603}" type="pres">
      <dgm:prSet presAssocID="{C0CAB548-993D-477C-8F2C-3F7EC9A30BB7}" presName="iconSpace" presStyleCnt="0"/>
      <dgm:spPr/>
    </dgm:pt>
    <dgm:pt modelId="{3A227A8B-F434-46FD-8DE0-F471E4290895}" type="pres">
      <dgm:prSet presAssocID="{C0CAB548-993D-477C-8F2C-3F7EC9A30BB7}" presName="parTx" presStyleLbl="revTx" presStyleIdx="2" presStyleCnt="8">
        <dgm:presLayoutVars>
          <dgm:chMax val="0"/>
          <dgm:chPref val="0"/>
        </dgm:presLayoutVars>
      </dgm:prSet>
      <dgm:spPr/>
    </dgm:pt>
    <dgm:pt modelId="{56F4C43B-8CB7-4B3D-82FA-F8B2D09AE9A3}" type="pres">
      <dgm:prSet presAssocID="{C0CAB548-993D-477C-8F2C-3F7EC9A30BB7}" presName="txSpace" presStyleCnt="0"/>
      <dgm:spPr/>
    </dgm:pt>
    <dgm:pt modelId="{DE7D9810-3B2B-4792-9D57-778DEA4A9427}" type="pres">
      <dgm:prSet presAssocID="{C0CAB548-993D-477C-8F2C-3F7EC9A30BB7}" presName="desTx" presStyleLbl="revTx" presStyleIdx="3" presStyleCnt="8">
        <dgm:presLayoutVars/>
      </dgm:prSet>
      <dgm:spPr/>
    </dgm:pt>
    <dgm:pt modelId="{4CCD4239-4A57-49B3-8D71-FBD79248C257}" type="pres">
      <dgm:prSet presAssocID="{6F7759BD-B772-45B6-8B9C-92BFB89F9A6F}" presName="sibTrans" presStyleCnt="0"/>
      <dgm:spPr/>
    </dgm:pt>
    <dgm:pt modelId="{CD311102-10C8-48D1-BC12-A85C4DC3D29D}" type="pres">
      <dgm:prSet presAssocID="{826D44AA-5633-4F70-80BD-13BA73CF13EA}" presName="compNode" presStyleCnt="0"/>
      <dgm:spPr/>
    </dgm:pt>
    <dgm:pt modelId="{D5EBD8B1-6504-404E-B009-0188E82F248C}" type="pres">
      <dgm:prSet presAssocID="{826D44AA-5633-4F70-80BD-13BA73CF13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C7E23AA-FD6F-4CE7-A4A3-AFD9D65209FB}" type="pres">
      <dgm:prSet presAssocID="{826D44AA-5633-4F70-80BD-13BA73CF13EA}" presName="iconSpace" presStyleCnt="0"/>
      <dgm:spPr/>
    </dgm:pt>
    <dgm:pt modelId="{1CE9599C-B27C-4665-91B7-30F3ED167340}" type="pres">
      <dgm:prSet presAssocID="{826D44AA-5633-4F70-80BD-13BA73CF13EA}" presName="parTx" presStyleLbl="revTx" presStyleIdx="4" presStyleCnt="8">
        <dgm:presLayoutVars>
          <dgm:chMax val="0"/>
          <dgm:chPref val="0"/>
        </dgm:presLayoutVars>
      </dgm:prSet>
      <dgm:spPr/>
    </dgm:pt>
    <dgm:pt modelId="{8E5719D8-D118-43B0-8B2B-52226AB58DD8}" type="pres">
      <dgm:prSet presAssocID="{826D44AA-5633-4F70-80BD-13BA73CF13EA}" presName="txSpace" presStyleCnt="0"/>
      <dgm:spPr/>
    </dgm:pt>
    <dgm:pt modelId="{2DF8618B-F6E5-4BBA-9BDC-E968016652E3}" type="pres">
      <dgm:prSet presAssocID="{826D44AA-5633-4F70-80BD-13BA73CF13EA}" presName="desTx" presStyleLbl="revTx" presStyleIdx="5" presStyleCnt="8">
        <dgm:presLayoutVars/>
      </dgm:prSet>
      <dgm:spPr/>
    </dgm:pt>
    <dgm:pt modelId="{90BAE7F4-2822-4BF9-B0D7-BFEF41D5911E}" type="pres">
      <dgm:prSet presAssocID="{2B89D80E-3C57-4D5E-95A2-6FB4209C266C}" presName="sibTrans" presStyleCnt="0"/>
      <dgm:spPr/>
    </dgm:pt>
    <dgm:pt modelId="{DFB0DEDA-8106-4E03-86A4-0B2F391DCE05}" type="pres">
      <dgm:prSet presAssocID="{A404209C-23AE-4FBB-917C-174808637FC0}" presName="compNode" presStyleCnt="0"/>
      <dgm:spPr/>
    </dgm:pt>
    <dgm:pt modelId="{FD9C1B5F-D158-4D08-919B-5F386D424570}" type="pres">
      <dgm:prSet presAssocID="{A404209C-23AE-4FBB-917C-174808637FC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EEB3A12-D76B-49DA-91E3-469999089DDD}" type="pres">
      <dgm:prSet presAssocID="{A404209C-23AE-4FBB-917C-174808637FC0}" presName="iconSpace" presStyleCnt="0"/>
      <dgm:spPr/>
    </dgm:pt>
    <dgm:pt modelId="{DDD04F4A-5AE1-4ED2-81EF-F3C8519F2C27}" type="pres">
      <dgm:prSet presAssocID="{A404209C-23AE-4FBB-917C-174808637FC0}" presName="parTx" presStyleLbl="revTx" presStyleIdx="6" presStyleCnt="8">
        <dgm:presLayoutVars>
          <dgm:chMax val="0"/>
          <dgm:chPref val="0"/>
        </dgm:presLayoutVars>
      </dgm:prSet>
      <dgm:spPr/>
    </dgm:pt>
    <dgm:pt modelId="{732D75A3-28BC-4F94-AA6B-12DEC1B28122}" type="pres">
      <dgm:prSet presAssocID="{A404209C-23AE-4FBB-917C-174808637FC0}" presName="txSpace" presStyleCnt="0"/>
      <dgm:spPr/>
    </dgm:pt>
    <dgm:pt modelId="{9832D76B-16C3-4992-A055-226A5D34D05B}" type="pres">
      <dgm:prSet presAssocID="{A404209C-23AE-4FBB-917C-174808637FC0}" presName="desTx" presStyleLbl="revTx" presStyleIdx="7" presStyleCnt="8">
        <dgm:presLayoutVars/>
      </dgm:prSet>
      <dgm:spPr/>
    </dgm:pt>
  </dgm:ptLst>
  <dgm:cxnLst>
    <dgm:cxn modelId="{E9417D00-D33C-472E-9317-16DA1C0E9850}" type="presOf" srcId="{826D44AA-5633-4F70-80BD-13BA73CF13EA}" destId="{1CE9599C-B27C-4665-91B7-30F3ED167340}" srcOrd="0" destOrd="0" presId="urn:microsoft.com/office/officeart/2018/2/layout/IconLabelDescriptionList"/>
    <dgm:cxn modelId="{C59F6313-2567-44BE-8A00-CBC989790CB3}" type="presOf" srcId="{A404209C-23AE-4FBB-917C-174808637FC0}" destId="{DDD04F4A-5AE1-4ED2-81EF-F3C8519F2C27}" srcOrd="0" destOrd="0" presId="urn:microsoft.com/office/officeart/2018/2/layout/IconLabelDescriptionList"/>
    <dgm:cxn modelId="{E92DEB1B-DC61-4BA5-9746-5472D9A9BC4E}" type="presOf" srcId="{15645076-183D-4FA3-A5B9-F143DDAB55AE}" destId="{6C75290A-2A86-49B4-AB4F-5CE64D03F02C}" srcOrd="0" destOrd="0" presId="urn:microsoft.com/office/officeart/2018/2/layout/IconLabelDescriptionList"/>
    <dgm:cxn modelId="{BF52D240-1627-4D0F-B5EB-6E79D222F724}" srcId="{9FF36C86-B490-4E50-811D-E29D5F0D6162}" destId="{C0CAB548-993D-477C-8F2C-3F7EC9A30BB7}" srcOrd="1" destOrd="0" parTransId="{E56EBAC6-F668-4B79-BFCE-9A8F4A0CE602}" sibTransId="{6F7759BD-B772-45B6-8B9C-92BFB89F9A6F}"/>
    <dgm:cxn modelId="{94624E67-8110-49C3-B05D-80C739F60A74}" type="presOf" srcId="{C0CAB548-993D-477C-8F2C-3F7EC9A30BB7}" destId="{3A227A8B-F434-46FD-8DE0-F471E4290895}" srcOrd="0" destOrd="0" presId="urn:microsoft.com/office/officeart/2018/2/layout/IconLabelDescriptionList"/>
    <dgm:cxn modelId="{CE1E8449-7A72-45DD-B75A-19AA5B2B2EBA}" type="presOf" srcId="{DBEC930F-7576-4190-A491-46A422C653EF}" destId="{9832D76B-16C3-4992-A055-226A5D34D05B}" srcOrd="0" destOrd="0" presId="urn:microsoft.com/office/officeart/2018/2/layout/IconLabelDescriptionList"/>
    <dgm:cxn modelId="{7DBB9D50-1A07-4758-8FF2-4458DAB22218}" type="presOf" srcId="{A78A33C3-8E0D-4564-BE51-FFA291FA2286}" destId="{2DF8618B-F6E5-4BBA-9BDC-E968016652E3}" srcOrd="0" destOrd="0" presId="urn:microsoft.com/office/officeart/2018/2/layout/IconLabelDescriptionList"/>
    <dgm:cxn modelId="{88729579-1BB2-4E9B-8867-89217DA9F8AB}" srcId="{9FF36C86-B490-4E50-811D-E29D5F0D6162}" destId="{A404209C-23AE-4FBB-917C-174808637FC0}" srcOrd="3" destOrd="0" parTransId="{D6F39649-C4F3-4161-A3D9-B0646078A508}" sibTransId="{565E12D5-024D-4F92-BFD9-1D938EE239D1}"/>
    <dgm:cxn modelId="{B8D1E97E-2043-4EF0-B0BF-C1BC57FEE94C}" type="presOf" srcId="{52F95F76-9345-4F51-A3C5-FC044FFDF23F}" destId="{DE7D9810-3B2B-4792-9D57-778DEA4A9427}" srcOrd="0" destOrd="1" presId="urn:microsoft.com/office/officeart/2018/2/layout/IconLabelDescriptionList"/>
    <dgm:cxn modelId="{8EB83383-92AB-451F-BACE-7586D7FD1FEB}" srcId="{C0CAB548-993D-477C-8F2C-3F7EC9A30BB7}" destId="{5F81C8F9-3099-498B-B95B-AF0FEEA02501}" srcOrd="0" destOrd="0" parTransId="{4EF9511F-E70A-45BA-B1D2-8A2342C77BFC}" sibTransId="{4E3CAF27-63BF-467E-AE6E-F40D8BAD295F}"/>
    <dgm:cxn modelId="{F575289F-BF48-4C93-911D-D297BA8D2589}" srcId="{9FF36C86-B490-4E50-811D-E29D5F0D6162}" destId="{826D44AA-5633-4F70-80BD-13BA73CF13EA}" srcOrd="2" destOrd="0" parTransId="{CB0BE517-C8D5-4133-A7CC-856F694C4506}" sibTransId="{2B89D80E-3C57-4D5E-95A2-6FB4209C266C}"/>
    <dgm:cxn modelId="{2E7AFEA6-2930-41C1-9E99-7A06EBC65614}" srcId="{A404209C-23AE-4FBB-917C-174808637FC0}" destId="{DBEC930F-7576-4190-A491-46A422C653EF}" srcOrd="0" destOrd="0" parTransId="{A7BD984C-9B74-4FF2-97EB-553E0F239451}" sibTransId="{C523DB2D-4D54-4C23-833C-6AAA5C67FDFD}"/>
    <dgm:cxn modelId="{21D51DB4-B048-48E7-A452-BA4DF63A5063}" srcId="{C0CAB548-993D-477C-8F2C-3F7EC9A30BB7}" destId="{52F95F76-9345-4F51-A3C5-FC044FFDF23F}" srcOrd="1" destOrd="0" parTransId="{5799456E-5AB5-497C-9906-072136BF75E8}" sibTransId="{C8BFD750-5B48-4D03-8818-42394DB60E53}"/>
    <dgm:cxn modelId="{603172B5-A916-475C-AAD9-23C3758DB207}" srcId="{826D44AA-5633-4F70-80BD-13BA73CF13EA}" destId="{A78A33C3-8E0D-4564-BE51-FFA291FA2286}" srcOrd="0" destOrd="0" parTransId="{9AF1D2ED-0AC4-45E1-87CA-E7A441906D36}" sibTransId="{540BA6EF-8385-4829-A66C-B88DA37ADFB9}"/>
    <dgm:cxn modelId="{1C01EBB8-BCB1-4669-9626-563777AE70DF}" type="presOf" srcId="{9FF36C86-B490-4E50-811D-E29D5F0D6162}" destId="{BAA5CCD6-027E-40DA-A88D-A64D06D02101}" srcOrd="0" destOrd="0" presId="urn:microsoft.com/office/officeart/2018/2/layout/IconLabelDescriptionList"/>
    <dgm:cxn modelId="{D67BF2CF-22C8-43E3-A320-D6A707FD628A}" srcId="{9FF36C86-B490-4E50-811D-E29D5F0D6162}" destId="{15645076-183D-4FA3-A5B9-F143DDAB55AE}" srcOrd="0" destOrd="0" parTransId="{A5361464-7250-40AA-B96F-6482CFCB9563}" sibTransId="{659E410D-AA0E-4561-8614-DC7F547A7566}"/>
    <dgm:cxn modelId="{DADA75D4-B629-43D6-9F15-4BA122F8BE89}" type="presOf" srcId="{5F81C8F9-3099-498B-B95B-AF0FEEA02501}" destId="{DE7D9810-3B2B-4792-9D57-778DEA4A9427}" srcOrd="0" destOrd="0" presId="urn:microsoft.com/office/officeart/2018/2/layout/IconLabelDescriptionList"/>
    <dgm:cxn modelId="{9EDBB2A2-EFE3-4A1F-82B7-AFD6A5495360}" type="presParOf" srcId="{BAA5CCD6-027E-40DA-A88D-A64D06D02101}" destId="{D1277F39-96F3-4394-ACA5-FB2469D0FF08}" srcOrd="0" destOrd="0" presId="urn:microsoft.com/office/officeart/2018/2/layout/IconLabelDescriptionList"/>
    <dgm:cxn modelId="{814737E3-5732-45AB-B21E-D1D324A3DFE8}" type="presParOf" srcId="{D1277F39-96F3-4394-ACA5-FB2469D0FF08}" destId="{53D5FD9B-30CB-4FD8-ABE9-5CA53C645658}" srcOrd="0" destOrd="0" presId="urn:microsoft.com/office/officeart/2018/2/layout/IconLabelDescriptionList"/>
    <dgm:cxn modelId="{0D622770-C5C1-4AED-A237-F48F85B7BE22}" type="presParOf" srcId="{D1277F39-96F3-4394-ACA5-FB2469D0FF08}" destId="{E397DBBD-7808-4722-B1CC-22BF63B9C27F}" srcOrd="1" destOrd="0" presId="urn:microsoft.com/office/officeart/2018/2/layout/IconLabelDescriptionList"/>
    <dgm:cxn modelId="{9D2BE072-A295-48B6-973C-746DB97C409D}" type="presParOf" srcId="{D1277F39-96F3-4394-ACA5-FB2469D0FF08}" destId="{6C75290A-2A86-49B4-AB4F-5CE64D03F02C}" srcOrd="2" destOrd="0" presId="urn:microsoft.com/office/officeart/2018/2/layout/IconLabelDescriptionList"/>
    <dgm:cxn modelId="{0AA3230A-1715-4EA9-9DD7-9B4F05DDB5BF}" type="presParOf" srcId="{D1277F39-96F3-4394-ACA5-FB2469D0FF08}" destId="{ED5061FF-D8A4-4FB4-955F-215325807F4B}" srcOrd="3" destOrd="0" presId="urn:microsoft.com/office/officeart/2018/2/layout/IconLabelDescriptionList"/>
    <dgm:cxn modelId="{8B4AB53E-6E89-4B94-A071-7E8E5999802E}" type="presParOf" srcId="{D1277F39-96F3-4394-ACA5-FB2469D0FF08}" destId="{6D574858-4DC3-401F-86BC-06DEEEDF7D4C}" srcOrd="4" destOrd="0" presId="urn:microsoft.com/office/officeart/2018/2/layout/IconLabelDescriptionList"/>
    <dgm:cxn modelId="{07E8A9C6-A75A-4469-A7A7-FD9E94BB4FE7}" type="presParOf" srcId="{BAA5CCD6-027E-40DA-A88D-A64D06D02101}" destId="{D0778D3B-D93E-4510-8B60-304CA465B5EE}" srcOrd="1" destOrd="0" presId="urn:microsoft.com/office/officeart/2018/2/layout/IconLabelDescriptionList"/>
    <dgm:cxn modelId="{B92DE9D8-86C8-44C1-9127-FE54E39EA01E}" type="presParOf" srcId="{BAA5CCD6-027E-40DA-A88D-A64D06D02101}" destId="{4CF54BD0-269E-4C88-9518-6996C5631051}" srcOrd="2" destOrd="0" presId="urn:microsoft.com/office/officeart/2018/2/layout/IconLabelDescriptionList"/>
    <dgm:cxn modelId="{F6943B42-055E-44FF-BC2B-BBEF54AAB81B}" type="presParOf" srcId="{4CF54BD0-269E-4C88-9518-6996C5631051}" destId="{D1417D99-3ADD-4256-BDD0-96D41CE1CB53}" srcOrd="0" destOrd="0" presId="urn:microsoft.com/office/officeart/2018/2/layout/IconLabelDescriptionList"/>
    <dgm:cxn modelId="{14082746-AAFD-41CF-A0CC-70DED58468B4}" type="presParOf" srcId="{4CF54BD0-269E-4C88-9518-6996C5631051}" destId="{2DE66594-B4C7-4106-BFEA-AC0B044D3603}" srcOrd="1" destOrd="0" presId="urn:microsoft.com/office/officeart/2018/2/layout/IconLabelDescriptionList"/>
    <dgm:cxn modelId="{9318B2C6-BEC8-44FB-A390-409A75804BBD}" type="presParOf" srcId="{4CF54BD0-269E-4C88-9518-6996C5631051}" destId="{3A227A8B-F434-46FD-8DE0-F471E4290895}" srcOrd="2" destOrd="0" presId="urn:microsoft.com/office/officeart/2018/2/layout/IconLabelDescriptionList"/>
    <dgm:cxn modelId="{6FCC9972-CAE8-48DE-B511-EF6559F1D8AB}" type="presParOf" srcId="{4CF54BD0-269E-4C88-9518-6996C5631051}" destId="{56F4C43B-8CB7-4B3D-82FA-F8B2D09AE9A3}" srcOrd="3" destOrd="0" presId="urn:microsoft.com/office/officeart/2018/2/layout/IconLabelDescriptionList"/>
    <dgm:cxn modelId="{A550B93F-8767-46D1-AECE-172B0A0D6EEC}" type="presParOf" srcId="{4CF54BD0-269E-4C88-9518-6996C5631051}" destId="{DE7D9810-3B2B-4792-9D57-778DEA4A9427}" srcOrd="4" destOrd="0" presId="urn:microsoft.com/office/officeart/2018/2/layout/IconLabelDescriptionList"/>
    <dgm:cxn modelId="{F04FA0D4-0C14-497D-971A-546F367C6265}" type="presParOf" srcId="{BAA5CCD6-027E-40DA-A88D-A64D06D02101}" destId="{4CCD4239-4A57-49B3-8D71-FBD79248C257}" srcOrd="3" destOrd="0" presId="urn:microsoft.com/office/officeart/2018/2/layout/IconLabelDescriptionList"/>
    <dgm:cxn modelId="{C2995D22-F703-4F16-B964-AE5B397E7935}" type="presParOf" srcId="{BAA5CCD6-027E-40DA-A88D-A64D06D02101}" destId="{CD311102-10C8-48D1-BC12-A85C4DC3D29D}" srcOrd="4" destOrd="0" presId="urn:microsoft.com/office/officeart/2018/2/layout/IconLabelDescriptionList"/>
    <dgm:cxn modelId="{0E25AC97-D23D-4BC4-8359-1237956705A4}" type="presParOf" srcId="{CD311102-10C8-48D1-BC12-A85C4DC3D29D}" destId="{D5EBD8B1-6504-404E-B009-0188E82F248C}" srcOrd="0" destOrd="0" presId="urn:microsoft.com/office/officeart/2018/2/layout/IconLabelDescriptionList"/>
    <dgm:cxn modelId="{D7E0644A-463D-47CA-9BAE-9BD71C3E496A}" type="presParOf" srcId="{CD311102-10C8-48D1-BC12-A85C4DC3D29D}" destId="{4C7E23AA-FD6F-4CE7-A4A3-AFD9D65209FB}" srcOrd="1" destOrd="0" presId="urn:microsoft.com/office/officeart/2018/2/layout/IconLabelDescriptionList"/>
    <dgm:cxn modelId="{A962899A-4EB4-4ED6-8906-17E606C2A4FA}" type="presParOf" srcId="{CD311102-10C8-48D1-BC12-A85C4DC3D29D}" destId="{1CE9599C-B27C-4665-91B7-30F3ED167340}" srcOrd="2" destOrd="0" presId="urn:microsoft.com/office/officeart/2018/2/layout/IconLabelDescriptionList"/>
    <dgm:cxn modelId="{24F52133-34C6-408C-AB2A-A525B679D947}" type="presParOf" srcId="{CD311102-10C8-48D1-BC12-A85C4DC3D29D}" destId="{8E5719D8-D118-43B0-8B2B-52226AB58DD8}" srcOrd="3" destOrd="0" presId="urn:microsoft.com/office/officeart/2018/2/layout/IconLabelDescriptionList"/>
    <dgm:cxn modelId="{4D2D6E4A-491A-41F0-9023-BF3473F8FC7C}" type="presParOf" srcId="{CD311102-10C8-48D1-BC12-A85C4DC3D29D}" destId="{2DF8618B-F6E5-4BBA-9BDC-E968016652E3}" srcOrd="4" destOrd="0" presId="urn:microsoft.com/office/officeart/2018/2/layout/IconLabelDescriptionList"/>
    <dgm:cxn modelId="{A2355D0B-5CF4-4C1B-958B-71E94CA7F3F3}" type="presParOf" srcId="{BAA5CCD6-027E-40DA-A88D-A64D06D02101}" destId="{90BAE7F4-2822-4BF9-B0D7-BFEF41D5911E}" srcOrd="5" destOrd="0" presId="urn:microsoft.com/office/officeart/2018/2/layout/IconLabelDescriptionList"/>
    <dgm:cxn modelId="{8AAF274E-E916-4821-9096-DE2D48C390BE}" type="presParOf" srcId="{BAA5CCD6-027E-40DA-A88D-A64D06D02101}" destId="{DFB0DEDA-8106-4E03-86A4-0B2F391DCE05}" srcOrd="6" destOrd="0" presId="urn:microsoft.com/office/officeart/2018/2/layout/IconLabelDescriptionList"/>
    <dgm:cxn modelId="{540C35D1-A92D-4C55-9E70-C3AA30413E27}" type="presParOf" srcId="{DFB0DEDA-8106-4E03-86A4-0B2F391DCE05}" destId="{FD9C1B5F-D158-4D08-919B-5F386D424570}" srcOrd="0" destOrd="0" presId="urn:microsoft.com/office/officeart/2018/2/layout/IconLabelDescriptionList"/>
    <dgm:cxn modelId="{D234A074-829F-47A3-BA68-D4EBD38EFC6C}" type="presParOf" srcId="{DFB0DEDA-8106-4E03-86A4-0B2F391DCE05}" destId="{8EEB3A12-D76B-49DA-91E3-469999089DDD}" srcOrd="1" destOrd="0" presId="urn:microsoft.com/office/officeart/2018/2/layout/IconLabelDescriptionList"/>
    <dgm:cxn modelId="{7FD87F4F-282E-4CDD-A55D-B7B2241B4716}" type="presParOf" srcId="{DFB0DEDA-8106-4E03-86A4-0B2F391DCE05}" destId="{DDD04F4A-5AE1-4ED2-81EF-F3C8519F2C27}" srcOrd="2" destOrd="0" presId="urn:microsoft.com/office/officeart/2018/2/layout/IconLabelDescriptionList"/>
    <dgm:cxn modelId="{42CE514E-08C3-45A4-9ACC-F617C0C8507D}" type="presParOf" srcId="{DFB0DEDA-8106-4E03-86A4-0B2F391DCE05}" destId="{732D75A3-28BC-4F94-AA6B-12DEC1B28122}" srcOrd="3" destOrd="0" presId="urn:microsoft.com/office/officeart/2018/2/layout/IconLabelDescriptionList"/>
    <dgm:cxn modelId="{7F98A58E-6192-4F8B-B05E-097526D7C80E}" type="presParOf" srcId="{DFB0DEDA-8106-4E03-86A4-0B2F391DCE05}" destId="{9832D76B-16C3-4992-A055-226A5D34D0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0.xml><?xml version="1.0" encoding="utf-8"?>
<dgm:dataModel xmlns:dgm="http://schemas.openxmlformats.org/drawingml/2006/diagram" xmlns:a="http://schemas.openxmlformats.org/drawingml/2006/main">
  <dgm:ptLst>
    <dgm:pt modelId="{9FF36C86-B490-4E50-811D-E29D5F0D616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893EFCF2-0E56-46DA-A3B6-5292A8BE5B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BIP-38 encrypted private keys </a:t>
          </a:r>
          <a:endParaRPr lang="tr-TR"/>
        </a:p>
      </dgm:t>
    </dgm:pt>
    <dgm:pt modelId="{AAED0A2E-026B-414B-848A-55265EFC34E4}" type="parTrans" cxnId="{481A9C99-A0AC-4182-A754-16CEC19906F1}">
      <dgm:prSet/>
      <dgm:spPr/>
      <dgm:t>
        <a:bodyPr/>
        <a:lstStyle/>
        <a:p>
          <a:endParaRPr lang="tr-TR"/>
        </a:p>
      </dgm:t>
    </dgm:pt>
    <dgm:pt modelId="{6CE09520-9B9E-4C47-8DB4-2726ACB414CB}" type="sibTrans" cxnId="{481A9C99-A0AC-4182-A754-16CEC19906F1}">
      <dgm:prSet/>
      <dgm:spPr/>
      <dgm:t>
        <a:bodyPr/>
        <a:lstStyle/>
        <a:p>
          <a:endParaRPr lang="tr-TR"/>
        </a:p>
      </dgm:t>
    </dgm:pt>
    <dgm:pt modelId="{43B8F53A-2FEC-4F2A-A925-33A11B67BA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paper wallet</a:t>
          </a:r>
          <a:endParaRPr lang="tr-TR"/>
        </a:p>
      </dgm:t>
    </dgm:pt>
    <dgm:pt modelId="{9D29E0F2-6A93-4177-97FE-E2E6F52690EE}" type="parTrans" cxnId="{B45E07DD-4CF4-4BDF-9EAF-DF7F95F7E91C}">
      <dgm:prSet/>
      <dgm:spPr/>
      <dgm:t>
        <a:bodyPr/>
        <a:lstStyle/>
        <a:p>
          <a:endParaRPr lang="tr-TR"/>
        </a:p>
      </dgm:t>
    </dgm:pt>
    <dgm:pt modelId="{E66E7F1E-09E7-4946-BDA5-993BD5A56D88}" type="sibTrans" cxnId="{B45E07DD-4CF4-4BDF-9EAF-DF7F95F7E91C}">
      <dgm:prSet/>
      <dgm:spPr/>
      <dgm:t>
        <a:bodyPr/>
        <a:lstStyle/>
        <a:p>
          <a:endParaRPr lang="tr-TR"/>
        </a:p>
      </dgm:t>
    </dgm:pt>
    <dgm:pt modelId="{136B944B-BF6F-4C43-A650-D849163FC3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Without the passphrase</a:t>
          </a:r>
          <a:endParaRPr lang="tr-TR" dirty="0"/>
        </a:p>
      </dgm:t>
    </dgm:pt>
    <dgm:pt modelId="{24B1EFAE-5066-4799-8F68-569F541AC9CD}" type="parTrans" cxnId="{02796F6F-88BD-4CA2-B413-32A4EDD480C7}">
      <dgm:prSet/>
      <dgm:spPr/>
      <dgm:t>
        <a:bodyPr/>
        <a:lstStyle/>
        <a:p>
          <a:endParaRPr lang="tr-TR"/>
        </a:p>
      </dgm:t>
    </dgm:pt>
    <dgm:pt modelId="{1B8658F0-19AB-47DE-908E-99E45781C0F6}" type="sibTrans" cxnId="{02796F6F-88BD-4CA2-B413-32A4EDD480C7}">
      <dgm:prSet/>
      <dgm:spPr/>
      <dgm:t>
        <a:bodyPr/>
        <a:lstStyle/>
        <a:p>
          <a:endParaRPr lang="tr-TR"/>
        </a:p>
      </dgm:t>
    </dgm:pt>
    <dgm:pt modelId="{45F80B0E-207D-4D1D-BCE2-36834F5E57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</a:t>
          </a:r>
          <a:r>
            <a:rPr lang="en-US" dirty="0"/>
            <a:t>protected by a passphrase </a:t>
          </a:r>
          <a:endParaRPr lang="tr-TR" dirty="0"/>
        </a:p>
      </dgm:t>
    </dgm:pt>
    <dgm:pt modelId="{1D5D2BE8-F61E-490C-9B76-64E159EDE757}" type="parTrans" cxnId="{93DED065-878F-4D86-BE1E-C122CF4ADA2D}">
      <dgm:prSet/>
      <dgm:spPr/>
      <dgm:t>
        <a:bodyPr/>
        <a:lstStyle/>
        <a:p>
          <a:endParaRPr lang="tr-TR"/>
        </a:p>
      </dgm:t>
    </dgm:pt>
    <dgm:pt modelId="{E5F3F921-9EB0-47DD-89FB-FB3CD2524E23}" type="sibTrans" cxnId="{93DED065-878F-4D86-BE1E-C122CF4ADA2D}">
      <dgm:prSet/>
      <dgm:spPr/>
      <dgm:t>
        <a:bodyPr/>
        <a:lstStyle/>
        <a:p>
          <a:endParaRPr lang="tr-TR"/>
        </a:p>
      </dgm:t>
    </dgm:pt>
    <dgm:pt modelId="{C10ABA9D-1971-4C51-9F6E-3E4A79611D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encrypted keys</a:t>
          </a:r>
          <a:endParaRPr lang="tr-TR" dirty="0"/>
        </a:p>
      </dgm:t>
    </dgm:pt>
    <dgm:pt modelId="{0F79BC49-6EFF-465B-9EBC-ACAE23F9E0CF}" type="parTrans" cxnId="{E245C460-F33A-4EEE-A735-263E12F2053D}">
      <dgm:prSet/>
      <dgm:spPr/>
      <dgm:t>
        <a:bodyPr/>
        <a:lstStyle/>
        <a:p>
          <a:endParaRPr lang="tr-TR"/>
        </a:p>
      </dgm:t>
    </dgm:pt>
    <dgm:pt modelId="{92903CE4-91DE-4DF6-A6F0-7B7AB842ADAC}" type="sibTrans" cxnId="{E245C460-F33A-4EEE-A735-263E12F2053D}">
      <dgm:prSet/>
      <dgm:spPr/>
      <dgm:t>
        <a:bodyPr/>
        <a:lstStyle/>
        <a:p>
          <a:endParaRPr lang="tr-TR"/>
        </a:p>
      </dgm:t>
    </dgm:pt>
    <dgm:pt modelId="{FEFC74B9-26EF-4D8C-BB1C-25A96C71EE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</a:t>
          </a:r>
          <a:r>
            <a:rPr lang="en-US" dirty="0"/>
            <a:t>useless.</a:t>
          </a:r>
          <a:endParaRPr lang="tr-TR" dirty="0"/>
        </a:p>
      </dgm:t>
    </dgm:pt>
    <dgm:pt modelId="{BB963EA4-91A0-405B-BC10-B1119B717FEF}" type="parTrans" cxnId="{3A5917FE-6A47-445E-B088-64BB9906FD32}">
      <dgm:prSet/>
      <dgm:spPr/>
      <dgm:t>
        <a:bodyPr/>
        <a:lstStyle/>
        <a:p>
          <a:endParaRPr lang="tr-TR"/>
        </a:p>
      </dgm:t>
    </dgm:pt>
    <dgm:pt modelId="{732A18E2-817D-4810-8D9D-F08B0F7F8AB6}" type="sibTrans" cxnId="{3A5917FE-6A47-445E-B088-64BB9906FD32}">
      <dgm:prSet/>
      <dgm:spPr/>
      <dgm:t>
        <a:bodyPr/>
        <a:lstStyle/>
        <a:p>
          <a:endParaRPr lang="tr-TR"/>
        </a:p>
      </dgm:t>
    </dgm:pt>
    <dgm:pt modelId="{532867EC-7F1A-4312-8479-8CCD05699FB7}" type="pres">
      <dgm:prSet presAssocID="{9FF36C86-B490-4E50-811D-E29D5F0D6162}" presName="root" presStyleCnt="0">
        <dgm:presLayoutVars>
          <dgm:dir/>
          <dgm:resizeHandles val="exact"/>
        </dgm:presLayoutVars>
      </dgm:prSet>
      <dgm:spPr/>
    </dgm:pt>
    <dgm:pt modelId="{F55D30DA-44B9-4797-AA32-9247389D60AA}" type="pres">
      <dgm:prSet presAssocID="{893EFCF2-0E56-46DA-A3B6-5292A8BE5B85}" presName="compNode" presStyleCnt="0"/>
      <dgm:spPr/>
    </dgm:pt>
    <dgm:pt modelId="{17B49FB9-6C09-42B0-8277-DB8A13F1C296}" type="pres">
      <dgm:prSet presAssocID="{893EFCF2-0E56-46DA-A3B6-5292A8BE5B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A0C607E-538F-42D7-AF3F-4A9D8F1B6329}" type="pres">
      <dgm:prSet presAssocID="{893EFCF2-0E56-46DA-A3B6-5292A8BE5B85}" presName="iconSpace" presStyleCnt="0"/>
      <dgm:spPr/>
    </dgm:pt>
    <dgm:pt modelId="{ADA80D53-A7F7-490B-B6A2-9F0BAF91EB2A}" type="pres">
      <dgm:prSet presAssocID="{893EFCF2-0E56-46DA-A3B6-5292A8BE5B85}" presName="parTx" presStyleLbl="revTx" presStyleIdx="0" presStyleCnt="6">
        <dgm:presLayoutVars>
          <dgm:chMax val="0"/>
          <dgm:chPref val="0"/>
        </dgm:presLayoutVars>
      </dgm:prSet>
      <dgm:spPr/>
    </dgm:pt>
    <dgm:pt modelId="{079A9F0E-7E38-4DF0-AA74-24382CFB73BD}" type="pres">
      <dgm:prSet presAssocID="{893EFCF2-0E56-46DA-A3B6-5292A8BE5B85}" presName="txSpace" presStyleCnt="0"/>
      <dgm:spPr/>
    </dgm:pt>
    <dgm:pt modelId="{1052AB2F-B32E-402F-927B-5BB67F860314}" type="pres">
      <dgm:prSet presAssocID="{893EFCF2-0E56-46DA-A3B6-5292A8BE5B85}" presName="desTx" presStyleLbl="revTx" presStyleIdx="1" presStyleCnt="6">
        <dgm:presLayoutVars/>
      </dgm:prSet>
      <dgm:spPr/>
    </dgm:pt>
    <dgm:pt modelId="{88F74F48-B331-4901-8E6D-D99380EA4873}" type="pres">
      <dgm:prSet presAssocID="{6CE09520-9B9E-4C47-8DB4-2726ACB414CB}" presName="sibTrans" presStyleCnt="0"/>
      <dgm:spPr/>
    </dgm:pt>
    <dgm:pt modelId="{1AE737CF-4DB2-4D95-99B9-B68A7A675B09}" type="pres">
      <dgm:prSet presAssocID="{43B8F53A-2FEC-4F2A-A925-33A11B67BA71}" presName="compNode" presStyleCnt="0"/>
      <dgm:spPr/>
    </dgm:pt>
    <dgm:pt modelId="{582357C8-5915-4497-A384-17EA4B607B10}" type="pres">
      <dgm:prSet presAssocID="{43B8F53A-2FEC-4F2A-A925-33A11B67BA7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F97F99C-CD66-4B5F-A7F0-F58DA631ADF6}" type="pres">
      <dgm:prSet presAssocID="{43B8F53A-2FEC-4F2A-A925-33A11B67BA71}" presName="iconSpace" presStyleCnt="0"/>
      <dgm:spPr/>
    </dgm:pt>
    <dgm:pt modelId="{30E5A3D6-893E-4205-A9EF-CBAF77BC6912}" type="pres">
      <dgm:prSet presAssocID="{43B8F53A-2FEC-4F2A-A925-33A11B67BA71}" presName="parTx" presStyleLbl="revTx" presStyleIdx="2" presStyleCnt="6">
        <dgm:presLayoutVars>
          <dgm:chMax val="0"/>
          <dgm:chPref val="0"/>
        </dgm:presLayoutVars>
      </dgm:prSet>
      <dgm:spPr/>
    </dgm:pt>
    <dgm:pt modelId="{501611A0-BC57-4779-9DC6-E9A02BB5EFF9}" type="pres">
      <dgm:prSet presAssocID="{43B8F53A-2FEC-4F2A-A925-33A11B67BA71}" presName="txSpace" presStyleCnt="0"/>
      <dgm:spPr/>
    </dgm:pt>
    <dgm:pt modelId="{98716CA8-66A6-417B-942C-D4433A45E11B}" type="pres">
      <dgm:prSet presAssocID="{43B8F53A-2FEC-4F2A-A925-33A11B67BA71}" presName="desTx" presStyleLbl="revTx" presStyleIdx="3" presStyleCnt="6">
        <dgm:presLayoutVars/>
      </dgm:prSet>
      <dgm:spPr/>
    </dgm:pt>
    <dgm:pt modelId="{B12BD3A5-E911-42EE-9D5A-C78AD08F5223}" type="pres">
      <dgm:prSet presAssocID="{E66E7F1E-09E7-4946-BDA5-993BD5A56D88}" presName="sibTrans" presStyleCnt="0"/>
      <dgm:spPr/>
    </dgm:pt>
    <dgm:pt modelId="{A5C0F898-2F1B-4424-982B-361C728B8D84}" type="pres">
      <dgm:prSet presAssocID="{136B944B-BF6F-4C43-A650-D849163FC38B}" presName="compNode" presStyleCnt="0"/>
      <dgm:spPr/>
    </dgm:pt>
    <dgm:pt modelId="{131F19A0-2203-4CA9-BB7A-458A67047173}" type="pres">
      <dgm:prSet presAssocID="{136B944B-BF6F-4C43-A650-D849163FC3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CDDDF9A-E98E-4170-840D-4D01EED87036}" type="pres">
      <dgm:prSet presAssocID="{136B944B-BF6F-4C43-A650-D849163FC38B}" presName="iconSpace" presStyleCnt="0"/>
      <dgm:spPr/>
    </dgm:pt>
    <dgm:pt modelId="{F28749AF-0731-42B9-A591-D165E54EBC77}" type="pres">
      <dgm:prSet presAssocID="{136B944B-BF6F-4C43-A650-D849163FC38B}" presName="parTx" presStyleLbl="revTx" presStyleIdx="4" presStyleCnt="6">
        <dgm:presLayoutVars>
          <dgm:chMax val="0"/>
          <dgm:chPref val="0"/>
        </dgm:presLayoutVars>
      </dgm:prSet>
      <dgm:spPr/>
    </dgm:pt>
    <dgm:pt modelId="{5479F607-24DB-4516-B563-800E0F8268F4}" type="pres">
      <dgm:prSet presAssocID="{136B944B-BF6F-4C43-A650-D849163FC38B}" presName="txSpace" presStyleCnt="0"/>
      <dgm:spPr/>
    </dgm:pt>
    <dgm:pt modelId="{C85E5ACF-F345-4E7F-9E89-0A38DFE3A249}" type="pres">
      <dgm:prSet presAssocID="{136B944B-BF6F-4C43-A650-D849163FC38B}" presName="desTx" presStyleLbl="revTx" presStyleIdx="5" presStyleCnt="6">
        <dgm:presLayoutVars/>
      </dgm:prSet>
      <dgm:spPr/>
    </dgm:pt>
  </dgm:ptLst>
  <dgm:cxnLst>
    <dgm:cxn modelId="{99E2BF09-E639-4D95-8FB9-9B9320828B65}" type="presOf" srcId="{C10ABA9D-1971-4C51-9F6E-3E4A79611D34}" destId="{C85E5ACF-F345-4E7F-9E89-0A38DFE3A249}" srcOrd="0" destOrd="0" presId="urn:microsoft.com/office/officeart/2018/5/layout/CenteredIconLabelDescriptionList"/>
    <dgm:cxn modelId="{1C4DF22D-65A6-4663-AD40-38E7AF735B08}" type="presOf" srcId="{893EFCF2-0E56-46DA-A3B6-5292A8BE5B85}" destId="{ADA80D53-A7F7-490B-B6A2-9F0BAF91EB2A}" srcOrd="0" destOrd="0" presId="urn:microsoft.com/office/officeart/2018/5/layout/CenteredIconLabelDescriptionList"/>
    <dgm:cxn modelId="{53F83F37-C24B-4E34-953A-5D540659CF2A}" type="presOf" srcId="{136B944B-BF6F-4C43-A650-D849163FC38B}" destId="{F28749AF-0731-42B9-A591-D165E54EBC77}" srcOrd="0" destOrd="0" presId="urn:microsoft.com/office/officeart/2018/5/layout/CenteredIconLabelDescriptionList"/>
    <dgm:cxn modelId="{48178538-D098-4B78-A459-FC796F117D56}" type="presOf" srcId="{43B8F53A-2FEC-4F2A-A925-33A11B67BA71}" destId="{30E5A3D6-893E-4205-A9EF-CBAF77BC6912}" srcOrd="0" destOrd="0" presId="urn:microsoft.com/office/officeart/2018/5/layout/CenteredIconLabelDescriptionList"/>
    <dgm:cxn modelId="{19572C5B-76E1-4B35-9E96-E38200D1A3AE}" type="presOf" srcId="{45F80B0E-207D-4D1D-BCE2-36834F5E5799}" destId="{98716CA8-66A6-417B-942C-D4433A45E11B}" srcOrd="0" destOrd="0" presId="urn:microsoft.com/office/officeart/2018/5/layout/CenteredIconLabelDescriptionList"/>
    <dgm:cxn modelId="{E245C460-F33A-4EEE-A735-263E12F2053D}" srcId="{136B944B-BF6F-4C43-A650-D849163FC38B}" destId="{C10ABA9D-1971-4C51-9F6E-3E4A79611D34}" srcOrd="0" destOrd="0" parTransId="{0F79BC49-6EFF-465B-9EBC-ACAE23F9E0CF}" sibTransId="{92903CE4-91DE-4DF6-A6F0-7B7AB842ADAC}"/>
    <dgm:cxn modelId="{93DED065-878F-4D86-BE1E-C122CF4ADA2D}" srcId="{43B8F53A-2FEC-4F2A-A925-33A11B67BA71}" destId="{45F80B0E-207D-4D1D-BCE2-36834F5E5799}" srcOrd="0" destOrd="0" parTransId="{1D5D2BE8-F61E-490C-9B76-64E159EDE757}" sibTransId="{E5F3F921-9EB0-47DD-89FB-FB3CD2524E23}"/>
    <dgm:cxn modelId="{02796F6F-88BD-4CA2-B413-32A4EDD480C7}" srcId="{9FF36C86-B490-4E50-811D-E29D5F0D6162}" destId="{136B944B-BF6F-4C43-A650-D849163FC38B}" srcOrd="2" destOrd="0" parTransId="{24B1EFAE-5066-4799-8F68-569F541AC9CD}" sibTransId="{1B8658F0-19AB-47DE-908E-99E45781C0F6}"/>
    <dgm:cxn modelId="{481A9C99-A0AC-4182-A754-16CEC19906F1}" srcId="{9FF36C86-B490-4E50-811D-E29D5F0D6162}" destId="{893EFCF2-0E56-46DA-A3B6-5292A8BE5B85}" srcOrd="0" destOrd="0" parTransId="{AAED0A2E-026B-414B-848A-55265EFC34E4}" sibTransId="{6CE09520-9B9E-4C47-8DB4-2726ACB414CB}"/>
    <dgm:cxn modelId="{84C0F4C2-0478-4662-A59C-183941668E33}" type="presOf" srcId="{9FF36C86-B490-4E50-811D-E29D5F0D6162}" destId="{532867EC-7F1A-4312-8479-8CCD05699FB7}" srcOrd="0" destOrd="0" presId="urn:microsoft.com/office/officeart/2018/5/layout/CenteredIconLabelDescriptionList"/>
    <dgm:cxn modelId="{9B96B1CD-9453-4A37-A681-635DA3143E73}" type="presOf" srcId="{FEFC74B9-26EF-4D8C-BB1C-25A96C71EE4C}" destId="{C85E5ACF-F345-4E7F-9E89-0A38DFE3A249}" srcOrd="0" destOrd="1" presId="urn:microsoft.com/office/officeart/2018/5/layout/CenteredIconLabelDescriptionList"/>
    <dgm:cxn modelId="{B45E07DD-4CF4-4BDF-9EAF-DF7F95F7E91C}" srcId="{9FF36C86-B490-4E50-811D-E29D5F0D6162}" destId="{43B8F53A-2FEC-4F2A-A925-33A11B67BA71}" srcOrd="1" destOrd="0" parTransId="{9D29E0F2-6A93-4177-97FE-E2E6F52690EE}" sibTransId="{E66E7F1E-09E7-4946-BDA5-993BD5A56D88}"/>
    <dgm:cxn modelId="{3A5917FE-6A47-445E-B088-64BB9906FD32}" srcId="{136B944B-BF6F-4C43-A650-D849163FC38B}" destId="{FEFC74B9-26EF-4D8C-BB1C-25A96C71EE4C}" srcOrd="1" destOrd="0" parTransId="{BB963EA4-91A0-405B-BC10-B1119B717FEF}" sibTransId="{732A18E2-817D-4810-8D9D-F08B0F7F8AB6}"/>
    <dgm:cxn modelId="{5A7F4FE6-9C30-41B4-9C18-79979FE57E4D}" type="presParOf" srcId="{532867EC-7F1A-4312-8479-8CCD05699FB7}" destId="{F55D30DA-44B9-4797-AA32-9247389D60AA}" srcOrd="0" destOrd="0" presId="urn:microsoft.com/office/officeart/2018/5/layout/CenteredIconLabelDescriptionList"/>
    <dgm:cxn modelId="{A55BE6CD-C1D9-4B9D-AC5F-645F361EDE56}" type="presParOf" srcId="{F55D30DA-44B9-4797-AA32-9247389D60AA}" destId="{17B49FB9-6C09-42B0-8277-DB8A13F1C296}" srcOrd="0" destOrd="0" presId="urn:microsoft.com/office/officeart/2018/5/layout/CenteredIconLabelDescriptionList"/>
    <dgm:cxn modelId="{952F55C9-EEAA-413A-9E96-56CDAF9BFBB2}" type="presParOf" srcId="{F55D30DA-44B9-4797-AA32-9247389D60AA}" destId="{9A0C607E-538F-42D7-AF3F-4A9D8F1B6329}" srcOrd="1" destOrd="0" presId="urn:microsoft.com/office/officeart/2018/5/layout/CenteredIconLabelDescriptionList"/>
    <dgm:cxn modelId="{95EA0042-D040-412B-862F-FE66F7788D9E}" type="presParOf" srcId="{F55D30DA-44B9-4797-AA32-9247389D60AA}" destId="{ADA80D53-A7F7-490B-B6A2-9F0BAF91EB2A}" srcOrd="2" destOrd="0" presId="urn:microsoft.com/office/officeart/2018/5/layout/CenteredIconLabelDescriptionList"/>
    <dgm:cxn modelId="{B560A9CD-30FC-4007-BD5F-6BB688460935}" type="presParOf" srcId="{F55D30DA-44B9-4797-AA32-9247389D60AA}" destId="{079A9F0E-7E38-4DF0-AA74-24382CFB73BD}" srcOrd="3" destOrd="0" presId="urn:microsoft.com/office/officeart/2018/5/layout/CenteredIconLabelDescriptionList"/>
    <dgm:cxn modelId="{229F1AF9-58DF-4C4F-BCA9-F9D765BF1D91}" type="presParOf" srcId="{F55D30DA-44B9-4797-AA32-9247389D60AA}" destId="{1052AB2F-B32E-402F-927B-5BB67F860314}" srcOrd="4" destOrd="0" presId="urn:microsoft.com/office/officeart/2018/5/layout/CenteredIconLabelDescriptionList"/>
    <dgm:cxn modelId="{22D8230B-F239-4337-BF24-681682944021}" type="presParOf" srcId="{532867EC-7F1A-4312-8479-8CCD05699FB7}" destId="{88F74F48-B331-4901-8E6D-D99380EA4873}" srcOrd="1" destOrd="0" presId="urn:microsoft.com/office/officeart/2018/5/layout/CenteredIconLabelDescriptionList"/>
    <dgm:cxn modelId="{458D5423-F14E-4B2B-B540-A07BDDDFC3C6}" type="presParOf" srcId="{532867EC-7F1A-4312-8479-8CCD05699FB7}" destId="{1AE737CF-4DB2-4D95-99B9-B68A7A675B09}" srcOrd="2" destOrd="0" presId="urn:microsoft.com/office/officeart/2018/5/layout/CenteredIconLabelDescriptionList"/>
    <dgm:cxn modelId="{FBB2ECAB-EBF6-4E00-B767-C3F2882F5F54}" type="presParOf" srcId="{1AE737CF-4DB2-4D95-99B9-B68A7A675B09}" destId="{582357C8-5915-4497-A384-17EA4B607B10}" srcOrd="0" destOrd="0" presId="urn:microsoft.com/office/officeart/2018/5/layout/CenteredIconLabelDescriptionList"/>
    <dgm:cxn modelId="{7E927FAC-4A24-4F8C-8EC6-AB719DEE63CE}" type="presParOf" srcId="{1AE737CF-4DB2-4D95-99B9-B68A7A675B09}" destId="{9F97F99C-CD66-4B5F-A7F0-F58DA631ADF6}" srcOrd="1" destOrd="0" presId="urn:microsoft.com/office/officeart/2018/5/layout/CenteredIconLabelDescriptionList"/>
    <dgm:cxn modelId="{C4F45B3D-753D-4D03-8B62-286F3D87F757}" type="presParOf" srcId="{1AE737CF-4DB2-4D95-99B9-B68A7A675B09}" destId="{30E5A3D6-893E-4205-A9EF-CBAF77BC6912}" srcOrd="2" destOrd="0" presId="urn:microsoft.com/office/officeart/2018/5/layout/CenteredIconLabelDescriptionList"/>
    <dgm:cxn modelId="{F440A59D-7066-4D4E-A552-A3B832DB8FCD}" type="presParOf" srcId="{1AE737CF-4DB2-4D95-99B9-B68A7A675B09}" destId="{501611A0-BC57-4779-9DC6-E9A02BB5EFF9}" srcOrd="3" destOrd="0" presId="urn:microsoft.com/office/officeart/2018/5/layout/CenteredIconLabelDescriptionList"/>
    <dgm:cxn modelId="{AD1CB00F-FB68-40A3-9147-14C98673B0CF}" type="presParOf" srcId="{1AE737CF-4DB2-4D95-99B9-B68A7A675B09}" destId="{98716CA8-66A6-417B-942C-D4433A45E11B}" srcOrd="4" destOrd="0" presId="urn:microsoft.com/office/officeart/2018/5/layout/CenteredIconLabelDescriptionList"/>
    <dgm:cxn modelId="{B95747E3-1BAC-4F65-9DDD-FAE2A7234322}" type="presParOf" srcId="{532867EC-7F1A-4312-8479-8CCD05699FB7}" destId="{B12BD3A5-E911-42EE-9D5A-C78AD08F5223}" srcOrd="3" destOrd="0" presId="urn:microsoft.com/office/officeart/2018/5/layout/CenteredIconLabelDescriptionList"/>
    <dgm:cxn modelId="{7E35874D-5A5B-4878-BE64-47724A23A0B5}" type="presParOf" srcId="{532867EC-7F1A-4312-8479-8CCD05699FB7}" destId="{A5C0F898-2F1B-4424-982B-361C728B8D84}" srcOrd="4" destOrd="0" presId="urn:microsoft.com/office/officeart/2018/5/layout/CenteredIconLabelDescriptionList"/>
    <dgm:cxn modelId="{B0499072-D1FE-4F6A-943D-3D70FB742A02}" type="presParOf" srcId="{A5C0F898-2F1B-4424-982B-361C728B8D84}" destId="{131F19A0-2203-4CA9-BB7A-458A67047173}" srcOrd="0" destOrd="0" presId="urn:microsoft.com/office/officeart/2018/5/layout/CenteredIconLabelDescriptionList"/>
    <dgm:cxn modelId="{FF4C2CB2-0894-4A6F-AACA-1C136C8FB61E}" type="presParOf" srcId="{A5C0F898-2F1B-4424-982B-361C728B8D84}" destId="{8CDDDF9A-E98E-4170-840D-4D01EED87036}" srcOrd="1" destOrd="0" presId="urn:microsoft.com/office/officeart/2018/5/layout/CenteredIconLabelDescriptionList"/>
    <dgm:cxn modelId="{77EE0A4A-DC13-47B0-AD11-B016F17773D8}" type="presParOf" srcId="{A5C0F898-2F1B-4424-982B-361C728B8D84}" destId="{F28749AF-0731-42B9-A591-D165E54EBC77}" srcOrd="2" destOrd="0" presId="urn:microsoft.com/office/officeart/2018/5/layout/CenteredIconLabelDescriptionList"/>
    <dgm:cxn modelId="{90B0E8DB-0BFF-46FD-88CE-EC2775EB52AE}" type="presParOf" srcId="{A5C0F898-2F1B-4424-982B-361C728B8D84}" destId="{5479F607-24DB-4516-B563-800E0F8268F4}" srcOrd="3" destOrd="0" presId="urn:microsoft.com/office/officeart/2018/5/layout/CenteredIconLabelDescriptionList"/>
    <dgm:cxn modelId="{374DC79D-8725-493A-B12B-879CC28A046B}" type="presParOf" srcId="{A5C0F898-2F1B-4424-982B-361C728B8D84}" destId="{C85E5ACF-F345-4E7F-9E89-0A38DFE3A24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1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Clarification</a:t>
          </a:r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unclarified points?</a:t>
          </a:r>
          <a:endParaRPr lang="tr-TR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F6E6DCCC-F1D7-4CD3-BC1E-9F1C3BB99CC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82C93A11-5434-43F5-AF34-F358B3E1417A}" type="pres">
      <dgm:prSet presAssocID="{C39B30A5-73B7-415C-B676-12BF6CB4007C}" presName="compNode" presStyleCnt="0"/>
      <dgm:spPr/>
    </dgm:pt>
    <dgm:pt modelId="{21342365-8139-44CC-9018-0EC0A6E492F0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A5523A-49C6-40F6-AD18-5C8ED26D05B4}" type="pres">
      <dgm:prSet presAssocID="{C39B30A5-73B7-415C-B676-12BF6CB4007C}" presName="iconSpace" presStyleCnt="0"/>
      <dgm:spPr/>
    </dgm:pt>
    <dgm:pt modelId="{DEA29564-C127-45C9-84FD-FB0D6745C519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D0399131-81C3-4377-AE9C-B8549CB6F41E}" type="pres">
      <dgm:prSet presAssocID="{C39B30A5-73B7-415C-B676-12BF6CB4007C}" presName="txSpace" presStyleCnt="0"/>
      <dgm:spPr/>
    </dgm:pt>
    <dgm:pt modelId="{7EDEF049-F1A9-4E28-B579-BFFC13E86FAC}" type="pres">
      <dgm:prSet presAssocID="{C39B30A5-73B7-415C-B676-12BF6CB4007C}" presName="desTx" presStyleLbl="revTx" presStyleIdx="1" presStyleCnt="8">
        <dgm:presLayoutVars/>
      </dgm:prSet>
      <dgm:spPr/>
    </dgm:pt>
    <dgm:pt modelId="{64CB4BFC-63C6-4E37-928A-8709BE462918}" type="pres">
      <dgm:prSet presAssocID="{52881BA2-E7AE-42C4-94D6-6579828C2B87}" presName="sibTrans" presStyleCnt="0"/>
      <dgm:spPr/>
    </dgm:pt>
    <dgm:pt modelId="{112265CF-F005-4F97-AFA2-A4862E75FDB9}" type="pres">
      <dgm:prSet presAssocID="{8841368A-36B1-48FC-A2A5-5D1EB7381265}" presName="compNode" presStyleCnt="0"/>
      <dgm:spPr/>
    </dgm:pt>
    <dgm:pt modelId="{5E8F8A7A-9490-44FC-A7E8-40D0F10C7CCC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FDCA40F-6985-40F1-BA7F-D3407B367D32}" type="pres">
      <dgm:prSet presAssocID="{8841368A-36B1-48FC-A2A5-5D1EB7381265}" presName="iconSpace" presStyleCnt="0"/>
      <dgm:spPr/>
    </dgm:pt>
    <dgm:pt modelId="{B3186365-AB58-491B-A0A1-62063495E1FB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169BFA6B-D171-499C-9118-A72B394E41E4}" type="pres">
      <dgm:prSet presAssocID="{8841368A-36B1-48FC-A2A5-5D1EB7381265}" presName="txSpace" presStyleCnt="0"/>
      <dgm:spPr/>
    </dgm:pt>
    <dgm:pt modelId="{503F28B4-419F-4189-8EF1-3AAA5AC2C057}" type="pres">
      <dgm:prSet presAssocID="{8841368A-36B1-48FC-A2A5-5D1EB7381265}" presName="desTx" presStyleLbl="revTx" presStyleIdx="3" presStyleCnt="8">
        <dgm:presLayoutVars/>
      </dgm:prSet>
      <dgm:spPr/>
    </dgm:pt>
    <dgm:pt modelId="{F2AB4FB1-D57C-4C08-8C82-D2BE1613797F}" type="pres">
      <dgm:prSet presAssocID="{4DB2FC51-182E-41E0-8584-5BB6B1D5B605}" presName="sibTrans" presStyleCnt="0"/>
      <dgm:spPr/>
    </dgm:pt>
    <dgm:pt modelId="{775C5914-16C8-429B-A5E7-4D1D04248368}" type="pres">
      <dgm:prSet presAssocID="{0849733B-2445-43CF-AD92-CD3266E42B5C}" presName="compNode" presStyleCnt="0"/>
      <dgm:spPr/>
    </dgm:pt>
    <dgm:pt modelId="{0D1F16E1-001C-4F4B-B5B5-C8F578729E73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C830D53-6C14-4FE9-82C9-6FCCFA0EA126}" type="pres">
      <dgm:prSet presAssocID="{0849733B-2445-43CF-AD92-CD3266E42B5C}" presName="iconSpace" presStyleCnt="0"/>
      <dgm:spPr/>
    </dgm:pt>
    <dgm:pt modelId="{3365F64B-08E0-451E-8E23-DCA274503F61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96FD95E1-8664-477F-868B-96E4705D05DE}" type="pres">
      <dgm:prSet presAssocID="{0849733B-2445-43CF-AD92-CD3266E42B5C}" presName="txSpace" presStyleCnt="0"/>
      <dgm:spPr/>
    </dgm:pt>
    <dgm:pt modelId="{6D129A52-35D1-46AF-B09A-DCBC4FE80DBE}" type="pres">
      <dgm:prSet presAssocID="{0849733B-2445-43CF-AD92-CD3266E42B5C}" presName="desTx" presStyleLbl="revTx" presStyleIdx="5" presStyleCnt="8">
        <dgm:presLayoutVars/>
      </dgm:prSet>
      <dgm:spPr/>
    </dgm:pt>
    <dgm:pt modelId="{7F2ABB1B-5674-4600-AF83-D3412F44C875}" type="pres">
      <dgm:prSet presAssocID="{6F437F73-7249-423F-A6B6-08814B24D355}" presName="sibTrans" presStyleCnt="0"/>
      <dgm:spPr/>
    </dgm:pt>
    <dgm:pt modelId="{832D3AE9-724C-4C7F-9316-F0226612D743}" type="pres">
      <dgm:prSet presAssocID="{732EB7B2-2BCB-44B9-95EB-32AEB4DF1799}" presName="compNode" presStyleCnt="0"/>
      <dgm:spPr/>
    </dgm:pt>
    <dgm:pt modelId="{5C86ECA9-317D-4F01-A593-EB77CE907331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242B411-8FD6-4360-8C8E-E817B6B95DB1}" type="pres">
      <dgm:prSet presAssocID="{732EB7B2-2BCB-44B9-95EB-32AEB4DF1799}" presName="iconSpace" presStyleCnt="0"/>
      <dgm:spPr/>
    </dgm:pt>
    <dgm:pt modelId="{82A97F6A-D049-4802-804D-F4BD9FCB556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28FF8D36-55EC-4516-9076-31C7930C6CF9}" type="pres">
      <dgm:prSet presAssocID="{732EB7B2-2BCB-44B9-95EB-32AEB4DF1799}" presName="txSpace" presStyleCnt="0"/>
      <dgm:spPr/>
    </dgm:pt>
    <dgm:pt modelId="{2295EE30-76A9-431A-BE94-B9A9D43B841E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5C066B05-1418-4D2B-B050-D86AE53DE4F7}" type="presOf" srcId="{8F873442-61B3-4E56-B25A-2ECB6D315DD7}" destId="{2295EE30-76A9-431A-BE94-B9A9D43B841E}" srcOrd="0" destOrd="0" presId="urn:microsoft.com/office/officeart/2018/2/layout/IconLabelDescriptionList"/>
    <dgm:cxn modelId="{A319A30E-2852-4FF6-B748-FFC2BABDC6E1}" type="presOf" srcId="{E5389173-720E-4683-BC63-1EF88F29E563}" destId="{6D129A52-35D1-46AF-B09A-DCBC4FE80DBE}" srcOrd="0" destOrd="0" presId="urn:microsoft.com/office/officeart/2018/2/layout/IconLabelDescriptionList"/>
    <dgm:cxn modelId="{A99AE80F-985E-4919-BEA1-678DF689D54B}" type="presOf" srcId="{C39B30A5-73B7-415C-B676-12BF6CB4007C}" destId="{DEA29564-C127-45C9-84FD-FB0D6745C519}" srcOrd="0" destOrd="0" presId="urn:microsoft.com/office/officeart/2018/2/layout/IconLabelDescriptionList"/>
    <dgm:cxn modelId="{CE077826-4BBA-4E22-8C9D-13B938B3C45E}" type="presOf" srcId="{0C44AAE8-30E4-46E9-ABB1-7C04744FE14C}" destId="{7EDEF049-F1A9-4E28-B579-BFFC13E86FAC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690B1539-9912-4CAE-891E-1C3783FEF98E}" type="presOf" srcId="{0849733B-2445-43CF-AD92-CD3266E42B5C}" destId="{3365F64B-08E0-451E-8E23-DCA274503F61}" srcOrd="0" destOrd="0" presId="urn:microsoft.com/office/officeart/2018/2/layout/IconLabelDescriptionList"/>
    <dgm:cxn modelId="{5B65AB3C-BF3B-4DB8-8827-440E20737F5C}" type="presOf" srcId="{732EB7B2-2BCB-44B9-95EB-32AEB4DF1799}" destId="{82A97F6A-D049-4802-804D-F4BD9FCB5565}" srcOrd="0" destOrd="0" presId="urn:microsoft.com/office/officeart/2018/2/layout/IconLabelDescriptionList"/>
    <dgm:cxn modelId="{F39B6E61-FFDE-46B5-9480-ACE5B6C4CDAA}" type="presOf" srcId="{B56EFF07-F619-44CF-9BAA-6C7D336F5420}" destId="{F6E6DCCC-F1D7-4CD3-BC1E-9F1C3BB99CC5}" srcOrd="0" destOrd="0" presId="urn:microsoft.com/office/officeart/2018/2/layout/IconLabelDescriptionList"/>
    <dgm:cxn modelId="{AE41D452-CF30-4E5B-AA27-DE864E4A71AC}" type="presOf" srcId="{051E10DC-E74A-4906-8F74-B1A3B09A1930}" destId="{503F28B4-419F-4189-8EF1-3AAA5AC2C057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0B73749B-8F2E-4EF8-ABED-5B8B3A199172}" type="presOf" srcId="{8841368A-36B1-48FC-A2A5-5D1EB7381265}" destId="{B3186365-AB58-491B-A0A1-62063495E1FB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646B6BAD-4B36-4E97-9CAC-6A921C880097}" type="presParOf" srcId="{F6E6DCCC-F1D7-4CD3-BC1E-9F1C3BB99CC5}" destId="{82C93A11-5434-43F5-AF34-F358B3E1417A}" srcOrd="0" destOrd="0" presId="urn:microsoft.com/office/officeart/2018/2/layout/IconLabelDescriptionList"/>
    <dgm:cxn modelId="{BDF7FF8A-AAFE-4EEA-A3C5-A6023F785BC4}" type="presParOf" srcId="{82C93A11-5434-43F5-AF34-F358B3E1417A}" destId="{21342365-8139-44CC-9018-0EC0A6E492F0}" srcOrd="0" destOrd="0" presId="urn:microsoft.com/office/officeart/2018/2/layout/IconLabelDescriptionList"/>
    <dgm:cxn modelId="{FF887E34-9868-4C50-AB5E-FF1B689B4232}" type="presParOf" srcId="{82C93A11-5434-43F5-AF34-F358B3E1417A}" destId="{41A5523A-49C6-40F6-AD18-5C8ED26D05B4}" srcOrd="1" destOrd="0" presId="urn:microsoft.com/office/officeart/2018/2/layout/IconLabelDescriptionList"/>
    <dgm:cxn modelId="{5811DDAF-6A25-4B4A-B4D8-6F392EBC09BB}" type="presParOf" srcId="{82C93A11-5434-43F5-AF34-F358B3E1417A}" destId="{DEA29564-C127-45C9-84FD-FB0D6745C519}" srcOrd="2" destOrd="0" presId="urn:microsoft.com/office/officeart/2018/2/layout/IconLabelDescriptionList"/>
    <dgm:cxn modelId="{624190FB-1942-46C7-A7EA-EFACC778BFA4}" type="presParOf" srcId="{82C93A11-5434-43F5-AF34-F358B3E1417A}" destId="{D0399131-81C3-4377-AE9C-B8549CB6F41E}" srcOrd="3" destOrd="0" presId="urn:microsoft.com/office/officeart/2018/2/layout/IconLabelDescriptionList"/>
    <dgm:cxn modelId="{7354A42D-EF4F-42E5-BC24-AC96059ECD7E}" type="presParOf" srcId="{82C93A11-5434-43F5-AF34-F358B3E1417A}" destId="{7EDEF049-F1A9-4E28-B579-BFFC13E86FAC}" srcOrd="4" destOrd="0" presId="urn:microsoft.com/office/officeart/2018/2/layout/IconLabelDescriptionList"/>
    <dgm:cxn modelId="{D5CBAAD7-59B5-4F29-92EC-D3339A36505F}" type="presParOf" srcId="{F6E6DCCC-F1D7-4CD3-BC1E-9F1C3BB99CC5}" destId="{64CB4BFC-63C6-4E37-928A-8709BE462918}" srcOrd="1" destOrd="0" presId="urn:microsoft.com/office/officeart/2018/2/layout/IconLabelDescriptionList"/>
    <dgm:cxn modelId="{6597CB6D-66F7-4F3C-AEBE-F8BE9BAACC2B}" type="presParOf" srcId="{F6E6DCCC-F1D7-4CD3-BC1E-9F1C3BB99CC5}" destId="{112265CF-F005-4F97-AFA2-A4862E75FDB9}" srcOrd="2" destOrd="0" presId="urn:microsoft.com/office/officeart/2018/2/layout/IconLabelDescriptionList"/>
    <dgm:cxn modelId="{67AE2875-7F60-4071-AD0D-B1B3A85EA311}" type="presParOf" srcId="{112265CF-F005-4F97-AFA2-A4862E75FDB9}" destId="{5E8F8A7A-9490-44FC-A7E8-40D0F10C7CCC}" srcOrd="0" destOrd="0" presId="urn:microsoft.com/office/officeart/2018/2/layout/IconLabelDescriptionList"/>
    <dgm:cxn modelId="{1F63DE5F-CF0D-4734-9CA6-BB62A4CAB860}" type="presParOf" srcId="{112265CF-F005-4F97-AFA2-A4862E75FDB9}" destId="{2FDCA40F-6985-40F1-BA7F-D3407B367D32}" srcOrd="1" destOrd="0" presId="urn:microsoft.com/office/officeart/2018/2/layout/IconLabelDescriptionList"/>
    <dgm:cxn modelId="{0AC7ED5D-E009-44BB-9C1A-841D5A425E3A}" type="presParOf" srcId="{112265CF-F005-4F97-AFA2-A4862E75FDB9}" destId="{B3186365-AB58-491B-A0A1-62063495E1FB}" srcOrd="2" destOrd="0" presId="urn:microsoft.com/office/officeart/2018/2/layout/IconLabelDescriptionList"/>
    <dgm:cxn modelId="{C06FD05E-EFAC-4726-BB60-B0D71645409F}" type="presParOf" srcId="{112265CF-F005-4F97-AFA2-A4862E75FDB9}" destId="{169BFA6B-D171-499C-9118-A72B394E41E4}" srcOrd="3" destOrd="0" presId="urn:microsoft.com/office/officeart/2018/2/layout/IconLabelDescriptionList"/>
    <dgm:cxn modelId="{AD3424EB-28D7-4BC7-97CD-CCA4BAC6DFD8}" type="presParOf" srcId="{112265CF-F005-4F97-AFA2-A4862E75FDB9}" destId="{503F28B4-419F-4189-8EF1-3AAA5AC2C057}" srcOrd="4" destOrd="0" presId="urn:microsoft.com/office/officeart/2018/2/layout/IconLabelDescriptionList"/>
    <dgm:cxn modelId="{92F5F187-9B77-4D37-8F76-DE9F9C45D58B}" type="presParOf" srcId="{F6E6DCCC-F1D7-4CD3-BC1E-9F1C3BB99CC5}" destId="{F2AB4FB1-D57C-4C08-8C82-D2BE1613797F}" srcOrd="3" destOrd="0" presId="urn:microsoft.com/office/officeart/2018/2/layout/IconLabelDescriptionList"/>
    <dgm:cxn modelId="{F0CDA6BE-3AD2-4D90-8674-C70CA440F95B}" type="presParOf" srcId="{F6E6DCCC-F1D7-4CD3-BC1E-9F1C3BB99CC5}" destId="{775C5914-16C8-429B-A5E7-4D1D04248368}" srcOrd="4" destOrd="0" presId="urn:microsoft.com/office/officeart/2018/2/layout/IconLabelDescriptionList"/>
    <dgm:cxn modelId="{97AA41A6-7BDC-45DA-9A1F-0BBCA93470D7}" type="presParOf" srcId="{775C5914-16C8-429B-A5E7-4D1D04248368}" destId="{0D1F16E1-001C-4F4B-B5B5-C8F578729E73}" srcOrd="0" destOrd="0" presId="urn:microsoft.com/office/officeart/2018/2/layout/IconLabelDescriptionList"/>
    <dgm:cxn modelId="{0AEF75FA-3E60-4DDA-BCF6-079646678427}" type="presParOf" srcId="{775C5914-16C8-429B-A5E7-4D1D04248368}" destId="{BC830D53-6C14-4FE9-82C9-6FCCFA0EA126}" srcOrd="1" destOrd="0" presId="urn:microsoft.com/office/officeart/2018/2/layout/IconLabelDescriptionList"/>
    <dgm:cxn modelId="{D55C29E9-B37E-45E5-B2BC-E50126B99F90}" type="presParOf" srcId="{775C5914-16C8-429B-A5E7-4D1D04248368}" destId="{3365F64B-08E0-451E-8E23-DCA274503F61}" srcOrd="2" destOrd="0" presId="urn:microsoft.com/office/officeart/2018/2/layout/IconLabelDescriptionList"/>
    <dgm:cxn modelId="{3AA99617-257B-49A6-A741-68663CEBA929}" type="presParOf" srcId="{775C5914-16C8-429B-A5E7-4D1D04248368}" destId="{96FD95E1-8664-477F-868B-96E4705D05DE}" srcOrd="3" destOrd="0" presId="urn:microsoft.com/office/officeart/2018/2/layout/IconLabelDescriptionList"/>
    <dgm:cxn modelId="{32FF883D-F76A-497C-8490-A852F5B4143D}" type="presParOf" srcId="{775C5914-16C8-429B-A5E7-4D1D04248368}" destId="{6D129A52-35D1-46AF-B09A-DCBC4FE80DBE}" srcOrd="4" destOrd="0" presId="urn:microsoft.com/office/officeart/2018/2/layout/IconLabelDescriptionList"/>
    <dgm:cxn modelId="{38BE690F-4C09-455C-9E22-52048FA1B0E9}" type="presParOf" srcId="{F6E6DCCC-F1D7-4CD3-BC1E-9F1C3BB99CC5}" destId="{7F2ABB1B-5674-4600-AF83-D3412F44C875}" srcOrd="5" destOrd="0" presId="urn:microsoft.com/office/officeart/2018/2/layout/IconLabelDescriptionList"/>
    <dgm:cxn modelId="{CE558498-71AD-424C-97F6-62753C5CB43C}" type="presParOf" srcId="{F6E6DCCC-F1D7-4CD3-BC1E-9F1C3BB99CC5}" destId="{832D3AE9-724C-4C7F-9316-F0226612D743}" srcOrd="6" destOrd="0" presId="urn:microsoft.com/office/officeart/2018/2/layout/IconLabelDescriptionList"/>
    <dgm:cxn modelId="{E3803FCA-F1DB-43A3-A7FD-851DC304B5C4}" type="presParOf" srcId="{832D3AE9-724C-4C7F-9316-F0226612D743}" destId="{5C86ECA9-317D-4F01-A593-EB77CE907331}" srcOrd="0" destOrd="0" presId="urn:microsoft.com/office/officeart/2018/2/layout/IconLabelDescriptionList"/>
    <dgm:cxn modelId="{C3B9DDB3-A70D-4635-90C9-A8C83F1C4DD9}" type="presParOf" srcId="{832D3AE9-724C-4C7F-9316-F0226612D743}" destId="{6242B411-8FD6-4360-8C8E-E817B6B95DB1}" srcOrd="1" destOrd="0" presId="urn:microsoft.com/office/officeart/2018/2/layout/IconLabelDescriptionList"/>
    <dgm:cxn modelId="{335CC69C-5EBF-4819-8D13-50092AAA84D3}" type="presParOf" srcId="{832D3AE9-724C-4C7F-9316-F0226612D743}" destId="{82A97F6A-D049-4802-804D-F4BD9FCB5565}" srcOrd="2" destOrd="0" presId="urn:microsoft.com/office/officeart/2018/2/layout/IconLabelDescriptionList"/>
    <dgm:cxn modelId="{3D8DC25A-0710-4BA9-9C88-B51E28B8C328}" type="presParOf" srcId="{832D3AE9-724C-4C7F-9316-F0226612D743}" destId="{28FF8D36-55EC-4516-9076-31C7930C6CF9}" srcOrd="3" destOrd="0" presId="urn:microsoft.com/office/officeart/2018/2/layout/IconLabelDescriptionList"/>
    <dgm:cxn modelId="{C2DFAA3E-158B-416C-95CF-96B69F2F6F9C}" type="presParOf" srcId="{832D3AE9-724C-4C7F-9316-F0226612D743}" destId="{2295EE30-76A9-431A-BE94-B9A9D43B841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27537-27A4-4C86-B32C-3C62E22D7114}">
      <dsp:nvSpPr>
        <dsp:cNvPr id="0" name=""/>
        <dsp:cNvSpPr/>
      </dsp:nvSpPr>
      <dsp:spPr>
        <a:xfrm>
          <a:off x="2234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3355D-35F9-4ABE-9B70-1522B88940BD}">
      <dsp:nvSpPr>
        <dsp:cNvPr id="0" name=""/>
        <dsp:cNvSpPr/>
      </dsp:nvSpPr>
      <dsp:spPr>
        <a:xfrm>
          <a:off x="2234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Introduction</a:t>
          </a:r>
          <a:endParaRPr lang="en-US" sz="1500" kern="1200"/>
        </a:p>
      </dsp:txBody>
      <dsp:txXfrm>
        <a:off x="2234" y="1796169"/>
        <a:ext cx="2522812" cy="378421"/>
      </dsp:txXfrm>
    </dsp:sp>
    <dsp:sp modelId="{458DDBFC-AAC2-42A4-AA4D-0370CF271E2E}">
      <dsp:nvSpPr>
        <dsp:cNvPr id="0" name=""/>
        <dsp:cNvSpPr/>
      </dsp:nvSpPr>
      <dsp:spPr>
        <a:xfrm>
          <a:off x="2234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Public Key Cryptography &amp; Cryptocurrency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Private and Public Keys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Elliptic Curve Cryptography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Generating a Public Key</a:t>
          </a:r>
          <a:endParaRPr lang="en-US" sz="1100" kern="1200" dirty="0"/>
        </a:p>
      </dsp:txBody>
      <dsp:txXfrm>
        <a:off x="2234" y="2223650"/>
        <a:ext cx="2522812" cy="1036985"/>
      </dsp:txXfrm>
    </dsp:sp>
    <dsp:sp modelId="{AE97D5F5-D9E9-4C63-BCCD-64FD71DFA508}">
      <dsp:nvSpPr>
        <dsp:cNvPr id="0" name=""/>
        <dsp:cNvSpPr/>
      </dsp:nvSpPr>
      <dsp:spPr>
        <a:xfrm>
          <a:off x="2966539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8A5B7-C9AD-4679-853D-8D1EC62E0F5C}">
      <dsp:nvSpPr>
        <dsp:cNvPr id="0" name=""/>
        <dsp:cNvSpPr/>
      </dsp:nvSpPr>
      <dsp:spPr>
        <a:xfrm>
          <a:off x="2966539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Bitcoin Addresses</a:t>
          </a:r>
          <a:endParaRPr lang="en-US" sz="1500" kern="1200"/>
        </a:p>
      </dsp:txBody>
      <dsp:txXfrm>
        <a:off x="2966539" y="1796169"/>
        <a:ext cx="2522812" cy="378421"/>
      </dsp:txXfrm>
    </dsp:sp>
    <dsp:sp modelId="{D02688C2-84A7-4329-B191-3CB7016CE781}">
      <dsp:nvSpPr>
        <dsp:cNvPr id="0" name=""/>
        <dsp:cNvSpPr/>
      </dsp:nvSpPr>
      <dsp:spPr>
        <a:xfrm>
          <a:off x="2966539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Base58 &amp; Base58Check Encoding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Key Formats</a:t>
          </a:r>
          <a:endParaRPr lang="en-US" sz="1100" kern="1200" dirty="0"/>
        </a:p>
      </dsp:txBody>
      <dsp:txXfrm>
        <a:off x="2966539" y="2223650"/>
        <a:ext cx="2522812" cy="1036985"/>
      </dsp:txXfrm>
    </dsp:sp>
    <dsp:sp modelId="{66621D9C-5B61-48F6-BF46-14735F4ED068}">
      <dsp:nvSpPr>
        <dsp:cNvPr id="0" name=""/>
        <dsp:cNvSpPr/>
      </dsp:nvSpPr>
      <dsp:spPr>
        <a:xfrm>
          <a:off x="5930844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457A0-DDFC-46EB-A489-1CE5F38EE5A9}">
      <dsp:nvSpPr>
        <dsp:cNvPr id="0" name=""/>
        <dsp:cNvSpPr/>
      </dsp:nvSpPr>
      <dsp:spPr>
        <a:xfrm>
          <a:off x="5930844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Implementation</a:t>
          </a:r>
          <a:endParaRPr lang="en-US" sz="1500" kern="1200"/>
        </a:p>
      </dsp:txBody>
      <dsp:txXfrm>
        <a:off x="5930844" y="1796169"/>
        <a:ext cx="2522812" cy="378421"/>
      </dsp:txXfrm>
    </dsp:sp>
    <dsp:sp modelId="{19761382-9FA3-40EC-B7BC-88CBD5C8EA0C}">
      <dsp:nvSpPr>
        <dsp:cNvPr id="0" name=""/>
        <dsp:cNvSpPr/>
      </dsp:nvSpPr>
      <dsp:spPr>
        <a:xfrm>
          <a:off x="5930844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Implementing </a:t>
          </a:r>
          <a:r>
            <a:rPr lang="tr-TR" sz="1100" kern="1200" dirty="0"/>
            <a:t>Keys and Addresses in Python</a:t>
          </a:r>
          <a:endParaRPr lang="en-US" sz="1100" kern="1200" dirty="0"/>
        </a:p>
      </dsp:txBody>
      <dsp:txXfrm>
        <a:off x="5930844" y="2223650"/>
        <a:ext cx="2522812" cy="1036985"/>
      </dsp:txXfrm>
    </dsp:sp>
    <dsp:sp modelId="{4CECF6C4-F4E7-45FD-966D-14997CEF955E}">
      <dsp:nvSpPr>
        <dsp:cNvPr id="0" name=""/>
        <dsp:cNvSpPr/>
      </dsp:nvSpPr>
      <dsp:spPr>
        <a:xfrm>
          <a:off x="8895148" y="807709"/>
          <a:ext cx="882984" cy="8829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CBE41-C32F-45D5-BBBD-CBC69ED6AAF6}">
      <dsp:nvSpPr>
        <dsp:cNvPr id="0" name=""/>
        <dsp:cNvSpPr/>
      </dsp:nvSpPr>
      <dsp:spPr>
        <a:xfrm>
          <a:off x="8895148" y="1796169"/>
          <a:ext cx="2522812" cy="378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Advanced Keys and Addresses</a:t>
          </a:r>
          <a:endParaRPr lang="en-US" sz="1500" kern="1200"/>
        </a:p>
      </dsp:txBody>
      <dsp:txXfrm>
        <a:off x="8895148" y="1796169"/>
        <a:ext cx="2522812" cy="378421"/>
      </dsp:txXfrm>
    </dsp:sp>
    <dsp:sp modelId="{E614D973-9649-4C1F-ACF7-D6DE91F67EBB}">
      <dsp:nvSpPr>
        <dsp:cNvPr id="0" name=""/>
        <dsp:cNvSpPr/>
      </dsp:nvSpPr>
      <dsp:spPr>
        <a:xfrm>
          <a:off x="8895148" y="2223650"/>
          <a:ext cx="2522812" cy="1036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Encrypted Private Keys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Pay-to-Script Hash (P2SH) &amp; Multisig Addresses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Vanity Addresses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Paper Wallets</a:t>
          </a:r>
          <a:endParaRPr lang="en-US" sz="1100" kern="1200" dirty="0"/>
        </a:p>
      </dsp:txBody>
      <dsp:txXfrm>
        <a:off x="8895148" y="2223650"/>
        <a:ext cx="2522812" cy="1036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DD7D3-D5FD-40AE-B773-85DA6221C4BB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34E5B-6578-479F-B05F-3767F31087F5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cryptography </a:t>
          </a:r>
          <a:endParaRPr lang="tr-TR" sz="2800" kern="1200"/>
        </a:p>
      </dsp:txBody>
      <dsp:txXfrm>
        <a:off x="3421" y="1692428"/>
        <a:ext cx="2894062" cy="434109"/>
      </dsp:txXfrm>
    </dsp:sp>
    <dsp:sp modelId="{4CFD91EA-8DB8-48DC-BAA6-6F1E0F2A4D13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branch of mathematics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extensively in computer security. </a:t>
          </a:r>
          <a:endParaRPr lang="tr-TR" sz="1700" kern="1200"/>
        </a:p>
      </dsp:txBody>
      <dsp:txXfrm>
        <a:off x="3421" y="2176696"/>
        <a:ext cx="2894062" cy="902886"/>
      </dsp:txXfrm>
    </dsp:sp>
    <dsp:sp modelId="{1280882D-155A-4AFB-9AC6-AF47FA395774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0C70A-7CCE-4F44-97E2-C94B27712139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Greek</a:t>
          </a:r>
          <a:r>
            <a:rPr lang="en-US" sz="2800" kern="1200"/>
            <a:t> </a:t>
          </a:r>
          <a:endParaRPr lang="tr-TR" sz="2800" kern="1200"/>
        </a:p>
      </dsp:txBody>
      <dsp:txXfrm>
        <a:off x="3403945" y="1692428"/>
        <a:ext cx="2894062" cy="434109"/>
      </dsp:txXfrm>
    </dsp:sp>
    <dsp:sp modelId="{3B0D3E55-2E5A-4A7A-8DFB-C88282C2D8E3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«</a:t>
          </a:r>
          <a:r>
            <a:rPr lang="en-US" sz="1700" kern="1200"/>
            <a:t>secret writing</a:t>
          </a:r>
          <a:r>
            <a:rPr lang="tr-TR" sz="1700" kern="1200"/>
            <a:t>» </a:t>
          </a:r>
          <a:r>
            <a:rPr lang="en-US" sz="1700" kern="1200"/>
            <a:t>in Greek, </a:t>
          </a:r>
          <a:endParaRPr lang="tr-TR" sz="1700" kern="1200"/>
        </a:p>
      </dsp:txBody>
      <dsp:txXfrm>
        <a:off x="3403945" y="2176696"/>
        <a:ext cx="2894062" cy="902886"/>
      </dsp:txXfrm>
    </dsp:sp>
    <dsp:sp modelId="{AD652C67-0A2C-4810-B415-7E8E440FDD9A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6F128-3DE6-4257-906E-0FFBBEA3A254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encryption </a:t>
          </a:r>
          <a:endParaRPr lang="tr-TR" sz="2800" kern="1200"/>
        </a:p>
      </dsp:txBody>
      <dsp:txXfrm>
        <a:off x="6804468" y="1692428"/>
        <a:ext cx="2894062" cy="434109"/>
      </dsp:txXfrm>
    </dsp:sp>
    <dsp:sp modelId="{F9032688-9721-48F5-844D-9FB30B1F4DFC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science of cryptography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encompasses more than just </a:t>
          </a:r>
          <a:r>
            <a:rPr lang="tr-TR" sz="1700" kern="1200"/>
            <a:t>«</a:t>
          </a:r>
          <a:r>
            <a:rPr lang="en-US" sz="1700" kern="1200"/>
            <a:t>secret writing</a:t>
          </a:r>
          <a:r>
            <a:rPr lang="tr-TR" sz="1700" kern="1200"/>
            <a:t>»</a:t>
          </a:r>
        </a:p>
      </dsp:txBody>
      <dsp:txXfrm>
        <a:off x="6804468" y="2176696"/>
        <a:ext cx="2894062" cy="902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80391-F084-45B5-8ED5-1FCCF00CAAD9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F51B9-02EC-4BAB-96DD-E2C39D27EC4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digital signature</a:t>
          </a:r>
          <a:endParaRPr lang="tr-TR" sz="3600" kern="1200"/>
        </a:p>
      </dsp:txBody>
      <dsp:txXfrm>
        <a:off x="152976" y="1981055"/>
        <a:ext cx="4320000" cy="648000"/>
      </dsp:txXfrm>
    </dsp:sp>
    <dsp:sp modelId="{D292BDC4-383C-4128-A6ED-D92491FC2187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prove knowledge</a:t>
          </a:r>
          <a:r>
            <a:rPr lang="tr-TR" sz="1700" kern="1200" dirty="0"/>
            <a:t> </a:t>
          </a:r>
          <a:r>
            <a:rPr lang="en-US" sz="1700" kern="1200" dirty="0"/>
            <a:t>of a secret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without revealing that secret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5DDE2C0-C1EF-42DF-87A6-9842DDC3C39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4CB72-0318-4257-A664-C3AD04D872A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digital fingerprint</a:t>
          </a:r>
          <a:endParaRPr lang="tr-TR" sz="3600" kern="1200"/>
        </a:p>
      </dsp:txBody>
      <dsp:txXfrm>
        <a:off x="5228976" y="1981055"/>
        <a:ext cx="4320000" cy="648000"/>
      </dsp:txXfrm>
    </dsp:sp>
    <dsp:sp modelId="{C0BB656A-71BA-4D74-B78C-508ABCA4DEA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Prove</a:t>
          </a:r>
          <a:r>
            <a:rPr lang="tr-TR" sz="1700" kern="1200" dirty="0"/>
            <a:t>s </a:t>
          </a:r>
          <a:r>
            <a:rPr lang="en-US" sz="1700" kern="1200" dirty="0"/>
            <a:t>the authenticity</a:t>
          </a:r>
          <a:r>
            <a:rPr lang="tr-TR" sz="1700" kern="1200" dirty="0"/>
            <a:t> </a:t>
          </a:r>
          <a:r>
            <a:rPr lang="en-US" sz="1700" kern="1200" dirty="0"/>
            <a:t>of data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92741-F269-4E53-83A4-79028794CC8D}">
      <dsp:nvSpPr>
        <dsp:cNvPr id="0" name=""/>
        <dsp:cNvSpPr/>
      </dsp:nvSpPr>
      <dsp:spPr>
        <a:xfrm>
          <a:off x="1556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B1E5A-B7A7-479A-AD61-C9B584ACFCAE}">
      <dsp:nvSpPr>
        <dsp:cNvPr id="0" name=""/>
        <dsp:cNvSpPr/>
      </dsp:nvSpPr>
      <dsp:spPr>
        <a:xfrm>
          <a:off x="152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Ownership</a:t>
          </a:r>
        </a:p>
      </dsp:txBody>
      <dsp:txXfrm>
        <a:off x="152976" y="1849064"/>
        <a:ext cx="4320000" cy="648000"/>
      </dsp:txXfrm>
    </dsp:sp>
    <dsp:sp modelId="{9190841E-10DA-40DA-B36F-A81E62759253}">
      <dsp:nvSpPr>
        <dsp:cNvPr id="0" name=""/>
        <dsp:cNvSpPr/>
      </dsp:nvSpPr>
      <dsp:spPr>
        <a:xfrm>
          <a:off x="152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Bitcoin ownership is </a:t>
          </a:r>
          <a:r>
            <a:rPr lang="en-US" sz="1700" kern="1200"/>
            <a:t>established through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digital keys</a:t>
          </a:r>
          <a:r>
            <a:rPr lang="en-US" sz="1700" kern="1200"/>
            <a:t>, </a:t>
          </a:r>
          <a:r>
            <a:rPr lang="en-US" sz="1700" i="1" kern="1200"/>
            <a:t>bitcoin addresses</a:t>
          </a:r>
          <a:r>
            <a:rPr lang="en-US" sz="1700" kern="1200"/>
            <a:t>, and </a:t>
          </a:r>
          <a:r>
            <a:rPr lang="en-US" sz="1700" i="1" kern="1200"/>
            <a:t>digital</a:t>
          </a:r>
          <a:r>
            <a:rPr lang="tr-TR" sz="1700" i="1" kern="1200"/>
            <a:t> signatures</a:t>
          </a:r>
          <a:r>
            <a:rPr lang="tr-TR" sz="1700" kern="1200"/>
            <a:t>.</a:t>
          </a:r>
        </a:p>
      </dsp:txBody>
      <dsp:txXfrm>
        <a:off x="152976" y="2562209"/>
        <a:ext cx="4320000" cy="892036"/>
      </dsp:txXfrm>
    </dsp:sp>
    <dsp:sp modelId="{24E1FA63-E682-4422-996F-02B9381A15B9}">
      <dsp:nvSpPr>
        <dsp:cNvPr id="0" name=""/>
        <dsp:cNvSpPr/>
      </dsp:nvSpPr>
      <dsp:spPr>
        <a:xfrm>
          <a:off x="6632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E1CE3-C30A-4E73-8724-FD1FE587A9EB}">
      <dsp:nvSpPr>
        <dsp:cNvPr id="0" name=""/>
        <dsp:cNvSpPr/>
      </dsp:nvSpPr>
      <dsp:spPr>
        <a:xfrm>
          <a:off x="5228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digital keys</a:t>
          </a:r>
          <a:endParaRPr lang="tr-TR" sz="3600" kern="1200"/>
        </a:p>
      </dsp:txBody>
      <dsp:txXfrm>
        <a:off x="5228976" y="1849064"/>
        <a:ext cx="4320000" cy="648000"/>
      </dsp:txXfrm>
    </dsp:sp>
    <dsp:sp modelId="{7097786C-BE56-44E3-881F-167CD6D29D83}">
      <dsp:nvSpPr>
        <dsp:cNvPr id="0" name=""/>
        <dsp:cNvSpPr/>
      </dsp:nvSpPr>
      <dsp:spPr>
        <a:xfrm>
          <a:off x="5228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independent of the bitcoin protocol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maintained </a:t>
          </a:r>
          <a:r>
            <a:rPr lang="en-US" sz="1700" kern="1200"/>
            <a:t>by the user’s wallet software </a:t>
          </a:r>
          <a:endParaRPr lang="tr-TR" sz="1700" kern="1200"/>
        </a:p>
      </dsp:txBody>
      <dsp:txXfrm>
        <a:off x="5228976" y="2562209"/>
        <a:ext cx="4320000" cy="8920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EF3E5-70F7-47B0-8461-B3C1187529C6}">
      <dsp:nvSpPr>
        <dsp:cNvPr id="0" name=""/>
        <dsp:cNvSpPr/>
      </dsp:nvSpPr>
      <dsp:spPr>
        <a:xfrm>
          <a:off x="1560193" y="38643"/>
          <a:ext cx="1510523" cy="1478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58CB9-390D-44D1-AB8B-CD43A422A9A0}">
      <dsp:nvSpPr>
        <dsp:cNvPr id="0" name=""/>
        <dsp:cNvSpPr/>
      </dsp:nvSpPr>
      <dsp:spPr>
        <a:xfrm>
          <a:off x="157564" y="1670873"/>
          <a:ext cx="4315781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Keys</a:t>
          </a:r>
          <a:endParaRPr lang="tr-TR" sz="3600" kern="1200" dirty="0"/>
        </a:p>
      </dsp:txBody>
      <dsp:txXfrm>
        <a:off x="157564" y="1670873"/>
        <a:ext cx="4315781" cy="633664"/>
      </dsp:txXfrm>
    </dsp:sp>
    <dsp:sp modelId="{E8EAFEC8-7306-4282-9D34-613238FB4010}">
      <dsp:nvSpPr>
        <dsp:cNvPr id="0" name=""/>
        <dsp:cNvSpPr/>
      </dsp:nvSpPr>
      <dsp:spPr>
        <a:xfrm>
          <a:off x="157564" y="2376017"/>
          <a:ext cx="4315781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for </a:t>
          </a:r>
          <a:r>
            <a:rPr lang="en-US" sz="1700" kern="1200" dirty="0"/>
            <a:t>decentralized trust and control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ownership attestation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</a:t>
          </a:r>
          <a:r>
            <a:rPr lang="tr-TR" sz="1700" kern="1200"/>
            <a:t> </a:t>
          </a:r>
          <a:r>
            <a:rPr lang="en-US" sz="1700" kern="1200"/>
            <a:t>cryptographic-proof security model</a:t>
          </a:r>
          <a:endParaRPr lang="tr-TR" sz="1700" kern="1200"/>
        </a:p>
      </dsp:txBody>
      <dsp:txXfrm>
        <a:off x="157564" y="2376017"/>
        <a:ext cx="4315781" cy="1236589"/>
      </dsp:txXfrm>
    </dsp:sp>
    <dsp:sp modelId="{1A99535A-E5C4-4A7D-8714-D2E3EE8D27BB}">
      <dsp:nvSpPr>
        <dsp:cNvPr id="0" name=""/>
        <dsp:cNvSpPr/>
      </dsp:nvSpPr>
      <dsp:spPr>
        <a:xfrm>
          <a:off x="6631236" y="38643"/>
          <a:ext cx="1510523" cy="1478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24E2A-981D-441A-A662-ABAFD6CFC0FD}">
      <dsp:nvSpPr>
        <dsp:cNvPr id="0" name=""/>
        <dsp:cNvSpPr/>
      </dsp:nvSpPr>
      <dsp:spPr>
        <a:xfrm>
          <a:off x="5228607" y="1670873"/>
          <a:ext cx="4315781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Wallet</a:t>
          </a:r>
        </a:p>
      </dsp:txBody>
      <dsp:txXfrm>
        <a:off x="5228607" y="1670873"/>
        <a:ext cx="4315781" cy="633664"/>
      </dsp:txXfrm>
    </dsp:sp>
    <dsp:sp modelId="{B82B4E21-96C6-4346-942F-162A13312968}">
      <dsp:nvSpPr>
        <dsp:cNvPr id="0" name=""/>
        <dsp:cNvSpPr/>
      </dsp:nvSpPr>
      <dsp:spPr>
        <a:xfrm>
          <a:off x="5228607" y="2376017"/>
          <a:ext cx="4315781" cy="1236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Keyse are </a:t>
          </a:r>
          <a:r>
            <a:rPr lang="en-US" sz="1700" kern="1200" dirty="0"/>
            <a:t>created</a:t>
          </a:r>
          <a:r>
            <a:rPr lang="tr-TR" sz="1700" kern="1200" dirty="0"/>
            <a:t> </a:t>
          </a:r>
          <a:r>
            <a:rPr lang="en-US" sz="1700" kern="1200" dirty="0"/>
            <a:t>and stored by users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file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simple database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called a </a:t>
          </a:r>
          <a:r>
            <a:rPr lang="en-US" sz="1700" i="1" kern="1200" dirty="0"/>
            <a:t>wallet</a:t>
          </a:r>
          <a:r>
            <a:rPr lang="en-US" sz="1700" kern="1200" dirty="0"/>
            <a:t>.</a:t>
          </a:r>
          <a:endParaRPr lang="tr-TR" sz="1700" kern="1200" dirty="0"/>
        </a:p>
      </dsp:txBody>
      <dsp:txXfrm>
        <a:off x="5228607" y="2376017"/>
        <a:ext cx="4315781" cy="12365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9E8DA-A096-46EE-A918-8BDA8B238517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715BC-A5AC-4470-9F6B-995AEE9E8887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Transaction validity</a:t>
          </a:r>
        </a:p>
      </dsp:txBody>
      <dsp:txXfrm>
        <a:off x="2156" y="1667917"/>
        <a:ext cx="2143124" cy="321468"/>
      </dsp:txXfrm>
    </dsp:sp>
    <dsp:sp modelId="{3EBB2783-73A4-478F-9BFC-932432E034F6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valid digital signature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be included</a:t>
          </a:r>
          <a:r>
            <a:rPr lang="tr-TR" sz="1500" kern="1200"/>
            <a:t> in the transaction</a:t>
          </a:r>
        </a:p>
      </dsp:txBody>
      <dsp:txXfrm>
        <a:off x="2156" y="2029114"/>
        <a:ext cx="2143124" cy="789728"/>
      </dsp:txXfrm>
    </dsp:sp>
    <dsp:sp modelId="{93C1D9FF-6F24-46DA-8020-AD4BEDBEA229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E4357-8DE0-4319-B7FC-AF691A269D78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</a:t>
          </a:r>
        </a:p>
      </dsp:txBody>
      <dsp:txXfrm>
        <a:off x="2520328" y="1667917"/>
        <a:ext cx="2143124" cy="321468"/>
      </dsp:txXfrm>
    </dsp:sp>
    <dsp:sp modelId="{AA95F83D-3C94-4B7C-AB60-D3D98878BCDD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Proves the ownership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without revealing the private key</a:t>
          </a:r>
        </a:p>
      </dsp:txBody>
      <dsp:txXfrm>
        <a:off x="2520328" y="2029114"/>
        <a:ext cx="2143124" cy="789728"/>
      </dsp:txXfrm>
    </dsp:sp>
    <dsp:sp modelId="{B881F613-4C66-4DAF-ABB0-0EDA96FD31EF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892FE-0033-4A7B-A1DA-B832C71AA7F0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Control</a:t>
          </a:r>
        </a:p>
      </dsp:txBody>
      <dsp:txXfrm>
        <a:off x="5038499" y="1667917"/>
        <a:ext cx="2143124" cy="321468"/>
      </dsp:txXfrm>
    </dsp:sp>
    <dsp:sp modelId="{75147705-13B9-4E43-BE47-9448A83BF8FB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Signature can only be generated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if the private key is knwon</a:t>
          </a:r>
        </a:p>
      </dsp:txBody>
      <dsp:txXfrm>
        <a:off x="5038499" y="2029114"/>
        <a:ext cx="2143124" cy="789728"/>
      </dsp:txXfrm>
    </dsp:sp>
    <dsp:sp modelId="{C6C88BB7-B7E5-4247-A8FB-C1AF74B88815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7D407-C7A4-498A-87BA-5B6BA552A3AB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Ownership</a:t>
          </a:r>
        </a:p>
      </dsp:txBody>
      <dsp:txXfrm>
        <a:off x="7556671" y="1667917"/>
        <a:ext cx="2143124" cy="321468"/>
      </dsp:txXfrm>
    </dsp:sp>
    <dsp:sp modelId="{19857F08-BF88-428E-B2F5-24530456948C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anyone with a</a:t>
          </a:r>
          <a:r>
            <a:rPr lang="tr-TR" sz="1500" kern="1200"/>
            <a:t> </a:t>
          </a:r>
          <a:r>
            <a:rPr lang="en-US" sz="1500" kern="1200"/>
            <a:t>copy of that key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has control of the bitcoin</a:t>
          </a:r>
          <a:endParaRPr lang="tr-TR" sz="1500" kern="1200"/>
        </a:p>
      </dsp:txBody>
      <dsp:txXfrm>
        <a:off x="7556671" y="2029114"/>
        <a:ext cx="2143124" cy="7897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1ADFD-8A83-4001-8014-4C6F38D89F7F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63270-395E-4829-B2C2-B508C534930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Witness</a:t>
          </a:r>
          <a:r>
            <a:rPr lang="tr-TR" sz="3600" kern="1200"/>
            <a:t> </a:t>
          </a:r>
        </a:p>
      </dsp:txBody>
      <dsp:txXfrm>
        <a:off x="152976" y="1981055"/>
        <a:ext cx="4320000" cy="648000"/>
      </dsp:txXfrm>
    </dsp:sp>
    <dsp:sp modelId="{6EAA180E-A282-4A54-B808-18DC6395AAC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term used in cryptography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digital signature used to spend funds </a:t>
          </a:r>
          <a:endParaRPr lang="tr-TR" sz="1700" kern="1200"/>
        </a:p>
      </dsp:txBody>
      <dsp:txXfrm>
        <a:off x="152976" y="2688423"/>
        <a:ext cx="4320000" cy="621412"/>
      </dsp:txXfrm>
    </dsp:sp>
    <dsp:sp modelId="{CC8DFF23-25E4-4468-9274-FB7031A36B3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09A6E-D52E-4294-B138-057BB7842A9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True</a:t>
          </a:r>
          <a:r>
            <a:rPr lang="tr-TR" sz="3600" kern="1200"/>
            <a:t> </a:t>
          </a:r>
          <a:r>
            <a:rPr lang="en-US" sz="3600" kern="1200"/>
            <a:t>ownership</a:t>
          </a:r>
          <a:endParaRPr lang="tr-TR" sz="3600" kern="1200"/>
        </a:p>
      </dsp:txBody>
      <dsp:txXfrm>
        <a:off x="5228976" y="1981055"/>
        <a:ext cx="4320000" cy="648000"/>
      </dsp:txXfrm>
    </dsp:sp>
    <dsp:sp modelId="{DE14B2AE-CF47-410A-9F90-E409AF179E61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witness data in a bitcoin</a:t>
          </a:r>
          <a:r>
            <a:rPr lang="tr-TR" sz="1700" kern="1200"/>
            <a:t> </a:t>
          </a:r>
          <a:r>
            <a:rPr lang="en-US" sz="1700" kern="1200"/>
            <a:t>transaction testifies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the true ownership of the funds being spent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87408-60BC-4CD2-948A-74C7A268325C}">
      <dsp:nvSpPr>
        <dsp:cNvPr id="0" name=""/>
        <dsp:cNvSpPr/>
      </dsp:nvSpPr>
      <dsp:spPr>
        <a:xfrm>
          <a:off x="698671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3297C-AF1C-4A79-B4D0-040EBA778352}">
      <dsp:nvSpPr>
        <dsp:cNvPr id="0" name=""/>
        <dsp:cNvSpPr/>
      </dsp:nvSpPr>
      <dsp:spPr>
        <a:xfrm>
          <a:off x="2156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 pairs</a:t>
          </a:r>
        </a:p>
      </dsp:txBody>
      <dsp:txXfrm>
        <a:off x="2156" y="1553089"/>
        <a:ext cx="2143124" cy="321468"/>
      </dsp:txXfrm>
    </dsp:sp>
    <dsp:sp modelId="{A009C2FD-AA53-420A-B004-086E195B5F4A}">
      <dsp:nvSpPr>
        <dsp:cNvPr id="0" name=""/>
        <dsp:cNvSpPr/>
      </dsp:nvSpPr>
      <dsp:spPr>
        <a:xfrm>
          <a:off x="2156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Keys come in pairs</a:t>
          </a:r>
          <a:endParaRPr lang="tr-TR" sz="1500" kern="1200" dirty="0"/>
        </a:p>
      </dsp:txBody>
      <dsp:txXfrm>
        <a:off x="2156" y="1919312"/>
        <a:ext cx="2143124" cy="1025162"/>
      </dsp:txXfrm>
    </dsp:sp>
    <dsp:sp modelId="{02D02E84-1195-496B-954C-8F3161FE6CC9}">
      <dsp:nvSpPr>
        <dsp:cNvPr id="0" name=""/>
        <dsp:cNvSpPr/>
      </dsp:nvSpPr>
      <dsp:spPr>
        <a:xfrm>
          <a:off x="3216843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EADC0-6EC3-484E-BC3A-FE2AD8115BB1}">
      <dsp:nvSpPr>
        <dsp:cNvPr id="0" name=""/>
        <dsp:cNvSpPr/>
      </dsp:nvSpPr>
      <dsp:spPr>
        <a:xfrm>
          <a:off x="2520328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Composition</a:t>
          </a:r>
        </a:p>
      </dsp:txBody>
      <dsp:txXfrm>
        <a:off x="2520328" y="1553089"/>
        <a:ext cx="2143124" cy="321468"/>
      </dsp:txXfrm>
    </dsp:sp>
    <dsp:sp modelId="{86726360-4518-4224-BD1F-8A0FF7FBFB8C}">
      <dsp:nvSpPr>
        <dsp:cNvPr id="0" name=""/>
        <dsp:cNvSpPr/>
      </dsp:nvSpPr>
      <dsp:spPr>
        <a:xfrm>
          <a:off x="2520328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private (secret) key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public key</a:t>
          </a:r>
          <a:endParaRPr lang="tr-TR" sz="1500" kern="1200"/>
        </a:p>
      </dsp:txBody>
      <dsp:txXfrm>
        <a:off x="2520328" y="1919312"/>
        <a:ext cx="2143124" cy="1025162"/>
      </dsp:txXfrm>
    </dsp:sp>
    <dsp:sp modelId="{F4384BD2-7BE5-48E6-B4E8-4B2C17999E3D}">
      <dsp:nvSpPr>
        <dsp:cNvPr id="0" name=""/>
        <dsp:cNvSpPr/>
      </dsp:nvSpPr>
      <dsp:spPr>
        <a:xfrm>
          <a:off x="5735015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BC7D0-88D4-41AA-A7C2-627209FD6DEC}">
      <dsp:nvSpPr>
        <dsp:cNvPr id="0" name=""/>
        <dsp:cNvSpPr/>
      </dsp:nvSpPr>
      <dsp:spPr>
        <a:xfrm>
          <a:off x="5038499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Public key</a:t>
          </a:r>
        </a:p>
      </dsp:txBody>
      <dsp:txXfrm>
        <a:off x="5038499" y="1553089"/>
        <a:ext cx="2143124" cy="321468"/>
      </dsp:txXfrm>
    </dsp:sp>
    <dsp:sp modelId="{45D62EB0-994B-4EA0-A651-1E1B2D88853C}">
      <dsp:nvSpPr>
        <dsp:cNvPr id="0" name=""/>
        <dsp:cNvSpPr/>
      </dsp:nvSpPr>
      <dsp:spPr>
        <a:xfrm>
          <a:off x="5038499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similar to a bank account number</a:t>
          </a:r>
          <a:endParaRPr lang="tr-TR" sz="1500" kern="1200"/>
        </a:p>
      </dsp:txBody>
      <dsp:txXfrm>
        <a:off x="5038499" y="1919312"/>
        <a:ext cx="2143124" cy="1025162"/>
      </dsp:txXfrm>
    </dsp:sp>
    <dsp:sp modelId="{ABA6C781-B0E7-48FD-84D1-D686AAD560E5}">
      <dsp:nvSpPr>
        <dsp:cNvPr id="0" name=""/>
        <dsp:cNvSpPr/>
      </dsp:nvSpPr>
      <dsp:spPr>
        <a:xfrm>
          <a:off x="8253187" y="70677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5E4AB-8659-4693-A842-534A06E3EDDB}">
      <dsp:nvSpPr>
        <dsp:cNvPr id="0" name=""/>
        <dsp:cNvSpPr/>
      </dsp:nvSpPr>
      <dsp:spPr>
        <a:xfrm>
          <a:off x="7556671" y="155308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Private key</a:t>
          </a:r>
        </a:p>
      </dsp:txBody>
      <dsp:txXfrm>
        <a:off x="7556671" y="1553089"/>
        <a:ext cx="2143124" cy="321468"/>
      </dsp:txXfrm>
    </dsp:sp>
    <dsp:sp modelId="{B1E6CAC8-D547-4592-8EB0-B47348A594E2}">
      <dsp:nvSpPr>
        <dsp:cNvPr id="0" name=""/>
        <dsp:cNvSpPr/>
      </dsp:nvSpPr>
      <dsp:spPr>
        <a:xfrm>
          <a:off x="7556671" y="1919312"/>
          <a:ext cx="2143124" cy="1025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similar to the</a:t>
          </a:r>
          <a:r>
            <a:rPr lang="tr-TR" sz="1500" kern="1200"/>
            <a:t> </a:t>
          </a:r>
          <a:r>
            <a:rPr lang="en-US" sz="1500" kern="1200"/>
            <a:t>secret PIN, or signature on a check 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provides control over the account. </a:t>
          </a:r>
          <a:endParaRPr lang="tr-TR" sz="1500" kern="1200"/>
        </a:p>
      </dsp:txBody>
      <dsp:txXfrm>
        <a:off x="7556671" y="1919312"/>
        <a:ext cx="2143124" cy="10251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4445A-7BCC-40FA-9843-E4A6B1C52EEC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E5E92-7B58-41CD-A853-65188E57FA15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Visibility</a:t>
          </a:r>
        </a:p>
      </dsp:txBody>
      <dsp:txXfrm>
        <a:off x="152976" y="1981055"/>
        <a:ext cx="4320000" cy="648000"/>
      </dsp:txXfrm>
    </dsp:sp>
    <dsp:sp modelId="{EC48CE8D-EA3E-48C1-83A3-BDD6C44CD28D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digital keys are very rarely seen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the users of bitcoin.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05CC4B56-35B3-473E-9F4B-BF61D453E126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60F03-1C4A-493C-924A-82BA7058595C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Storage</a:t>
          </a:r>
        </a:p>
      </dsp:txBody>
      <dsp:txXfrm>
        <a:off x="5228976" y="1981055"/>
        <a:ext cx="4320000" cy="648000"/>
      </dsp:txXfrm>
    </dsp:sp>
    <dsp:sp modelId="{4B262A45-5E15-4160-AD12-5198E46FDFF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 are</a:t>
          </a:r>
          <a:r>
            <a:rPr lang="tr-TR" sz="1700" kern="1200" dirty="0"/>
            <a:t> </a:t>
          </a:r>
          <a:r>
            <a:rPr lang="en-US" sz="1700" kern="1200" dirty="0"/>
            <a:t>stored inside the wallet file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managed by the bitcoin wallet software.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43E04-F456-4254-80F7-67132F9345E3}">
      <dsp:nvSpPr>
        <dsp:cNvPr id="0" name=""/>
        <dsp:cNvSpPr/>
      </dsp:nvSpPr>
      <dsp:spPr>
        <a:xfrm>
          <a:off x="943992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1490A-D0F1-43A0-B595-4EEA37F45FB5}">
      <dsp:nvSpPr>
        <dsp:cNvPr id="0" name=""/>
        <dsp:cNvSpPr/>
      </dsp:nvSpPr>
      <dsp:spPr>
        <a:xfrm>
          <a:off x="3421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Public key cryptography</a:t>
          </a:r>
          <a:endParaRPr lang="tr-TR" sz="2300" kern="1200"/>
        </a:p>
      </dsp:txBody>
      <dsp:txXfrm>
        <a:off x="3421" y="1693483"/>
        <a:ext cx="2894062" cy="434109"/>
      </dsp:txXfrm>
    </dsp:sp>
    <dsp:sp modelId="{C9245252-EC03-4384-8C11-7AA0E01F5AF3}">
      <dsp:nvSpPr>
        <dsp:cNvPr id="0" name=""/>
        <dsp:cNvSpPr/>
      </dsp:nvSpPr>
      <dsp:spPr>
        <a:xfrm>
          <a:off x="3421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was invented in the 1970s </a:t>
          </a:r>
          <a:endParaRPr lang="tr-TR" sz="1700" kern="1200" dirty="0"/>
        </a:p>
      </dsp:txBody>
      <dsp:txXfrm>
        <a:off x="3421" y="2177704"/>
        <a:ext cx="2894062" cy="900725"/>
      </dsp:txXfrm>
    </dsp:sp>
    <dsp:sp modelId="{A1D351EE-C6AC-4570-86DE-ED85BCD4B0A8}">
      <dsp:nvSpPr>
        <dsp:cNvPr id="0" name=""/>
        <dsp:cNvSpPr/>
      </dsp:nvSpPr>
      <dsp:spPr>
        <a:xfrm>
          <a:off x="4344515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7206A-0E9C-4D30-A2EA-50E8B5ADAC47}">
      <dsp:nvSpPr>
        <dsp:cNvPr id="0" name=""/>
        <dsp:cNvSpPr/>
      </dsp:nvSpPr>
      <dsp:spPr>
        <a:xfrm>
          <a:off x="3403945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Mathematics</a:t>
          </a:r>
        </a:p>
      </dsp:txBody>
      <dsp:txXfrm>
        <a:off x="3403945" y="1693483"/>
        <a:ext cx="2894062" cy="434109"/>
      </dsp:txXfrm>
    </dsp:sp>
    <dsp:sp modelId="{CA250D0B-F8A3-4866-A0B0-9209F8DAFCFC}">
      <dsp:nvSpPr>
        <dsp:cNvPr id="0" name=""/>
        <dsp:cNvSpPr/>
      </dsp:nvSpPr>
      <dsp:spPr>
        <a:xfrm>
          <a:off x="3403945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mathematical foundation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computer and information security</a:t>
          </a:r>
          <a:endParaRPr lang="tr-TR" sz="1700" kern="1200" dirty="0"/>
        </a:p>
      </dsp:txBody>
      <dsp:txXfrm>
        <a:off x="3403945" y="2177704"/>
        <a:ext cx="2894062" cy="900725"/>
      </dsp:txXfrm>
    </dsp:sp>
    <dsp:sp modelId="{CC9D02E9-A0D3-40B6-8940-66AE8254FB88}">
      <dsp:nvSpPr>
        <dsp:cNvPr id="0" name=""/>
        <dsp:cNvSpPr/>
      </dsp:nvSpPr>
      <dsp:spPr>
        <a:xfrm>
          <a:off x="7745039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8901F-431B-4DE1-B7D1-7701DF17C020}">
      <dsp:nvSpPr>
        <dsp:cNvPr id="0" name=""/>
        <dsp:cNvSpPr/>
      </dsp:nvSpPr>
      <dsp:spPr>
        <a:xfrm>
          <a:off x="6804468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Later discoveries</a:t>
          </a:r>
        </a:p>
      </dsp:txBody>
      <dsp:txXfrm>
        <a:off x="6804468" y="1693483"/>
        <a:ext cx="2894062" cy="434109"/>
      </dsp:txXfrm>
    </dsp:sp>
    <dsp:sp modelId="{0EBF130F-2697-484B-99C7-3EBAEFAE1035}">
      <dsp:nvSpPr>
        <dsp:cNvPr id="0" name=""/>
        <dsp:cNvSpPr/>
      </dsp:nvSpPr>
      <dsp:spPr>
        <a:xfrm>
          <a:off x="6804468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prime number exponentiation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elliptic curve multiplication</a:t>
          </a:r>
          <a:endParaRPr lang="tr-TR" sz="1700" kern="1200"/>
        </a:p>
      </dsp:txBody>
      <dsp:txXfrm>
        <a:off x="6804468" y="2177704"/>
        <a:ext cx="2894062" cy="90072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031E2-20F9-4EBC-ADAE-ECDD80088AD7}">
      <dsp:nvSpPr>
        <dsp:cNvPr id="0" name=""/>
        <dsp:cNvSpPr/>
      </dsp:nvSpPr>
      <dsp:spPr>
        <a:xfrm>
          <a:off x="943992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EFB9B-0D49-4BCB-8FE6-630625521C2A}">
      <dsp:nvSpPr>
        <dsp:cNvPr id="0" name=""/>
        <dsp:cNvSpPr/>
      </dsp:nvSpPr>
      <dsp:spPr>
        <a:xfrm>
          <a:off x="3421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Irreversability</a:t>
          </a:r>
        </a:p>
      </dsp:txBody>
      <dsp:txXfrm>
        <a:off x="3421" y="1701824"/>
        <a:ext cx="2894062" cy="434109"/>
      </dsp:txXfrm>
    </dsp:sp>
    <dsp:sp modelId="{0972CA0F-DF8D-4096-9667-231913491330}">
      <dsp:nvSpPr>
        <dsp:cNvPr id="0" name=""/>
        <dsp:cNvSpPr/>
      </dsp:nvSpPr>
      <dsp:spPr>
        <a:xfrm>
          <a:off x="3421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Ecliptic curve </a:t>
          </a:r>
          <a:r>
            <a:rPr lang="en-US" sz="1700" kern="1200" dirty="0"/>
            <a:t>functions are practically irreversible</a:t>
          </a:r>
          <a:endParaRPr lang="tr-TR" sz="1700" kern="1200" dirty="0"/>
        </a:p>
      </dsp:txBody>
      <dsp:txXfrm>
        <a:off x="3421" y="2185680"/>
        <a:ext cx="2894062" cy="883623"/>
      </dsp:txXfrm>
    </dsp:sp>
    <dsp:sp modelId="{74AFEB6B-6A0E-4547-8E26-50CDED2E97B8}">
      <dsp:nvSpPr>
        <dsp:cNvPr id="0" name=""/>
        <dsp:cNvSpPr/>
      </dsp:nvSpPr>
      <dsp:spPr>
        <a:xfrm>
          <a:off x="4344515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5ADEF-B7DB-434E-8C94-C307EA647CD2}">
      <dsp:nvSpPr>
        <dsp:cNvPr id="0" name=""/>
        <dsp:cNvSpPr/>
      </dsp:nvSpPr>
      <dsp:spPr>
        <a:xfrm>
          <a:off x="3403945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Meaning</a:t>
          </a:r>
        </a:p>
      </dsp:txBody>
      <dsp:txXfrm>
        <a:off x="3403945" y="1701824"/>
        <a:ext cx="2894062" cy="434109"/>
      </dsp:txXfrm>
    </dsp:sp>
    <dsp:sp modelId="{B0F9B7D0-027E-4DDE-AC64-353979B7E849}">
      <dsp:nvSpPr>
        <dsp:cNvPr id="0" name=""/>
        <dsp:cNvSpPr/>
      </dsp:nvSpPr>
      <dsp:spPr>
        <a:xfrm>
          <a:off x="3403945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easy to calculate in one direction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infeasible to calculate in the opposite</a:t>
          </a:r>
          <a:r>
            <a:rPr lang="tr-TR" sz="1700" kern="1200"/>
            <a:t> </a:t>
          </a:r>
          <a:r>
            <a:rPr lang="en-US" sz="1700" kern="1200"/>
            <a:t>direction</a:t>
          </a:r>
          <a:endParaRPr lang="tr-TR" sz="1700" kern="1200"/>
        </a:p>
      </dsp:txBody>
      <dsp:txXfrm>
        <a:off x="3403945" y="2185680"/>
        <a:ext cx="2894062" cy="883623"/>
      </dsp:txXfrm>
    </dsp:sp>
    <dsp:sp modelId="{F50A8525-3700-4903-864B-299A8E8CD4B7}">
      <dsp:nvSpPr>
        <dsp:cNvPr id="0" name=""/>
        <dsp:cNvSpPr/>
      </dsp:nvSpPr>
      <dsp:spPr>
        <a:xfrm>
          <a:off x="7745039" y="58194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026AE-77A4-4234-BA72-00DD7CF64D19}">
      <dsp:nvSpPr>
        <dsp:cNvPr id="0" name=""/>
        <dsp:cNvSpPr/>
      </dsp:nvSpPr>
      <dsp:spPr>
        <a:xfrm>
          <a:off x="6804468" y="170182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Cryptography </a:t>
          </a:r>
        </a:p>
      </dsp:txBody>
      <dsp:txXfrm>
        <a:off x="6804468" y="1701824"/>
        <a:ext cx="2894062" cy="434109"/>
      </dsp:txXfrm>
    </dsp:sp>
    <dsp:sp modelId="{26919D2F-E771-44A8-B023-FCABCB8FA6B5}">
      <dsp:nvSpPr>
        <dsp:cNvPr id="0" name=""/>
        <dsp:cNvSpPr/>
      </dsp:nvSpPr>
      <dsp:spPr>
        <a:xfrm>
          <a:off x="6804468" y="2185680"/>
          <a:ext cx="2894062" cy="883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Enables the creation </a:t>
          </a:r>
          <a:r>
            <a:rPr lang="en-US" sz="1700" kern="1200" dirty="0"/>
            <a:t>of digital secrets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unforgeable digital signatures. </a:t>
          </a:r>
          <a:endParaRPr lang="tr-TR" sz="1700" kern="1200"/>
        </a:p>
      </dsp:txBody>
      <dsp:txXfrm>
        <a:off x="6804468" y="2185680"/>
        <a:ext cx="2894062" cy="8836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DE592-97A3-4689-95B4-D1A8D5CF7877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D68AF-51EE-49F7-9A81-98AE646A5625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pair in Bitcoin</a:t>
          </a:r>
        </a:p>
      </dsp:txBody>
      <dsp:txXfrm>
        <a:off x="3421" y="1568504"/>
        <a:ext cx="2894062" cy="434109"/>
      </dsp:txXfrm>
    </dsp:sp>
    <dsp:sp modelId="{6B511409-B2B5-4C8E-AD39-2E166BB8E344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key pair consists of a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 from it—a unique public</a:t>
          </a:r>
          <a:r>
            <a:rPr lang="tr-TR" sz="1700" kern="1200" dirty="0"/>
            <a:t> </a:t>
          </a:r>
          <a:r>
            <a:rPr lang="en-US" sz="1700" kern="1200" dirty="0"/>
            <a:t>key. </a:t>
          </a:r>
          <a:endParaRPr lang="tr-TR" sz="1700" kern="1200" dirty="0"/>
        </a:p>
      </dsp:txBody>
      <dsp:txXfrm>
        <a:off x="3421" y="2058195"/>
        <a:ext cx="2894062" cy="1156972"/>
      </dsp:txXfrm>
    </dsp:sp>
    <dsp:sp modelId="{DBD9635F-E030-4146-A01A-7121F918C6C3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7D10C-19BC-48F7-AD6F-03567768298D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 public key </a:t>
          </a:r>
          <a:endParaRPr lang="tr-TR" sz="2800" kern="1200"/>
        </a:p>
      </dsp:txBody>
      <dsp:txXfrm>
        <a:off x="3403945" y="1568504"/>
        <a:ext cx="2894062" cy="434109"/>
      </dsp:txXfrm>
    </dsp:sp>
    <dsp:sp modelId="{4D211019-BDCB-45B6-9715-C7794C644B16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used to receive funds</a:t>
          </a:r>
          <a:endParaRPr lang="tr-TR" sz="1700" kern="1200" dirty="0"/>
        </a:p>
      </dsp:txBody>
      <dsp:txXfrm>
        <a:off x="3403945" y="2058195"/>
        <a:ext cx="2894062" cy="1156972"/>
      </dsp:txXfrm>
    </dsp:sp>
    <dsp:sp modelId="{07A06E55-9245-4BA2-9F67-4A05BFA5A9C6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D3783-46CB-47C2-AA29-C5B35AD096B7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</a:t>
          </a:r>
          <a:r>
            <a:rPr lang="tr-TR" sz="2800" kern="1200"/>
            <a:t> </a:t>
          </a:r>
          <a:r>
            <a:rPr lang="en-US" sz="2800" kern="1200"/>
            <a:t>private key</a:t>
          </a:r>
          <a:endParaRPr lang="tr-TR" sz="2800" kern="1200"/>
        </a:p>
      </dsp:txBody>
      <dsp:txXfrm>
        <a:off x="6804468" y="1568504"/>
        <a:ext cx="2894062" cy="434109"/>
      </dsp:txXfrm>
    </dsp:sp>
    <dsp:sp modelId="{B58583B9-A8FE-42B7-8CFF-65335549B08C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used to sign transactions</a:t>
          </a:r>
          <a:r>
            <a:rPr lang="tr-TR" sz="1700" kern="1200"/>
            <a:t> </a:t>
          </a:r>
          <a:r>
            <a:rPr lang="en-US" sz="1700" kern="1200"/>
            <a:t>to spend the funds</a:t>
          </a:r>
          <a:endParaRPr lang="tr-TR" sz="1700" kern="1200"/>
        </a:p>
      </dsp:txBody>
      <dsp:txXfrm>
        <a:off x="6804468" y="2058195"/>
        <a:ext cx="2894062" cy="11569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4886F-98A7-44C4-B7E8-A339837B470C}">
      <dsp:nvSpPr>
        <dsp:cNvPr id="0" name=""/>
        <dsp:cNvSpPr/>
      </dsp:nvSpPr>
      <dsp:spPr>
        <a:xfrm>
          <a:off x="943992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33D8A-C5C6-46EB-BE91-2BD3B2BF884A}">
      <dsp:nvSpPr>
        <dsp:cNvPr id="0" name=""/>
        <dsp:cNvSpPr/>
      </dsp:nvSpPr>
      <dsp:spPr>
        <a:xfrm>
          <a:off x="3421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Signatures on Messages</a:t>
          </a:r>
        </a:p>
      </dsp:txBody>
      <dsp:txXfrm>
        <a:off x="3421" y="1748891"/>
        <a:ext cx="2894062" cy="434109"/>
      </dsp:txXfrm>
    </dsp:sp>
    <dsp:sp modelId="{2E24FFB5-5B1A-4AC8-803C-6E34481C4B09}">
      <dsp:nvSpPr>
        <dsp:cNvPr id="0" name=""/>
        <dsp:cNvSpPr/>
      </dsp:nvSpPr>
      <dsp:spPr>
        <a:xfrm>
          <a:off x="3421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There is a mathematical relationship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between </a:t>
          </a:r>
          <a:r>
            <a:rPr lang="en-US" sz="1500" kern="1200" dirty="0"/>
            <a:t>the public and the private key</a:t>
          </a:r>
          <a:endParaRPr lang="tr-TR" sz="1500" kern="1200" dirty="0"/>
        </a:p>
      </dsp:txBody>
      <dsp:txXfrm>
        <a:off x="3421" y="2230688"/>
        <a:ext cx="2894062" cy="787119"/>
      </dsp:txXfrm>
    </dsp:sp>
    <dsp:sp modelId="{B705E8AD-0068-4000-A26C-089A0CA7285A}">
      <dsp:nvSpPr>
        <dsp:cNvPr id="0" name=""/>
        <dsp:cNvSpPr/>
      </dsp:nvSpPr>
      <dsp:spPr>
        <a:xfrm>
          <a:off x="4344515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8717B-E9BE-4EFD-811F-6BAA343CF7F9}">
      <dsp:nvSpPr>
        <dsp:cNvPr id="0" name=""/>
        <dsp:cNvSpPr/>
      </dsp:nvSpPr>
      <dsp:spPr>
        <a:xfrm>
          <a:off x="3403945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Signatures from private key</a:t>
          </a:r>
        </a:p>
      </dsp:txBody>
      <dsp:txXfrm>
        <a:off x="3403945" y="1748891"/>
        <a:ext cx="2894062" cy="434109"/>
      </dsp:txXfrm>
    </dsp:sp>
    <dsp:sp modelId="{96E05FF0-C983-42AF-891A-BA83C5EC7425}">
      <dsp:nvSpPr>
        <dsp:cNvPr id="0" name=""/>
        <dsp:cNvSpPr/>
      </dsp:nvSpPr>
      <dsp:spPr>
        <a:xfrm>
          <a:off x="3403945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private key </a:t>
          </a:r>
          <a:r>
            <a:rPr lang="tr-TR" sz="1500" kern="1200" dirty="0"/>
            <a:t>is</a:t>
          </a:r>
          <a:r>
            <a:rPr lang="en-US" sz="1500" kern="1200" dirty="0"/>
            <a:t> used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</a:t>
          </a:r>
          <a:r>
            <a:rPr lang="en-US" sz="1500" kern="1200" dirty="0"/>
            <a:t>generate signatures on messages. </a:t>
          </a:r>
          <a:endParaRPr lang="tr-TR" sz="1500" kern="1200" dirty="0"/>
        </a:p>
      </dsp:txBody>
      <dsp:txXfrm>
        <a:off x="3403945" y="2230688"/>
        <a:ext cx="2894062" cy="787119"/>
      </dsp:txXfrm>
    </dsp:sp>
    <dsp:sp modelId="{251E4530-8778-411C-9C0D-0B3987B99A07}">
      <dsp:nvSpPr>
        <dsp:cNvPr id="0" name=""/>
        <dsp:cNvSpPr/>
      </dsp:nvSpPr>
      <dsp:spPr>
        <a:xfrm>
          <a:off x="7745039" y="63344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9AAD7-694A-4E7D-A261-3C1C9DFC3EC0}">
      <dsp:nvSpPr>
        <dsp:cNvPr id="0" name=""/>
        <dsp:cNvSpPr/>
      </dsp:nvSpPr>
      <dsp:spPr>
        <a:xfrm>
          <a:off x="6804468" y="17488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Validation of Signature</a:t>
          </a:r>
        </a:p>
      </dsp:txBody>
      <dsp:txXfrm>
        <a:off x="6804468" y="1748891"/>
        <a:ext cx="2894062" cy="434109"/>
      </dsp:txXfrm>
    </dsp:sp>
    <dsp:sp modelId="{C9E16FC9-ABCE-4555-9F1E-8F86D1C73AB0}">
      <dsp:nvSpPr>
        <dsp:cNvPr id="0" name=""/>
        <dsp:cNvSpPr/>
      </dsp:nvSpPr>
      <dsp:spPr>
        <a:xfrm>
          <a:off x="6804468" y="2230688"/>
          <a:ext cx="2894062" cy="787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This signature</a:t>
          </a:r>
          <a:r>
            <a:rPr lang="tr-TR" sz="1500" kern="1200" dirty="0"/>
            <a:t> </a:t>
          </a:r>
          <a:r>
            <a:rPr lang="en-US" sz="1500" kern="1200" dirty="0"/>
            <a:t>can be validated against the public key</a:t>
          </a:r>
          <a:endParaRPr lang="tr-TR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without revealing the private key.</a:t>
          </a:r>
          <a:endParaRPr lang="tr-TR" sz="1500" kern="1200" dirty="0"/>
        </a:p>
      </dsp:txBody>
      <dsp:txXfrm>
        <a:off x="6804468" y="2230688"/>
        <a:ext cx="2894062" cy="7871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135F0-AF66-4A38-82B2-7758E5C83EA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9551A-67E1-418B-87E5-6379A2719C9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Spending bitcoin</a:t>
          </a:r>
        </a:p>
      </dsp:txBody>
      <dsp:txXfrm>
        <a:off x="152976" y="1981055"/>
        <a:ext cx="4320000" cy="648000"/>
      </dsp:txXfrm>
    </dsp:sp>
    <dsp:sp modelId="{E5E8FE11-C70E-4F60-8604-9E1FEE6B39C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current bitcoin owner presents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public key and a </a:t>
          </a:r>
          <a:r>
            <a:rPr lang="tr-TR" sz="1700" kern="1200" dirty="0"/>
            <a:t>signature </a:t>
          </a:r>
          <a:r>
            <a:rPr lang="en-US" sz="1700" kern="1200" dirty="0"/>
            <a:t>in a transaction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C968105-E2F3-4215-B543-45C5F455F72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490E9-B51A-4DA1-A3CD-21F56603EE3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Signature</a:t>
          </a:r>
          <a:r>
            <a:rPr lang="tr-TR" sz="3600" kern="1200"/>
            <a:t> </a:t>
          </a:r>
        </a:p>
      </dsp:txBody>
      <dsp:txXfrm>
        <a:off x="5228976" y="1981055"/>
        <a:ext cx="4320000" cy="648000"/>
      </dsp:txXfrm>
    </dsp:sp>
    <dsp:sp modelId="{7F76F408-CED2-4730-A28D-C51441BF565C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</a:t>
          </a:r>
          <a:r>
            <a:rPr lang="tr-TR" sz="1700" kern="1200" dirty="0"/>
            <a:t> </a:t>
          </a:r>
          <a:r>
            <a:rPr lang="en-US" sz="1700" kern="1200" dirty="0"/>
            <a:t>time</a:t>
          </a:r>
          <a:r>
            <a:rPr lang="tr-TR" sz="1700" kern="1200" dirty="0"/>
            <a:t> is </a:t>
          </a:r>
          <a:r>
            <a:rPr lang="en-US" sz="1700" kern="1200" dirty="0"/>
            <a:t>different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but created from the same private key.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F323-871F-4192-B200-2827D402F27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57540-533E-4DDC-B701-2EF521604084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Verification</a:t>
          </a:r>
        </a:p>
      </dsp:txBody>
      <dsp:txXfrm>
        <a:off x="152976" y="1981055"/>
        <a:ext cx="4320000" cy="648000"/>
      </dsp:txXfrm>
    </dsp:sp>
    <dsp:sp modelId="{D4CB6586-0FEA-445A-8961-9A4D47A3167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everyone</a:t>
          </a:r>
          <a:r>
            <a:rPr lang="tr-TR" sz="1700" kern="1200" dirty="0"/>
            <a:t> </a:t>
          </a:r>
          <a:r>
            <a:rPr lang="en-US" sz="1700" kern="1200" dirty="0"/>
            <a:t>in the bitcoin network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verify and accept the transaction as valid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DDB476BA-9D6E-4D47-8B05-A903FA13D068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4456-9488-45CB-9D49-070D35EF65E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Shows</a:t>
          </a:r>
        </a:p>
      </dsp:txBody>
      <dsp:txXfrm>
        <a:off x="5228976" y="1981055"/>
        <a:ext cx="4320000" cy="648000"/>
      </dsp:txXfrm>
    </dsp:sp>
    <dsp:sp modelId="{32DA5871-37F6-46F8-8590-26510902FBA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person transferring the bitcoin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owned them at the time of the transfer.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6651D-6ADF-4052-8967-A62E503A7A1D}">
      <dsp:nvSpPr>
        <dsp:cNvPr id="0" name=""/>
        <dsp:cNvSpPr/>
      </dsp:nvSpPr>
      <dsp:spPr>
        <a:xfrm>
          <a:off x="1556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A86AD-DA90-45C8-9A85-FAF345C70125}">
      <dsp:nvSpPr>
        <dsp:cNvPr id="0" name=""/>
        <dsp:cNvSpPr/>
      </dsp:nvSpPr>
      <dsp:spPr>
        <a:xfrm>
          <a:off x="152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Usual Storage Strategy</a:t>
          </a:r>
        </a:p>
      </dsp:txBody>
      <dsp:txXfrm>
        <a:off x="152976" y="1849064"/>
        <a:ext cx="4320000" cy="648000"/>
      </dsp:txXfrm>
    </dsp:sp>
    <dsp:sp modelId="{BD2E0C30-8C29-4DA8-8B82-64413B183B8D}">
      <dsp:nvSpPr>
        <dsp:cNvPr id="0" name=""/>
        <dsp:cNvSpPr/>
      </dsp:nvSpPr>
      <dsp:spPr>
        <a:xfrm>
          <a:off x="152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private and public keys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</a:t>
          </a:r>
          <a:r>
            <a:rPr lang="tr-TR" sz="1700" kern="1200"/>
            <a:t> </a:t>
          </a:r>
          <a:r>
            <a:rPr lang="en-US" sz="1700" kern="1200"/>
            <a:t>stored together as a key pair for convenience. </a:t>
          </a:r>
          <a:endParaRPr lang="tr-TR" sz="1700" kern="1200"/>
        </a:p>
      </dsp:txBody>
      <dsp:txXfrm>
        <a:off x="152976" y="2562209"/>
        <a:ext cx="4320000" cy="892036"/>
      </dsp:txXfrm>
    </dsp:sp>
    <dsp:sp modelId="{545D4C3E-2370-482F-8802-E14675EB233E}">
      <dsp:nvSpPr>
        <dsp:cNvPr id="0" name=""/>
        <dsp:cNvSpPr/>
      </dsp:nvSpPr>
      <dsp:spPr>
        <a:xfrm>
          <a:off x="6632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47169-37B3-4FA7-9BDB-7DA908C0DAF9}">
      <dsp:nvSpPr>
        <dsp:cNvPr id="0" name=""/>
        <dsp:cNvSpPr/>
      </dsp:nvSpPr>
      <dsp:spPr>
        <a:xfrm>
          <a:off x="5228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Production of Public Key</a:t>
          </a:r>
        </a:p>
      </dsp:txBody>
      <dsp:txXfrm>
        <a:off x="5228976" y="1849064"/>
        <a:ext cx="4320000" cy="648000"/>
      </dsp:txXfrm>
    </dsp:sp>
    <dsp:sp modelId="{0DA5F4A8-2176-4B3B-9964-1EE0CE172071}">
      <dsp:nvSpPr>
        <dsp:cNvPr id="0" name=""/>
        <dsp:cNvSpPr/>
      </dsp:nvSpPr>
      <dsp:spPr>
        <a:xfrm>
          <a:off x="5228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public</a:t>
          </a:r>
          <a:r>
            <a:rPr lang="tr-TR" sz="1700" kern="1200" dirty="0"/>
            <a:t> </a:t>
          </a:r>
          <a:r>
            <a:rPr lang="en-US" sz="1700" kern="1200" dirty="0"/>
            <a:t>key can be calculated from the private key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 storing only the private</a:t>
          </a:r>
          <a:r>
            <a:rPr lang="tr-TR" sz="1700" kern="1200"/>
            <a:t> </a:t>
          </a:r>
          <a:r>
            <a:rPr lang="en-US" sz="1700" kern="1200"/>
            <a:t>key is also possible.</a:t>
          </a:r>
          <a:endParaRPr lang="tr-TR" sz="1700" kern="1200"/>
        </a:p>
      </dsp:txBody>
      <dsp:txXfrm>
        <a:off x="5228976" y="2562209"/>
        <a:ext cx="4320000" cy="89203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3EC12-5F74-428D-9B9E-38F3A1D379D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48DAE-26C1-486B-91FE-F2BE28BF8791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Private key - k</a:t>
          </a:r>
        </a:p>
      </dsp:txBody>
      <dsp:txXfrm>
        <a:off x="152976" y="1981055"/>
        <a:ext cx="4320000" cy="648000"/>
      </dsp:txXfrm>
    </dsp:sp>
    <dsp:sp modelId="{5B6D2B03-F079-4515-9603-05BE4C9AF7A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private key (k) is a number, usually picked at random. </a:t>
          </a:r>
          <a:endParaRPr lang="tr-TR" sz="2000" kern="1200"/>
        </a:p>
      </dsp:txBody>
      <dsp:txXfrm>
        <a:off x="152976" y="2688423"/>
        <a:ext cx="4320000" cy="621412"/>
      </dsp:txXfrm>
    </dsp:sp>
    <dsp:sp modelId="{765C5028-D70A-4854-A843-AC0C3042D394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37DC0-491E-433A-9DE6-E56C15D7D46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Public key - K</a:t>
          </a:r>
        </a:p>
      </dsp:txBody>
      <dsp:txXfrm>
        <a:off x="5228976" y="1981055"/>
        <a:ext cx="4320000" cy="648000"/>
      </dsp:txXfrm>
    </dsp:sp>
    <dsp:sp modelId="{7F5453C2-3C44-4524-B914-942E97B0FAA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Generated f</a:t>
          </a:r>
          <a:r>
            <a:rPr lang="en-US" sz="2000" kern="1200"/>
            <a:t>rom the private</a:t>
          </a:r>
          <a:r>
            <a:rPr lang="tr-TR" sz="2000" kern="1200"/>
            <a:t> </a:t>
          </a:r>
          <a:r>
            <a:rPr lang="en-US" sz="2000" kern="1200"/>
            <a:t>key </a:t>
          </a:r>
          <a:endParaRPr lang="tr-TR" sz="2000" kern="1200"/>
        </a:p>
      </dsp:txBody>
      <dsp:txXfrm>
        <a:off x="5228976" y="2688423"/>
        <a:ext cx="4320000" cy="6214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BFD8C-C3BE-41FF-A0FB-1F42CD94FD9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9F4AB-9EAF-46E1-ACAF-A07B21B35B9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Elliptic curve multiplication</a:t>
          </a:r>
        </a:p>
      </dsp:txBody>
      <dsp:txXfrm>
        <a:off x="152976" y="1981055"/>
        <a:ext cx="4320000" cy="648000"/>
      </dsp:txXfrm>
    </dsp:sp>
    <dsp:sp modelId="{1C85EB1D-114B-408B-A3E1-4D3B086E064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one-way cryptographic function </a:t>
          </a:r>
          <a:endParaRPr lang="tr-TR" sz="1700" kern="1200"/>
        </a:p>
      </dsp:txBody>
      <dsp:txXfrm>
        <a:off x="152976" y="2688423"/>
        <a:ext cx="4320000" cy="621412"/>
      </dsp:txXfrm>
    </dsp:sp>
    <dsp:sp modelId="{754F8164-F69E-4330-901B-A124FCCDAEF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47A26-216D-48BB-A717-30EECD3CC59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Bitcoin address - A</a:t>
          </a:r>
        </a:p>
      </dsp:txBody>
      <dsp:txXfrm>
        <a:off x="5228976" y="1981055"/>
        <a:ext cx="4320000" cy="648000"/>
      </dsp:txXfrm>
    </dsp:sp>
    <dsp:sp modelId="{7FA467B6-5C74-4020-9EE1-3EFA2908AAF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Generated f</a:t>
          </a:r>
          <a:r>
            <a:rPr lang="en-US" sz="1700" kern="1200"/>
            <a:t>rom the public key (K),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Using </a:t>
          </a:r>
          <a:r>
            <a:rPr lang="en-US" sz="1700" kern="1200"/>
            <a:t>a one-way cryptographic</a:t>
          </a:r>
          <a:r>
            <a:rPr lang="tr-TR" sz="1700" kern="1200"/>
            <a:t> </a:t>
          </a:r>
          <a:r>
            <a:rPr lang="en-US" sz="1700" kern="1200"/>
            <a:t>hash function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04A62-88FB-41C4-8961-CCA432D8BD6D}">
      <dsp:nvSpPr>
        <dsp:cNvPr id="0" name=""/>
        <dsp:cNvSpPr/>
      </dsp:nvSpPr>
      <dsp:spPr>
        <a:xfrm>
          <a:off x="943992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4A98A-2405-4718-8290-855798CF096F}">
      <dsp:nvSpPr>
        <dsp:cNvPr id="0" name=""/>
        <dsp:cNvSpPr/>
      </dsp:nvSpPr>
      <dsp:spPr>
        <a:xfrm>
          <a:off x="3421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Asymmetric</a:t>
          </a:r>
          <a:r>
            <a:rPr lang="tr-TR" sz="2100" kern="1200"/>
            <a:t> </a:t>
          </a:r>
          <a:r>
            <a:rPr lang="en-US" sz="2100" kern="1200"/>
            <a:t>cryptography </a:t>
          </a:r>
          <a:endParaRPr lang="tr-TR" sz="2100" kern="1200"/>
        </a:p>
      </dsp:txBody>
      <dsp:txXfrm>
        <a:off x="3421" y="1845959"/>
        <a:ext cx="2894062" cy="434109"/>
      </dsp:txXfrm>
    </dsp:sp>
    <dsp:sp modelId="{90B5C708-74C6-4CF2-8506-13F1BC6E6D33}">
      <dsp:nvSpPr>
        <dsp:cNvPr id="0" name=""/>
        <dsp:cNvSpPr/>
      </dsp:nvSpPr>
      <dsp:spPr>
        <a:xfrm>
          <a:off x="3421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Public/Private Keys</a:t>
          </a:r>
          <a:endParaRPr lang="tr-TR" sz="1600" kern="1200" dirty="0"/>
        </a:p>
      </dsp:txBody>
      <dsp:txXfrm>
        <a:off x="3421" y="2323508"/>
        <a:ext cx="2894062" cy="588098"/>
      </dsp:txXfrm>
    </dsp:sp>
    <dsp:sp modelId="{CBA8D555-0384-49AD-A6DE-C91131B1C936}">
      <dsp:nvSpPr>
        <dsp:cNvPr id="0" name=""/>
        <dsp:cNvSpPr/>
      </dsp:nvSpPr>
      <dsp:spPr>
        <a:xfrm>
          <a:off x="4344515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1F4FA-3218-43F3-9186-0968B24AF5D9}">
      <dsp:nvSpPr>
        <dsp:cNvPr id="0" name=""/>
        <dsp:cNvSpPr/>
      </dsp:nvSpPr>
      <dsp:spPr>
        <a:xfrm>
          <a:off x="3403945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Verification</a:t>
          </a:r>
        </a:p>
      </dsp:txBody>
      <dsp:txXfrm>
        <a:off x="3403945" y="1845959"/>
        <a:ext cx="2894062" cy="434109"/>
      </dsp:txXfrm>
    </dsp:sp>
    <dsp:sp modelId="{1F9D1273-593A-4235-8862-B0AADE16091D}">
      <dsp:nvSpPr>
        <dsp:cNvPr id="0" name=""/>
        <dsp:cNvSpPr/>
      </dsp:nvSpPr>
      <dsp:spPr>
        <a:xfrm>
          <a:off x="3403945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anyone</a:t>
          </a:r>
          <a:r>
            <a:rPr lang="tr-TR" sz="1600" kern="1200" dirty="0"/>
            <a:t> can</a:t>
          </a:r>
          <a:r>
            <a:rPr lang="en-US" sz="1600" kern="1200" dirty="0"/>
            <a:t> verify</a:t>
          </a:r>
          <a:r>
            <a:rPr lang="tr-TR" sz="1600" kern="1200" dirty="0"/>
            <a:t> </a:t>
          </a:r>
          <a:r>
            <a:rPr lang="en-US" sz="1600" kern="1200" dirty="0"/>
            <a:t>every signature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 every transaction </a:t>
          </a:r>
          <a:endParaRPr lang="tr-TR" sz="1600" kern="1200" dirty="0"/>
        </a:p>
      </dsp:txBody>
      <dsp:txXfrm>
        <a:off x="3403945" y="2323508"/>
        <a:ext cx="2894062" cy="588098"/>
      </dsp:txXfrm>
    </dsp:sp>
    <dsp:sp modelId="{D93E3689-BF00-451E-8715-5BA97C00DD1C}">
      <dsp:nvSpPr>
        <dsp:cNvPr id="0" name=""/>
        <dsp:cNvSpPr/>
      </dsp:nvSpPr>
      <dsp:spPr>
        <a:xfrm>
          <a:off x="7745039" y="73964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5DD36-B01C-40C9-B151-AB31D21FE228}">
      <dsp:nvSpPr>
        <dsp:cNvPr id="0" name=""/>
        <dsp:cNvSpPr/>
      </dsp:nvSpPr>
      <dsp:spPr>
        <a:xfrm>
          <a:off x="6804468" y="184595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Authority to produce</a:t>
          </a:r>
        </a:p>
      </dsp:txBody>
      <dsp:txXfrm>
        <a:off x="6804468" y="1845959"/>
        <a:ext cx="2894062" cy="434109"/>
      </dsp:txXfrm>
    </dsp:sp>
    <dsp:sp modelId="{F8A32E0E-A5F8-41B8-B4C8-BDAA4520A029}">
      <dsp:nvSpPr>
        <dsp:cNvPr id="0" name=""/>
        <dsp:cNvSpPr/>
      </dsp:nvSpPr>
      <dsp:spPr>
        <a:xfrm>
          <a:off x="6804468" y="2323508"/>
          <a:ext cx="2894062" cy="58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only the owners of</a:t>
          </a:r>
          <a:r>
            <a:rPr lang="tr-TR" sz="1600" kern="1200" dirty="0"/>
            <a:t> </a:t>
          </a:r>
          <a:r>
            <a:rPr lang="en-US" sz="1600" kern="1200" dirty="0"/>
            <a:t>private keys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</a:t>
          </a:r>
          <a:r>
            <a:rPr lang="en-US" sz="1600" kern="1200" dirty="0"/>
            <a:t>produce valid signatures</a:t>
          </a:r>
          <a:endParaRPr lang="tr-TR" sz="1600" kern="1200" dirty="0"/>
        </a:p>
      </dsp:txBody>
      <dsp:txXfrm>
        <a:off x="6804468" y="2323508"/>
        <a:ext cx="2894062" cy="58809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56B27-CF7E-4675-B654-AD02F781144A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A467B-3525-44E1-947C-9A15C8720CCF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Verification</a:t>
          </a:r>
        </a:p>
      </dsp:txBody>
      <dsp:txXfrm>
        <a:off x="152976" y="1801062"/>
        <a:ext cx="4320000" cy="648000"/>
      </dsp:txXfrm>
    </dsp:sp>
    <dsp:sp modelId="{984ABD9B-EF3C-4A8D-9D7E-40E4593B2E55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r>
            <a:rPr lang="tr-TR" sz="1700" kern="1200" dirty="0"/>
            <a:t> </a:t>
          </a:r>
          <a:r>
            <a:rPr lang="tr-TR" sz="1700" kern="1200" dirty="0" err="1"/>
            <a:t>and</a:t>
          </a:r>
          <a:r>
            <a:rPr lang="tr-TR" sz="1700" kern="1200" dirty="0"/>
            <a:t> </a:t>
          </a:r>
          <a:r>
            <a:rPr lang="tr-TR" sz="1700" kern="1200" dirty="0" err="1"/>
            <a:t>transaction</a:t>
          </a:r>
          <a:r>
            <a:rPr lang="tr-TR" sz="1700" kern="1200" dirty="0"/>
            <a:t> </a:t>
          </a:r>
          <a:r>
            <a:rPr lang="tr-TR" sz="1700" kern="1200" dirty="0" err="1"/>
            <a:t>fingerprint</a:t>
          </a:r>
          <a:endParaRPr lang="tr-TR" sz="1700" kern="1200" dirty="0"/>
        </a:p>
      </dsp:txBody>
      <dsp:txXfrm>
        <a:off x="152976" y="2516307"/>
        <a:ext cx="4320000" cy="990458"/>
      </dsp:txXfrm>
    </dsp:sp>
    <dsp:sp modelId="{CF684305-947B-41B9-86FB-35D02976090B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5D618-866D-4F61-98F9-08DCF03E11C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Public</a:t>
          </a:r>
        </a:p>
      </dsp:txBody>
      <dsp:txXfrm>
        <a:off x="5228976" y="1801062"/>
        <a:ext cx="4320000" cy="648000"/>
      </dsp:txXfrm>
    </dsp:sp>
    <dsp:sp modelId="{6A3D7B8A-8327-4AF3-8007-581EAB58A6AE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Anyone</a:t>
          </a:r>
          <a:r>
            <a:rPr lang="tr-TR" sz="1700" kern="1200" dirty="0"/>
            <a:t> can </a:t>
          </a:r>
          <a:r>
            <a:rPr lang="tr-TR" sz="1700" kern="1200" dirty="0" err="1"/>
            <a:t>verify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every</a:t>
          </a:r>
          <a:r>
            <a:rPr lang="tr-TR" sz="1700" kern="1200" dirty="0"/>
            <a:t> </a:t>
          </a:r>
          <a:r>
            <a:rPr lang="tr-TR" sz="1700" kern="1200" dirty="0" err="1"/>
            <a:t>signature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</a:t>
          </a:r>
          <a:r>
            <a:rPr lang="tr-TR" sz="1700" kern="1200" dirty="0" err="1"/>
            <a:t>every</a:t>
          </a:r>
          <a:r>
            <a:rPr lang="tr-TR" sz="1700" kern="1200" dirty="0"/>
            <a:t> </a:t>
          </a:r>
          <a:r>
            <a:rPr lang="tr-TR" sz="1700" kern="1200" dirty="0" err="1"/>
            <a:t>transaction</a:t>
          </a:r>
          <a:endParaRPr lang="tr-TR" sz="1700" kern="1200" dirty="0"/>
        </a:p>
      </dsp:txBody>
      <dsp:txXfrm>
        <a:off x="5228976" y="2516307"/>
        <a:ext cx="4320000" cy="9904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B7A31-91DE-4F0B-BEF8-7666DA1D271C}">
      <dsp:nvSpPr>
        <dsp:cNvPr id="0" name=""/>
        <dsp:cNvSpPr/>
      </dsp:nvSpPr>
      <dsp:spPr>
        <a:xfrm>
          <a:off x="3421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F5F35-B0D8-4E5F-ADD3-08048F67A473}">
      <dsp:nvSpPr>
        <dsp:cNvPr id="0" name=""/>
        <dsp:cNvSpPr/>
      </dsp:nvSpPr>
      <dsp:spPr>
        <a:xfrm>
          <a:off x="3421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Random</a:t>
          </a:r>
        </a:p>
      </dsp:txBody>
      <dsp:txXfrm>
        <a:off x="3421" y="1524866"/>
        <a:ext cx="2894062" cy="434109"/>
      </dsp:txXfrm>
    </dsp:sp>
    <dsp:sp modelId="{9DED3A53-1F17-4044-8763-E52CBE2973F8}">
      <dsp:nvSpPr>
        <dsp:cNvPr id="0" name=""/>
        <dsp:cNvSpPr/>
      </dsp:nvSpPr>
      <dsp:spPr>
        <a:xfrm>
          <a:off x="3421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private key is simply a number 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picked at random.</a:t>
          </a:r>
          <a:endParaRPr lang="tr-TR" sz="1400" kern="1200" dirty="0"/>
        </a:p>
      </dsp:txBody>
      <dsp:txXfrm>
        <a:off x="3421" y="2016467"/>
        <a:ext cx="2894062" cy="1246445"/>
      </dsp:txXfrm>
    </dsp:sp>
    <dsp:sp modelId="{C4B12196-D66C-436A-B17C-F020DDD622C6}">
      <dsp:nvSpPr>
        <dsp:cNvPr id="0" name=""/>
        <dsp:cNvSpPr/>
      </dsp:nvSpPr>
      <dsp:spPr>
        <a:xfrm>
          <a:off x="3403945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8DE30-7C90-4CBD-87AC-048FCFA9DA6B}">
      <dsp:nvSpPr>
        <dsp:cNvPr id="0" name=""/>
        <dsp:cNvSpPr/>
      </dsp:nvSpPr>
      <dsp:spPr>
        <a:xfrm>
          <a:off x="3403945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Fund control and ownership</a:t>
          </a:r>
        </a:p>
      </dsp:txBody>
      <dsp:txXfrm>
        <a:off x="3403945" y="1524866"/>
        <a:ext cx="2894062" cy="434109"/>
      </dsp:txXfrm>
    </dsp:sp>
    <dsp:sp modelId="{891AF3D6-D0C8-4F47-9D9B-EC27182B18EC}">
      <dsp:nvSpPr>
        <dsp:cNvPr id="0" name=""/>
        <dsp:cNvSpPr/>
      </dsp:nvSpPr>
      <dsp:spPr>
        <a:xfrm>
          <a:off x="3403945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</a:t>
          </a:r>
          <a:r>
            <a:rPr lang="tr-TR" sz="1400" kern="1200"/>
            <a:t> </a:t>
          </a:r>
          <a:r>
            <a:rPr lang="en-US" sz="1400" kern="1200"/>
            <a:t>private key is the root of user control over all funds</a:t>
          </a:r>
          <a:endParaRPr lang="tr-TR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associated with the corresponding</a:t>
          </a:r>
          <a:r>
            <a:rPr lang="tr-TR" sz="1400" kern="1200"/>
            <a:t> </a:t>
          </a:r>
          <a:r>
            <a:rPr lang="en-US" sz="1400" kern="1200"/>
            <a:t>bitcoin address. </a:t>
          </a:r>
          <a:endParaRPr lang="tr-TR" sz="1400" kern="1200"/>
        </a:p>
      </dsp:txBody>
      <dsp:txXfrm>
        <a:off x="3403945" y="2016467"/>
        <a:ext cx="2894062" cy="1246445"/>
      </dsp:txXfrm>
    </dsp:sp>
    <dsp:sp modelId="{B7EBF12B-F07C-4FF6-945F-6609A309724B}">
      <dsp:nvSpPr>
        <dsp:cNvPr id="0" name=""/>
        <dsp:cNvSpPr/>
      </dsp:nvSpPr>
      <dsp:spPr>
        <a:xfrm>
          <a:off x="6804468" y="38833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8BE4B-A56E-4C0E-B994-78D908900F61}">
      <dsp:nvSpPr>
        <dsp:cNvPr id="0" name=""/>
        <dsp:cNvSpPr/>
      </dsp:nvSpPr>
      <dsp:spPr>
        <a:xfrm>
          <a:off x="6804468" y="152486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Spending</a:t>
          </a:r>
        </a:p>
      </dsp:txBody>
      <dsp:txXfrm>
        <a:off x="6804468" y="1524866"/>
        <a:ext cx="2894062" cy="434109"/>
      </dsp:txXfrm>
    </dsp:sp>
    <dsp:sp modelId="{A0CF55D9-C60F-4B15-8191-5FA3C9E98279}">
      <dsp:nvSpPr>
        <dsp:cNvPr id="0" name=""/>
        <dsp:cNvSpPr/>
      </dsp:nvSpPr>
      <dsp:spPr>
        <a:xfrm>
          <a:off x="6804468" y="2016467"/>
          <a:ext cx="2894062" cy="1246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private key is used to create signatures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required to spend</a:t>
          </a:r>
          <a:r>
            <a:rPr lang="tr-TR" sz="1400" kern="1200" dirty="0"/>
            <a:t> </a:t>
          </a:r>
          <a:r>
            <a:rPr lang="en-US" sz="1400" kern="1200" dirty="0"/>
            <a:t>bitcoin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by proving ownership of funds used in a transaction. </a:t>
          </a:r>
          <a:endParaRPr lang="tr-TR" sz="1400" kern="1200" dirty="0"/>
        </a:p>
      </dsp:txBody>
      <dsp:txXfrm>
        <a:off x="6804468" y="2016467"/>
        <a:ext cx="2894062" cy="124644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16DCD-8306-4086-AEDB-0F69DC48F7D3}">
      <dsp:nvSpPr>
        <dsp:cNvPr id="0" name=""/>
        <dsp:cNvSpPr/>
      </dsp:nvSpPr>
      <dsp:spPr>
        <a:xfrm>
          <a:off x="3421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42D96-7447-43F0-81DD-A2B791121A2D}">
      <dsp:nvSpPr>
        <dsp:cNvPr id="0" name=""/>
        <dsp:cNvSpPr/>
      </dsp:nvSpPr>
      <dsp:spPr>
        <a:xfrm>
          <a:off x="3421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The private key must</a:t>
          </a:r>
          <a:r>
            <a:rPr lang="tr-TR" sz="1500" kern="1200"/>
            <a:t> </a:t>
          </a:r>
          <a:r>
            <a:rPr lang="en-US" sz="1500" kern="1200"/>
            <a:t>remain secret </a:t>
          </a:r>
          <a:endParaRPr lang="tr-TR" sz="1500" kern="1200"/>
        </a:p>
      </dsp:txBody>
      <dsp:txXfrm>
        <a:off x="3421" y="1935144"/>
        <a:ext cx="2894062" cy="434109"/>
      </dsp:txXfrm>
    </dsp:sp>
    <dsp:sp modelId="{BAE21FFB-3308-4B35-B993-AA1ACD778EAB}">
      <dsp:nvSpPr>
        <dsp:cNvPr id="0" name=""/>
        <dsp:cNvSpPr/>
      </dsp:nvSpPr>
      <dsp:spPr>
        <a:xfrm>
          <a:off x="3421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prevent the </a:t>
          </a:r>
          <a:r>
            <a:rPr lang="en-US" sz="1100" kern="1200" dirty="0"/>
            <a:t>third parties </a:t>
          </a:r>
          <a:r>
            <a:rPr lang="tr-TR" sz="1100" kern="1200" dirty="0"/>
            <a:t>from </a:t>
          </a:r>
          <a:r>
            <a:rPr lang="en-US" sz="1100" kern="1200" dirty="0"/>
            <a:t>giving</a:t>
          </a:r>
          <a:r>
            <a:rPr lang="tr-TR" sz="1100" kern="1200"/>
            <a:t> </a:t>
          </a:r>
          <a:r>
            <a:rPr lang="en-US" sz="1100" kern="1200"/>
            <a:t>control 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 the bitcoin secured by that key. </a:t>
          </a:r>
          <a:endParaRPr lang="tr-TR" sz="1100" kern="1200"/>
        </a:p>
      </dsp:txBody>
      <dsp:txXfrm>
        <a:off x="3421" y="2408790"/>
        <a:ext cx="2894062" cy="405239"/>
      </dsp:txXfrm>
    </dsp:sp>
    <dsp:sp modelId="{C07D1625-89B8-4D69-A66D-8684C46C9F32}">
      <dsp:nvSpPr>
        <dsp:cNvPr id="0" name=""/>
        <dsp:cNvSpPr/>
      </dsp:nvSpPr>
      <dsp:spPr>
        <a:xfrm>
          <a:off x="3403945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0882A-E4C3-494B-94A6-0F713CECB600}">
      <dsp:nvSpPr>
        <dsp:cNvPr id="0" name=""/>
        <dsp:cNvSpPr/>
      </dsp:nvSpPr>
      <dsp:spPr>
        <a:xfrm>
          <a:off x="3403945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Backup</a:t>
          </a:r>
        </a:p>
      </dsp:txBody>
      <dsp:txXfrm>
        <a:off x="3403945" y="1935144"/>
        <a:ext cx="2894062" cy="434109"/>
      </dsp:txXfrm>
    </dsp:sp>
    <dsp:sp modelId="{2E6DE8B4-EA7A-41E4-BE42-30908F02A3AC}">
      <dsp:nvSpPr>
        <dsp:cNvPr id="0" name=""/>
        <dsp:cNvSpPr/>
      </dsp:nvSpPr>
      <dsp:spPr>
        <a:xfrm>
          <a:off x="3403945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private key must be</a:t>
          </a:r>
          <a:r>
            <a:rPr lang="tr-TR" sz="1100" kern="1200" dirty="0"/>
            <a:t> </a:t>
          </a:r>
          <a:r>
            <a:rPr lang="en-US" sz="1100" kern="1200" dirty="0"/>
            <a:t>backed up and protected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against</a:t>
          </a:r>
          <a:r>
            <a:rPr lang="en-US" sz="1100" kern="1200" dirty="0"/>
            <a:t> accidental loss, </a:t>
          </a:r>
          <a:endParaRPr lang="tr-TR" sz="1100" kern="1200" dirty="0"/>
        </a:p>
      </dsp:txBody>
      <dsp:txXfrm>
        <a:off x="3403945" y="2408790"/>
        <a:ext cx="2894062" cy="405239"/>
      </dsp:txXfrm>
    </dsp:sp>
    <dsp:sp modelId="{52998D94-8551-4E43-821D-DE6B0493789C}">
      <dsp:nvSpPr>
        <dsp:cNvPr id="0" name=""/>
        <dsp:cNvSpPr/>
      </dsp:nvSpPr>
      <dsp:spPr>
        <a:xfrm>
          <a:off x="6804468" y="83722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544B5-4B6F-4E96-AD42-2D2043CAE822}">
      <dsp:nvSpPr>
        <dsp:cNvPr id="0" name=""/>
        <dsp:cNvSpPr/>
      </dsp:nvSpPr>
      <dsp:spPr>
        <a:xfrm>
          <a:off x="6804468" y="193514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No recovery</a:t>
          </a:r>
        </a:p>
      </dsp:txBody>
      <dsp:txXfrm>
        <a:off x="6804468" y="1935144"/>
        <a:ext cx="2894062" cy="434109"/>
      </dsp:txXfrm>
    </dsp:sp>
    <dsp:sp modelId="{199E19B2-A5E1-45A7-B69F-FD55943487F1}">
      <dsp:nvSpPr>
        <dsp:cNvPr id="0" name=""/>
        <dsp:cNvSpPr/>
      </dsp:nvSpPr>
      <dsp:spPr>
        <a:xfrm>
          <a:off x="6804468" y="2408790"/>
          <a:ext cx="2894062" cy="405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cannot be recovered</a:t>
          </a:r>
          <a:endParaRPr lang="tr-T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funds secured by it are forever lost, too.</a:t>
          </a:r>
          <a:endParaRPr lang="tr-TR" sz="1100" kern="1200" dirty="0"/>
        </a:p>
      </dsp:txBody>
      <dsp:txXfrm>
        <a:off x="6804468" y="2408790"/>
        <a:ext cx="2894062" cy="40523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F5947-8B6B-4A46-A443-DE55AC6246C1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5C546-FDBA-4DDD-8D0E-816CBDAA474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Randomness </a:t>
          </a:r>
        </a:p>
      </dsp:txBody>
      <dsp:txXfrm>
        <a:off x="152976" y="1981055"/>
        <a:ext cx="4320000" cy="648000"/>
      </dsp:txXfrm>
    </dsp:sp>
    <dsp:sp modelId="{922881AC-3A40-4147-B6BF-38B9075FB1B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 a secure source of</a:t>
          </a:r>
          <a:r>
            <a:rPr lang="tr-TR" sz="1700" kern="1200" dirty="0"/>
            <a:t> </a:t>
          </a:r>
          <a:r>
            <a:rPr lang="en-US" sz="1700" kern="1200" dirty="0"/>
            <a:t>entropy, or randomness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“Pick a number</a:t>
          </a:r>
          <a:r>
            <a:rPr lang="tr-TR" sz="1700" kern="1200"/>
            <a:t> </a:t>
          </a:r>
          <a:r>
            <a:rPr lang="en-US" sz="1700" kern="1200"/>
            <a:t>between 1 and 2</a:t>
          </a:r>
          <a:r>
            <a:rPr lang="en-US" sz="1700" kern="1200" baseline="30000"/>
            <a:t>256</a:t>
          </a:r>
          <a:r>
            <a:rPr lang="en-US" sz="1700" kern="1200"/>
            <a:t>.”</a:t>
          </a:r>
          <a:endParaRPr lang="tr-TR" sz="1700" kern="1200"/>
        </a:p>
      </dsp:txBody>
      <dsp:txXfrm>
        <a:off x="152976" y="2688423"/>
        <a:ext cx="4320000" cy="621412"/>
      </dsp:txXfrm>
    </dsp:sp>
    <dsp:sp modelId="{5EAB4255-C7FC-41C6-80DB-225DCE1479F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E9045-020D-4678-8ED8-63063D31F8AF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Rule</a:t>
          </a:r>
        </a:p>
      </dsp:txBody>
      <dsp:txXfrm>
        <a:off x="5228976" y="1981055"/>
        <a:ext cx="4320000" cy="648000"/>
      </dsp:txXfrm>
    </dsp:sp>
    <dsp:sp modelId="{2D561FAE-3131-4D74-BD99-0A6DCFD7BFC4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Method should </a:t>
          </a:r>
          <a:r>
            <a:rPr lang="en-US" sz="1700" kern="1200"/>
            <a:t>not predictable or repeatable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974F2-32BF-47B0-B62E-4B97330A9689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05881-06A1-467A-8245-D072500CF212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Bitcoin software</a:t>
          </a:r>
          <a:r>
            <a:rPr lang="tr-TR" sz="2900" kern="1200"/>
            <a:t>’s generator</a:t>
          </a:r>
        </a:p>
      </dsp:txBody>
      <dsp:txXfrm>
        <a:off x="152976" y="1848429"/>
        <a:ext cx="4320000" cy="648000"/>
      </dsp:txXfrm>
    </dsp:sp>
    <dsp:sp modelId="{E590C170-B4F4-4A01-9194-2F9C54B2FD6A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uses the underlying</a:t>
          </a:r>
          <a:r>
            <a:rPr lang="tr-TR" sz="1700" kern="1200" dirty="0"/>
            <a:t> </a:t>
          </a:r>
          <a:r>
            <a:rPr lang="en-US" sz="1700" kern="1200" dirty="0"/>
            <a:t>operating system’s random number generators</a:t>
          </a:r>
          <a:endParaRPr lang="tr-TR" sz="1700" kern="1200" dirty="0"/>
        </a:p>
      </dsp:txBody>
      <dsp:txXfrm>
        <a:off x="152976" y="2561601"/>
        <a:ext cx="4320000" cy="893340"/>
      </dsp:txXfrm>
    </dsp:sp>
    <dsp:sp modelId="{93896DCC-23E1-4F78-80BE-E5056F4585C0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ABAF5-C2C9-4D27-ADEA-84057FE4A563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/>
            <a:t>the private key </a:t>
          </a:r>
          <a:endParaRPr lang="tr-TR" sz="2900" kern="1200"/>
        </a:p>
      </dsp:txBody>
      <dsp:txXfrm>
        <a:off x="5228976" y="1848429"/>
        <a:ext cx="4320000" cy="648000"/>
      </dsp:txXfrm>
    </dsp:sp>
    <dsp:sp modelId="{6DC719BD-4353-483A-A475-EC5BF2B15B25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number between 1 and n - 1, where n is a</a:t>
          </a:r>
          <a:r>
            <a:rPr lang="tr-TR" sz="1700" kern="1200"/>
            <a:t> </a:t>
          </a:r>
          <a:r>
            <a:rPr lang="en-US" sz="1700" kern="1200"/>
            <a:t>constant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 = 1.158 * 10</a:t>
          </a:r>
          <a:r>
            <a:rPr lang="en-US" sz="1700" kern="1200" baseline="30000"/>
            <a:t>77</a:t>
          </a:r>
          <a:r>
            <a:rPr lang="en-US" sz="1700" kern="1200"/>
            <a:t>, slightly less than 2</a:t>
          </a:r>
          <a:r>
            <a:rPr lang="en-US" sz="1700" kern="1200" baseline="30000"/>
            <a:t>256</a:t>
          </a:r>
          <a:endParaRPr lang="tr-TR" sz="1700" kern="1200"/>
        </a:p>
      </dsp:txBody>
      <dsp:txXfrm>
        <a:off x="5228976" y="2561601"/>
        <a:ext cx="4320000" cy="89334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A1A9F-63D7-42DF-8F50-1FA76E8664CC}">
      <dsp:nvSpPr>
        <dsp:cNvPr id="0" name=""/>
        <dsp:cNvSpPr/>
      </dsp:nvSpPr>
      <dsp:spPr>
        <a:xfrm>
          <a:off x="943992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F5B83-91A9-4A28-A239-15DB75253754}">
      <dsp:nvSpPr>
        <dsp:cNvPr id="0" name=""/>
        <dsp:cNvSpPr/>
      </dsp:nvSpPr>
      <dsp:spPr>
        <a:xfrm>
          <a:off x="3421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Production</a:t>
          </a:r>
        </a:p>
      </dsp:txBody>
      <dsp:txXfrm>
        <a:off x="3421" y="1698295"/>
        <a:ext cx="2894062" cy="434109"/>
      </dsp:txXfrm>
    </dsp:sp>
    <dsp:sp modelId="{05880EE1-87DC-40CE-9253-DC036EBD5022}">
      <dsp:nvSpPr>
        <dsp:cNvPr id="0" name=""/>
        <dsp:cNvSpPr/>
      </dsp:nvSpPr>
      <dsp:spPr>
        <a:xfrm>
          <a:off x="3421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randomly pick a 256-bit number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check that it is less than n</a:t>
          </a:r>
          <a:r>
            <a:rPr lang="tr-TR" sz="1700" kern="1200"/>
            <a:t> </a:t>
          </a:r>
          <a:r>
            <a:rPr lang="en-US" sz="1700" kern="1200"/>
            <a:t>- 1. </a:t>
          </a:r>
          <a:endParaRPr lang="tr-TR" sz="1700" kern="1200"/>
        </a:p>
      </dsp:txBody>
      <dsp:txXfrm>
        <a:off x="3421" y="2182306"/>
        <a:ext cx="2894062" cy="890858"/>
      </dsp:txXfrm>
    </dsp:sp>
    <dsp:sp modelId="{6825308B-E237-4A3E-888B-8FB3D017F437}">
      <dsp:nvSpPr>
        <dsp:cNvPr id="0" name=""/>
        <dsp:cNvSpPr/>
      </dsp:nvSpPr>
      <dsp:spPr>
        <a:xfrm>
          <a:off x="4344515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DAE57-9C8E-4A88-8D2B-16AD13200A18}">
      <dsp:nvSpPr>
        <dsp:cNvPr id="0" name=""/>
        <dsp:cNvSpPr/>
      </dsp:nvSpPr>
      <dsp:spPr>
        <a:xfrm>
          <a:off x="3403945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Method</a:t>
          </a:r>
        </a:p>
      </dsp:txBody>
      <dsp:txXfrm>
        <a:off x="3403945" y="1698295"/>
        <a:ext cx="2894062" cy="434109"/>
      </dsp:txXfrm>
    </dsp:sp>
    <dsp:sp modelId="{089847C5-557D-4BEF-A7F3-80539778EAEC}">
      <dsp:nvSpPr>
        <dsp:cNvPr id="0" name=""/>
        <dsp:cNvSpPr/>
      </dsp:nvSpPr>
      <dsp:spPr>
        <a:xfrm>
          <a:off x="3403945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feeding a larger string of random</a:t>
          </a:r>
          <a:r>
            <a:rPr lang="tr-TR" sz="1700" kern="1200"/>
            <a:t> </a:t>
          </a:r>
          <a:r>
            <a:rPr lang="en-US" sz="1700" kern="1200"/>
            <a:t>bits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into the</a:t>
          </a:r>
          <a:r>
            <a:rPr lang="tr-TR" sz="1700" kern="1200"/>
            <a:t> </a:t>
          </a:r>
          <a:r>
            <a:rPr lang="en-US" sz="1700" kern="1200"/>
            <a:t>SHA256 hash algorithm</a:t>
          </a:r>
          <a:endParaRPr lang="tr-TR" sz="1700" kern="1200"/>
        </a:p>
      </dsp:txBody>
      <dsp:txXfrm>
        <a:off x="3403945" y="2182306"/>
        <a:ext cx="2894062" cy="890858"/>
      </dsp:txXfrm>
    </dsp:sp>
    <dsp:sp modelId="{F0FB5825-EC76-4CF5-855F-D7DC9DF13B60}">
      <dsp:nvSpPr>
        <dsp:cNvPr id="0" name=""/>
        <dsp:cNvSpPr/>
      </dsp:nvSpPr>
      <dsp:spPr>
        <a:xfrm>
          <a:off x="7745039" y="57808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5A87B-17CA-4394-81B0-350A0FEC5032}">
      <dsp:nvSpPr>
        <dsp:cNvPr id="0" name=""/>
        <dsp:cNvSpPr/>
      </dsp:nvSpPr>
      <dsp:spPr>
        <a:xfrm>
          <a:off x="6804468" y="169829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SHA256</a:t>
          </a:r>
        </a:p>
      </dsp:txBody>
      <dsp:txXfrm>
        <a:off x="6804468" y="1698295"/>
        <a:ext cx="2894062" cy="434109"/>
      </dsp:txXfrm>
    </dsp:sp>
    <dsp:sp modelId="{9FD5BD79-D3C9-4BE5-9AE3-85673FFC36F7}">
      <dsp:nvSpPr>
        <dsp:cNvPr id="0" name=""/>
        <dsp:cNvSpPr/>
      </dsp:nvSpPr>
      <dsp:spPr>
        <a:xfrm>
          <a:off x="6804468" y="2182306"/>
          <a:ext cx="2894062" cy="8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produce a 256-bit number.</a:t>
          </a:r>
          <a:endParaRPr lang="tr-TR" sz="1700" kern="1200"/>
        </a:p>
      </dsp:txBody>
      <dsp:txXfrm>
        <a:off x="6804468" y="2182306"/>
        <a:ext cx="2894062" cy="89085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3AACB-C2A6-4CCC-8358-0CCDB7C96ED5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074A8-6682-4444-9DD7-7EB22DB37E4E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Strings</a:t>
          </a:r>
        </a:p>
      </dsp:txBody>
      <dsp:txXfrm>
        <a:off x="3421" y="1692428"/>
        <a:ext cx="2894062" cy="434109"/>
      </dsp:txXfrm>
    </dsp:sp>
    <dsp:sp modelId="{88DC8068-03A6-4054-A7FF-F1637566B046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collected from a cryptographically secure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source of randomness,</a:t>
          </a:r>
          <a:endParaRPr lang="tr-TR" sz="1700" kern="1200" dirty="0"/>
        </a:p>
      </dsp:txBody>
      <dsp:txXfrm>
        <a:off x="3421" y="2176696"/>
        <a:ext cx="2894062" cy="902886"/>
      </dsp:txXfrm>
    </dsp:sp>
    <dsp:sp modelId="{9E322017-9D26-41CB-AD59-92B98E200C5D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4C808-2011-4561-B062-F9F266351A39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Check</a:t>
          </a:r>
        </a:p>
      </dsp:txBody>
      <dsp:txXfrm>
        <a:off x="3403945" y="1692428"/>
        <a:ext cx="2894062" cy="434109"/>
      </dsp:txXfrm>
    </dsp:sp>
    <dsp:sp modelId="{BB2B6C7E-084B-4A55-B190-AA40F2CD50A4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the</a:t>
          </a:r>
          <a:r>
            <a:rPr lang="tr-TR" sz="1700" kern="1200" dirty="0"/>
            <a:t> </a:t>
          </a:r>
          <a:r>
            <a:rPr lang="en-US" sz="1700" kern="1200" dirty="0"/>
            <a:t>result is less than n - 1,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have a suitable private key. </a:t>
          </a:r>
          <a:endParaRPr lang="tr-TR" sz="1700" kern="1200" dirty="0"/>
        </a:p>
      </dsp:txBody>
      <dsp:txXfrm>
        <a:off x="3403945" y="2176696"/>
        <a:ext cx="2894062" cy="902886"/>
      </dsp:txXfrm>
    </dsp:sp>
    <dsp:sp modelId="{0E9B9AE6-E79F-4221-B112-8EDBB9434A04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ABE05-6C83-439E-A9C9-036464628D72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Otherwise </a:t>
          </a:r>
          <a:endParaRPr lang="tr-TR" sz="2800" kern="1200"/>
        </a:p>
      </dsp:txBody>
      <dsp:txXfrm>
        <a:off x="6804468" y="1692428"/>
        <a:ext cx="2894062" cy="434109"/>
      </dsp:txXfrm>
    </dsp:sp>
    <dsp:sp modelId="{5DF30453-C923-4110-9C7A-E6638D4172A2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simply try</a:t>
          </a:r>
          <a:r>
            <a:rPr lang="tr-TR" sz="1700" kern="1200" dirty="0"/>
            <a:t> </a:t>
          </a:r>
          <a:r>
            <a:rPr lang="en-US" sz="1700" kern="1200" dirty="0"/>
            <a:t>again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 another random number.</a:t>
          </a:r>
          <a:endParaRPr lang="tr-TR" sz="1700" kern="1200" dirty="0"/>
        </a:p>
      </dsp:txBody>
      <dsp:txXfrm>
        <a:off x="6804468" y="2176696"/>
        <a:ext cx="2894062" cy="90288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E7CE1-2F9D-4444-902E-D35725C0BF1B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902F0-05FC-402C-BB1F-B9ACC0D27498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Generate a new key</a:t>
          </a:r>
        </a:p>
      </dsp:txBody>
      <dsp:txXfrm>
        <a:off x="3421" y="1823961"/>
        <a:ext cx="2894062" cy="434109"/>
      </dsp:txXfrm>
    </dsp:sp>
    <dsp:sp modelId="{AF6FEA2E-74AB-44B1-A856-81F487DBABEC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the </a:t>
          </a:r>
          <a:r>
            <a:rPr lang="en-US" sz="1700" i="1" kern="1200" dirty="0" err="1"/>
            <a:t>getnewad</a:t>
          </a:r>
          <a:r>
            <a:rPr lang="en-US" sz="1700" kern="1200" dirty="0" err="1"/>
            <a:t>dress</a:t>
          </a:r>
          <a:r>
            <a:rPr lang="en-US" sz="1700" kern="1200" dirty="0"/>
            <a:t> command. </a:t>
          </a:r>
          <a:endParaRPr lang="tr-TR" sz="1700" kern="1200" dirty="0"/>
        </a:p>
      </dsp:txBody>
      <dsp:txXfrm>
        <a:off x="3421" y="2302472"/>
        <a:ext cx="2894062" cy="633202"/>
      </dsp:txXfrm>
    </dsp:sp>
    <dsp:sp modelId="{ADCC7C40-176E-4A0D-B198-91FF2241CD38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7F430-423F-44FD-9C47-9417AFC0E834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Displays</a:t>
          </a:r>
        </a:p>
      </dsp:txBody>
      <dsp:txXfrm>
        <a:off x="3403945" y="1823961"/>
        <a:ext cx="2894062" cy="434109"/>
      </dsp:txXfrm>
    </dsp:sp>
    <dsp:sp modelId="{62AE20C9-C347-4873-861E-E842872E49CB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security reasons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</a:t>
          </a:r>
          <a:r>
            <a:rPr lang="en-US" sz="1700" kern="1200" dirty="0"/>
            <a:t>displays the public key only</a:t>
          </a:r>
          <a:endParaRPr lang="tr-TR" sz="1700" kern="1200" dirty="0"/>
        </a:p>
      </dsp:txBody>
      <dsp:txXfrm>
        <a:off x="3403945" y="2302472"/>
        <a:ext cx="2894062" cy="633202"/>
      </dsp:txXfrm>
    </dsp:sp>
    <dsp:sp modelId="{07134F03-CADA-462F-85CE-0EDC66170C99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l="-24000" r="-24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B0FC6-0E10-499B-B29E-E0691FCA02A1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not</a:t>
          </a:r>
          <a:endParaRPr lang="tr-TR" sz="2700" kern="1200" dirty="0"/>
        </a:p>
      </dsp:txBody>
      <dsp:txXfrm>
        <a:off x="6804468" y="1823961"/>
        <a:ext cx="2894062" cy="434109"/>
      </dsp:txXfrm>
    </dsp:sp>
    <dsp:sp modelId="{28BB3CC6-1ADA-4BA6-878A-B7683110D860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private</a:t>
          </a:r>
          <a:r>
            <a:rPr lang="tr-TR" sz="1700" kern="1200" dirty="0"/>
            <a:t> </a:t>
          </a:r>
          <a:r>
            <a:rPr lang="en-US" sz="1700" kern="1200" dirty="0"/>
            <a:t>key. </a:t>
          </a:r>
          <a:endParaRPr lang="tr-TR" sz="1700" kern="1200" dirty="0"/>
        </a:p>
      </dsp:txBody>
      <dsp:txXfrm>
        <a:off x="6804468" y="2302472"/>
        <a:ext cx="2894062" cy="6332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2EB98-E637-4E68-9EA6-09EB3DD82EE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A57CA-5A70-4115-A268-9BD3E677417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Expose the private key</a:t>
          </a:r>
        </a:p>
      </dsp:txBody>
      <dsp:txXfrm>
        <a:off x="152976" y="1981055"/>
        <a:ext cx="4320000" cy="648000"/>
      </dsp:txXfrm>
    </dsp:sp>
    <dsp:sp modelId="{5A6695AA-D221-468E-A0D1-2D0B6D265D4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the </a:t>
          </a:r>
          <a:r>
            <a:rPr lang="en-US" sz="1700" i="1" kern="1200" dirty="0" err="1"/>
            <a:t>dumpprivkey</a:t>
          </a:r>
          <a:r>
            <a:rPr lang="en-US" sz="1700" kern="1200" dirty="0"/>
            <a:t> command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DEC1F9F4-BA2F-4AEF-B7A4-5D1F7695F24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B2422-0F98-4CA5-9E46-B05FFA459A1F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i="1" kern="1200"/>
            <a:t>Wallet Import Format </a:t>
          </a:r>
          <a:r>
            <a:rPr lang="en-US" sz="2900" kern="1200"/>
            <a:t>(WIF)</a:t>
          </a:r>
          <a:endParaRPr lang="tr-TR" sz="2900" kern="1200"/>
        </a:p>
      </dsp:txBody>
      <dsp:txXfrm>
        <a:off x="5228976" y="1981055"/>
        <a:ext cx="4320000" cy="648000"/>
      </dsp:txXfrm>
    </dsp:sp>
    <dsp:sp modelId="{71A45CC1-251C-4A46-BA9F-15EE65D60F8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shows the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Base58 checksum-encoded format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318D1-3E99-407C-A48E-066E573CB4A3}">
      <dsp:nvSpPr>
        <dsp:cNvPr id="0" name=""/>
        <dsp:cNvSpPr/>
      </dsp:nvSpPr>
      <dsp:spPr>
        <a:xfrm>
          <a:off x="943992" y="54679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52747-3BBA-4A7C-B1AA-E5B9B0CA01B9}">
      <dsp:nvSpPr>
        <dsp:cNvPr id="0" name=""/>
        <dsp:cNvSpPr/>
      </dsp:nvSpPr>
      <dsp:spPr>
        <a:xfrm>
          <a:off x="3421" y="166969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i="1" kern="1200"/>
            <a:t>dumpprivkey</a:t>
          </a:r>
          <a:r>
            <a:rPr lang="en-US" sz="1800" kern="1200"/>
            <a:t> command </a:t>
          </a:r>
          <a:endParaRPr lang="tr-TR" sz="1800" kern="1200"/>
        </a:p>
      </dsp:txBody>
      <dsp:txXfrm>
        <a:off x="3421" y="1669697"/>
        <a:ext cx="2894062" cy="434109"/>
      </dsp:txXfrm>
    </dsp:sp>
    <dsp:sp modelId="{FC34D337-2BC3-49D2-B4AE-FDE5C1825E9C}">
      <dsp:nvSpPr>
        <dsp:cNvPr id="0" name=""/>
        <dsp:cNvSpPr/>
      </dsp:nvSpPr>
      <dsp:spPr>
        <a:xfrm>
          <a:off x="3421" y="2154959"/>
          <a:ext cx="2894062" cy="949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opens the wallet and extracts the private key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generated by the get</a:t>
          </a:r>
          <a:r>
            <a:rPr lang="tr-TR" sz="1400" kern="1200" dirty="0"/>
            <a:t> </a:t>
          </a:r>
          <a:r>
            <a:rPr lang="en-US" sz="1400" i="1" kern="1200" dirty="0" err="1"/>
            <a:t>newaddress</a:t>
          </a:r>
          <a:r>
            <a:rPr lang="en-US" sz="1400" kern="1200" dirty="0"/>
            <a:t> command. </a:t>
          </a:r>
          <a:endParaRPr lang="tr-TR" sz="1400" kern="1200" dirty="0"/>
        </a:p>
      </dsp:txBody>
      <dsp:txXfrm>
        <a:off x="3421" y="2154959"/>
        <a:ext cx="2894062" cy="949494"/>
      </dsp:txXfrm>
    </dsp:sp>
    <dsp:sp modelId="{CB8C2FD6-5DCB-4DB0-B1DF-7F6900A00C4A}">
      <dsp:nvSpPr>
        <dsp:cNvPr id="0" name=""/>
        <dsp:cNvSpPr/>
      </dsp:nvSpPr>
      <dsp:spPr>
        <a:xfrm>
          <a:off x="4344515" y="54679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A2F42-383B-4619-9DBF-78F2FDE0D60A}">
      <dsp:nvSpPr>
        <dsp:cNvPr id="0" name=""/>
        <dsp:cNvSpPr/>
      </dsp:nvSpPr>
      <dsp:spPr>
        <a:xfrm>
          <a:off x="3403945" y="166969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No Private key from Public key</a:t>
          </a:r>
        </a:p>
      </dsp:txBody>
      <dsp:txXfrm>
        <a:off x="3403945" y="1669697"/>
        <a:ext cx="2894062" cy="434109"/>
      </dsp:txXfrm>
    </dsp:sp>
    <dsp:sp modelId="{FBE14C1C-25CD-46BE-B4D9-AB676D6E4D3A}">
      <dsp:nvSpPr>
        <dsp:cNvPr id="0" name=""/>
        <dsp:cNvSpPr/>
      </dsp:nvSpPr>
      <dsp:spPr>
        <a:xfrm>
          <a:off x="3403945" y="2154959"/>
          <a:ext cx="2894062" cy="949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is not possible for </a:t>
          </a:r>
          <a:r>
            <a:rPr lang="en-US" sz="1400" i="1" kern="1200" dirty="0" err="1"/>
            <a:t>bitcoind</a:t>
          </a:r>
          <a:endParaRPr lang="tr-TR" sz="1400" i="1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know</a:t>
          </a:r>
          <a:r>
            <a:rPr lang="tr-TR" sz="1400" kern="1200" dirty="0"/>
            <a:t> </a:t>
          </a:r>
          <a:r>
            <a:rPr lang="en-US" sz="1400" kern="1200" dirty="0"/>
            <a:t>the private key from the public key </a:t>
          </a:r>
          <a:endParaRPr lang="tr-TR" sz="1400" kern="1200" dirty="0"/>
        </a:p>
      </dsp:txBody>
      <dsp:txXfrm>
        <a:off x="3403945" y="2154959"/>
        <a:ext cx="2894062" cy="949494"/>
      </dsp:txXfrm>
    </dsp:sp>
    <dsp:sp modelId="{47AF338D-17CF-4193-94B4-C933444D7A38}">
      <dsp:nvSpPr>
        <dsp:cNvPr id="0" name=""/>
        <dsp:cNvSpPr/>
      </dsp:nvSpPr>
      <dsp:spPr>
        <a:xfrm>
          <a:off x="7745039" y="54679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7D826-B016-4364-B2A0-5866F8A27818}">
      <dsp:nvSpPr>
        <dsp:cNvPr id="0" name=""/>
        <dsp:cNvSpPr/>
      </dsp:nvSpPr>
      <dsp:spPr>
        <a:xfrm>
          <a:off x="6804468" y="166969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unless</a:t>
          </a:r>
          <a:endParaRPr lang="tr-TR" sz="1800" kern="1200"/>
        </a:p>
      </dsp:txBody>
      <dsp:txXfrm>
        <a:off x="6804468" y="1669697"/>
        <a:ext cx="2894062" cy="434109"/>
      </dsp:txXfrm>
    </dsp:sp>
    <dsp:sp modelId="{3032EB9E-14E5-4CDF-A632-A3F73B0F2CDD}">
      <dsp:nvSpPr>
        <dsp:cNvPr id="0" name=""/>
        <dsp:cNvSpPr/>
      </dsp:nvSpPr>
      <dsp:spPr>
        <a:xfrm>
          <a:off x="6804468" y="2154959"/>
          <a:ext cx="2894062" cy="949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they </a:t>
          </a:r>
          <a:r>
            <a:rPr lang="en-US" sz="1400" kern="1200" dirty="0"/>
            <a:t>are both stored in the wallet</a:t>
          </a:r>
          <a:endParaRPr lang="tr-TR" sz="1400" kern="1200" dirty="0"/>
        </a:p>
      </dsp:txBody>
      <dsp:txXfrm>
        <a:off x="6804468" y="2154959"/>
        <a:ext cx="2894062" cy="94949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12C28-B98C-4593-860C-3AF86E20A4E6}">
      <dsp:nvSpPr>
        <dsp:cNvPr id="0" name=""/>
        <dsp:cNvSpPr/>
      </dsp:nvSpPr>
      <dsp:spPr>
        <a:xfrm>
          <a:off x="3631" y="49722"/>
          <a:ext cx="3117278" cy="1401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i="1" kern="1200" dirty="0"/>
            <a:t>ec-new</a:t>
          </a:r>
          <a:r>
            <a:rPr lang="tr-TR" sz="2400" kern="1200" dirty="0"/>
            <a:t>, and </a:t>
          </a:r>
          <a:r>
            <a:rPr lang="tr-TR" sz="2400" i="1" kern="1200" dirty="0"/>
            <a:t>ec-to-wif</a:t>
          </a:r>
        </a:p>
      </dsp:txBody>
      <dsp:txXfrm>
        <a:off x="3631" y="49722"/>
        <a:ext cx="3117278" cy="934323"/>
      </dsp:txXfrm>
    </dsp:sp>
    <dsp:sp modelId="{10872D46-7A4D-4BA1-A19E-18F18DBF20C5}">
      <dsp:nvSpPr>
        <dsp:cNvPr id="0" name=""/>
        <dsp:cNvSpPr/>
      </dsp:nvSpPr>
      <dsp:spPr>
        <a:xfrm>
          <a:off x="642110" y="984045"/>
          <a:ext cx="3117278" cy="146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</a:t>
          </a:r>
          <a:r>
            <a:rPr lang="tr-TR" sz="2400" kern="1200"/>
            <a:t>d in</a:t>
          </a:r>
          <a:r>
            <a:rPr lang="en-US" sz="2400" kern="1200"/>
            <a:t> the Bitcoin Explorer command-line tool</a:t>
          </a:r>
          <a:endParaRPr lang="tr-TR" sz="2400" kern="1200"/>
        </a:p>
      </dsp:txBody>
      <dsp:txXfrm>
        <a:off x="685130" y="1027065"/>
        <a:ext cx="3031238" cy="1382760"/>
      </dsp:txXfrm>
    </dsp:sp>
    <dsp:sp modelId="{C4E71559-94D0-420B-B4B9-3100C46916AB}">
      <dsp:nvSpPr>
        <dsp:cNvPr id="0" name=""/>
        <dsp:cNvSpPr/>
      </dsp:nvSpPr>
      <dsp:spPr>
        <a:xfrm>
          <a:off x="3593477" y="128827"/>
          <a:ext cx="1001844" cy="7761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900" kern="1200"/>
        </a:p>
      </dsp:txBody>
      <dsp:txXfrm>
        <a:off x="3593477" y="284049"/>
        <a:ext cx="769010" cy="465668"/>
      </dsp:txXfrm>
    </dsp:sp>
    <dsp:sp modelId="{8EF22ED7-AD6E-45DE-B098-A050D653F7C1}">
      <dsp:nvSpPr>
        <dsp:cNvPr id="0" name=""/>
        <dsp:cNvSpPr/>
      </dsp:nvSpPr>
      <dsp:spPr>
        <a:xfrm>
          <a:off x="5011182" y="49722"/>
          <a:ext cx="3117278" cy="1401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to generate </a:t>
          </a:r>
          <a:r>
            <a:rPr lang="en-US" sz="2400" kern="1200" dirty="0"/>
            <a:t>and display private keys</a:t>
          </a:r>
          <a:endParaRPr lang="tr-TR" sz="2400" kern="1200" dirty="0"/>
        </a:p>
      </dsp:txBody>
      <dsp:txXfrm>
        <a:off x="5011182" y="49722"/>
        <a:ext cx="3117278" cy="934323"/>
      </dsp:txXfrm>
    </dsp:sp>
    <dsp:sp modelId="{090BB259-1F27-47D9-BDDD-34543439B67F}">
      <dsp:nvSpPr>
        <dsp:cNvPr id="0" name=""/>
        <dsp:cNvSpPr/>
      </dsp:nvSpPr>
      <dsp:spPr>
        <a:xfrm>
          <a:off x="5649661" y="984045"/>
          <a:ext cx="3117278" cy="146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with </a:t>
          </a:r>
          <a:r>
            <a:rPr lang="en-US" sz="2400" kern="1200" dirty="0"/>
            <a:t>the commands seed</a:t>
          </a:r>
          <a:endParaRPr lang="tr-TR" sz="2400" kern="1200" dirty="0"/>
        </a:p>
      </dsp:txBody>
      <dsp:txXfrm>
        <a:off x="5692681" y="1027065"/>
        <a:ext cx="3031238" cy="138276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4D173-226A-4895-9997-D13C9FBA6122}">
      <dsp:nvSpPr>
        <dsp:cNvPr id="0" name=""/>
        <dsp:cNvSpPr/>
      </dsp:nvSpPr>
      <dsp:spPr>
        <a:xfrm>
          <a:off x="4297" y="466521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F2685-95F3-4EA5-B2DB-435FF7E5B364}">
      <dsp:nvSpPr>
        <dsp:cNvPr id="0" name=""/>
        <dsp:cNvSpPr/>
      </dsp:nvSpPr>
      <dsp:spPr>
        <a:xfrm>
          <a:off x="4297" y="1498872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Calculation</a:t>
          </a:r>
        </a:p>
      </dsp:txBody>
      <dsp:txXfrm>
        <a:off x="4297" y="1498872"/>
        <a:ext cx="2615625" cy="392343"/>
      </dsp:txXfrm>
    </dsp:sp>
    <dsp:sp modelId="{98B8003F-C2CC-409E-B1BD-879381E29174}">
      <dsp:nvSpPr>
        <dsp:cNvPr id="0" name=""/>
        <dsp:cNvSpPr/>
      </dsp:nvSpPr>
      <dsp:spPr>
        <a:xfrm>
          <a:off x="4297" y="1945580"/>
          <a:ext cx="2615625" cy="123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the private key using elliptic curve multiplication,</a:t>
          </a:r>
          <a:r>
            <a:rPr lang="tr-TR" sz="1700" kern="1200"/>
            <a:t>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irreversible</a:t>
          </a:r>
          <a:endParaRPr lang="tr-TR" sz="1700" kern="1200"/>
        </a:p>
      </dsp:txBody>
      <dsp:txXfrm>
        <a:off x="4297" y="1945580"/>
        <a:ext cx="2615625" cy="1239147"/>
      </dsp:txXfrm>
    </dsp:sp>
    <dsp:sp modelId="{39F81F12-9DCE-4B11-9194-72B66F680B05}">
      <dsp:nvSpPr>
        <dsp:cNvPr id="0" name=""/>
        <dsp:cNvSpPr/>
      </dsp:nvSpPr>
      <dsp:spPr>
        <a:xfrm>
          <a:off x="3077656" y="466521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6320C-E512-4023-9DE1-23A48A50F363}">
      <dsp:nvSpPr>
        <dsp:cNvPr id="0" name=""/>
        <dsp:cNvSpPr/>
      </dsp:nvSpPr>
      <dsp:spPr>
        <a:xfrm>
          <a:off x="3077656" y="1498872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i="1" kern="1200"/>
            <a:t>Formula</a:t>
          </a:r>
          <a:endParaRPr lang="tr-TR" sz="2500" kern="1200"/>
        </a:p>
      </dsp:txBody>
      <dsp:txXfrm>
        <a:off x="3077656" y="1498872"/>
        <a:ext cx="2615625" cy="392343"/>
      </dsp:txXfrm>
    </dsp:sp>
    <dsp:sp modelId="{CA45B52E-22F9-4205-9A2C-63339075712C}">
      <dsp:nvSpPr>
        <dsp:cNvPr id="0" name=""/>
        <dsp:cNvSpPr/>
      </dsp:nvSpPr>
      <dsp:spPr>
        <a:xfrm>
          <a:off x="3077656" y="1945580"/>
          <a:ext cx="2615625" cy="123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K </a:t>
          </a:r>
          <a:r>
            <a:rPr lang="en-US" sz="1700" kern="1200" dirty="0"/>
            <a:t>= </a:t>
          </a:r>
          <a:r>
            <a:rPr lang="en-US" sz="1700" i="1" kern="1200" dirty="0"/>
            <a:t>k </a:t>
          </a:r>
          <a:r>
            <a:rPr lang="en-US" sz="1700" kern="1200" dirty="0"/>
            <a:t>* </a:t>
          </a:r>
          <a:r>
            <a:rPr lang="en-US" sz="1700" i="1" kern="1200" dirty="0"/>
            <a:t>G</a:t>
          </a:r>
          <a:r>
            <a:rPr lang="en-US" sz="1700" kern="1200" dirty="0"/>
            <a:t> </a:t>
          </a:r>
          <a:endParaRPr lang="tr-TR" sz="1700" kern="1200" dirty="0"/>
        </a:p>
      </dsp:txBody>
      <dsp:txXfrm>
        <a:off x="3077656" y="1945580"/>
        <a:ext cx="2615625" cy="1239147"/>
      </dsp:txXfrm>
    </dsp:sp>
    <dsp:sp modelId="{C9F1B8CC-33A4-4BFF-AA5E-7F822C63588A}">
      <dsp:nvSpPr>
        <dsp:cNvPr id="0" name=""/>
        <dsp:cNvSpPr/>
      </dsp:nvSpPr>
      <dsp:spPr>
        <a:xfrm>
          <a:off x="6151015" y="466521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B6786-CE97-46D9-80C1-F1A57A6904E0}">
      <dsp:nvSpPr>
        <dsp:cNvPr id="0" name=""/>
        <dsp:cNvSpPr/>
      </dsp:nvSpPr>
      <dsp:spPr>
        <a:xfrm>
          <a:off x="6151015" y="1498872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Legend</a:t>
          </a:r>
        </a:p>
      </dsp:txBody>
      <dsp:txXfrm>
        <a:off x="6151015" y="1498872"/>
        <a:ext cx="2615625" cy="392343"/>
      </dsp:txXfrm>
    </dsp:sp>
    <dsp:sp modelId="{6869E0EA-1072-4CD8-8087-5BDCB031B240}">
      <dsp:nvSpPr>
        <dsp:cNvPr id="0" name=""/>
        <dsp:cNvSpPr/>
      </dsp:nvSpPr>
      <dsp:spPr>
        <a:xfrm>
          <a:off x="6151015" y="1945580"/>
          <a:ext cx="2615625" cy="1239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k </a:t>
          </a:r>
          <a:r>
            <a:rPr lang="en-US" sz="1700" kern="1200" dirty="0"/>
            <a:t>is the private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G </a:t>
          </a:r>
          <a:r>
            <a:rPr lang="en-US" sz="1700" kern="1200" dirty="0"/>
            <a:t>is a constant point called</a:t>
          </a:r>
          <a:r>
            <a:rPr lang="tr-TR" sz="1700" kern="1200" dirty="0"/>
            <a:t> </a:t>
          </a:r>
          <a:r>
            <a:rPr lang="en-US" sz="1700" kern="1200" dirty="0"/>
            <a:t>the </a:t>
          </a:r>
          <a:r>
            <a:rPr lang="en-US" sz="1700" i="1" kern="1200" dirty="0"/>
            <a:t>generator point</a:t>
          </a:r>
          <a:r>
            <a:rPr lang="en-US" sz="1700" kern="1200" dirty="0"/>
            <a:t>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K </a:t>
          </a:r>
          <a:r>
            <a:rPr lang="en-US" sz="1700" kern="1200"/>
            <a:t>is the resulting public key. </a:t>
          </a:r>
          <a:endParaRPr lang="tr-TR" sz="1700" kern="1200"/>
        </a:p>
      </dsp:txBody>
      <dsp:txXfrm>
        <a:off x="6151015" y="1945580"/>
        <a:ext cx="2615625" cy="123914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B01DA-B5F0-4B80-8DF1-527D616232A8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23755-3849-4488-9DF0-8AE7EAE6F2C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reverse operation </a:t>
          </a:r>
          <a:endParaRPr lang="tr-TR" sz="3600" kern="1200"/>
        </a:p>
      </dsp:txBody>
      <dsp:txXfrm>
        <a:off x="152976" y="1981055"/>
        <a:ext cx="4320000" cy="648000"/>
      </dsp:txXfrm>
    </dsp:sp>
    <dsp:sp modelId="{D83A9EC0-7608-4B07-A886-AEA014849E4B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known as</a:t>
          </a:r>
          <a:r>
            <a:rPr lang="tr-TR" sz="1700" kern="1200"/>
            <a:t> </a:t>
          </a:r>
          <a:r>
            <a:rPr lang="en-US" sz="1700" kern="1200"/>
            <a:t>“finding the discrete logarithm”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calculating </a:t>
          </a:r>
          <a:r>
            <a:rPr lang="en-US" sz="1700" i="1" kern="1200" dirty="0"/>
            <a:t>k </a:t>
          </a:r>
          <a:r>
            <a:rPr lang="en-US" sz="1700" kern="1200" dirty="0"/>
            <a:t>if you know </a:t>
          </a:r>
          <a:r>
            <a:rPr lang="en-US" sz="1700" i="1" kern="1200" dirty="0"/>
            <a:t>K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D60181F8-AAF5-46F6-902A-3AFBD5D474CC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9C5EB-5694-45DF-A054-D4DF6D460CA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Difficulty</a:t>
          </a:r>
        </a:p>
      </dsp:txBody>
      <dsp:txXfrm>
        <a:off x="5228976" y="1981055"/>
        <a:ext cx="4320000" cy="648000"/>
      </dsp:txXfrm>
    </dsp:sp>
    <dsp:sp modelId="{6185235D-B3BA-42FA-8907-52EA42604F48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as difficult as trying</a:t>
          </a:r>
          <a:r>
            <a:rPr lang="tr-TR" sz="1700" kern="1200" dirty="0"/>
            <a:t> </a:t>
          </a:r>
          <a:r>
            <a:rPr lang="en-US" sz="1700" kern="1200" dirty="0"/>
            <a:t>all possible values of </a:t>
          </a:r>
          <a:r>
            <a:rPr lang="en-US" sz="1700" i="1" kern="1200" dirty="0"/>
            <a:t>k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i.e., a brute-force search.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F8483-66CE-4D6E-BE57-0AB5E9A09BC3}">
      <dsp:nvSpPr>
        <dsp:cNvPr id="0" name=""/>
        <dsp:cNvSpPr/>
      </dsp:nvSpPr>
      <dsp:spPr>
        <a:xfrm>
          <a:off x="152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8517A-19AD-41E4-8FA5-C7C049D2C56F}">
      <dsp:nvSpPr>
        <dsp:cNvPr id="0" name=""/>
        <dsp:cNvSpPr/>
      </dsp:nvSpPr>
      <dsp:spPr>
        <a:xfrm>
          <a:off x="152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“trap door” function</a:t>
          </a:r>
          <a:endParaRPr lang="tr-TR" sz="2800" kern="1200"/>
        </a:p>
      </dsp:txBody>
      <dsp:txXfrm>
        <a:off x="152976" y="1849064"/>
        <a:ext cx="4320000" cy="648000"/>
      </dsp:txXfrm>
    </dsp:sp>
    <dsp:sp modelId="{89B2F8A5-7984-4168-B105-1FE9DFC91A58}">
      <dsp:nvSpPr>
        <dsp:cNvPr id="0" name=""/>
        <dsp:cNvSpPr/>
      </dsp:nvSpPr>
      <dsp:spPr>
        <a:xfrm>
          <a:off x="152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is easy to do in one direction</a:t>
          </a:r>
          <a:r>
            <a:rPr lang="tr-TR" sz="1700" kern="1200" dirty="0"/>
            <a:t> </a:t>
          </a:r>
          <a:r>
            <a:rPr lang="en-US" sz="1700" kern="1200" dirty="0"/>
            <a:t>(multiplication)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impossible to do in the reverse direction (division).</a:t>
          </a:r>
          <a:endParaRPr lang="tr-TR" sz="1700" kern="1200"/>
        </a:p>
      </dsp:txBody>
      <dsp:txXfrm>
        <a:off x="152976" y="2562209"/>
        <a:ext cx="4320000" cy="892036"/>
      </dsp:txXfrm>
    </dsp:sp>
    <dsp:sp modelId="{BC4E812A-07FF-4DCA-9518-BCC85C2F2BDC}">
      <dsp:nvSpPr>
        <dsp:cNvPr id="0" name=""/>
        <dsp:cNvSpPr/>
      </dsp:nvSpPr>
      <dsp:spPr>
        <a:xfrm>
          <a:off x="5228976" y="19700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35F39-9097-4927-922A-3FFA9F0E9750}">
      <dsp:nvSpPr>
        <dsp:cNvPr id="0" name=""/>
        <dsp:cNvSpPr/>
      </dsp:nvSpPr>
      <dsp:spPr>
        <a:xfrm>
          <a:off x="5228976" y="18490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 owner of the private key </a:t>
          </a:r>
          <a:endParaRPr lang="tr-TR" sz="2800" kern="1200"/>
        </a:p>
      </dsp:txBody>
      <dsp:txXfrm>
        <a:off x="5228976" y="1849064"/>
        <a:ext cx="4320000" cy="648000"/>
      </dsp:txXfrm>
    </dsp:sp>
    <dsp:sp modelId="{6E51378F-69E7-45EF-9B97-7304CA90740A}">
      <dsp:nvSpPr>
        <dsp:cNvPr id="0" name=""/>
        <dsp:cNvSpPr/>
      </dsp:nvSpPr>
      <dsp:spPr>
        <a:xfrm>
          <a:off x="5228976" y="2562209"/>
          <a:ext cx="4320000" cy="892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easily create the public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then share it with the world </a:t>
          </a:r>
          <a:endParaRPr lang="tr-TR" sz="1700" kern="1200" dirty="0"/>
        </a:p>
      </dsp:txBody>
      <dsp:txXfrm>
        <a:off x="5228976" y="2562209"/>
        <a:ext cx="4320000" cy="89203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E7F0A-F97C-41DF-8C7E-A439ADF362AF}">
      <dsp:nvSpPr>
        <dsp:cNvPr id="0" name=""/>
        <dsp:cNvSpPr/>
      </dsp:nvSpPr>
      <dsp:spPr>
        <a:xfrm>
          <a:off x="152976" y="2066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14B29-3569-4A63-8AA4-668DC5BBA841}">
      <dsp:nvSpPr>
        <dsp:cNvPr id="0" name=""/>
        <dsp:cNvSpPr/>
      </dsp:nvSpPr>
      <dsp:spPr>
        <a:xfrm>
          <a:off x="152976" y="18578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Protection</a:t>
          </a:r>
        </a:p>
      </dsp:txBody>
      <dsp:txXfrm>
        <a:off x="152976" y="1857851"/>
        <a:ext cx="4320000" cy="648000"/>
      </dsp:txXfrm>
    </dsp:sp>
    <dsp:sp modelId="{D56D888F-D48E-4FC0-B69F-0032394E7C22}">
      <dsp:nvSpPr>
        <dsp:cNvPr id="0" name=""/>
        <dsp:cNvSpPr/>
      </dsp:nvSpPr>
      <dsp:spPr>
        <a:xfrm>
          <a:off x="152976" y="2570611"/>
          <a:ext cx="4320000" cy="874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knowing </a:t>
          </a:r>
          <a:r>
            <a:rPr lang="tr-TR" sz="1700" kern="1200" dirty="0"/>
            <a:t>just the public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one can reverse</a:t>
          </a:r>
          <a:r>
            <a:rPr lang="tr-TR" sz="1700" kern="1200" dirty="0"/>
            <a:t> </a:t>
          </a:r>
          <a:r>
            <a:rPr lang="en-US" sz="1700" kern="1200" dirty="0"/>
            <a:t>the function </a:t>
          </a:r>
          <a:endParaRPr lang="tr-TR" sz="1700" kern="1200" dirty="0"/>
        </a:p>
      </dsp:txBody>
      <dsp:txXfrm>
        <a:off x="152976" y="2570611"/>
        <a:ext cx="4320000" cy="874021"/>
      </dsp:txXfrm>
    </dsp:sp>
    <dsp:sp modelId="{5A54C74F-D334-4BCE-A5B2-AFD7EBDA7D83}">
      <dsp:nvSpPr>
        <dsp:cNvPr id="0" name=""/>
        <dsp:cNvSpPr/>
      </dsp:nvSpPr>
      <dsp:spPr>
        <a:xfrm>
          <a:off x="5228976" y="20661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9D215-749C-446E-92E0-13301C11E5EA}">
      <dsp:nvSpPr>
        <dsp:cNvPr id="0" name=""/>
        <dsp:cNvSpPr/>
      </dsp:nvSpPr>
      <dsp:spPr>
        <a:xfrm>
          <a:off x="5228976" y="18578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Mathematical</a:t>
          </a:r>
          <a:r>
            <a:rPr lang="tr-TR" sz="3600" kern="1200"/>
            <a:t> </a:t>
          </a:r>
          <a:r>
            <a:rPr lang="en-US" sz="3600" kern="1200"/>
            <a:t>trick </a:t>
          </a:r>
          <a:endParaRPr lang="tr-TR" sz="3600" kern="1200"/>
        </a:p>
      </dsp:txBody>
      <dsp:txXfrm>
        <a:off x="5228976" y="1857851"/>
        <a:ext cx="4320000" cy="648000"/>
      </dsp:txXfrm>
    </dsp:sp>
    <dsp:sp modelId="{CAC1A3A1-2BD6-4500-A56A-9EB6FFBFAFD1}">
      <dsp:nvSpPr>
        <dsp:cNvPr id="0" name=""/>
        <dsp:cNvSpPr/>
      </dsp:nvSpPr>
      <dsp:spPr>
        <a:xfrm>
          <a:off x="5228976" y="2570611"/>
          <a:ext cx="4320000" cy="874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becomes the basis</a:t>
          </a:r>
          <a:endParaRPr lang="tr-T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for unforgeable and secure</a:t>
          </a:r>
          <a:r>
            <a:rPr lang="tr-TR" sz="1700" kern="1200" dirty="0"/>
            <a:t> </a:t>
          </a:r>
          <a:r>
            <a:rPr lang="en-US" sz="1700" kern="1200" dirty="0"/>
            <a:t>digital signatures </a:t>
          </a:r>
          <a:endParaRPr lang="tr-T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that prove ownership of bitcoin funds.</a:t>
          </a:r>
          <a:endParaRPr lang="tr-TR" sz="1700" kern="1200" dirty="0"/>
        </a:p>
      </dsp:txBody>
      <dsp:txXfrm>
        <a:off x="5228976" y="2570611"/>
        <a:ext cx="4320000" cy="87402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A343A-546F-4C1E-928F-FABBDD866DF8}">
      <dsp:nvSpPr>
        <dsp:cNvPr id="0" name=""/>
        <dsp:cNvSpPr/>
      </dsp:nvSpPr>
      <dsp:spPr>
        <a:xfrm>
          <a:off x="3326" y="1315169"/>
          <a:ext cx="953859" cy="9538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773EB-0C23-43CE-BBE8-11263033984D}">
      <dsp:nvSpPr>
        <dsp:cNvPr id="0" name=""/>
        <dsp:cNvSpPr/>
      </dsp:nvSpPr>
      <dsp:spPr>
        <a:xfrm>
          <a:off x="3326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Elliptic curve cryptography</a:t>
          </a:r>
          <a:endParaRPr lang="tr-TR" sz="1900" kern="1200"/>
        </a:p>
      </dsp:txBody>
      <dsp:txXfrm>
        <a:off x="3326" y="2361568"/>
        <a:ext cx="2725312" cy="408796"/>
      </dsp:txXfrm>
    </dsp:sp>
    <dsp:sp modelId="{3FC22CA8-015A-4896-9651-55AB8DA5909A}">
      <dsp:nvSpPr>
        <dsp:cNvPr id="0" name=""/>
        <dsp:cNvSpPr/>
      </dsp:nvSpPr>
      <dsp:spPr>
        <a:xfrm>
          <a:off x="3326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type of asymmetric</a:t>
          </a:r>
          <a:endParaRPr lang="tr-TR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public </a:t>
          </a:r>
          <a:r>
            <a:rPr lang="en-US" sz="1400" kern="1200" dirty="0"/>
            <a:t>key cryptography </a:t>
          </a:r>
          <a:endParaRPr lang="tr-TR" sz="1400" kern="1200" dirty="0"/>
        </a:p>
      </dsp:txBody>
      <dsp:txXfrm>
        <a:off x="3326" y="2813407"/>
        <a:ext cx="2725312" cy="653857"/>
      </dsp:txXfrm>
    </dsp:sp>
    <dsp:sp modelId="{04E5F366-6D24-4789-8ECA-C16337C731EA}">
      <dsp:nvSpPr>
        <dsp:cNvPr id="0" name=""/>
        <dsp:cNvSpPr/>
      </dsp:nvSpPr>
      <dsp:spPr>
        <a:xfrm>
          <a:off x="3205568" y="1315169"/>
          <a:ext cx="953859" cy="953859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33F19-4AB1-4ADF-BA12-11705A5F9355}">
      <dsp:nvSpPr>
        <dsp:cNvPr id="0" name=""/>
        <dsp:cNvSpPr/>
      </dsp:nvSpPr>
      <dsp:spPr>
        <a:xfrm>
          <a:off x="3205568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based</a:t>
          </a:r>
          <a:r>
            <a:rPr lang="tr-TR" sz="1900" kern="1200" dirty="0"/>
            <a:t> </a:t>
          </a:r>
          <a:r>
            <a:rPr lang="en-US" sz="1900" kern="1200" dirty="0"/>
            <a:t>on</a:t>
          </a:r>
          <a:endParaRPr lang="tr-TR" sz="1900" kern="1200" dirty="0"/>
        </a:p>
      </dsp:txBody>
      <dsp:txXfrm>
        <a:off x="3205568" y="2361568"/>
        <a:ext cx="2725312" cy="408796"/>
      </dsp:txXfrm>
    </dsp:sp>
    <dsp:sp modelId="{48A6C08F-C785-4E56-8ACE-ADFB5C48EBB7}">
      <dsp:nvSpPr>
        <dsp:cNvPr id="0" name=""/>
        <dsp:cNvSpPr/>
      </dsp:nvSpPr>
      <dsp:spPr>
        <a:xfrm>
          <a:off x="3205568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</a:t>
          </a:r>
          <a:r>
            <a:rPr lang="en-US" sz="1400" kern="1200" dirty="0"/>
            <a:t>discrete logarithm problem </a:t>
          </a:r>
          <a:endParaRPr lang="tr-TR" sz="1400" kern="1200" dirty="0"/>
        </a:p>
      </dsp:txBody>
      <dsp:txXfrm>
        <a:off x="3205568" y="2813407"/>
        <a:ext cx="2725312" cy="653857"/>
      </dsp:txXfrm>
    </dsp:sp>
    <dsp:sp modelId="{82130FCF-74B3-462B-86F8-6938DB30508F}">
      <dsp:nvSpPr>
        <dsp:cNvPr id="0" name=""/>
        <dsp:cNvSpPr/>
      </dsp:nvSpPr>
      <dsp:spPr>
        <a:xfrm>
          <a:off x="6407810" y="1315169"/>
          <a:ext cx="953859" cy="95385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D97DE-AD27-4D15-83D1-6993B4F1633E}">
      <dsp:nvSpPr>
        <dsp:cNvPr id="0" name=""/>
        <dsp:cNvSpPr/>
      </dsp:nvSpPr>
      <dsp:spPr>
        <a:xfrm>
          <a:off x="6407810" y="2361568"/>
          <a:ext cx="2725312" cy="408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expressed </a:t>
          </a:r>
          <a:endParaRPr lang="tr-TR" sz="1900" kern="1200"/>
        </a:p>
      </dsp:txBody>
      <dsp:txXfrm>
        <a:off x="6407810" y="2361568"/>
        <a:ext cx="2725312" cy="408796"/>
      </dsp:txXfrm>
    </dsp:sp>
    <dsp:sp modelId="{B8DCD60D-7758-485B-9187-F2D5F8E059C0}">
      <dsp:nvSpPr>
        <dsp:cNvPr id="0" name=""/>
        <dsp:cNvSpPr/>
      </dsp:nvSpPr>
      <dsp:spPr>
        <a:xfrm>
          <a:off x="6407810" y="2813407"/>
          <a:ext cx="2725312" cy="653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by addition and multiplication</a:t>
          </a:r>
          <a:endParaRPr lang="tr-TR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 the</a:t>
          </a:r>
          <a:r>
            <a:rPr lang="tr-TR" sz="1400" kern="1200" dirty="0"/>
            <a:t> </a:t>
          </a:r>
          <a:r>
            <a:rPr lang="en-US" sz="1400" kern="1200" dirty="0"/>
            <a:t>points of an elliptic curve</a:t>
          </a:r>
          <a:endParaRPr lang="tr-TR" sz="1400" kern="1200" dirty="0"/>
        </a:p>
      </dsp:txBody>
      <dsp:txXfrm>
        <a:off x="6407810" y="2813407"/>
        <a:ext cx="2725312" cy="65385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32DF5-C3DB-46C6-9AB1-7C3C9288DE9F}">
      <dsp:nvSpPr>
        <dsp:cNvPr id="0" name=""/>
        <dsp:cNvSpPr/>
      </dsp:nvSpPr>
      <dsp:spPr>
        <a:xfrm>
          <a:off x="0" y="1782"/>
          <a:ext cx="97019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D98B3-6BF4-4E3F-9AF0-C8EB1DA6F137}">
      <dsp:nvSpPr>
        <dsp:cNvPr id="0" name=""/>
        <dsp:cNvSpPr/>
      </dsp:nvSpPr>
      <dsp:spPr>
        <a:xfrm>
          <a:off x="0" y="1782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Established</a:t>
          </a:r>
          <a:r>
            <a:rPr lang="tr-TR" sz="2900" kern="1200" dirty="0"/>
            <a:t> </a:t>
          </a:r>
          <a:r>
            <a:rPr lang="en-US" sz="2900" kern="1200" dirty="0"/>
            <a:t>by</a:t>
          </a:r>
          <a:endParaRPr lang="tr-TR" sz="2900" kern="1200" dirty="0"/>
        </a:p>
      </dsp:txBody>
      <dsp:txXfrm>
        <a:off x="0" y="1782"/>
        <a:ext cx="1940390" cy="1215894"/>
      </dsp:txXfrm>
    </dsp:sp>
    <dsp:sp modelId="{89C510C7-A0E8-49AD-8C1F-0369ACFB5629}">
      <dsp:nvSpPr>
        <dsp:cNvPr id="0" name=""/>
        <dsp:cNvSpPr/>
      </dsp:nvSpPr>
      <dsp:spPr>
        <a:xfrm>
          <a:off x="2085919" y="30042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NIST </a:t>
          </a:r>
          <a:endParaRPr lang="tr-TR" sz="2600" kern="1200" dirty="0"/>
        </a:p>
      </dsp:txBody>
      <dsp:txXfrm>
        <a:off x="2085919" y="30042"/>
        <a:ext cx="7616033" cy="565201"/>
      </dsp:txXfrm>
    </dsp:sp>
    <dsp:sp modelId="{9C2355CF-40CB-47F8-9099-977A95126C70}">
      <dsp:nvSpPr>
        <dsp:cNvPr id="0" name=""/>
        <dsp:cNvSpPr/>
      </dsp:nvSpPr>
      <dsp:spPr>
        <a:xfrm>
          <a:off x="1940390" y="595243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5E235-D8E3-4AA4-94E7-087329A2876A}">
      <dsp:nvSpPr>
        <dsp:cNvPr id="0" name=""/>
        <dsp:cNvSpPr/>
      </dsp:nvSpPr>
      <dsp:spPr>
        <a:xfrm>
          <a:off x="2085919" y="623504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National Institute of Standards and</a:t>
          </a:r>
          <a:r>
            <a:rPr lang="tr-TR" sz="2600" kern="1200" dirty="0"/>
            <a:t> </a:t>
          </a:r>
          <a:r>
            <a:rPr lang="en-US" sz="2600" kern="1200" dirty="0"/>
            <a:t>Technology </a:t>
          </a:r>
          <a:endParaRPr lang="tr-TR" sz="2600" kern="1200" dirty="0"/>
        </a:p>
      </dsp:txBody>
      <dsp:txXfrm>
        <a:off x="2085919" y="623504"/>
        <a:ext cx="7616033" cy="565201"/>
      </dsp:txXfrm>
    </dsp:sp>
    <dsp:sp modelId="{46D32165-8F29-40F7-ABB6-CC677BD1BA0D}">
      <dsp:nvSpPr>
        <dsp:cNvPr id="0" name=""/>
        <dsp:cNvSpPr/>
      </dsp:nvSpPr>
      <dsp:spPr>
        <a:xfrm>
          <a:off x="1940390" y="1188705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359BC-D963-43DD-BB88-4B0A7CAD58FC}">
      <dsp:nvSpPr>
        <dsp:cNvPr id="0" name=""/>
        <dsp:cNvSpPr/>
      </dsp:nvSpPr>
      <dsp:spPr>
        <a:xfrm>
          <a:off x="0" y="1217677"/>
          <a:ext cx="970195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3B624-62AB-4610-815E-258C209EA336}">
      <dsp:nvSpPr>
        <dsp:cNvPr id="0" name=""/>
        <dsp:cNvSpPr/>
      </dsp:nvSpPr>
      <dsp:spPr>
        <a:xfrm>
          <a:off x="0" y="1217677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Secp256k1</a:t>
          </a:r>
          <a:endParaRPr lang="tr-TR" sz="2900" kern="1200" dirty="0"/>
        </a:p>
      </dsp:txBody>
      <dsp:txXfrm>
        <a:off x="0" y="1217677"/>
        <a:ext cx="1940390" cy="1215894"/>
      </dsp:txXfrm>
    </dsp:sp>
    <dsp:sp modelId="{C9FB7822-DE0D-4075-A6AA-87F79B5FC436}">
      <dsp:nvSpPr>
        <dsp:cNvPr id="0" name=""/>
        <dsp:cNvSpPr/>
      </dsp:nvSpPr>
      <dsp:spPr>
        <a:xfrm>
          <a:off x="2085919" y="1245937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 dirty="0"/>
            <a:t>Standard</a:t>
          </a:r>
        </a:p>
      </dsp:txBody>
      <dsp:txXfrm>
        <a:off x="2085919" y="1245937"/>
        <a:ext cx="7616033" cy="565201"/>
      </dsp:txXfrm>
    </dsp:sp>
    <dsp:sp modelId="{E9109A43-365C-4786-9A11-CEEEA5FBCFE5}">
      <dsp:nvSpPr>
        <dsp:cNvPr id="0" name=""/>
        <dsp:cNvSpPr/>
      </dsp:nvSpPr>
      <dsp:spPr>
        <a:xfrm>
          <a:off x="1940390" y="1811138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2512B-6F46-41F0-9429-ACEE9E620A47}">
      <dsp:nvSpPr>
        <dsp:cNvPr id="0" name=""/>
        <dsp:cNvSpPr/>
      </dsp:nvSpPr>
      <dsp:spPr>
        <a:xfrm>
          <a:off x="2085919" y="1839398"/>
          <a:ext cx="7616033" cy="565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/>
            <a:t>produces </a:t>
          </a:r>
          <a:r>
            <a:rPr lang="en-US" sz="2600" kern="1200"/>
            <a:t>secp256k1 </a:t>
          </a:r>
          <a:r>
            <a:rPr lang="tr-TR" sz="2600" kern="1200"/>
            <a:t>elliptic curve</a:t>
          </a:r>
          <a:endParaRPr lang="tr-TR" sz="2600" kern="1200" dirty="0"/>
        </a:p>
      </dsp:txBody>
      <dsp:txXfrm>
        <a:off x="2085919" y="1839398"/>
        <a:ext cx="7616033" cy="565201"/>
      </dsp:txXfrm>
    </dsp:sp>
    <dsp:sp modelId="{F9312137-0126-4631-9BEF-5660E62408EA}">
      <dsp:nvSpPr>
        <dsp:cNvPr id="0" name=""/>
        <dsp:cNvSpPr/>
      </dsp:nvSpPr>
      <dsp:spPr>
        <a:xfrm>
          <a:off x="1940390" y="2404599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8E6E9-56ED-455D-AB33-148CEBAFD347}">
      <dsp:nvSpPr>
        <dsp:cNvPr id="0" name=""/>
        <dsp:cNvSpPr/>
      </dsp:nvSpPr>
      <dsp:spPr>
        <a:xfrm>
          <a:off x="0" y="2433572"/>
          <a:ext cx="970195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6A83D-B234-4820-8955-8CC80D973BB2}">
      <dsp:nvSpPr>
        <dsp:cNvPr id="0" name=""/>
        <dsp:cNvSpPr/>
      </dsp:nvSpPr>
      <dsp:spPr>
        <a:xfrm>
          <a:off x="0" y="2433572"/>
          <a:ext cx="1940390" cy="1215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 dirty="0"/>
            <a:t>Elliptic curve</a:t>
          </a:r>
        </a:p>
      </dsp:txBody>
      <dsp:txXfrm>
        <a:off x="0" y="2433572"/>
        <a:ext cx="1940390" cy="1215894"/>
      </dsp:txXfrm>
    </dsp:sp>
    <dsp:sp modelId="{7EDA1E8E-0BF8-4EEC-B03A-89B1AC4477B3}">
      <dsp:nvSpPr>
        <dsp:cNvPr id="0" name=""/>
        <dsp:cNvSpPr/>
      </dsp:nvSpPr>
      <dsp:spPr>
        <a:xfrm>
          <a:off x="2085919" y="2488786"/>
          <a:ext cx="7616033" cy="11042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set of mathematical constants</a:t>
          </a:r>
          <a:endParaRPr lang="tr-TR" sz="2600" kern="1200" dirty="0"/>
        </a:p>
      </dsp:txBody>
      <dsp:txXfrm>
        <a:off x="2085919" y="2488786"/>
        <a:ext cx="7616033" cy="1104279"/>
      </dsp:txXfrm>
    </dsp:sp>
    <dsp:sp modelId="{9657E621-BFAF-4A00-BE8F-5FDC104BF59A}">
      <dsp:nvSpPr>
        <dsp:cNvPr id="0" name=""/>
        <dsp:cNvSpPr/>
      </dsp:nvSpPr>
      <dsp:spPr>
        <a:xfrm>
          <a:off x="1940390" y="3593065"/>
          <a:ext cx="776156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3182E-C796-4506-8073-9003C8CFC9C1}">
      <dsp:nvSpPr>
        <dsp:cNvPr id="0" name=""/>
        <dsp:cNvSpPr/>
      </dsp:nvSpPr>
      <dsp:spPr>
        <a:xfrm>
          <a:off x="1071946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CC67C-A26B-4273-A4A0-8A4177B1A27E}">
      <dsp:nvSpPr>
        <dsp:cNvPr id="0" name=""/>
        <dsp:cNvSpPr/>
      </dsp:nvSpPr>
      <dsp:spPr>
        <a:xfrm>
          <a:off x="2493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The </a:t>
          </a:r>
          <a:r>
            <a:rPr lang="en-US" sz="3100" i="1" kern="1200"/>
            <a:t>mod p</a:t>
          </a:r>
          <a:endParaRPr lang="tr-TR" sz="3100" kern="1200"/>
        </a:p>
      </dsp:txBody>
      <dsp:txXfrm>
        <a:off x="2493" y="2025995"/>
        <a:ext cx="3290624" cy="493593"/>
      </dsp:txXfrm>
    </dsp:sp>
    <dsp:sp modelId="{90373594-5233-483B-ACEA-F7BCE131F664}">
      <dsp:nvSpPr>
        <dsp:cNvPr id="0" name=""/>
        <dsp:cNvSpPr/>
      </dsp:nvSpPr>
      <dsp:spPr>
        <a:xfrm>
          <a:off x="2493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modulo prime number p</a:t>
          </a:r>
          <a:endParaRPr lang="tr-TR" sz="1700" kern="1200"/>
        </a:p>
      </dsp:txBody>
      <dsp:txXfrm>
        <a:off x="2493" y="2568032"/>
        <a:ext cx="3290624" cy="624242"/>
      </dsp:txXfrm>
    </dsp:sp>
    <dsp:sp modelId="{D0CA1105-A7F8-4F5C-8F79-F545E5E4685C}">
      <dsp:nvSpPr>
        <dsp:cNvPr id="0" name=""/>
        <dsp:cNvSpPr/>
      </dsp:nvSpPr>
      <dsp:spPr>
        <a:xfrm>
          <a:off x="4938430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E11D4-F8ED-4DAE-A7FB-98AEDDDA1063}">
      <dsp:nvSpPr>
        <dsp:cNvPr id="0" name=""/>
        <dsp:cNvSpPr/>
      </dsp:nvSpPr>
      <dsp:spPr>
        <a:xfrm>
          <a:off x="3868977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Curve </a:t>
          </a:r>
          <a:r>
            <a:rPr lang="en-US" sz="3100" kern="1200" dirty="0"/>
            <a:t>indicates</a:t>
          </a:r>
          <a:endParaRPr lang="tr-TR" sz="3100" kern="1200" dirty="0"/>
        </a:p>
      </dsp:txBody>
      <dsp:txXfrm>
        <a:off x="3868977" y="2025995"/>
        <a:ext cx="3290624" cy="493593"/>
      </dsp:txXfrm>
    </dsp:sp>
    <dsp:sp modelId="{D648845D-722A-4BA2-B93A-7AA5C6CDE2EE}">
      <dsp:nvSpPr>
        <dsp:cNvPr id="0" name=""/>
        <dsp:cNvSpPr/>
      </dsp:nvSpPr>
      <dsp:spPr>
        <a:xfrm>
          <a:off x="3868977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over a finite field of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prime </a:t>
          </a:r>
          <a:r>
            <a:rPr lang="en-US" sz="1700" kern="1200" dirty="0"/>
            <a:t>order </a:t>
          </a:r>
          <a:r>
            <a:rPr lang="en-US" sz="1700" i="1" kern="1200" dirty="0"/>
            <a:t>p</a:t>
          </a:r>
          <a:endParaRPr lang="tr-TR" sz="1700" kern="1200" dirty="0"/>
        </a:p>
      </dsp:txBody>
      <dsp:txXfrm>
        <a:off x="3868977" y="2568032"/>
        <a:ext cx="3290624" cy="624242"/>
      </dsp:txXfrm>
    </dsp:sp>
    <dsp:sp modelId="{E05F1623-EEC0-435A-9808-07B3B2EF7637}">
      <dsp:nvSpPr>
        <dsp:cNvPr id="0" name=""/>
        <dsp:cNvSpPr/>
      </dsp:nvSpPr>
      <dsp:spPr>
        <a:xfrm>
          <a:off x="8804915" y="770124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EAB7A-D067-472C-8E8E-A73AA6B00BCB}">
      <dsp:nvSpPr>
        <dsp:cNvPr id="0" name=""/>
        <dsp:cNvSpPr/>
      </dsp:nvSpPr>
      <dsp:spPr>
        <a:xfrm>
          <a:off x="7735461" y="2025995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P is Prime</a:t>
          </a:r>
        </a:p>
      </dsp:txBody>
      <dsp:txXfrm>
        <a:off x="7735461" y="2025995"/>
        <a:ext cx="3290624" cy="493593"/>
      </dsp:txXfrm>
    </dsp:sp>
    <dsp:sp modelId="{2A97A852-68B3-48CD-B607-08962D217B12}">
      <dsp:nvSpPr>
        <dsp:cNvPr id="0" name=""/>
        <dsp:cNvSpPr/>
      </dsp:nvSpPr>
      <dsp:spPr>
        <a:xfrm>
          <a:off x="7735461" y="2568032"/>
          <a:ext cx="3290624" cy="62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very</a:t>
          </a:r>
          <a:r>
            <a:rPr lang="tr-TR" sz="1700" kern="1200"/>
            <a:t> large prime number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</a:t>
          </a:r>
          <a:r>
            <a:rPr lang="en-US" sz="1700" kern="1200" baseline="30000" dirty="0"/>
            <a:t>256</a:t>
          </a:r>
          <a:r>
            <a:rPr lang="en-US" sz="1700" kern="1200" dirty="0"/>
            <a:t> – 2</a:t>
          </a:r>
          <a:r>
            <a:rPr lang="en-US" sz="1700" kern="1200" baseline="30000" dirty="0"/>
            <a:t>32</a:t>
          </a:r>
          <a:r>
            <a:rPr lang="en-US" sz="1700" kern="1200" dirty="0"/>
            <a:t> – 2</a:t>
          </a:r>
          <a:r>
            <a:rPr lang="en-US" sz="1700" kern="1200" baseline="30000" dirty="0"/>
            <a:t>9</a:t>
          </a:r>
          <a:r>
            <a:rPr lang="en-US" sz="1700" kern="1200" dirty="0"/>
            <a:t> – 2</a:t>
          </a:r>
          <a:r>
            <a:rPr lang="en-US" sz="1700" kern="1200" baseline="30000" dirty="0"/>
            <a:t>8</a:t>
          </a:r>
          <a:r>
            <a:rPr lang="en-US" sz="1700" kern="1200" dirty="0"/>
            <a:t> – 2</a:t>
          </a:r>
          <a:r>
            <a:rPr lang="en-US" sz="1700" kern="1200" baseline="30000" dirty="0"/>
            <a:t>7</a:t>
          </a:r>
          <a:r>
            <a:rPr lang="en-US" sz="1700" kern="1200" dirty="0"/>
            <a:t> – 2</a:t>
          </a:r>
          <a:r>
            <a:rPr lang="en-US" sz="1700" kern="1200" baseline="30000" dirty="0"/>
            <a:t>6</a:t>
          </a:r>
          <a:r>
            <a:rPr lang="en-US" sz="1700" kern="1200" dirty="0"/>
            <a:t> – 2</a:t>
          </a:r>
          <a:r>
            <a:rPr lang="en-US" sz="1700" kern="1200" baseline="30000" dirty="0"/>
            <a:t>4</a:t>
          </a:r>
          <a:r>
            <a:rPr lang="en-US" sz="1700" kern="1200" dirty="0"/>
            <a:t> – 1</a:t>
          </a:r>
          <a:endParaRPr lang="tr-TR" sz="1700" kern="1200" dirty="0"/>
        </a:p>
      </dsp:txBody>
      <dsp:txXfrm>
        <a:off x="7735461" y="2568032"/>
        <a:ext cx="3290624" cy="62424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8F135-D1B7-4223-BD02-26F2B4A9DF56}">
      <dsp:nvSpPr>
        <dsp:cNvPr id="0" name=""/>
        <dsp:cNvSpPr/>
      </dsp:nvSpPr>
      <dsp:spPr>
        <a:xfrm>
          <a:off x="4356" y="421823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AAD59-8863-4C85-9836-8CDF9AA6204B}">
      <dsp:nvSpPr>
        <dsp:cNvPr id="0" name=""/>
        <dsp:cNvSpPr/>
      </dsp:nvSpPr>
      <dsp:spPr>
        <a:xfrm>
          <a:off x="4356" y="1772080"/>
          <a:ext cx="3543750" cy="53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example </a:t>
          </a:r>
          <a:endParaRPr lang="tr-TR" sz="3400" kern="1200"/>
        </a:p>
      </dsp:txBody>
      <dsp:txXfrm>
        <a:off x="4356" y="1772080"/>
        <a:ext cx="3543750" cy="531562"/>
      </dsp:txXfrm>
    </dsp:sp>
    <dsp:sp modelId="{DD3FB968-E835-4BE8-8F07-90DEC49CCF9C}">
      <dsp:nvSpPr>
        <dsp:cNvPr id="0" name=""/>
        <dsp:cNvSpPr/>
      </dsp:nvSpPr>
      <dsp:spPr>
        <a:xfrm>
          <a:off x="4356" y="2354779"/>
          <a:ext cx="3543750" cy="623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following is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point </a:t>
          </a:r>
          <a:r>
            <a:rPr lang="tr-TR" sz="1700" kern="1200"/>
            <a:t>p</a:t>
          </a:r>
          <a:r>
            <a:rPr lang="en-US" sz="1700" kern="1200"/>
            <a:t> with coordinates (x,y) </a:t>
          </a:r>
          <a:endParaRPr lang="tr-TR" sz="1700" kern="1200"/>
        </a:p>
      </dsp:txBody>
      <dsp:txXfrm>
        <a:off x="4356" y="2354779"/>
        <a:ext cx="3543750" cy="623888"/>
      </dsp:txXfrm>
    </dsp:sp>
    <dsp:sp modelId="{B8F5506C-C1E5-4A2F-B5C0-DAD56D4D86B3}">
      <dsp:nvSpPr>
        <dsp:cNvPr id="0" name=""/>
        <dsp:cNvSpPr/>
      </dsp:nvSpPr>
      <dsp:spPr>
        <a:xfrm>
          <a:off x="4168263" y="421823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5CF37-755F-4175-AD8C-2783C36A500D}">
      <dsp:nvSpPr>
        <dsp:cNvPr id="0" name=""/>
        <dsp:cNvSpPr/>
      </dsp:nvSpPr>
      <dsp:spPr>
        <a:xfrm>
          <a:off x="4168263" y="1772080"/>
          <a:ext cx="3543750" cy="53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 dirty="0"/>
            <a:t>is a point</a:t>
          </a:r>
          <a:endParaRPr lang="tr-TR" sz="3400" kern="1200" dirty="0"/>
        </a:p>
      </dsp:txBody>
      <dsp:txXfrm>
        <a:off x="4168263" y="1772080"/>
        <a:ext cx="3543750" cy="531562"/>
      </dsp:txXfrm>
    </dsp:sp>
    <dsp:sp modelId="{0A7231D9-F51F-4D67-B993-6EB1897546AE}">
      <dsp:nvSpPr>
        <dsp:cNvPr id="0" name=""/>
        <dsp:cNvSpPr/>
      </dsp:nvSpPr>
      <dsp:spPr>
        <a:xfrm>
          <a:off x="4168263" y="2354779"/>
          <a:ext cx="3543750" cy="623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the</a:t>
          </a:r>
          <a:r>
            <a:rPr lang="tr-TR" sz="1700" kern="1200"/>
            <a:t> secp256k1 curve</a:t>
          </a:r>
        </a:p>
      </dsp:txBody>
      <dsp:txXfrm>
        <a:off x="4168263" y="2354779"/>
        <a:ext cx="3543750" cy="62388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112C2-3781-48B4-B71C-50C6EC86BA3A}">
      <dsp:nvSpPr>
        <dsp:cNvPr id="0" name=""/>
        <dsp:cNvSpPr/>
      </dsp:nvSpPr>
      <dsp:spPr>
        <a:xfrm>
          <a:off x="2156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C305-30E0-46B4-8BFA-2F5B7581D01F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Private key k</a:t>
          </a:r>
        </a:p>
      </dsp:txBody>
      <dsp:txXfrm>
        <a:off x="2156" y="1667917"/>
        <a:ext cx="2143124" cy="321468"/>
      </dsp:txXfrm>
    </dsp:sp>
    <dsp:sp modelId="{6409C90A-B66D-45D4-BE73-DB2088E2C811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Start with </a:t>
          </a:r>
          <a:r>
            <a:rPr lang="en-US" sz="1500" kern="1200"/>
            <a:t>private key 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randomly generated number </a:t>
          </a:r>
          <a:r>
            <a:rPr lang="en-US" sz="1500" b="1" i="1" kern="1200"/>
            <a:t>k</a:t>
          </a:r>
          <a:r>
            <a:rPr lang="en-US" sz="1500" b="1" kern="1200"/>
            <a:t> </a:t>
          </a:r>
          <a:endParaRPr lang="tr-TR" sz="1500" b="1" kern="1200"/>
        </a:p>
      </dsp:txBody>
      <dsp:txXfrm>
        <a:off x="2156" y="2029114"/>
        <a:ext cx="2143124" cy="789728"/>
      </dsp:txXfrm>
    </dsp:sp>
    <dsp:sp modelId="{D130DEDC-866F-4B72-B0B6-74169C512A18}">
      <dsp:nvSpPr>
        <dsp:cNvPr id="0" name=""/>
        <dsp:cNvSpPr/>
      </dsp:nvSpPr>
      <dsp:spPr>
        <a:xfrm>
          <a:off x="2520328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4BA2F-770C-4141-86A6-9CD98F98AE76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</a:t>
          </a:r>
          <a:r>
            <a:rPr lang="en-US" sz="2000" kern="1200"/>
            <a:t>ultiply</a:t>
          </a:r>
          <a:r>
            <a:rPr lang="tr-TR" sz="2000" kern="1200"/>
            <a:t> </a:t>
          </a:r>
          <a:r>
            <a:rPr lang="tr-TR" sz="2000" i="1" kern="1200"/>
            <a:t>k</a:t>
          </a:r>
        </a:p>
      </dsp:txBody>
      <dsp:txXfrm>
        <a:off x="2520328" y="1667917"/>
        <a:ext cx="2143124" cy="321468"/>
      </dsp:txXfrm>
    </dsp:sp>
    <dsp:sp modelId="{882A1F6B-437F-417C-8218-25655BA04C7A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with a point on the curve </a:t>
          </a:r>
          <a:r>
            <a:rPr lang="tr-TR" sz="1500" b="1" i="1" kern="1200"/>
            <a:t>G</a:t>
          </a:r>
        </a:p>
      </dsp:txBody>
      <dsp:txXfrm>
        <a:off x="2520328" y="2029114"/>
        <a:ext cx="2143124" cy="789728"/>
      </dsp:txXfrm>
    </dsp:sp>
    <dsp:sp modelId="{8BC97D73-3730-4426-8710-75768FF3790C}">
      <dsp:nvSpPr>
        <dsp:cNvPr id="0" name=""/>
        <dsp:cNvSpPr/>
      </dsp:nvSpPr>
      <dsp:spPr>
        <a:xfrm>
          <a:off x="5038499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82563-8711-48E7-86F6-F31D80C55BEF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0" kern="1200"/>
            <a:t>generator point </a:t>
          </a:r>
          <a:r>
            <a:rPr lang="en-US" sz="2000" i="1" kern="1200"/>
            <a:t>G</a:t>
          </a:r>
          <a:r>
            <a:rPr lang="en-US" sz="2000" i="0" kern="1200"/>
            <a:t> </a:t>
          </a:r>
          <a:endParaRPr lang="tr-TR" sz="2000" i="0" kern="1200"/>
        </a:p>
      </dsp:txBody>
      <dsp:txXfrm>
        <a:off x="5038499" y="1667917"/>
        <a:ext cx="2143124" cy="321468"/>
      </dsp:txXfrm>
    </dsp:sp>
    <dsp:sp modelId="{B8E3711A-018B-4F97-88F7-56197C0E8F2D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predetermined point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 the curve</a:t>
          </a:r>
          <a:endParaRPr lang="tr-TR" sz="1500" kern="1200"/>
        </a:p>
      </dsp:txBody>
      <dsp:txXfrm>
        <a:off x="5038499" y="2029114"/>
        <a:ext cx="2143124" cy="789728"/>
      </dsp:txXfrm>
    </dsp:sp>
    <dsp:sp modelId="{49E30BB2-A4B5-43BA-B10E-EEAFBA177A4B}">
      <dsp:nvSpPr>
        <dsp:cNvPr id="0" name=""/>
        <dsp:cNvSpPr/>
      </dsp:nvSpPr>
      <dsp:spPr>
        <a:xfrm>
          <a:off x="7556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C66CE-2109-4B6E-A812-B07F44EF160E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another point</a:t>
          </a:r>
          <a:endParaRPr lang="tr-TR" sz="2000" kern="1200"/>
        </a:p>
      </dsp:txBody>
      <dsp:txXfrm>
        <a:off x="7556671" y="1667917"/>
        <a:ext cx="2143124" cy="321468"/>
      </dsp:txXfrm>
    </dsp:sp>
    <dsp:sp modelId="{B402E828-A67C-442D-B007-2F19AE17FC49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somewhere else on the curve </a:t>
          </a:r>
          <a:endParaRPr lang="tr-TR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public key </a:t>
          </a:r>
          <a:r>
            <a:rPr lang="en-US" sz="1500" b="1" i="1" kern="1200" dirty="0"/>
            <a:t>K</a:t>
          </a:r>
          <a:endParaRPr lang="tr-TR" sz="1500" b="1" kern="1200" dirty="0"/>
        </a:p>
      </dsp:txBody>
      <dsp:txXfrm>
        <a:off x="7556671" y="2029114"/>
        <a:ext cx="2143124" cy="78972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7FFB8-DA78-40CA-AF23-4A3FF3149F75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C40BD-A969-4915-8BDF-862ACBD3885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G</a:t>
          </a:r>
        </a:p>
      </dsp:txBody>
      <dsp:txXfrm>
        <a:off x="3421" y="1828085"/>
        <a:ext cx="2894062" cy="434109"/>
      </dsp:txXfrm>
    </dsp:sp>
    <dsp:sp modelId="{B80C7214-6496-4461-BFC3-274F480975C9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generator point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part of the secp256k1 standard </a:t>
          </a:r>
          <a:endParaRPr lang="tr-TR" sz="1700" kern="1200"/>
        </a:p>
      </dsp:txBody>
      <dsp:txXfrm>
        <a:off x="3421" y="2306416"/>
        <a:ext cx="2894062" cy="624745"/>
      </dsp:txXfrm>
    </dsp:sp>
    <dsp:sp modelId="{2C73003B-2CF4-4018-9DF5-C4F89EEFB511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EE967-C3AB-41C9-90E7-E278B76BC5C7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Always</a:t>
          </a:r>
          <a:r>
            <a:rPr lang="tr-TR" sz="2800" kern="1200"/>
            <a:t> </a:t>
          </a:r>
          <a:r>
            <a:rPr lang="en-US" sz="2800" kern="1200"/>
            <a:t>the</a:t>
          </a:r>
          <a:r>
            <a:rPr lang="tr-TR" sz="2800" kern="1200"/>
            <a:t> </a:t>
          </a:r>
          <a:r>
            <a:rPr lang="en-US" sz="2800" kern="1200"/>
            <a:t>same</a:t>
          </a:r>
          <a:endParaRPr lang="tr-TR" sz="2800" kern="1200"/>
        </a:p>
      </dsp:txBody>
      <dsp:txXfrm>
        <a:off x="3403945" y="1828085"/>
        <a:ext cx="2894062" cy="434109"/>
      </dsp:txXfrm>
    </dsp:sp>
    <dsp:sp modelId="{3247ECDA-57D9-4416-BF14-BF3ED8C728A7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all keys in bitcoin</a:t>
          </a:r>
          <a:endParaRPr lang="tr-TR" sz="1700" kern="1200"/>
        </a:p>
      </dsp:txBody>
      <dsp:txXfrm>
        <a:off x="3403945" y="2306416"/>
        <a:ext cx="2894062" cy="624745"/>
      </dsp:txXfrm>
    </dsp:sp>
    <dsp:sp modelId="{7938A037-0D36-46A3-A33A-20D01BBAA462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6D1B4-D242-4FDB-B54F-41E4475482D1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Formula</a:t>
          </a:r>
        </a:p>
      </dsp:txBody>
      <dsp:txXfrm>
        <a:off x="6804468" y="1828085"/>
        <a:ext cx="2894062" cy="434109"/>
      </dsp:txXfrm>
    </dsp:sp>
    <dsp:sp modelId="{FC04BC3B-9890-46E8-AAFC-C328E03927A1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/>
            <a:t>K </a:t>
          </a:r>
          <a:r>
            <a:rPr lang="tr-TR" sz="1700" kern="1200"/>
            <a:t>= </a:t>
          </a:r>
          <a:r>
            <a:rPr lang="tr-TR" sz="1700" i="1" kern="1200"/>
            <a:t>k </a:t>
          </a:r>
          <a:r>
            <a:rPr lang="tr-TR" sz="1700" kern="1200"/>
            <a:t>*</a:t>
          </a:r>
          <a:r>
            <a:rPr lang="tr-TR" sz="1700" i="1" kern="1200"/>
            <a:t>G</a:t>
          </a:r>
          <a:endParaRPr lang="tr-TR" sz="1700" kern="1200"/>
        </a:p>
      </dsp:txBody>
      <dsp:txXfrm>
        <a:off x="6804468" y="2306416"/>
        <a:ext cx="2894062" cy="62474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9428-0906-4195-8143-726C2C5178AA}">
      <dsp:nvSpPr>
        <dsp:cNvPr id="0" name=""/>
        <dsp:cNvSpPr/>
      </dsp:nvSpPr>
      <dsp:spPr>
        <a:xfrm>
          <a:off x="698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19593-20CF-4252-8A42-96DD9A573765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Formula</a:t>
          </a:r>
        </a:p>
      </dsp:txBody>
      <dsp:txXfrm>
        <a:off x="2156" y="1781575"/>
        <a:ext cx="2143124" cy="321468"/>
      </dsp:txXfrm>
    </dsp:sp>
    <dsp:sp modelId="{BFA9CACE-D288-49C1-A50D-4F0FC0414C0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i="1" kern="1200"/>
            <a:t>K </a:t>
          </a:r>
          <a:r>
            <a:rPr lang="tr-TR" sz="1500" kern="1200"/>
            <a:t>= </a:t>
          </a:r>
          <a:r>
            <a:rPr lang="tr-TR" sz="1500" i="1" kern="1200"/>
            <a:t>k </a:t>
          </a:r>
          <a:r>
            <a:rPr lang="tr-TR" sz="1500" kern="1200"/>
            <a:t>*</a:t>
          </a:r>
          <a:r>
            <a:rPr lang="tr-TR" sz="1500" i="1" kern="1200"/>
            <a:t>G</a:t>
          </a:r>
          <a:endParaRPr lang="tr-TR" sz="1500" kern="1200"/>
        </a:p>
      </dsp:txBody>
      <dsp:txXfrm>
        <a:off x="2156" y="2137798"/>
        <a:ext cx="2143124" cy="556691"/>
      </dsp:txXfrm>
    </dsp:sp>
    <dsp:sp modelId="{5AADBED4-F427-492A-86ED-0AD887BCF3F7}">
      <dsp:nvSpPr>
        <dsp:cNvPr id="0" name=""/>
        <dsp:cNvSpPr/>
      </dsp:nvSpPr>
      <dsp:spPr>
        <a:xfrm>
          <a:off x="3216843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B8F41-D505-418D-B7ED-924AF961B72B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i="1" kern="1200"/>
            <a:t>k</a:t>
          </a:r>
          <a:endParaRPr lang="tr-TR" sz="2000" kern="1200"/>
        </a:p>
      </dsp:txBody>
      <dsp:txXfrm>
        <a:off x="2520328" y="1781575"/>
        <a:ext cx="2143124" cy="321468"/>
      </dsp:txXfrm>
    </dsp:sp>
    <dsp:sp modelId="{56E241DB-C2EA-47D7-A28C-75C52DDFA9E2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private key </a:t>
          </a:r>
          <a:endParaRPr lang="tr-TR" sz="1500" kern="1200"/>
        </a:p>
      </dsp:txBody>
      <dsp:txXfrm>
        <a:off x="2520328" y="2137798"/>
        <a:ext cx="2143124" cy="556691"/>
      </dsp:txXfrm>
    </dsp:sp>
    <dsp:sp modelId="{F32E4FAE-DDF3-42CA-8077-E3C510E76F13}">
      <dsp:nvSpPr>
        <dsp:cNvPr id="0" name=""/>
        <dsp:cNvSpPr/>
      </dsp:nvSpPr>
      <dsp:spPr>
        <a:xfrm>
          <a:off x="5735015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220C4-8B4C-48CB-979F-34B6B6FFB82F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1" kern="1200"/>
            <a:t>G</a:t>
          </a:r>
          <a:endParaRPr lang="tr-TR" sz="2000" kern="1200"/>
        </a:p>
      </dsp:txBody>
      <dsp:txXfrm>
        <a:off x="5038499" y="1781575"/>
        <a:ext cx="2143124" cy="321468"/>
      </dsp:txXfrm>
    </dsp:sp>
    <dsp:sp modelId="{F0B71355-E2D9-4B8D-ACE0-5F132FD071B4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generator point </a:t>
          </a:r>
          <a:endParaRPr lang="tr-TR" sz="1500" kern="1200"/>
        </a:p>
      </dsp:txBody>
      <dsp:txXfrm>
        <a:off x="5038499" y="2137798"/>
        <a:ext cx="2143124" cy="556691"/>
      </dsp:txXfrm>
    </dsp:sp>
    <dsp:sp modelId="{37AA24DB-0BCD-48A7-A462-A1EDEABA76F3}">
      <dsp:nvSpPr>
        <dsp:cNvPr id="0" name=""/>
        <dsp:cNvSpPr/>
      </dsp:nvSpPr>
      <dsp:spPr>
        <a:xfrm>
          <a:off x="8253187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16030-BDA6-4CE5-98B4-39A6DE8B926A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i="1" kern="1200"/>
            <a:t>K</a:t>
          </a:r>
          <a:endParaRPr lang="tr-TR" sz="2000" kern="1200"/>
        </a:p>
      </dsp:txBody>
      <dsp:txXfrm>
        <a:off x="7556671" y="1781575"/>
        <a:ext cx="2143124" cy="321468"/>
      </dsp:txXfrm>
    </dsp:sp>
    <dsp:sp modelId="{ACDD80A5-BA14-4D61-A0A2-DB22FE1A6F54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resulting public key 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</a:t>
          </a:r>
          <a:r>
            <a:rPr lang="tr-TR" sz="1500" kern="1200"/>
            <a:t> point on the curve</a:t>
          </a:r>
        </a:p>
      </dsp:txBody>
      <dsp:txXfrm>
        <a:off x="7556671" y="2137798"/>
        <a:ext cx="2143124" cy="55669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D9E38-F537-4676-A4B3-6F32E28AAFB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8AE1C-85C9-401A-97F3-839C04C565E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The same generator point</a:t>
          </a:r>
        </a:p>
      </dsp:txBody>
      <dsp:txXfrm>
        <a:off x="152976" y="1981055"/>
        <a:ext cx="4320000" cy="648000"/>
      </dsp:txXfrm>
    </dsp:sp>
    <dsp:sp modelId="{03057D88-CDB3-4775-B299-CAAA33C1FE0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generator point is always the same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all bitcoin</a:t>
          </a:r>
          <a:r>
            <a:rPr lang="tr-TR" sz="1700" kern="1200" dirty="0"/>
            <a:t> </a:t>
          </a:r>
          <a:r>
            <a:rPr lang="en-US" sz="1700" kern="1200" dirty="0"/>
            <a:t>users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8C207222-78DF-4E57-8425-26989A5628EB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295C9-F965-49ED-9CBF-877EC1502B94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Private key to the same public key</a:t>
          </a:r>
        </a:p>
      </dsp:txBody>
      <dsp:txXfrm>
        <a:off x="5228976" y="1981055"/>
        <a:ext cx="4320000" cy="648000"/>
      </dsp:txXfrm>
    </dsp:sp>
    <dsp:sp modelId="{5AC537E4-AEF9-44A1-BA8E-1528BE72440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private key </a:t>
          </a:r>
          <a:r>
            <a:rPr lang="en-US" sz="1700" i="1" kern="1200"/>
            <a:t>k </a:t>
          </a:r>
          <a:r>
            <a:rPr lang="en-US" sz="1700" kern="1200"/>
            <a:t>multiplied with </a:t>
          </a:r>
          <a:r>
            <a:rPr lang="en-US" sz="1700" i="1" kern="1200"/>
            <a:t>G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will always result in the same public key </a:t>
          </a:r>
          <a:r>
            <a:rPr lang="en-US" sz="1700" i="1" kern="1200" dirty="0"/>
            <a:t>K</a:t>
          </a:r>
          <a:r>
            <a:rPr lang="tr-TR" sz="1700" kern="1200" dirty="0"/>
            <a:t> </a:t>
          </a:r>
        </a:p>
      </dsp:txBody>
      <dsp:txXfrm>
        <a:off x="5228976" y="2688423"/>
        <a:ext cx="4320000" cy="621412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6A3EC-3783-4788-BFC4-9DF25F466B0A}">
      <dsp:nvSpPr>
        <dsp:cNvPr id="0" name=""/>
        <dsp:cNvSpPr/>
      </dsp:nvSpPr>
      <dsp:spPr>
        <a:xfrm>
          <a:off x="943992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85B3-CCD1-493C-8243-4455539B6129}">
      <dsp:nvSpPr>
        <dsp:cNvPr id="0" name=""/>
        <dsp:cNvSpPr/>
      </dsp:nvSpPr>
      <dsp:spPr>
        <a:xfrm>
          <a:off x="3421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Fixed relationship</a:t>
          </a:r>
        </a:p>
      </dsp:txBody>
      <dsp:txXfrm>
        <a:off x="3421" y="1626900"/>
        <a:ext cx="2894062" cy="434109"/>
      </dsp:txXfrm>
    </dsp:sp>
    <dsp:sp modelId="{40F40EBF-29F8-4452-851D-1F0A2C559A6C}">
      <dsp:nvSpPr>
        <dsp:cNvPr id="0" name=""/>
        <dsp:cNvSpPr/>
      </dsp:nvSpPr>
      <dsp:spPr>
        <a:xfrm>
          <a:off x="3421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relationship between </a:t>
          </a:r>
          <a:r>
            <a:rPr lang="en-US" sz="1400" i="1" kern="1200"/>
            <a:t>k </a:t>
          </a:r>
          <a:r>
            <a:rPr lang="en-US" sz="1400" kern="1200"/>
            <a:t>and </a:t>
          </a:r>
          <a:r>
            <a:rPr lang="en-US" sz="1400" i="1" kern="1200"/>
            <a:t>K </a:t>
          </a:r>
          <a:r>
            <a:rPr lang="en-US" sz="1400" kern="1200"/>
            <a:t>is fixed</a:t>
          </a:r>
          <a:endParaRPr lang="tr-TR" sz="1400" kern="1200"/>
        </a:p>
      </dsp:txBody>
      <dsp:txXfrm>
        <a:off x="3421" y="2114035"/>
        <a:ext cx="2894062" cy="1037241"/>
      </dsp:txXfrm>
    </dsp:sp>
    <dsp:sp modelId="{24046F0C-5C26-489F-AF50-47C32C5B6023}">
      <dsp:nvSpPr>
        <dsp:cNvPr id="0" name=""/>
        <dsp:cNvSpPr/>
      </dsp:nvSpPr>
      <dsp:spPr>
        <a:xfrm>
          <a:off x="4344515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67F7A-F586-4569-97B5-5D22A99E16C7}">
      <dsp:nvSpPr>
        <dsp:cNvPr id="0" name=""/>
        <dsp:cNvSpPr/>
      </dsp:nvSpPr>
      <dsp:spPr>
        <a:xfrm>
          <a:off x="3403945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One direction of calculation</a:t>
          </a:r>
        </a:p>
      </dsp:txBody>
      <dsp:txXfrm>
        <a:off x="3403945" y="1626900"/>
        <a:ext cx="2894062" cy="434109"/>
      </dsp:txXfrm>
    </dsp:sp>
    <dsp:sp modelId="{5A651049-533E-4D33-A092-AA04C1F6C0B7}">
      <dsp:nvSpPr>
        <dsp:cNvPr id="0" name=""/>
        <dsp:cNvSpPr/>
      </dsp:nvSpPr>
      <dsp:spPr>
        <a:xfrm>
          <a:off x="3403945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C</a:t>
          </a:r>
          <a:r>
            <a:rPr lang="en-US" sz="1400" kern="1200" dirty="0"/>
            <a:t>an only be calculated in one direction</a:t>
          </a:r>
          <a:r>
            <a:rPr lang="tr-TR" sz="1400" kern="120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</a:t>
          </a:r>
          <a:r>
            <a:rPr lang="en-US" sz="1400" i="1" kern="1200" dirty="0"/>
            <a:t>k </a:t>
          </a:r>
          <a:r>
            <a:rPr lang="en-US" sz="1400" kern="1200" dirty="0"/>
            <a:t>to </a:t>
          </a:r>
          <a:r>
            <a:rPr lang="en-US" sz="1400" i="1" kern="1200" dirty="0"/>
            <a:t>K</a:t>
          </a:r>
          <a:r>
            <a:rPr lang="en-US" sz="1400" kern="1200" dirty="0"/>
            <a:t> </a:t>
          </a:r>
          <a:endParaRPr lang="tr-TR" sz="1400" kern="1200" dirty="0"/>
        </a:p>
      </dsp:txBody>
      <dsp:txXfrm>
        <a:off x="3403945" y="2114035"/>
        <a:ext cx="2894062" cy="1037241"/>
      </dsp:txXfrm>
    </dsp:sp>
    <dsp:sp modelId="{ACBE70E4-3089-486F-956C-D11AB8C098F8}">
      <dsp:nvSpPr>
        <dsp:cNvPr id="0" name=""/>
        <dsp:cNvSpPr/>
      </dsp:nvSpPr>
      <dsp:spPr>
        <a:xfrm>
          <a:off x="7745039" y="49997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0D863-14C5-439A-B392-776C4590F353}">
      <dsp:nvSpPr>
        <dsp:cNvPr id="0" name=""/>
        <dsp:cNvSpPr/>
      </dsp:nvSpPr>
      <dsp:spPr>
        <a:xfrm>
          <a:off x="6804468" y="162690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Sharing public key is safe</a:t>
          </a:r>
        </a:p>
      </dsp:txBody>
      <dsp:txXfrm>
        <a:off x="6804468" y="1626900"/>
        <a:ext cx="2894062" cy="434109"/>
      </dsp:txXfrm>
    </dsp:sp>
    <dsp:sp modelId="{FB0A25E4-FD6B-47F2-9094-317946D76FE9}">
      <dsp:nvSpPr>
        <dsp:cNvPr id="0" name=""/>
        <dsp:cNvSpPr/>
      </dsp:nvSpPr>
      <dsp:spPr>
        <a:xfrm>
          <a:off x="6804468" y="2114035"/>
          <a:ext cx="2894062" cy="1037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bitcoin address (derived from </a:t>
          </a:r>
          <a:r>
            <a:rPr lang="en-US" sz="1400" i="1" kern="1200" dirty="0"/>
            <a:t>K</a:t>
          </a:r>
          <a:r>
            <a:rPr lang="en-US" sz="1400" kern="1200" dirty="0"/>
            <a:t>)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can be shared with anyone</a:t>
          </a:r>
          <a:r>
            <a:rPr lang="tr-TR" sz="1400" kern="120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and does not reveal the user’s private key (</a:t>
          </a:r>
          <a:r>
            <a:rPr lang="en-US" sz="1400" i="1" kern="1200" dirty="0"/>
            <a:t>k</a:t>
          </a:r>
          <a:r>
            <a:rPr lang="en-US" sz="1400" kern="1200" dirty="0"/>
            <a:t>).</a:t>
          </a:r>
          <a:endParaRPr lang="tr-TR" sz="1400" kern="1200" dirty="0"/>
        </a:p>
      </dsp:txBody>
      <dsp:txXfrm>
        <a:off x="6804468" y="2114035"/>
        <a:ext cx="2894062" cy="1037241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FA4D2-F958-4EB0-8B6E-1BA5F271AA36}">
      <dsp:nvSpPr>
        <dsp:cNvPr id="0" name=""/>
        <dsp:cNvSpPr/>
      </dsp:nvSpPr>
      <dsp:spPr>
        <a:xfrm>
          <a:off x="76678" y="84423"/>
          <a:ext cx="1509048" cy="1418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192FB-72ED-4AFC-A3A9-F37A05A2E0EE}">
      <dsp:nvSpPr>
        <dsp:cNvPr id="0" name=""/>
        <dsp:cNvSpPr/>
      </dsp:nvSpPr>
      <dsp:spPr>
        <a:xfrm>
          <a:off x="76678" y="1615124"/>
          <a:ext cx="4311566" cy="60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Public key </a:t>
          </a:r>
          <a:r>
            <a:rPr lang="en-US" sz="3200" i="1" kern="1200"/>
            <a:t>K</a:t>
          </a:r>
          <a:endParaRPr lang="tr-TR" sz="3200" kern="1200"/>
        </a:p>
      </dsp:txBody>
      <dsp:txXfrm>
        <a:off x="76678" y="1615124"/>
        <a:ext cx="4311566" cy="607981"/>
      </dsp:txXfrm>
    </dsp:sp>
    <dsp:sp modelId="{94F19685-3C38-40DD-A08D-1B268ABBC09B}">
      <dsp:nvSpPr>
        <dsp:cNvPr id="0" name=""/>
        <dsp:cNvSpPr/>
      </dsp:nvSpPr>
      <dsp:spPr>
        <a:xfrm>
          <a:off x="76678" y="2275234"/>
          <a:ext cx="4311566" cy="41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as a point K = (x,</a:t>
          </a:r>
          <a:r>
            <a:rPr lang="tr-TR" sz="1700" kern="1200" dirty="0"/>
            <a:t> </a:t>
          </a:r>
          <a:r>
            <a:rPr lang="en-US" sz="1700" kern="1200" dirty="0"/>
            <a:t>y)</a:t>
          </a:r>
          <a:endParaRPr lang="tr-TR" sz="1700" kern="1200" dirty="0"/>
        </a:p>
      </dsp:txBody>
      <dsp:txXfrm>
        <a:off x="76678" y="2275234"/>
        <a:ext cx="4311566" cy="415625"/>
      </dsp:txXfrm>
    </dsp:sp>
    <dsp:sp modelId="{0F8DC1B4-5DE2-4FEC-BD26-136E86122373}">
      <dsp:nvSpPr>
        <dsp:cNvPr id="0" name=""/>
        <dsp:cNvSpPr/>
      </dsp:nvSpPr>
      <dsp:spPr>
        <a:xfrm>
          <a:off x="5142769" y="84423"/>
          <a:ext cx="1509048" cy="1418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32BDD-4D87-4B01-BC75-1905B816A522}">
      <dsp:nvSpPr>
        <dsp:cNvPr id="0" name=""/>
        <dsp:cNvSpPr/>
      </dsp:nvSpPr>
      <dsp:spPr>
        <a:xfrm>
          <a:off x="5142769" y="1615124"/>
          <a:ext cx="4311566" cy="607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Public</a:t>
          </a:r>
          <a:r>
            <a:rPr lang="tr-TR" sz="3200" kern="1200" dirty="0"/>
            <a:t> K</a:t>
          </a:r>
          <a:r>
            <a:rPr lang="en-US" sz="3200" kern="1200" dirty="0" err="1"/>
            <a:t>ey</a:t>
          </a:r>
          <a:r>
            <a:rPr lang="en-US" sz="3200" kern="1200" dirty="0"/>
            <a:t> </a:t>
          </a:r>
          <a:r>
            <a:rPr lang="tr-TR" sz="3200" kern="1200" dirty="0"/>
            <a:t>(K) Generation</a:t>
          </a:r>
        </a:p>
      </dsp:txBody>
      <dsp:txXfrm>
        <a:off x="5142769" y="1615124"/>
        <a:ext cx="4311566" cy="607981"/>
      </dsp:txXfrm>
    </dsp:sp>
    <dsp:sp modelId="{3309F3E2-6484-4F1C-952B-7CB56427C966}">
      <dsp:nvSpPr>
        <dsp:cNvPr id="0" name=""/>
        <dsp:cNvSpPr/>
      </dsp:nvSpPr>
      <dsp:spPr>
        <a:xfrm>
          <a:off x="5142769" y="2275234"/>
          <a:ext cx="4311566" cy="41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 the private key </a:t>
          </a:r>
          <a:r>
            <a:rPr lang="en-US" sz="1700" i="1" kern="1200" dirty="0"/>
            <a:t>k </a:t>
          </a:r>
          <a:r>
            <a:rPr lang="en-US" sz="1700" kern="1200" dirty="0"/>
            <a:t>generated</a:t>
          </a:r>
          <a:r>
            <a:rPr lang="tr-TR" sz="1700" kern="1200" dirty="0"/>
            <a:t> </a:t>
          </a:r>
          <a:r>
            <a:rPr lang="en-US" sz="1700" kern="1200" dirty="0"/>
            <a:t>previously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multiply it with the generator point G</a:t>
          </a:r>
          <a:endParaRPr lang="tr-TR" sz="1700" kern="1200" dirty="0"/>
        </a:p>
      </dsp:txBody>
      <dsp:txXfrm>
        <a:off x="5142769" y="2275234"/>
        <a:ext cx="4311566" cy="415625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83998-87F1-4A29-8D93-5FC04D2FE71E}">
      <dsp:nvSpPr>
        <dsp:cNvPr id="0" name=""/>
        <dsp:cNvSpPr/>
      </dsp:nvSpPr>
      <dsp:spPr>
        <a:xfrm>
          <a:off x="4297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C5593-9E76-421D-83A7-A722AEFA633B}">
      <dsp:nvSpPr>
        <dsp:cNvPr id="0" name=""/>
        <dsp:cNvSpPr/>
      </dsp:nvSpPr>
      <dsp:spPr>
        <a:xfrm>
          <a:off x="4297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Address</a:t>
          </a:r>
        </a:p>
      </dsp:txBody>
      <dsp:txXfrm>
        <a:off x="4297" y="1841358"/>
        <a:ext cx="2615625" cy="392343"/>
      </dsp:txXfrm>
    </dsp:sp>
    <dsp:sp modelId="{5168C949-1C37-4622-A07B-384EA8CE2CC0}">
      <dsp:nvSpPr>
        <dsp:cNvPr id="0" name=""/>
        <dsp:cNvSpPr/>
      </dsp:nvSpPr>
      <dsp:spPr>
        <a:xfrm>
          <a:off x="4297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string of digits and characters </a:t>
          </a:r>
          <a:endParaRPr lang="tr-TR" sz="1700" kern="1200"/>
        </a:p>
      </dsp:txBody>
      <dsp:txXfrm>
        <a:off x="4297" y="2273077"/>
        <a:ext cx="2615625" cy="536940"/>
      </dsp:txXfrm>
    </dsp:sp>
    <dsp:sp modelId="{08F9228A-FD67-4B14-BE81-9F88FC90D3B7}">
      <dsp:nvSpPr>
        <dsp:cNvPr id="0" name=""/>
        <dsp:cNvSpPr/>
      </dsp:nvSpPr>
      <dsp:spPr>
        <a:xfrm>
          <a:off x="3077656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DB9C9-607B-47C0-B5EA-411745A97EAE}">
      <dsp:nvSpPr>
        <dsp:cNvPr id="0" name=""/>
        <dsp:cNvSpPr/>
      </dsp:nvSpPr>
      <dsp:spPr>
        <a:xfrm>
          <a:off x="3077656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to </a:t>
          </a:r>
          <a:r>
            <a:rPr lang="en-US" sz="2300" kern="1200"/>
            <a:t>share with anyone</a:t>
          </a:r>
          <a:endParaRPr lang="tr-TR" sz="2300" kern="1200"/>
        </a:p>
      </dsp:txBody>
      <dsp:txXfrm>
        <a:off x="3077656" y="1841358"/>
        <a:ext cx="2615625" cy="392343"/>
      </dsp:txXfrm>
    </dsp:sp>
    <dsp:sp modelId="{099EFF38-A6E1-4ED1-9F89-9020709867F7}">
      <dsp:nvSpPr>
        <dsp:cNvPr id="0" name=""/>
        <dsp:cNvSpPr/>
      </dsp:nvSpPr>
      <dsp:spPr>
        <a:xfrm>
          <a:off x="3077656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who wants to send you money. </a:t>
          </a:r>
          <a:endParaRPr lang="tr-TR" sz="1700" kern="1200"/>
        </a:p>
      </dsp:txBody>
      <dsp:txXfrm>
        <a:off x="3077656" y="2273077"/>
        <a:ext cx="2615625" cy="536940"/>
      </dsp:txXfrm>
    </dsp:sp>
    <dsp:sp modelId="{DB2F97FC-A67E-4669-8069-FFF26A2D96F7}">
      <dsp:nvSpPr>
        <dsp:cNvPr id="0" name=""/>
        <dsp:cNvSpPr/>
      </dsp:nvSpPr>
      <dsp:spPr>
        <a:xfrm>
          <a:off x="6151015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83F01-4AAD-4BCE-A4F7-0AB240ECC971}">
      <dsp:nvSpPr>
        <dsp:cNvPr id="0" name=""/>
        <dsp:cNvSpPr/>
      </dsp:nvSpPr>
      <dsp:spPr>
        <a:xfrm>
          <a:off x="6151015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Production</a:t>
          </a:r>
        </a:p>
      </dsp:txBody>
      <dsp:txXfrm>
        <a:off x="6151015" y="1841358"/>
        <a:ext cx="2615625" cy="392343"/>
      </dsp:txXfrm>
    </dsp:sp>
    <dsp:sp modelId="{81119FDA-E162-40F8-9E16-B6AD070106A9}">
      <dsp:nvSpPr>
        <dsp:cNvPr id="0" name=""/>
        <dsp:cNvSpPr/>
      </dsp:nvSpPr>
      <dsp:spPr>
        <a:xfrm>
          <a:off x="6151015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public keys </a:t>
          </a:r>
          <a:endParaRPr lang="tr-TR" sz="1700" kern="1200"/>
        </a:p>
      </dsp:txBody>
      <dsp:txXfrm>
        <a:off x="6151015" y="2273077"/>
        <a:ext cx="2615625" cy="53694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C4EC6-A0EB-41B9-BC64-8CAFF71F41A9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B266B-DC3C-4B05-8AE3-97DCD1B5096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Composition</a:t>
          </a:r>
        </a:p>
      </dsp:txBody>
      <dsp:txXfrm>
        <a:off x="152976" y="1800668"/>
        <a:ext cx="4320000" cy="648000"/>
      </dsp:txXfrm>
    </dsp:sp>
    <dsp:sp modelId="{CA3496E6-B9C6-44BD-B4EE-30F69FB7D2B3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string of numbers and letters,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beginni</a:t>
          </a:r>
          <a:r>
            <a:rPr lang="tr-TR" sz="1700" kern="1200"/>
            <a:t>s</a:t>
          </a:r>
          <a:r>
            <a:rPr lang="en-US" sz="1700" kern="1200"/>
            <a:t> with “1.”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1J7mdg5rbQyUHENYdx39WVWK7fsLpEoXZy</a:t>
          </a:r>
        </a:p>
      </dsp:txBody>
      <dsp:txXfrm>
        <a:off x="152976" y="2515931"/>
        <a:ext cx="4320000" cy="991265"/>
      </dsp:txXfrm>
    </dsp:sp>
    <dsp:sp modelId="{EB951B19-06D4-4614-BFCA-AE4D45AD0629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21C6A-751C-41B5-B5E2-FF698533636A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Recipient</a:t>
          </a:r>
        </a:p>
      </dsp:txBody>
      <dsp:txXfrm>
        <a:off x="5228976" y="1800668"/>
        <a:ext cx="4320000" cy="648000"/>
      </dsp:txXfrm>
    </dsp:sp>
    <dsp:sp modelId="{38EF1AE1-F10B-4B18-8BAF-7A511702A2BE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bitcoin address appears</a:t>
          </a:r>
          <a:r>
            <a:rPr lang="tr-TR" sz="1700" kern="1200" dirty="0"/>
            <a:t> </a:t>
          </a:r>
          <a:r>
            <a:rPr lang="en-US" sz="1700" kern="1200" dirty="0"/>
            <a:t>in a transaction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the “</a:t>
          </a:r>
          <a:r>
            <a:rPr lang="en-US" sz="1700" b="1" kern="1200" dirty="0"/>
            <a:t>recipient</a:t>
          </a:r>
          <a:r>
            <a:rPr lang="en-US" sz="1700" kern="1200" dirty="0"/>
            <a:t>”</a:t>
          </a:r>
          <a:r>
            <a:rPr lang="tr-TR" sz="1700" kern="1200" dirty="0"/>
            <a:t> </a:t>
          </a:r>
          <a:r>
            <a:rPr lang="en-US" sz="1700" kern="1200" dirty="0"/>
            <a:t>of the funds</a:t>
          </a:r>
          <a:endParaRPr lang="tr-TR" sz="1700" kern="1200" dirty="0"/>
        </a:p>
      </dsp:txBody>
      <dsp:txXfrm>
        <a:off x="5228976" y="2515931"/>
        <a:ext cx="4320000" cy="991265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56C27-C512-4F60-B5BA-96E9FB488733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22BB5-4BAB-4991-BA2C-E6AB1D7460E0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The bitcoin address </a:t>
          </a:r>
          <a:endParaRPr lang="tr-TR" sz="2700" kern="1200"/>
        </a:p>
      </dsp:txBody>
      <dsp:txXfrm>
        <a:off x="3421" y="1692428"/>
        <a:ext cx="2894062" cy="434109"/>
      </dsp:txXfrm>
    </dsp:sp>
    <dsp:sp modelId="{D8C0CC89-181E-4A68-853B-F42BB39A3339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derived from the public key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through the use of one-way cryptographic</a:t>
          </a:r>
          <a:r>
            <a:rPr lang="tr-TR" sz="1700" kern="1200"/>
            <a:t> </a:t>
          </a:r>
          <a:r>
            <a:rPr lang="en-US" sz="1700" kern="1200"/>
            <a:t>hashing. </a:t>
          </a:r>
          <a:endParaRPr lang="tr-TR" sz="1700" kern="1200"/>
        </a:p>
      </dsp:txBody>
      <dsp:txXfrm>
        <a:off x="3421" y="2176696"/>
        <a:ext cx="2894062" cy="902886"/>
      </dsp:txXfrm>
    </dsp:sp>
    <dsp:sp modelId="{4F91762D-1825-4523-852A-A539B810BDB6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38923-20D6-4000-B40E-05BE7292A44B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“hashing algorithm”</a:t>
          </a:r>
          <a:endParaRPr lang="tr-TR" sz="2700" kern="1200"/>
        </a:p>
      </dsp:txBody>
      <dsp:txXfrm>
        <a:off x="3403945" y="1692428"/>
        <a:ext cx="2894062" cy="434109"/>
      </dsp:txXfrm>
    </dsp:sp>
    <dsp:sp modelId="{ABFA7C5C-5DFF-45BB-A58C-5A62008A6E11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simply “hash algorithm”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one-way</a:t>
          </a:r>
          <a:r>
            <a:rPr lang="tr-TR" sz="1700" kern="1200" dirty="0"/>
            <a:t> </a:t>
          </a:r>
          <a:r>
            <a:rPr lang="en-US" sz="1700" kern="1200" dirty="0"/>
            <a:t>function </a:t>
          </a:r>
          <a:endParaRPr lang="tr-TR" sz="1700" kern="1200" dirty="0"/>
        </a:p>
      </dsp:txBody>
      <dsp:txXfrm>
        <a:off x="3403945" y="2176696"/>
        <a:ext cx="2894062" cy="902886"/>
      </dsp:txXfrm>
    </dsp:sp>
    <dsp:sp modelId="{6EF2201B-F634-4879-BBA5-09C84AE5477A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9DA21-06F3-4DAF-8ED2-F7ECAA5BD4E1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Usage </a:t>
          </a:r>
        </a:p>
      </dsp:txBody>
      <dsp:txXfrm>
        <a:off x="6804468" y="1692428"/>
        <a:ext cx="2894062" cy="434109"/>
      </dsp:txXfrm>
    </dsp:sp>
    <dsp:sp modelId="{82C6B049-66D3-4075-A4AF-45AF5B697287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produces a fingerprint</a:t>
          </a:r>
          <a:r>
            <a:rPr lang="tr-TR" sz="1700" kern="1200" dirty="0"/>
            <a:t>: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“hash”</a:t>
          </a:r>
          <a:r>
            <a:rPr lang="tr-TR" sz="1700" kern="1200" dirty="0"/>
            <a:t> </a:t>
          </a:r>
          <a:r>
            <a:rPr lang="en-US" sz="1700" kern="1200" dirty="0"/>
            <a:t>of an arbitrary-sized input.</a:t>
          </a:r>
          <a:endParaRPr lang="tr-TR" sz="1700" kern="1200" dirty="0"/>
        </a:p>
      </dsp:txBody>
      <dsp:txXfrm>
        <a:off x="6804468" y="2176696"/>
        <a:ext cx="2894062" cy="902886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F2384-D237-4C5A-8916-3F1D82E8A578}">
      <dsp:nvSpPr>
        <dsp:cNvPr id="0" name=""/>
        <dsp:cNvSpPr/>
      </dsp:nvSpPr>
      <dsp:spPr>
        <a:xfrm>
          <a:off x="4033" y="465288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767AC-66BC-4D17-885A-9B4F10FD6802}">
      <dsp:nvSpPr>
        <dsp:cNvPr id="0" name=""/>
        <dsp:cNvSpPr/>
      </dsp:nvSpPr>
      <dsp:spPr>
        <a:xfrm>
          <a:off x="4033" y="199239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SHA256</a:t>
          </a:r>
        </a:p>
      </dsp:txBody>
      <dsp:txXfrm>
        <a:off x="4033" y="1992394"/>
        <a:ext cx="4028906" cy="604335"/>
      </dsp:txXfrm>
    </dsp:sp>
    <dsp:sp modelId="{AAE2B712-1C7F-4C5C-96C0-F5730CDB161C}">
      <dsp:nvSpPr>
        <dsp:cNvPr id="0" name=""/>
        <dsp:cNvSpPr/>
      </dsp:nvSpPr>
      <dsp:spPr>
        <a:xfrm>
          <a:off x="4033" y="2651143"/>
          <a:ext cx="4028906" cy="53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</a:t>
          </a:r>
          <a:r>
            <a:rPr lang="en-US" sz="1700" b="1" kern="1200" dirty="0"/>
            <a:t>S</a:t>
          </a:r>
          <a:r>
            <a:rPr lang="en-US" sz="1700" kern="1200" dirty="0"/>
            <a:t>ecure </a:t>
          </a:r>
          <a:r>
            <a:rPr lang="en-US" sz="1700" b="1" kern="1200" dirty="0"/>
            <a:t>H</a:t>
          </a:r>
          <a:r>
            <a:rPr lang="en-US" sz="1700" kern="1200" dirty="0"/>
            <a:t>ash </a:t>
          </a:r>
          <a:r>
            <a:rPr lang="en-US" sz="1700" b="1" kern="1200" dirty="0"/>
            <a:t>A</a:t>
          </a:r>
          <a:r>
            <a:rPr lang="en-US" sz="1700" kern="1200" dirty="0"/>
            <a:t>lgorithm</a:t>
          </a:r>
          <a:endParaRPr lang="tr-TR" sz="1700" kern="1200" dirty="0"/>
        </a:p>
      </dsp:txBody>
      <dsp:txXfrm>
        <a:off x="4033" y="2651143"/>
        <a:ext cx="4028906" cy="534817"/>
      </dsp:txXfrm>
    </dsp:sp>
    <dsp:sp modelId="{BCC2C5FF-C895-4A50-ADF5-9D2199C3EC3A}">
      <dsp:nvSpPr>
        <dsp:cNvPr id="0" name=""/>
        <dsp:cNvSpPr/>
      </dsp:nvSpPr>
      <dsp:spPr>
        <a:xfrm>
          <a:off x="4737998" y="465288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A3E44-A418-41FB-BEC4-DFF576324B95}">
      <dsp:nvSpPr>
        <dsp:cNvPr id="0" name=""/>
        <dsp:cNvSpPr/>
      </dsp:nvSpPr>
      <dsp:spPr>
        <a:xfrm>
          <a:off x="4737998" y="199239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RIPEMD160</a:t>
          </a:r>
        </a:p>
      </dsp:txBody>
      <dsp:txXfrm>
        <a:off x="4737998" y="1992394"/>
        <a:ext cx="4028906" cy="604335"/>
      </dsp:txXfrm>
    </dsp:sp>
    <dsp:sp modelId="{F79981D6-7F38-4872-A02A-DC0DE4C20627}">
      <dsp:nvSpPr>
        <dsp:cNvPr id="0" name=""/>
        <dsp:cNvSpPr/>
      </dsp:nvSpPr>
      <dsp:spPr>
        <a:xfrm>
          <a:off x="4737998" y="2651143"/>
          <a:ext cx="4028906" cy="53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b="1" kern="1200" dirty="0"/>
            <a:t>R</a:t>
          </a:r>
          <a:r>
            <a:rPr lang="en-US" sz="1700" kern="1200" dirty="0"/>
            <a:t>ACE </a:t>
          </a:r>
          <a:r>
            <a:rPr lang="en-US" sz="1700" b="1" kern="1200" dirty="0"/>
            <a:t>I</a:t>
          </a:r>
          <a:r>
            <a:rPr lang="en-US" sz="1700" kern="1200" dirty="0"/>
            <a:t>ntegrity </a:t>
          </a:r>
          <a:r>
            <a:rPr lang="en-US" sz="1700" b="1" kern="1200" dirty="0"/>
            <a:t>P</a:t>
          </a:r>
          <a:r>
            <a:rPr lang="en-US" sz="1700" kern="1200" dirty="0"/>
            <a:t>rimitives </a:t>
          </a:r>
          <a:r>
            <a:rPr lang="en-US" sz="1700" b="1" kern="1200" dirty="0"/>
            <a:t>E</a:t>
          </a:r>
          <a:r>
            <a:rPr lang="en-US" sz="1700" kern="1200" dirty="0"/>
            <a:t>valuation </a:t>
          </a:r>
          <a:r>
            <a:rPr lang="en-US" sz="1700" b="1" kern="1200" dirty="0"/>
            <a:t>M</a:t>
          </a:r>
          <a:r>
            <a:rPr lang="en-US" sz="1700" kern="1200" dirty="0"/>
            <a:t>essage </a:t>
          </a:r>
          <a:r>
            <a:rPr lang="en-US" sz="1700" b="1" kern="1200" dirty="0"/>
            <a:t>D</a:t>
          </a:r>
          <a:r>
            <a:rPr lang="en-US" sz="1700" kern="1200" dirty="0"/>
            <a:t>igest</a:t>
          </a:r>
          <a:endParaRPr lang="tr-TR" sz="1700" kern="1200" dirty="0"/>
        </a:p>
      </dsp:txBody>
      <dsp:txXfrm>
        <a:off x="4737998" y="2651143"/>
        <a:ext cx="4028906" cy="53481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5EB1C-3DAF-4EDA-AA01-109D82E5878A}">
      <dsp:nvSpPr>
        <dsp:cNvPr id="0" name=""/>
        <dsp:cNvSpPr/>
      </dsp:nvSpPr>
      <dsp:spPr>
        <a:xfrm>
          <a:off x="800363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F83AC-DB01-4203-A758-9E8F07DB4BE6}">
      <dsp:nvSpPr>
        <dsp:cNvPr id="0" name=""/>
        <dsp:cNvSpPr/>
      </dsp:nvSpPr>
      <dsp:spPr>
        <a:xfrm>
          <a:off x="5129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i="1" kern="1200"/>
            <a:t>K</a:t>
          </a:r>
          <a:endParaRPr lang="tr-TR" sz="2300" kern="1200"/>
        </a:p>
      </dsp:txBody>
      <dsp:txXfrm>
        <a:off x="5129" y="1860194"/>
        <a:ext cx="2446875" cy="367031"/>
      </dsp:txXfrm>
    </dsp:sp>
    <dsp:sp modelId="{448A58E5-0FEA-41B8-8BD3-B11EFDE2C1A6}">
      <dsp:nvSpPr>
        <dsp:cNvPr id="0" name=""/>
        <dsp:cNvSpPr/>
      </dsp:nvSpPr>
      <dsp:spPr>
        <a:xfrm>
          <a:off x="5129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public key</a:t>
          </a:r>
          <a:endParaRPr lang="tr-TR" sz="1700" kern="1200"/>
        </a:p>
      </dsp:txBody>
      <dsp:txXfrm>
        <a:off x="5129" y="2272355"/>
        <a:ext cx="2446875" cy="890859"/>
      </dsp:txXfrm>
    </dsp:sp>
    <dsp:sp modelId="{663D959F-3ABB-476F-BE7A-0BD16B95950B}">
      <dsp:nvSpPr>
        <dsp:cNvPr id="0" name=""/>
        <dsp:cNvSpPr/>
      </dsp:nvSpPr>
      <dsp:spPr>
        <a:xfrm>
          <a:off x="3675441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F3E03-FA42-4EA6-9BD4-08C76B2DE6D9}">
      <dsp:nvSpPr>
        <dsp:cNvPr id="0" name=""/>
        <dsp:cNvSpPr/>
      </dsp:nvSpPr>
      <dsp:spPr>
        <a:xfrm>
          <a:off x="2880207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i="1" kern="1200"/>
            <a:t>A</a:t>
          </a:r>
          <a:endParaRPr lang="tr-TR" sz="2300" kern="1200"/>
        </a:p>
      </dsp:txBody>
      <dsp:txXfrm>
        <a:off x="2880207" y="1860194"/>
        <a:ext cx="2446875" cy="367031"/>
      </dsp:txXfrm>
    </dsp:sp>
    <dsp:sp modelId="{AD1AF963-A0CD-4F03-A1A3-1860885AE8F3}">
      <dsp:nvSpPr>
        <dsp:cNvPr id="0" name=""/>
        <dsp:cNvSpPr/>
      </dsp:nvSpPr>
      <dsp:spPr>
        <a:xfrm>
          <a:off x="2880207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resulting bitcoin address</a:t>
          </a:r>
          <a:endParaRPr lang="tr-TR" sz="1700" kern="1200"/>
        </a:p>
      </dsp:txBody>
      <dsp:txXfrm>
        <a:off x="2880207" y="2272355"/>
        <a:ext cx="2446875" cy="890859"/>
      </dsp:txXfrm>
    </dsp:sp>
    <dsp:sp modelId="{AC1F02C7-EA33-4A79-A701-AA4AF79CCFAE}">
      <dsp:nvSpPr>
        <dsp:cNvPr id="0" name=""/>
        <dsp:cNvSpPr/>
      </dsp:nvSpPr>
      <dsp:spPr>
        <a:xfrm>
          <a:off x="6550519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8AE08-B56B-456A-87E9-A2F3E5C343FA}">
      <dsp:nvSpPr>
        <dsp:cNvPr id="0" name=""/>
        <dsp:cNvSpPr/>
      </dsp:nvSpPr>
      <dsp:spPr>
        <a:xfrm>
          <a:off x="5755285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Steps</a:t>
          </a:r>
        </a:p>
      </dsp:txBody>
      <dsp:txXfrm>
        <a:off x="5755285" y="1860194"/>
        <a:ext cx="2446875" cy="367031"/>
      </dsp:txXfrm>
    </dsp:sp>
    <dsp:sp modelId="{B0FDBFAB-956F-489A-92E6-50FB668E4E81}">
      <dsp:nvSpPr>
        <dsp:cNvPr id="0" name=""/>
        <dsp:cNvSpPr/>
      </dsp:nvSpPr>
      <dsp:spPr>
        <a:xfrm>
          <a:off x="5755285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SHA256 hash</a:t>
          </a:r>
          <a:r>
            <a:rPr lang="tr-TR" sz="1700" kern="1200"/>
            <a:t> of 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7"/>
            </a:rPr>
            <a:t>RIPEMD160</a:t>
          </a:r>
          <a:r>
            <a:rPr lang="en-US" sz="1700" kern="1200"/>
            <a:t> hash of the result</a:t>
          </a:r>
          <a:endParaRPr lang="tr-TR" sz="1700" kern="1200"/>
        </a:p>
      </dsp:txBody>
      <dsp:txXfrm>
        <a:off x="5755285" y="2272355"/>
        <a:ext cx="2446875" cy="890859"/>
      </dsp:txXfrm>
    </dsp:sp>
    <dsp:sp modelId="{888E133A-8B7D-40C4-8CA6-FE8F23D2239D}">
      <dsp:nvSpPr>
        <dsp:cNvPr id="0" name=""/>
        <dsp:cNvSpPr/>
      </dsp:nvSpPr>
      <dsp:spPr>
        <a:xfrm>
          <a:off x="9425598" y="906761"/>
          <a:ext cx="856406" cy="856406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7E774-4C6B-4F80-9981-5D2DA71526DD}">
      <dsp:nvSpPr>
        <dsp:cNvPr id="0" name=""/>
        <dsp:cNvSpPr/>
      </dsp:nvSpPr>
      <dsp:spPr>
        <a:xfrm>
          <a:off x="8630363" y="1860194"/>
          <a:ext cx="2446875" cy="36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i="1" kern="1200"/>
            <a:t>A</a:t>
          </a:r>
          <a:endParaRPr lang="tr-TR" sz="2300" kern="1200"/>
        </a:p>
      </dsp:txBody>
      <dsp:txXfrm>
        <a:off x="8630363" y="1860194"/>
        <a:ext cx="2446875" cy="367031"/>
      </dsp:txXfrm>
    </dsp:sp>
    <dsp:sp modelId="{989D94E8-C7D8-49E1-8230-894EFE206C2F}">
      <dsp:nvSpPr>
        <dsp:cNvPr id="0" name=""/>
        <dsp:cNvSpPr/>
      </dsp:nvSpPr>
      <dsp:spPr>
        <a:xfrm>
          <a:off x="8630363" y="2272355"/>
          <a:ext cx="2446875" cy="89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= </a:t>
          </a:r>
          <a:r>
            <a:rPr lang="tr-TR" sz="1700" i="1" kern="1200"/>
            <a:t>RIPEMD</a:t>
          </a:r>
          <a:r>
            <a:rPr lang="tr-TR" sz="1700" kern="1200"/>
            <a:t>160 </a:t>
          </a:r>
          <a:r>
            <a:rPr lang="tr-TR" sz="1700" i="1" kern="1200"/>
            <a:t>SHA</a:t>
          </a:r>
          <a:r>
            <a:rPr lang="tr-TR" sz="1700" kern="1200"/>
            <a:t>256 </a:t>
          </a:r>
          <a:r>
            <a:rPr lang="tr-TR" sz="1700" i="1" kern="1200"/>
            <a:t>K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160</a:t>
          </a:r>
          <a:r>
            <a:rPr lang="en-US" sz="1700" kern="1200"/>
            <a:t>-bit</a:t>
          </a:r>
          <a:r>
            <a:rPr lang="tr-TR" sz="1700" kern="1200"/>
            <a:t>/</a:t>
          </a:r>
          <a:r>
            <a:rPr lang="en-US" sz="1700" b="1" kern="1200"/>
            <a:t>20</a:t>
          </a:r>
          <a:r>
            <a:rPr lang="en-US" sz="1700" kern="1200"/>
            <a:t>-byte number</a:t>
          </a:r>
          <a:endParaRPr lang="tr-TR" sz="1700" kern="1200"/>
        </a:p>
      </dsp:txBody>
      <dsp:txXfrm>
        <a:off x="8630363" y="2272355"/>
        <a:ext cx="2446875" cy="89085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BBC99-B33E-43A6-9EE4-648CAA6DB3E4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B7A60-175B-494F-AE28-794F69C07FF8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Bitcoin Address</a:t>
          </a:r>
        </a:p>
      </dsp:txBody>
      <dsp:txXfrm>
        <a:off x="152976" y="1981055"/>
        <a:ext cx="4320000" cy="648000"/>
      </dsp:txXfrm>
    </dsp:sp>
    <dsp:sp modelId="{48CBDE96-FC16-490E-B82A-3991084A29D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</a:t>
          </a:r>
          <a:r>
            <a:rPr lang="en-US" sz="1700" i="1" kern="1200" dirty="0"/>
            <a:t>not </a:t>
          </a:r>
          <a:r>
            <a:rPr lang="en-US" sz="1700" kern="1200" dirty="0"/>
            <a:t>the same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</a:t>
          </a:r>
          <a:r>
            <a:rPr lang="en-US" sz="1700" kern="1200" dirty="0"/>
            <a:t>a public key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2283BD33-5D96-4E9C-AD7E-15AACB695541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BC4C5-1C05-45F0-8E35-9DA4624CD375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Bitcoin addresses</a:t>
          </a:r>
          <a:endParaRPr lang="tr-TR" sz="3600" kern="1200"/>
        </a:p>
      </dsp:txBody>
      <dsp:txXfrm>
        <a:off x="5228976" y="1981055"/>
        <a:ext cx="4320000" cy="648000"/>
      </dsp:txXfrm>
    </dsp:sp>
    <dsp:sp modelId="{0F238FA3-18BA-4BEA-8F74-CDEC6982EC36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derived from a public key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a one-way function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8FEB6-5B2E-4F27-B1DD-8DB84D71B3DD}">
      <dsp:nvSpPr>
        <dsp:cNvPr id="0" name=""/>
        <dsp:cNvSpPr/>
      </dsp:nvSpPr>
      <dsp:spPr>
        <a:xfrm>
          <a:off x="4297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067ED-D726-4D9B-84F5-1206A80AFACC}">
      <dsp:nvSpPr>
        <dsp:cNvPr id="0" name=""/>
        <dsp:cNvSpPr/>
      </dsp:nvSpPr>
      <dsp:spPr>
        <a:xfrm>
          <a:off x="4297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“Base58Check” </a:t>
          </a:r>
          <a:endParaRPr lang="tr-TR" sz="2300" kern="1200"/>
        </a:p>
      </dsp:txBody>
      <dsp:txXfrm>
        <a:off x="4297" y="1798827"/>
        <a:ext cx="2615625" cy="392343"/>
      </dsp:txXfrm>
    </dsp:sp>
    <dsp:sp modelId="{66BFCBC5-2B4C-48D0-BD13-BC21215EAEE1}">
      <dsp:nvSpPr>
        <dsp:cNvPr id="0" name=""/>
        <dsp:cNvSpPr/>
      </dsp:nvSpPr>
      <dsp:spPr>
        <a:xfrm>
          <a:off x="4297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encoded </a:t>
          </a:r>
          <a:r>
            <a:rPr lang="tr-TR" sz="1700" kern="1200"/>
            <a:t>with 58 characters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checksum </a:t>
          </a:r>
          <a:endParaRPr lang="tr-TR" sz="1700" kern="1200"/>
        </a:p>
      </dsp:txBody>
      <dsp:txXfrm>
        <a:off x="4297" y="2232408"/>
        <a:ext cx="2615625" cy="624141"/>
      </dsp:txXfrm>
    </dsp:sp>
    <dsp:sp modelId="{9002538A-2199-40FE-A67A-C1DA51646988}">
      <dsp:nvSpPr>
        <dsp:cNvPr id="0" name=""/>
        <dsp:cNvSpPr/>
      </dsp:nvSpPr>
      <dsp:spPr>
        <a:xfrm>
          <a:off x="3077656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4EB58-4D41-47B0-98CD-1614DCD6F04C}">
      <dsp:nvSpPr>
        <dsp:cNvPr id="0" name=""/>
        <dsp:cNvSpPr/>
      </dsp:nvSpPr>
      <dsp:spPr>
        <a:xfrm>
          <a:off x="3077656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Checksum</a:t>
          </a:r>
        </a:p>
      </dsp:txBody>
      <dsp:txXfrm>
        <a:off x="3077656" y="1798827"/>
        <a:ext cx="2615625" cy="392343"/>
      </dsp:txXfrm>
    </dsp:sp>
    <dsp:sp modelId="{AE1438B0-FC0D-4A9B-930E-D8996A0BE084}">
      <dsp:nvSpPr>
        <dsp:cNvPr id="0" name=""/>
        <dsp:cNvSpPr/>
      </dsp:nvSpPr>
      <dsp:spPr>
        <a:xfrm>
          <a:off x="3077656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help human readability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avoid ambiguity</a:t>
          </a:r>
          <a:endParaRPr lang="tr-TR" sz="1700" kern="1200"/>
        </a:p>
      </dsp:txBody>
      <dsp:txXfrm>
        <a:off x="3077656" y="2232408"/>
        <a:ext cx="2615625" cy="624141"/>
      </dsp:txXfrm>
    </dsp:sp>
    <dsp:sp modelId="{29B3B46E-FB9C-463D-87B1-A5372C3069BC}">
      <dsp:nvSpPr>
        <dsp:cNvPr id="0" name=""/>
        <dsp:cNvSpPr/>
      </dsp:nvSpPr>
      <dsp:spPr>
        <a:xfrm>
          <a:off x="6151015" y="794699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25147-876E-41CD-86AD-163B1A380D35}">
      <dsp:nvSpPr>
        <dsp:cNvPr id="0" name=""/>
        <dsp:cNvSpPr/>
      </dsp:nvSpPr>
      <dsp:spPr>
        <a:xfrm>
          <a:off x="6151015" y="179882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protect against</a:t>
          </a:r>
          <a:r>
            <a:rPr lang="tr-TR" sz="2300" kern="1200"/>
            <a:t> </a:t>
          </a:r>
          <a:r>
            <a:rPr lang="en-US" sz="2300" kern="1200"/>
            <a:t>errors</a:t>
          </a:r>
          <a:endParaRPr lang="tr-TR" sz="2300" kern="1200"/>
        </a:p>
      </dsp:txBody>
      <dsp:txXfrm>
        <a:off x="6151015" y="1798827"/>
        <a:ext cx="2615625" cy="392343"/>
      </dsp:txXfrm>
    </dsp:sp>
    <dsp:sp modelId="{9BA4242E-D0CF-492E-8877-75CE5210731A}">
      <dsp:nvSpPr>
        <dsp:cNvPr id="0" name=""/>
        <dsp:cNvSpPr/>
      </dsp:nvSpPr>
      <dsp:spPr>
        <a:xfrm>
          <a:off x="6151015" y="2232408"/>
          <a:ext cx="2615625" cy="624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address transcription and entry</a:t>
          </a:r>
          <a:endParaRPr lang="tr-TR" sz="1700" kern="1200"/>
        </a:p>
      </dsp:txBody>
      <dsp:txXfrm>
        <a:off x="6151015" y="2232408"/>
        <a:ext cx="2615625" cy="624141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B7F4E-1965-426C-A555-37E591B4428C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F69B9-67D4-4414-81CD-A0766F692082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Decimal system</a:t>
          </a:r>
          <a:endParaRPr lang="en-US" sz="3600" kern="1200"/>
        </a:p>
      </dsp:txBody>
      <dsp:txXfrm>
        <a:off x="4033" y="1948834"/>
        <a:ext cx="4028906" cy="604335"/>
      </dsp:txXfrm>
    </dsp:sp>
    <dsp:sp modelId="{24EFCAB9-38B9-4E76-BFE2-A49983D0AA2A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the 10</a:t>
          </a:r>
          <a:r>
            <a:rPr lang="tr-TR" sz="1700" kern="1200"/>
            <a:t> </a:t>
          </a:r>
          <a:r>
            <a:rPr lang="en-US" sz="1700" kern="1200"/>
            <a:t>numerals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0 through 9</a:t>
          </a:r>
        </a:p>
      </dsp:txBody>
      <dsp:txXfrm>
        <a:off x="4033" y="2609490"/>
        <a:ext cx="4028906" cy="624130"/>
      </dsp:txXfrm>
    </dsp:sp>
    <dsp:sp modelId="{E1603116-BB61-4AFA-AE35-584594689490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E2095-CB4F-4EDD-8C16-616592DF07FA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H</a:t>
          </a:r>
          <a:r>
            <a:rPr lang="en-US" sz="3600" kern="1200" dirty="0" err="1"/>
            <a:t>exadecimal</a:t>
          </a:r>
          <a:r>
            <a:rPr lang="en-US" sz="3600" kern="1200" dirty="0"/>
            <a:t> system </a:t>
          </a:r>
        </a:p>
      </dsp:txBody>
      <dsp:txXfrm>
        <a:off x="4737998" y="1948834"/>
        <a:ext cx="4028906" cy="604335"/>
      </dsp:txXfrm>
    </dsp:sp>
    <dsp:sp modelId="{88882D1A-6EA2-479F-9336-202447B56F51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16</a:t>
          </a:r>
          <a:r>
            <a:rPr lang="tr-TR" sz="1700" kern="1200"/>
            <a:t>:</a:t>
          </a:r>
          <a:r>
            <a:rPr lang="en-US" sz="1700" kern="1200"/>
            <a:t> </a:t>
          </a:r>
          <a:r>
            <a:rPr lang="tr-TR" sz="1700" kern="1200"/>
            <a:t>10 numerals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the letters A through F. </a:t>
          </a:r>
        </a:p>
      </dsp:txBody>
      <dsp:txXfrm>
        <a:off x="4737998" y="2609490"/>
        <a:ext cx="4028906" cy="624130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B5511-9696-4AB8-9316-97C6D6B55591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04989-56E8-42DF-8AB1-699AF532BA4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Hexadecimal</a:t>
          </a:r>
          <a:r>
            <a:rPr lang="tr-TR" sz="3600" kern="1200"/>
            <a:t> shorter</a:t>
          </a:r>
          <a:endParaRPr lang="en-US" sz="3600" kern="1200"/>
        </a:p>
      </dsp:txBody>
      <dsp:txXfrm>
        <a:off x="152976" y="1981055"/>
        <a:ext cx="4320000" cy="648000"/>
      </dsp:txXfrm>
    </dsp:sp>
    <dsp:sp modelId="{21219A9D-FEC6-4EEC-9CA7-25A58247A0D4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number in hexadecimal is shorter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than decimal representation. </a:t>
          </a:r>
        </a:p>
      </dsp:txBody>
      <dsp:txXfrm>
        <a:off x="152976" y="2688423"/>
        <a:ext cx="4320000" cy="621412"/>
      </dsp:txXfrm>
    </dsp:sp>
    <dsp:sp modelId="{E8331243-969C-4BD2-B721-8551F6E3577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153A4-F2AA-40E4-90A2-8B1658F1911A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Base64 representation</a:t>
          </a:r>
        </a:p>
      </dsp:txBody>
      <dsp:txXfrm>
        <a:off x="5228976" y="1981055"/>
        <a:ext cx="4320000" cy="648000"/>
      </dsp:txXfrm>
    </dsp:sp>
    <dsp:sp modelId="{06E4A449-98A1-44FB-AFB1-DDE7BBAFC66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Shorter than Hexadecimal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92390-DD4D-46F6-9A0C-31D7F3B291D3}">
      <dsp:nvSpPr>
        <dsp:cNvPr id="0" name=""/>
        <dsp:cNvSpPr/>
      </dsp:nvSpPr>
      <dsp:spPr>
        <a:xfrm>
          <a:off x="11482" y="598926"/>
          <a:ext cx="3714385" cy="11143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52 letter</a:t>
          </a:r>
          <a:endParaRPr lang="en-US" sz="3700" kern="1200" dirty="0"/>
        </a:p>
      </dsp:txBody>
      <dsp:txXfrm>
        <a:off x="11482" y="598926"/>
        <a:ext cx="3714385" cy="1114315"/>
      </dsp:txXfrm>
    </dsp:sp>
    <dsp:sp modelId="{6E014C95-E1E7-4A54-AA81-689DE9C7052B}">
      <dsp:nvSpPr>
        <dsp:cNvPr id="0" name=""/>
        <dsp:cNvSpPr/>
      </dsp:nvSpPr>
      <dsp:spPr>
        <a:xfrm>
          <a:off x="11482" y="1713242"/>
          <a:ext cx="3714385" cy="16860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26</a:t>
          </a:r>
          <a:r>
            <a:rPr lang="tr-TR" sz="2800" kern="1200" dirty="0"/>
            <a:t> </a:t>
          </a:r>
          <a:r>
            <a:rPr lang="en-US" sz="2800" kern="1200" dirty="0"/>
            <a:t>lowercase letters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26</a:t>
          </a:r>
          <a:r>
            <a:rPr lang="tr-TR" sz="2800" kern="1200" dirty="0"/>
            <a:t> </a:t>
          </a:r>
          <a:r>
            <a:rPr lang="en-US" sz="2800" kern="1200" dirty="0"/>
            <a:t>capital letters</a:t>
          </a:r>
        </a:p>
      </dsp:txBody>
      <dsp:txXfrm>
        <a:off x="11482" y="1713242"/>
        <a:ext cx="3714385" cy="1686089"/>
      </dsp:txXfrm>
    </dsp:sp>
    <dsp:sp modelId="{3163EF10-60B8-4EF5-B456-4F38A75D45EB}">
      <dsp:nvSpPr>
        <dsp:cNvPr id="0" name=""/>
        <dsp:cNvSpPr/>
      </dsp:nvSpPr>
      <dsp:spPr>
        <a:xfrm>
          <a:off x="3833761" y="598926"/>
          <a:ext cx="3714385" cy="11143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10</a:t>
          </a:r>
          <a:r>
            <a:rPr lang="tr-TR" sz="3700" kern="1200" dirty="0"/>
            <a:t> </a:t>
          </a:r>
          <a:r>
            <a:rPr lang="en-US" sz="3700" kern="1200" dirty="0"/>
            <a:t>numerals</a:t>
          </a:r>
        </a:p>
      </dsp:txBody>
      <dsp:txXfrm>
        <a:off x="3833761" y="598926"/>
        <a:ext cx="3714385" cy="1114315"/>
      </dsp:txXfrm>
    </dsp:sp>
    <dsp:sp modelId="{B0DCD891-7865-49BA-93EB-F5B6FFA646ED}">
      <dsp:nvSpPr>
        <dsp:cNvPr id="0" name=""/>
        <dsp:cNvSpPr/>
      </dsp:nvSpPr>
      <dsp:spPr>
        <a:xfrm>
          <a:off x="3833761" y="1713242"/>
          <a:ext cx="3714385" cy="168608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/>
            <a:t>0, 1, 2, 3, 4, 5, 6, 7, 8, 9</a:t>
          </a:r>
          <a:endParaRPr lang="en-US" sz="2800" kern="1200" dirty="0"/>
        </a:p>
      </dsp:txBody>
      <dsp:txXfrm>
        <a:off x="3833761" y="1713242"/>
        <a:ext cx="3714385" cy="1686089"/>
      </dsp:txXfrm>
    </dsp:sp>
    <dsp:sp modelId="{58D0C815-8621-4E71-B40B-22B9E06E1D35}">
      <dsp:nvSpPr>
        <dsp:cNvPr id="0" name=""/>
        <dsp:cNvSpPr/>
      </dsp:nvSpPr>
      <dsp:spPr>
        <a:xfrm>
          <a:off x="7656041" y="598926"/>
          <a:ext cx="3714385" cy="11143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519" tIns="293519" rIns="293519" bIns="293519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2</a:t>
          </a:r>
          <a:r>
            <a:rPr lang="tr-TR" sz="3700" kern="1200" dirty="0"/>
            <a:t> </a:t>
          </a:r>
          <a:r>
            <a:rPr lang="en-US" sz="3700" kern="1200" dirty="0"/>
            <a:t>characters</a:t>
          </a:r>
          <a:r>
            <a:rPr lang="tr-TR" sz="3700" kern="1200" dirty="0"/>
            <a:t>:</a:t>
          </a:r>
          <a:endParaRPr lang="en-US" sz="3700" kern="1200" dirty="0"/>
        </a:p>
      </dsp:txBody>
      <dsp:txXfrm>
        <a:off x="7656041" y="598926"/>
        <a:ext cx="3714385" cy="1114315"/>
      </dsp:txXfrm>
    </dsp:sp>
    <dsp:sp modelId="{E6268280-59A8-4D8D-A418-FC29204BB712}">
      <dsp:nvSpPr>
        <dsp:cNvPr id="0" name=""/>
        <dsp:cNvSpPr/>
      </dsp:nvSpPr>
      <dsp:spPr>
        <a:xfrm>
          <a:off x="7656041" y="1713242"/>
          <a:ext cx="3714385" cy="168608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899" tIns="366899" rIns="366899" bIns="366899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 dirty="0"/>
            <a:t>«+»,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kern="1200"/>
            <a:t> </a:t>
          </a:r>
          <a:r>
            <a:rPr lang="tr-TR" sz="2800" kern="1200" dirty="0"/>
            <a:t>«/»</a:t>
          </a:r>
          <a:endParaRPr lang="en-US" sz="2800" kern="1200" dirty="0"/>
        </a:p>
      </dsp:txBody>
      <dsp:txXfrm>
        <a:off x="7656041" y="1713242"/>
        <a:ext cx="3714385" cy="1686089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4E36B-2322-4DCC-A542-2240887880C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C5D83-D0AA-4986-8B1B-EA7199B3827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 </a:t>
          </a:r>
          <a:r>
            <a:rPr lang="tr-TR" sz="3600" kern="1200"/>
            <a:t>vs </a:t>
          </a:r>
          <a:r>
            <a:rPr lang="en-US" sz="3600" kern="1200"/>
            <a:t>Base64</a:t>
          </a:r>
          <a:endParaRPr lang="tr-TR" sz="3600" kern="1200"/>
        </a:p>
      </dsp:txBody>
      <dsp:txXfrm>
        <a:off x="152976" y="1981055"/>
        <a:ext cx="4320000" cy="648000"/>
      </dsp:txXfrm>
    </dsp:sp>
    <dsp:sp modelId="{8B951A92-D27C-4B18-93A8-7CCA531D84D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Base58 is a subset of Base64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upper- and lowercase</a:t>
          </a:r>
          <a:r>
            <a:rPr lang="tr-TR" sz="1700" kern="1200" dirty="0"/>
            <a:t> </a:t>
          </a:r>
          <a:r>
            <a:rPr lang="en-US" sz="1700" kern="1200" dirty="0"/>
            <a:t>letters and numbers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F217D488-754E-453B-8373-C74EB11E5DF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09593-0D33-437E-B4EC-77C7CE8DBD03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Omit</a:t>
          </a:r>
          <a:r>
            <a:rPr lang="tr-TR" sz="3600" kern="1200"/>
            <a:t> </a:t>
          </a:r>
          <a:r>
            <a:rPr lang="en-US" sz="3600" kern="1200"/>
            <a:t> </a:t>
          </a:r>
          <a:endParaRPr lang="tr-TR" sz="3600" kern="1200"/>
        </a:p>
      </dsp:txBody>
      <dsp:txXfrm>
        <a:off x="5228976" y="1981055"/>
        <a:ext cx="4320000" cy="648000"/>
      </dsp:txXfrm>
    </dsp:sp>
    <dsp:sp modelId="{DDE33EF8-349C-455D-9D50-41A836C43783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 characters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frequently mistaken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86AFD-9414-4AA0-906B-5DEBC8017CEF}">
      <dsp:nvSpPr>
        <dsp:cNvPr id="0" name=""/>
        <dsp:cNvSpPr/>
      </dsp:nvSpPr>
      <dsp:spPr>
        <a:xfrm>
          <a:off x="47" y="421130"/>
          <a:ext cx="4533578" cy="662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/>
            <a:t>Omitted</a:t>
          </a:r>
        </a:p>
      </dsp:txBody>
      <dsp:txXfrm>
        <a:off x="47" y="421130"/>
        <a:ext cx="4533578" cy="662400"/>
      </dsp:txXfrm>
    </dsp:sp>
    <dsp:sp modelId="{760E767D-6B5C-4723-9249-EFF1FD4EC543}">
      <dsp:nvSpPr>
        <dsp:cNvPr id="0" name=""/>
        <dsp:cNvSpPr/>
      </dsp:nvSpPr>
      <dsp:spPr>
        <a:xfrm>
          <a:off x="47" y="1083530"/>
          <a:ext cx="4533578" cy="214658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0</a:t>
          </a:r>
          <a:r>
            <a:rPr lang="tr-TR" sz="2300" kern="1200" dirty="0"/>
            <a:t>:</a:t>
          </a:r>
          <a:r>
            <a:rPr lang="pt-BR" sz="2300" kern="1200" dirty="0"/>
            <a:t> number zero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O</a:t>
          </a:r>
          <a:r>
            <a:rPr lang="tr-TR" sz="2300" kern="1200" dirty="0"/>
            <a:t>:</a:t>
          </a:r>
          <a:r>
            <a:rPr lang="pt-BR" sz="2300" kern="1200" dirty="0"/>
            <a:t> capital o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 l</a:t>
          </a:r>
          <a:r>
            <a:rPr lang="tr-TR" sz="2300" kern="1200" dirty="0"/>
            <a:t>:</a:t>
          </a:r>
          <a:r>
            <a:rPr lang="pt-BR" sz="2300" kern="1200" dirty="0"/>
            <a:t> lower L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300" kern="1200" dirty="0"/>
            <a:t>I</a:t>
          </a:r>
          <a:r>
            <a:rPr lang="tr-TR" sz="2300" kern="1200" dirty="0"/>
            <a:t>:</a:t>
          </a:r>
          <a:r>
            <a:rPr lang="pt-BR" sz="2300" kern="1200" dirty="0"/>
            <a:t> capital i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the </a:t>
          </a:r>
          <a:r>
            <a:rPr lang="tr-TR" sz="2300" kern="1200" dirty="0"/>
            <a:t>symbols “+” and “/”</a:t>
          </a:r>
        </a:p>
      </dsp:txBody>
      <dsp:txXfrm>
        <a:off x="47" y="1083530"/>
        <a:ext cx="4533578" cy="2146589"/>
      </dsp:txXfrm>
    </dsp:sp>
    <dsp:sp modelId="{78A50885-C5FE-4C72-BB88-E8858408559F}">
      <dsp:nvSpPr>
        <dsp:cNvPr id="0" name=""/>
        <dsp:cNvSpPr/>
      </dsp:nvSpPr>
      <dsp:spPr>
        <a:xfrm>
          <a:off x="5168327" y="421130"/>
          <a:ext cx="4533578" cy="662400"/>
        </a:xfrm>
        <a:prstGeom prst="rect">
          <a:avLst/>
        </a:prstGeom>
        <a:solidFill>
          <a:schemeClr val="accent5">
            <a:hueOff val="3201725"/>
            <a:satOff val="-42442"/>
            <a:lumOff val="-13333"/>
            <a:alphaOff val="0"/>
          </a:schemeClr>
        </a:solidFill>
        <a:ln w="12700" cap="flat" cmpd="sng" algn="ctr">
          <a:solidFill>
            <a:schemeClr val="accent5">
              <a:hueOff val="3201725"/>
              <a:satOff val="-42442"/>
              <a:lumOff val="-1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Base58 alphabet</a:t>
          </a:r>
        </a:p>
      </dsp:txBody>
      <dsp:txXfrm>
        <a:off x="5168327" y="421130"/>
        <a:ext cx="4533578" cy="662400"/>
      </dsp:txXfrm>
    </dsp:sp>
    <dsp:sp modelId="{2B45CCB2-25E9-4E3D-B366-7EA712794DEF}">
      <dsp:nvSpPr>
        <dsp:cNvPr id="0" name=""/>
        <dsp:cNvSpPr/>
      </dsp:nvSpPr>
      <dsp:spPr>
        <a:xfrm>
          <a:off x="5168327" y="1083530"/>
          <a:ext cx="4533578" cy="2146589"/>
        </a:xfrm>
        <a:prstGeom prst="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 dirty="0"/>
            <a:t>123456789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ABCDEFGHJKLMNPQRSTUVWXYZ</a:t>
          </a:r>
          <a:endParaRPr lang="tr-T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kern="1200"/>
            <a:t>abcdefghijkmnopqrstuvwxyz</a:t>
          </a:r>
          <a:endParaRPr lang="tr-TR" sz="2300" kern="1200" dirty="0"/>
        </a:p>
      </dsp:txBody>
      <dsp:txXfrm>
        <a:off x="5168327" y="1083530"/>
        <a:ext cx="4533578" cy="2146589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0561F-BE67-42DD-9FA1-96F2C0B7949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7E11C-1A71-4F9F-A17B-41DABB96F9D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Base64 </a:t>
          </a:r>
          <a:endParaRPr lang="tr-TR" sz="3600" kern="1200"/>
        </a:p>
      </dsp:txBody>
      <dsp:txXfrm>
        <a:off x="152976" y="1981055"/>
        <a:ext cx="4320000" cy="648000"/>
      </dsp:txXfrm>
    </dsp:sp>
    <dsp:sp modelId="{ED8A2E6C-DBB4-4084-BF2E-198E330D895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to add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binary </a:t>
          </a:r>
          <a:r>
            <a:rPr lang="en-US" sz="1700" kern="1200" dirty="0"/>
            <a:t>attachments to email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2A997B26-60C4-41C8-9189-4246A461409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9B492-08AC-4C32-A130-052815F83EC5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 </a:t>
          </a:r>
          <a:endParaRPr lang="tr-TR" sz="3600" kern="1200"/>
        </a:p>
      </dsp:txBody>
      <dsp:txXfrm>
        <a:off x="5228976" y="1981055"/>
        <a:ext cx="4320000" cy="648000"/>
      </dsp:txXfrm>
    </dsp:sp>
    <dsp:sp modelId="{4353C7C3-7522-45F0-B60F-9F5FDAC41B60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</a:t>
          </a:r>
          <a:r>
            <a:rPr lang="en-US" sz="1700" kern="1200" dirty="0" err="1"/>
            <a:t>textbased</a:t>
          </a:r>
          <a:r>
            <a:rPr lang="tr-TR" sz="1700" kern="1200" dirty="0"/>
            <a:t> </a:t>
          </a:r>
          <a:r>
            <a:rPr lang="en-US" sz="1700" kern="1200" dirty="0"/>
            <a:t>binary-encoding format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used in </a:t>
          </a:r>
          <a:r>
            <a:rPr lang="tr-TR" sz="1700" kern="1200" dirty="0"/>
            <a:t>cryptocurrencies</a:t>
          </a:r>
        </a:p>
      </dsp:txBody>
      <dsp:txXfrm>
        <a:off x="5228976" y="2688423"/>
        <a:ext cx="4320000" cy="621412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8C29F-85D5-4DBF-B036-4B60E1FDEA88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56837-3B7E-4754-B853-FD18623FAB67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“version byte” </a:t>
          </a:r>
        </a:p>
      </dsp:txBody>
      <dsp:txXfrm>
        <a:off x="3421" y="1692428"/>
        <a:ext cx="2894062" cy="434109"/>
      </dsp:txXfrm>
    </dsp:sp>
    <dsp:sp modelId="{93A9FD03-BF0E-4392-BDB0-4D35FE09E97E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prefix</a:t>
          </a:r>
          <a:r>
            <a:rPr lang="tr-TR" sz="1700" kern="1200"/>
            <a:t> </a:t>
          </a:r>
          <a:r>
            <a:rPr lang="en-US" sz="1700" kern="1200"/>
            <a:t>add</a:t>
          </a:r>
          <a:r>
            <a:rPr lang="tr-TR" sz="1700" kern="1200"/>
            <a:t>ed</a:t>
          </a:r>
          <a:r>
            <a:rPr lang="en-US" sz="1700" kern="1200"/>
            <a:t> to the</a:t>
          </a:r>
          <a:r>
            <a:rPr lang="tr-TR" sz="1700" kern="1200"/>
            <a:t> </a:t>
          </a:r>
          <a:r>
            <a:rPr lang="en-US" sz="1700" kern="1200"/>
            <a:t>data,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easily identify the encoded type</a:t>
          </a:r>
        </a:p>
      </dsp:txBody>
      <dsp:txXfrm>
        <a:off x="3421" y="2176696"/>
        <a:ext cx="2894062" cy="902886"/>
      </dsp:txXfrm>
    </dsp:sp>
    <dsp:sp modelId="{AD33B0A3-CEE7-4324-B207-D70F6B0D05D4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E4753-D089-4068-AB04-397AABDEFD56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0x00 in hex</a:t>
          </a:r>
        </a:p>
      </dsp:txBody>
      <dsp:txXfrm>
        <a:off x="3403945" y="1692428"/>
        <a:ext cx="2894062" cy="434109"/>
      </dsp:txXfrm>
    </dsp:sp>
    <dsp:sp modelId="{B6D48501-A1DD-4BAB-AF63-B3FFB7D5B6C9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 address</a:t>
          </a:r>
        </a:p>
      </dsp:txBody>
      <dsp:txXfrm>
        <a:off x="3403945" y="2176696"/>
        <a:ext cx="2894062" cy="902886"/>
      </dsp:txXfrm>
    </dsp:sp>
    <dsp:sp modelId="{5F43BD0A-6936-46C9-B434-76F2F01B8D0D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F0C2F-7AB3-43C7-BA35-261B8BAF80BA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0x80 in hex </a:t>
          </a:r>
        </a:p>
      </dsp:txBody>
      <dsp:txXfrm>
        <a:off x="6804468" y="1692428"/>
        <a:ext cx="2894062" cy="434109"/>
      </dsp:txXfrm>
    </dsp:sp>
    <dsp:sp modelId="{110DA55F-F6FD-4710-8290-5283C863D4E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128 in </a:t>
          </a:r>
          <a:r>
            <a:rPr lang="tr-TR" sz="1700" kern="1200" dirty="0" err="1"/>
            <a:t>decimal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prefix used when encoding a private key</a:t>
          </a:r>
        </a:p>
      </dsp:txBody>
      <dsp:txXfrm>
        <a:off x="6804468" y="2176696"/>
        <a:ext cx="2894062" cy="902886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34D07-DF79-4CA7-A44A-63BDE18EA93C}">
      <dsp:nvSpPr>
        <dsp:cNvPr id="0" name=""/>
        <dsp:cNvSpPr/>
      </dsp:nvSpPr>
      <dsp:spPr>
        <a:xfrm>
          <a:off x="1143257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7569A8-E270-4978-9DB1-6A2728EA67D9}">
      <dsp:nvSpPr>
        <dsp:cNvPr id="0" name=""/>
        <dsp:cNvSpPr/>
      </dsp:nvSpPr>
      <dsp:spPr>
        <a:xfrm>
          <a:off x="1136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Next </a:t>
          </a:r>
        </a:p>
      </dsp:txBody>
      <dsp:txXfrm>
        <a:off x="1136" y="2113257"/>
        <a:ext cx="3514218" cy="527132"/>
      </dsp:txXfrm>
    </dsp:sp>
    <dsp:sp modelId="{1599EB25-8086-4BA4-82D2-0F7472FD7F64}">
      <dsp:nvSpPr>
        <dsp:cNvPr id="0" name=""/>
        <dsp:cNvSpPr/>
      </dsp:nvSpPr>
      <dsp:spPr>
        <a:xfrm>
          <a:off x="1136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compute the “double-SHA” checksum </a:t>
          </a:r>
        </a:p>
      </dsp:txBody>
      <dsp:txXfrm>
        <a:off x="1136" y="2691247"/>
        <a:ext cx="3514218" cy="625550"/>
      </dsp:txXfrm>
    </dsp:sp>
    <dsp:sp modelId="{4027C2A0-2409-44BC-AB03-7365AA0D1A18}">
      <dsp:nvSpPr>
        <dsp:cNvPr id="0" name=""/>
        <dsp:cNvSpPr/>
      </dsp:nvSpPr>
      <dsp:spPr>
        <a:xfrm>
          <a:off x="5272464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7B03C-A04F-4B29-9910-D7BD92BCB4F1}">
      <dsp:nvSpPr>
        <dsp:cNvPr id="0" name=""/>
        <dsp:cNvSpPr/>
      </dsp:nvSpPr>
      <dsp:spPr>
        <a:xfrm>
          <a:off x="4130343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meaning</a:t>
          </a:r>
        </a:p>
      </dsp:txBody>
      <dsp:txXfrm>
        <a:off x="4130343" y="2113257"/>
        <a:ext cx="3514218" cy="527132"/>
      </dsp:txXfrm>
    </dsp:sp>
    <dsp:sp modelId="{4F1FA572-F1AC-41B5-A397-1053140C2180}">
      <dsp:nvSpPr>
        <dsp:cNvPr id="0" name=""/>
        <dsp:cNvSpPr/>
      </dsp:nvSpPr>
      <dsp:spPr>
        <a:xfrm>
          <a:off x="4130343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apply the SHA256 hash</a:t>
          </a:r>
          <a:r>
            <a:rPr lang="tr-TR" sz="1700" kern="1200" dirty="0"/>
            <a:t> </a:t>
          </a:r>
          <a:r>
            <a:rPr lang="en-US" sz="1700" kern="1200" dirty="0"/>
            <a:t>algorithm</a:t>
          </a:r>
          <a:r>
            <a:rPr lang="tr-TR" sz="1700" kern="1200" dirty="0"/>
            <a:t> </a:t>
          </a:r>
          <a:r>
            <a:rPr lang="en-US" sz="1700" kern="1200" dirty="0"/>
            <a:t>twice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</a:t>
          </a:r>
          <a:r>
            <a:rPr lang="en-US" sz="1700" kern="1200" dirty="0"/>
            <a:t>the previous result (prefix and data)</a:t>
          </a:r>
        </a:p>
      </dsp:txBody>
      <dsp:txXfrm>
        <a:off x="4130343" y="2691247"/>
        <a:ext cx="3514218" cy="625550"/>
      </dsp:txXfrm>
    </dsp:sp>
    <dsp:sp modelId="{90631FAF-119F-43E8-B96D-5095B3AF3B7D}">
      <dsp:nvSpPr>
        <dsp:cNvPr id="0" name=""/>
        <dsp:cNvSpPr/>
      </dsp:nvSpPr>
      <dsp:spPr>
        <a:xfrm>
          <a:off x="9401671" y="773938"/>
          <a:ext cx="1229976" cy="1229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82E3B-487A-4BC2-9D99-F8686AE5FF73}">
      <dsp:nvSpPr>
        <dsp:cNvPr id="0" name=""/>
        <dsp:cNvSpPr/>
      </dsp:nvSpPr>
      <dsp:spPr>
        <a:xfrm>
          <a:off x="8259550" y="2113257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 dirty="0"/>
            <a:t>Formula</a:t>
          </a:r>
          <a:endParaRPr lang="en-US" sz="3400" kern="1200" dirty="0"/>
        </a:p>
      </dsp:txBody>
      <dsp:txXfrm>
        <a:off x="8259550" y="2113257"/>
        <a:ext cx="3514218" cy="527132"/>
      </dsp:txXfrm>
    </dsp:sp>
    <dsp:sp modelId="{F0AF7700-923A-45F3-9301-981F7D1BF8DB}">
      <dsp:nvSpPr>
        <dsp:cNvPr id="0" name=""/>
        <dsp:cNvSpPr/>
      </dsp:nvSpPr>
      <dsp:spPr>
        <a:xfrm>
          <a:off x="8259550" y="2691247"/>
          <a:ext cx="3514218" cy="6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checksum = SHA256(SHA256(</a:t>
          </a:r>
          <a:r>
            <a:rPr lang="en-US" sz="1700" kern="1200" dirty="0" err="1"/>
            <a:t>prefix+data</a:t>
          </a:r>
          <a:r>
            <a:rPr lang="en-US" sz="1700" kern="1200" dirty="0"/>
            <a:t>))</a:t>
          </a:r>
        </a:p>
      </dsp:txBody>
      <dsp:txXfrm>
        <a:off x="8259550" y="2691247"/>
        <a:ext cx="3514218" cy="625550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5374D-5798-4844-AB45-E4E1990BE4FA}">
      <dsp:nvSpPr>
        <dsp:cNvPr id="0" name=""/>
        <dsp:cNvSpPr/>
      </dsp:nvSpPr>
      <dsp:spPr>
        <a:xfrm>
          <a:off x="1143257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FB437-A179-48BA-A25A-5D1B7A1D2E53}">
      <dsp:nvSpPr>
        <dsp:cNvPr id="0" name=""/>
        <dsp:cNvSpPr/>
      </dsp:nvSpPr>
      <dsp:spPr>
        <a:xfrm>
          <a:off x="1136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Result</a:t>
          </a:r>
          <a:endParaRPr lang="en-US" sz="3400" kern="1200"/>
        </a:p>
      </dsp:txBody>
      <dsp:txXfrm>
        <a:off x="1136" y="2111218"/>
        <a:ext cx="3514218" cy="527132"/>
      </dsp:txXfrm>
    </dsp:sp>
    <dsp:sp modelId="{D5A5301C-7104-45CB-92DF-81545E3BD5B9}">
      <dsp:nvSpPr>
        <dsp:cNvPr id="0" name=""/>
        <dsp:cNvSpPr/>
      </dsp:nvSpPr>
      <dsp:spPr>
        <a:xfrm>
          <a:off x="1136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32-byte hash (hash-of-a-hash),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take only the first four bytes</a:t>
          </a:r>
        </a:p>
      </dsp:txBody>
      <dsp:txXfrm>
        <a:off x="1136" y="2689297"/>
        <a:ext cx="3514218" cy="629731"/>
      </dsp:txXfrm>
    </dsp:sp>
    <dsp:sp modelId="{10388A66-86E7-4A8D-8158-B3233A358D30}">
      <dsp:nvSpPr>
        <dsp:cNvPr id="0" name=""/>
        <dsp:cNvSpPr/>
      </dsp:nvSpPr>
      <dsp:spPr>
        <a:xfrm>
          <a:off x="5272464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2BB5A-3318-4470-98DA-84E498FFAE87}">
      <dsp:nvSpPr>
        <dsp:cNvPr id="0" name=""/>
        <dsp:cNvSpPr/>
      </dsp:nvSpPr>
      <dsp:spPr>
        <a:xfrm>
          <a:off x="4130343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Checksum</a:t>
          </a:r>
          <a:endParaRPr lang="en-US" sz="3400" kern="1200"/>
        </a:p>
      </dsp:txBody>
      <dsp:txXfrm>
        <a:off x="4130343" y="2111218"/>
        <a:ext cx="3514218" cy="527132"/>
      </dsp:txXfrm>
    </dsp:sp>
    <dsp:sp modelId="{36B2DB13-F47E-42D1-9428-93C2FA8A0C41}">
      <dsp:nvSpPr>
        <dsp:cNvPr id="0" name=""/>
        <dsp:cNvSpPr/>
      </dsp:nvSpPr>
      <dsp:spPr>
        <a:xfrm>
          <a:off x="4130343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four bytes serve as the error-checking code, or checksum</a:t>
          </a:r>
        </a:p>
      </dsp:txBody>
      <dsp:txXfrm>
        <a:off x="4130343" y="2689297"/>
        <a:ext cx="3514218" cy="629731"/>
      </dsp:txXfrm>
    </dsp:sp>
    <dsp:sp modelId="{EBA46BA4-D87B-4AEA-A36D-9DB246F4EA6D}">
      <dsp:nvSpPr>
        <dsp:cNvPr id="0" name=""/>
        <dsp:cNvSpPr/>
      </dsp:nvSpPr>
      <dsp:spPr>
        <a:xfrm>
          <a:off x="9401671" y="771707"/>
          <a:ext cx="1229976" cy="12299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91FFD-B4AE-4886-87A0-AA583B46491F}">
      <dsp:nvSpPr>
        <dsp:cNvPr id="0" name=""/>
        <dsp:cNvSpPr/>
      </dsp:nvSpPr>
      <dsp:spPr>
        <a:xfrm>
          <a:off x="8259550" y="2111218"/>
          <a:ext cx="3514218" cy="52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Concatenate</a:t>
          </a:r>
          <a:endParaRPr lang="en-US" sz="3400" kern="1200"/>
        </a:p>
      </dsp:txBody>
      <dsp:txXfrm>
        <a:off x="8259550" y="2111218"/>
        <a:ext cx="3514218" cy="527132"/>
      </dsp:txXfrm>
    </dsp:sp>
    <dsp:sp modelId="{FA93AD95-324D-492A-9ACF-1977D30A8BE1}">
      <dsp:nvSpPr>
        <dsp:cNvPr id="0" name=""/>
        <dsp:cNvSpPr/>
      </dsp:nvSpPr>
      <dsp:spPr>
        <a:xfrm>
          <a:off x="8259550" y="2689297"/>
          <a:ext cx="3514218" cy="629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checksum is</a:t>
          </a:r>
          <a:r>
            <a:rPr lang="tr-TR" sz="1700" kern="1200"/>
            <a:t> </a:t>
          </a:r>
          <a:r>
            <a:rPr lang="en-US" sz="1700" kern="1200"/>
            <a:t>concatenated (appended) to the end.</a:t>
          </a:r>
        </a:p>
      </dsp:txBody>
      <dsp:txXfrm>
        <a:off x="8259550" y="2689297"/>
        <a:ext cx="3514218" cy="629731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5ADFC-7A12-48A3-B5A5-CEB1F00A3F31}">
      <dsp:nvSpPr>
        <dsp:cNvPr id="0" name=""/>
        <dsp:cNvSpPr/>
      </dsp:nvSpPr>
      <dsp:spPr>
        <a:xfrm>
          <a:off x="15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8CBC6-06AA-45D6-B5B2-510F788B6B2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Composition of the result</a:t>
          </a:r>
          <a:endParaRPr lang="en-US" sz="3200" kern="1200"/>
        </a:p>
      </dsp:txBody>
      <dsp:txXfrm>
        <a:off x="152976" y="1800668"/>
        <a:ext cx="4320000" cy="648000"/>
      </dsp:txXfrm>
    </dsp:sp>
    <dsp:sp modelId="{39B57B2F-4156-4B01-A24E-6798F939D7B8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prefix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data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checksum</a:t>
          </a:r>
        </a:p>
      </dsp:txBody>
      <dsp:txXfrm>
        <a:off x="152976" y="2515931"/>
        <a:ext cx="4320000" cy="991265"/>
      </dsp:txXfrm>
    </dsp:sp>
    <dsp:sp modelId="{F8D96238-A747-4525-9B9E-BD5F7E6A9034}">
      <dsp:nvSpPr>
        <dsp:cNvPr id="0" name=""/>
        <dsp:cNvSpPr/>
      </dsp:nvSpPr>
      <dsp:spPr>
        <a:xfrm>
          <a:off x="5228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64F7E-D69B-4811-A791-F8835E91AE8D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Encode in Base58</a:t>
          </a:r>
          <a:endParaRPr lang="en-US" sz="3200" kern="1200"/>
        </a:p>
      </dsp:txBody>
      <dsp:txXfrm>
        <a:off x="5228976" y="1800668"/>
        <a:ext cx="4320000" cy="648000"/>
      </dsp:txXfrm>
    </dsp:sp>
    <dsp:sp modelId="{7D29C308-AA49-4BF3-8D17-8106FE296F7D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result</a:t>
          </a:r>
          <a:r>
            <a:rPr lang="tr-TR" sz="1700" kern="1200"/>
            <a:t> </a:t>
          </a:r>
          <a:r>
            <a:rPr lang="en-US" sz="1700" kern="1200"/>
            <a:t>is encoded using the Base58 alphabet</a:t>
          </a:r>
        </a:p>
      </dsp:txBody>
      <dsp:txXfrm>
        <a:off x="5228976" y="2515931"/>
        <a:ext cx="4320000" cy="991265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E0D22-4373-49F4-9B9A-D941CE365BE2}">
      <dsp:nvSpPr>
        <dsp:cNvPr id="0" name=""/>
        <dsp:cNvSpPr/>
      </dsp:nvSpPr>
      <dsp:spPr>
        <a:xfrm>
          <a:off x="4297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B7E6B-6724-4E1C-87F9-3243AD6B6D2A}">
      <dsp:nvSpPr>
        <dsp:cNvPr id="0" name=""/>
        <dsp:cNvSpPr/>
      </dsp:nvSpPr>
      <dsp:spPr>
        <a:xfrm>
          <a:off x="4297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Key Representation</a:t>
          </a:r>
          <a:endParaRPr lang="en-US" sz="2400" kern="1200"/>
        </a:p>
      </dsp:txBody>
      <dsp:txXfrm>
        <a:off x="4297" y="1669357"/>
        <a:ext cx="2615625" cy="392343"/>
      </dsp:txXfrm>
    </dsp:sp>
    <dsp:sp modelId="{AC6F9602-06A9-4B24-8B1B-44F37A849A17}">
      <dsp:nvSpPr>
        <dsp:cNvPr id="0" name=""/>
        <dsp:cNvSpPr/>
      </dsp:nvSpPr>
      <dsp:spPr>
        <a:xfrm>
          <a:off x="4297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Both private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keys</a:t>
          </a:r>
        </a:p>
      </dsp:txBody>
      <dsp:txXfrm>
        <a:off x="4297" y="2108604"/>
        <a:ext cx="2615625" cy="889597"/>
      </dsp:txXfrm>
    </dsp:sp>
    <dsp:sp modelId="{9588979D-747C-4ED3-B1B5-178D4E24D6EF}">
      <dsp:nvSpPr>
        <dsp:cNvPr id="0" name=""/>
        <dsp:cNvSpPr/>
      </dsp:nvSpPr>
      <dsp:spPr>
        <a:xfrm>
          <a:off x="3077656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0491B-F074-4B3A-A71A-DA76918E9A07}">
      <dsp:nvSpPr>
        <dsp:cNvPr id="0" name=""/>
        <dsp:cNvSpPr/>
      </dsp:nvSpPr>
      <dsp:spPr>
        <a:xfrm>
          <a:off x="3077656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can be represented </a:t>
          </a:r>
        </a:p>
      </dsp:txBody>
      <dsp:txXfrm>
        <a:off x="3077656" y="1669357"/>
        <a:ext cx="2615625" cy="392343"/>
      </dsp:txXfrm>
    </dsp:sp>
    <dsp:sp modelId="{99BF2A38-460A-4B9D-A92C-0C8C6EA3591A}">
      <dsp:nvSpPr>
        <dsp:cNvPr id="0" name=""/>
        <dsp:cNvSpPr/>
      </dsp:nvSpPr>
      <dsp:spPr>
        <a:xfrm>
          <a:off x="3077656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a number of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different formats</a:t>
          </a:r>
        </a:p>
      </dsp:txBody>
      <dsp:txXfrm>
        <a:off x="3077656" y="2108604"/>
        <a:ext cx="2615625" cy="889597"/>
      </dsp:txXfrm>
    </dsp:sp>
    <dsp:sp modelId="{F24FF6FD-45CD-4EBC-BDE6-0E13C33A9F12}">
      <dsp:nvSpPr>
        <dsp:cNvPr id="0" name=""/>
        <dsp:cNvSpPr/>
      </dsp:nvSpPr>
      <dsp:spPr>
        <a:xfrm>
          <a:off x="6151015" y="653047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80856-5491-49CC-BA65-CC913B71C3C5}">
      <dsp:nvSpPr>
        <dsp:cNvPr id="0" name=""/>
        <dsp:cNvSpPr/>
      </dsp:nvSpPr>
      <dsp:spPr>
        <a:xfrm>
          <a:off x="6151015" y="1669357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Values are the same</a:t>
          </a:r>
          <a:endParaRPr lang="en-US" sz="2400" kern="1200"/>
        </a:p>
      </dsp:txBody>
      <dsp:txXfrm>
        <a:off x="6151015" y="1669357"/>
        <a:ext cx="2615625" cy="392343"/>
      </dsp:txXfrm>
    </dsp:sp>
    <dsp:sp modelId="{5E3169EE-98DF-4540-976E-1364EF177E3D}">
      <dsp:nvSpPr>
        <dsp:cNvPr id="0" name=""/>
        <dsp:cNvSpPr/>
      </dsp:nvSpPr>
      <dsp:spPr>
        <a:xfrm>
          <a:off x="6151015" y="2108604"/>
          <a:ext cx="2615625" cy="889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even though they look different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encode the same number</a:t>
          </a:r>
        </a:p>
      </dsp:txBody>
      <dsp:txXfrm>
        <a:off x="6151015" y="2108604"/>
        <a:ext cx="2615625" cy="889597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F5AF3-0AB9-4A36-8017-706FD5F5CC90}">
      <dsp:nvSpPr>
        <dsp:cNvPr id="0" name=""/>
        <dsp:cNvSpPr/>
      </dsp:nvSpPr>
      <dsp:spPr>
        <a:xfrm>
          <a:off x="943992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2CAB6-EAC5-4428-BE85-BBD118A7AF36}">
      <dsp:nvSpPr>
        <dsp:cNvPr id="0" name=""/>
        <dsp:cNvSpPr/>
      </dsp:nvSpPr>
      <dsp:spPr>
        <a:xfrm>
          <a:off x="3421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Readibility</a:t>
          </a:r>
          <a:endParaRPr lang="en-US" sz="2300" kern="1200"/>
        </a:p>
      </dsp:txBody>
      <dsp:txXfrm>
        <a:off x="3421" y="1693483"/>
        <a:ext cx="2894062" cy="434109"/>
      </dsp:txXfrm>
    </dsp:sp>
    <dsp:sp modelId="{053CA685-775C-4FE8-B24B-BB3DBA57D9F0}">
      <dsp:nvSpPr>
        <dsp:cNvPr id="0" name=""/>
        <dsp:cNvSpPr/>
      </dsp:nvSpPr>
      <dsp:spPr>
        <a:xfrm>
          <a:off x="3421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Main reason of new formats</a:t>
          </a:r>
          <a:endParaRPr lang="en-US" sz="1700" kern="1200"/>
        </a:p>
      </dsp:txBody>
      <dsp:txXfrm>
        <a:off x="3421" y="2177704"/>
        <a:ext cx="2894062" cy="900725"/>
      </dsp:txXfrm>
    </dsp:sp>
    <dsp:sp modelId="{F84E0746-721C-46C2-B9A5-557EA51F2B1B}">
      <dsp:nvSpPr>
        <dsp:cNvPr id="0" name=""/>
        <dsp:cNvSpPr/>
      </dsp:nvSpPr>
      <dsp:spPr>
        <a:xfrm>
          <a:off x="4344515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9B19B-73F5-4816-83E2-7CE4E7CDB790}">
      <dsp:nvSpPr>
        <dsp:cNvPr id="0" name=""/>
        <dsp:cNvSpPr/>
      </dsp:nvSpPr>
      <dsp:spPr>
        <a:xfrm>
          <a:off x="3403945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Representation </a:t>
          </a:r>
          <a:r>
            <a:rPr lang="en-US" sz="2300" kern="1200"/>
            <a:t>formats</a:t>
          </a:r>
        </a:p>
      </dsp:txBody>
      <dsp:txXfrm>
        <a:off x="3403945" y="1693483"/>
        <a:ext cx="2894062" cy="434109"/>
      </dsp:txXfrm>
    </dsp:sp>
    <dsp:sp modelId="{5D2DDDC7-9378-4EA9-BC4E-20F08497B884}">
      <dsp:nvSpPr>
        <dsp:cNvPr id="0" name=""/>
        <dsp:cNvSpPr/>
      </dsp:nvSpPr>
      <dsp:spPr>
        <a:xfrm>
          <a:off x="3403945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primarily used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read and transcribe</a:t>
          </a:r>
          <a:r>
            <a:rPr lang="tr-TR" sz="1700" kern="1200"/>
            <a:t> </a:t>
          </a:r>
          <a:r>
            <a:rPr lang="en-US" sz="1700" kern="1200"/>
            <a:t>keys</a:t>
          </a:r>
          <a:r>
            <a:rPr lang="tr-TR" sz="1700" kern="1200"/>
            <a:t> easily</a:t>
          </a:r>
          <a:endParaRPr lang="en-US" sz="1700" kern="1200"/>
        </a:p>
      </dsp:txBody>
      <dsp:txXfrm>
        <a:off x="3403945" y="2177704"/>
        <a:ext cx="2894062" cy="900725"/>
      </dsp:txXfrm>
    </dsp:sp>
    <dsp:sp modelId="{CF0F9A77-D1E8-4445-B3B5-E11D1869CCAE}">
      <dsp:nvSpPr>
        <dsp:cNvPr id="0" name=""/>
        <dsp:cNvSpPr/>
      </dsp:nvSpPr>
      <dsp:spPr>
        <a:xfrm>
          <a:off x="7745039" y="57281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01EB4-2E77-48E0-8B67-E23123CC6E3B}">
      <dsp:nvSpPr>
        <dsp:cNvPr id="0" name=""/>
        <dsp:cNvSpPr/>
      </dsp:nvSpPr>
      <dsp:spPr>
        <a:xfrm>
          <a:off x="6804468" y="169348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Error preventions</a:t>
          </a:r>
          <a:endParaRPr lang="en-US" sz="2300" kern="1200"/>
        </a:p>
      </dsp:txBody>
      <dsp:txXfrm>
        <a:off x="6804468" y="1693483"/>
        <a:ext cx="2894062" cy="434109"/>
      </dsp:txXfrm>
    </dsp:sp>
    <dsp:sp modelId="{E34508AA-3010-4A51-99E0-4279BF9C3643}">
      <dsp:nvSpPr>
        <dsp:cNvPr id="0" name=""/>
        <dsp:cNvSpPr/>
      </dsp:nvSpPr>
      <dsp:spPr>
        <a:xfrm>
          <a:off x="6804468" y="2177704"/>
          <a:ext cx="2894062" cy="90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without introducing errors</a:t>
          </a:r>
        </a:p>
      </dsp:txBody>
      <dsp:txXfrm>
        <a:off x="6804468" y="2177704"/>
        <a:ext cx="2894062" cy="900725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1B90F-A9F8-4A94-B59B-90CD9CC36A7A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10435-7537-40BE-9DDC-1632118E78F7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The private key</a:t>
          </a:r>
        </a:p>
      </dsp:txBody>
      <dsp:txXfrm>
        <a:off x="3421" y="1823640"/>
        <a:ext cx="2894062" cy="434109"/>
      </dsp:txXfrm>
    </dsp:sp>
    <dsp:sp modelId="{6FF30FEC-5E20-44F6-BC36-818C97C1842F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256-bit number</a:t>
          </a:r>
          <a:endParaRPr lang="en-US" sz="1700" kern="1200"/>
        </a:p>
      </dsp:txBody>
      <dsp:txXfrm>
        <a:off x="3421" y="2302165"/>
        <a:ext cx="2894062" cy="633860"/>
      </dsp:txXfrm>
    </dsp:sp>
    <dsp:sp modelId="{BB4DB5FA-0624-416A-B13D-05F6318CDE3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59923-5F7E-4444-A667-0E2A9B8EF4DC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can be represented</a:t>
          </a:r>
        </a:p>
      </dsp:txBody>
      <dsp:txXfrm>
        <a:off x="3403945" y="1823640"/>
        <a:ext cx="2894062" cy="434109"/>
      </dsp:txXfrm>
    </dsp:sp>
    <dsp:sp modelId="{D7C662B3-7A23-4A52-A0EE-88F8D5538EC0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a number of different formats, </a:t>
          </a:r>
        </a:p>
      </dsp:txBody>
      <dsp:txXfrm>
        <a:off x="3403945" y="2302165"/>
        <a:ext cx="2894062" cy="633860"/>
      </dsp:txXfrm>
    </dsp:sp>
    <dsp:sp modelId="{4A8984F6-D0CB-49E7-AF63-DD0583D5D308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40911-3BEF-41D3-9D22-855AF499004D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All are the  same</a:t>
          </a:r>
          <a:endParaRPr lang="en-US" sz="2800" kern="1200"/>
        </a:p>
      </dsp:txBody>
      <dsp:txXfrm>
        <a:off x="6804468" y="1823640"/>
        <a:ext cx="2894062" cy="434109"/>
      </dsp:txXfrm>
    </dsp:sp>
    <dsp:sp modelId="{1BB61CDD-B312-423C-8471-B879341F73B2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correspond</a:t>
          </a:r>
          <a:r>
            <a:rPr lang="tr-TR" sz="1700" kern="1200"/>
            <a:t> </a:t>
          </a:r>
          <a:r>
            <a:rPr lang="en-US" sz="1700" kern="1200"/>
            <a:t>to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same 256-bit number</a:t>
          </a:r>
        </a:p>
      </dsp:txBody>
      <dsp:txXfrm>
        <a:off x="6804468" y="2302165"/>
        <a:ext cx="2894062" cy="633860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593BB-2987-46E1-B9A9-86A4B5821997}">
      <dsp:nvSpPr>
        <dsp:cNvPr id="0" name=""/>
        <dsp:cNvSpPr/>
      </dsp:nvSpPr>
      <dsp:spPr>
        <a:xfrm>
          <a:off x="698671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33A68-8AF0-4DBF-8004-B762FFC36928}">
      <dsp:nvSpPr>
        <dsp:cNvPr id="0" name=""/>
        <dsp:cNvSpPr/>
      </dsp:nvSpPr>
      <dsp:spPr>
        <a:xfrm>
          <a:off x="2156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Usage of formats</a:t>
          </a:r>
          <a:endParaRPr lang="en-US" sz="2000" kern="1200"/>
        </a:p>
      </dsp:txBody>
      <dsp:txXfrm>
        <a:off x="2156" y="1658544"/>
        <a:ext cx="2143124" cy="321468"/>
      </dsp:txXfrm>
    </dsp:sp>
    <dsp:sp modelId="{4BC9E583-A7D4-4492-88BF-B4467EF7BB76}">
      <dsp:nvSpPr>
        <dsp:cNvPr id="0" name=""/>
        <dsp:cNvSpPr/>
      </dsp:nvSpPr>
      <dsp:spPr>
        <a:xfrm>
          <a:off x="2156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are used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different circumstances. </a:t>
          </a:r>
        </a:p>
      </dsp:txBody>
      <dsp:txXfrm>
        <a:off x="2156" y="2020152"/>
        <a:ext cx="2143124" cy="808945"/>
      </dsp:txXfrm>
    </dsp:sp>
    <dsp:sp modelId="{2A853D74-5B22-4391-9954-FC4CAE4BBC13}">
      <dsp:nvSpPr>
        <dsp:cNvPr id="0" name=""/>
        <dsp:cNvSpPr/>
      </dsp:nvSpPr>
      <dsp:spPr>
        <a:xfrm>
          <a:off x="3216843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717A2-FF7B-4BBD-8706-B2FC55BA6391}">
      <dsp:nvSpPr>
        <dsp:cNvPr id="0" name=""/>
        <dsp:cNvSpPr/>
      </dsp:nvSpPr>
      <dsp:spPr>
        <a:xfrm>
          <a:off x="2520328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Raw &amp; </a:t>
          </a:r>
          <a:r>
            <a:rPr lang="en-US" sz="2000" kern="1200"/>
            <a:t>Hexadecimal</a:t>
          </a:r>
          <a:r>
            <a:rPr lang="tr-TR" sz="2000" kern="1200"/>
            <a:t> </a:t>
          </a:r>
          <a:endParaRPr lang="en-US" sz="2000" kern="1200"/>
        </a:p>
      </dsp:txBody>
      <dsp:txXfrm>
        <a:off x="2520328" y="1658544"/>
        <a:ext cx="2143124" cy="321468"/>
      </dsp:txXfrm>
    </dsp:sp>
    <dsp:sp modelId="{F746481E-D04C-4AFA-ABAD-E6F9B9F7ABC9}">
      <dsp:nvSpPr>
        <dsp:cNvPr id="0" name=""/>
        <dsp:cNvSpPr/>
      </dsp:nvSpPr>
      <dsp:spPr>
        <a:xfrm>
          <a:off x="2520328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used internally in software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rarely shown to</a:t>
          </a:r>
          <a:r>
            <a:rPr lang="tr-TR" sz="1500" kern="1200"/>
            <a:t> </a:t>
          </a:r>
          <a:r>
            <a:rPr lang="en-US" sz="1500" kern="1200"/>
            <a:t>users</a:t>
          </a:r>
        </a:p>
      </dsp:txBody>
      <dsp:txXfrm>
        <a:off x="2520328" y="2020152"/>
        <a:ext cx="2143124" cy="808945"/>
      </dsp:txXfrm>
    </dsp:sp>
    <dsp:sp modelId="{52C6AE03-9489-4C06-8304-2B334F6B74E7}">
      <dsp:nvSpPr>
        <dsp:cNvPr id="0" name=""/>
        <dsp:cNvSpPr/>
      </dsp:nvSpPr>
      <dsp:spPr>
        <a:xfrm>
          <a:off x="5735015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B5F9C-0993-49CB-90BE-A4647CA40EEE}">
      <dsp:nvSpPr>
        <dsp:cNvPr id="0" name=""/>
        <dsp:cNvSpPr/>
      </dsp:nvSpPr>
      <dsp:spPr>
        <a:xfrm>
          <a:off x="5038499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WIF</a:t>
          </a:r>
          <a:endParaRPr lang="en-US" sz="2000" kern="1200"/>
        </a:p>
      </dsp:txBody>
      <dsp:txXfrm>
        <a:off x="5038499" y="1658544"/>
        <a:ext cx="2143124" cy="321468"/>
      </dsp:txXfrm>
    </dsp:sp>
    <dsp:sp modelId="{424BC0AF-F8A8-4536-9DAD-FB714C1E8958}">
      <dsp:nvSpPr>
        <dsp:cNvPr id="0" name=""/>
        <dsp:cNvSpPr/>
      </dsp:nvSpPr>
      <dsp:spPr>
        <a:xfrm>
          <a:off x="5038499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import/export of </a:t>
          </a:r>
          <a:r>
            <a:rPr lang="tr-TR" sz="1500" kern="1200"/>
            <a:t>private </a:t>
          </a:r>
          <a:r>
            <a:rPr lang="en-US" sz="1500" kern="1200"/>
            <a:t>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between wallets </a:t>
          </a:r>
        </a:p>
      </dsp:txBody>
      <dsp:txXfrm>
        <a:off x="5038499" y="2020152"/>
        <a:ext cx="2143124" cy="808945"/>
      </dsp:txXfrm>
    </dsp:sp>
    <dsp:sp modelId="{8A442736-8FFA-40E7-8EC0-29DA64DA4C07}">
      <dsp:nvSpPr>
        <dsp:cNvPr id="0" name=""/>
        <dsp:cNvSpPr/>
      </dsp:nvSpPr>
      <dsp:spPr>
        <a:xfrm>
          <a:off x="8253187" y="822152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4A53F-468D-490D-B76C-CB0F6339E04F}">
      <dsp:nvSpPr>
        <dsp:cNvPr id="0" name=""/>
        <dsp:cNvSpPr/>
      </dsp:nvSpPr>
      <dsp:spPr>
        <a:xfrm>
          <a:off x="7556671" y="165854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QR code </a:t>
          </a:r>
        </a:p>
      </dsp:txBody>
      <dsp:txXfrm>
        <a:off x="7556671" y="1658544"/>
        <a:ext cx="2143124" cy="321468"/>
      </dsp:txXfrm>
    </dsp:sp>
    <dsp:sp modelId="{E26FA81B-5BA9-4878-8DD1-5207BF9382AE}">
      <dsp:nvSpPr>
        <dsp:cNvPr id="0" name=""/>
        <dsp:cNvSpPr/>
      </dsp:nvSpPr>
      <dsp:spPr>
        <a:xfrm>
          <a:off x="7556671" y="2020152"/>
          <a:ext cx="2143124" cy="80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often used in</a:t>
          </a:r>
          <a:r>
            <a:rPr lang="tr-TR" sz="1500" kern="1200"/>
            <a:t> </a:t>
          </a:r>
          <a:r>
            <a:rPr lang="en-US" sz="1500" kern="1200"/>
            <a:t>QR cod</a:t>
          </a:r>
          <a:r>
            <a:rPr lang="tr-TR" sz="1500" kern="1200"/>
            <a:t>/</a:t>
          </a:r>
          <a:r>
            <a:rPr lang="en-US" sz="1500" kern="1200"/>
            <a:t>barcode</a:t>
          </a:r>
        </a:p>
      </dsp:txBody>
      <dsp:txXfrm>
        <a:off x="7556671" y="2020152"/>
        <a:ext cx="2143124" cy="808945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F3BC4-46AC-4395-BF1F-31E39D5CEE6D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8BFDB-4052-4B5C-89B7-9C878AE3E915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Bitcoin Explorer</a:t>
          </a:r>
          <a:endParaRPr lang="tr-TR" sz="3600" kern="1200"/>
        </a:p>
      </dsp:txBody>
      <dsp:txXfrm>
        <a:off x="152976" y="1801062"/>
        <a:ext cx="4320000" cy="648000"/>
      </dsp:txXfrm>
    </dsp:sp>
    <dsp:sp modelId="{336E8BB8-9427-40D4-A787-A6AD9142742E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commands make it easy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write shell scripts</a:t>
          </a:r>
          <a:r>
            <a:rPr lang="tr-TR" sz="1700" kern="1200" dirty="0"/>
            <a:t> </a:t>
          </a:r>
          <a:r>
            <a:rPr lang="en-US" sz="1700" kern="1200" dirty="0"/>
            <a:t>command-line “pipes” </a:t>
          </a:r>
          <a:endParaRPr lang="tr-TR" sz="1700" kern="1200" dirty="0"/>
        </a:p>
      </dsp:txBody>
      <dsp:txXfrm>
        <a:off x="152976" y="2516307"/>
        <a:ext cx="4320000" cy="990458"/>
      </dsp:txXfrm>
    </dsp:sp>
    <dsp:sp modelId="{5711A078-4255-49A9-A33E-C60939AEF53D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7CFA1-1989-465F-B28F-149657E732F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Manipulation</a:t>
          </a:r>
        </a:p>
      </dsp:txBody>
      <dsp:txXfrm>
        <a:off x="5228976" y="1801062"/>
        <a:ext cx="4320000" cy="648000"/>
      </dsp:txXfrm>
    </dsp:sp>
    <dsp:sp modelId="{41814A79-DC88-48B7-928A-5393E2560261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keys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addresses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transactions</a:t>
          </a:r>
          <a:endParaRPr lang="tr-TR" sz="1700" kern="1200" dirty="0"/>
        </a:p>
      </dsp:txBody>
      <dsp:txXfrm>
        <a:off x="5228976" y="2516307"/>
        <a:ext cx="4320000" cy="990458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66C2A-85E2-4798-A365-9C45F55D0459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219A9-BFC3-4622-AFBE-F0634C448EAE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base58check-decode </a:t>
          </a:r>
        </a:p>
      </dsp:txBody>
      <dsp:txXfrm>
        <a:off x="152976" y="1801062"/>
        <a:ext cx="4320000" cy="648000"/>
      </dsp:txXfrm>
    </dsp:sp>
    <dsp:sp modelId="{32A55BAC-80E6-4344-B4E4-C385F7FCFAE4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decode the Base58Check format on the command</a:t>
          </a:r>
          <a:r>
            <a:rPr lang="tr-TR" sz="1700" kern="1200"/>
            <a:t> line.</a:t>
          </a:r>
        </a:p>
      </dsp:txBody>
      <dsp:txXfrm>
        <a:off x="152976" y="2516307"/>
        <a:ext cx="4320000" cy="990458"/>
      </dsp:txXfrm>
    </dsp:sp>
    <dsp:sp modelId="{B3ACFAF9-258E-45D1-8BBF-87D8C2EECEDA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AAA66-3CCE-4E15-92C7-EDF91B420879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result </a:t>
          </a:r>
          <a:endParaRPr lang="tr-TR" sz="3600" kern="1200"/>
        </a:p>
      </dsp:txBody>
      <dsp:txXfrm>
        <a:off x="5228976" y="1801062"/>
        <a:ext cx="4320000" cy="648000"/>
      </dsp:txXfrm>
    </dsp:sp>
    <dsp:sp modelId="{EBAB064E-58FA-4986-8957-A154C6388CAD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contains the key as payload, </a:t>
          </a:r>
          <a:endParaRPr lang="tr-TR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WIF version prefix 128 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checksum.</a:t>
          </a:r>
          <a:endParaRPr lang="tr-TR" sz="1700" kern="1200"/>
        </a:p>
      </dsp:txBody>
      <dsp:txXfrm>
        <a:off x="5228976" y="2516307"/>
        <a:ext cx="4320000" cy="99045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64C25-5899-4F98-84BA-88AC987E34A0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EB9A-E8B8-46A7-AF0E-59C20D28E995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 dirty="0"/>
            <a:t>Sufix 01</a:t>
          </a:r>
        </a:p>
      </dsp:txBody>
      <dsp:txXfrm>
        <a:off x="152976" y="1981055"/>
        <a:ext cx="4320000" cy="648000"/>
      </dsp:txXfrm>
    </dsp:sp>
    <dsp:sp modelId="{0A6F1B3B-C73A-404D-8FEE-379416D9C125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“payload” of the compressed key is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appended with the suffix 01 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96336684-F76D-450D-B22A-81C58A9B4392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4A380-ED21-4D6B-949C-B7BE69F7920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Compressed public key</a:t>
          </a:r>
        </a:p>
      </dsp:txBody>
      <dsp:txXfrm>
        <a:off x="5228976" y="1981055"/>
        <a:ext cx="4320000" cy="648000"/>
      </dsp:txXfrm>
    </dsp:sp>
    <dsp:sp modelId="{C62043D6-BE9A-46CB-B50C-9F93EB3E5A8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Signaling</a:t>
          </a:r>
          <a:r>
            <a:rPr lang="tr-TR" sz="1700" kern="1200" dirty="0"/>
            <a:t> </a:t>
          </a:r>
          <a:r>
            <a:rPr lang="en-US" sz="1700" kern="1200" dirty="0"/>
            <a:t>the derived public key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İs</a:t>
          </a:r>
          <a:r>
            <a:rPr lang="tr-TR" sz="1700" kern="1200" dirty="0"/>
            <a:t> </a:t>
          </a:r>
          <a:r>
            <a:rPr lang="en-US" sz="1700" kern="1200" dirty="0"/>
            <a:t>to be compressed</a:t>
          </a:r>
          <a:endParaRPr lang="tr-TR" sz="1700" kern="1200" dirty="0"/>
        </a:p>
      </dsp:txBody>
      <dsp:txXfrm>
        <a:off x="5228976" y="2688423"/>
        <a:ext cx="4320000" cy="621412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28EC1-FC86-4A81-A9D3-E4E588B8D62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785E4-D0DB-476D-AACC-618509DDF3BB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base58check-encode</a:t>
          </a:r>
        </a:p>
      </dsp:txBody>
      <dsp:txXfrm>
        <a:off x="152976" y="1981055"/>
        <a:ext cx="4320000" cy="648000"/>
      </dsp:txXfrm>
    </dsp:sp>
    <dsp:sp modelId="{321DA082-962F-43B9-8CAC-D541D259C96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Opposite of decode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encode into Base58Check</a:t>
          </a:r>
          <a:endParaRPr lang="tr-TR" sz="1700" kern="1200"/>
        </a:p>
      </dsp:txBody>
      <dsp:txXfrm>
        <a:off x="152976" y="2688423"/>
        <a:ext cx="4320000" cy="621412"/>
      </dsp:txXfrm>
    </dsp:sp>
    <dsp:sp modelId="{82B49F83-9B9B-4939-8B94-C5CEE39E55C7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A2ED8-A72C-4FB5-B21F-37CAE548A3FD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provide</a:t>
          </a:r>
          <a:endParaRPr lang="tr-TR" sz="3600" kern="1200"/>
        </a:p>
      </dsp:txBody>
      <dsp:txXfrm>
        <a:off x="5228976" y="1981055"/>
        <a:ext cx="4320000" cy="648000"/>
      </dsp:txXfrm>
    </dsp:sp>
    <dsp:sp modelId="{4162D5C0-7A49-4C99-BCA9-3DDDB6137C9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hex private key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the WIF version prefix 128</a:t>
          </a:r>
          <a:endParaRPr lang="tr-TR" sz="1700" kern="1200"/>
        </a:p>
      </dsp:txBody>
      <dsp:txXfrm>
        <a:off x="5228976" y="2688423"/>
        <a:ext cx="4320000" cy="621412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C8E39E-1754-4B0A-B1BD-3A28B1CA9D8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9401A-F713-48FB-ADB6-686E9737F2A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Base58Check </a:t>
          </a:r>
          <a:endParaRPr lang="tr-TR" sz="3600" kern="1200"/>
        </a:p>
      </dsp:txBody>
      <dsp:txXfrm>
        <a:off x="152976" y="1981055"/>
        <a:ext cx="4320000" cy="648000"/>
      </dsp:txXfrm>
    </dsp:sp>
    <dsp:sp modelId="{59EA5479-7CE9-40CD-934E-BA2E1403710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encode into Base58Check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“compressed” private key</a:t>
          </a:r>
          <a:endParaRPr lang="tr-TR" sz="1700" kern="1200" dirty="0"/>
        </a:p>
      </dsp:txBody>
      <dsp:txXfrm>
        <a:off x="152976" y="2688423"/>
        <a:ext cx="4320000" cy="621412"/>
      </dsp:txXfrm>
    </dsp:sp>
    <dsp:sp modelId="{B481A742-E23E-4171-B05C-CA65B604C8BF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20695-A9C3-4F3B-8F2B-EE1C4D9ADCAA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Append</a:t>
          </a:r>
          <a:r>
            <a:rPr lang="tr-TR" sz="3600" kern="1200"/>
            <a:t> </a:t>
          </a:r>
        </a:p>
      </dsp:txBody>
      <dsp:txXfrm>
        <a:off x="5228976" y="1981055"/>
        <a:ext cx="4320000" cy="648000"/>
      </dsp:txXfrm>
    </dsp:sp>
    <dsp:sp modelId="{291D8538-FE2C-4137-AEE7-4D147852421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suffix </a:t>
          </a:r>
          <a:r>
            <a:rPr lang="en-US" sz="1700" b="1" kern="1200" dirty="0"/>
            <a:t>01</a:t>
          </a:r>
          <a:r>
            <a:rPr lang="en-US" sz="1700" kern="1200" dirty="0"/>
            <a:t> to the hex key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then encode as in the</a:t>
          </a:r>
          <a:r>
            <a:rPr lang="tr-TR" sz="1700" kern="1200" dirty="0"/>
            <a:t> preceding section</a:t>
          </a:r>
        </a:p>
      </dsp:txBody>
      <dsp:txXfrm>
        <a:off x="5228976" y="2688423"/>
        <a:ext cx="4320000" cy="621412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6D78D-A5E8-4B88-9863-2AC9CFDFF992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3D6B4-7C5B-42AA-8377-C6BC8AC6C47B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“K” </a:t>
          </a:r>
          <a:endParaRPr lang="tr-TR" sz="2800" kern="1200"/>
        </a:p>
      </dsp:txBody>
      <dsp:txXfrm>
        <a:off x="3421" y="1823640"/>
        <a:ext cx="2894062" cy="434109"/>
      </dsp:txXfrm>
    </dsp:sp>
    <dsp:sp modelId="{21AEAB91-F482-45FD-A9C6-FACC07F12D16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Format </a:t>
          </a:r>
          <a:r>
            <a:rPr lang="en-US" sz="1700" kern="1200"/>
            <a:t>starts with a “K” </a:t>
          </a:r>
          <a:endParaRPr lang="tr-TR" sz="1700" kern="1200"/>
        </a:p>
      </dsp:txBody>
      <dsp:txXfrm>
        <a:off x="3421" y="2302165"/>
        <a:ext cx="2894062" cy="633860"/>
      </dsp:txXfrm>
    </dsp:sp>
    <dsp:sp modelId="{6AB2333A-B5CE-4394-97DE-70D4EEFE048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AC12F-85AB-40EA-AA96-2D31E8C1883E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denotes</a:t>
          </a:r>
          <a:endParaRPr lang="tr-TR" sz="2800" kern="1200"/>
        </a:p>
      </dsp:txBody>
      <dsp:txXfrm>
        <a:off x="3403945" y="1823640"/>
        <a:ext cx="2894062" cy="434109"/>
      </dsp:txXfrm>
    </dsp:sp>
    <dsp:sp modelId="{0B01BFD3-633F-4573-9EDE-D007460C8057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private</a:t>
          </a:r>
          <a:r>
            <a:rPr lang="tr-TR" sz="1700" kern="1200"/>
            <a:t> </a:t>
          </a:r>
          <a:r>
            <a:rPr lang="en-US" sz="1700" kern="1200"/>
            <a:t>key within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a suffix of “01” </a:t>
          </a:r>
          <a:endParaRPr lang="tr-TR" sz="1700" kern="1200"/>
        </a:p>
      </dsp:txBody>
      <dsp:txXfrm>
        <a:off x="3403945" y="2302165"/>
        <a:ext cx="2894062" cy="633860"/>
      </dsp:txXfrm>
    </dsp:sp>
    <dsp:sp modelId="{A2C4199E-EFB0-455F-AF9B-EBC38D6E0D83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33D5B-E8C2-491B-81B8-E5C7A7489653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will be used</a:t>
          </a:r>
          <a:endParaRPr lang="tr-TR" sz="2800" kern="1200"/>
        </a:p>
      </dsp:txBody>
      <dsp:txXfrm>
        <a:off x="6804468" y="1823640"/>
        <a:ext cx="2894062" cy="434109"/>
      </dsp:txXfrm>
    </dsp:sp>
    <dsp:sp modelId="{B3B03A50-6DAD-4CB1-91C8-EDC2EBE56356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produce compressed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keys</a:t>
          </a:r>
          <a:r>
            <a:rPr lang="tr-TR" sz="1700" kern="1200"/>
            <a:t> </a:t>
          </a:r>
          <a:r>
            <a:rPr lang="en-US" sz="1700" kern="1200"/>
            <a:t>only</a:t>
          </a:r>
          <a:endParaRPr lang="tr-TR" sz="1700" kern="1200"/>
        </a:p>
      </dsp:txBody>
      <dsp:txXfrm>
        <a:off x="6804468" y="2302165"/>
        <a:ext cx="2894062" cy="633860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B3D58-863A-422A-922E-2C8F5F7BFBBA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2B625-D6C5-4508-A5E3-86F1651E912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Public key</a:t>
          </a:r>
          <a:r>
            <a:rPr lang="tr-TR" sz="2700" kern="1200"/>
            <a:t> types</a:t>
          </a:r>
          <a:endParaRPr lang="en-US" sz="2700" kern="1200"/>
        </a:p>
      </dsp:txBody>
      <dsp:txXfrm>
        <a:off x="3421" y="1828085"/>
        <a:ext cx="2894062" cy="434109"/>
      </dsp:txXfrm>
    </dsp:sp>
    <dsp:sp modelId="{2B945C25-94A8-43D7-B818-F833C7C07E78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compressed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/>
            <a:t>Uncompressed</a:t>
          </a:r>
          <a:endParaRPr lang="en-US" sz="1700" kern="1200"/>
        </a:p>
      </dsp:txBody>
      <dsp:txXfrm>
        <a:off x="3421" y="2306416"/>
        <a:ext cx="2894062" cy="624745"/>
      </dsp:txXfrm>
    </dsp:sp>
    <dsp:sp modelId="{73696541-A78B-462C-BD67-16B67DB77AE4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41D63-0470-487F-BD99-1243EA538E6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What is a Public key</a:t>
          </a:r>
          <a:endParaRPr lang="en-US" sz="2700" kern="1200"/>
        </a:p>
      </dsp:txBody>
      <dsp:txXfrm>
        <a:off x="3403945" y="1828085"/>
        <a:ext cx="2894062" cy="434109"/>
      </dsp:txXfrm>
    </dsp:sp>
    <dsp:sp modelId="{D37BB160-E82B-4A96-8726-6557A1E57B4C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 point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elliptic curve</a:t>
          </a:r>
          <a:endParaRPr lang="en-US" sz="1700" kern="1200"/>
        </a:p>
      </dsp:txBody>
      <dsp:txXfrm>
        <a:off x="3403945" y="2306416"/>
        <a:ext cx="2894062" cy="624745"/>
      </dsp:txXfrm>
    </dsp:sp>
    <dsp:sp modelId="{F2ACA3BC-FE3D-442E-AAE4-0E9208E39F0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90814-AC66-4DB7-B692-5A40CFC81B9A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consisting of</a:t>
          </a:r>
        </a:p>
      </dsp:txBody>
      <dsp:txXfrm>
        <a:off x="6804468" y="1828085"/>
        <a:ext cx="2894062" cy="434109"/>
      </dsp:txXfrm>
    </dsp:sp>
    <dsp:sp modelId="{D6F2BBA3-A57A-44F4-9156-C11C2B3EE596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pair of coordinates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(x,y)</a:t>
          </a:r>
        </a:p>
      </dsp:txBody>
      <dsp:txXfrm>
        <a:off x="6804468" y="2306416"/>
        <a:ext cx="2894062" cy="624745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26B64-4CDE-4129-B8D8-1DE387535163}">
      <dsp:nvSpPr>
        <dsp:cNvPr id="0" name=""/>
        <dsp:cNvSpPr/>
      </dsp:nvSpPr>
      <dsp:spPr>
        <a:xfrm>
          <a:off x="1098205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30D07-C8FF-4DAD-BC55-F5C91361457B}">
      <dsp:nvSpPr>
        <dsp:cNvPr id="0" name=""/>
        <dsp:cNvSpPr/>
      </dsp:nvSpPr>
      <dsp:spPr>
        <a:xfrm>
          <a:off x="2701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(x,y)</a:t>
          </a:r>
          <a:endParaRPr lang="en-US" sz="3200" kern="1200"/>
        </a:p>
      </dsp:txBody>
      <dsp:txXfrm>
        <a:off x="2701" y="2026337"/>
        <a:ext cx="3370781" cy="505617"/>
      </dsp:txXfrm>
    </dsp:sp>
    <dsp:sp modelId="{B0E849A0-0662-4B85-8D16-5DC5FB8ACD1D}">
      <dsp:nvSpPr>
        <dsp:cNvPr id="0" name=""/>
        <dsp:cNvSpPr/>
      </dsp:nvSpPr>
      <dsp:spPr>
        <a:xfrm>
          <a:off x="2701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prefix 04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</a:t>
          </a:r>
          <a:r>
            <a:rPr lang="tr-TR" sz="1700" kern="1200"/>
            <a:t>(x,y)</a:t>
          </a:r>
          <a:endParaRPr lang="en-US" sz="1700" kern="1200"/>
        </a:p>
      </dsp:txBody>
      <dsp:txXfrm>
        <a:off x="2701" y="2581218"/>
        <a:ext cx="3370781" cy="622605"/>
      </dsp:txXfrm>
    </dsp:sp>
    <dsp:sp modelId="{FB4103AF-8EA5-40C8-9C43-BA04260E8521}">
      <dsp:nvSpPr>
        <dsp:cNvPr id="0" name=""/>
        <dsp:cNvSpPr/>
      </dsp:nvSpPr>
      <dsp:spPr>
        <a:xfrm>
          <a:off x="5058873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29D4A-5638-4A5B-B6F4-8CA527448729}">
      <dsp:nvSpPr>
        <dsp:cNvPr id="0" name=""/>
        <dsp:cNvSpPr/>
      </dsp:nvSpPr>
      <dsp:spPr>
        <a:xfrm>
          <a:off x="3963369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x</a:t>
          </a:r>
          <a:endParaRPr lang="en-US" sz="3200" kern="1200"/>
        </a:p>
      </dsp:txBody>
      <dsp:txXfrm>
        <a:off x="3963369" y="2026337"/>
        <a:ext cx="3370781" cy="505617"/>
      </dsp:txXfrm>
    </dsp:sp>
    <dsp:sp modelId="{12228A95-A49D-40DD-9D70-747D6AB923E0}">
      <dsp:nvSpPr>
        <dsp:cNvPr id="0" name=""/>
        <dsp:cNvSpPr/>
      </dsp:nvSpPr>
      <dsp:spPr>
        <a:xfrm>
          <a:off x="3963369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256-bit number</a:t>
          </a:r>
        </a:p>
      </dsp:txBody>
      <dsp:txXfrm>
        <a:off x="3963369" y="2581218"/>
        <a:ext cx="3370781" cy="622605"/>
      </dsp:txXfrm>
    </dsp:sp>
    <dsp:sp modelId="{69ECABBD-7368-4637-ADEE-5EEB7C38D720}">
      <dsp:nvSpPr>
        <dsp:cNvPr id="0" name=""/>
        <dsp:cNvSpPr/>
      </dsp:nvSpPr>
      <dsp:spPr>
        <a:xfrm>
          <a:off x="9019541" y="740647"/>
          <a:ext cx="1179773" cy="11797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95839-A496-4206-BEFE-1A52094F3324}">
      <dsp:nvSpPr>
        <dsp:cNvPr id="0" name=""/>
        <dsp:cNvSpPr/>
      </dsp:nvSpPr>
      <dsp:spPr>
        <a:xfrm>
          <a:off x="7924037" y="2026337"/>
          <a:ext cx="3370781" cy="505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y</a:t>
          </a:r>
          <a:endParaRPr lang="en-US" sz="3200" kern="1200"/>
        </a:p>
      </dsp:txBody>
      <dsp:txXfrm>
        <a:off x="7924037" y="2026337"/>
        <a:ext cx="3370781" cy="505617"/>
      </dsp:txXfrm>
    </dsp:sp>
    <dsp:sp modelId="{4F112D42-4775-4338-955B-FF12D659FB46}">
      <dsp:nvSpPr>
        <dsp:cNvPr id="0" name=""/>
        <dsp:cNvSpPr/>
      </dsp:nvSpPr>
      <dsp:spPr>
        <a:xfrm>
          <a:off x="7924037" y="2581218"/>
          <a:ext cx="3370781" cy="622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256-bit number</a:t>
          </a:r>
        </a:p>
      </dsp:txBody>
      <dsp:txXfrm>
        <a:off x="7924037" y="2581218"/>
        <a:ext cx="3370781" cy="622605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6379E-F86C-4C56-B7EF-743715D77F0B}">
      <dsp:nvSpPr>
        <dsp:cNvPr id="0" name=""/>
        <dsp:cNvSpPr/>
      </dsp:nvSpPr>
      <dsp:spPr>
        <a:xfrm>
          <a:off x="2354760" y="29654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4EB34-4108-419F-BABD-8CE5AC59ADC4}">
      <dsp:nvSpPr>
        <dsp:cNvPr id="0" name=""/>
        <dsp:cNvSpPr/>
      </dsp:nvSpPr>
      <dsp:spPr>
        <a:xfrm>
          <a:off x="950760" y="19526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uncompressed</a:t>
          </a:r>
          <a:endParaRPr lang="en-US" sz="3600" kern="1200" dirty="0"/>
        </a:p>
      </dsp:txBody>
      <dsp:txXfrm>
        <a:off x="950760" y="1952658"/>
        <a:ext cx="4320000" cy="648000"/>
      </dsp:txXfrm>
    </dsp:sp>
    <dsp:sp modelId="{7F88B00E-D27D-4C35-9F74-5A5E26E82F58}">
      <dsp:nvSpPr>
        <dsp:cNvPr id="0" name=""/>
        <dsp:cNvSpPr/>
      </dsp:nvSpPr>
      <dsp:spPr>
        <a:xfrm>
          <a:off x="950760" y="2667685"/>
          <a:ext cx="4320000" cy="980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has </a:t>
          </a:r>
          <a:r>
            <a:rPr lang="en-US" sz="1700" kern="1200" dirty="0"/>
            <a:t>prefix 04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</dsp:txBody>
      <dsp:txXfrm>
        <a:off x="950760" y="2667685"/>
        <a:ext cx="4320000" cy="980235"/>
      </dsp:txXfrm>
    </dsp:sp>
    <dsp:sp modelId="{9B703D65-FD27-485F-82A7-47E8174E1390}">
      <dsp:nvSpPr>
        <dsp:cNvPr id="0" name=""/>
        <dsp:cNvSpPr/>
      </dsp:nvSpPr>
      <dsp:spPr>
        <a:xfrm>
          <a:off x="7430760" y="29654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4755B-0ADC-44A3-9E12-54BCECD1DD6A}">
      <dsp:nvSpPr>
        <dsp:cNvPr id="0" name=""/>
        <dsp:cNvSpPr/>
      </dsp:nvSpPr>
      <dsp:spPr>
        <a:xfrm>
          <a:off x="6026760" y="19526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compressed</a:t>
          </a:r>
          <a:endParaRPr lang="en-US" sz="3600" kern="1200" dirty="0"/>
        </a:p>
      </dsp:txBody>
      <dsp:txXfrm>
        <a:off x="6026760" y="1952658"/>
        <a:ext cx="4320000" cy="648000"/>
      </dsp:txXfrm>
    </dsp:sp>
    <dsp:sp modelId="{78B3C54A-71BB-46B0-B3DC-348ACE118583}">
      <dsp:nvSpPr>
        <dsp:cNvPr id="0" name=""/>
        <dsp:cNvSpPr/>
      </dsp:nvSpPr>
      <dsp:spPr>
        <a:xfrm>
          <a:off x="6026760" y="2667685"/>
          <a:ext cx="4320000" cy="980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begin </a:t>
          </a:r>
          <a:r>
            <a:rPr lang="en-US" sz="1700" kern="1200" dirty="0"/>
            <a:t>with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02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 03</a:t>
          </a:r>
        </a:p>
      </dsp:txBody>
      <dsp:txXfrm>
        <a:off x="6026760" y="2667685"/>
        <a:ext cx="4320000" cy="980235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97A63-1A21-4184-9A4F-ED27B2A984E9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5D0EB-25B8-40AA-A019-68E260CDFA5E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Public key</a:t>
          </a:r>
          <a:endParaRPr lang="en-US" sz="3600" kern="1200" dirty="0"/>
        </a:p>
      </dsp:txBody>
      <dsp:txXfrm>
        <a:off x="152976" y="1801062"/>
        <a:ext cx="4320000" cy="648000"/>
      </dsp:txXfrm>
    </dsp:sp>
    <dsp:sp modelId="{7029BF77-ADD3-48F9-ABF2-1BBE5C90C2B0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520-bit number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130 hex digits </a:t>
          </a:r>
        </a:p>
      </dsp:txBody>
      <dsp:txXfrm>
        <a:off x="152976" y="2516307"/>
        <a:ext cx="4320000" cy="990458"/>
      </dsp:txXfrm>
    </dsp:sp>
    <dsp:sp modelId="{FEFE709E-9144-4D9A-8FE6-16609BCB733F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3251A-6AD4-4B5E-9C02-40F4A736F46D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04 x y</a:t>
          </a:r>
        </a:p>
      </dsp:txBody>
      <dsp:txXfrm>
        <a:off x="5228976" y="1801062"/>
        <a:ext cx="4320000" cy="648000"/>
      </dsp:txXfrm>
    </dsp:sp>
    <dsp:sp modelId="{D9AF0DAE-A475-4628-BEAC-F679D3A62BB8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prefix</a:t>
          </a:r>
          <a:r>
            <a:rPr lang="tr-TR" sz="1700" kern="1200"/>
            <a:t> </a:t>
          </a:r>
          <a:r>
            <a:rPr lang="en-US" sz="1700" kern="1200"/>
            <a:t>04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followed by x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then y coordinates</a:t>
          </a:r>
        </a:p>
      </dsp:txBody>
      <dsp:txXfrm>
        <a:off x="5228976" y="2516307"/>
        <a:ext cx="4320000" cy="990458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6CF37-8B16-4EA8-82BF-C745D666D57B}">
      <dsp:nvSpPr>
        <dsp:cNvPr id="0" name=""/>
        <dsp:cNvSpPr/>
      </dsp:nvSpPr>
      <dsp:spPr>
        <a:xfrm>
          <a:off x="951619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516F9-0960-4F27-B847-F76757C2326C}">
      <dsp:nvSpPr>
        <dsp:cNvPr id="0" name=""/>
        <dsp:cNvSpPr/>
      </dsp:nvSpPr>
      <dsp:spPr>
        <a:xfrm>
          <a:off x="12885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Coordinates</a:t>
          </a:r>
          <a:endParaRPr lang="en-US" sz="2700" kern="1200"/>
        </a:p>
      </dsp:txBody>
      <dsp:txXfrm>
        <a:off x="12885" y="1741047"/>
        <a:ext cx="2888412" cy="433261"/>
      </dsp:txXfrm>
    </dsp:sp>
    <dsp:sp modelId="{3CC2AFB9-3C65-4043-9A34-FBD505F495DF}">
      <dsp:nvSpPr>
        <dsp:cNvPr id="0" name=""/>
        <dsp:cNvSpPr/>
      </dsp:nvSpPr>
      <dsp:spPr>
        <a:xfrm>
          <a:off x="12885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(x,y)</a:t>
          </a:r>
          <a:endParaRPr lang="en-US" sz="1700" kern="1200"/>
        </a:p>
      </dsp:txBody>
      <dsp:txXfrm>
        <a:off x="12885" y="2222253"/>
        <a:ext cx="2888412" cy="801972"/>
      </dsp:txXfrm>
    </dsp:sp>
    <dsp:sp modelId="{8D518148-8699-442F-A4CC-B4B010C834D4}">
      <dsp:nvSpPr>
        <dsp:cNvPr id="0" name=""/>
        <dsp:cNvSpPr/>
      </dsp:nvSpPr>
      <dsp:spPr>
        <a:xfrm>
          <a:off x="4345504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8AAFB-2B64-45C6-B6EB-94C83679DCF6}">
      <dsp:nvSpPr>
        <dsp:cNvPr id="0" name=""/>
        <dsp:cNvSpPr/>
      </dsp:nvSpPr>
      <dsp:spPr>
        <a:xfrm>
          <a:off x="3406770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x =</a:t>
          </a:r>
          <a:endParaRPr lang="en-US" sz="2700" kern="1200"/>
        </a:p>
      </dsp:txBody>
      <dsp:txXfrm>
        <a:off x="3406770" y="1741047"/>
        <a:ext cx="2888412" cy="433261"/>
      </dsp:txXfrm>
    </dsp:sp>
    <dsp:sp modelId="{CF781746-F51C-4832-A55D-3B95494E9F1C}">
      <dsp:nvSpPr>
        <dsp:cNvPr id="0" name=""/>
        <dsp:cNvSpPr/>
      </dsp:nvSpPr>
      <dsp:spPr>
        <a:xfrm>
          <a:off x="3406770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F028892BAD7ED57D2FB57BF33081D5CFCF6F9ED3D3D7F159C2E2FFF579DC341A</a:t>
          </a:r>
          <a:endParaRPr lang="en-US" sz="1700" kern="1200"/>
        </a:p>
      </dsp:txBody>
      <dsp:txXfrm>
        <a:off x="3406770" y="2222253"/>
        <a:ext cx="2888412" cy="801972"/>
      </dsp:txXfrm>
    </dsp:sp>
    <dsp:sp modelId="{46DEDA8E-E495-4776-A526-66E7D0293872}">
      <dsp:nvSpPr>
        <dsp:cNvPr id="0" name=""/>
        <dsp:cNvSpPr/>
      </dsp:nvSpPr>
      <dsp:spPr>
        <a:xfrm>
          <a:off x="7739389" y="627023"/>
          <a:ext cx="1010944" cy="10109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F4E2D-23DD-40F2-A079-3353A523DB0E}">
      <dsp:nvSpPr>
        <dsp:cNvPr id="0" name=""/>
        <dsp:cNvSpPr/>
      </dsp:nvSpPr>
      <dsp:spPr>
        <a:xfrm>
          <a:off x="6800655" y="1741047"/>
          <a:ext cx="2888412" cy="433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y</a:t>
          </a:r>
          <a:endParaRPr lang="en-US" sz="2700" kern="1200"/>
        </a:p>
      </dsp:txBody>
      <dsp:txXfrm>
        <a:off x="6800655" y="1741047"/>
        <a:ext cx="2888412" cy="433261"/>
      </dsp:txXfrm>
    </dsp:sp>
    <dsp:sp modelId="{E12D028F-7890-4B41-B5BB-1D522E5156BC}">
      <dsp:nvSpPr>
        <dsp:cNvPr id="0" name=""/>
        <dsp:cNvSpPr/>
      </dsp:nvSpPr>
      <dsp:spPr>
        <a:xfrm>
          <a:off x="6800655" y="2222253"/>
          <a:ext cx="2888412" cy="80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07CF33DA18BD734C600B96A72BBC4749D5141C90EC8AC328AE52DDFE2E505BDB</a:t>
          </a:r>
          <a:endParaRPr lang="en-US" sz="1700" kern="1200"/>
        </a:p>
      </dsp:txBody>
      <dsp:txXfrm>
        <a:off x="6800655" y="2222253"/>
        <a:ext cx="2888412" cy="801972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136D4-05FE-427D-A449-6F14EA189B0E}">
      <dsp:nvSpPr>
        <dsp:cNvPr id="0" name=""/>
        <dsp:cNvSpPr/>
      </dsp:nvSpPr>
      <dsp:spPr>
        <a:xfrm>
          <a:off x="3421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E7FA7-9375-4E32-90EB-619658F3B2EF}">
      <dsp:nvSpPr>
        <dsp:cNvPr id="0" name=""/>
        <dsp:cNvSpPr/>
      </dsp:nvSpPr>
      <dsp:spPr>
        <a:xfrm>
          <a:off x="3421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the curve</a:t>
          </a:r>
        </a:p>
      </dsp:txBody>
      <dsp:txXfrm>
        <a:off x="3421" y="1752191"/>
        <a:ext cx="2894062" cy="434109"/>
      </dsp:txXfrm>
    </dsp:sp>
    <dsp:sp modelId="{6821280F-8471-4350-89A7-B1055E237504}">
      <dsp:nvSpPr>
        <dsp:cNvPr id="0" name=""/>
        <dsp:cNvSpPr/>
      </dsp:nvSpPr>
      <dsp:spPr>
        <a:xfrm>
          <a:off x="3421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expresses a mathematical function</a:t>
          </a:r>
        </a:p>
      </dsp:txBody>
      <dsp:txXfrm>
        <a:off x="3421" y="2233843"/>
        <a:ext cx="2894062" cy="780354"/>
      </dsp:txXfrm>
    </dsp:sp>
    <dsp:sp modelId="{8E4F3501-05A6-43D6-926E-CF14C76F122B}">
      <dsp:nvSpPr>
        <dsp:cNvPr id="0" name=""/>
        <dsp:cNvSpPr/>
      </dsp:nvSpPr>
      <dsp:spPr>
        <a:xfrm>
          <a:off x="3403945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57B08-6A62-4C85-9B5C-B68005AFB7AD}">
      <dsp:nvSpPr>
        <dsp:cNvPr id="0" name=""/>
        <dsp:cNvSpPr/>
      </dsp:nvSpPr>
      <dsp:spPr>
        <a:xfrm>
          <a:off x="3403945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a point</a:t>
          </a:r>
        </a:p>
      </dsp:txBody>
      <dsp:txXfrm>
        <a:off x="3403945" y="1752191"/>
        <a:ext cx="2894062" cy="434109"/>
      </dsp:txXfrm>
    </dsp:sp>
    <dsp:sp modelId="{EBEC43A6-C172-4577-AC7A-BEA5C28BB49D}">
      <dsp:nvSpPr>
        <dsp:cNvPr id="0" name=""/>
        <dsp:cNvSpPr/>
      </dsp:nvSpPr>
      <dsp:spPr>
        <a:xfrm>
          <a:off x="3403945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 the</a:t>
          </a:r>
          <a:r>
            <a:rPr lang="tr-TR" sz="1600" kern="1200"/>
            <a:t> </a:t>
          </a:r>
          <a:r>
            <a:rPr lang="en-US" sz="1600" kern="1200"/>
            <a:t>curve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represents a solution to the equation </a:t>
          </a:r>
        </a:p>
      </dsp:txBody>
      <dsp:txXfrm>
        <a:off x="3403945" y="2233843"/>
        <a:ext cx="2894062" cy="780354"/>
      </dsp:txXfrm>
    </dsp:sp>
    <dsp:sp modelId="{533F91DC-7E8B-40DF-80CE-9802EC08917D}">
      <dsp:nvSpPr>
        <dsp:cNvPr id="0" name=""/>
        <dsp:cNvSpPr/>
      </dsp:nvSpPr>
      <dsp:spPr>
        <a:xfrm>
          <a:off x="6804468" y="63705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7A4F2-F25C-497E-9CE7-EF73553E6A04}">
      <dsp:nvSpPr>
        <dsp:cNvPr id="0" name=""/>
        <dsp:cNvSpPr/>
      </dsp:nvSpPr>
      <dsp:spPr>
        <a:xfrm>
          <a:off x="6804468" y="175219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calculate the </a:t>
          </a:r>
          <a:r>
            <a:rPr lang="en-US" sz="2100" i="1" kern="1200"/>
            <a:t>y </a:t>
          </a:r>
          <a:r>
            <a:rPr lang="en-US" sz="2100" kern="1200"/>
            <a:t>coordinate </a:t>
          </a:r>
        </a:p>
      </dsp:txBody>
      <dsp:txXfrm>
        <a:off x="6804468" y="1752191"/>
        <a:ext cx="2894062" cy="434109"/>
      </dsp:txXfrm>
    </dsp:sp>
    <dsp:sp modelId="{4AA2B35C-4FD9-475B-AB41-6FF3BCF422E2}">
      <dsp:nvSpPr>
        <dsp:cNvPr id="0" name=""/>
        <dsp:cNvSpPr/>
      </dsp:nvSpPr>
      <dsp:spPr>
        <a:xfrm>
          <a:off x="6804468" y="2233843"/>
          <a:ext cx="2894062" cy="780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solving the equation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</a:t>
          </a:r>
          <a:r>
            <a:rPr lang="en-US" sz="1600" kern="1200" baseline="30000"/>
            <a:t>2</a:t>
          </a:r>
          <a:r>
            <a:rPr lang="en-US" sz="1600" kern="1200"/>
            <a:t> mod p = (x</a:t>
          </a:r>
          <a:r>
            <a:rPr lang="en-US" sz="1600" kern="1200" baseline="30000"/>
            <a:t>3</a:t>
          </a:r>
          <a:r>
            <a:rPr lang="en-US" sz="1600" kern="1200"/>
            <a:t> + 7)</a:t>
          </a:r>
          <a:r>
            <a:rPr lang="tr-TR" sz="1600" kern="1200"/>
            <a:t> </a:t>
          </a:r>
          <a:r>
            <a:rPr lang="en-US" sz="1600" kern="1200"/>
            <a:t>mod p. </a:t>
          </a:r>
        </a:p>
      </dsp:txBody>
      <dsp:txXfrm>
        <a:off x="6804468" y="2233843"/>
        <a:ext cx="2894062" cy="780354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6B9EF-4DA7-4E1C-AFF0-88D0ABA0CA1A}">
      <dsp:nvSpPr>
        <dsp:cNvPr id="0" name=""/>
        <dsp:cNvSpPr/>
      </dsp:nvSpPr>
      <dsp:spPr>
        <a:xfrm>
          <a:off x="943992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5C698-E32F-443D-BE11-7E0B7A65998D}">
      <dsp:nvSpPr>
        <dsp:cNvPr id="0" name=""/>
        <dsp:cNvSpPr/>
      </dsp:nvSpPr>
      <dsp:spPr>
        <a:xfrm>
          <a:off x="3421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Store</a:t>
          </a:r>
        </a:p>
      </dsp:txBody>
      <dsp:txXfrm>
        <a:off x="3421" y="1724051"/>
        <a:ext cx="2894062" cy="434109"/>
      </dsp:txXfrm>
    </dsp:sp>
    <dsp:sp modelId="{57FA9093-0DF5-4F38-9D61-3E0CFBBDD707}">
      <dsp:nvSpPr>
        <dsp:cNvPr id="0" name=""/>
        <dsp:cNvSpPr/>
      </dsp:nvSpPr>
      <dsp:spPr>
        <a:xfrm>
          <a:off x="3421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only the </a:t>
          </a:r>
          <a:r>
            <a:rPr lang="en-US" sz="1600" i="1" kern="1200" dirty="0"/>
            <a:t>x </a:t>
          </a:r>
          <a:r>
            <a:rPr lang="en-US" sz="1600" kern="1200" dirty="0"/>
            <a:t>coordinate of the public key point</a:t>
          </a:r>
        </a:p>
      </dsp:txBody>
      <dsp:txXfrm>
        <a:off x="3421" y="2206935"/>
        <a:ext cx="2894062" cy="838049"/>
      </dsp:txXfrm>
    </dsp:sp>
    <dsp:sp modelId="{64763EBF-E93D-4F49-B6BC-4ECEF9B23DE7}">
      <dsp:nvSpPr>
        <dsp:cNvPr id="0" name=""/>
        <dsp:cNvSpPr/>
      </dsp:nvSpPr>
      <dsp:spPr>
        <a:xfrm>
          <a:off x="4344515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3C37F-C20D-44E4-A676-0AF85869371B}">
      <dsp:nvSpPr>
        <dsp:cNvPr id="0" name=""/>
        <dsp:cNvSpPr/>
      </dsp:nvSpPr>
      <dsp:spPr>
        <a:xfrm>
          <a:off x="3403945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omitting</a:t>
          </a:r>
          <a:r>
            <a:rPr lang="tr-TR" sz="2100" kern="1200"/>
            <a:t> </a:t>
          </a:r>
          <a:r>
            <a:rPr lang="en-US" sz="2100" kern="1200"/>
            <a:t>the </a:t>
          </a:r>
          <a:r>
            <a:rPr lang="en-US" sz="2100" i="1" kern="1200"/>
            <a:t>y </a:t>
          </a:r>
          <a:r>
            <a:rPr lang="en-US" sz="2100" kern="1200"/>
            <a:t>coordinate</a:t>
          </a:r>
        </a:p>
      </dsp:txBody>
      <dsp:txXfrm>
        <a:off x="3403945" y="1724051"/>
        <a:ext cx="2894062" cy="434109"/>
      </dsp:txXfrm>
    </dsp:sp>
    <dsp:sp modelId="{1BF743FB-CDA1-4E8B-A48D-D7FF7535CC0D}">
      <dsp:nvSpPr>
        <dsp:cNvPr id="0" name=""/>
        <dsp:cNvSpPr/>
      </dsp:nvSpPr>
      <dsp:spPr>
        <a:xfrm>
          <a:off x="3403945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reducing the size of the key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and the space required to store it by</a:t>
          </a:r>
          <a:r>
            <a:rPr lang="tr-TR" sz="1600" kern="1200" dirty="0"/>
            <a:t> </a:t>
          </a:r>
          <a:r>
            <a:rPr lang="en-US" sz="1600" kern="1200" dirty="0"/>
            <a:t>256 bits</a:t>
          </a:r>
        </a:p>
      </dsp:txBody>
      <dsp:txXfrm>
        <a:off x="3403945" y="2206935"/>
        <a:ext cx="2894062" cy="838049"/>
      </dsp:txXfrm>
    </dsp:sp>
    <dsp:sp modelId="{ABD5FFB1-4CA6-4074-A98F-879A70CFC979}">
      <dsp:nvSpPr>
        <dsp:cNvPr id="0" name=""/>
        <dsp:cNvSpPr/>
      </dsp:nvSpPr>
      <dsp:spPr>
        <a:xfrm>
          <a:off x="7745039" y="60626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1DEBF-8AD6-4A8F-B311-D0E798411B67}">
      <dsp:nvSpPr>
        <dsp:cNvPr id="0" name=""/>
        <dsp:cNvSpPr/>
      </dsp:nvSpPr>
      <dsp:spPr>
        <a:xfrm>
          <a:off x="6804468" y="17240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50% reduction </a:t>
          </a:r>
        </a:p>
      </dsp:txBody>
      <dsp:txXfrm>
        <a:off x="6804468" y="1724051"/>
        <a:ext cx="2894062" cy="434109"/>
      </dsp:txXfrm>
    </dsp:sp>
    <dsp:sp modelId="{822A9C8C-9F1E-49B1-ACB1-850E9C752F61}">
      <dsp:nvSpPr>
        <dsp:cNvPr id="0" name=""/>
        <dsp:cNvSpPr/>
      </dsp:nvSpPr>
      <dsp:spPr>
        <a:xfrm>
          <a:off x="6804468" y="2206935"/>
          <a:ext cx="2894062" cy="83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almost 50% reduction in size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every transaction</a:t>
          </a:r>
        </a:p>
      </dsp:txBody>
      <dsp:txXfrm>
        <a:off x="6804468" y="2206935"/>
        <a:ext cx="2894062" cy="838049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964A4-4AE7-4DB0-9A85-51B1E52E0126}">
      <dsp:nvSpPr>
        <dsp:cNvPr id="0" name=""/>
        <dsp:cNvSpPr/>
      </dsp:nvSpPr>
      <dsp:spPr>
        <a:xfrm>
          <a:off x="698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688BB-4107-4402-886A-99E28D27BF51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04 prefix </a:t>
          </a:r>
        </a:p>
      </dsp:txBody>
      <dsp:txXfrm>
        <a:off x="2156" y="1781575"/>
        <a:ext cx="2143124" cy="321468"/>
      </dsp:txXfrm>
    </dsp:sp>
    <dsp:sp modelId="{2B3E13D3-808E-4C95-863C-D1CBD2617A4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uncompressed public keys</a:t>
          </a:r>
        </a:p>
      </dsp:txBody>
      <dsp:txXfrm>
        <a:off x="2156" y="2137798"/>
        <a:ext cx="2143124" cy="556691"/>
      </dsp:txXfrm>
    </dsp:sp>
    <dsp:sp modelId="{0C42368B-C619-471D-9563-80462711E64E}">
      <dsp:nvSpPr>
        <dsp:cNvPr id="0" name=""/>
        <dsp:cNvSpPr/>
      </dsp:nvSpPr>
      <dsp:spPr>
        <a:xfrm>
          <a:off x="3216843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B724D-0F7E-4F2A-A70B-3C2E29088995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Prefixes 02 &amp; 03</a:t>
          </a:r>
          <a:endParaRPr lang="en-US" sz="2000" kern="1200"/>
        </a:p>
      </dsp:txBody>
      <dsp:txXfrm>
        <a:off x="2520328" y="1781575"/>
        <a:ext cx="2143124" cy="321468"/>
      </dsp:txXfrm>
    </dsp:sp>
    <dsp:sp modelId="{190D0094-0964-447F-AC2F-4EEEF4C40B31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compressed public keys</a:t>
          </a:r>
        </a:p>
      </dsp:txBody>
      <dsp:txXfrm>
        <a:off x="2520328" y="2137798"/>
        <a:ext cx="2143124" cy="556691"/>
      </dsp:txXfrm>
    </dsp:sp>
    <dsp:sp modelId="{16EDB682-5D29-404C-8F6D-082E449385D0}">
      <dsp:nvSpPr>
        <dsp:cNvPr id="0" name=""/>
        <dsp:cNvSpPr/>
      </dsp:nvSpPr>
      <dsp:spPr>
        <a:xfrm>
          <a:off x="5735015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C79E7-4AD9-4934-98E5-3290E9C2587B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02</a:t>
          </a:r>
          <a:endParaRPr lang="en-US" sz="2000" kern="1200"/>
        </a:p>
      </dsp:txBody>
      <dsp:txXfrm>
        <a:off x="5038499" y="1781575"/>
        <a:ext cx="2143124" cy="321468"/>
      </dsp:txXfrm>
    </dsp:sp>
    <dsp:sp modelId="{7BDDC1F2-1C0C-42DC-AFC1-FF15DF79D31F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positive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Prime order p: even </a:t>
          </a:r>
          <a:endParaRPr lang="en-US" sz="1500" kern="1200"/>
        </a:p>
      </dsp:txBody>
      <dsp:txXfrm>
        <a:off x="5038499" y="2137798"/>
        <a:ext cx="2143124" cy="556691"/>
      </dsp:txXfrm>
    </dsp:sp>
    <dsp:sp modelId="{EB637181-2D97-4740-B821-B77E4DEFAD8B}">
      <dsp:nvSpPr>
        <dsp:cNvPr id="0" name=""/>
        <dsp:cNvSpPr/>
      </dsp:nvSpPr>
      <dsp:spPr>
        <a:xfrm>
          <a:off x="8253187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D0A2B-8ADF-4F20-8439-F38606D744B3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03</a:t>
          </a:r>
          <a:endParaRPr lang="en-US" sz="2000" kern="1200"/>
        </a:p>
      </dsp:txBody>
      <dsp:txXfrm>
        <a:off x="7556671" y="1781575"/>
        <a:ext cx="2143124" cy="321468"/>
      </dsp:txXfrm>
    </dsp:sp>
    <dsp:sp modelId="{ABE237D3-7FD6-4855-82CB-2EF723AE03DB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negative value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Prime order p: odd</a:t>
          </a:r>
          <a:endParaRPr lang="en-US" sz="1500" kern="1200"/>
        </a:p>
      </dsp:txBody>
      <dsp:txXfrm>
        <a:off x="7556671" y="2137798"/>
        <a:ext cx="2143124" cy="556691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F7362-43E4-4AD0-B6DC-73DAC27BB20A}">
      <dsp:nvSpPr>
        <dsp:cNvPr id="0" name=""/>
        <dsp:cNvSpPr/>
      </dsp:nvSpPr>
      <dsp:spPr>
        <a:xfrm>
          <a:off x="15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66C9E-C48F-4A8F-8A68-F96BDD78F10D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Sign of y</a:t>
          </a:r>
          <a:endParaRPr lang="en-US" sz="3600" kern="1200"/>
        </a:p>
      </dsp:txBody>
      <dsp:txXfrm>
        <a:off x="152976" y="1981055"/>
        <a:ext cx="4320000" cy="648000"/>
      </dsp:txXfrm>
    </dsp:sp>
    <dsp:sp modelId="{31C38CE9-F6E4-4BC8-95EB-4790CE285F7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Store just the sign of 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left side of the equation is </a:t>
          </a:r>
          <a:r>
            <a:rPr lang="en-US" sz="1700" i="1" kern="1200"/>
            <a:t>y</a:t>
          </a:r>
          <a:r>
            <a:rPr lang="en-US" sz="1700" kern="1200" baseline="30000"/>
            <a:t>2</a:t>
          </a:r>
          <a:r>
            <a:rPr lang="en-US" sz="1700" kern="1200"/>
            <a:t> </a:t>
          </a:r>
        </a:p>
      </dsp:txBody>
      <dsp:txXfrm>
        <a:off x="152976" y="2688423"/>
        <a:ext cx="4320000" cy="621412"/>
      </dsp:txXfrm>
    </dsp:sp>
    <dsp:sp modelId="{4D7312AE-7B20-4EC5-8F93-479FE45A55B7}">
      <dsp:nvSpPr>
        <dsp:cNvPr id="0" name=""/>
        <dsp:cNvSpPr/>
      </dsp:nvSpPr>
      <dsp:spPr>
        <a:xfrm>
          <a:off x="5228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4000" b="-4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5A057-5B59-45B0-BD7F-544B8856FE03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Square root</a:t>
          </a:r>
          <a:endParaRPr lang="en-US" sz="3600" kern="1200"/>
        </a:p>
      </dsp:txBody>
      <dsp:txXfrm>
        <a:off x="5228976" y="1981055"/>
        <a:ext cx="4320000" cy="648000"/>
      </dsp:txXfrm>
    </dsp:sp>
    <dsp:sp modelId="{BFA77D88-50D1-4462-B609-6BCAF28552D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solution for </a:t>
          </a:r>
          <a:r>
            <a:rPr lang="en-US" sz="1700" i="1" kern="1200"/>
            <a:t>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a square root </a:t>
          </a:r>
        </a:p>
      </dsp:txBody>
      <dsp:txXfrm>
        <a:off x="5228976" y="2688423"/>
        <a:ext cx="4320000" cy="621412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90E9B-5101-450C-82DE-927A273822FB}">
      <dsp:nvSpPr>
        <dsp:cNvPr id="0" name=""/>
        <dsp:cNvSpPr/>
      </dsp:nvSpPr>
      <dsp:spPr>
        <a:xfrm>
          <a:off x="3421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12B51-81B1-4265-8506-B1584E740178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Reduction </a:t>
          </a:r>
          <a:endParaRPr lang="en-US" sz="2200" kern="1200"/>
        </a:p>
      </dsp:txBody>
      <dsp:txXfrm>
        <a:off x="3421" y="1692428"/>
        <a:ext cx="2894062" cy="434109"/>
      </dsp:txXfrm>
    </dsp:sp>
    <dsp:sp modelId="{144562AE-A226-456A-9D88-16F10276B6B8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introduced to bitcoin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reduce the size of transactions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3421" y="2176696"/>
        <a:ext cx="2894062" cy="902886"/>
      </dsp:txXfrm>
    </dsp:sp>
    <dsp:sp modelId="{3B6A9442-EFEE-4CF7-AE1B-81EA4DD0EC22}">
      <dsp:nvSpPr>
        <dsp:cNvPr id="0" name=""/>
        <dsp:cNvSpPr/>
      </dsp:nvSpPr>
      <dsp:spPr>
        <a:xfrm>
          <a:off x="340394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9A671-30CC-40C5-9197-723EDEF1B438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Disk space</a:t>
          </a:r>
          <a:endParaRPr lang="en-US" sz="2200" kern="1200"/>
        </a:p>
      </dsp:txBody>
      <dsp:txXfrm>
        <a:off x="3403945" y="1692428"/>
        <a:ext cx="2894062" cy="434109"/>
      </dsp:txXfrm>
    </dsp:sp>
    <dsp:sp modelId="{BD5BB17E-60CE-4360-BB3E-43F6401491E2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conserve disk space on nodes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that </a:t>
          </a:r>
          <a:r>
            <a:rPr lang="en-US" sz="1700" kern="1200" dirty="0"/>
            <a:t>store the bitcoin blockchain database</a:t>
          </a:r>
        </a:p>
      </dsp:txBody>
      <dsp:txXfrm>
        <a:off x="3403945" y="2176696"/>
        <a:ext cx="2894062" cy="902886"/>
      </dsp:txXfrm>
    </dsp:sp>
    <dsp:sp modelId="{F84B7A89-9E9D-4195-883C-12D44F1C3FCD}">
      <dsp:nvSpPr>
        <dsp:cNvPr id="0" name=""/>
        <dsp:cNvSpPr/>
      </dsp:nvSpPr>
      <dsp:spPr>
        <a:xfrm>
          <a:off x="6804468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41498-9B35-45F4-BD0B-D67DF977B1B0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Public key in transaction</a:t>
          </a:r>
          <a:endParaRPr lang="en-US" sz="2200" kern="1200"/>
        </a:p>
      </dsp:txBody>
      <dsp:txXfrm>
        <a:off x="6804468" y="1692428"/>
        <a:ext cx="2894062" cy="434109"/>
      </dsp:txXfrm>
    </dsp:sp>
    <dsp:sp modelId="{79D2AC98-E16F-43A1-9446-DA632E5FC265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Most</a:t>
          </a:r>
          <a:r>
            <a:rPr lang="tr-TR" sz="1700" kern="1200"/>
            <a:t> </a:t>
          </a:r>
          <a:r>
            <a:rPr lang="en-US" sz="1700" kern="1200"/>
            <a:t>transactions include the public key, </a:t>
          </a:r>
        </a:p>
      </dsp:txBody>
      <dsp:txXfrm>
        <a:off x="6804468" y="2176696"/>
        <a:ext cx="2894062" cy="902886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8C72C-162E-4688-A4FD-C77656A0DDBA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DA2D2-93D1-4F3D-9113-70A61E485FB1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Need</a:t>
          </a:r>
          <a:endParaRPr lang="en-US" sz="2800" kern="1200"/>
        </a:p>
      </dsp:txBody>
      <dsp:txXfrm>
        <a:off x="3421" y="1692428"/>
        <a:ext cx="2894062" cy="434109"/>
      </dsp:txXfrm>
    </dsp:sp>
    <dsp:sp modelId="{6D10B180-BAF5-42F8-9EAC-5886E9A7C314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required to validate the owner’s credentials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spend the bitcoin</a:t>
          </a:r>
        </a:p>
      </dsp:txBody>
      <dsp:txXfrm>
        <a:off x="3421" y="2176696"/>
        <a:ext cx="2894062" cy="902886"/>
      </dsp:txXfrm>
    </dsp:sp>
    <dsp:sp modelId="{87C47B25-BB65-4791-BBB7-14E8862AD76C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6A2B1-D0F5-44AE-9D0F-E0B29A40BA18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520 bits</a:t>
          </a:r>
        </a:p>
      </dsp:txBody>
      <dsp:txXfrm>
        <a:off x="3403945" y="1692428"/>
        <a:ext cx="2894062" cy="434109"/>
      </dsp:txXfrm>
    </dsp:sp>
    <dsp:sp modelId="{7BC10BCF-6699-4A15-B567-2FA074DB8FB1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Per </a:t>
          </a:r>
          <a:r>
            <a:rPr lang="tr-TR" sz="1700" kern="1200" dirty="0"/>
            <a:t>transaction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public key with </a:t>
          </a:r>
          <a:r>
            <a:rPr lang="en-US" sz="1700" kern="1200" dirty="0"/>
            <a:t>(prefix + x + y), </a:t>
          </a:r>
        </a:p>
      </dsp:txBody>
      <dsp:txXfrm>
        <a:off x="3403945" y="2176696"/>
        <a:ext cx="2894062" cy="902886"/>
      </dsp:txXfrm>
    </dsp:sp>
    <dsp:sp modelId="{D6336612-D3DC-4D89-ACE4-B03ABC423C2D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D6E57-A521-40D9-9653-9E3307BC6019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data</a:t>
          </a:r>
          <a:endParaRPr lang="en-US" sz="2800" kern="1200" dirty="0"/>
        </a:p>
      </dsp:txBody>
      <dsp:txXfrm>
        <a:off x="6804468" y="1692428"/>
        <a:ext cx="2894062" cy="434109"/>
      </dsp:txXfrm>
    </dsp:sp>
    <dsp:sp modelId="{84E48749-3DBD-428E-8B4C-753AB29D44F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100s of </a:t>
          </a:r>
          <a:r>
            <a:rPr lang="en-US" sz="1700" kern="1200" dirty="0"/>
            <a:t>transactions per block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10 000’s </a:t>
          </a:r>
          <a:r>
            <a:rPr lang="en-US" sz="1700" kern="1200" dirty="0"/>
            <a:t>of</a:t>
          </a:r>
          <a:r>
            <a:rPr lang="tr-TR" sz="1700" kern="1200" dirty="0"/>
            <a:t> </a:t>
          </a:r>
          <a:r>
            <a:rPr lang="en-US" sz="1700" kern="1200" dirty="0"/>
            <a:t>transactions per day</a:t>
          </a:r>
        </a:p>
      </dsp:txBody>
      <dsp:txXfrm>
        <a:off x="6804468" y="2176696"/>
        <a:ext cx="2894062" cy="902886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7C437-0A8F-4FB8-925C-D8CC9838589B}">
      <dsp:nvSpPr>
        <dsp:cNvPr id="0" name=""/>
        <dsp:cNvSpPr/>
      </dsp:nvSpPr>
      <dsp:spPr>
        <a:xfrm>
          <a:off x="8437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D2E96-AECD-427D-894E-8D2BC1BC6BF8}">
      <dsp:nvSpPr>
        <dsp:cNvPr id="0" name=""/>
        <dsp:cNvSpPr/>
      </dsp:nvSpPr>
      <dsp:spPr>
        <a:xfrm>
          <a:off x="8437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Compressed Public Key</a:t>
          </a:r>
          <a:endParaRPr lang="en-US" sz="2700" kern="1200"/>
        </a:p>
      </dsp:txBody>
      <dsp:txXfrm>
        <a:off x="8437" y="2074626"/>
        <a:ext cx="3308484" cy="496272"/>
      </dsp:txXfrm>
    </dsp:sp>
    <dsp:sp modelId="{73F4D9E2-3BCE-421E-A6DD-1E7081EA36F7}">
      <dsp:nvSpPr>
        <dsp:cNvPr id="0" name=""/>
        <dsp:cNvSpPr/>
      </dsp:nvSpPr>
      <dsp:spPr>
        <a:xfrm>
          <a:off x="8437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stored 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264 bits</a:t>
          </a:r>
          <a:r>
            <a:rPr lang="tr-TR" sz="1700" kern="1200"/>
            <a:t>/</a:t>
          </a:r>
          <a:r>
            <a:rPr lang="en-US" sz="1700" kern="1200"/>
            <a:t>66 hex digits </a:t>
          </a:r>
        </a:p>
      </dsp:txBody>
      <dsp:txXfrm>
        <a:off x="8437" y="2623372"/>
        <a:ext cx="3308484" cy="804129"/>
      </dsp:txXfrm>
    </dsp:sp>
    <dsp:sp modelId="{74D6596E-4A4C-447E-AD48-2C6E8F239D11}">
      <dsp:nvSpPr>
        <dsp:cNvPr id="0" name=""/>
        <dsp:cNvSpPr/>
      </dsp:nvSpPr>
      <dsp:spPr>
        <a:xfrm>
          <a:off x="3895906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7D1E9-0016-4C85-BFED-FF235423CD94}">
      <dsp:nvSpPr>
        <dsp:cNvPr id="0" name=""/>
        <dsp:cNvSpPr/>
      </dsp:nvSpPr>
      <dsp:spPr>
        <a:xfrm>
          <a:off x="3895906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prefix 03</a:t>
          </a:r>
        </a:p>
      </dsp:txBody>
      <dsp:txXfrm>
        <a:off x="3895906" y="2074626"/>
        <a:ext cx="3308484" cy="496272"/>
      </dsp:txXfrm>
    </dsp:sp>
    <dsp:sp modelId="{AB5E7A53-7865-426A-8869-8920ED655B8B}">
      <dsp:nvSpPr>
        <dsp:cNvPr id="0" name=""/>
        <dsp:cNvSpPr/>
      </dsp:nvSpPr>
      <dsp:spPr>
        <a:xfrm>
          <a:off x="3895906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indicating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i="1" kern="1200"/>
            <a:t>y </a:t>
          </a:r>
          <a:r>
            <a:rPr lang="en-US" sz="1700" kern="1200"/>
            <a:t>coordinate is odd</a:t>
          </a:r>
        </a:p>
      </dsp:txBody>
      <dsp:txXfrm>
        <a:off x="3895906" y="2623372"/>
        <a:ext cx="3308484" cy="804129"/>
      </dsp:txXfrm>
    </dsp:sp>
    <dsp:sp modelId="{F9588576-9620-49BD-9B08-E161841D4C5D}">
      <dsp:nvSpPr>
        <dsp:cNvPr id="0" name=""/>
        <dsp:cNvSpPr/>
      </dsp:nvSpPr>
      <dsp:spPr>
        <a:xfrm>
          <a:off x="7783376" y="803839"/>
          <a:ext cx="1157969" cy="1157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19EFF-A30D-48D5-836B-C3F2ACB021C0}">
      <dsp:nvSpPr>
        <dsp:cNvPr id="0" name=""/>
        <dsp:cNvSpPr/>
      </dsp:nvSpPr>
      <dsp:spPr>
        <a:xfrm>
          <a:off x="7783376" y="2074626"/>
          <a:ext cx="3308484" cy="496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K</a:t>
          </a:r>
          <a:endParaRPr lang="en-US" sz="2700" kern="1200" dirty="0"/>
        </a:p>
      </dsp:txBody>
      <dsp:txXfrm>
        <a:off x="7783376" y="2074626"/>
        <a:ext cx="3308484" cy="496272"/>
      </dsp:txXfrm>
    </dsp:sp>
    <dsp:sp modelId="{DC2D4A6E-E230-45CB-8C57-70CEE1A0DAA5}">
      <dsp:nvSpPr>
        <dsp:cNvPr id="0" name=""/>
        <dsp:cNvSpPr/>
      </dsp:nvSpPr>
      <dsp:spPr>
        <a:xfrm>
          <a:off x="7783376" y="2623372"/>
          <a:ext cx="3308484" cy="80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03F028892BAD7ED57D2FB57BF33081D5CFCF6F9ED3D3D7F159C2E2FFF579DC341A</a:t>
          </a:r>
          <a:endParaRPr lang="en-US" sz="1700" kern="1200" dirty="0"/>
        </a:p>
      </dsp:txBody>
      <dsp:txXfrm>
        <a:off x="7783376" y="2623372"/>
        <a:ext cx="3308484" cy="804129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6317B-433F-4CF8-ABA3-A97C99D4C78D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8DD6D-CE4D-4D9A-B3AF-23CE10338741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Visualization of Key</a:t>
          </a:r>
          <a:endParaRPr lang="en-US" sz="2800" kern="1200"/>
        </a:p>
      </dsp:txBody>
      <dsp:txXfrm>
        <a:off x="3421" y="1692428"/>
        <a:ext cx="2894062" cy="434109"/>
      </dsp:txXfrm>
    </dsp:sp>
    <dsp:sp modelId="{E9C742CB-AAC9-4982-9EBE-F091FAE02A4C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Compressed</a:t>
          </a:r>
          <a:r>
            <a:rPr lang="tr-TR" sz="1700" kern="1200" dirty="0"/>
            <a:t> and uncompressed</a:t>
          </a:r>
          <a:r>
            <a:rPr lang="en-US" sz="1700" kern="1200" dirty="0"/>
            <a:t> public key </a:t>
          </a:r>
          <a:r>
            <a:rPr lang="tr-TR" sz="1700" kern="1200" dirty="0"/>
            <a:t>of the </a:t>
          </a:r>
          <a:r>
            <a:rPr lang="en-US" sz="1700" kern="1200" dirty="0"/>
            <a:t>private key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Looks different from each other</a:t>
          </a:r>
          <a:endParaRPr lang="en-US" sz="1700" kern="1200"/>
        </a:p>
      </dsp:txBody>
      <dsp:txXfrm>
        <a:off x="3421" y="2176696"/>
        <a:ext cx="2894062" cy="902886"/>
      </dsp:txXfrm>
    </dsp:sp>
    <dsp:sp modelId="{AB842CF9-383C-4BCE-A2E1-938129E25C9C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34E6D-E521-4E31-8A9C-3A9DCC710213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Converting</a:t>
          </a:r>
          <a:endParaRPr lang="en-US" sz="2800" kern="1200"/>
        </a:p>
      </dsp:txBody>
      <dsp:txXfrm>
        <a:off x="3403945" y="1692428"/>
        <a:ext cx="2894062" cy="434109"/>
      </dsp:txXfrm>
    </dsp:sp>
    <dsp:sp modelId="{25D6866A-62C1-4C0C-B723-EF4C890CE552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</a:t>
          </a:r>
          <a:r>
            <a:rPr lang="tr-TR" sz="1700" kern="1200" dirty="0"/>
            <a:t> </a:t>
          </a:r>
          <a:r>
            <a:rPr lang="en-US" sz="1700" kern="1200" dirty="0"/>
            <a:t>address </a:t>
          </a:r>
          <a:r>
            <a:rPr lang="tr-TR" sz="1700" kern="1200" dirty="0"/>
            <a:t>can be </a:t>
          </a:r>
          <a:r>
            <a:rPr lang="en-US" sz="1700" kern="1200" dirty="0"/>
            <a:t>convert</a:t>
          </a:r>
          <a:r>
            <a:rPr lang="tr-TR" sz="1700" kern="1200" dirty="0"/>
            <a:t>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using the double-hash function</a:t>
          </a:r>
        </a:p>
      </dsp:txBody>
      <dsp:txXfrm>
        <a:off x="3403945" y="2176696"/>
        <a:ext cx="2894062" cy="902886"/>
      </dsp:txXfrm>
    </dsp:sp>
    <dsp:sp modelId="{45527DA3-E13F-474F-8F35-FC1BF5131E6B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820BA-1458-4DC7-83FD-046ACB060BD7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Command</a:t>
          </a:r>
          <a:endParaRPr lang="en-US" sz="2800" kern="1200"/>
        </a:p>
      </dsp:txBody>
      <dsp:txXfrm>
        <a:off x="6804468" y="1692428"/>
        <a:ext cx="2894062" cy="434109"/>
      </dsp:txXfrm>
    </dsp:sp>
    <dsp:sp modelId="{E5BB39F7-EA6A-4043-8D04-D34362ED9A59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RIPEMD160(SHA256(K))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will produce a</a:t>
          </a:r>
          <a:r>
            <a:rPr lang="tr-TR" sz="1700" kern="1200" dirty="0"/>
            <a:t> </a:t>
          </a:r>
          <a:r>
            <a:rPr lang="en-US" sz="1700" i="1" kern="1200" dirty="0"/>
            <a:t>different </a:t>
          </a:r>
          <a:r>
            <a:rPr lang="en-US" sz="1700" kern="1200" dirty="0"/>
            <a:t>bitcoin address</a:t>
          </a:r>
        </a:p>
      </dsp:txBody>
      <dsp:txXfrm>
        <a:off x="6804468" y="2176696"/>
        <a:ext cx="2894062" cy="902886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21D10-F459-4589-97E2-125BCA9E629D}">
      <dsp:nvSpPr>
        <dsp:cNvPr id="0" name=""/>
        <dsp:cNvSpPr/>
      </dsp:nvSpPr>
      <dsp:spPr>
        <a:xfrm>
          <a:off x="5445" y="924854"/>
          <a:ext cx="1167960" cy="1167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D9AF9-0012-43E0-B94D-C8F7CB49B347}">
      <dsp:nvSpPr>
        <dsp:cNvPr id="0" name=""/>
        <dsp:cNvSpPr/>
      </dsp:nvSpPr>
      <dsp:spPr>
        <a:xfrm>
          <a:off x="5445" y="2192912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C</a:t>
          </a:r>
          <a:r>
            <a:rPr lang="en-US" sz="1800" kern="1200" dirty="0" err="1"/>
            <a:t>onfusing</a:t>
          </a:r>
          <a:endParaRPr lang="en-US" sz="1800" kern="1200" dirty="0"/>
        </a:p>
      </dsp:txBody>
      <dsp:txXfrm>
        <a:off x="5445" y="2192912"/>
        <a:ext cx="3337031" cy="500554"/>
      </dsp:txXfrm>
    </dsp:sp>
    <dsp:sp modelId="{5F923B63-981C-44C6-941C-3F406A8F2F45}">
      <dsp:nvSpPr>
        <dsp:cNvPr id="0" name=""/>
        <dsp:cNvSpPr/>
      </dsp:nvSpPr>
      <dsp:spPr>
        <a:xfrm>
          <a:off x="5445" y="2740024"/>
          <a:ext cx="3337031" cy="51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Identical private key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can produce a public key</a:t>
          </a:r>
        </a:p>
      </dsp:txBody>
      <dsp:txXfrm>
        <a:off x="5445" y="2740024"/>
        <a:ext cx="3337031" cy="512673"/>
      </dsp:txXfrm>
    </dsp:sp>
    <dsp:sp modelId="{A09AFDFE-66F8-4848-8D5C-6B9D20015C32}">
      <dsp:nvSpPr>
        <dsp:cNvPr id="0" name=""/>
        <dsp:cNvSpPr/>
      </dsp:nvSpPr>
      <dsp:spPr>
        <a:xfrm>
          <a:off x="3926456" y="924854"/>
          <a:ext cx="1167960" cy="1167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AA41C-77C2-44E4-B407-C348314588D1}">
      <dsp:nvSpPr>
        <dsp:cNvPr id="0" name=""/>
        <dsp:cNvSpPr/>
      </dsp:nvSpPr>
      <dsp:spPr>
        <a:xfrm>
          <a:off x="3926456" y="2192912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expressed in two different formats</a:t>
          </a:r>
        </a:p>
      </dsp:txBody>
      <dsp:txXfrm>
        <a:off x="3926456" y="2192912"/>
        <a:ext cx="3337031" cy="500554"/>
      </dsp:txXfrm>
    </dsp:sp>
    <dsp:sp modelId="{DE5982CB-73B7-4437-9A43-33866341A09F}">
      <dsp:nvSpPr>
        <dsp:cNvPr id="0" name=""/>
        <dsp:cNvSpPr/>
      </dsp:nvSpPr>
      <dsp:spPr>
        <a:xfrm>
          <a:off x="3926456" y="2740024"/>
          <a:ext cx="3337031" cy="51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Compressed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uncompressed</a:t>
          </a:r>
        </a:p>
      </dsp:txBody>
      <dsp:txXfrm>
        <a:off x="3926456" y="2740024"/>
        <a:ext cx="3337031" cy="512673"/>
      </dsp:txXfrm>
    </dsp:sp>
    <dsp:sp modelId="{95E19220-989B-48F9-AD41-D329E0F368FE}">
      <dsp:nvSpPr>
        <dsp:cNvPr id="0" name=""/>
        <dsp:cNvSpPr/>
      </dsp:nvSpPr>
      <dsp:spPr>
        <a:xfrm>
          <a:off x="7847468" y="924854"/>
          <a:ext cx="1167960" cy="1167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02A3B-A495-4C44-80E5-AC13A2F0745D}">
      <dsp:nvSpPr>
        <dsp:cNvPr id="0" name=""/>
        <dsp:cNvSpPr/>
      </dsp:nvSpPr>
      <dsp:spPr>
        <a:xfrm>
          <a:off x="7847468" y="2192912"/>
          <a:ext cx="3337031" cy="5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produce</a:t>
          </a:r>
        </a:p>
      </dsp:txBody>
      <dsp:txXfrm>
        <a:off x="7847468" y="2192912"/>
        <a:ext cx="3337031" cy="500554"/>
      </dsp:txXfrm>
    </dsp:sp>
    <dsp:sp modelId="{3A738AC8-6843-437F-810F-E91FC431DEB6}">
      <dsp:nvSpPr>
        <dsp:cNvPr id="0" name=""/>
        <dsp:cNvSpPr/>
      </dsp:nvSpPr>
      <dsp:spPr>
        <a:xfrm>
          <a:off x="7847468" y="2740024"/>
          <a:ext cx="3337031" cy="51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two different bitcoin addresses</a:t>
          </a:r>
        </a:p>
      </dsp:txBody>
      <dsp:txXfrm>
        <a:off x="7847468" y="2740024"/>
        <a:ext cx="3337031" cy="512673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7C299-A9DF-4FC9-90BF-AB1AC38CB797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2BC7A-C604-4FDE-8FE1-2F981D61E018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Popularity</a:t>
          </a:r>
          <a:endParaRPr lang="en-US" sz="3600" kern="1200"/>
        </a:p>
      </dsp:txBody>
      <dsp:txXfrm>
        <a:off x="152976" y="1848429"/>
        <a:ext cx="4320000" cy="648000"/>
      </dsp:txXfrm>
    </dsp:sp>
    <dsp:sp modelId="{0C95711A-53F6-4623-8770-A8BD4806352D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Compressed public keys are becoming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default across bitcoin clients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152976" y="2561601"/>
        <a:ext cx="4320000" cy="893340"/>
      </dsp:txXfrm>
    </dsp:sp>
    <dsp:sp modelId="{F9EC354B-A062-4CDF-883A-84749D15410B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BE4A6-E7AC-4E44-9333-04E0F0C7FFC5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Reason</a:t>
          </a:r>
          <a:endParaRPr lang="en-US" sz="3600" kern="1200"/>
        </a:p>
      </dsp:txBody>
      <dsp:txXfrm>
        <a:off x="5228976" y="1848429"/>
        <a:ext cx="4320000" cy="648000"/>
      </dsp:txXfrm>
    </dsp:sp>
    <dsp:sp modelId="{E550D2CC-05CC-499D-AB50-B9AC2459172D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significant impact on reducing the size of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</a:t>
          </a:r>
          <a:r>
            <a:rPr lang="en-US" sz="1700" kern="1200" dirty="0"/>
            <a:t>therefore</a:t>
          </a:r>
          <a:r>
            <a:rPr lang="tr-TR" sz="1700" kern="1200" dirty="0"/>
            <a:t> </a:t>
          </a:r>
          <a:r>
            <a:rPr lang="en-US" sz="1700" kern="1200" dirty="0"/>
            <a:t>the blockchain. </a:t>
          </a:r>
        </a:p>
      </dsp:txBody>
      <dsp:txXfrm>
        <a:off x="5228976" y="2561601"/>
        <a:ext cx="4320000" cy="893340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E9CC9-D4E2-4E9E-B997-AD1FD3AFADCE}">
      <dsp:nvSpPr>
        <dsp:cNvPr id="0" name=""/>
        <dsp:cNvSpPr/>
      </dsp:nvSpPr>
      <dsp:spPr>
        <a:xfrm>
          <a:off x="4186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0E505-5298-42E9-8686-CF675504C66D}">
      <dsp:nvSpPr>
        <dsp:cNvPr id="0" name=""/>
        <dsp:cNvSpPr/>
      </dsp:nvSpPr>
      <dsp:spPr>
        <a:xfrm>
          <a:off x="4186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Other clients</a:t>
          </a:r>
          <a:endParaRPr lang="en-US" sz="3200" kern="1200"/>
        </a:p>
      </dsp:txBody>
      <dsp:txXfrm>
        <a:off x="4186" y="2086899"/>
        <a:ext cx="3320156" cy="498023"/>
      </dsp:txXfrm>
    </dsp:sp>
    <dsp:sp modelId="{AF99683E-6313-4F82-84B2-2282C58CCF7D}">
      <dsp:nvSpPr>
        <dsp:cNvPr id="0" name=""/>
        <dsp:cNvSpPr/>
      </dsp:nvSpPr>
      <dsp:spPr>
        <a:xfrm>
          <a:off x="4186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not all clients support compressed public keys yet</a:t>
          </a:r>
        </a:p>
      </dsp:txBody>
      <dsp:txXfrm>
        <a:off x="4186" y="2633898"/>
        <a:ext cx="3320156" cy="634461"/>
      </dsp:txXfrm>
    </dsp:sp>
    <dsp:sp modelId="{2939E580-EE82-4058-85FF-73AA417A1DE7}">
      <dsp:nvSpPr>
        <dsp:cNvPr id="0" name=""/>
        <dsp:cNvSpPr/>
      </dsp:nvSpPr>
      <dsp:spPr>
        <a:xfrm>
          <a:off x="3905370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36C53-AD0B-4350-86F1-E928FF830FA9}">
      <dsp:nvSpPr>
        <dsp:cNvPr id="0" name=""/>
        <dsp:cNvSpPr/>
      </dsp:nvSpPr>
      <dsp:spPr>
        <a:xfrm>
          <a:off x="3905370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Newer clients</a:t>
          </a:r>
        </a:p>
      </dsp:txBody>
      <dsp:txXfrm>
        <a:off x="3905370" y="2086899"/>
        <a:ext cx="3320156" cy="498023"/>
      </dsp:txXfrm>
    </dsp:sp>
    <dsp:sp modelId="{9B14D12B-BD3E-42DE-A67C-1FF614E11B4A}">
      <dsp:nvSpPr>
        <dsp:cNvPr id="0" name=""/>
        <dsp:cNvSpPr/>
      </dsp:nvSpPr>
      <dsp:spPr>
        <a:xfrm>
          <a:off x="3905370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compressed public keys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have to account for transactions</a:t>
          </a:r>
          <a:r>
            <a:rPr lang="tr-TR" sz="1700" kern="1200"/>
            <a:t> </a:t>
          </a:r>
          <a:endParaRPr lang="en-US" sz="1700" kern="1200"/>
        </a:p>
      </dsp:txBody>
      <dsp:txXfrm>
        <a:off x="3905370" y="2633898"/>
        <a:ext cx="3320156" cy="634461"/>
      </dsp:txXfrm>
    </dsp:sp>
    <dsp:sp modelId="{279D357D-CCD3-4E51-B703-D57C8FB7D5D0}">
      <dsp:nvSpPr>
        <dsp:cNvPr id="0" name=""/>
        <dsp:cNvSpPr/>
      </dsp:nvSpPr>
      <dsp:spPr>
        <a:xfrm>
          <a:off x="7806553" y="819545"/>
          <a:ext cx="1162054" cy="1162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75BF2-FB9A-4CF6-AB95-07BC125027A2}">
      <dsp:nvSpPr>
        <dsp:cNvPr id="0" name=""/>
        <dsp:cNvSpPr/>
      </dsp:nvSpPr>
      <dsp:spPr>
        <a:xfrm>
          <a:off x="7806553" y="2086899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from older clients</a:t>
          </a:r>
        </a:p>
      </dsp:txBody>
      <dsp:txXfrm>
        <a:off x="7806553" y="2086899"/>
        <a:ext cx="3320156" cy="498023"/>
      </dsp:txXfrm>
    </dsp:sp>
    <dsp:sp modelId="{79DB35A1-9F23-47FD-9EED-7521312EAC5C}">
      <dsp:nvSpPr>
        <dsp:cNvPr id="0" name=""/>
        <dsp:cNvSpPr/>
      </dsp:nvSpPr>
      <dsp:spPr>
        <a:xfrm>
          <a:off x="7806553" y="2633898"/>
          <a:ext cx="3320156" cy="6344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 not support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compressed public keys</a:t>
          </a:r>
        </a:p>
      </dsp:txBody>
      <dsp:txXfrm>
        <a:off x="7806553" y="2633898"/>
        <a:ext cx="3320156" cy="634461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BA6EA-CA8E-427F-8A12-9C4B7704CD28}">
      <dsp:nvSpPr>
        <dsp:cNvPr id="0" name=""/>
        <dsp:cNvSpPr/>
      </dsp:nvSpPr>
      <dsp:spPr>
        <a:xfrm>
          <a:off x="2273082" y="42967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98C60-B73C-4B80-A364-7C0AD9078370}">
      <dsp:nvSpPr>
        <dsp:cNvPr id="0" name=""/>
        <dsp:cNvSpPr/>
      </dsp:nvSpPr>
      <dsp:spPr>
        <a:xfrm>
          <a:off x="869081" y="20858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WIF-compressed</a:t>
          </a:r>
        </a:p>
      </dsp:txBody>
      <dsp:txXfrm>
        <a:off x="869081" y="2085899"/>
        <a:ext cx="4320000" cy="648000"/>
      </dsp:txXfrm>
    </dsp:sp>
    <dsp:sp modelId="{4AD4EF56-18E3-46B3-BA68-5D735DC57953}">
      <dsp:nvSpPr>
        <dsp:cNvPr id="0" name=""/>
        <dsp:cNvSpPr/>
      </dsp:nvSpPr>
      <dsp:spPr>
        <a:xfrm>
          <a:off x="869081" y="2800981"/>
          <a:ext cx="4320000" cy="98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“compressed private </a:t>
          </a:r>
          <a:r>
            <a:rPr lang="en-US" sz="1700" kern="1200"/>
            <a:t>key” </a:t>
          </a:r>
        </a:p>
      </dsp:txBody>
      <dsp:txXfrm>
        <a:off x="869081" y="2800981"/>
        <a:ext cx="4320000" cy="982753"/>
      </dsp:txXfrm>
    </dsp:sp>
    <dsp:sp modelId="{82E88886-76E0-402E-B1EB-69A6C8A99E68}">
      <dsp:nvSpPr>
        <dsp:cNvPr id="0" name=""/>
        <dsp:cNvSpPr/>
      </dsp:nvSpPr>
      <dsp:spPr>
        <a:xfrm>
          <a:off x="7349082" y="42967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D203B-7177-48B6-98DD-F27FC421CBBC}">
      <dsp:nvSpPr>
        <dsp:cNvPr id="0" name=""/>
        <dsp:cNvSpPr/>
      </dsp:nvSpPr>
      <dsp:spPr>
        <a:xfrm>
          <a:off x="5945082" y="20858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Means</a:t>
          </a:r>
          <a:r>
            <a:rPr lang="tr-TR" sz="3600" kern="1200"/>
            <a:t> </a:t>
          </a:r>
          <a:r>
            <a:rPr lang="en-US" sz="3600" kern="1200"/>
            <a:t>“private key</a:t>
          </a:r>
        </a:p>
      </dsp:txBody>
      <dsp:txXfrm>
        <a:off x="5945082" y="2085899"/>
        <a:ext cx="4320000" cy="648000"/>
      </dsp:txXfrm>
    </dsp:sp>
    <dsp:sp modelId="{081DC206-9A33-4861-BBE8-ACC37A9ADF5B}">
      <dsp:nvSpPr>
        <dsp:cNvPr id="0" name=""/>
        <dsp:cNvSpPr/>
      </dsp:nvSpPr>
      <dsp:spPr>
        <a:xfrm>
          <a:off x="5945082" y="2800981"/>
          <a:ext cx="4320000" cy="98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which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only compressed public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</a:t>
          </a:r>
          <a:r>
            <a:rPr lang="tr-TR" sz="1700" kern="1200"/>
            <a:t> </a:t>
          </a:r>
          <a:r>
            <a:rPr lang="en-US" sz="1700" kern="1200"/>
            <a:t>derived” </a:t>
          </a:r>
        </a:p>
      </dsp:txBody>
      <dsp:txXfrm>
        <a:off x="5945082" y="2800981"/>
        <a:ext cx="4320000" cy="982753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42A8AF-EF5C-4A40-A300-273379A0FC1B}">
      <dsp:nvSpPr>
        <dsp:cNvPr id="0" name=""/>
        <dsp:cNvSpPr/>
      </dsp:nvSpPr>
      <dsp:spPr>
        <a:xfrm>
          <a:off x="2273082" y="43215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68FFE-31F9-40EB-93B4-824DC976A5BA}">
      <dsp:nvSpPr>
        <dsp:cNvPr id="0" name=""/>
        <dsp:cNvSpPr/>
      </dsp:nvSpPr>
      <dsp:spPr>
        <a:xfrm>
          <a:off x="869081" y="20881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“WIF”</a:t>
          </a:r>
          <a:r>
            <a:rPr lang="tr-TR" sz="3200" kern="1200"/>
            <a:t>: </a:t>
          </a:r>
          <a:r>
            <a:rPr lang="en-US" sz="3200" kern="1200"/>
            <a:t>not “compressed”</a:t>
          </a:r>
        </a:p>
      </dsp:txBody>
      <dsp:txXfrm>
        <a:off x="869081" y="2088169"/>
        <a:ext cx="4320000" cy="648000"/>
      </dsp:txXfrm>
    </dsp:sp>
    <dsp:sp modelId="{D3DD0FDC-3481-4846-A606-1FE90AB3A679}">
      <dsp:nvSpPr>
        <dsp:cNvPr id="0" name=""/>
        <dsp:cNvSpPr/>
      </dsp:nvSpPr>
      <dsp:spPr>
        <a:xfrm>
          <a:off x="869081" y="2803151"/>
          <a:ext cx="4320000" cy="97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“uncompressed private key”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really means </a:t>
          </a:r>
        </a:p>
      </dsp:txBody>
      <dsp:txXfrm>
        <a:off x="869081" y="2803151"/>
        <a:ext cx="4320000" cy="978099"/>
      </dsp:txXfrm>
    </dsp:sp>
    <dsp:sp modelId="{7F6AAAEA-C631-494B-BB1E-5DF9BBF0E3D2}">
      <dsp:nvSpPr>
        <dsp:cNvPr id="0" name=""/>
        <dsp:cNvSpPr/>
      </dsp:nvSpPr>
      <dsp:spPr>
        <a:xfrm>
          <a:off x="7349082" y="43215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4A9D0-1DF3-4C96-A3D3-756192FF325A}">
      <dsp:nvSpPr>
        <dsp:cNvPr id="0" name=""/>
        <dsp:cNvSpPr/>
      </dsp:nvSpPr>
      <dsp:spPr>
        <a:xfrm>
          <a:off x="5945082" y="20881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/>
            <a:t>“private key</a:t>
          </a:r>
        </a:p>
      </dsp:txBody>
      <dsp:txXfrm>
        <a:off x="5945082" y="2088169"/>
        <a:ext cx="4320000" cy="648000"/>
      </dsp:txXfrm>
    </dsp:sp>
    <dsp:sp modelId="{7453D861-6FA9-4D83-86B2-6B7F966E6880}">
      <dsp:nvSpPr>
        <dsp:cNvPr id="0" name=""/>
        <dsp:cNvSpPr/>
      </dsp:nvSpPr>
      <dsp:spPr>
        <a:xfrm>
          <a:off x="5945082" y="2803151"/>
          <a:ext cx="4320000" cy="97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which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only uncompressed public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 derived.” </a:t>
          </a:r>
        </a:p>
      </dsp:txBody>
      <dsp:txXfrm>
        <a:off x="5945082" y="2803151"/>
        <a:ext cx="4320000" cy="978099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2B3E4-9293-4C85-A789-359ABE0925BD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F750A-3B5D-42F2-B4C2-B550E92FB4A6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Private keys -&gt; Public keys</a:t>
          </a:r>
          <a:endParaRPr lang="en-US" sz="3100" kern="1200"/>
        </a:p>
      </dsp:txBody>
      <dsp:txXfrm>
        <a:off x="152976" y="1801062"/>
        <a:ext cx="4320000" cy="648000"/>
      </dsp:txXfrm>
    </dsp:sp>
    <dsp:sp modelId="{F3ECE51E-7B7A-4899-89F5-C4ACB790E99A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private keys will be used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derive the public key points</a:t>
          </a:r>
          <a:r>
            <a:rPr lang="tr-TR" sz="1700" kern="1200" dirty="0"/>
            <a:t> </a:t>
          </a:r>
          <a:r>
            <a:rPr lang="en-US" sz="1700" kern="1200" dirty="0"/>
            <a:t>on the curve</a:t>
          </a:r>
        </a:p>
      </dsp:txBody>
      <dsp:txXfrm>
        <a:off x="152976" y="2516307"/>
        <a:ext cx="4320000" cy="990458"/>
      </dsp:txXfrm>
    </dsp:sp>
    <dsp:sp modelId="{81BF6084-025E-49BF-8261-A6C554A054A6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13EA1-856E-4A98-A324-82F193802DDA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Wallet</a:t>
          </a:r>
          <a:endParaRPr lang="en-US" sz="3100" kern="1200"/>
        </a:p>
      </dsp:txBody>
      <dsp:txXfrm>
        <a:off x="5228976" y="1801062"/>
        <a:ext cx="4320000" cy="648000"/>
      </dsp:txXfrm>
    </dsp:sp>
    <dsp:sp modelId="{4066AF43-D10A-40CB-9294-8AB88C7914D3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</a:t>
          </a:r>
          <a:r>
            <a:rPr lang="en-US" sz="1700" kern="1200" dirty="0"/>
            <a:t>will use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compressed public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</a:t>
          </a:r>
          <a:r>
            <a:rPr lang="en-US" sz="1700" kern="1200" dirty="0"/>
            <a:t>transactions </a:t>
          </a:r>
        </a:p>
      </dsp:txBody>
      <dsp:txXfrm>
        <a:off x="5228976" y="2516307"/>
        <a:ext cx="4320000" cy="990458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362F4-7A6E-4227-B18B-19E233A1C7B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57A59-2062-47DB-A557-CDB1AF86C0FE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Compressed public keys-&gt;Bitcoin addresses</a:t>
          </a:r>
          <a:endParaRPr lang="en-US" sz="2000" kern="1200"/>
        </a:p>
      </dsp:txBody>
      <dsp:txXfrm>
        <a:off x="152976" y="1981055"/>
        <a:ext cx="4320000" cy="648000"/>
      </dsp:txXfrm>
    </dsp:sp>
    <dsp:sp modelId="{6E3B5573-1674-4226-9A15-EF6DBBDB3E3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compressed public 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will </a:t>
          </a:r>
          <a:r>
            <a:rPr lang="en-US" sz="1500" kern="1200" dirty="0"/>
            <a:t>be used to</a:t>
          </a:r>
          <a:r>
            <a:rPr lang="tr-TR" sz="1500" kern="1200" dirty="0"/>
            <a:t> </a:t>
          </a:r>
          <a:r>
            <a:rPr lang="en-US" sz="1500" kern="1200" dirty="0"/>
            <a:t>produce bitcoin addresses</a:t>
          </a:r>
        </a:p>
      </dsp:txBody>
      <dsp:txXfrm>
        <a:off x="152976" y="2688423"/>
        <a:ext cx="4320000" cy="621412"/>
      </dsp:txXfrm>
    </dsp:sp>
    <dsp:sp modelId="{2EA36DB9-0665-4992-8FD1-0312B8B16FF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A7563-6342-42A7-A824-D410AC5F3F8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Wallet</a:t>
          </a:r>
          <a:endParaRPr lang="en-US" sz="2000" kern="1200"/>
        </a:p>
      </dsp:txBody>
      <dsp:txXfrm>
        <a:off x="5228976" y="1981055"/>
        <a:ext cx="4320000" cy="648000"/>
      </dsp:txXfrm>
    </dsp:sp>
    <dsp:sp modelId="{DB94E1F0-E246-4F82-8D0E-7AD55C5FA25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Wallet</a:t>
          </a:r>
          <a:r>
            <a:rPr lang="tr-TR" sz="1500" kern="1200" dirty="0"/>
            <a:t> </a:t>
          </a:r>
          <a:r>
            <a:rPr lang="en-US" sz="1500" kern="1200" dirty="0"/>
            <a:t>will use </a:t>
          </a:r>
          <a:r>
            <a:rPr lang="tr-TR" sz="1500" kern="1200" dirty="0"/>
            <a:t>bitcoin addresses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</a:t>
          </a:r>
          <a:r>
            <a:rPr lang="en-US" sz="1500" kern="1200" dirty="0"/>
            <a:t>transactions</a:t>
          </a:r>
        </a:p>
      </dsp:txBody>
      <dsp:txXfrm>
        <a:off x="5228976" y="2688423"/>
        <a:ext cx="4320000" cy="621412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5F7EA-1998-4C51-8212-BEB985EAEBC7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4182E-28E4-48D8-8F82-5D0D735C5EA6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Exporting</a:t>
          </a:r>
          <a:r>
            <a:rPr lang="tr-TR" sz="2800" kern="1200"/>
            <a:t> </a:t>
          </a:r>
          <a:r>
            <a:rPr lang="en-US" sz="2800" kern="1200"/>
            <a:t>from a new wallet </a:t>
          </a:r>
        </a:p>
      </dsp:txBody>
      <dsp:txXfrm>
        <a:off x="152976" y="1801062"/>
        <a:ext cx="4320000" cy="648000"/>
      </dsp:txXfrm>
    </dsp:sp>
    <dsp:sp modelId="{D42486FC-45AF-4AA2-8114-C15E7F7176B9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implements compressed public keys </a:t>
          </a:r>
        </a:p>
      </dsp:txBody>
      <dsp:txXfrm>
        <a:off x="152976" y="2516307"/>
        <a:ext cx="4320000" cy="990458"/>
      </dsp:txXfrm>
    </dsp:sp>
    <dsp:sp modelId="{080D332E-2BB1-4F85-A534-0484487AE6A4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71D2B-55DC-4667-9959-DEC61A098E7B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WIF Modification</a:t>
          </a:r>
          <a:endParaRPr lang="en-US" sz="2800" kern="1200"/>
        </a:p>
      </dsp:txBody>
      <dsp:txXfrm>
        <a:off x="5228976" y="1801062"/>
        <a:ext cx="4320000" cy="648000"/>
      </dsp:txXfrm>
    </dsp:sp>
    <dsp:sp modelId="{FDDF7F0F-E038-42A5-8F9C-AFD2EA497C7C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WIF is</a:t>
          </a:r>
          <a:r>
            <a:rPr lang="tr-TR" sz="1700" kern="1200" dirty="0"/>
            <a:t> </a:t>
          </a:r>
          <a:r>
            <a:rPr lang="en-US" sz="1700" kern="1200" dirty="0"/>
            <a:t>modified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</a:t>
          </a:r>
          <a:r>
            <a:rPr lang="tr-TR" sz="1700" kern="1200" dirty="0"/>
            <a:t> </a:t>
          </a:r>
          <a:r>
            <a:rPr lang="en-US" sz="1700" kern="1200" dirty="0"/>
            <a:t>the addition of a one-byte suffix 01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the private </a:t>
          </a:r>
          <a:r>
            <a:rPr lang="en-US" sz="1700" kern="1200"/>
            <a:t>key.</a:t>
          </a:r>
          <a:endParaRPr lang="en-US" sz="1700" kern="1200" dirty="0"/>
        </a:p>
      </dsp:txBody>
      <dsp:txXfrm>
        <a:off x="5228976" y="2516307"/>
        <a:ext cx="4320000" cy="990458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47438-CE95-4C4B-80A0-D4C3DFFE614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524AB-C4DB-49AE-95A7-10DFF15AB63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/>
            <a:t>Meaning of </a:t>
          </a:r>
          <a:r>
            <a:rPr lang="en-US" sz="3600" i="1" kern="1200"/>
            <a:t>K </a:t>
          </a:r>
          <a:r>
            <a:rPr lang="en-US" sz="3600" kern="1200"/>
            <a:t>or </a:t>
          </a:r>
          <a:r>
            <a:rPr lang="en-US" sz="3600" i="1" kern="1200"/>
            <a:t>L</a:t>
          </a:r>
          <a:endParaRPr lang="en-US" sz="3600" kern="1200"/>
        </a:p>
      </dsp:txBody>
      <dsp:txXfrm>
        <a:off x="152976" y="1981055"/>
        <a:ext cx="4320000" cy="648000"/>
      </dsp:txXfrm>
    </dsp:sp>
    <dsp:sp modelId="{A4DA32FC-42E2-4F34-8349-E340A3F74EBF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Private key </a:t>
          </a:r>
          <a:r>
            <a:rPr lang="en-US" sz="1700" kern="1200" dirty="0"/>
            <a:t>starts with the</a:t>
          </a:r>
          <a:r>
            <a:rPr lang="tr-TR" sz="1700" kern="1200" dirty="0"/>
            <a:t> </a:t>
          </a:r>
          <a:r>
            <a:rPr lang="en-US" sz="1700" kern="1200" dirty="0"/>
            <a:t>letter </a:t>
          </a:r>
          <a:r>
            <a:rPr lang="en-US" sz="1700" i="1" kern="1200" dirty="0"/>
            <a:t>K </a:t>
          </a:r>
          <a:r>
            <a:rPr lang="en-US" sz="1700" kern="1200" dirty="0"/>
            <a:t>or </a:t>
          </a:r>
          <a:r>
            <a:rPr lang="en-US" sz="1700" i="1" kern="1200" dirty="0"/>
            <a:t>L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“compressed WIF” Base58Check-encoded private </a:t>
          </a:r>
        </a:p>
      </dsp:txBody>
      <dsp:txXfrm>
        <a:off x="152976" y="2688423"/>
        <a:ext cx="4320000" cy="621412"/>
      </dsp:txXfrm>
    </dsp:sp>
    <dsp:sp modelId="{E0A6749E-FFFF-4117-ADB9-9187E907F203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22055-7E4D-4C9A-BA06-8A926C490AC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Meaning of </a:t>
          </a:r>
          <a:r>
            <a:rPr lang="en-US" sz="3600" kern="1200"/>
            <a:t>“5” </a:t>
          </a:r>
        </a:p>
      </dsp:txBody>
      <dsp:txXfrm>
        <a:off x="5228976" y="1981055"/>
        <a:ext cx="4320000" cy="648000"/>
      </dsp:txXfrm>
    </dsp:sp>
    <dsp:sp modelId="{9D1AD907-FF5F-4CD4-9E49-1EEC1F401F3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Private key </a:t>
          </a:r>
          <a:r>
            <a:rPr lang="en-US" sz="1700" kern="1200" dirty="0"/>
            <a:t>start</a:t>
          </a:r>
          <a:r>
            <a:rPr lang="tr-TR" sz="1700" kern="1200" dirty="0"/>
            <a:t>s</a:t>
          </a:r>
          <a:r>
            <a:rPr lang="en-US" sz="1700" kern="1200" dirty="0"/>
            <a:t> with</a:t>
          </a:r>
          <a:r>
            <a:rPr lang="tr-TR" sz="1700" kern="1200" dirty="0"/>
            <a:t> </a:t>
          </a:r>
          <a:r>
            <a:rPr lang="en-US" sz="1700" kern="1200" dirty="0"/>
            <a:t>“5”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«</a:t>
          </a:r>
          <a:r>
            <a:rPr lang="en-US" sz="1700" kern="1200" dirty="0" err="1"/>
            <a:t>noncompressed</a:t>
          </a:r>
          <a:r>
            <a:rPr lang="en-US" sz="1700" kern="1200" dirty="0"/>
            <a:t> WIF-encoded</a:t>
          </a:r>
        </a:p>
      </dsp:txBody>
      <dsp:txXfrm>
        <a:off x="5228976" y="2688423"/>
        <a:ext cx="4320000" cy="621412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E9CF3-1B09-4544-8C03-9EEF85FCC831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C45DC-C22B-4078-A901-250B87C5B782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>
              <a:hlinkClick xmlns:r="http://schemas.openxmlformats.org/officeDocument/2006/relationships" r:id="rId3"/>
            </a:rPr>
            <a:t>pybitcointools</a:t>
          </a:r>
          <a:r>
            <a:rPr lang="tr-TR" sz="3600" kern="1200" dirty="0"/>
            <a:t> </a:t>
          </a:r>
          <a:endParaRPr lang="en-US" sz="3600" kern="1200" dirty="0"/>
        </a:p>
      </dsp:txBody>
      <dsp:txXfrm>
        <a:off x="152976" y="1848429"/>
        <a:ext cx="4320000" cy="648000"/>
      </dsp:txXfrm>
    </dsp:sp>
    <dsp:sp modelId="{ED07AE28-40C3-4550-98F1-FFB65222EB78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clone of </a:t>
          </a:r>
          <a:r>
            <a:rPr lang="en-US" sz="1700" kern="1200" dirty="0" err="1"/>
            <a:t>Vitalik</a:t>
          </a:r>
          <a:r>
            <a:rPr lang="tr-TR" sz="1700" kern="1200" dirty="0"/>
            <a:t> </a:t>
          </a:r>
          <a:r>
            <a:rPr lang="en-US" sz="1700" kern="1200" dirty="0" err="1"/>
            <a:t>Buterin</a:t>
          </a:r>
          <a:r>
            <a:rPr lang="tr-TR" sz="1700" kern="1200" dirty="0"/>
            <a:t> </a:t>
          </a:r>
          <a:r>
            <a:rPr lang="en-US" sz="1700" kern="1200" dirty="0"/>
            <a:t>bitcoin library</a:t>
          </a:r>
        </a:p>
      </dsp:txBody>
      <dsp:txXfrm>
        <a:off x="152976" y="2561601"/>
        <a:ext cx="4320000" cy="893340"/>
      </dsp:txXfrm>
    </dsp:sp>
    <dsp:sp modelId="{BDC7F3F0-B268-4FAA-A55C-072FC1172300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26352-CF25-4866-88C9-6208C9224B0C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pybitcointools library</a:t>
          </a:r>
        </a:p>
      </dsp:txBody>
      <dsp:txXfrm>
        <a:off x="5228976" y="1848429"/>
        <a:ext cx="4320000" cy="648000"/>
      </dsp:txXfrm>
    </dsp:sp>
    <dsp:sp modelId="{A4324A12-9ECB-4DF6-8CBE-C519CDFA9FFE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imported as “bitcoin”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</a:t>
          </a:r>
          <a:r>
            <a:rPr lang="tr-TR" sz="1700" kern="1200"/>
            <a:t> </a:t>
          </a:r>
          <a:r>
            <a:rPr lang="en-US" sz="1700" kern="1200"/>
            <a:t>generate and display keys and addresses in various formats.</a:t>
          </a:r>
        </a:p>
      </dsp:txBody>
      <dsp:txXfrm>
        <a:off x="5228976" y="2561601"/>
        <a:ext cx="4320000" cy="893340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CE17B-54A5-4E73-A0F2-8813FBE8F1B6}">
      <dsp:nvSpPr>
        <dsp:cNvPr id="0" name=""/>
        <dsp:cNvSpPr/>
      </dsp:nvSpPr>
      <dsp:spPr>
        <a:xfrm>
          <a:off x="1082597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EC6AC-EE65-40BE-8AA2-C2A174BA0A40}">
      <dsp:nvSpPr>
        <dsp:cNvPr id="0" name=""/>
        <dsp:cNvSpPr/>
      </dsp:nvSpPr>
      <dsp:spPr>
        <a:xfrm>
          <a:off x="4918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CSRNG </a:t>
          </a:r>
        </a:p>
      </dsp:txBody>
      <dsp:txXfrm>
        <a:off x="4918" y="2286568"/>
        <a:ext cx="3315937" cy="497390"/>
      </dsp:txXfrm>
    </dsp:sp>
    <dsp:sp modelId="{C278757A-746C-45EC-82BD-D9A3E3E96A8F}">
      <dsp:nvSpPr>
        <dsp:cNvPr id="0" name=""/>
        <dsp:cNvSpPr/>
      </dsp:nvSpPr>
      <dsp:spPr>
        <a:xfrm>
          <a:off x="4918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 cryptographically</a:t>
          </a:r>
          <a:r>
            <a:rPr lang="tr-TR" sz="1200" kern="1200" dirty="0"/>
            <a:t> </a:t>
          </a:r>
          <a:r>
            <a:rPr lang="en-US" sz="1200" kern="1200" dirty="0"/>
            <a:t>secure random number generator</a:t>
          </a:r>
        </a:p>
      </dsp:txBody>
      <dsp:txXfrm>
        <a:off x="4918" y="2823348"/>
        <a:ext cx="3315937" cy="187393"/>
      </dsp:txXfrm>
    </dsp:sp>
    <dsp:sp modelId="{C7B67A90-A0EE-4BFB-AA60-950C0B5F58DB}">
      <dsp:nvSpPr>
        <dsp:cNvPr id="0" name=""/>
        <dsp:cNvSpPr/>
      </dsp:nvSpPr>
      <dsp:spPr>
        <a:xfrm>
          <a:off x="4978824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2886C-354A-4B09-890E-ABAE0886F4FD}">
      <dsp:nvSpPr>
        <dsp:cNvPr id="0" name=""/>
        <dsp:cNvSpPr/>
      </dsp:nvSpPr>
      <dsp:spPr>
        <a:xfrm>
          <a:off x="3901144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Provided</a:t>
          </a:r>
          <a:endParaRPr lang="en-US" sz="1600" kern="1200"/>
        </a:p>
      </dsp:txBody>
      <dsp:txXfrm>
        <a:off x="3901144" y="2286568"/>
        <a:ext cx="3315937" cy="497390"/>
      </dsp:txXfrm>
    </dsp:sp>
    <dsp:sp modelId="{C2384F6E-E13C-48C4-920D-D687BC4A129E}">
      <dsp:nvSpPr>
        <dsp:cNvPr id="0" name=""/>
        <dsp:cNvSpPr/>
      </dsp:nvSpPr>
      <dsp:spPr>
        <a:xfrm>
          <a:off x="3901144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provided by the</a:t>
          </a:r>
          <a:r>
            <a:rPr lang="tr-TR" sz="1200" kern="1200" dirty="0"/>
            <a:t> </a:t>
          </a:r>
          <a:r>
            <a:rPr lang="en-US" sz="1200" kern="1200" dirty="0"/>
            <a:t>underlying operating system. </a:t>
          </a:r>
        </a:p>
      </dsp:txBody>
      <dsp:txXfrm>
        <a:off x="3901144" y="2823348"/>
        <a:ext cx="3315937" cy="187393"/>
      </dsp:txXfrm>
    </dsp:sp>
    <dsp:sp modelId="{2DFD5A0E-3823-48C6-9E36-FDCA88542415}">
      <dsp:nvSpPr>
        <dsp:cNvPr id="0" name=""/>
        <dsp:cNvSpPr/>
      </dsp:nvSpPr>
      <dsp:spPr>
        <a:xfrm>
          <a:off x="8875051" y="1041304"/>
          <a:ext cx="1160578" cy="11605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3CABD-12EB-4561-8DA1-4685F8C874F6}">
      <dsp:nvSpPr>
        <dsp:cNvPr id="0" name=""/>
        <dsp:cNvSpPr/>
      </dsp:nvSpPr>
      <dsp:spPr>
        <a:xfrm>
          <a:off x="7797371" y="2286568"/>
          <a:ext cx="3315937" cy="497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Unix-like operating</a:t>
          </a:r>
          <a:r>
            <a:rPr lang="tr-TR" sz="1600" kern="1200"/>
            <a:t> </a:t>
          </a:r>
          <a:r>
            <a:rPr lang="en-US" sz="1600" kern="1200"/>
            <a:t>system such as Linux, </a:t>
          </a:r>
        </a:p>
      </dsp:txBody>
      <dsp:txXfrm>
        <a:off x="7797371" y="2286568"/>
        <a:ext cx="3315937" cy="497390"/>
      </dsp:txXfrm>
    </dsp:sp>
    <dsp:sp modelId="{61286A61-8DA8-4A56-A3D6-3102C25D6C0D}">
      <dsp:nvSpPr>
        <dsp:cNvPr id="0" name=""/>
        <dsp:cNvSpPr/>
      </dsp:nvSpPr>
      <dsp:spPr>
        <a:xfrm>
          <a:off x="7797371" y="2823348"/>
          <a:ext cx="3315937" cy="187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it draws from /dev/urandom; </a:t>
          </a:r>
        </a:p>
      </dsp:txBody>
      <dsp:txXfrm>
        <a:off x="7797371" y="2823348"/>
        <a:ext cx="3315937" cy="187393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2A1403-AA39-4CAE-AE1B-671B76DEFFB1}">
      <dsp:nvSpPr>
        <dsp:cNvPr id="0" name=""/>
        <dsp:cNvSpPr/>
      </dsp:nvSpPr>
      <dsp:spPr>
        <a:xfrm>
          <a:off x="698671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12069-C13D-4573-9175-34C46651960C}">
      <dsp:nvSpPr>
        <dsp:cNvPr id="0" name=""/>
        <dsp:cNvSpPr/>
      </dsp:nvSpPr>
      <dsp:spPr>
        <a:xfrm>
          <a:off x="2156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Windows</a:t>
          </a:r>
        </a:p>
      </dsp:txBody>
      <dsp:txXfrm>
        <a:off x="2156" y="1618962"/>
        <a:ext cx="2143124" cy="321468"/>
      </dsp:txXfrm>
    </dsp:sp>
    <dsp:sp modelId="{2EA596C0-675C-406D-BCCA-3CC3E066406F}">
      <dsp:nvSpPr>
        <dsp:cNvPr id="0" name=""/>
        <dsp:cNvSpPr/>
      </dsp:nvSpPr>
      <dsp:spPr>
        <a:xfrm>
          <a:off x="2156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 calls CryptGenRandom(). </a:t>
          </a:r>
        </a:p>
      </dsp:txBody>
      <dsp:txXfrm>
        <a:off x="2156" y="1982302"/>
        <a:ext cx="2143124" cy="890101"/>
      </dsp:txXfrm>
    </dsp:sp>
    <dsp:sp modelId="{4F0978E5-603E-4AC4-A0BF-95BC850EC57D}">
      <dsp:nvSpPr>
        <dsp:cNvPr id="0" name=""/>
        <dsp:cNvSpPr/>
      </dsp:nvSpPr>
      <dsp:spPr>
        <a:xfrm>
          <a:off x="3216843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C3A00-255C-447D-B404-934596527F5B}">
      <dsp:nvSpPr>
        <dsp:cNvPr id="0" name=""/>
        <dsp:cNvSpPr/>
      </dsp:nvSpPr>
      <dsp:spPr>
        <a:xfrm>
          <a:off x="2520328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NotImplementedError </a:t>
          </a:r>
        </a:p>
      </dsp:txBody>
      <dsp:txXfrm>
        <a:off x="2520328" y="1618962"/>
        <a:ext cx="2143124" cy="321468"/>
      </dsp:txXfrm>
    </dsp:sp>
    <dsp:sp modelId="{4036670C-FAE8-4EEC-830C-C2128F3CA2D9}">
      <dsp:nvSpPr>
        <dsp:cNvPr id="0" name=""/>
        <dsp:cNvSpPr/>
      </dsp:nvSpPr>
      <dsp:spPr>
        <a:xfrm>
          <a:off x="2520328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Will be raised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i</a:t>
          </a:r>
          <a:r>
            <a:rPr lang="en-US" sz="1300" kern="1200" dirty="0"/>
            <a:t>f a suitable randomness</a:t>
          </a:r>
          <a:r>
            <a:rPr lang="tr-TR" sz="1300" kern="1200" dirty="0"/>
            <a:t> </a:t>
          </a:r>
          <a:r>
            <a:rPr lang="en-US" sz="1300" kern="1200" dirty="0"/>
            <a:t>source is not found </a:t>
          </a:r>
        </a:p>
      </dsp:txBody>
      <dsp:txXfrm>
        <a:off x="2520328" y="1982302"/>
        <a:ext cx="2143124" cy="890101"/>
      </dsp:txXfrm>
    </dsp:sp>
    <dsp:sp modelId="{694DD2A7-B21C-41C8-A4A2-5C5BBF4427A2}">
      <dsp:nvSpPr>
        <dsp:cNvPr id="0" name=""/>
        <dsp:cNvSpPr/>
      </dsp:nvSpPr>
      <dsp:spPr>
        <a:xfrm>
          <a:off x="5735015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14465-9F9E-4A14-9654-E3142749A96B}">
      <dsp:nvSpPr>
        <dsp:cNvPr id="0" name=""/>
        <dsp:cNvSpPr/>
      </dsp:nvSpPr>
      <dsp:spPr>
        <a:xfrm>
          <a:off x="5038499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Security</a:t>
          </a:r>
          <a:endParaRPr lang="en-US" sz="1800" kern="1200"/>
        </a:p>
      </dsp:txBody>
      <dsp:txXfrm>
        <a:off x="5038499" y="1618962"/>
        <a:ext cx="2143124" cy="321468"/>
      </dsp:txXfrm>
    </dsp:sp>
    <dsp:sp modelId="{3A8D42F9-E954-4AD7-96B7-9F9E85104B26}">
      <dsp:nvSpPr>
        <dsp:cNvPr id="0" name=""/>
        <dsp:cNvSpPr/>
      </dsp:nvSpPr>
      <dsp:spPr>
        <a:xfrm>
          <a:off x="5038499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random number generator used here</a:t>
          </a:r>
          <a:r>
            <a:rPr lang="tr-TR" sz="1300" kern="1200" dirty="0"/>
            <a:t> </a:t>
          </a:r>
          <a:r>
            <a:rPr lang="en-US" sz="1300" kern="1200" dirty="0"/>
            <a:t>is not appropriate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for generating production-quality bitcoin</a:t>
          </a:r>
          <a:r>
            <a:rPr lang="tr-TR" sz="1300" kern="1200" dirty="0"/>
            <a:t> </a:t>
          </a:r>
          <a:r>
            <a:rPr lang="en-US" sz="1300" kern="1200" dirty="0"/>
            <a:t>keys </a:t>
          </a:r>
        </a:p>
      </dsp:txBody>
      <dsp:txXfrm>
        <a:off x="5038499" y="1982302"/>
        <a:ext cx="2143124" cy="890101"/>
      </dsp:txXfrm>
    </dsp:sp>
    <dsp:sp modelId="{009DAE94-1FAD-44A0-B986-D0C7ADBC1970}">
      <dsp:nvSpPr>
        <dsp:cNvPr id="0" name=""/>
        <dsp:cNvSpPr/>
      </dsp:nvSpPr>
      <dsp:spPr>
        <a:xfrm>
          <a:off x="8253187" y="77884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D0716-B579-47AC-95DF-76AC6B5E24C2}">
      <dsp:nvSpPr>
        <dsp:cNvPr id="0" name=""/>
        <dsp:cNvSpPr/>
      </dsp:nvSpPr>
      <dsp:spPr>
        <a:xfrm>
          <a:off x="7556671" y="161896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Don’t use it</a:t>
          </a:r>
          <a:endParaRPr lang="en-US" sz="1800" kern="1200"/>
        </a:p>
      </dsp:txBody>
      <dsp:txXfrm>
        <a:off x="7556671" y="1618962"/>
        <a:ext cx="2143124" cy="321468"/>
      </dsp:txXfrm>
    </dsp:sp>
    <dsp:sp modelId="{37A1C80E-5DD8-4740-9994-3524CE50AFC2}">
      <dsp:nvSpPr>
        <dsp:cNvPr id="0" name=""/>
        <dsp:cNvSpPr/>
      </dsp:nvSpPr>
      <dsp:spPr>
        <a:xfrm>
          <a:off x="7556671" y="1982302"/>
          <a:ext cx="2143124" cy="890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 it is not implemented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sufficient security.</a:t>
          </a:r>
        </a:p>
      </dsp:txBody>
      <dsp:txXfrm>
        <a:off x="7556671" y="1982302"/>
        <a:ext cx="2143124" cy="890101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7999A-DCFC-4664-90D3-2152D6F25373}">
      <dsp:nvSpPr>
        <dsp:cNvPr id="0" name=""/>
        <dsp:cNvSpPr/>
      </dsp:nvSpPr>
      <dsp:spPr>
        <a:xfrm>
          <a:off x="782691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0CB6C-DCA5-46BD-B3A3-EEB7BDD1F881}">
      <dsp:nvSpPr>
        <dsp:cNvPr id="0" name=""/>
        <dsp:cNvSpPr/>
      </dsp:nvSpPr>
      <dsp:spPr>
        <a:xfrm>
          <a:off x="21978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Encrypted Private Keys</a:t>
          </a:r>
          <a:endParaRPr lang="en-US" sz="1500" kern="1200"/>
        </a:p>
      </dsp:txBody>
      <dsp:txXfrm>
        <a:off x="219783" y="2071023"/>
        <a:ext cx="2046936" cy="720000"/>
      </dsp:txXfrm>
    </dsp:sp>
    <dsp:sp modelId="{173FEE93-7F14-4E77-8322-BE34DF721522}">
      <dsp:nvSpPr>
        <dsp:cNvPr id="0" name=""/>
        <dsp:cNvSpPr/>
      </dsp:nvSpPr>
      <dsp:spPr>
        <a:xfrm>
          <a:off x="318784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9E5AC-F4C6-4AE2-B8BE-F95BB8C8B0ED}">
      <dsp:nvSpPr>
        <dsp:cNvPr id="0" name=""/>
        <dsp:cNvSpPr/>
      </dsp:nvSpPr>
      <dsp:spPr>
        <a:xfrm>
          <a:off x="262493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Pay-to-Script Hash (P2SH) &amp; Multisig Addresses</a:t>
          </a:r>
          <a:endParaRPr lang="en-US" sz="1500" kern="1200" dirty="0"/>
        </a:p>
      </dsp:txBody>
      <dsp:txXfrm>
        <a:off x="2624933" y="2071023"/>
        <a:ext cx="2046936" cy="720000"/>
      </dsp:txXfrm>
    </dsp:sp>
    <dsp:sp modelId="{341E8C6E-2B7C-4EA4-9E5B-CC65B707F786}">
      <dsp:nvSpPr>
        <dsp:cNvPr id="0" name=""/>
        <dsp:cNvSpPr/>
      </dsp:nvSpPr>
      <dsp:spPr>
        <a:xfrm>
          <a:off x="559299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83544-88B6-4793-8E09-BC31D8E4CB51}">
      <dsp:nvSpPr>
        <dsp:cNvPr id="0" name=""/>
        <dsp:cNvSpPr/>
      </dsp:nvSpPr>
      <dsp:spPr>
        <a:xfrm>
          <a:off x="503008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Vanity Addresses</a:t>
          </a:r>
          <a:endParaRPr lang="en-US" sz="1500" kern="1200"/>
        </a:p>
      </dsp:txBody>
      <dsp:txXfrm>
        <a:off x="5030083" y="2071023"/>
        <a:ext cx="2046936" cy="720000"/>
      </dsp:txXfrm>
    </dsp:sp>
    <dsp:sp modelId="{1D18D71A-C502-406A-9611-88A7431C7464}">
      <dsp:nvSpPr>
        <dsp:cNvPr id="0" name=""/>
        <dsp:cNvSpPr/>
      </dsp:nvSpPr>
      <dsp:spPr>
        <a:xfrm>
          <a:off x="7998140" y="860226"/>
          <a:ext cx="921121" cy="9211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6830D-BC2C-4179-A087-E75162380214}">
      <dsp:nvSpPr>
        <dsp:cNvPr id="0" name=""/>
        <dsp:cNvSpPr/>
      </dsp:nvSpPr>
      <dsp:spPr>
        <a:xfrm>
          <a:off x="7435233" y="2071023"/>
          <a:ext cx="204693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Paper Wallets</a:t>
          </a:r>
          <a:endParaRPr lang="en-US" sz="1500" kern="1200"/>
        </a:p>
      </dsp:txBody>
      <dsp:txXfrm>
        <a:off x="7435233" y="2071023"/>
        <a:ext cx="2046936" cy="720000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6591B-22D0-4551-9D41-33AF3CA5919D}">
      <dsp:nvSpPr>
        <dsp:cNvPr id="0" name=""/>
        <dsp:cNvSpPr/>
      </dsp:nvSpPr>
      <dsp:spPr>
        <a:xfrm>
          <a:off x="698671" y="83631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5A0A0-CD93-4091-B8C7-BEB71F14F67E}">
      <dsp:nvSpPr>
        <dsp:cNvPr id="0" name=""/>
        <dsp:cNvSpPr/>
      </dsp:nvSpPr>
      <dsp:spPr>
        <a:xfrm>
          <a:off x="2156" y="1671490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i="1" kern="1200"/>
            <a:t>confidentiality</a:t>
          </a:r>
          <a:endParaRPr lang="en-US" sz="1400" kern="1200"/>
        </a:p>
      </dsp:txBody>
      <dsp:txXfrm>
        <a:off x="2156" y="1671490"/>
        <a:ext cx="2143124" cy="442019"/>
      </dsp:txXfrm>
    </dsp:sp>
    <dsp:sp modelId="{FDD359F0-777B-458A-8937-F8EDF82686A8}">
      <dsp:nvSpPr>
        <dsp:cNvPr id="0" name=""/>
        <dsp:cNvSpPr/>
      </dsp:nvSpPr>
      <dsp:spPr>
        <a:xfrm>
          <a:off x="2156" y="2153082"/>
          <a:ext cx="2143124" cy="661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Private keys must remain secret</a:t>
          </a:r>
          <a:r>
            <a:rPr lang="en-US" sz="1100" kern="1200"/>
            <a:t> </a:t>
          </a:r>
        </a:p>
      </dsp:txBody>
      <dsp:txXfrm>
        <a:off x="2156" y="2153082"/>
        <a:ext cx="2143124" cy="661851"/>
      </dsp:txXfrm>
    </dsp:sp>
    <dsp:sp modelId="{6176F19F-8AC5-4276-990C-D42959695B17}">
      <dsp:nvSpPr>
        <dsp:cNvPr id="0" name=""/>
        <dsp:cNvSpPr/>
      </dsp:nvSpPr>
      <dsp:spPr>
        <a:xfrm>
          <a:off x="3216843" y="83631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729F3-4738-4F31-90E0-9E2D4E0EEC96}">
      <dsp:nvSpPr>
        <dsp:cNvPr id="0" name=""/>
        <dsp:cNvSpPr/>
      </dsp:nvSpPr>
      <dsp:spPr>
        <a:xfrm>
          <a:off x="2520328" y="1671490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Confidentiality vs </a:t>
          </a:r>
          <a:r>
            <a:rPr lang="en-US" sz="1400" kern="1200"/>
            <a:t>availability. </a:t>
          </a:r>
        </a:p>
      </dsp:txBody>
      <dsp:txXfrm>
        <a:off x="2520328" y="1671490"/>
        <a:ext cx="2143124" cy="442019"/>
      </dsp:txXfrm>
    </dsp:sp>
    <dsp:sp modelId="{316E7B8B-9ECA-4C2D-9576-78FB398CE881}">
      <dsp:nvSpPr>
        <dsp:cNvPr id="0" name=""/>
        <dsp:cNvSpPr/>
      </dsp:nvSpPr>
      <dsp:spPr>
        <a:xfrm>
          <a:off x="2520328" y="2153082"/>
          <a:ext cx="2143124" cy="661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 dirty="0"/>
            <a:t>Confidentiality</a:t>
          </a:r>
          <a:r>
            <a:rPr lang="tr-TR" sz="1100" i="1" kern="1200" dirty="0"/>
            <a:t> </a:t>
          </a:r>
          <a:r>
            <a:rPr lang="en-US" sz="1100" kern="1200" dirty="0"/>
            <a:t>is quite difficult to achieve in practice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because it conflicts with the equally</a:t>
          </a:r>
        </a:p>
      </dsp:txBody>
      <dsp:txXfrm>
        <a:off x="2520328" y="2153082"/>
        <a:ext cx="2143124" cy="661851"/>
      </dsp:txXfrm>
    </dsp:sp>
    <dsp:sp modelId="{822C1079-0171-4795-B47D-C383C337489D}">
      <dsp:nvSpPr>
        <dsp:cNvPr id="0" name=""/>
        <dsp:cNvSpPr/>
      </dsp:nvSpPr>
      <dsp:spPr>
        <a:xfrm>
          <a:off x="5735015" y="83631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2371C-6F4F-4389-B04B-32DEACBBAE4A}">
      <dsp:nvSpPr>
        <dsp:cNvPr id="0" name=""/>
        <dsp:cNvSpPr/>
      </dsp:nvSpPr>
      <dsp:spPr>
        <a:xfrm>
          <a:off x="5038499" y="1671490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Back up</a:t>
          </a:r>
          <a:endParaRPr lang="en-US" sz="1400" kern="1200"/>
        </a:p>
      </dsp:txBody>
      <dsp:txXfrm>
        <a:off x="5038499" y="1671490"/>
        <a:ext cx="2143124" cy="442019"/>
      </dsp:txXfrm>
    </dsp:sp>
    <dsp:sp modelId="{8235171F-2F05-4454-8AE9-BA38BA8EBBCC}">
      <dsp:nvSpPr>
        <dsp:cNvPr id="0" name=""/>
        <dsp:cNvSpPr/>
      </dsp:nvSpPr>
      <dsp:spPr>
        <a:xfrm>
          <a:off x="5038499" y="2153082"/>
          <a:ext cx="2143124" cy="661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private key to avoid losing it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Confidentiality is </a:t>
          </a:r>
          <a:r>
            <a:rPr lang="en-US" sz="1100" kern="1200"/>
            <a:t>much</a:t>
          </a:r>
          <a:r>
            <a:rPr lang="tr-TR" sz="1100" kern="1200"/>
            <a:t> </a:t>
          </a:r>
          <a:r>
            <a:rPr lang="en-US" sz="1100" kern="1200"/>
            <a:t>harder</a:t>
          </a:r>
        </a:p>
      </dsp:txBody>
      <dsp:txXfrm>
        <a:off x="5038499" y="2153082"/>
        <a:ext cx="2143124" cy="661851"/>
      </dsp:txXfrm>
    </dsp:sp>
    <dsp:sp modelId="{4AB81001-E7FD-4EA6-93FE-503DC7AE15F4}">
      <dsp:nvSpPr>
        <dsp:cNvPr id="0" name=""/>
        <dsp:cNvSpPr/>
      </dsp:nvSpPr>
      <dsp:spPr>
        <a:xfrm>
          <a:off x="8253187" y="83631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5BCCC-5A1D-4E23-86B0-B312F8E04ED6}">
      <dsp:nvSpPr>
        <dsp:cNvPr id="0" name=""/>
        <dsp:cNvSpPr/>
      </dsp:nvSpPr>
      <dsp:spPr>
        <a:xfrm>
          <a:off x="7556671" y="1671490"/>
          <a:ext cx="2143124" cy="44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Move of Private Keys</a:t>
          </a:r>
          <a:endParaRPr lang="en-US" sz="1400" kern="1200"/>
        </a:p>
      </dsp:txBody>
      <dsp:txXfrm>
        <a:off x="7556671" y="1671490"/>
        <a:ext cx="2143124" cy="442019"/>
      </dsp:txXfrm>
    </dsp:sp>
    <dsp:sp modelId="{780FAC34-5387-4895-839A-0E375D3973A6}">
      <dsp:nvSpPr>
        <dsp:cNvPr id="0" name=""/>
        <dsp:cNvSpPr/>
      </dsp:nvSpPr>
      <dsp:spPr>
        <a:xfrm>
          <a:off x="7556671" y="2153082"/>
          <a:ext cx="2143124" cy="661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From one wallet to another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Store on paper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Store on external media</a:t>
          </a:r>
          <a:endParaRPr lang="en-US" sz="1100" kern="1200"/>
        </a:p>
      </dsp:txBody>
      <dsp:txXfrm>
        <a:off x="7556671" y="2153082"/>
        <a:ext cx="2143124" cy="661851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0563B-3D9B-4E3E-9B71-13DA8420EA0B}">
      <dsp:nvSpPr>
        <dsp:cNvPr id="0" name=""/>
        <dsp:cNvSpPr/>
      </dsp:nvSpPr>
      <dsp:spPr>
        <a:xfrm>
          <a:off x="1055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6EC2B-BD08-4C71-8AAA-4E8523C20A00}">
      <dsp:nvSpPr>
        <dsp:cNvPr id="0" name=""/>
        <dsp:cNvSpPr/>
      </dsp:nvSpPr>
      <dsp:spPr>
        <a:xfrm>
          <a:off x="2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Confidentiality of Backups and Copes</a:t>
          </a:r>
          <a:endParaRPr lang="en-US" sz="1700" kern="1200"/>
        </a:p>
      </dsp:txBody>
      <dsp:txXfrm>
        <a:off x="2361" y="2143131"/>
        <a:ext cx="3239999" cy="486000"/>
      </dsp:txXfrm>
    </dsp:sp>
    <dsp:sp modelId="{BAAB6F81-05BD-4194-B112-1326A7C911F5}">
      <dsp:nvSpPr>
        <dsp:cNvPr id="0" name=""/>
        <dsp:cNvSpPr/>
      </dsp:nvSpPr>
      <dsp:spPr>
        <a:xfrm>
          <a:off x="2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what </a:t>
          </a:r>
          <a:r>
            <a:rPr lang="tr-TR" sz="1300" kern="1200"/>
            <a:t>will happen </a:t>
          </a:r>
          <a:r>
            <a:rPr lang="en-US" sz="1300" kern="1200"/>
            <a:t>if the backup itself is stolen or lost? </a:t>
          </a:r>
        </a:p>
      </dsp:txBody>
      <dsp:txXfrm>
        <a:off x="2361" y="2673077"/>
        <a:ext cx="3239999" cy="438841"/>
      </dsp:txXfrm>
    </dsp:sp>
    <dsp:sp modelId="{6143AF21-FA67-476F-91B5-C1481DB98C06}">
      <dsp:nvSpPr>
        <dsp:cNvPr id="0" name=""/>
        <dsp:cNvSpPr/>
      </dsp:nvSpPr>
      <dsp:spPr>
        <a:xfrm>
          <a:off x="4862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DFCE8-B794-40F6-964F-F850E4752F70}">
      <dsp:nvSpPr>
        <dsp:cNvPr id="0" name=""/>
        <dsp:cNvSpPr/>
      </dsp:nvSpPr>
      <dsp:spPr>
        <a:xfrm>
          <a:off x="3809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BIP - 38 </a:t>
          </a:r>
          <a:endParaRPr lang="en-US" sz="1700" kern="1200"/>
        </a:p>
      </dsp:txBody>
      <dsp:txXfrm>
        <a:off x="3809361" y="2143131"/>
        <a:ext cx="3239999" cy="486000"/>
      </dsp:txXfrm>
    </dsp:sp>
    <dsp:sp modelId="{5B88C34B-B9B2-428D-A2BB-FC65F4B79D47}">
      <dsp:nvSpPr>
        <dsp:cNvPr id="0" name=""/>
        <dsp:cNvSpPr/>
      </dsp:nvSpPr>
      <dsp:spPr>
        <a:xfrm>
          <a:off x="3809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Standard </a:t>
          </a:r>
          <a:r>
            <a:rPr lang="en-US" sz="1300" kern="1200"/>
            <a:t>for encrypting private keys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portable and convenient</a:t>
          </a:r>
        </a:p>
      </dsp:txBody>
      <dsp:txXfrm>
        <a:off x="3809361" y="2673077"/>
        <a:ext cx="3239999" cy="438841"/>
      </dsp:txXfrm>
    </dsp:sp>
    <dsp:sp modelId="{3D51C120-0882-469D-8EC2-7FB7A264E3DF}">
      <dsp:nvSpPr>
        <dsp:cNvPr id="0" name=""/>
        <dsp:cNvSpPr/>
      </dsp:nvSpPr>
      <dsp:spPr>
        <a:xfrm>
          <a:off x="8669361" y="914649"/>
          <a:ext cx="1133999" cy="11339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C1979-B8D1-4BB8-A178-31358C3EBC92}">
      <dsp:nvSpPr>
        <dsp:cNvPr id="0" name=""/>
        <dsp:cNvSpPr/>
      </dsp:nvSpPr>
      <dsp:spPr>
        <a:xfrm>
          <a:off x="7616361" y="2143131"/>
          <a:ext cx="3239999" cy="48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Benefit</a:t>
          </a:r>
          <a:endParaRPr lang="en-US" sz="1700" kern="1200"/>
        </a:p>
      </dsp:txBody>
      <dsp:txXfrm>
        <a:off x="7616361" y="2143131"/>
        <a:ext cx="3239999" cy="486000"/>
      </dsp:txXfrm>
    </dsp:sp>
    <dsp:sp modelId="{422D428D-796D-42E4-AB29-F8C5835DD999}">
      <dsp:nvSpPr>
        <dsp:cNvPr id="0" name=""/>
        <dsp:cNvSpPr/>
      </dsp:nvSpPr>
      <dsp:spPr>
        <a:xfrm>
          <a:off x="7616361" y="2673077"/>
          <a:ext cx="3239999" cy="43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can be understood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by many different wallets</a:t>
          </a:r>
          <a:r>
            <a:rPr lang="tr-TR" sz="1300" kern="1200"/>
            <a:t> </a:t>
          </a:r>
          <a:r>
            <a:rPr lang="en-US" sz="1300" kern="1200"/>
            <a:t>and bitcoin clients</a:t>
          </a:r>
        </a:p>
      </dsp:txBody>
      <dsp:txXfrm>
        <a:off x="7616361" y="2673077"/>
        <a:ext cx="3239999" cy="438841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F7ACD-94AC-4F41-95C7-6BF368DEF60D}">
      <dsp:nvSpPr>
        <dsp:cNvPr id="0" name=""/>
        <dsp:cNvSpPr/>
      </dsp:nvSpPr>
      <dsp:spPr>
        <a:xfrm>
          <a:off x="943992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77217-90D8-4D7C-9A12-56D070BA7B41}">
      <dsp:nvSpPr>
        <dsp:cNvPr id="0" name=""/>
        <dsp:cNvSpPr/>
      </dsp:nvSpPr>
      <dsp:spPr>
        <a:xfrm>
          <a:off x="3421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Passphrase</a:t>
          </a:r>
        </a:p>
      </dsp:txBody>
      <dsp:txXfrm>
        <a:off x="3421" y="1399463"/>
        <a:ext cx="2894062" cy="434109"/>
      </dsp:txXfrm>
    </dsp:sp>
    <dsp:sp modelId="{44A98C72-D48F-4015-83DF-DC64F36ADAD4}">
      <dsp:nvSpPr>
        <dsp:cNvPr id="0" name=""/>
        <dsp:cNvSpPr/>
      </dsp:nvSpPr>
      <dsp:spPr>
        <a:xfrm>
          <a:off x="3421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common standard for encrypting private 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a passphrase</a:t>
          </a:r>
        </a:p>
      </dsp:txBody>
      <dsp:txXfrm>
        <a:off x="3421" y="1896552"/>
        <a:ext cx="2894062" cy="1503562"/>
      </dsp:txXfrm>
    </dsp:sp>
    <dsp:sp modelId="{7807D4A3-55AD-4004-9D61-4502D7DC755A}">
      <dsp:nvSpPr>
        <dsp:cNvPr id="0" name=""/>
        <dsp:cNvSpPr/>
      </dsp:nvSpPr>
      <dsp:spPr>
        <a:xfrm>
          <a:off x="4344515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58524-A587-4491-9E68-50B5DAECE7AA}">
      <dsp:nvSpPr>
        <dsp:cNvPr id="0" name=""/>
        <dsp:cNvSpPr/>
      </dsp:nvSpPr>
      <dsp:spPr>
        <a:xfrm>
          <a:off x="3403945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Protection</a:t>
          </a:r>
          <a:endParaRPr lang="en-US" sz="2800" kern="1200"/>
        </a:p>
      </dsp:txBody>
      <dsp:txXfrm>
        <a:off x="3403945" y="1399463"/>
        <a:ext cx="2894062" cy="434109"/>
      </dsp:txXfrm>
    </dsp:sp>
    <dsp:sp modelId="{A53B3BFC-9B1C-4CF2-B3A1-B193C9E4044F}">
      <dsp:nvSpPr>
        <dsp:cNvPr id="0" name=""/>
        <dsp:cNvSpPr/>
      </dsp:nvSpPr>
      <dsp:spPr>
        <a:xfrm>
          <a:off x="3403945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against </a:t>
          </a:r>
          <a:r>
            <a:rPr lang="tr-TR" sz="1700" kern="1200" dirty="0"/>
            <a:t>exposure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encoding private keys with Base58Check </a:t>
          </a:r>
        </a:p>
      </dsp:txBody>
      <dsp:txXfrm>
        <a:off x="3403945" y="1896552"/>
        <a:ext cx="2894062" cy="1503562"/>
      </dsp:txXfrm>
    </dsp:sp>
    <dsp:sp modelId="{24702A0E-A09E-40DB-B31D-AC0EA5BECD2D}">
      <dsp:nvSpPr>
        <dsp:cNvPr id="0" name=""/>
        <dsp:cNvSpPr/>
      </dsp:nvSpPr>
      <dsp:spPr>
        <a:xfrm>
          <a:off x="7745039" y="25113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21791-EEDC-437A-80B1-D09DC60194DF}">
      <dsp:nvSpPr>
        <dsp:cNvPr id="0" name=""/>
        <dsp:cNvSpPr/>
      </dsp:nvSpPr>
      <dsp:spPr>
        <a:xfrm>
          <a:off x="6804468" y="13994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Secure storage</a:t>
          </a:r>
          <a:endParaRPr lang="en-US" sz="2800" kern="1200"/>
        </a:p>
      </dsp:txBody>
      <dsp:txXfrm>
        <a:off x="6804468" y="1399463"/>
        <a:ext cx="2894062" cy="434109"/>
      </dsp:txXfrm>
    </dsp:sp>
    <dsp:sp modelId="{101CB253-7837-4D98-906B-E9FC103A8672}">
      <dsp:nvSpPr>
        <dsp:cNvPr id="0" name=""/>
        <dsp:cNvSpPr/>
      </dsp:nvSpPr>
      <dsp:spPr>
        <a:xfrm>
          <a:off x="6804468" y="1896552"/>
          <a:ext cx="2894062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stored securely on backup</a:t>
          </a:r>
          <a:r>
            <a:rPr lang="tr-TR" sz="1700" kern="1200"/>
            <a:t> </a:t>
          </a:r>
          <a:r>
            <a:rPr lang="en-US" sz="1700" kern="1200"/>
            <a:t>media,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transported securely between wallets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kept in any other conditions</a:t>
          </a:r>
        </a:p>
      </dsp:txBody>
      <dsp:txXfrm>
        <a:off x="6804468" y="1896552"/>
        <a:ext cx="2894062" cy="1503562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87004-6554-45F5-A730-D151C64ADB0F}">
      <dsp:nvSpPr>
        <dsp:cNvPr id="0" name=""/>
        <dsp:cNvSpPr/>
      </dsp:nvSpPr>
      <dsp:spPr>
        <a:xfrm>
          <a:off x="943992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B9DEF-2A26-43E4-9A18-3014F5E8EC12}">
      <dsp:nvSpPr>
        <dsp:cNvPr id="0" name=""/>
        <dsp:cNvSpPr/>
      </dsp:nvSpPr>
      <dsp:spPr>
        <a:xfrm>
          <a:off x="3421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AES</a:t>
          </a:r>
        </a:p>
      </dsp:txBody>
      <dsp:txXfrm>
        <a:off x="3421" y="1564013"/>
        <a:ext cx="2894062" cy="434109"/>
      </dsp:txXfrm>
    </dsp:sp>
    <dsp:sp modelId="{60276EEE-2C75-40A2-8C22-BBDFCEA3E840}">
      <dsp:nvSpPr>
        <dsp:cNvPr id="0" name=""/>
        <dsp:cNvSpPr/>
      </dsp:nvSpPr>
      <dsp:spPr>
        <a:xfrm>
          <a:off x="3421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Advanced Encryption</a:t>
          </a:r>
          <a:r>
            <a:rPr lang="tr-TR" sz="1700" kern="1200"/>
            <a:t> </a:t>
          </a:r>
          <a:r>
            <a:rPr lang="en-US" sz="1700" kern="1200"/>
            <a:t>Standard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standard for encryption uses established by the NIST </a:t>
          </a:r>
        </a:p>
      </dsp:txBody>
      <dsp:txXfrm>
        <a:off x="3421" y="2053900"/>
        <a:ext cx="2894062" cy="1166181"/>
      </dsp:txXfrm>
    </dsp:sp>
    <dsp:sp modelId="{024FA62B-C19A-490F-B2B5-7E89096ED6E6}">
      <dsp:nvSpPr>
        <dsp:cNvPr id="0" name=""/>
        <dsp:cNvSpPr/>
      </dsp:nvSpPr>
      <dsp:spPr>
        <a:xfrm>
          <a:off x="4344515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E76D5-C0BB-47FD-A4CA-C70594B28A95}">
      <dsp:nvSpPr>
        <dsp:cNvPr id="0" name=""/>
        <dsp:cNvSpPr/>
      </dsp:nvSpPr>
      <dsp:spPr>
        <a:xfrm>
          <a:off x="3403945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Use cases</a:t>
          </a:r>
          <a:endParaRPr lang="en-US" sz="2800" kern="1200"/>
        </a:p>
      </dsp:txBody>
      <dsp:txXfrm>
        <a:off x="3403945" y="1564013"/>
        <a:ext cx="2894062" cy="434109"/>
      </dsp:txXfrm>
    </dsp:sp>
    <dsp:sp modelId="{D8A0D94D-F8DA-4B89-B850-915C195AB0E3}">
      <dsp:nvSpPr>
        <dsp:cNvPr id="0" name=""/>
        <dsp:cNvSpPr/>
      </dsp:nvSpPr>
      <dsp:spPr>
        <a:xfrm>
          <a:off x="3403945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</a:t>
          </a:r>
          <a:r>
            <a:rPr lang="tr-TR" sz="1700" kern="1200"/>
            <a:t> </a:t>
          </a:r>
          <a:r>
            <a:rPr lang="en-US" sz="1700" kern="1200"/>
            <a:t>encryption implementations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commercial and military applications</a:t>
          </a:r>
        </a:p>
      </dsp:txBody>
      <dsp:txXfrm>
        <a:off x="3403945" y="2053900"/>
        <a:ext cx="2894062" cy="1166181"/>
      </dsp:txXfrm>
    </dsp:sp>
    <dsp:sp modelId="{ED3FB9C8-66B8-4392-ADBB-7EDC5EEE4422}">
      <dsp:nvSpPr>
        <dsp:cNvPr id="0" name=""/>
        <dsp:cNvSpPr/>
      </dsp:nvSpPr>
      <dsp:spPr>
        <a:xfrm>
          <a:off x="7745039" y="43116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840F9-4D08-4F3E-80A0-D680C2DAAB1F}">
      <dsp:nvSpPr>
        <dsp:cNvPr id="0" name=""/>
        <dsp:cNvSpPr/>
      </dsp:nvSpPr>
      <dsp:spPr>
        <a:xfrm>
          <a:off x="6804468" y="15640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BIP-38</a:t>
          </a:r>
        </a:p>
      </dsp:txBody>
      <dsp:txXfrm>
        <a:off x="6804468" y="1564013"/>
        <a:ext cx="2894062" cy="434109"/>
      </dsp:txXfrm>
    </dsp:sp>
    <dsp:sp modelId="{35683928-0D9D-46DF-8485-DC83BD5AAA0A}">
      <dsp:nvSpPr>
        <dsp:cNvPr id="0" name=""/>
        <dsp:cNvSpPr/>
      </dsp:nvSpPr>
      <dsp:spPr>
        <a:xfrm>
          <a:off x="6804468" y="2053900"/>
          <a:ext cx="2894062" cy="1166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encryption scheme </a:t>
          </a:r>
        </a:p>
      </dsp:txBody>
      <dsp:txXfrm>
        <a:off x="6804468" y="2053900"/>
        <a:ext cx="2894062" cy="1166181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535CF-0841-4AF6-9D97-3CEB208A6873}">
      <dsp:nvSpPr>
        <dsp:cNvPr id="0" name=""/>
        <dsp:cNvSpPr/>
      </dsp:nvSpPr>
      <dsp:spPr>
        <a:xfrm>
          <a:off x="810653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04A2D-5C93-4B86-BE7B-8358C5B83673}">
      <dsp:nvSpPr>
        <dsp:cNvPr id="0" name=""/>
        <dsp:cNvSpPr/>
      </dsp:nvSpPr>
      <dsp:spPr>
        <a:xfrm>
          <a:off x="8563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input</a:t>
          </a:r>
        </a:p>
      </dsp:txBody>
      <dsp:txXfrm>
        <a:off x="8563" y="1778908"/>
        <a:ext cx="2467968" cy="370195"/>
      </dsp:txXfrm>
    </dsp:sp>
    <dsp:sp modelId="{5256013E-A83E-488F-BA7C-E22CAE0C8AE1}">
      <dsp:nvSpPr>
        <dsp:cNvPr id="0" name=""/>
        <dsp:cNvSpPr/>
      </dsp:nvSpPr>
      <dsp:spPr>
        <a:xfrm>
          <a:off x="8563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bitcoin private key </a:t>
          </a:r>
        </a:p>
      </dsp:txBody>
      <dsp:txXfrm>
        <a:off x="8563" y="2196543"/>
        <a:ext cx="2467968" cy="988592"/>
      </dsp:txXfrm>
    </dsp:sp>
    <dsp:sp modelId="{19667427-B42C-4109-941B-FA7B2D8247F2}">
      <dsp:nvSpPr>
        <dsp:cNvPr id="0" name=""/>
        <dsp:cNvSpPr/>
      </dsp:nvSpPr>
      <dsp:spPr>
        <a:xfrm>
          <a:off x="3710516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C944D-E5AC-4D65-86D9-59D917C8F625}">
      <dsp:nvSpPr>
        <dsp:cNvPr id="0" name=""/>
        <dsp:cNvSpPr/>
      </dsp:nvSpPr>
      <dsp:spPr>
        <a:xfrm>
          <a:off x="2908426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encoded</a:t>
          </a:r>
        </a:p>
      </dsp:txBody>
      <dsp:txXfrm>
        <a:off x="2908426" y="1778908"/>
        <a:ext cx="2467968" cy="370195"/>
      </dsp:txXfrm>
    </dsp:sp>
    <dsp:sp modelId="{D53694A0-90B5-4531-A196-0AE82C846D07}">
      <dsp:nvSpPr>
        <dsp:cNvPr id="0" name=""/>
        <dsp:cNvSpPr/>
      </dsp:nvSpPr>
      <dsp:spPr>
        <a:xfrm>
          <a:off x="2908426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</a:t>
          </a:r>
          <a:r>
            <a:rPr lang="tr-TR" sz="1700" kern="1200" dirty="0"/>
            <a:t> </a:t>
          </a:r>
          <a:r>
            <a:rPr lang="en-US" sz="1700" kern="1200" dirty="0"/>
            <a:t>the WIF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a Base58Check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string with the prefix of “5.” </a:t>
          </a:r>
        </a:p>
      </dsp:txBody>
      <dsp:txXfrm>
        <a:off x="2908426" y="2196543"/>
        <a:ext cx="2467968" cy="988592"/>
      </dsp:txXfrm>
    </dsp:sp>
    <dsp:sp modelId="{C147A993-274D-49F4-BA62-7EF580C02C61}">
      <dsp:nvSpPr>
        <dsp:cNvPr id="0" name=""/>
        <dsp:cNvSpPr/>
      </dsp:nvSpPr>
      <dsp:spPr>
        <a:xfrm>
          <a:off x="6610379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812F0-D960-4C04-8960-9691E2A10390}">
      <dsp:nvSpPr>
        <dsp:cNvPr id="0" name=""/>
        <dsp:cNvSpPr/>
      </dsp:nvSpPr>
      <dsp:spPr>
        <a:xfrm>
          <a:off x="5808289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password </a:t>
          </a:r>
        </a:p>
      </dsp:txBody>
      <dsp:txXfrm>
        <a:off x="5808289" y="1778908"/>
        <a:ext cx="2467968" cy="370195"/>
      </dsp:txXfrm>
    </dsp:sp>
    <dsp:sp modelId="{B55A584E-F90D-41D8-961D-C59B51F22E0B}">
      <dsp:nvSpPr>
        <dsp:cNvPr id="0" name=""/>
        <dsp:cNvSpPr/>
      </dsp:nvSpPr>
      <dsp:spPr>
        <a:xfrm>
          <a:off x="5808289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BIP-38</a:t>
          </a:r>
          <a:r>
            <a:rPr lang="tr-TR" sz="1700" kern="1200" dirty="0"/>
            <a:t> </a:t>
          </a:r>
          <a:r>
            <a:rPr lang="en-US" sz="1700" kern="1200" dirty="0"/>
            <a:t>encryption scheme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takes a passphrase</a:t>
          </a:r>
        </a:p>
      </dsp:txBody>
      <dsp:txXfrm>
        <a:off x="5808289" y="2196543"/>
        <a:ext cx="2467968" cy="988592"/>
      </dsp:txXfrm>
    </dsp:sp>
    <dsp:sp modelId="{E9B005DD-65A9-4042-880D-81A31354B249}">
      <dsp:nvSpPr>
        <dsp:cNvPr id="0" name=""/>
        <dsp:cNvSpPr/>
      </dsp:nvSpPr>
      <dsp:spPr>
        <a:xfrm>
          <a:off x="9510242" y="813122"/>
          <a:ext cx="863789" cy="8637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73F55-7569-49D1-9CE0-FB74261CF60B}">
      <dsp:nvSpPr>
        <dsp:cNvPr id="0" name=""/>
        <dsp:cNvSpPr/>
      </dsp:nvSpPr>
      <dsp:spPr>
        <a:xfrm>
          <a:off x="8708153" y="1778908"/>
          <a:ext cx="2467968" cy="370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passphrase</a:t>
          </a:r>
        </a:p>
      </dsp:txBody>
      <dsp:txXfrm>
        <a:off x="8708153" y="1778908"/>
        <a:ext cx="2467968" cy="370195"/>
      </dsp:txXfrm>
    </dsp:sp>
    <dsp:sp modelId="{DCEE863F-A4BC-44B7-BD83-6D6B87434099}">
      <dsp:nvSpPr>
        <dsp:cNvPr id="0" name=""/>
        <dsp:cNvSpPr/>
      </dsp:nvSpPr>
      <dsp:spPr>
        <a:xfrm>
          <a:off x="8708153" y="2196543"/>
          <a:ext cx="2467968" cy="988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composed of several words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 complex  alphanumeric string</a:t>
          </a:r>
        </a:p>
      </dsp:txBody>
      <dsp:txXfrm>
        <a:off x="8708153" y="2196543"/>
        <a:ext cx="2467968" cy="988592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9807B-78F5-44E3-B1F2-96568F448079}">
      <dsp:nvSpPr>
        <dsp:cNvPr id="0" name=""/>
        <dsp:cNvSpPr/>
      </dsp:nvSpPr>
      <dsp:spPr>
        <a:xfrm>
          <a:off x="943992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CF49E-4BD8-40AE-A117-8D6E4DEEBDDE}">
      <dsp:nvSpPr>
        <dsp:cNvPr id="0" name=""/>
        <dsp:cNvSpPr/>
      </dsp:nvSpPr>
      <dsp:spPr>
        <a:xfrm>
          <a:off x="3421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The result BIP-38</a:t>
          </a:r>
          <a:r>
            <a:rPr lang="tr-TR" sz="1500" kern="1200"/>
            <a:t> </a:t>
          </a:r>
          <a:r>
            <a:rPr lang="en-US" sz="1500" kern="1200"/>
            <a:t>encryption scheme</a:t>
          </a:r>
        </a:p>
      </dsp:txBody>
      <dsp:txXfrm>
        <a:off x="3421" y="1843430"/>
        <a:ext cx="2894062" cy="434109"/>
      </dsp:txXfrm>
    </dsp:sp>
    <dsp:sp modelId="{162A028F-5650-4CA7-AC8E-0622C1E7CAB2}">
      <dsp:nvSpPr>
        <dsp:cNvPr id="0" name=""/>
        <dsp:cNvSpPr/>
      </dsp:nvSpPr>
      <dsp:spPr>
        <a:xfrm>
          <a:off x="3421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 a Base58Check-encoded encrypted private key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begins with</a:t>
          </a:r>
          <a:r>
            <a:rPr lang="tr-TR" sz="1100" kern="1200"/>
            <a:t> </a:t>
          </a:r>
          <a:r>
            <a:rPr lang="en-US" sz="1100" kern="1200"/>
            <a:t>the prefix 6P.</a:t>
          </a:r>
        </a:p>
      </dsp:txBody>
      <dsp:txXfrm>
        <a:off x="3421" y="2321090"/>
        <a:ext cx="2894062" cy="593283"/>
      </dsp:txXfrm>
    </dsp:sp>
    <dsp:sp modelId="{3875BB28-138F-4AFB-9C2F-C208670EAC25}">
      <dsp:nvSpPr>
        <dsp:cNvPr id="0" name=""/>
        <dsp:cNvSpPr/>
      </dsp:nvSpPr>
      <dsp:spPr>
        <a:xfrm>
          <a:off x="4344515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2A4C5-0EE2-49B6-93E7-0D1927EC095B}">
      <dsp:nvSpPr>
        <dsp:cNvPr id="0" name=""/>
        <dsp:cNvSpPr/>
      </dsp:nvSpPr>
      <dsp:spPr>
        <a:xfrm>
          <a:off x="3403945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a key that starts with 6P</a:t>
          </a:r>
        </a:p>
      </dsp:txBody>
      <dsp:txXfrm>
        <a:off x="3403945" y="1843430"/>
        <a:ext cx="2894062" cy="434109"/>
      </dsp:txXfrm>
    </dsp:sp>
    <dsp:sp modelId="{A630F396-DF9F-410C-AC1B-D4E318728ECC}">
      <dsp:nvSpPr>
        <dsp:cNvPr id="0" name=""/>
        <dsp:cNvSpPr/>
      </dsp:nvSpPr>
      <dsp:spPr>
        <a:xfrm>
          <a:off x="3403945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is encrypted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requires a passphrase</a:t>
          </a:r>
          <a:r>
            <a:rPr lang="tr-TR" sz="1100" kern="1200"/>
            <a:t> </a:t>
          </a:r>
          <a:r>
            <a:rPr lang="en-US" sz="1100" kern="1200"/>
            <a:t>in order to convert (decrypt)</a:t>
          </a:r>
        </a:p>
      </dsp:txBody>
      <dsp:txXfrm>
        <a:off x="3403945" y="2321090"/>
        <a:ext cx="2894062" cy="593283"/>
      </dsp:txXfrm>
    </dsp:sp>
    <dsp:sp modelId="{96BA79E1-B7F0-43D1-BC27-00186E54E02E}">
      <dsp:nvSpPr>
        <dsp:cNvPr id="0" name=""/>
        <dsp:cNvSpPr/>
      </dsp:nvSpPr>
      <dsp:spPr>
        <a:xfrm>
          <a:off x="7745039" y="73687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4C5889-E86A-4C6C-9CB9-A0BB6DF427BB}">
      <dsp:nvSpPr>
        <dsp:cNvPr id="0" name=""/>
        <dsp:cNvSpPr/>
      </dsp:nvSpPr>
      <dsp:spPr>
        <a:xfrm>
          <a:off x="6804468" y="184343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Use in wallet</a:t>
          </a:r>
          <a:endParaRPr lang="en-US" sz="1500" kern="1200"/>
        </a:p>
      </dsp:txBody>
      <dsp:txXfrm>
        <a:off x="6804468" y="1843430"/>
        <a:ext cx="2894062" cy="434109"/>
      </dsp:txXfrm>
    </dsp:sp>
    <dsp:sp modelId="{2DA4D8F1-AFAF-4294-99E3-FC43ACF2CCD8}">
      <dsp:nvSpPr>
        <dsp:cNvPr id="0" name=""/>
        <dsp:cNvSpPr/>
      </dsp:nvSpPr>
      <dsp:spPr>
        <a:xfrm>
          <a:off x="6804468" y="2321090"/>
          <a:ext cx="2894062" cy="593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back into a WIF-formatted private key (prefix</a:t>
          </a:r>
          <a:r>
            <a:rPr lang="tr-TR" sz="1100" kern="1200"/>
            <a:t> </a:t>
          </a:r>
          <a:r>
            <a:rPr lang="en-US" sz="1100" kern="1200"/>
            <a:t>5)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that can be used in any wallet. </a:t>
          </a:r>
        </a:p>
      </dsp:txBody>
      <dsp:txXfrm>
        <a:off x="6804468" y="2321090"/>
        <a:ext cx="2894062" cy="593283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776E6-CB68-4A47-87BF-96E1F8FF0C62}">
      <dsp:nvSpPr>
        <dsp:cNvPr id="0" name=""/>
        <dsp:cNvSpPr/>
      </dsp:nvSpPr>
      <dsp:spPr>
        <a:xfrm>
          <a:off x="3421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64C46-1FE5-477B-AFD7-0633A9F3E68B}">
      <dsp:nvSpPr>
        <dsp:cNvPr id="0" name=""/>
        <dsp:cNvSpPr/>
      </dsp:nvSpPr>
      <dsp:spPr>
        <a:xfrm>
          <a:off x="3421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Recognition</a:t>
          </a:r>
          <a:endParaRPr lang="en-US" sz="2000" kern="1200"/>
        </a:p>
      </dsp:txBody>
      <dsp:txXfrm>
        <a:off x="3421" y="1636190"/>
        <a:ext cx="2894062" cy="434109"/>
      </dsp:txXfrm>
    </dsp:sp>
    <dsp:sp modelId="{50D2B8B1-3D54-4E5C-9089-984FDB3DC081}">
      <dsp:nvSpPr>
        <dsp:cNvPr id="0" name=""/>
        <dsp:cNvSpPr/>
      </dsp:nvSpPr>
      <dsp:spPr>
        <a:xfrm>
          <a:off x="3421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Many wallet applications now recognize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BIP-38-encrypted private keys</a:t>
          </a:r>
        </a:p>
      </dsp:txBody>
      <dsp:txXfrm>
        <a:off x="3421" y="2122918"/>
        <a:ext cx="2894062" cy="1018194"/>
      </dsp:txXfrm>
    </dsp:sp>
    <dsp:sp modelId="{61E58E15-6057-4D0C-A1E9-590666FAD3EF}">
      <dsp:nvSpPr>
        <dsp:cNvPr id="0" name=""/>
        <dsp:cNvSpPr/>
      </dsp:nvSpPr>
      <dsp:spPr>
        <a:xfrm>
          <a:off x="3403945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90EAA-CA8B-41DE-82F4-376015FC7964}">
      <dsp:nvSpPr>
        <dsp:cNvPr id="0" name=""/>
        <dsp:cNvSpPr/>
      </dsp:nvSpPr>
      <dsp:spPr>
        <a:xfrm>
          <a:off x="3403945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Prompt</a:t>
          </a:r>
          <a:endParaRPr lang="en-US" sz="2000" kern="1200"/>
        </a:p>
      </dsp:txBody>
      <dsp:txXfrm>
        <a:off x="3403945" y="1636190"/>
        <a:ext cx="2894062" cy="434109"/>
      </dsp:txXfrm>
    </dsp:sp>
    <dsp:sp modelId="{A312E391-E94F-4072-BF39-497B30D3F123}">
      <dsp:nvSpPr>
        <dsp:cNvPr id="0" name=""/>
        <dsp:cNvSpPr/>
      </dsp:nvSpPr>
      <dsp:spPr>
        <a:xfrm>
          <a:off x="3403945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will prompt the user for a passphrase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</a:t>
          </a:r>
          <a:r>
            <a:rPr lang="en-US" sz="1500" kern="1200" dirty="0"/>
            <a:t>decrypt and</a:t>
          </a:r>
          <a:r>
            <a:rPr lang="tr-TR" sz="1500" kern="1200" dirty="0"/>
            <a:t> </a:t>
          </a:r>
          <a:r>
            <a:rPr lang="en-US" sz="1500" kern="1200" dirty="0"/>
            <a:t>import the key</a:t>
          </a:r>
        </a:p>
      </dsp:txBody>
      <dsp:txXfrm>
        <a:off x="3403945" y="2122918"/>
        <a:ext cx="2894062" cy="1018194"/>
      </dsp:txXfrm>
    </dsp:sp>
    <dsp:sp modelId="{52881A44-270F-4979-91EB-21E7A87B88FE}">
      <dsp:nvSpPr>
        <dsp:cNvPr id="0" name=""/>
        <dsp:cNvSpPr/>
      </dsp:nvSpPr>
      <dsp:spPr>
        <a:xfrm>
          <a:off x="6804468" y="51013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39A62-0DD4-415A-BC40-BD3C7AB64C04}">
      <dsp:nvSpPr>
        <dsp:cNvPr id="0" name=""/>
        <dsp:cNvSpPr/>
      </dsp:nvSpPr>
      <dsp:spPr>
        <a:xfrm>
          <a:off x="6804468" y="1636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How </a:t>
          </a:r>
          <a:r>
            <a:rPr lang="en-US" sz="2000" kern="1200"/>
            <a:t>to decrypt BIP-38 keys </a:t>
          </a:r>
        </a:p>
      </dsp:txBody>
      <dsp:txXfrm>
        <a:off x="6804468" y="1636190"/>
        <a:ext cx="2894062" cy="434109"/>
      </dsp:txXfrm>
    </dsp:sp>
    <dsp:sp modelId="{2C971A82-8295-4769-A368-8041BDB16B4D}">
      <dsp:nvSpPr>
        <dsp:cNvPr id="0" name=""/>
        <dsp:cNvSpPr/>
      </dsp:nvSpPr>
      <dsp:spPr>
        <a:xfrm>
          <a:off x="6804468" y="2122918"/>
          <a:ext cx="2894062" cy="1018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Third-party applications,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such as the incredibly useful browser-based</a:t>
          </a:r>
          <a:r>
            <a:rPr lang="tr-TR" sz="1500" kern="1200" dirty="0"/>
            <a:t> </a:t>
          </a:r>
          <a:r>
            <a:rPr lang="en-US" sz="1500" kern="1200" dirty="0"/>
            <a:t>Bit Address (Wallet Details tab)</a:t>
          </a:r>
        </a:p>
      </dsp:txBody>
      <dsp:txXfrm>
        <a:off x="6804468" y="2122918"/>
        <a:ext cx="2894062" cy="1018194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28E4F-B354-4F86-AB0F-5CB165E1F79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B9D3D-5E6A-42CB-89DD-02C605C2EFF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traditional bitcoin addresses begin with</a:t>
          </a:r>
          <a:r>
            <a:rPr lang="tr-TR" sz="2000" kern="1200"/>
            <a:t> </a:t>
          </a:r>
          <a:r>
            <a:rPr lang="en-US" sz="2000" kern="1200"/>
            <a:t>“1” </a:t>
          </a:r>
        </a:p>
      </dsp:txBody>
      <dsp:txXfrm>
        <a:off x="152976" y="1981055"/>
        <a:ext cx="4320000" cy="648000"/>
      </dsp:txXfrm>
    </dsp:sp>
    <dsp:sp modelId="{587C959A-DD33-49F0-AA91-3E22141E348D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are derived</a:t>
          </a:r>
          <a:r>
            <a:rPr lang="tr-TR" sz="1500" kern="1200"/>
            <a:t> </a:t>
          </a:r>
          <a:r>
            <a:rPr lang="en-US" sz="1500" kern="1200"/>
            <a:t>from the public key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which is derived from the private key. </a:t>
          </a:r>
        </a:p>
      </dsp:txBody>
      <dsp:txXfrm>
        <a:off x="152976" y="2688423"/>
        <a:ext cx="4320000" cy="621412"/>
      </dsp:txXfrm>
    </dsp:sp>
    <dsp:sp modelId="{0D39F635-F457-4888-8F77-B8B550678A3A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3850C-99F1-40C1-9C01-BB3EA76849B6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Spending</a:t>
          </a:r>
          <a:endParaRPr lang="en-US" sz="2000" kern="1200"/>
        </a:p>
      </dsp:txBody>
      <dsp:txXfrm>
        <a:off x="5228976" y="1981055"/>
        <a:ext cx="4320000" cy="648000"/>
      </dsp:txXfrm>
    </dsp:sp>
    <dsp:sp modelId="{CE963A03-EE21-4E2A-AA5F-1EF8A537BFE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Spending of bitcoin with "1" addresses 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 only be spent by presenting </a:t>
          </a:r>
          <a:r>
            <a:rPr lang="tr-TR" sz="1500" kern="1200"/>
            <a:t>the keys</a:t>
          </a:r>
          <a:endParaRPr lang="en-US" sz="1500" kern="1200"/>
        </a:p>
      </dsp:txBody>
      <dsp:txXfrm>
        <a:off x="5228976" y="2688423"/>
        <a:ext cx="4320000" cy="621412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BD5D4-9734-4DB2-9AB2-4F10ECDC7CB4}">
      <dsp:nvSpPr>
        <dsp:cNvPr id="0" name=""/>
        <dsp:cNvSpPr/>
      </dsp:nvSpPr>
      <dsp:spPr>
        <a:xfrm>
          <a:off x="1556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6C4B4-5F26-4725-8253-21D203CCDAC1}">
      <dsp:nvSpPr>
        <dsp:cNvPr id="0" name=""/>
        <dsp:cNvSpPr/>
      </dsp:nvSpPr>
      <dsp:spPr>
        <a:xfrm>
          <a:off x="152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“</a:t>
          </a:r>
          <a:r>
            <a:rPr lang="tr-TR" sz="3600" kern="1200"/>
            <a:t>3</a:t>
          </a:r>
          <a:r>
            <a:rPr lang="en-US" sz="3600" kern="1200"/>
            <a:t>” </a:t>
          </a:r>
        </a:p>
      </dsp:txBody>
      <dsp:txXfrm>
        <a:off x="152976" y="1715607"/>
        <a:ext cx="4320000" cy="648000"/>
      </dsp:txXfrm>
    </dsp:sp>
    <dsp:sp modelId="{87F66AF3-E0D9-4593-9309-4FC660930BB8}">
      <dsp:nvSpPr>
        <dsp:cNvPr id="0" name=""/>
        <dsp:cNvSpPr/>
      </dsp:nvSpPr>
      <dsp:spPr>
        <a:xfrm>
          <a:off x="152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addresses that begin with the number</a:t>
          </a:r>
          <a:r>
            <a:rPr lang="tr-TR" sz="1700" kern="1200" dirty="0"/>
            <a:t> </a:t>
          </a:r>
          <a:r>
            <a:rPr lang="en-US" sz="1700" kern="1200" dirty="0"/>
            <a:t>are </a:t>
          </a:r>
          <a:r>
            <a:rPr lang="en-US" sz="1700" b="1" kern="1200" dirty="0"/>
            <a:t>pay-to-script hash </a:t>
          </a:r>
          <a:r>
            <a:rPr lang="en-US" sz="1700" kern="1200" dirty="0"/>
            <a:t>(P2SH)</a:t>
          </a:r>
          <a:r>
            <a:rPr lang="tr-TR" sz="1700" kern="1200" dirty="0"/>
            <a:t> </a:t>
          </a:r>
          <a:r>
            <a:rPr lang="en-US" sz="1700" kern="1200" dirty="0"/>
            <a:t>addresses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sometimes erroneously called </a:t>
          </a:r>
          <a:r>
            <a:rPr lang="tr-TR" sz="1700" kern="1200" dirty="0"/>
            <a:t>«</a:t>
          </a:r>
          <a:r>
            <a:rPr lang="en-US" sz="1700" kern="1200" dirty="0" err="1"/>
            <a:t>multisignature</a:t>
          </a:r>
          <a:r>
            <a:rPr lang="tr-TR" sz="1700" kern="1200" dirty="0"/>
            <a:t>»</a:t>
          </a:r>
          <a:r>
            <a:rPr lang="en-US" sz="1700" kern="1200" dirty="0"/>
            <a:t> or </a:t>
          </a:r>
          <a:r>
            <a:rPr lang="tr-TR" sz="1700" kern="1200" dirty="0"/>
            <a:t>«</a:t>
          </a:r>
          <a:r>
            <a:rPr lang="en-US" sz="1700" kern="1200" dirty="0" err="1"/>
            <a:t>multisig</a:t>
          </a:r>
          <a:r>
            <a:rPr lang="tr-TR" sz="1700" kern="1200" dirty="0"/>
            <a:t>»</a:t>
          </a:r>
          <a:r>
            <a:rPr lang="en-US" sz="1700" kern="1200" dirty="0"/>
            <a:t> addresses. </a:t>
          </a:r>
        </a:p>
      </dsp:txBody>
      <dsp:txXfrm>
        <a:off x="152976" y="2434593"/>
        <a:ext cx="4320000" cy="1165667"/>
      </dsp:txXfrm>
    </dsp:sp>
    <dsp:sp modelId="{F85F859D-2CD7-4422-B081-A2F6B9047C36}">
      <dsp:nvSpPr>
        <dsp:cNvPr id="0" name=""/>
        <dsp:cNvSpPr/>
      </dsp:nvSpPr>
      <dsp:spPr>
        <a:xfrm>
          <a:off x="6632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B400C-C4B4-43BD-A1CA-62906D0055DF}">
      <dsp:nvSpPr>
        <dsp:cNvPr id="0" name=""/>
        <dsp:cNvSpPr/>
      </dsp:nvSpPr>
      <dsp:spPr>
        <a:xfrm>
          <a:off x="5228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Hash of script transfer</a:t>
          </a:r>
          <a:endParaRPr lang="en-US" sz="3600" kern="1200"/>
        </a:p>
      </dsp:txBody>
      <dsp:txXfrm>
        <a:off x="5228976" y="1715607"/>
        <a:ext cx="4320000" cy="648000"/>
      </dsp:txXfrm>
    </dsp:sp>
    <dsp:sp modelId="{63920649-B791-4756-8CC9-261C275AC7F0}">
      <dsp:nvSpPr>
        <dsp:cNvPr id="0" name=""/>
        <dsp:cNvSpPr/>
      </dsp:nvSpPr>
      <dsp:spPr>
        <a:xfrm>
          <a:off x="5228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</a:t>
          </a:r>
          <a:r>
            <a:rPr lang="tr-TR" sz="1700" kern="1200" dirty="0"/>
            <a:t> </a:t>
          </a:r>
          <a:r>
            <a:rPr lang="en-US" sz="1700" kern="1200" dirty="0"/>
            <a:t>designate the beneficiary of a bitcoin transaction as the hash of a script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instead of the</a:t>
          </a:r>
          <a:r>
            <a:rPr lang="tr-TR" sz="1700" kern="1200"/>
            <a:t> </a:t>
          </a:r>
          <a:r>
            <a:rPr lang="en-US" sz="1700" kern="1200"/>
            <a:t>owner of a public key.</a:t>
          </a:r>
        </a:p>
      </dsp:txBody>
      <dsp:txXfrm>
        <a:off x="5228976" y="2434593"/>
        <a:ext cx="4320000" cy="1165667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958C4-672F-4956-BE7F-C1929ECBD70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08C89-F15B-4A79-9839-63854411366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History</a:t>
          </a:r>
          <a:endParaRPr lang="en-US" sz="3600" kern="1200"/>
        </a:p>
      </dsp:txBody>
      <dsp:txXfrm>
        <a:off x="152976" y="1981055"/>
        <a:ext cx="4320000" cy="648000"/>
      </dsp:txXfrm>
    </dsp:sp>
    <dsp:sp modelId="{CDD5EBBE-847A-4D57-98CA-8426B187B9B6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feature was introduced in January 2012 with BIP-16 </a:t>
          </a:r>
        </a:p>
      </dsp:txBody>
      <dsp:txXfrm>
        <a:off x="152976" y="2688423"/>
        <a:ext cx="4320000" cy="621412"/>
      </dsp:txXfrm>
    </dsp:sp>
    <dsp:sp modelId="{6E43CD10-CE20-4E65-B22C-2B3AB27AE73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5010E-BFFC-432E-AA5A-B8662D7470FC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Use Scenario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065EE66E-D026-4FFF-B420-69748CBF836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the opportunity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add</a:t>
          </a:r>
          <a:r>
            <a:rPr lang="tr-TR" sz="1700" kern="1200"/>
            <a:t> </a:t>
          </a:r>
          <a:r>
            <a:rPr lang="en-US" sz="1700" kern="1200"/>
            <a:t>functionality to the address itself</a:t>
          </a:r>
        </a:p>
      </dsp:txBody>
      <dsp:txXfrm>
        <a:off x="5228976" y="2688423"/>
        <a:ext cx="4320000" cy="621412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C4BD1-6249-41B0-A2B5-8E92941F2FDA}">
      <dsp:nvSpPr>
        <dsp:cNvPr id="0" name=""/>
        <dsp:cNvSpPr/>
      </dsp:nvSpPr>
      <dsp:spPr>
        <a:xfrm>
          <a:off x="854375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9AF0E-279D-40C4-B6B2-33FFC9BE75F7}">
      <dsp:nvSpPr>
        <dsp:cNvPr id="0" name=""/>
        <dsp:cNvSpPr/>
      </dsp:nvSpPr>
      <dsp:spPr>
        <a:xfrm>
          <a:off x="4297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P2PKH</a:t>
          </a:r>
        </a:p>
      </dsp:txBody>
      <dsp:txXfrm>
        <a:off x="4297" y="1889113"/>
        <a:ext cx="2615625" cy="392343"/>
      </dsp:txXfrm>
    </dsp:sp>
    <dsp:sp modelId="{3234FED8-F7C8-4A40-BAB4-C334C9E95EB6}">
      <dsp:nvSpPr>
        <dsp:cNvPr id="0" name=""/>
        <dsp:cNvSpPr/>
      </dsp:nvSpPr>
      <dsp:spPr>
        <a:xfrm>
          <a:off x="4297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also known as a pay-to-public-key-hash</a:t>
          </a:r>
        </a:p>
      </dsp:txBody>
      <dsp:txXfrm>
        <a:off x="4297" y="2318742"/>
        <a:ext cx="2615625" cy="439027"/>
      </dsp:txXfrm>
    </dsp:sp>
    <dsp:sp modelId="{70541B74-6A26-4CB6-BF9A-D54652066C5B}">
      <dsp:nvSpPr>
        <dsp:cNvPr id="0" name=""/>
        <dsp:cNvSpPr/>
      </dsp:nvSpPr>
      <dsp:spPr>
        <a:xfrm>
          <a:off x="3927734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C123E-FD62-4401-AF0D-59DB6947E20C}">
      <dsp:nvSpPr>
        <dsp:cNvPr id="0" name=""/>
        <dsp:cNvSpPr/>
      </dsp:nvSpPr>
      <dsp:spPr>
        <a:xfrm>
          <a:off x="3077656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Stronger </a:t>
          </a:r>
          <a:r>
            <a:rPr lang="en-US" sz="1700" kern="1200"/>
            <a:t>proof of ownership</a:t>
          </a:r>
        </a:p>
      </dsp:txBody>
      <dsp:txXfrm>
        <a:off x="3077656" y="1889113"/>
        <a:ext cx="2615625" cy="392343"/>
      </dsp:txXfrm>
    </dsp:sp>
    <dsp:sp modelId="{85B737FB-EB15-4FD2-A5BE-CE8A7FA3B803}">
      <dsp:nvSpPr>
        <dsp:cNvPr id="0" name=""/>
        <dsp:cNvSpPr/>
      </dsp:nvSpPr>
      <dsp:spPr>
        <a:xfrm>
          <a:off x="3077656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require </a:t>
          </a:r>
          <a:r>
            <a:rPr lang="tr-TR" sz="1300" kern="1200"/>
            <a:t>additional conditions </a:t>
          </a:r>
          <a:endParaRPr lang="en-US" sz="1300" kern="1200"/>
        </a:p>
      </dsp:txBody>
      <dsp:txXfrm>
        <a:off x="3077656" y="2318742"/>
        <a:ext cx="2615625" cy="439027"/>
      </dsp:txXfrm>
    </dsp:sp>
    <dsp:sp modelId="{5BF3B82B-0897-404F-A7C1-6F3A69B49899}">
      <dsp:nvSpPr>
        <dsp:cNvPr id="0" name=""/>
        <dsp:cNvSpPr/>
      </dsp:nvSpPr>
      <dsp:spPr>
        <a:xfrm>
          <a:off x="7001094" y="893479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02DFE-DEA3-4CBD-85DC-1DD301202F31}">
      <dsp:nvSpPr>
        <dsp:cNvPr id="0" name=""/>
        <dsp:cNvSpPr/>
      </dsp:nvSpPr>
      <dsp:spPr>
        <a:xfrm>
          <a:off x="6151015" y="1889113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next to</a:t>
          </a:r>
          <a:endParaRPr lang="en-US" sz="1700" kern="1200"/>
        </a:p>
      </dsp:txBody>
      <dsp:txXfrm>
        <a:off x="6151015" y="1889113"/>
        <a:ext cx="2615625" cy="392343"/>
      </dsp:txXfrm>
    </dsp:sp>
    <dsp:sp modelId="{A0E133CA-B0B5-4B7A-A369-68AE947275A0}">
      <dsp:nvSpPr>
        <dsp:cNvPr id="0" name=""/>
        <dsp:cNvSpPr/>
      </dsp:nvSpPr>
      <dsp:spPr>
        <a:xfrm>
          <a:off x="6151015" y="2318742"/>
          <a:ext cx="2615625" cy="439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public key hash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private key signature</a:t>
          </a:r>
        </a:p>
      </dsp:txBody>
      <dsp:txXfrm>
        <a:off x="6151015" y="2318742"/>
        <a:ext cx="2615625" cy="439027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A45B8-9816-4782-B008-6B5939F1A7EB}">
      <dsp:nvSpPr>
        <dsp:cNvPr id="0" name=""/>
        <dsp:cNvSpPr/>
      </dsp:nvSpPr>
      <dsp:spPr>
        <a:xfrm>
          <a:off x="943992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B1284-3AB3-485B-B49B-5D97B4D84BF1}">
      <dsp:nvSpPr>
        <dsp:cNvPr id="0" name=""/>
        <dsp:cNvSpPr/>
      </dsp:nvSpPr>
      <dsp:spPr>
        <a:xfrm>
          <a:off x="3421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involves </a:t>
          </a:r>
        </a:p>
      </dsp:txBody>
      <dsp:txXfrm>
        <a:off x="3421" y="1700763"/>
        <a:ext cx="2894062" cy="434109"/>
      </dsp:txXfrm>
    </dsp:sp>
    <dsp:sp modelId="{E3EFEDD9-67F6-4C9F-B83D-FA829EDF7200}">
      <dsp:nvSpPr>
        <dsp:cNvPr id="0" name=""/>
        <dsp:cNvSpPr/>
      </dsp:nvSpPr>
      <dsp:spPr>
        <a:xfrm>
          <a:off x="3421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using the same double-hash function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 used during</a:t>
          </a:r>
          <a:r>
            <a:rPr lang="tr-TR" sz="1300" kern="1200" dirty="0"/>
            <a:t> </a:t>
          </a:r>
          <a:r>
            <a:rPr lang="en-US" sz="1300" kern="1200" dirty="0"/>
            <a:t>creation of a bitcoin address</a:t>
          </a:r>
        </a:p>
      </dsp:txBody>
      <dsp:txXfrm>
        <a:off x="3421" y="2184666"/>
        <a:ext cx="2894062" cy="885798"/>
      </dsp:txXfrm>
    </dsp:sp>
    <dsp:sp modelId="{CF1C4CE2-5205-4A82-A1C4-5A85342495A3}">
      <dsp:nvSpPr>
        <dsp:cNvPr id="0" name=""/>
        <dsp:cNvSpPr/>
      </dsp:nvSpPr>
      <dsp:spPr>
        <a:xfrm>
          <a:off x="4344515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051E6-728E-41BF-8B5D-2B2B5A4A56CD}">
      <dsp:nvSpPr>
        <dsp:cNvPr id="0" name=""/>
        <dsp:cNvSpPr/>
      </dsp:nvSpPr>
      <dsp:spPr>
        <a:xfrm>
          <a:off x="3403945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difference</a:t>
          </a:r>
          <a:endParaRPr lang="en-US" sz="1700" kern="1200"/>
        </a:p>
      </dsp:txBody>
      <dsp:txXfrm>
        <a:off x="3403945" y="1700763"/>
        <a:ext cx="2894062" cy="434109"/>
      </dsp:txXfrm>
    </dsp:sp>
    <dsp:sp modelId="{A8B343C0-F5AB-4B26-BBD6-7F0112A82E97}">
      <dsp:nvSpPr>
        <dsp:cNvPr id="0" name=""/>
        <dsp:cNvSpPr/>
      </dsp:nvSpPr>
      <dsp:spPr>
        <a:xfrm>
          <a:off x="3403945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only applied on the script instead of the public key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script hash = RIPEMD160(SHA256(script))</a:t>
          </a:r>
        </a:p>
      </dsp:txBody>
      <dsp:txXfrm>
        <a:off x="3403945" y="2184666"/>
        <a:ext cx="2894062" cy="885798"/>
      </dsp:txXfrm>
    </dsp:sp>
    <dsp:sp modelId="{99C8964C-D362-4605-88DD-552EF81E2E52}">
      <dsp:nvSpPr>
        <dsp:cNvPr id="0" name=""/>
        <dsp:cNvSpPr/>
      </dsp:nvSpPr>
      <dsp:spPr>
        <a:xfrm>
          <a:off x="7745039" y="58078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7E625-8D34-40FF-9884-1A8ED5569F02}">
      <dsp:nvSpPr>
        <dsp:cNvPr id="0" name=""/>
        <dsp:cNvSpPr/>
      </dsp:nvSpPr>
      <dsp:spPr>
        <a:xfrm>
          <a:off x="6804468" y="170076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Encoding </a:t>
          </a:r>
          <a:r>
            <a:rPr lang="en-US" sz="1700" kern="1200"/>
            <a:t>resulting “script hash” </a:t>
          </a:r>
        </a:p>
      </dsp:txBody>
      <dsp:txXfrm>
        <a:off x="6804468" y="1700763"/>
        <a:ext cx="2894062" cy="434109"/>
      </dsp:txXfrm>
    </dsp:sp>
    <dsp:sp modelId="{FE3880C3-F2FC-4B0E-A4F1-79552825C873}">
      <dsp:nvSpPr>
        <dsp:cNvPr id="0" name=""/>
        <dsp:cNvSpPr/>
      </dsp:nvSpPr>
      <dsp:spPr>
        <a:xfrm>
          <a:off x="6804468" y="2184666"/>
          <a:ext cx="2894062" cy="885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Base58Check with a version prefix of 5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results in an encoded address starting with a 3</a:t>
          </a:r>
        </a:p>
      </dsp:txBody>
      <dsp:txXfrm>
        <a:off x="6804468" y="2184666"/>
        <a:ext cx="2894062" cy="885798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83F8A-DBCB-449B-A35C-5FB01D84BDA4}">
      <dsp:nvSpPr>
        <dsp:cNvPr id="0" name=""/>
        <dsp:cNvSpPr/>
      </dsp:nvSpPr>
      <dsp:spPr>
        <a:xfrm>
          <a:off x="1556976" y="512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5F34D-1B3D-4AB5-A19A-E0E77AE783D6}">
      <dsp:nvSpPr>
        <dsp:cNvPr id="0" name=""/>
        <dsp:cNvSpPr/>
      </dsp:nvSpPr>
      <dsp:spPr>
        <a:xfrm>
          <a:off x="152976" y="17158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Example</a:t>
          </a:r>
        </a:p>
      </dsp:txBody>
      <dsp:txXfrm>
        <a:off x="152976" y="1715815"/>
        <a:ext cx="4320000" cy="648000"/>
      </dsp:txXfrm>
    </dsp:sp>
    <dsp:sp modelId="{36DDE3DE-B077-40A0-BC4E-7C96452D9C9F}">
      <dsp:nvSpPr>
        <dsp:cNvPr id="0" name=""/>
        <dsp:cNvSpPr/>
      </dsp:nvSpPr>
      <dsp:spPr>
        <a:xfrm>
          <a:off x="152976" y="2434792"/>
          <a:ext cx="4320000" cy="1165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example of a P2SH address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3F6i6kwkevjR7AsAd4te2YB2zZyASEm1HM</a:t>
          </a:r>
          <a:endParaRPr lang="tr-TR" sz="1700" kern="1200"/>
        </a:p>
      </dsp:txBody>
      <dsp:txXfrm>
        <a:off x="152976" y="2434792"/>
        <a:ext cx="4320000" cy="1165241"/>
      </dsp:txXfrm>
    </dsp:sp>
    <dsp:sp modelId="{9352EF8D-3283-4D5D-BAF9-E10C071A55AC}">
      <dsp:nvSpPr>
        <dsp:cNvPr id="0" name=""/>
        <dsp:cNvSpPr/>
      </dsp:nvSpPr>
      <dsp:spPr>
        <a:xfrm>
          <a:off x="6632976" y="5121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A753F-35AF-4939-9D6F-F6BBE300C9F6}">
      <dsp:nvSpPr>
        <dsp:cNvPr id="0" name=""/>
        <dsp:cNvSpPr/>
      </dsp:nvSpPr>
      <dsp:spPr>
        <a:xfrm>
          <a:off x="5228976" y="17158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Deriving</a:t>
          </a:r>
        </a:p>
      </dsp:txBody>
      <dsp:txXfrm>
        <a:off x="5228976" y="1715815"/>
        <a:ext cx="4320000" cy="648000"/>
      </dsp:txXfrm>
    </dsp:sp>
    <dsp:sp modelId="{3C72EC50-59CF-4E35-BA92-5CBF76E09CCC}">
      <dsp:nvSpPr>
        <dsp:cNvPr id="0" name=""/>
        <dsp:cNvSpPr/>
      </dsp:nvSpPr>
      <dsp:spPr>
        <a:xfrm>
          <a:off x="5228976" y="2434792"/>
          <a:ext cx="4320000" cy="1165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be derived using the Bitcoin</a:t>
          </a:r>
          <a:r>
            <a:rPr lang="tr-TR" sz="1700" kern="1200"/>
            <a:t> </a:t>
          </a:r>
          <a:r>
            <a:rPr lang="en-US" sz="1700" kern="1200"/>
            <a:t>Explorer commands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script-encode, sha256, ripemd160, and base58check-encode</a:t>
          </a:r>
          <a:endParaRPr lang="tr-TR" sz="1700" kern="1200" dirty="0"/>
        </a:p>
      </dsp:txBody>
      <dsp:txXfrm>
        <a:off x="5228976" y="2434792"/>
        <a:ext cx="4320000" cy="1165241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6933D-65CD-4A45-B542-E112ABA4FC5B}">
      <dsp:nvSpPr>
        <dsp:cNvPr id="0" name=""/>
        <dsp:cNvSpPr/>
      </dsp:nvSpPr>
      <dsp:spPr>
        <a:xfrm>
          <a:off x="698671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B32AE6-427F-457B-B703-F5E92AB4FB16}">
      <dsp:nvSpPr>
        <dsp:cNvPr id="0" name=""/>
        <dsp:cNvSpPr/>
      </dsp:nvSpPr>
      <dsp:spPr>
        <a:xfrm>
          <a:off x="2156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multisignature</a:t>
          </a:r>
          <a:r>
            <a:rPr lang="tr-TR" sz="1400" kern="1200"/>
            <a:t> </a:t>
          </a:r>
          <a:r>
            <a:rPr lang="en-US" sz="1400" kern="1200"/>
            <a:t>address script </a:t>
          </a:r>
        </a:p>
      </dsp:txBody>
      <dsp:txXfrm>
        <a:off x="2156" y="1567457"/>
        <a:ext cx="2143124" cy="321468"/>
      </dsp:txXfrm>
    </dsp:sp>
    <dsp:sp modelId="{66D6B1D5-2844-4568-8F51-A9BBEBCD5274}">
      <dsp:nvSpPr>
        <dsp:cNvPr id="0" name=""/>
        <dsp:cNvSpPr/>
      </dsp:nvSpPr>
      <dsp:spPr>
        <a:xfrm>
          <a:off x="2156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Currently</a:t>
          </a:r>
          <a:r>
            <a:rPr lang="tr-TR" sz="1100" kern="1200"/>
            <a:t> </a:t>
          </a:r>
          <a:r>
            <a:rPr lang="en-US" sz="1100" kern="1200"/>
            <a:t>the most common implementation of the P2SH function </a:t>
          </a:r>
        </a:p>
      </dsp:txBody>
      <dsp:txXfrm>
        <a:off x="2156" y="1933051"/>
        <a:ext cx="2143124" cy="995703"/>
      </dsp:txXfrm>
    </dsp:sp>
    <dsp:sp modelId="{44E59D29-16E9-4942-9E1C-0B2CF7FAC999}">
      <dsp:nvSpPr>
        <dsp:cNvPr id="0" name=""/>
        <dsp:cNvSpPr/>
      </dsp:nvSpPr>
      <dsp:spPr>
        <a:xfrm>
          <a:off x="3216843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932E5-7007-4550-BAC9-3603512CD13A}">
      <dsp:nvSpPr>
        <dsp:cNvPr id="0" name=""/>
        <dsp:cNvSpPr/>
      </dsp:nvSpPr>
      <dsp:spPr>
        <a:xfrm>
          <a:off x="2520328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Prove of ownership</a:t>
          </a:r>
          <a:endParaRPr lang="en-US" sz="1400" kern="1200"/>
        </a:p>
      </dsp:txBody>
      <dsp:txXfrm>
        <a:off x="2520328" y="1567457"/>
        <a:ext cx="2143124" cy="321468"/>
      </dsp:txXfrm>
    </dsp:sp>
    <dsp:sp modelId="{244B8B2B-ADC8-4F3C-9E69-2E0E2C7D86D2}">
      <dsp:nvSpPr>
        <dsp:cNvPr id="0" name=""/>
        <dsp:cNvSpPr/>
      </dsp:nvSpPr>
      <dsp:spPr>
        <a:xfrm>
          <a:off x="2520328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Requires </a:t>
          </a:r>
          <a:r>
            <a:rPr lang="en-US" sz="1100" kern="1200"/>
            <a:t>more</a:t>
          </a:r>
          <a:r>
            <a:rPr lang="tr-TR" sz="1100" kern="1200"/>
            <a:t> </a:t>
          </a:r>
          <a:r>
            <a:rPr lang="en-US" sz="1100" kern="1200"/>
            <a:t>than one signature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prove ownership and spend funds</a:t>
          </a:r>
          <a:endParaRPr lang="en-US" sz="1100" kern="1200"/>
        </a:p>
      </dsp:txBody>
      <dsp:txXfrm>
        <a:off x="2520328" y="1933051"/>
        <a:ext cx="2143124" cy="995703"/>
      </dsp:txXfrm>
    </dsp:sp>
    <dsp:sp modelId="{338241E0-F6A4-46D2-9E10-05133346483C}">
      <dsp:nvSpPr>
        <dsp:cNvPr id="0" name=""/>
        <dsp:cNvSpPr/>
      </dsp:nvSpPr>
      <dsp:spPr>
        <a:xfrm>
          <a:off x="5735015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E9652-C8A3-40A2-A308-A0EFA8627480}">
      <dsp:nvSpPr>
        <dsp:cNvPr id="0" name=""/>
        <dsp:cNvSpPr/>
      </dsp:nvSpPr>
      <dsp:spPr>
        <a:xfrm>
          <a:off x="5038499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M-of-N multisig</a:t>
          </a:r>
        </a:p>
      </dsp:txBody>
      <dsp:txXfrm>
        <a:off x="5038499" y="1567457"/>
        <a:ext cx="2143124" cy="321468"/>
      </dsp:txXfrm>
    </dsp:sp>
    <dsp:sp modelId="{E906DAD1-9CBE-4778-B70A-0DBA8849A248}">
      <dsp:nvSpPr>
        <dsp:cNvPr id="0" name=""/>
        <dsp:cNvSpPr/>
      </dsp:nvSpPr>
      <dsp:spPr>
        <a:xfrm>
          <a:off x="5038499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bitcoin multisignature</a:t>
          </a:r>
          <a:r>
            <a:rPr lang="tr-TR" sz="1100" kern="1200"/>
            <a:t> </a:t>
          </a:r>
          <a:r>
            <a:rPr lang="en-US" sz="1100" kern="1200"/>
            <a:t>feature is designed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require M signatures</a:t>
          </a:r>
          <a:r>
            <a:rPr lang="tr-TR" sz="1100" kern="1200"/>
            <a:t> </a:t>
          </a:r>
          <a:r>
            <a:rPr lang="en-US" sz="1100" kern="1200"/>
            <a:t>from a total of N keys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M-of-N multisig</a:t>
          </a:r>
          <a:r>
            <a:rPr lang="tr-TR" sz="1100" kern="1200"/>
            <a:t> </a:t>
          </a:r>
          <a:r>
            <a:rPr lang="en-US" sz="1100" kern="1200"/>
            <a:t>where M </a:t>
          </a:r>
          <a:r>
            <a:rPr lang="tr-TR" sz="1100" kern="1200"/>
            <a:t>=&lt; </a:t>
          </a:r>
          <a:r>
            <a:rPr lang="en-US" sz="1100" kern="1200"/>
            <a:t>N</a:t>
          </a:r>
        </a:p>
      </dsp:txBody>
      <dsp:txXfrm>
        <a:off x="5038499" y="1933051"/>
        <a:ext cx="2143124" cy="995703"/>
      </dsp:txXfrm>
    </dsp:sp>
    <dsp:sp modelId="{9ECF1E0A-A477-4148-973F-6D310D969D3C}">
      <dsp:nvSpPr>
        <dsp:cNvPr id="0" name=""/>
        <dsp:cNvSpPr/>
      </dsp:nvSpPr>
      <dsp:spPr>
        <a:xfrm>
          <a:off x="8253187" y="722494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F743F-789C-40A7-BFD5-60F3E1B88A59}">
      <dsp:nvSpPr>
        <dsp:cNvPr id="0" name=""/>
        <dsp:cNvSpPr/>
      </dsp:nvSpPr>
      <dsp:spPr>
        <a:xfrm>
          <a:off x="7556671" y="156745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1-of-2 signatures </a:t>
          </a:r>
        </a:p>
      </dsp:txBody>
      <dsp:txXfrm>
        <a:off x="7556671" y="1567457"/>
        <a:ext cx="2143124" cy="321468"/>
      </dsp:txXfrm>
    </dsp:sp>
    <dsp:sp modelId="{D388DD5F-8059-4330-A10A-A8A637EEFFA8}">
      <dsp:nvSpPr>
        <dsp:cNvPr id="0" name=""/>
        <dsp:cNvSpPr/>
      </dsp:nvSpPr>
      <dsp:spPr>
        <a:xfrm>
          <a:off x="7556671" y="1933051"/>
          <a:ext cx="2143124" cy="99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Bob </a:t>
          </a:r>
          <a:r>
            <a:rPr lang="en-US" sz="1100" kern="1200"/>
            <a:t>and his spouse</a:t>
          </a:r>
          <a:r>
            <a:rPr lang="tr-TR" sz="1100" kern="1200"/>
            <a:t> owns 2 kyes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Any of them can sign and spend the fund</a:t>
          </a:r>
          <a:endParaRPr lang="en-US" sz="1100" kern="1200"/>
        </a:p>
      </dsp:txBody>
      <dsp:txXfrm>
        <a:off x="7556671" y="1933051"/>
        <a:ext cx="2143124" cy="995703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23806-F0F8-4244-9394-99104A2FBAC3}">
      <dsp:nvSpPr>
        <dsp:cNvPr id="0" name=""/>
        <dsp:cNvSpPr/>
      </dsp:nvSpPr>
      <dsp:spPr>
        <a:xfrm>
          <a:off x="0" y="304204"/>
          <a:ext cx="7437071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valid bitcoin addresses that contain human-readable messages.</a:t>
          </a:r>
        </a:p>
      </dsp:txBody>
      <dsp:txXfrm>
        <a:off x="0" y="304204"/>
        <a:ext cx="7437071" cy="765450"/>
      </dsp:txXfrm>
    </dsp:sp>
    <dsp:sp modelId="{404A35E7-4AC8-4BCF-8392-B47A467516E0}">
      <dsp:nvSpPr>
        <dsp:cNvPr id="0" name=""/>
        <dsp:cNvSpPr/>
      </dsp:nvSpPr>
      <dsp:spPr>
        <a:xfrm>
          <a:off x="371853" y="3852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Addresses with messages</a:t>
          </a:r>
          <a:endParaRPr lang="en-US" sz="1800" kern="1200"/>
        </a:p>
      </dsp:txBody>
      <dsp:txXfrm>
        <a:off x="397792" y="64463"/>
        <a:ext cx="5154071" cy="479482"/>
      </dsp:txXfrm>
    </dsp:sp>
    <dsp:sp modelId="{217520E0-F11D-4651-80E3-3F644F1A035C}">
      <dsp:nvSpPr>
        <dsp:cNvPr id="0" name=""/>
        <dsp:cNvSpPr/>
      </dsp:nvSpPr>
      <dsp:spPr>
        <a:xfrm>
          <a:off x="0" y="1432534"/>
          <a:ext cx="7437071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1LoveBPzzD72PUXLzCkYAtGFYmK5vYNR33 is a valid address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contains</a:t>
          </a:r>
          <a:r>
            <a:rPr lang="tr-TR" sz="1800" kern="1200"/>
            <a:t> </a:t>
          </a:r>
          <a:r>
            <a:rPr lang="en-US" sz="1800" kern="1200"/>
            <a:t>the letters forming the word “Love” as the first four Base-58 letters</a:t>
          </a:r>
        </a:p>
      </dsp:txBody>
      <dsp:txXfrm>
        <a:off x="0" y="1432534"/>
        <a:ext cx="7437071" cy="1304100"/>
      </dsp:txXfrm>
    </dsp:sp>
    <dsp:sp modelId="{06517B9B-3025-4F64-8A80-A1AB8DD347F2}">
      <dsp:nvSpPr>
        <dsp:cNvPr id="0" name=""/>
        <dsp:cNvSpPr/>
      </dsp:nvSpPr>
      <dsp:spPr>
        <a:xfrm>
          <a:off x="371853" y="116685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«Love»</a:t>
          </a:r>
          <a:endParaRPr lang="en-US" sz="1800" kern="1200"/>
        </a:p>
      </dsp:txBody>
      <dsp:txXfrm>
        <a:off x="397792" y="1192793"/>
        <a:ext cx="5154071" cy="479482"/>
      </dsp:txXfrm>
    </dsp:sp>
    <dsp:sp modelId="{E4A41F8A-C72C-434D-8479-047FE7D85691}">
      <dsp:nvSpPr>
        <dsp:cNvPr id="0" name=""/>
        <dsp:cNvSpPr/>
      </dsp:nvSpPr>
      <dsp:spPr>
        <a:xfrm>
          <a:off x="0" y="3099514"/>
          <a:ext cx="7437071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199" tIns="374904" rIns="5771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require generating and testing billions of candidate private keys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until a bitcoin</a:t>
          </a:r>
          <a:r>
            <a:rPr lang="tr-TR" sz="1800" kern="1200"/>
            <a:t> </a:t>
          </a:r>
          <a:r>
            <a:rPr lang="en-US" sz="1800" kern="1200"/>
            <a:t>address with the desired pattern is found.</a:t>
          </a:r>
        </a:p>
      </dsp:txBody>
      <dsp:txXfrm>
        <a:off x="0" y="3099514"/>
        <a:ext cx="7437071" cy="1048950"/>
      </dsp:txXfrm>
    </dsp:sp>
    <dsp:sp modelId="{8F8FB738-CAD8-4445-A42E-1FB22517E661}">
      <dsp:nvSpPr>
        <dsp:cNvPr id="0" name=""/>
        <dsp:cNvSpPr/>
      </dsp:nvSpPr>
      <dsp:spPr>
        <a:xfrm>
          <a:off x="371853" y="2833834"/>
          <a:ext cx="520594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773" tIns="0" rIns="1967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Trial&amp;Error</a:t>
          </a:r>
          <a:endParaRPr lang="en-US" sz="1800" kern="1200"/>
        </a:p>
      </dsp:txBody>
      <dsp:txXfrm>
        <a:off x="397792" y="2859773"/>
        <a:ext cx="5154071" cy="479482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D4868-53A5-4A0A-ACA8-F5B4BA0F5D85}">
      <dsp:nvSpPr>
        <dsp:cNvPr id="0" name=""/>
        <dsp:cNvSpPr/>
      </dsp:nvSpPr>
      <dsp:spPr>
        <a:xfrm>
          <a:off x="0" y="93945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Outsource</a:t>
          </a:r>
        </a:p>
      </dsp:txBody>
      <dsp:txXfrm>
        <a:off x="24588" y="118533"/>
        <a:ext cx="7853116" cy="454509"/>
      </dsp:txXfrm>
    </dsp:sp>
    <dsp:sp modelId="{C558E159-CA4A-4CB0-B2E5-0D7087FCFF63}">
      <dsp:nvSpPr>
        <dsp:cNvPr id="0" name=""/>
        <dsp:cNvSpPr/>
      </dsp:nvSpPr>
      <dsp:spPr>
        <a:xfrm>
          <a:off x="0" y="597630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Another way to find a vanity address is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to outsource the work to a pool of vanity miners,</a:t>
          </a:r>
          <a:r>
            <a:rPr lang="tr-TR" sz="1600" kern="1200"/>
            <a:t> </a:t>
          </a:r>
          <a:r>
            <a:rPr lang="en-US" sz="1600" kern="1200"/>
            <a:t>such as the pool at Vanity Pool. </a:t>
          </a:r>
          <a:endParaRPr lang="tr-TR" sz="1600" kern="1200"/>
        </a:p>
      </dsp:txBody>
      <dsp:txXfrm>
        <a:off x="0" y="597630"/>
        <a:ext cx="7902292" cy="554242"/>
      </dsp:txXfrm>
    </dsp:sp>
    <dsp:sp modelId="{06001839-4E55-4DF9-9825-39D198F230AC}">
      <dsp:nvSpPr>
        <dsp:cNvPr id="0" name=""/>
        <dsp:cNvSpPr/>
      </dsp:nvSpPr>
      <dsp:spPr>
        <a:xfrm>
          <a:off x="0" y="1151872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pool of vanity miners</a:t>
          </a:r>
          <a:endParaRPr lang="tr-TR" sz="2100" kern="1200"/>
        </a:p>
      </dsp:txBody>
      <dsp:txXfrm>
        <a:off x="24588" y="1176460"/>
        <a:ext cx="7853116" cy="454509"/>
      </dsp:txXfrm>
    </dsp:sp>
    <dsp:sp modelId="{09574155-9FB3-4864-8EAA-703117385923}">
      <dsp:nvSpPr>
        <dsp:cNvPr id="0" name=""/>
        <dsp:cNvSpPr/>
      </dsp:nvSpPr>
      <dsp:spPr>
        <a:xfrm>
          <a:off x="0" y="1655557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 pool is a service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to earn bitcoin searching for vanity addresses for others</a:t>
          </a:r>
          <a:endParaRPr lang="tr-TR" sz="1600" kern="1200"/>
        </a:p>
      </dsp:txBody>
      <dsp:txXfrm>
        <a:off x="0" y="1655557"/>
        <a:ext cx="7902292" cy="554242"/>
      </dsp:txXfrm>
    </dsp:sp>
    <dsp:sp modelId="{70F744F3-96A3-464A-B9FD-25CC28423725}">
      <dsp:nvSpPr>
        <dsp:cNvPr id="0" name=""/>
        <dsp:cNvSpPr/>
      </dsp:nvSpPr>
      <dsp:spPr>
        <a:xfrm>
          <a:off x="0" y="2209800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Cost</a:t>
          </a:r>
        </a:p>
      </dsp:txBody>
      <dsp:txXfrm>
        <a:off x="24588" y="2234388"/>
        <a:ext cx="7853116" cy="454509"/>
      </dsp:txXfrm>
    </dsp:sp>
    <dsp:sp modelId="{FB8642BE-D1A6-4A37-963C-B6C9EC5903D9}">
      <dsp:nvSpPr>
        <dsp:cNvPr id="0" name=""/>
        <dsp:cNvSpPr/>
      </dsp:nvSpPr>
      <dsp:spPr>
        <a:xfrm>
          <a:off x="0" y="2713485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0.01 bitcoin</a:t>
          </a:r>
          <a:r>
            <a:rPr lang="tr-TR" sz="1600" kern="1200"/>
            <a:t> (92,82USD)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approximately $5 at the time</a:t>
          </a:r>
          <a:endParaRPr lang="tr-TR" sz="1600" kern="1200"/>
        </a:p>
      </dsp:txBody>
      <dsp:txXfrm>
        <a:off x="0" y="2713485"/>
        <a:ext cx="7902292" cy="554242"/>
      </dsp:txXfrm>
    </dsp:sp>
    <dsp:sp modelId="{7B71C705-C283-4D0E-8B30-8F32D4953DA9}">
      <dsp:nvSpPr>
        <dsp:cNvPr id="0" name=""/>
        <dsp:cNvSpPr/>
      </dsp:nvSpPr>
      <dsp:spPr>
        <a:xfrm>
          <a:off x="0" y="3267728"/>
          <a:ext cx="79022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Time for 7</a:t>
          </a:r>
          <a:r>
            <a:rPr lang="en-US" sz="2100" kern="1200"/>
            <a:t>-characte</a:t>
          </a:r>
          <a:endParaRPr lang="tr-TR" sz="2100" kern="1200"/>
        </a:p>
      </dsp:txBody>
      <dsp:txXfrm>
        <a:off x="24588" y="3292316"/>
        <a:ext cx="7853116" cy="454509"/>
      </dsp:txXfrm>
    </dsp:sp>
    <dsp:sp modelId="{E75182BF-BDE2-4F46-A977-FF4202FCEDC3}">
      <dsp:nvSpPr>
        <dsp:cNvPr id="0" name=""/>
        <dsp:cNvSpPr/>
      </dsp:nvSpPr>
      <dsp:spPr>
        <a:xfrm>
          <a:off x="0" y="3771412"/>
          <a:ext cx="7902292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89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get results in a few</a:t>
          </a:r>
          <a:r>
            <a:rPr lang="tr-TR" sz="1600" kern="1200"/>
            <a:t> </a:t>
          </a:r>
          <a:r>
            <a:rPr lang="en-US" sz="1600" kern="1200"/>
            <a:t>hours </a:t>
          </a:r>
          <a:endParaRPr lang="tr-TR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instead of having to run a CPU search for months</a:t>
          </a:r>
          <a:endParaRPr lang="tr-TR" sz="1600" kern="1200"/>
        </a:p>
      </dsp:txBody>
      <dsp:txXfrm>
        <a:off x="0" y="3771412"/>
        <a:ext cx="7902292" cy="554242"/>
      </dsp:txXfrm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3B91A9-D9ED-4DBE-8806-367C667FDD09}">
      <dsp:nvSpPr>
        <dsp:cNvPr id="0" name=""/>
        <dsp:cNvSpPr/>
      </dsp:nvSpPr>
      <dsp:spPr>
        <a:xfrm>
          <a:off x="1067840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D8032-5B1E-4B9F-8990-6DC9C6DD53F4}">
      <dsp:nvSpPr>
        <dsp:cNvPr id="0" name=""/>
        <dsp:cNvSpPr/>
      </dsp:nvSpPr>
      <dsp:spPr>
        <a:xfrm>
          <a:off x="3871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Improvment in security</a:t>
          </a:r>
        </a:p>
      </dsp:txBody>
      <dsp:txXfrm>
        <a:off x="3871" y="1710233"/>
        <a:ext cx="3273749" cy="491062"/>
      </dsp:txXfrm>
    </dsp:sp>
    <dsp:sp modelId="{0A932180-083D-492A-AB19-D26EA15886E8}">
      <dsp:nvSpPr>
        <dsp:cNvPr id="0" name=""/>
        <dsp:cNvSpPr/>
      </dsp:nvSpPr>
      <dsp:spPr>
        <a:xfrm>
          <a:off x="3871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distinctive address makes it</a:t>
          </a:r>
          <a:r>
            <a:rPr lang="tr-TR" sz="1400" kern="1200"/>
            <a:t> </a:t>
          </a:r>
          <a:r>
            <a:rPr lang="en-US" sz="1400" kern="1200"/>
            <a:t>harder for adversaries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substitute their own address</a:t>
          </a:r>
          <a:r>
            <a:rPr lang="tr-TR" sz="1400" kern="1200"/>
            <a:t> </a:t>
          </a:r>
          <a:r>
            <a:rPr lang="en-US" sz="1400" kern="1200"/>
            <a:t>and fool customers </a:t>
          </a:r>
          <a:endParaRPr lang="tr-TR" sz="1400" kern="1200"/>
        </a:p>
      </dsp:txBody>
      <dsp:txXfrm>
        <a:off x="3871" y="2256496"/>
        <a:ext cx="3273749" cy="949267"/>
      </dsp:txXfrm>
    </dsp:sp>
    <dsp:sp modelId="{213126E7-5E7C-41B8-AD80-34161842AE9C}">
      <dsp:nvSpPr>
        <dsp:cNvPr id="0" name=""/>
        <dsp:cNvSpPr/>
      </dsp:nvSpPr>
      <dsp:spPr>
        <a:xfrm>
          <a:off x="4914496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E73A2-EFD8-478A-9F7E-94D65820F420}">
      <dsp:nvSpPr>
        <dsp:cNvPr id="0" name=""/>
        <dsp:cNvSpPr/>
      </dsp:nvSpPr>
      <dsp:spPr>
        <a:xfrm>
          <a:off x="3850528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3,364 times (58 × 58) higher</a:t>
          </a:r>
          <a:r>
            <a:rPr lang="tr-TR" sz="1800" kern="1200" dirty="0"/>
            <a:t> effort</a:t>
          </a:r>
        </a:p>
      </dsp:txBody>
      <dsp:txXfrm>
        <a:off x="3850528" y="1710233"/>
        <a:ext cx="3273749" cy="491062"/>
      </dsp:txXfrm>
    </dsp:sp>
    <dsp:sp modelId="{39F31AA4-40AB-4A52-8698-4F309BED726D}">
      <dsp:nvSpPr>
        <dsp:cNvPr id="0" name=""/>
        <dsp:cNvSpPr/>
      </dsp:nvSpPr>
      <dsp:spPr>
        <a:xfrm>
          <a:off x="3850528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expend</a:t>
          </a:r>
          <a:r>
            <a:rPr lang="tr-TR" sz="1400" kern="1200"/>
            <a:t>ed</a:t>
          </a:r>
          <a:r>
            <a:rPr lang="en-US" sz="1400" kern="1200"/>
            <a:t> effort </a:t>
          </a:r>
          <a:r>
            <a:rPr lang="tr-TR" sz="1400" kern="1200"/>
            <a:t>to match </a:t>
          </a:r>
          <a:r>
            <a:rPr lang="en-US" sz="1400" kern="1200"/>
            <a:t>at least</a:t>
          </a:r>
          <a:r>
            <a:rPr lang="tr-TR" sz="1400" kern="1200"/>
            <a:t> 6</a:t>
          </a:r>
          <a:r>
            <a:rPr lang="en-US" sz="1400" kern="1200"/>
            <a:t> characters (two more),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than the effort expended for 4-character vanity</a:t>
          </a:r>
          <a:endParaRPr lang="tr-TR" sz="1400" kern="1200"/>
        </a:p>
      </dsp:txBody>
      <dsp:txXfrm>
        <a:off x="3850528" y="2256496"/>
        <a:ext cx="3273749" cy="949267"/>
      </dsp:txXfrm>
    </dsp:sp>
    <dsp:sp modelId="{ED1A01B3-7558-48DD-A1D9-54C8AC35E51F}">
      <dsp:nvSpPr>
        <dsp:cNvPr id="0" name=""/>
        <dsp:cNvSpPr/>
      </dsp:nvSpPr>
      <dsp:spPr>
        <a:xfrm>
          <a:off x="8761153" y="445740"/>
          <a:ext cx="1145812" cy="1145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5B306-8AC3-41F8-A7D3-85CC9FAF36A4}">
      <dsp:nvSpPr>
        <dsp:cNvPr id="0" name=""/>
        <dsp:cNvSpPr/>
      </dsp:nvSpPr>
      <dsp:spPr>
        <a:xfrm>
          <a:off x="7697184" y="1710233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Fooling customers</a:t>
          </a:r>
        </a:p>
      </dsp:txBody>
      <dsp:txXfrm>
        <a:off x="7697184" y="1710233"/>
        <a:ext cx="3273749" cy="491062"/>
      </dsp:txXfrm>
    </dsp:sp>
    <dsp:sp modelId="{44924CA2-60DB-4737-9491-7288B9903BF0}">
      <dsp:nvSpPr>
        <dsp:cNvPr id="0" name=""/>
        <dsp:cNvSpPr/>
      </dsp:nvSpPr>
      <dsp:spPr>
        <a:xfrm>
          <a:off x="7697184" y="2256496"/>
          <a:ext cx="3273749" cy="94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anyone to create an address that resembles </a:t>
          </a:r>
          <a:r>
            <a:rPr lang="tr-TR" sz="1400" kern="1200"/>
            <a:t>or the same of </a:t>
          </a:r>
          <a:r>
            <a:rPr lang="en-US" sz="1400" kern="1200"/>
            <a:t>vanity</a:t>
          </a:r>
          <a:r>
            <a:rPr lang="tr-TR" sz="1400" kern="1200"/>
            <a:t> </a:t>
          </a:r>
          <a:r>
            <a:rPr lang="en-US" sz="1400" kern="1200"/>
            <a:t>address,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thereby fooling your customers</a:t>
          </a:r>
          <a:endParaRPr lang="tr-TR" sz="1400" kern="1200"/>
        </a:p>
      </dsp:txBody>
      <dsp:txXfrm>
        <a:off x="7697184" y="2256496"/>
        <a:ext cx="3273749" cy="949267"/>
      </dsp:txXfrm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E5434-8515-4EF3-9A6D-C8A0BC98CC10}">
      <dsp:nvSpPr>
        <dsp:cNvPr id="0" name=""/>
        <dsp:cNvSpPr/>
      </dsp:nvSpPr>
      <dsp:spPr>
        <a:xfrm>
          <a:off x="618081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9C9F1-9FC4-44CD-9CA0-24689F68E2E8}">
      <dsp:nvSpPr>
        <dsp:cNvPr id="0" name=""/>
        <dsp:cNvSpPr/>
      </dsp:nvSpPr>
      <dsp:spPr>
        <a:xfrm>
          <a:off x="7855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Private </a:t>
          </a:r>
          <a:r>
            <a:rPr lang="en-US" sz="1400" kern="1200"/>
            <a:t>keys on paper </a:t>
          </a:r>
          <a:endParaRPr lang="tr-TR" sz="1400" kern="1200"/>
        </a:p>
      </dsp:txBody>
      <dsp:txXfrm>
        <a:off x="7855" y="1497274"/>
        <a:ext cx="1877617" cy="281642"/>
      </dsp:txXfrm>
    </dsp:sp>
    <dsp:sp modelId="{67328F4C-58DC-41C3-9ACB-B4E820DDA63C}">
      <dsp:nvSpPr>
        <dsp:cNvPr id="0" name=""/>
        <dsp:cNvSpPr/>
      </dsp:nvSpPr>
      <dsp:spPr>
        <a:xfrm>
          <a:off x="7855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paper wallet</a:t>
          </a:r>
          <a:endParaRPr lang="tr-TR" sz="1100" kern="1200"/>
        </a:p>
      </dsp:txBody>
      <dsp:txXfrm>
        <a:off x="7855" y="1811303"/>
        <a:ext cx="1877617" cy="578515"/>
      </dsp:txXfrm>
    </dsp:sp>
    <dsp:sp modelId="{0877C696-7F6D-4109-9B71-973A20EEEB53}">
      <dsp:nvSpPr>
        <dsp:cNvPr id="0" name=""/>
        <dsp:cNvSpPr/>
      </dsp:nvSpPr>
      <dsp:spPr>
        <a:xfrm>
          <a:off x="2824282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BC127-0BCF-41EA-9E84-84CB4A979750}">
      <dsp:nvSpPr>
        <dsp:cNvPr id="0" name=""/>
        <dsp:cNvSpPr/>
      </dsp:nvSpPr>
      <dsp:spPr>
        <a:xfrm>
          <a:off x="2214056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also</a:t>
          </a:r>
          <a:r>
            <a:rPr lang="tr-TR" sz="1400" kern="1200"/>
            <a:t> </a:t>
          </a:r>
          <a:r>
            <a:rPr lang="en-US" sz="1400" kern="1200"/>
            <a:t>includes</a:t>
          </a:r>
          <a:endParaRPr lang="tr-TR" sz="1400" kern="1200"/>
        </a:p>
      </dsp:txBody>
      <dsp:txXfrm>
        <a:off x="2214056" y="1497274"/>
        <a:ext cx="1877617" cy="281642"/>
      </dsp:txXfrm>
    </dsp:sp>
    <dsp:sp modelId="{17E599FA-9204-472B-9E8B-EC8675230D01}">
      <dsp:nvSpPr>
        <dsp:cNvPr id="0" name=""/>
        <dsp:cNvSpPr/>
      </dsp:nvSpPr>
      <dsp:spPr>
        <a:xfrm>
          <a:off x="2214056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corresponding bitcoin address</a:t>
          </a:r>
          <a:endParaRPr lang="tr-TR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convenience, </a:t>
          </a:r>
          <a:endParaRPr lang="tr-TR" sz="1100" kern="1200"/>
        </a:p>
      </dsp:txBody>
      <dsp:txXfrm>
        <a:off x="2214056" y="1811303"/>
        <a:ext cx="1877617" cy="578515"/>
      </dsp:txXfrm>
    </dsp:sp>
    <dsp:sp modelId="{9B280CAA-4EB1-49BE-B3D1-3DBEF41A7D40}">
      <dsp:nvSpPr>
        <dsp:cNvPr id="0" name=""/>
        <dsp:cNvSpPr/>
      </dsp:nvSpPr>
      <dsp:spPr>
        <a:xfrm>
          <a:off x="5030482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7B939-1B15-4042-AC5B-F30A7BD179E5}">
      <dsp:nvSpPr>
        <dsp:cNvPr id="0" name=""/>
        <dsp:cNvSpPr/>
      </dsp:nvSpPr>
      <dsp:spPr>
        <a:xfrm>
          <a:off x="4420257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but this is not necessary</a:t>
          </a:r>
          <a:endParaRPr lang="tr-TR" sz="1400" kern="1200"/>
        </a:p>
      </dsp:txBody>
      <dsp:txXfrm>
        <a:off x="4420257" y="1497274"/>
        <a:ext cx="1877617" cy="281642"/>
      </dsp:txXfrm>
    </dsp:sp>
    <dsp:sp modelId="{4CC11E03-E141-4D94-81E5-5C4B1BDEDE06}">
      <dsp:nvSpPr>
        <dsp:cNvPr id="0" name=""/>
        <dsp:cNvSpPr/>
      </dsp:nvSpPr>
      <dsp:spPr>
        <a:xfrm>
          <a:off x="4420257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because it can be derived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from the private key.</a:t>
          </a:r>
          <a:endParaRPr lang="tr-TR" sz="1100" kern="1200"/>
        </a:p>
      </dsp:txBody>
      <dsp:txXfrm>
        <a:off x="4420257" y="1811303"/>
        <a:ext cx="1877617" cy="578515"/>
      </dsp:txXfrm>
    </dsp:sp>
    <dsp:sp modelId="{2E458094-1DF2-4A72-A424-7253C5F11790}">
      <dsp:nvSpPr>
        <dsp:cNvPr id="0" name=""/>
        <dsp:cNvSpPr/>
      </dsp:nvSpPr>
      <dsp:spPr>
        <a:xfrm>
          <a:off x="7236683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C0F55-DF2F-4B79-8F83-7A6376586C22}">
      <dsp:nvSpPr>
        <dsp:cNvPr id="0" name=""/>
        <dsp:cNvSpPr/>
      </dsp:nvSpPr>
      <dsp:spPr>
        <a:xfrm>
          <a:off x="6626457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“cold storage”</a:t>
          </a:r>
          <a:endParaRPr lang="tr-TR" sz="1400" kern="1200"/>
        </a:p>
      </dsp:txBody>
      <dsp:txXfrm>
        <a:off x="6626457" y="1497274"/>
        <a:ext cx="1877617" cy="281642"/>
      </dsp:txXfrm>
    </dsp:sp>
    <dsp:sp modelId="{3E08FF58-11E4-44C4-98A9-174DF2B77087}">
      <dsp:nvSpPr>
        <dsp:cNvPr id="0" name=""/>
        <dsp:cNvSpPr/>
      </dsp:nvSpPr>
      <dsp:spPr>
        <a:xfrm>
          <a:off x="6626457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</a:t>
          </a:r>
          <a:r>
            <a:rPr lang="tr-TR" sz="1100" kern="1200"/>
            <a:t>s</a:t>
          </a:r>
          <a:r>
            <a:rPr lang="en-US" sz="1100" kern="1200"/>
            <a:t> backups</a:t>
          </a:r>
          <a:endParaRPr lang="tr-TR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 offline bitcoin storage</a:t>
          </a:r>
          <a:endParaRPr lang="tr-TR" sz="1100" kern="1200"/>
        </a:p>
      </dsp:txBody>
      <dsp:txXfrm>
        <a:off x="6626457" y="1811303"/>
        <a:ext cx="1877617" cy="578515"/>
      </dsp:txXfrm>
    </dsp:sp>
    <dsp:sp modelId="{8C2D73B7-14B3-44A1-8F1D-EE7E4DC8CF95}">
      <dsp:nvSpPr>
        <dsp:cNvPr id="0" name=""/>
        <dsp:cNvSpPr/>
      </dsp:nvSpPr>
      <dsp:spPr>
        <a:xfrm>
          <a:off x="9442884" y="770476"/>
          <a:ext cx="657166" cy="6571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19179-C793-44FA-B11E-BD9CB0EF457A}">
      <dsp:nvSpPr>
        <dsp:cNvPr id="0" name=""/>
        <dsp:cNvSpPr/>
      </dsp:nvSpPr>
      <dsp:spPr>
        <a:xfrm>
          <a:off x="8832658" y="1497274"/>
          <a:ext cx="1877617" cy="281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Can be </a:t>
          </a:r>
          <a:r>
            <a:rPr lang="en-US" sz="1400" kern="1200"/>
            <a:t>generated offline</a:t>
          </a:r>
          <a:endParaRPr lang="tr-TR" sz="1400" kern="1200"/>
        </a:p>
      </dsp:txBody>
      <dsp:txXfrm>
        <a:off x="8832658" y="1497274"/>
        <a:ext cx="1877617" cy="281642"/>
      </dsp:txXfrm>
    </dsp:sp>
    <dsp:sp modelId="{6A433354-A7F1-44DC-9D9B-CB1F0F3EB9B0}">
      <dsp:nvSpPr>
        <dsp:cNvPr id="0" name=""/>
        <dsp:cNvSpPr/>
      </dsp:nvSpPr>
      <dsp:spPr>
        <a:xfrm>
          <a:off x="8832658" y="1811303"/>
          <a:ext cx="1877617" cy="57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never stored</a:t>
          </a:r>
          <a:r>
            <a:rPr lang="tr-TR" sz="1100" kern="1200"/>
            <a:t> online</a:t>
          </a:r>
        </a:p>
      </dsp:txBody>
      <dsp:txXfrm>
        <a:off x="8832658" y="1811303"/>
        <a:ext cx="1877617" cy="578515"/>
      </dsp:txXfrm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9A490-3865-4728-87E1-80D9F7E61B43}">
      <dsp:nvSpPr>
        <dsp:cNvPr id="0" name=""/>
        <dsp:cNvSpPr/>
      </dsp:nvSpPr>
      <dsp:spPr>
        <a:xfrm>
          <a:off x="2161319" y="34143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B5BD8-29A1-42D1-9AC2-F3A9A1B922E6}">
      <dsp:nvSpPr>
        <dsp:cNvPr id="0" name=""/>
        <dsp:cNvSpPr/>
      </dsp:nvSpPr>
      <dsp:spPr>
        <a:xfrm>
          <a:off x="757319" y="19810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Security against threads</a:t>
          </a:r>
        </a:p>
      </dsp:txBody>
      <dsp:txXfrm>
        <a:off x="757319" y="1981088"/>
        <a:ext cx="4320000" cy="648000"/>
      </dsp:txXfrm>
    </dsp:sp>
    <dsp:sp modelId="{3616BAF8-75EB-4180-9852-99DC9932E3AE}">
      <dsp:nvSpPr>
        <dsp:cNvPr id="0" name=""/>
        <dsp:cNvSpPr/>
      </dsp:nvSpPr>
      <dsp:spPr>
        <a:xfrm>
          <a:off x="757319" y="2688460"/>
          <a:ext cx="4320000" cy="621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hackers, keyloggers, </a:t>
          </a:r>
          <a:r>
            <a:rPr lang="tr-TR" sz="2000" kern="1200"/>
            <a:t>…</a:t>
          </a:r>
        </a:p>
      </dsp:txBody>
      <dsp:txXfrm>
        <a:off x="757319" y="2688460"/>
        <a:ext cx="4320000" cy="621606"/>
      </dsp:txXfrm>
    </dsp:sp>
    <dsp:sp modelId="{746F7140-BCEF-418A-8E0D-B56214848704}">
      <dsp:nvSpPr>
        <dsp:cNvPr id="0" name=""/>
        <dsp:cNvSpPr/>
      </dsp:nvSpPr>
      <dsp:spPr>
        <a:xfrm>
          <a:off x="7237319" y="34143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6BCB5-F46F-4A28-83F6-BD751AE46648}">
      <dsp:nvSpPr>
        <dsp:cNvPr id="0" name=""/>
        <dsp:cNvSpPr/>
      </dsp:nvSpPr>
      <dsp:spPr>
        <a:xfrm>
          <a:off x="5833319" y="198108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Protection against incidents</a:t>
          </a:r>
        </a:p>
      </dsp:txBody>
      <dsp:txXfrm>
        <a:off x="5833319" y="1981088"/>
        <a:ext cx="4320000" cy="648000"/>
      </dsp:txXfrm>
    </dsp:sp>
    <dsp:sp modelId="{6D9F41C6-0E71-44CB-AF06-63F3EC24F0A5}">
      <dsp:nvSpPr>
        <dsp:cNvPr id="0" name=""/>
        <dsp:cNvSpPr/>
      </dsp:nvSpPr>
      <dsp:spPr>
        <a:xfrm>
          <a:off x="5833319" y="2688460"/>
          <a:ext cx="4320000" cy="621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such as a hard-drive failure, theft, or accidental deletion</a:t>
          </a:r>
          <a:endParaRPr lang="tr-TR" sz="2000" kern="1200"/>
        </a:p>
      </dsp:txBody>
      <dsp:txXfrm>
        <a:off x="5833319" y="2688460"/>
        <a:ext cx="4320000" cy="621606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D93E6-2E96-4267-B8DC-5E95F5CA7095}">
      <dsp:nvSpPr>
        <dsp:cNvPr id="0" name=""/>
        <dsp:cNvSpPr/>
      </dsp:nvSpPr>
      <dsp:spPr>
        <a:xfrm>
          <a:off x="743105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32818-6D93-43A8-A24F-59275622BB1E}">
      <dsp:nvSpPr>
        <dsp:cNvPr id="0" name=""/>
        <dsp:cNvSpPr/>
      </dsp:nvSpPr>
      <dsp:spPr>
        <a:xfrm>
          <a:off x="5457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Generator</a:t>
          </a:r>
        </a:p>
      </dsp:txBody>
      <dsp:txXfrm>
        <a:off x="5457" y="1838770"/>
        <a:ext cx="2269687" cy="340453"/>
      </dsp:txXfrm>
    </dsp:sp>
    <dsp:sp modelId="{09E2756E-1B16-4052-AD87-EF3F0A45A209}">
      <dsp:nvSpPr>
        <dsp:cNvPr id="0" name=""/>
        <dsp:cNvSpPr/>
      </dsp:nvSpPr>
      <dsp:spPr>
        <a:xfrm>
          <a:off x="5457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91496-E48C-429D-9FE7-699F4B6ECFED}">
      <dsp:nvSpPr>
        <dsp:cNvPr id="0" name=""/>
        <dsp:cNvSpPr/>
      </dsp:nvSpPr>
      <dsp:spPr>
        <a:xfrm>
          <a:off x="3409988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D152E-B434-4800-B08C-01EF28E444E3}">
      <dsp:nvSpPr>
        <dsp:cNvPr id="0" name=""/>
        <dsp:cNvSpPr/>
      </dsp:nvSpPr>
      <dsp:spPr>
        <a:xfrm>
          <a:off x="2672340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using a tool</a:t>
          </a:r>
          <a:endParaRPr lang="tr-TR" sz="2100" kern="1200"/>
        </a:p>
      </dsp:txBody>
      <dsp:txXfrm>
        <a:off x="2672340" y="1838770"/>
        <a:ext cx="2269687" cy="340453"/>
      </dsp:txXfrm>
    </dsp:sp>
    <dsp:sp modelId="{F3C6498D-B462-42D0-B5BE-A97D241374C3}">
      <dsp:nvSpPr>
        <dsp:cNvPr id="0" name=""/>
        <dsp:cNvSpPr/>
      </dsp:nvSpPr>
      <dsp:spPr>
        <a:xfrm>
          <a:off x="2672340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such as the client-side JavaScript</a:t>
          </a:r>
          <a:r>
            <a:rPr lang="tr-TR" sz="1600" kern="1200"/>
            <a:t> </a:t>
          </a:r>
          <a:r>
            <a:rPr lang="en-US" sz="1600" kern="1200"/>
            <a:t>generator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 bitaddress.org. </a:t>
          </a:r>
          <a:endParaRPr lang="tr-TR" sz="1600" kern="1200"/>
        </a:p>
      </dsp:txBody>
      <dsp:txXfrm>
        <a:off x="2672340" y="2221275"/>
        <a:ext cx="2269687" cy="835282"/>
      </dsp:txXfrm>
    </dsp:sp>
    <dsp:sp modelId="{F4B9502E-565D-4AF6-80D7-A0644962965A}">
      <dsp:nvSpPr>
        <dsp:cNvPr id="0" name=""/>
        <dsp:cNvSpPr/>
      </dsp:nvSpPr>
      <dsp:spPr>
        <a:xfrm>
          <a:off x="6076871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141BA-FB73-4672-A7C3-E55AF815087A}">
      <dsp:nvSpPr>
        <dsp:cNvPr id="0" name=""/>
        <dsp:cNvSpPr/>
      </dsp:nvSpPr>
      <dsp:spPr>
        <a:xfrm>
          <a:off x="5339223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This page contains</a:t>
          </a:r>
          <a:endParaRPr lang="tr-TR" sz="2100" kern="1200"/>
        </a:p>
      </dsp:txBody>
      <dsp:txXfrm>
        <a:off x="5339223" y="1838770"/>
        <a:ext cx="2269687" cy="340453"/>
      </dsp:txXfrm>
    </dsp:sp>
    <dsp:sp modelId="{143C70E0-7D12-41EC-A2CA-2BECF66C6C5C}">
      <dsp:nvSpPr>
        <dsp:cNvPr id="0" name=""/>
        <dsp:cNvSpPr/>
      </dsp:nvSpPr>
      <dsp:spPr>
        <a:xfrm>
          <a:off x="5339223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 the code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necessary to generate keys</a:t>
          </a:r>
          <a:r>
            <a:rPr lang="tr-TR" sz="1600" kern="1200"/>
            <a:t> </a:t>
          </a:r>
          <a:r>
            <a:rPr lang="en-US" sz="1600" kern="1200"/>
            <a:t>and paper wallets</a:t>
          </a:r>
          <a:endParaRPr lang="tr-TR" sz="1600" kern="1200"/>
        </a:p>
      </dsp:txBody>
      <dsp:txXfrm>
        <a:off x="5339223" y="2221275"/>
        <a:ext cx="2269687" cy="835282"/>
      </dsp:txXfrm>
    </dsp:sp>
    <dsp:sp modelId="{EF65F549-F683-43EB-A9F7-2DC16B3AC333}">
      <dsp:nvSpPr>
        <dsp:cNvPr id="0" name=""/>
        <dsp:cNvSpPr/>
      </dsp:nvSpPr>
      <dsp:spPr>
        <a:xfrm>
          <a:off x="8743754" y="953968"/>
          <a:ext cx="794390" cy="7943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C5833-8EBB-427E-976E-C8CF4CEE53ED}">
      <dsp:nvSpPr>
        <dsp:cNvPr id="0" name=""/>
        <dsp:cNvSpPr/>
      </dsp:nvSpPr>
      <dsp:spPr>
        <a:xfrm>
          <a:off x="8006105" y="1838770"/>
          <a:ext cx="2269687" cy="340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even while</a:t>
          </a:r>
          <a:endParaRPr lang="tr-TR" sz="2100" kern="1200"/>
        </a:p>
      </dsp:txBody>
      <dsp:txXfrm>
        <a:off x="8006105" y="1838770"/>
        <a:ext cx="2269687" cy="340453"/>
      </dsp:txXfrm>
    </dsp:sp>
    <dsp:sp modelId="{76C1B9D1-C401-4DAE-81F4-5902F7886EE4}">
      <dsp:nvSpPr>
        <dsp:cNvPr id="0" name=""/>
        <dsp:cNvSpPr/>
      </dsp:nvSpPr>
      <dsp:spPr>
        <a:xfrm>
          <a:off x="8006105" y="2221275"/>
          <a:ext cx="2269687" cy="835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completely disconnected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from the internet. </a:t>
          </a:r>
          <a:endParaRPr lang="tr-TR" sz="1600" kern="1200"/>
        </a:p>
      </dsp:txBody>
      <dsp:txXfrm>
        <a:off x="8006105" y="2221275"/>
        <a:ext cx="2269687" cy="835282"/>
      </dsp:txXfrm>
    </dsp:sp>
  </dsp:spTree>
</dsp:drawing>
</file>

<file path=ppt/diagrams/drawing1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67A6-5DD5-4544-AA09-41893D2EAFEE}">
      <dsp:nvSpPr>
        <dsp:cNvPr id="0" name=""/>
        <dsp:cNvSpPr/>
      </dsp:nvSpPr>
      <dsp:spPr>
        <a:xfrm>
          <a:off x="2289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07050-76F9-4927-AAE8-2BBAD47E753C}">
      <dsp:nvSpPr>
        <dsp:cNvPr id="0" name=""/>
        <dsp:cNvSpPr/>
      </dsp:nvSpPr>
      <dsp:spPr>
        <a:xfrm>
          <a:off x="2289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How to use?</a:t>
          </a:r>
        </a:p>
      </dsp:txBody>
      <dsp:txXfrm>
        <a:off x="2289" y="1779536"/>
        <a:ext cx="1698046" cy="437777"/>
      </dsp:txXfrm>
    </dsp:sp>
    <dsp:sp modelId="{03C18A5E-B8CA-4BB7-8D0D-7D132D29202B}">
      <dsp:nvSpPr>
        <dsp:cNvPr id="0" name=""/>
        <dsp:cNvSpPr/>
      </dsp:nvSpPr>
      <dsp:spPr>
        <a:xfrm>
          <a:off x="2289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FCE93-D361-48F2-A7B3-23AE0F9346BB}">
      <dsp:nvSpPr>
        <dsp:cNvPr id="0" name=""/>
        <dsp:cNvSpPr/>
      </dsp:nvSpPr>
      <dsp:spPr>
        <a:xfrm>
          <a:off x="1997494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6A378-7C1B-4199-BC8D-79FEEFCD5108}">
      <dsp:nvSpPr>
        <dsp:cNvPr id="0" name=""/>
        <dsp:cNvSpPr/>
      </dsp:nvSpPr>
      <dsp:spPr>
        <a:xfrm>
          <a:off x="1997494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save the HTML page</a:t>
          </a:r>
          <a:endParaRPr lang="tr-TR" sz="1400" kern="1200"/>
        </a:p>
      </dsp:txBody>
      <dsp:txXfrm>
        <a:off x="1997494" y="1779536"/>
        <a:ext cx="1698046" cy="437777"/>
      </dsp:txXfrm>
    </dsp:sp>
    <dsp:sp modelId="{6DFA5C8F-6D36-4A1C-97C2-AB5B1D559556}">
      <dsp:nvSpPr>
        <dsp:cNvPr id="0" name=""/>
        <dsp:cNvSpPr/>
      </dsp:nvSpPr>
      <dsp:spPr>
        <a:xfrm>
          <a:off x="1997494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on your local drive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 on an external USB flash drive</a:t>
          </a:r>
          <a:endParaRPr lang="tr-TR" sz="1100" kern="1200"/>
        </a:p>
      </dsp:txBody>
      <dsp:txXfrm>
        <a:off x="1997494" y="2253553"/>
        <a:ext cx="1698046" cy="665708"/>
      </dsp:txXfrm>
    </dsp:sp>
    <dsp:sp modelId="{300D6C0A-A7A2-4D34-9B52-0F874340B60C}">
      <dsp:nvSpPr>
        <dsp:cNvPr id="0" name=""/>
        <dsp:cNvSpPr/>
      </dsp:nvSpPr>
      <dsp:spPr>
        <a:xfrm>
          <a:off x="3992700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85115-805D-474D-B73F-DBF1A0E88D84}">
      <dsp:nvSpPr>
        <dsp:cNvPr id="0" name=""/>
        <dsp:cNvSpPr/>
      </dsp:nvSpPr>
      <dsp:spPr>
        <a:xfrm>
          <a:off x="3992700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Disconnect</a:t>
          </a:r>
          <a:r>
            <a:rPr lang="tr-TR" sz="1400" kern="1200"/>
            <a:t> </a:t>
          </a:r>
          <a:r>
            <a:rPr lang="en-US" sz="1400" kern="1200"/>
            <a:t>from the internet</a:t>
          </a:r>
          <a:endParaRPr lang="tr-TR" sz="1400" kern="1200"/>
        </a:p>
      </dsp:txBody>
      <dsp:txXfrm>
        <a:off x="3992700" y="1779536"/>
        <a:ext cx="1698046" cy="437777"/>
      </dsp:txXfrm>
    </dsp:sp>
    <dsp:sp modelId="{E1257F8A-3FE9-477B-BF00-92548D1F91C8}">
      <dsp:nvSpPr>
        <dsp:cNvPr id="0" name=""/>
        <dsp:cNvSpPr/>
      </dsp:nvSpPr>
      <dsp:spPr>
        <a:xfrm>
          <a:off x="3992700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 the file in a browser. </a:t>
          </a:r>
          <a:endParaRPr lang="tr-TR" sz="1100" kern="1200"/>
        </a:p>
      </dsp:txBody>
      <dsp:txXfrm>
        <a:off x="3992700" y="2253553"/>
        <a:ext cx="1698046" cy="665708"/>
      </dsp:txXfrm>
    </dsp:sp>
    <dsp:sp modelId="{BEAB8B71-B655-4A11-9225-E119F3757731}">
      <dsp:nvSpPr>
        <dsp:cNvPr id="0" name=""/>
        <dsp:cNvSpPr/>
      </dsp:nvSpPr>
      <dsp:spPr>
        <a:xfrm>
          <a:off x="5987905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F9313-A6D2-4F0C-9699-DE093CDDA6DD}">
      <dsp:nvSpPr>
        <dsp:cNvPr id="0" name=""/>
        <dsp:cNvSpPr/>
      </dsp:nvSpPr>
      <dsp:spPr>
        <a:xfrm>
          <a:off x="5987905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Even better</a:t>
          </a:r>
          <a:endParaRPr lang="tr-TR" sz="1400" kern="1200"/>
        </a:p>
      </dsp:txBody>
      <dsp:txXfrm>
        <a:off x="5987905" y="1779536"/>
        <a:ext cx="1698046" cy="437777"/>
      </dsp:txXfrm>
    </dsp:sp>
    <dsp:sp modelId="{BD305B80-D6C0-4FEC-A464-D85094FE8959}">
      <dsp:nvSpPr>
        <dsp:cNvPr id="0" name=""/>
        <dsp:cNvSpPr/>
      </dsp:nvSpPr>
      <dsp:spPr>
        <a:xfrm>
          <a:off x="5987905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boot your computer</a:t>
          </a:r>
          <a:r>
            <a:rPr lang="tr-TR" sz="1100" kern="1200"/>
            <a:t> </a:t>
          </a:r>
          <a:r>
            <a:rPr lang="en-US" sz="1100" kern="1200"/>
            <a:t>using a pristine operating system, </a:t>
          </a:r>
          <a:endParaRPr lang="tr-TR" sz="1100" kern="1200"/>
        </a:p>
      </dsp:txBody>
      <dsp:txXfrm>
        <a:off x="5987905" y="2253553"/>
        <a:ext cx="1698046" cy="665708"/>
      </dsp:txXfrm>
    </dsp:sp>
    <dsp:sp modelId="{C1B88C30-0261-4F95-8FBD-99D0EAA38BE1}">
      <dsp:nvSpPr>
        <dsp:cNvPr id="0" name=""/>
        <dsp:cNvSpPr/>
      </dsp:nvSpPr>
      <dsp:spPr>
        <a:xfrm>
          <a:off x="7983110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5D3C3-B283-48EC-8A1C-92FEA9CBB19D}">
      <dsp:nvSpPr>
        <dsp:cNvPr id="0" name=""/>
        <dsp:cNvSpPr/>
      </dsp:nvSpPr>
      <dsp:spPr>
        <a:xfrm>
          <a:off x="7983110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such as</a:t>
          </a:r>
          <a:endParaRPr lang="tr-TR" sz="1400" kern="1200"/>
        </a:p>
      </dsp:txBody>
      <dsp:txXfrm>
        <a:off x="7983110" y="1779536"/>
        <a:ext cx="1698046" cy="437777"/>
      </dsp:txXfrm>
    </dsp:sp>
    <dsp:sp modelId="{6119E1D4-C301-45C4-9EB9-A0CD97A1D48A}">
      <dsp:nvSpPr>
        <dsp:cNvPr id="0" name=""/>
        <dsp:cNvSpPr/>
      </dsp:nvSpPr>
      <dsp:spPr>
        <a:xfrm>
          <a:off x="7983110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 CD-ROM bootable Linux OS. </a:t>
          </a:r>
          <a:endParaRPr lang="tr-TR" sz="1100" kern="1200"/>
        </a:p>
      </dsp:txBody>
      <dsp:txXfrm>
        <a:off x="7983110" y="2253553"/>
        <a:ext cx="1698046" cy="665708"/>
      </dsp:txXfrm>
    </dsp:sp>
    <dsp:sp modelId="{F5602ACD-9D1B-44D0-9F96-E312E073916D}">
      <dsp:nvSpPr>
        <dsp:cNvPr id="0" name=""/>
        <dsp:cNvSpPr/>
      </dsp:nvSpPr>
      <dsp:spPr>
        <a:xfrm>
          <a:off x="9978315" y="1107306"/>
          <a:ext cx="594316" cy="5943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60D80-A737-482E-8767-553EE1B92DE1}">
      <dsp:nvSpPr>
        <dsp:cNvPr id="0" name=""/>
        <dsp:cNvSpPr/>
      </dsp:nvSpPr>
      <dsp:spPr>
        <a:xfrm>
          <a:off x="9978315" y="1779536"/>
          <a:ext cx="1698046" cy="437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print on a local printer</a:t>
          </a:r>
          <a:endParaRPr lang="tr-TR" sz="1400" kern="1200"/>
        </a:p>
      </dsp:txBody>
      <dsp:txXfrm>
        <a:off x="9978315" y="1779536"/>
        <a:ext cx="1698046" cy="437777"/>
      </dsp:txXfrm>
    </dsp:sp>
    <dsp:sp modelId="{D5EB6C31-013B-4DE8-B22F-37BC43ECF202}">
      <dsp:nvSpPr>
        <dsp:cNvPr id="0" name=""/>
        <dsp:cNvSpPr/>
      </dsp:nvSpPr>
      <dsp:spPr>
        <a:xfrm>
          <a:off x="9978315" y="2253553"/>
          <a:ext cx="1698046" cy="665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over a</a:t>
          </a:r>
          <a:r>
            <a:rPr lang="tr-TR" sz="1100" kern="1200"/>
            <a:t> </a:t>
          </a:r>
          <a:r>
            <a:rPr lang="en-US" sz="1100" kern="1200"/>
            <a:t>USB cable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not wirelessly</a:t>
          </a:r>
          <a:endParaRPr lang="tr-TR" sz="1100" kern="1200" dirty="0"/>
        </a:p>
      </dsp:txBody>
      <dsp:txXfrm>
        <a:off x="9978315" y="2253553"/>
        <a:ext cx="1698046" cy="665708"/>
      </dsp:txXfrm>
    </dsp:sp>
  </dsp:spTree>
</dsp:drawing>
</file>

<file path=ppt/diagrams/drawing1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5FD9B-30CB-4FD8-ABE9-5CA53C645658}">
      <dsp:nvSpPr>
        <dsp:cNvPr id="0" name=""/>
        <dsp:cNvSpPr/>
      </dsp:nvSpPr>
      <dsp:spPr>
        <a:xfrm>
          <a:off x="5604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5290A-2A86-49B4-AB4F-5CE64D03F02C}">
      <dsp:nvSpPr>
        <dsp:cNvPr id="0" name=""/>
        <dsp:cNvSpPr/>
      </dsp:nvSpPr>
      <dsp:spPr>
        <a:xfrm>
          <a:off x="5604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Access to the paper</a:t>
          </a:r>
        </a:p>
      </dsp:txBody>
      <dsp:txXfrm>
        <a:off x="5604" y="1894392"/>
        <a:ext cx="2307656" cy="346148"/>
      </dsp:txXfrm>
    </dsp:sp>
    <dsp:sp modelId="{6D574858-4DC3-401F-86BC-06DEEEDF7D4C}">
      <dsp:nvSpPr>
        <dsp:cNvPr id="0" name=""/>
        <dsp:cNvSpPr/>
      </dsp:nvSpPr>
      <dsp:spPr>
        <a:xfrm>
          <a:off x="5604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17D99-3ADD-4256-BDD0-96D41CE1CB53}">
      <dsp:nvSpPr>
        <dsp:cNvPr id="0" name=""/>
        <dsp:cNvSpPr/>
      </dsp:nvSpPr>
      <dsp:spPr>
        <a:xfrm>
          <a:off x="2717100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27A8B-F434-46FD-8DE0-F471E4290895}">
      <dsp:nvSpPr>
        <dsp:cNvPr id="0" name=""/>
        <dsp:cNvSpPr/>
      </dsp:nvSpPr>
      <dsp:spPr>
        <a:xfrm>
          <a:off x="2717100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A thief</a:t>
          </a:r>
          <a:endParaRPr lang="tr-TR" sz="1600" kern="1200"/>
        </a:p>
      </dsp:txBody>
      <dsp:txXfrm>
        <a:off x="2717100" y="1894392"/>
        <a:ext cx="2307656" cy="346148"/>
      </dsp:txXfrm>
    </dsp:sp>
    <dsp:sp modelId="{DE7D9810-3B2B-4792-9D57-778DEA4A9427}">
      <dsp:nvSpPr>
        <dsp:cNvPr id="0" name=""/>
        <dsp:cNvSpPr/>
      </dsp:nvSpPr>
      <dsp:spPr>
        <a:xfrm>
          <a:off x="2717100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who is able</a:t>
          </a:r>
          <a:endParaRPr lang="tr-TR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gain access to the paper</a:t>
          </a:r>
          <a:endParaRPr lang="tr-TR" sz="1200" kern="1200"/>
        </a:p>
      </dsp:txBody>
      <dsp:txXfrm>
        <a:off x="2717100" y="2274772"/>
        <a:ext cx="2307656" cy="449923"/>
      </dsp:txXfrm>
    </dsp:sp>
    <dsp:sp modelId="{D5EBD8B1-6504-404E-B009-0188E82F248C}">
      <dsp:nvSpPr>
        <dsp:cNvPr id="0" name=""/>
        <dsp:cNvSpPr/>
      </dsp:nvSpPr>
      <dsp:spPr>
        <a:xfrm>
          <a:off x="5428596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9599C-B27C-4665-91B7-30F3ED167340}">
      <dsp:nvSpPr>
        <dsp:cNvPr id="0" name=""/>
        <dsp:cNvSpPr/>
      </dsp:nvSpPr>
      <dsp:spPr>
        <a:xfrm>
          <a:off x="5428596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can either steal it</a:t>
          </a:r>
          <a:endParaRPr lang="tr-TR" sz="1600" kern="1200"/>
        </a:p>
      </dsp:txBody>
      <dsp:txXfrm>
        <a:off x="5428596" y="1894392"/>
        <a:ext cx="2307656" cy="346148"/>
      </dsp:txXfrm>
    </dsp:sp>
    <dsp:sp modelId="{2DF8618B-F6E5-4BBA-9BDC-E968016652E3}">
      <dsp:nvSpPr>
        <dsp:cNvPr id="0" name=""/>
        <dsp:cNvSpPr/>
      </dsp:nvSpPr>
      <dsp:spPr>
        <a:xfrm>
          <a:off x="5428596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or photograph</a:t>
          </a:r>
          <a:r>
            <a:rPr lang="tr-TR" sz="1200" kern="1200"/>
            <a:t> </a:t>
          </a:r>
          <a:r>
            <a:rPr lang="en-US" sz="1200" kern="1200"/>
            <a:t>the keys </a:t>
          </a:r>
          <a:endParaRPr lang="tr-TR" sz="1200" kern="1200"/>
        </a:p>
      </dsp:txBody>
      <dsp:txXfrm>
        <a:off x="5428596" y="2274772"/>
        <a:ext cx="2307656" cy="449923"/>
      </dsp:txXfrm>
    </dsp:sp>
    <dsp:sp modelId="{FD9C1B5F-D158-4D08-919B-5F386D424570}">
      <dsp:nvSpPr>
        <dsp:cNvPr id="0" name=""/>
        <dsp:cNvSpPr/>
      </dsp:nvSpPr>
      <dsp:spPr>
        <a:xfrm>
          <a:off x="8140093" y="1013114"/>
          <a:ext cx="807679" cy="8076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04F4A-5AE1-4ED2-81EF-F3C8519F2C27}">
      <dsp:nvSpPr>
        <dsp:cNvPr id="0" name=""/>
        <dsp:cNvSpPr/>
      </dsp:nvSpPr>
      <dsp:spPr>
        <a:xfrm>
          <a:off x="8140093" y="1894392"/>
          <a:ext cx="2307656" cy="346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take control of the bitcoin</a:t>
          </a:r>
          <a:endParaRPr lang="tr-TR" sz="1600" kern="1200" dirty="0"/>
        </a:p>
      </dsp:txBody>
      <dsp:txXfrm>
        <a:off x="8140093" y="1894392"/>
        <a:ext cx="2307656" cy="346148"/>
      </dsp:txXfrm>
    </dsp:sp>
    <dsp:sp modelId="{9832D76B-16C3-4992-A055-226A5D34D05B}">
      <dsp:nvSpPr>
        <dsp:cNvPr id="0" name=""/>
        <dsp:cNvSpPr/>
      </dsp:nvSpPr>
      <dsp:spPr>
        <a:xfrm>
          <a:off x="8140093" y="2274772"/>
          <a:ext cx="2307656" cy="44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locked with those keys</a:t>
          </a:r>
          <a:endParaRPr lang="tr-TR" sz="1200" kern="1200"/>
        </a:p>
      </dsp:txBody>
      <dsp:txXfrm>
        <a:off x="8140093" y="2274772"/>
        <a:ext cx="2307656" cy="449923"/>
      </dsp:txXfrm>
    </dsp:sp>
  </dsp:spTree>
</dsp:drawing>
</file>

<file path=ppt/diagrams/drawing1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49FB9-6C09-42B0-8277-DB8A13F1C296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80D53-A7F7-490B-B6A2-9F0BAF91EB2A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BIP-38 encrypted private keys </a:t>
          </a:r>
          <a:endParaRPr lang="tr-TR" sz="1800" kern="1200"/>
        </a:p>
      </dsp:txBody>
      <dsp:txXfrm>
        <a:off x="3421" y="1872518"/>
        <a:ext cx="2894062" cy="434109"/>
      </dsp:txXfrm>
    </dsp:sp>
    <dsp:sp modelId="{1052AB2F-B32E-402F-927B-5BB67F860314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357C8-5915-4497-A384-17EA4B607B10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5A3D6-893E-4205-A9EF-CBAF77BC6912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paper wallet</a:t>
          </a:r>
          <a:endParaRPr lang="tr-TR" sz="1800" kern="1200"/>
        </a:p>
      </dsp:txBody>
      <dsp:txXfrm>
        <a:off x="3403945" y="1872518"/>
        <a:ext cx="2894062" cy="434109"/>
      </dsp:txXfrm>
    </dsp:sp>
    <dsp:sp modelId="{98716CA8-66A6-417B-942C-D4433A45E11B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</a:t>
          </a:r>
          <a:r>
            <a:rPr lang="en-US" sz="1400" kern="1200" dirty="0"/>
            <a:t>protected by a passphrase </a:t>
          </a:r>
          <a:endParaRPr lang="tr-TR" sz="1400" kern="1200" dirty="0"/>
        </a:p>
      </dsp:txBody>
      <dsp:txXfrm>
        <a:off x="3403945" y="2348904"/>
        <a:ext cx="2894062" cy="533644"/>
      </dsp:txXfrm>
    </dsp:sp>
    <dsp:sp modelId="{131F19A0-2203-4CA9-BB7A-458A67047173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749AF-0731-42B9-A591-D165E54EBC77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Without the passphrase</a:t>
          </a:r>
          <a:endParaRPr lang="tr-TR" sz="1800" kern="1200" dirty="0"/>
        </a:p>
      </dsp:txBody>
      <dsp:txXfrm>
        <a:off x="6804468" y="1872518"/>
        <a:ext cx="2894062" cy="434109"/>
      </dsp:txXfrm>
    </dsp:sp>
    <dsp:sp modelId="{C85E5ACF-F345-4E7F-9E89-0A38DFE3A249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encrypted keys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</a:t>
          </a:r>
          <a:r>
            <a:rPr lang="en-US" sz="1400" kern="1200" dirty="0"/>
            <a:t>useless.</a:t>
          </a:r>
          <a:endParaRPr lang="tr-TR" sz="1400" kern="1200" dirty="0"/>
        </a:p>
      </dsp:txBody>
      <dsp:txXfrm>
        <a:off x="6804468" y="2348904"/>
        <a:ext cx="2894062" cy="533644"/>
      </dsp:txXfrm>
    </dsp:sp>
  </dsp:spTree>
</dsp:drawing>
</file>

<file path=ppt/diagrams/drawing1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42365-8139-44CC-9018-0EC0A6E492F0}">
      <dsp:nvSpPr>
        <dsp:cNvPr id="0" name=""/>
        <dsp:cNvSpPr/>
      </dsp:nvSpPr>
      <dsp:spPr>
        <a:xfrm>
          <a:off x="84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564-C127-45C9-84FD-FB0D6745C519}">
      <dsp:nvSpPr>
        <dsp:cNvPr id="0" name=""/>
        <dsp:cNvSpPr/>
      </dsp:nvSpPr>
      <dsp:spPr>
        <a:xfrm>
          <a:off x="84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Your opinion</a:t>
          </a:r>
        </a:p>
      </dsp:txBody>
      <dsp:txXfrm>
        <a:off x="84" y="1422889"/>
        <a:ext cx="1377421" cy="219526"/>
      </dsp:txXfrm>
    </dsp:sp>
    <dsp:sp modelId="{7EDEF049-F1A9-4E28-B579-BFFC13E86FAC}">
      <dsp:nvSpPr>
        <dsp:cNvPr id="0" name=""/>
        <dsp:cNvSpPr/>
      </dsp:nvSpPr>
      <dsp:spPr>
        <a:xfrm>
          <a:off x="84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do you think on this chapter?</a:t>
          </a:r>
          <a:endParaRPr lang="tr-TR" sz="1100" kern="1200"/>
        </a:p>
      </dsp:txBody>
      <dsp:txXfrm>
        <a:off x="84" y="1671181"/>
        <a:ext cx="1377421" cy="646039"/>
      </dsp:txXfrm>
    </dsp:sp>
    <dsp:sp modelId="{5E8F8A7A-9490-44FC-A7E8-40D0F10C7CCC}">
      <dsp:nvSpPr>
        <dsp:cNvPr id="0" name=""/>
        <dsp:cNvSpPr/>
      </dsp:nvSpPr>
      <dsp:spPr>
        <a:xfrm>
          <a:off x="161855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86365-AB58-491B-A0A1-62063495E1FB}">
      <dsp:nvSpPr>
        <dsp:cNvPr id="0" name=""/>
        <dsp:cNvSpPr/>
      </dsp:nvSpPr>
      <dsp:spPr>
        <a:xfrm>
          <a:off x="161855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Challenging</a:t>
          </a:r>
        </a:p>
      </dsp:txBody>
      <dsp:txXfrm>
        <a:off x="1618555" y="1422889"/>
        <a:ext cx="1377421" cy="219526"/>
      </dsp:txXfrm>
    </dsp:sp>
    <dsp:sp modelId="{503F28B4-419F-4189-8EF1-3AAA5AC2C057}">
      <dsp:nvSpPr>
        <dsp:cNvPr id="0" name=""/>
        <dsp:cNvSpPr/>
      </dsp:nvSpPr>
      <dsp:spPr>
        <a:xfrm>
          <a:off x="161855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most interesting point?</a:t>
          </a:r>
          <a:endParaRPr lang="tr-TR" sz="1100" kern="1200"/>
        </a:p>
      </dsp:txBody>
      <dsp:txXfrm>
        <a:off x="1618555" y="1671181"/>
        <a:ext cx="1377421" cy="646039"/>
      </dsp:txXfrm>
    </dsp:sp>
    <dsp:sp modelId="{0D1F16E1-001C-4F4B-B5B5-C8F578729E73}">
      <dsp:nvSpPr>
        <dsp:cNvPr id="0" name=""/>
        <dsp:cNvSpPr/>
      </dsp:nvSpPr>
      <dsp:spPr>
        <a:xfrm>
          <a:off x="323702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F64B-08E0-451E-8E23-DCA274503F61}">
      <dsp:nvSpPr>
        <dsp:cNvPr id="0" name=""/>
        <dsp:cNvSpPr/>
      </dsp:nvSpPr>
      <dsp:spPr>
        <a:xfrm>
          <a:off x="323702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Clarification</a:t>
          </a:r>
        </a:p>
      </dsp:txBody>
      <dsp:txXfrm>
        <a:off x="3237025" y="1422889"/>
        <a:ext cx="1377421" cy="219526"/>
      </dsp:txXfrm>
    </dsp:sp>
    <dsp:sp modelId="{6D129A52-35D1-46AF-B09A-DCBC4FE80DBE}">
      <dsp:nvSpPr>
        <dsp:cNvPr id="0" name=""/>
        <dsp:cNvSpPr/>
      </dsp:nvSpPr>
      <dsp:spPr>
        <a:xfrm>
          <a:off x="323702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unclarified points?</a:t>
          </a:r>
          <a:endParaRPr lang="tr-TR" sz="1100" kern="1200"/>
        </a:p>
      </dsp:txBody>
      <dsp:txXfrm>
        <a:off x="3237025" y="1671181"/>
        <a:ext cx="1377421" cy="646039"/>
      </dsp:txXfrm>
    </dsp:sp>
    <dsp:sp modelId="{5C86ECA9-317D-4F01-A593-EB77CE907331}">
      <dsp:nvSpPr>
        <dsp:cNvPr id="0" name=""/>
        <dsp:cNvSpPr/>
      </dsp:nvSpPr>
      <dsp:spPr>
        <a:xfrm>
          <a:off x="4855496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97F6A-D049-4802-804D-F4BD9FCB5565}">
      <dsp:nvSpPr>
        <dsp:cNvPr id="0" name=""/>
        <dsp:cNvSpPr/>
      </dsp:nvSpPr>
      <dsp:spPr>
        <a:xfrm>
          <a:off x="4855496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Critical issue</a:t>
          </a:r>
        </a:p>
      </dsp:txBody>
      <dsp:txXfrm>
        <a:off x="4855496" y="1422889"/>
        <a:ext cx="1377421" cy="219526"/>
      </dsp:txXfrm>
    </dsp:sp>
    <dsp:sp modelId="{2295EE30-76A9-431A-BE94-B9A9D43B841E}">
      <dsp:nvSpPr>
        <dsp:cNvPr id="0" name=""/>
        <dsp:cNvSpPr/>
      </dsp:nvSpPr>
      <dsp:spPr>
        <a:xfrm>
          <a:off x="4855496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and explain a critical issu in this chapter</a:t>
          </a:r>
          <a:endParaRPr lang="tr-TR" sz="1100" kern="1200"/>
        </a:p>
      </dsp:txBody>
      <dsp:txXfrm>
        <a:off x="4855496" y="1671181"/>
        <a:ext cx="1377421" cy="646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02.03.2019</a:t>
            </a:r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76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2700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28.03.2020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5871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95793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emf"/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diagramLayout" Target="../diagrams/layout37.xml"/><Relationship Id="rId7" Type="http://schemas.openxmlformats.org/officeDocument/2006/relationships/image" Target="../media/image217.emf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8.xml"/><Relationship Id="rId3" Type="http://schemas.openxmlformats.org/officeDocument/2006/relationships/image" Target="../media/image218.emf"/><Relationship Id="rId7" Type="http://schemas.openxmlformats.org/officeDocument/2006/relationships/diagramQuickStyle" Target="../diagrams/quickStyle38.xml"/><Relationship Id="rId2" Type="http://schemas.openxmlformats.org/officeDocument/2006/relationships/image" Target="../media/image217.emf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8.xml"/><Relationship Id="rId5" Type="http://schemas.openxmlformats.org/officeDocument/2006/relationships/diagramData" Target="../diagrams/data38.xml"/><Relationship Id="rId4" Type="http://schemas.openxmlformats.org/officeDocument/2006/relationships/image" Target="../media/image219.emf"/><Relationship Id="rId9" Type="http://schemas.microsoft.com/office/2007/relationships/diagramDrawing" Target="../diagrams/drawing3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emf"/><Relationship Id="rId2" Type="http://schemas.openxmlformats.org/officeDocument/2006/relationships/image" Target="../media/image226.emf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4.xml"/><Relationship Id="rId3" Type="http://schemas.openxmlformats.org/officeDocument/2006/relationships/image" Target="../media/image259.emf"/><Relationship Id="rId7" Type="http://schemas.openxmlformats.org/officeDocument/2006/relationships/diagramColors" Target="../diagrams/colors44.xml"/><Relationship Id="rId2" Type="http://schemas.openxmlformats.org/officeDocument/2006/relationships/image" Target="../media/image258.em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4.xml"/><Relationship Id="rId5" Type="http://schemas.openxmlformats.org/officeDocument/2006/relationships/diagramLayout" Target="../diagrams/layout44.xml"/><Relationship Id="rId4" Type="http://schemas.openxmlformats.org/officeDocument/2006/relationships/diagramData" Target="../diagrams/data4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emf"/><Relationship Id="rId2" Type="http://schemas.openxmlformats.org/officeDocument/2006/relationships/image" Target="../media/image266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em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8.emf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emf"/><Relationship Id="rId2" Type="http://schemas.openxmlformats.org/officeDocument/2006/relationships/image" Target="../media/image336.emf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7.e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8.emf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diagramLayout" Target="../diagrams/layout80.xml"/><Relationship Id="rId7" Type="http://schemas.openxmlformats.org/officeDocument/2006/relationships/image" Target="../media/image217.emf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emf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4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5" Type="http://schemas.openxmlformats.org/officeDocument/2006/relationships/diagramColors" Target="../diagrams/colors84.xml"/><Relationship Id="rId4" Type="http://schemas.openxmlformats.org/officeDocument/2006/relationships/diagramQuickStyle" Target="../diagrams/quickStyle8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emf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7.emf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7.xml"/><Relationship Id="rId7" Type="http://schemas.microsoft.com/office/2007/relationships/diagramDrawing" Target="../diagrams/drawing9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7.xml"/><Relationship Id="rId5" Type="http://schemas.openxmlformats.org/officeDocument/2006/relationships/diagramQuickStyle" Target="../diagrams/quickStyle97.xml"/><Relationship Id="rId4" Type="http://schemas.openxmlformats.org/officeDocument/2006/relationships/diagramLayout" Target="../diagrams/layout9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3.emf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7" Type="http://schemas.openxmlformats.org/officeDocument/2006/relationships/image" Target="../media/image565.emf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3.xml"/><Relationship Id="rId7" Type="http://schemas.microsoft.com/office/2007/relationships/diagramDrawing" Target="../diagrams/drawing113.xml"/><Relationship Id="rId2" Type="http://schemas.openxmlformats.org/officeDocument/2006/relationships/hyperlink" Target="Raw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3.xml"/><Relationship Id="rId5" Type="http://schemas.openxmlformats.org/officeDocument/2006/relationships/diagramQuickStyle" Target="../diagrams/quickStyle113.xml"/><Relationship Id="rId4" Type="http://schemas.openxmlformats.org/officeDocument/2006/relationships/diagramLayout" Target="../diagrams/layout11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4.xml"/><Relationship Id="rId7" Type="http://schemas.microsoft.com/office/2007/relationships/diagramDrawing" Target="../diagrams/drawing114.xml"/><Relationship Id="rId2" Type="http://schemas.openxmlformats.org/officeDocument/2006/relationships/image" Target="../media/image566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4.xml"/><Relationship Id="rId5" Type="http://schemas.openxmlformats.org/officeDocument/2006/relationships/diagramQuickStyle" Target="../diagrams/quickStyle114.xml"/><Relationship Id="rId4" Type="http://schemas.openxmlformats.org/officeDocument/2006/relationships/diagramLayout" Target="../diagrams/layout11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5.xml"/><Relationship Id="rId7" Type="http://schemas.microsoft.com/office/2007/relationships/diagramDrawing" Target="../diagrams/drawing115.xml"/><Relationship Id="rId2" Type="http://schemas.openxmlformats.org/officeDocument/2006/relationships/image" Target="../media/image576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5.xml"/><Relationship Id="rId5" Type="http://schemas.openxmlformats.org/officeDocument/2006/relationships/diagramQuickStyle" Target="../diagrams/quickStyle115.xml"/><Relationship Id="rId4" Type="http://schemas.openxmlformats.org/officeDocument/2006/relationships/diagramLayout" Target="../diagrams/layout115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6.xml"/><Relationship Id="rId7" Type="http://schemas.microsoft.com/office/2007/relationships/diagramDrawing" Target="../diagrams/drawing116.xml"/><Relationship Id="rId2" Type="http://schemas.openxmlformats.org/officeDocument/2006/relationships/image" Target="../media/image576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6.xml"/><Relationship Id="rId5" Type="http://schemas.openxmlformats.org/officeDocument/2006/relationships/diagramQuickStyle" Target="../diagrams/quickStyle116.xml"/><Relationship Id="rId4" Type="http://schemas.openxmlformats.org/officeDocument/2006/relationships/diagramLayout" Target="../diagrams/layout11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7" Type="http://schemas.openxmlformats.org/officeDocument/2006/relationships/image" Target="../media/image597.emf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8.xml"/><Relationship Id="rId2" Type="http://schemas.openxmlformats.org/officeDocument/2006/relationships/diagramData" Target="../diagrams/data1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8.xml"/><Relationship Id="rId5" Type="http://schemas.openxmlformats.org/officeDocument/2006/relationships/diagramColors" Target="../diagrams/colors118.xml"/><Relationship Id="rId4" Type="http://schemas.openxmlformats.org/officeDocument/2006/relationships/diagramQuickStyle" Target="../diagrams/quickStyle118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9.xml"/><Relationship Id="rId2" Type="http://schemas.openxmlformats.org/officeDocument/2006/relationships/diagramData" Target="../diagrams/data1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9.xml"/><Relationship Id="rId5" Type="http://schemas.openxmlformats.org/officeDocument/2006/relationships/diagramColors" Target="../diagrams/colors119.xml"/><Relationship Id="rId4" Type="http://schemas.openxmlformats.org/officeDocument/2006/relationships/diagramQuickStyle" Target="../diagrams/quickStyle119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0.xml"/><Relationship Id="rId2" Type="http://schemas.openxmlformats.org/officeDocument/2006/relationships/diagramData" Target="../diagrams/data1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0.xml"/><Relationship Id="rId5" Type="http://schemas.openxmlformats.org/officeDocument/2006/relationships/diagramColors" Target="../diagrams/colors120.xml"/><Relationship Id="rId4" Type="http://schemas.openxmlformats.org/officeDocument/2006/relationships/diagramQuickStyle" Target="../diagrams/quickStyle120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6.emf"/><Relationship Id="rId2" Type="http://schemas.openxmlformats.org/officeDocument/2006/relationships/image" Target="../media/image625.emf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7.emf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1.xml"/><Relationship Id="rId7" Type="http://schemas.microsoft.com/office/2007/relationships/diagramDrawing" Target="../diagrams/drawing121.xml"/><Relationship Id="rId2" Type="http://schemas.openxmlformats.org/officeDocument/2006/relationships/image" Target="../media/image628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21.xml"/><Relationship Id="rId5" Type="http://schemas.openxmlformats.org/officeDocument/2006/relationships/diagramQuickStyle" Target="../diagrams/quickStyle121.xml"/><Relationship Id="rId4" Type="http://schemas.openxmlformats.org/officeDocument/2006/relationships/diagramLayout" Target="../diagrams/layout121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2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637.png"/><Relationship Id="rId7" Type="http://schemas.openxmlformats.org/officeDocument/2006/relationships/image" Target="../media/image641.svg"/><Relationship Id="rId12" Type="http://schemas.openxmlformats.org/officeDocument/2006/relationships/image" Target="../media/image64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0.png"/><Relationship Id="rId11" Type="http://schemas.openxmlformats.org/officeDocument/2006/relationships/image" Target="../media/image644.png"/><Relationship Id="rId5" Type="http://schemas.openxmlformats.org/officeDocument/2006/relationships/image" Target="../media/image639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638.png"/><Relationship Id="rId9" Type="http://schemas.openxmlformats.org/officeDocument/2006/relationships/image" Target="../media/image643.svg"/><Relationship Id="rId14" Type="http://schemas.openxmlformats.org/officeDocument/2006/relationships/image" Target="../media/image6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4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Keys, Addresses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E82FE-DC15-4847-86E7-4788F03A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7034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45783"/>
              </p:ext>
            </p:extLst>
          </p:nvPr>
        </p:nvGraphicFramePr>
        <p:xfrm>
          <a:off x="128338" y="2021305"/>
          <a:ext cx="11420196" cy="4068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8E6E95-E25F-478A-8644-0350E7F25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16615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01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8E6E95-E25F-478A-8644-0350E7F25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08908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47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6B603-05EC-4EDE-8273-C813F85C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&amp;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A3B66-0675-48AA-983C-6FE742F36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74385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1283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6B603-05EC-4EDE-8273-C813F85C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&amp;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A3B66-0675-48AA-983C-6FE742F36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76133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39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7417-05A4-4410-B243-B2D7CDF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Validity of Bitcoin Ownership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98EEB4-60DF-4CC5-B246-958BBEDAF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45668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74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7417-05A4-4410-B243-B2D7CDF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Validity of Bitcoin Ownership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98EEB4-60DF-4CC5-B246-958BBEDAF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198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948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3613D-E00B-4E52-86F7-FA46FC87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Private-Public 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BEA75-4632-4C8E-85BD-88B46AD0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1467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804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3613D-E00B-4E52-86F7-FA46FC87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Private-Public 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BEA75-4632-4C8E-85BD-88B46AD0D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66091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25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Cryptography &amp; Cryptocurrency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8DF501-B8D3-4BE2-BFD3-84129F75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95156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50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Cryptography &amp; Cryptocurrency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8DF501-B8D3-4BE2-BFD3-84129F75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2631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90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54EB-940E-4C73-AC51-DBC231B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F89F0-5586-4EEC-A8FE-2DA5AA4B3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4755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5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54EB-940E-4C73-AC51-DBC231B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 Pairs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F89F0-5586-4EEC-A8FE-2DA5AA4B3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8090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8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8CAC5-C787-4441-A0D0-8DB54E80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Execution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3C6E9A-6F42-4083-8D48-E1C4F8F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33270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34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8CAC5-C787-4441-A0D0-8DB54E803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Execution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3C6E9A-6F42-4083-8D48-E1C4F8F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88648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45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50464-7FCB-4EC0-8A40-678BDE13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Keys in Wallet Implementations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5BEAB7-8564-4917-90E9-D002A15B9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3997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001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and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05F4C9-41A5-41C9-814A-EC8B50EB5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15318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4310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and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05F4C9-41A5-41C9-814A-EC8B50EB5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20033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47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7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09E61F-3276-4D26-857A-4762CF80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87" y="2069230"/>
            <a:ext cx="9581426" cy="27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1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42BC9-0B18-4ACB-A459-B0A099C7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Why Use Asymmetric Cryptography?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E1AB8E-0466-48E3-B7DD-E3035F8B7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1152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414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42BC9-0B18-4ACB-A459-B0A099C7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Why Use Asymmetric Cryptography?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E1AB8E-0466-48E3-B7DD-E3035F8B7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00054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110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69D-FC8E-4A47-9A9B-3781B84A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90891-A209-41CB-B49C-EB8FBD31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75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266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69D-FC8E-4A47-9A9B-3781B84A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190891-A209-41CB-B49C-EB8FBD316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55217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4994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9" name="Rectangle 74">
            <a:extLst>
              <a:ext uri="{FF2B5EF4-FFF2-40B4-BE49-F238E27FC236}">
                <a16:creationId xmlns:a16="http://schemas.microsoft.com/office/drawing/2014/main" id="{1349B8D5-4139-41C8-81E3-840BD6DC9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262988-64D9-40E5-92DC-47F78635B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4342075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oss a coin ile ilgili gÃ¶rsel sonucu">
            <a:extLst>
              <a:ext uri="{FF2B5EF4-FFF2-40B4-BE49-F238E27FC236}">
                <a16:creationId xmlns:a16="http://schemas.microsoft.com/office/drawing/2014/main" id="{C3F3F192-531F-4367-A138-8DD2508BE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7" y="885770"/>
            <a:ext cx="4010829" cy="508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5A274144-1E4F-4EB2-8E6E-AC9790ACE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6408" y="493985"/>
            <a:ext cx="6568579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B7F488-625C-4379-A25E-EDFB47AF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087" y="1410345"/>
            <a:ext cx="7060458" cy="1504992"/>
          </a:xfrm>
          <a:prstGeom prst="rect">
            <a:avLst/>
          </a:prstGeom>
        </p:spPr>
      </p:pic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C56E3C5E-1C6B-4515-9AC2-220FB3219BA8}"/>
              </a:ext>
            </a:extLst>
          </p:cNvPr>
          <p:cNvSpPr/>
          <p:nvPr/>
        </p:nvSpPr>
        <p:spPr>
          <a:xfrm>
            <a:off x="5643819" y="3485464"/>
            <a:ext cx="1907816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r-TR" dirty="0"/>
              <a:t>101001…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03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1E457-A3C0-4259-9AFE-4DA1A41E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Generating a private key from a random number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0BE49-7066-418D-AC83-160C5FD69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48512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4598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1E457-A3C0-4259-9AFE-4DA1A41E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Generating a private key from a random number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0BE49-7066-418D-AC83-160C5FD69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96953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2073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AB1EB-9743-4F42-97EC-B6612B16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Algorithm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F2380F-291A-4A58-8599-0B509E47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80786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9555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AB1EB-9743-4F42-97EC-B6612B16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Algorithm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F2380F-291A-4A58-8599-0B509E47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5818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7159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812653-5DC9-4040-80B5-A8FEC5F1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22" y="561473"/>
            <a:ext cx="9983757" cy="31602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558F36-A74A-44AB-8F0D-E19E0278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22" y="4236836"/>
            <a:ext cx="10095477" cy="185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87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277F1-C82C-45C5-A5C6-EB5BF2EF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New Key with Bitcoin Core Client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0CCF7D-4EDA-472D-A90E-B29C76FB0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84324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8FE4BB-F96E-4733-979A-7F94BFA9BA41}"/>
              </a:ext>
            </a:extLst>
          </p:cNvPr>
          <p:cNvSpPr/>
          <p:nvPr/>
        </p:nvSpPr>
        <p:spPr>
          <a:xfrm>
            <a:off x="1750359" y="5488287"/>
            <a:ext cx="7395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bitcoin-cli getnewaddress</a:t>
            </a:r>
          </a:p>
          <a:p>
            <a:r>
              <a:rPr lang="tr-TR" dirty="0">
                <a:latin typeface="UbuntuMono-Regular"/>
              </a:rPr>
              <a:t>1J7mdg5rbQyUHENYdx39WVWK7fsLpEoXZy</a:t>
            </a:r>
          </a:p>
          <a:p>
            <a:r>
              <a:rPr lang="tr-TR" dirty="0">
                <a:latin typeface="UbuntuMono-Regular"/>
              </a:rPr>
              <a:t>$ bitcoin-cli dumpprivkey 1J7mdg5rbQyUHENYdx39WVWK7fsLpEoXZy</a:t>
            </a:r>
          </a:p>
          <a:p>
            <a:r>
              <a:rPr lang="tr-TR" dirty="0">
                <a:latin typeface="UbuntuMono-Regular"/>
              </a:rPr>
              <a:t>KxFC1jmwwCoACiCAWZ3eXa96mBM6tb3TYzGmf6YwgdGWZgawvrtJ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5324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277F1-C82C-45C5-A5C6-EB5BF2EF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New Key with Bitcoin Core Client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0CCF7D-4EDA-472D-A90E-B29C76FB0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79320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8FE4BB-F96E-4733-979A-7F94BFA9BA41}"/>
              </a:ext>
            </a:extLst>
          </p:cNvPr>
          <p:cNvSpPr/>
          <p:nvPr/>
        </p:nvSpPr>
        <p:spPr>
          <a:xfrm>
            <a:off x="2933700" y="5470358"/>
            <a:ext cx="73954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bitcoin-cli getnewaddress</a:t>
            </a:r>
          </a:p>
          <a:p>
            <a:r>
              <a:rPr lang="tr-TR" dirty="0">
                <a:latin typeface="UbuntuMono-Regular"/>
              </a:rPr>
              <a:t>1J7mdg5rbQyUHENYdx39WVWK7fsLpEoXZy</a:t>
            </a:r>
          </a:p>
          <a:p>
            <a:r>
              <a:rPr lang="tr-TR" dirty="0">
                <a:latin typeface="UbuntuMono-Regular"/>
              </a:rPr>
              <a:t>$ bitcoin-cli dumpprivkey 1J7mdg5rbQyUHENYdx39WVWK7fsLpEoXZy</a:t>
            </a:r>
          </a:p>
          <a:p>
            <a:r>
              <a:rPr lang="tr-TR" dirty="0">
                <a:latin typeface="UbuntuMono-Regular"/>
              </a:rPr>
              <a:t>KxFC1jmwwCoACiCAWZ3eXa96mBM6tb3TYzGmf6YwgdGWZgawvrtJ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6805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E7798-5AFD-4E25-BD30-27467E7F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Revealing the Private Key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6FDE89-7A7A-4C8D-BAC7-6D8C26386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63842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852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EE81-7263-439B-B39C-0D1E1181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Bitcoin Explorer for Private Keys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BC8C17E-3C91-456B-83F9-8B2FBB4C9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876032"/>
              </p:ext>
            </p:extLst>
          </p:nvPr>
        </p:nvGraphicFramePr>
        <p:xfrm>
          <a:off x="2933700" y="2438400"/>
          <a:ext cx="8770571" cy="250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437212C-EFC0-4733-9B30-65754249BB50}"/>
              </a:ext>
            </a:extLst>
          </p:cNvPr>
          <p:cNvSpPr/>
          <p:nvPr/>
        </p:nvSpPr>
        <p:spPr>
          <a:xfrm>
            <a:off x="3192379" y="53626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UbuntuMono-Regular"/>
              </a:rPr>
              <a:t>$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seed |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</a:t>
            </a:r>
            <a:r>
              <a:rPr lang="en-US" dirty="0" err="1">
                <a:latin typeface="UbuntuMono-Regular"/>
              </a:rPr>
              <a:t>ec</a:t>
            </a:r>
            <a:r>
              <a:rPr lang="en-US" dirty="0">
                <a:latin typeface="UbuntuMono-Regular"/>
              </a:rPr>
              <a:t>-new | </a:t>
            </a:r>
            <a:r>
              <a:rPr lang="en-US" dirty="0" err="1">
                <a:latin typeface="UbuntuMono-Regular"/>
              </a:rPr>
              <a:t>bx</a:t>
            </a:r>
            <a:r>
              <a:rPr lang="en-US" dirty="0">
                <a:latin typeface="UbuntuMono-Regular"/>
              </a:rPr>
              <a:t> </a:t>
            </a:r>
            <a:r>
              <a:rPr lang="en-US" dirty="0" err="1">
                <a:latin typeface="UbuntuMono-Regular"/>
              </a:rPr>
              <a:t>ec</a:t>
            </a:r>
            <a:r>
              <a:rPr lang="en-US" dirty="0">
                <a:latin typeface="UbuntuMono-Regular"/>
              </a:rPr>
              <a:t>-to-</a:t>
            </a:r>
            <a:r>
              <a:rPr lang="en-US" dirty="0" err="1">
                <a:latin typeface="UbuntuMono-Regular"/>
              </a:rPr>
              <a:t>wif</a:t>
            </a:r>
            <a:endParaRPr lang="en-US" dirty="0">
              <a:latin typeface="UbuntuMono-Regular"/>
            </a:endParaRPr>
          </a:p>
          <a:p>
            <a:r>
              <a:rPr lang="tr-TR" dirty="0">
                <a:latin typeface="UbuntuMono-Regular"/>
              </a:rPr>
              <a:t>5J3mBbAH58CpQ3Y5RNJpUKPE62SQ5tfcvU2JpbnkeyhfsYB1Jcn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4167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187A-D434-45D5-B72A-E53BB4F5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Public Keys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66DD33-775C-4FAE-9EE6-641A0BD0E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1886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6880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6187A-D434-45D5-B72A-E53BB4F5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66DD33-775C-4FAE-9EE6-641A0BD0E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9474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281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717ED-114A-4594-AFE7-6D99B455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Elliptic </a:t>
            </a:r>
            <a:r>
              <a:rPr lang="tr-TR"/>
              <a:t>C</a:t>
            </a:r>
            <a:r>
              <a:rPr lang="en-US"/>
              <a:t>urve </a:t>
            </a:r>
            <a:r>
              <a:rPr lang="tr-TR"/>
              <a:t>M</a:t>
            </a:r>
            <a:r>
              <a:rPr lang="en-US"/>
              <a:t>ultiplication</a:t>
            </a:r>
            <a:endParaRPr lang="tr-T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6AE41-69A0-4035-9C8D-CFF64B08A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27519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2722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717ED-114A-4594-AFE7-6D99B455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Elliptic </a:t>
            </a:r>
            <a:r>
              <a:rPr lang="tr-TR"/>
              <a:t>C</a:t>
            </a:r>
            <a:r>
              <a:rPr lang="en-US"/>
              <a:t>urve </a:t>
            </a:r>
            <a:r>
              <a:rPr lang="tr-TR"/>
              <a:t>M</a:t>
            </a:r>
            <a:r>
              <a:rPr lang="en-US"/>
              <a:t>ultiplication</a:t>
            </a:r>
            <a:endParaRPr lang="tr-T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6AE41-69A0-4035-9C8D-CFF64B08A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5338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660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Elliptic Curve Cryptography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9D77A3-FAD8-4D0E-B5E1-B50069131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550253"/>
              </p:ext>
            </p:extLst>
          </p:nvPr>
        </p:nvGraphicFramePr>
        <p:xfrm>
          <a:off x="1997715" y="1851448"/>
          <a:ext cx="9136450" cy="4782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049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03864-AEB6-45AB-B98F-BE5A8BFB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Standard: </a:t>
            </a:r>
            <a:r>
              <a:rPr lang="en-US" dirty="0"/>
              <a:t>secp256k1</a:t>
            </a:r>
            <a:endParaRPr lang="tr-TR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1A3860-91D8-47DD-9E35-D40114583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95342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0519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F4C12-5EA3-457A-841A-CED0D39E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Formulization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F3BFF6-0BBA-4B1A-A6DF-C70C53598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714376"/>
              </p:ext>
            </p:extLst>
          </p:nvPr>
        </p:nvGraphicFramePr>
        <p:xfrm>
          <a:off x="519954" y="2438400"/>
          <a:ext cx="1102858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AB1AB6A-D431-4EA5-A420-4661570C4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3540" y="2319720"/>
            <a:ext cx="2764708" cy="558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C95FF5-E4BC-47F5-87AB-BE553ABF0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717" y="2257366"/>
            <a:ext cx="3414814" cy="6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297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B691BAB-EE6B-42F6-98D5-18C0C563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808308-E812-478D-B84D-AF12B03BB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6DBF431-BDCD-4D5D-A539-DEB3E7306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92B87194-635A-489F-9D93-75356807A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BF4C12-5EA3-457A-841A-CED0D39E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Formulization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A8FEB6-B9CE-48D5-9F76-FE6750ED5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DECCC49-F251-4A41-8104-C48E23A3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67" y="2234385"/>
            <a:ext cx="3330594" cy="6701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71BC3-1023-4E37-8ABD-2E5CF4D6E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04" y="2300057"/>
            <a:ext cx="3319667" cy="622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F8DB2E-04B2-497D-BE80-2AD8C9C72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032" y="5627777"/>
            <a:ext cx="9676921" cy="86267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F3BFF6-0BBA-4B1A-A6DF-C70C53598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227459"/>
              </p:ext>
            </p:extLst>
          </p:nvPr>
        </p:nvGraphicFramePr>
        <p:xfrm>
          <a:off x="2933701" y="2689412"/>
          <a:ext cx="7716370" cy="3400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9573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8DC7-5BC6-4DEA-99BC-811DBDEF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024" y="173898"/>
            <a:ext cx="11206966" cy="722573"/>
          </a:xfrm>
        </p:spPr>
        <p:txBody>
          <a:bodyPr>
            <a:noAutofit/>
          </a:bodyPr>
          <a:lstStyle/>
          <a:p>
            <a:r>
              <a:rPr lang="en-US" sz="3600" dirty="0"/>
              <a:t>Elliptic curve cryptography</a:t>
            </a:r>
            <a:endParaRPr lang="tr-TR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395AC-81DF-4DF6-BD5C-D602E291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58" y="902822"/>
            <a:ext cx="5388260" cy="5357131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6525F49D-B22E-4548-B9CC-CBEC5578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06" y="1031745"/>
            <a:ext cx="3414814" cy="6422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8571E-CEA2-41AA-AE17-649C61BEB996}"/>
              </a:ext>
            </a:extLst>
          </p:cNvPr>
          <p:cNvSpPr/>
          <p:nvPr/>
        </p:nvSpPr>
        <p:spPr>
          <a:xfrm>
            <a:off x="4412448" y="6346121"/>
            <a:ext cx="4622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visualizing an elliptic curve over F(p), with p=17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9094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a Public Key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8989A3-8862-42AF-99ED-8406DF7B3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47499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5852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Generating a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8276CE-FB7E-46A3-90E9-BEC80717A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5640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39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Generating a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8276CE-FB7E-46A3-90E9-BEC80717A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37790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6177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0AA63-EAD9-45DE-9B1E-6E2CEE09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Safety of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4A2749-AD7A-421D-8817-FA57401BD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89706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93230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0AA63-EAD9-45DE-9B1E-6E2CEE09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Safety of Public Keys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4A2749-AD7A-421D-8817-FA57401BD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74203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642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2326-7A56-4454-B86A-341E099D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E0322-35F5-4BE5-8070-D5F3BE0C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14" y="4609149"/>
            <a:ext cx="7526443" cy="1615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E24974-FB0A-4A0F-AA1E-520AB829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389" y="6389819"/>
            <a:ext cx="8493637" cy="26765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EFE3B9-7AE0-43F3-9C72-18DDF8B0D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82124"/>
              </p:ext>
            </p:extLst>
          </p:nvPr>
        </p:nvGraphicFramePr>
        <p:xfrm>
          <a:off x="1714501" y="1604210"/>
          <a:ext cx="9531015" cy="2775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0472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53DDCD-FE32-4A78-AAA5-0F28FCA8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7" y="1889488"/>
            <a:ext cx="4452655" cy="42530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D1DD4C-D97B-43EF-907E-BFCF0F0A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84" y="63434"/>
            <a:ext cx="8916583" cy="17172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91D519-011C-43EE-8E25-2C9423F16316}"/>
              </a:ext>
            </a:extLst>
          </p:cNvPr>
          <p:cNvSpPr/>
          <p:nvPr/>
        </p:nvSpPr>
        <p:spPr>
          <a:xfrm>
            <a:off x="990076" y="6142547"/>
            <a:ext cx="10881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MinionPro-It"/>
              </a:rPr>
              <a:t>Figure 4-4</a:t>
            </a:r>
            <a:r>
              <a:rPr lang="en-US" i="1" dirty="0">
                <a:latin typeface="MinionPro-It"/>
              </a:rPr>
              <a:t>. Elliptic curve cryptography: visualizing the multiplication of a point G by an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integer k on an elliptic curve</a:t>
            </a:r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3D9C2C3-3B19-49C0-8536-2020CB22DCE7}"/>
              </a:ext>
            </a:extLst>
          </p:cNvPr>
          <p:cNvSpPr/>
          <p:nvPr/>
        </p:nvSpPr>
        <p:spPr>
          <a:xfrm>
            <a:off x="5525355" y="22286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elliptic curves, adding a point to itself is the equivalent of 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drawing a tangent</a:t>
            </a:r>
            <a:r>
              <a:rPr lang="tr-TR" dirty="0"/>
              <a:t> </a:t>
            </a:r>
            <a:r>
              <a:rPr lang="en-US" dirty="0"/>
              <a:t>line on the point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finding where it intersects the curve again</a:t>
            </a:r>
            <a:endParaRPr lang="tr-TR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then reflecting</a:t>
            </a:r>
            <a:r>
              <a:rPr lang="tr-TR" dirty="0"/>
              <a:t> </a:t>
            </a:r>
            <a:r>
              <a:rPr lang="en-US" dirty="0"/>
              <a:t>that point on the x-axis</a:t>
            </a:r>
          </a:p>
        </p:txBody>
      </p:sp>
    </p:spTree>
    <p:extLst>
      <p:ext uri="{BB962C8B-B14F-4D97-AF65-F5344CB8AC3E}">
        <p14:creationId xmlns:p14="http://schemas.microsoft.com/office/powerpoint/2010/main" val="3691314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Bitcoin Addresses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569C38-D9B4-44D7-B4FD-7A648DE45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13162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3461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569C38-D9B4-44D7-B4FD-7A648DE45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93297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26671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44A17-D40E-4A28-AF89-D8661F7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7BE00-DAEF-4BBD-A5D3-4F83952A4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503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90871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4A17-D40E-4A28-AF89-D8661F7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7BE00-DAEF-4BBD-A5D3-4F83952A4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341435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735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8A242-17F5-416E-BDE4-BED27201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Calculation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A49F9E-847B-4D5E-8E2C-00A22076E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70702"/>
              </p:ext>
            </p:extLst>
          </p:nvPr>
        </p:nvGraphicFramePr>
        <p:xfrm>
          <a:off x="466166" y="2438400"/>
          <a:ext cx="11082368" cy="4069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6644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63B14-FCF7-4C3B-A870-CD7D8D18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 vs Public Key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CB66F9-D0C7-4D5E-87D9-DF5CA22E4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74220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0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3B14-FCF7-4C3B-A870-CD7D8D18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Bitcoin Address vs Public Key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CB66F9-D0C7-4D5E-87D9-DF5CA22E4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04535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80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9E39-354E-427E-A6E7-17B266A4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222" y="6339797"/>
            <a:ext cx="9907556" cy="518203"/>
          </a:xfrm>
        </p:spPr>
        <p:txBody>
          <a:bodyPr>
            <a:noAutofit/>
          </a:bodyPr>
          <a:lstStyle/>
          <a:p>
            <a:r>
              <a:rPr lang="en-US" sz="1800" i="1" dirty="0"/>
              <a:t>Figure 4-5. Public key to bitcoin address: conversion of a public key into a bitcoin</a:t>
            </a:r>
            <a:r>
              <a:rPr lang="tr-TR" sz="1800" i="1" dirty="0"/>
              <a:t> address</a:t>
            </a:r>
            <a:endParaRPr lang="tr-TR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3FBE3-0974-420F-AFE8-D28C725E6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75" y="138808"/>
            <a:ext cx="5272186" cy="62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0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Decimal vs Hex Encoding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29831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3359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Hex vs Base64 Encoding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17286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7077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Base64 Encoding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0FCA9-262B-4F50-BCFC-DD5ECE423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75362"/>
              </p:ext>
            </p:extLst>
          </p:nvPr>
        </p:nvGraphicFramePr>
        <p:xfrm>
          <a:off x="322729" y="2438399"/>
          <a:ext cx="11381909" cy="3998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3062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29594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79866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6853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3525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38D31-42B6-490E-B2B7-C1298E5F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Base64 vs Base58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1A89C1-73BC-49FD-B0BE-FF554DF8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61070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0133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Base58 to Base58Check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71ED4B-F614-4C0A-A68E-E302ADCE0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4575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30250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D1DD-7F93-47F7-B8B2-B439437F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279" y="135208"/>
            <a:ext cx="8770571" cy="682939"/>
          </a:xfrm>
        </p:spPr>
        <p:txBody>
          <a:bodyPr>
            <a:normAutofit fontScale="90000"/>
          </a:bodyPr>
          <a:lstStyle/>
          <a:p>
            <a:r>
              <a:rPr lang="tr-TR" dirty="0"/>
              <a:t>Illustration of Base58 Encoding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C7EC0-D581-4C19-ABE4-371BF9B8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675" y="818147"/>
            <a:ext cx="7346314" cy="607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712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Conversion to Base58Check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FB4727E-9DA1-4D5C-97C9-217303A70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393109"/>
              </p:ext>
            </p:extLst>
          </p:nvPr>
        </p:nvGraphicFramePr>
        <p:xfrm>
          <a:off x="240632" y="2294021"/>
          <a:ext cx="11774905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93570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5E28D-BAE9-479D-8957-E9DD65B9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Conversion to Base58Check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9FB4727E-9DA1-4D5C-97C9-217303A70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604778"/>
              </p:ext>
            </p:extLst>
          </p:nvPr>
        </p:nvGraphicFramePr>
        <p:xfrm>
          <a:off x="240632" y="2294021"/>
          <a:ext cx="11774905" cy="409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6038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C997E-3996-4B53-BF11-200695B8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Result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0DDD6AC-4459-427B-AF64-4278162EB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8883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5683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296435-91A4-43A4-8A7A-2273FF373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124" y="940670"/>
            <a:ext cx="9702172" cy="2905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A6177F-4D7F-4DDF-BFD4-7F8E0785F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704" y="4089238"/>
            <a:ext cx="9826592" cy="27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203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E27C40-104A-4C05-A382-21A40999A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D78633-7222-4BD8-9B43-C5A3FE3F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746CED-0567-4DF8-AB5A-955539059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8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9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647D51-FEB9-4F57-A761-A1531585F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830579"/>
            <a:ext cx="5860821" cy="1829015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Creating a bitcoin address from a private key</a:t>
            </a:r>
            <a:endParaRPr lang="tr-TR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F5012D8-C669-4C61-9086-A89343B7D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4176130"/>
            <a:ext cx="5860821" cy="926103"/>
          </a:xfrm>
        </p:spPr>
        <p:txBody>
          <a:bodyPr>
            <a:normAutofit/>
          </a:bodyPr>
          <a:lstStyle/>
          <a:p>
            <a:pPr algn="ctr"/>
            <a:r>
              <a:rPr lang="en-US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Base58Check-encoded</a:t>
            </a:r>
            <a:r>
              <a:rPr lang="tr-TR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bitcoin address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9851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Key Formats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3CCA4B-C379-49FF-AB19-D085DB475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97903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55272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3CCA4B-C379-49FF-AB19-D085DB475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0077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98790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7AEC7-3BA5-4F6D-8A46-C79BDA5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Private 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DB75C-0FF4-4285-BABF-49731BE37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62374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6592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7AEC7-3BA5-4F6D-8A46-C79BDA5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Private key formats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DB75C-0FF4-4285-BABF-49731BE37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3519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7785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5C4964-2B7E-4B79-997B-3F4FF3B09D09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1CCC2DF-9B64-4AD5-9D3B-E9165DDD94B8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4C4C7F-9B81-4DF4-BFD1-9A4A8988F8A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DC49E10-BF5A-413B-B929-A3A2EEA4CDD6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4C99D49E-2BAF-489F-A5F6-6B484E2329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BBE7040-4A1B-4F7D-A576-C1CC7361A2C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A5C39BD9-8F21-4C56-830A-49B31CA6C4B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33D7514E-4DA7-4B17-B932-12DB88EAA8B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787B3C-7589-4D19-98F6-25F0E6BA8180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B227-0A9E-452E-9509-3EF9E198302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E836E3-6023-4124-9862-0B67BB9073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73F4A07A-8AF3-4FA9-A081-924C46CFB5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06A348BC-8233-4402-96C8-2B6225C0F62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1AC53E0-F941-45BB-B6C8-0F3B24D713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338081BD-54A3-4C57-B1DE-F1BDE073AAF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995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70C2DB18-78DF-438F-A3B7-609B7835EA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357" y="1171654"/>
            <a:ext cx="9537481" cy="3079833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48C00-52F8-4101-886E-6DBC8AAA3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277" y="1363503"/>
            <a:ext cx="9189640" cy="2696133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C73FDF-9BA1-4DBB-93B7-D4837FCC6725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16770" y="5494961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CA189AD-0704-41C3-AD13-32427C01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498" y="4584759"/>
            <a:ext cx="9524916" cy="838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3900"/>
              <a:t>Private keys: 3 common formats</a:t>
            </a:r>
          </a:p>
        </p:txBody>
      </p:sp>
    </p:spTree>
    <p:extLst>
      <p:ext uri="{BB962C8B-B14F-4D97-AF65-F5344CB8AC3E}">
        <p14:creationId xmlns:p14="http://schemas.microsoft.com/office/powerpoint/2010/main" val="28297442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4DE06-B006-42B3-9BAB-933D0E8C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1AFAD4C-F46B-40E7-9EBA-BFFC5E4E1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3CD774-8820-45F2-A473-DB1D746C3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176" y="645160"/>
            <a:ext cx="10899648" cy="5567681"/>
          </a:xfrm>
          <a:prstGeom prst="roundRect">
            <a:avLst>
              <a:gd name="adj" fmla="val 269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B07829AF-BD9A-4A7B-BEB5-B5EC0E710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571" y="966893"/>
            <a:ext cx="10254859" cy="4924215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1FBD98A-335D-4D35-B7A9-DA05A11E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21" y="2123333"/>
            <a:ext cx="9602778" cy="26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730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0C13-7BAB-404E-B4A8-75CD3720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Decode from Base58Check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90F66-600A-4952-8E15-1853275D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71418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05221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0C13-7BAB-404E-B4A8-75CD3720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Decode from Base58Check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90F66-600A-4952-8E15-1853275D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56844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3453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D31E3-1E6D-4B7C-A459-EBC216A4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Compression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C4952E-2787-49D9-80BB-61850713D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825244"/>
              </p:ext>
            </p:extLst>
          </p:nvPr>
        </p:nvGraphicFramePr>
        <p:xfrm>
          <a:off x="1147334" y="1129553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A1901B3-0D3D-4B3E-8DD3-A176135698B7}"/>
              </a:ext>
            </a:extLst>
          </p:cNvPr>
          <p:cNvSpPr/>
          <p:nvPr/>
        </p:nvSpPr>
        <p:spPr>
          <a:xfrm>
            <a:off x="1129554" y="4611231"/>
            <a:ext cx="109010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latin typeface="UbuntuMono-Regular"/>
              </a:rPr>
              <a:t>$ bx base58check-decode KxFC1jmwwCoACiCAWZ3eXa96mBM6tb3TYzGmf6YwgdGWZgawvrtJ</a:t>
            </a:r>
          </a:p>
          <a:p>
            <a:r>
              <a:rPr lang="tr-TR" sz="2000" dirty="0">
                <a:latin typeface="UbuntuMono-Regular"/>
              </a:rPr>
              <a:t>wrapper</a:t>
            </a:r>
          </a:p>
          <a:p>
            <a:r>
              <a:rPr lang="tr-TR" sz="2000" dirty="0">
                <a:latin typeface="UbuntuMono-Regular"/>
              </a:rPr>
              <a:t>{</a:t>
            </a:r>
          </a:p>
          <a:p>
            <a:r>
              <a:rPr lang="tr-TR" sz="2000" dirty="0">
                <a:latin typeface="UbuntuMono-Regular"/>
              </a:rPr>
              <a:t>	checksum 2339607926</a:t>
            </a:r>
          </a:p>
          <a:p>
            <a:r>
              <a:rPr lang="tr-TR" sz="2000" dirty="0">
                <a:latin typeface="UbuntuMono-Regular"/>
              </a:rPr>
              <a:t>	payload 1e99423a4ed27608a15a2616a2b0e9e52ced330ac530edcc32c8ffc6a526aedd01</a:t>
            </a:r>
          </a:p>
          <a:p>
            <a:r>
              <a:rPr lang="tr-TR" sz="2000" dirty="0">
                <a:latin typeface="UbuntuMono-Regular"/>
              </a:rPr>
              <a:t>	version 128</a:t>
            </a:r>
          </a:p>
          <a:p>
            <a:r>
              <a:rPr lang="tr-TR" sz="2000" dirty="0">
                <a:latin typeface="UbuntuMono-Regular"/>
              </a:rPr>
              <a:t>}</a:t>
            </a:r>
            <a:endParaRPr lang="tr-TR" sz="5400" dirty="0"/>
          </a:p>
        </p:txBody>
      </p:sp>
    </p:spTree>
    <p:extLst>
      <p:ext uri="{BB962C8B-B14F-4D97-AF65-F5344CB8AC3E}">
        <p14:creationId xmlns:p14="http://schemas.microsoft.com/office/powerpoint/2010/main" val="1877327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5C4C4-628D-4A12-9214-1B47CD75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Encode from hex to</a:t>
            </a:r>
            <a:r>
              <a:rPr lang="tr-TR" dirty="0"/>
              <a:t> </a:t>
            </a:r>
            <a:r>
              <a:rPr lang="en-US" dirty="0"/>
              <a:t>Base58Check</a:t>
            </a:r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7C4C143-46EB-44D6-8B5F-3AB6D8781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890015"/>
              </p:ext>
            </p:extLst>
          </p:nvPr>
        </p:nvGraphicFramePr>
        <p:xfrm>
          <a:off x="1505921" y="1613648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393F894-4F88-40E1-9925-C1E0620E9E88}"/>
              </a:ext>
            </a:extLst>
          </p:cNvPr>
          <p:cNvSpPr/>
          <p:nvPr/>
        </p:nvSpPr>
        <p:spPr>
          <a:xfrm>
            <a:off x="498049" y="5115314"/>
            <a:ext cx="116939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latin typeface="UbuntuMono-Regular"/>
              </a:rPr>
              <a:t>bx base58check-encode</a:t>
            </a:r>
          </a:p>
          <a:p>
            <a:r>
              <a:rPr lang="tr-TR" sz="2000" dirty="0">
                <a:latin typeface="UbuntuMono-Regular"/>
              </a:rPr>
              <a:t>1e99423a4ed27608a15a2616a2b0e9e52ced330ac530edcc32c8ffc6a526aedd --version 128</a:t>
            </a:r>
          </a:p>
          <a:p>
            <a:r>
              <a:rPr lang="tr-TR" sz="2000" dirty="0">
                <a:latin typeface="UbuntuMono-Regular"/>
              </a:rPr>
              <a:t>5J3mBbAH58CpQ3Y5RNJpUKPE62SQ5tfcvU2JpbnkeyhfsYB1Jcn</a:t>
            </a:r>
            <a:endParaRPr lang="tr-TR" sz="5400" dirty="0"/>
          </a:p>
        </p:txBody>
      </p:sp>
    </p:spTree>
    <p:extLst>
      <p:ext uri="{BB962C8B-B14F-4D97-AF65-F5344CB8AC3E}">
        <p14:creationId xmlns:p14="http://schemas.microsoft.com/office/powerpoint/2010/main" val="22084087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C3DD0-2DA3-4C0B-AF56-A33E0181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568345"/>
            <a:ext cx="10885145" cy="1560716"/>
          </a:xfrm>
        </p:spPr>
        <p:txBody>
          <a:bodyPr>
            <a:normAutofit/>
          </a:bodyPr>
          <a:lstStyle/>
          <a:p>
            <a:r>
              <a:rPr lang="en-US" dirty="0"/>
              <a:t>Encode from hex (compressed key) to Base58Check</a:t>
            </a:r>
            <a:endParaRPr lang="tr-TR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476902-0215-459E-ADDA-D681D21D2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130698"/>
              </p:ext>
            </p:extLst>
          </p:nvPr>
        </p:nvGraphicFramePr>
        <p:xfrm>
          <a:off x="1649356" y="2259106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D2744B3-C741-4C89-BEB5-B29885672115}"/>
              </a:ext>
            </a:extLst>
          </p:cNvPr>
          <p:cNvSpPr/>
          <p:nvPr/>
        </p:nvSpPr>
        <p:spPr>
          <a:xfrm>
            <a:off x="1237129" y="5797164"/>
            <a:ext cx="8928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bx base58check-encode</a:t>
            </a:r>
          </a:p>
          <a:p>
            <a:r>
              <a:rPr lang="tr-TR" dirty="0">
                <a:latin typeface="UbuntuMono-Regular"/>
              </a:rPr>
              <a:t>1e99423a4ed27608a15a2616a2b0e9e52ced330ac530edcc32c8ffc6a526aedd01 --version 128</a:t>
            </a:r>
          </a:p>
          <a:p>
            <a:r>
              <a:rPr lang="tr-TR" b="1" dirty="0">
                <a:latin typeface="UbuntuMono-Regular"/>
              </a:rPr>
              <a:t>K</a:t>
            </a:r>
            <a:r>
              <a:rPr lang="tr-TR" dirty="0">
                <a:latin typeface="UbuntuMono-Regular"/>
              </a:rPr>
              <a:t>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23852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C3DD0-2DA3-4C0B-AF56-A33E0181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Encode from hex (compressed key) to Base58Check</a:t>
            </a:r>
            <a:endParaRPr lang="tr-T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476902-0215-459E-ADDA-D681D21D2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22880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02199C4-ABD9-42A4-86C2-E3A0D2316C89}"/>
              </a:ext>
            </a:extLst>
          </p:cNvPr>
          <p:cNvSpPr/>
          <p:nvPr/>
        </p:nvSpPr>
        <p:spPr>
          <a:xfrm>
            <a:off x="1219200" y="5635799"/>
            <a:ext cx="8928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UbuntuMono-Regular"/>
              </a:rPr>
              <a:t>$ bx base58check-encode</a:t>
            </a:r>
          </a:p>
          <a:p>
            <a:r>
              <a:rPr lang="tr-TR" dirty="0">
                <a:latin typeface="UbuntuMono-Regular"/>
              </a:rPr>
              <a:t>1e99423a4ed27608a15a2616a2b0e9e52ced330ac530edcc32c8ffc6a526aedd01 --version 128</a:t>
            </a:r>
          </a:p>
          <a:p>
            <a:r>
              <a:rPr lang="tr-TR" b="1" dirty="0">
                <a:latin typeface="UbuntuMono-Regular"/>
              </a:rPr>
              <a:t>K</a:t>
            </a:r>
            <a:r>
              <a:rPr lang="tr-TR" dirty="0">
                <a:latin typeface="UbuntuMono-Regular"/>
              </a:rPr>
              <a:t>xFC1jmwwCoACiCAWZ3eXa96mBM6tb3TYzGmf6YwgdGWZgawvrtJ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997864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02607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1214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275934"/>
              </p:ext>
            </p:extLst>
          </p:nvPr>
        </p:nvGraphicFramePr>
        <p:xfrm>
          <a:off x="251012" y="2438399"/>
          <a:ext cx="11297521" cy="3944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3743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FD109-4697-4951-A2B5-56089A8C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formats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F4E9F-B297-4A88-A950-913CC49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368239"/>
              </p:ext>
            </p:extLst>
          </p:nvPr>
        </p:nvGraphicFramePr>
        <p:xfrm>
          <a:off x="251012" y="2438399"/>
          <a:ext cx="11297521" cy="3944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2389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F763F-9D6F-4C2A-A057-EBD022D9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Uncompressed Public Key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B75-3BF7-4774-B66A-989BCC42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18890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41064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F763F-9D6F-4C2A-A057-EBD022D9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Uncompressed public key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B75-3BF7-4774-B66A-989BCC42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2283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B6613BF-2A19-4E07-A26D-69C09E177C31}"/>
              </a:ext>
            </a:extLst>
          </p:cNvPr>
          <p:cNvSpPr/>
          <p:nvPr/>
        </p:nvSpPr>
        <p:spPr>
          <a:xfrm>
            <a:off x="589679" y="5550268"/>
            <a:ext cx="11341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tr-TR" dirty="0"/>
              <a:t>K = </a:t>
            </a:r>
            <a:r>
              <a:rPr lang="tr-TR" b="1" dirty="0"/>
              <a:t>04</a:t>
            </a:r>
            <a:r>
              <a:rPr lang="tr-TR" dirty="0">
                <a:highlight>
                  <a:srgbClr val="FFFF00"/>
                </a:highlight>
              </a:rPr>
              <a:t>F028892BAD7ED57D2FB57BF33081D5CFCF6F9ED3D3D7F159C2E2FFF579DC341</a:t>
            </a:r>
            <a:r>
              <a:rPr lang="tr-TR" dirty="0">
                <a:highlight>
                  <a:srgbClr val="00FF00"/>
                </a:highlight>
              </a:rPr>
              <a:t>A07CF33DA18BD734C600B96A72BBC4749D5141C90EC8AC328AE52DDFE2E505BDB</a:t>
            </a:r>
            <a:endParaRPr lang="en-US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71982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5779-7B1F-49DE-9174-9EFB8929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5E5C9-3662-4A40-9BE2-6CDB3A412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6675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1988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5779-7B1F-49DE-9174-9EFB8929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5E5C9-3662-4A40-9BE2-6CDB3A412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8529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2027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1F2F1-8A0D-4D9D-BBEE-2E223F8F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02 &amp; 03 Prefixes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05CDD-1CF5-40DB-AD7A-68A6239A5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5841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5371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1F2F1-8A0D-4D9D-BBEE-2E223F8F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02 &amp; 03 Prefixes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05CDD-1CF5-40DB-AD7A-68A6239A5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9037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F7EF505-DA95-49FD-8353-5AEF63452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4738" y="1839938"/>
            <a:ext cx="3330594" cy="670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61E933-B8B8-4A5C-A554-63E60E475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075" y="1905610"/>
            <a:ext cx="3319667" cy="62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63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3D03-FF7A-4CA0-B155-F51DFF2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FF0288-3C17-4039-A1B1-05DF9C914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45904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1255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3D03-FF7A-4CA0-B155-F51DFF2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Public Key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1FF0288-3C17-4039-A1B1-05DF9C914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244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52829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69D19-D7E5-406C-A992-8BD61985F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810" y="383421"/>
            <a:ext cx="5298953" cy="620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25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2B1F7-FB08-4AA0-9778-89B6222D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Example</a:t>
            </a:r>
            <a:endParaRPr lang="tr-TR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58EC9AB-7DD9-42E8-A2C8-BBD3C59F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365938"/>
              </p:ext>
            </p:extLst>
          </p:nvPr>
        </p:nvGraphicFramePr>
        <p:xfrm>
          <a:off x="448236" y="2438399"/>
          <a:ext cx="11100298" cy="4231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32507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868D-2CFD-42AE-909C-16C2B27C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Two Representation of the same Private Key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EC76D4-D13A-4CF9-8EE4-66D6C69F5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9402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7294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8868D-2CFD-42AE-909C-16C2B27C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Two Representation of the same Private Key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EC76D4-D13A-4CF9-8EE4-66D6C69F5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693691"/>
              </p:ext>
            </p:extLst>
          </p:nvPr>
        </p:nvGraphicFramePr>
        <p:xfrm>
          <a:off x="591670" y="2438399"/>
          <a:ext cx="11189945" cy="4177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52230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54DE2-EA54-4F50-842F-4C475E8C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Client Support for Compression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B469C8-94D1-415D-AC00-16085734C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817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2133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4DE2-EA54-4F50-842F-4C475E8C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Client Support for Compression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B469C8-94D1-415D-AC00-16085734C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1923"/>
              </p:ext>
            </p:extLst>
          </p:nvPr>
        </p:nvGraphicFramePr>
        <p:xfrm>
          <a:off x="573741" y="2438400"/>
          <a:ext cx="11130897" cy="4087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77957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68E9-164F-4C19-926B-397AFD11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Compressed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F2FF7-C247-48E0-9E6B-3161FA2CA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45085"/>
              </p:ext>
            </p:extLst>
          </p:nvPr>
        </p:nvGraphicFramePr>
        <p:xfrm>
          <a:off x="681318" y="2205319"/>
          <a:ext cx="11134164" cy="4213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4675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C68E9-164F-4C19-926B-397AFD11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Compressed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F2FF7-C247-48E0-9E6B-3161FA2CA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834422"/>
              </p:ext>
            </p:extLst>
          </p:nvPr>
        </p:nvGraphicFramePr>
        <p:xfrm>
          <a:off x="681318" y="2205319"/>
          <a:ext cx="11134164" cy="4213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74127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5C4964-2B7E-4B79-997B-3F4FF3B09D09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1CCC2DF-9B64-4AD5-9D3B-E9165DDD94B8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4C4C7F-9B81-4DF4-BFD1-9A4A8988F8A5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DC49E10-BF5A-413B-B929-A3A2EEA4CDD6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13" name="Freeform 57">
            <a:extLst>
              <a:ext uri="{FF2B5EF4-FFF2-40B4-BE49-F238E27FC236}">
                <a16:creationId xmlns:a16="http://schemas.microsoft.com/office/drawing/2014/main" id="{4C99D49E-2BAF-489F-A5F6-6B484E2329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1BBE7040-4A1B-4F7D-A576-C1CC7361A2C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16" name="Freeform 206">
              <a:extLst>
                <a:ext uri="{FF2B5EF4-FFF2-40B4-BE49-F238E27FC236}">
                  <a16:creationId xmlns:a16="http://schemas.microsoft.com/office/drawing/2014/main" id="{A5C39BD9-8F21-4C56-830A-49B31CA6C4B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211">
              <a:extLst>
                <a:ext uri="{FF2B5EF4-FFF2-40B4-BE49-F238E27FC236}">
                  <a16:creationId xmlns:a16="http://schemas.microsoft.com/office/drawing/2014/main" id="{33D7514E-4DA7-4B17-B932-12DB88EAA8B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787B3C-7589-4D19-98F6-25F0E6BA8180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B227-0A9E-452E-9509-3EF9E198302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E836E3-6023-4124-9862-0B67BB9073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73F4A07A-8AF3-4FA9-A081-924C46CFB5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06A348BC-8233-4402-96C8-2B6225C0F62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609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1AC53E0-F941-45BB-B6C8-0F3B24D713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338081BD-54A3-4C57-B1DE-F1BDE073AAF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995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70C2DB18-78DF-438F-A3B7-609B7835EA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357" y="1171654"/>
            <a:ext cx="9537481" cy="3079833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C62DD-D728-4B70-9639-C6C4F719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77" y="1512922"/>
            <a:ext cx="9189640" cy="239729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C73FDF-9BA1-4DBB-93B7-D4837FCC6725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16770" y="5494961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0FFA4F2-A17E-42D1-870C-A4685BA8A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922" y="4765301"/>
            <a:ext cx="9524916" cy="44929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000" dirty="0"/>
              <a:t>Table 4-4 shows the same key, encoded in WIF and WIF-compressed formats.</a:t>
            </a:r>
          </a:p>
        </p:txBody>
      </p:sp>
    </p:spTree>
    <p:extLst>
      <p:ext uri="{BB962C8B-B14F-4D97-AF65-F5344CB8AC3E}">
        <p14:creationId xmlns:p14="http://schemas.microsoft.com/office/powerpoint/2010/main" val="39600846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01283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258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2622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0247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194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68542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F1137-BFF6-49BB-9D8A-4FAA591C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Strategies to Implement Wallet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D2251-20A0-43AA-8DCE-CAE9C23FD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23686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99890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97F3E4-32A1-4939-8676-3C597A7E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87" y="2133600"/>
            <a:ext cx="9215194" cy="22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7193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Implementing Keys and Addresses in Python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907BFB-D5D1-459B-A84A-72465285B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05374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82B7A82-D042-4E90-AD12-601C44A75A00}"/>
              </a:ext>
            </a:extLst>
          </p:cNvPr>
          <p:cNvSpPr/>
          <p:nvPr/>
        </p:nvSpPr>
        <p:spPr>
          <a:xfrm>
            <a:off x="5145211" y="6077180"/>
            <a:ext cx="1829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pip install cryptos</a:t>
            </a:r>
          </a:p>
        </p:txBody>
      </p:sp>
    </p:spTree>
    <p:extLst>
      <p:ext uri="{BB962C8B-B14F-4D97-AF65-F5344CB8AC3E}">
        <p14:creationId xmlns:p14="http://schemas.microsoft.com/office/powerpoint/2010/main" val="9317439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A8332-777E-4C82-A61B-D72E2328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uses of os.urandom</a:t>
            </a:r>
            <a:endParaRPr lang="tr-TR" dirty="0"/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DF414C0-D857-4E3C-A00C-7A2EA82EC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433566"/>
              </p:ext>
            </p:extLst>
          </p:nvPr>
        </p:nvGraphicFramePr>
        <p:xfrm>
          <a:off x="430306" y="2438399"/>
          <a:ext cx="11118227" cy="4052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759712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A8332-777E-4C82-A61B-D72E2328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uses of os.urandom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DF414C0-D857-4E3C-A00C-7A2EA82EC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9918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1091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/>
              <a:t>Advanced Keys and Addresses</a:t>
            </a:r>
          </a:p>
        </p:txBody>
      </p: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8D6093E-420A-4312-BC31-262ED6C73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9980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78707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Encrypted Private Keys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2329BF4-AA5F-402A-A1EE-ADA376093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4830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081964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37BC3-F505-44EA-9F66-EDD41D29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BIP-38</a:t>
            </a:r>
            <a:endParaRPr lang="tr-T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2305F0-1314-406C-9153-6803A2336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605281"/>
              </p:ext>
            </p:extLst>
          </p:nvPr>
        </p:nvGraphicFramePr>
        <p:xfrm>
          <a:off x="689812" y="2438400"/>
          <a:ext cx="10858722" cy="4026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296350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EAB75-D974-4C70-9B45-DFF7C72F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BIP-38 Proposes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9A27B65-C528-4E5D-8FB2-539832C04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2545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8707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BFE29F-52A2-46E0-8769-698C1E9D1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2014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5847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BFE29F-52A2-46E0-8769-698C1E9D1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671617"/>
              </p:ext>
            </p:extLst>
          </p:nvPr>
        </p:nvGraphicFramePr>
        <p:xfrm>
          <a:off x="519953" y="2438399"/>
          <a:ext cx="11184685" cy="3998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90516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633BAE-6F3F-42E9-8D4F-1DC708648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05252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552518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5D0B0-BC2E-42B2-BE45-EBC93762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633BAE-6F3F-42E9-8D4F-1DC708648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2544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7426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E6DA-D737-4596-8E5F-B875B7AC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31" y="1033566"/>
            <a:ext cx="10180271" cy="715023"/>
          </a:xfrm>
        </p:spPr>
        <p:txBody>
          <a:bodyPr>
            <a:normAutofit/>
          </a:bodyPr>
          <a:lstStyle/>
          <a:p>
            <a:r>
              <a:rPr lang="en-US" sz="3200" i="1" dirty="0"/>
              <a:t>Table 4-5. Example of BIP-38 encrypted private key</a:t>
            </a:r>
            <a:endParaRPr lang="tr-TR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70A0A-ACFE-4880-BA9B-4F3D9664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88" y="3354561"/>
            <a:ext cx="9106343" cy="137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6786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en-US"/>
              <a:t>Pay-to-Script Hash (P2SH) &amp; Multisig Addresses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DACC10-EF3B-4207-8A92-658912D5B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75778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176746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Pay-to-Script Hash (P2SH) &amp; </a:t>
            </a:r>
            <a:r>
              <a:rPr lang="en-US" dirty="0" err="1"/>
              <a:t>Multisig</a:t>
            </a:r>
            <a:r>
              <a:rPr lang="en-US" dirty="0"/>
              <a:t> Addresses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DACC10-EF3B-4207-8A92-658912D5B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28948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68097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42F80-5C77-4642-AD06-16DD9FCA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P2PKH – Pay-to-public-key-hash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1F306-DC90-4383-A304-7E2EEA34C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4151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89897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2F80-5C77-4642-AD06-16DD9FCA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P2PKH – Pay-to-public-key-hash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41F306-DC90-4383-A304-7E2EEA34C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81656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41059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3B8A1-F0D8-4B78-9E3A-5DBB403E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Encoding a P2SH Address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8675B1-C8A4-49CA-913D-DEF089CD7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82826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86767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61607-E664-4CC7-A363-2F3DF891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Example P2SH Address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41B5DA-5AE7-4AAA-B2F0-F3D7BC6CD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55296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0381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9869D-A87F-499D-8319-35D7D431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Multisignature addresses and P2SH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B5A42-3EDB-40C8-8018-E7110C290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1355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3187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/>
          <a:lstStyle/>
          <a:p>
            <a:pPr lvl="0"/>
            <a:r>
              <a:rPr lang="en-US" dirty="0"/>
              <a:t>Vanity Addresses</a:t>
            </a:r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376F3047-AFD7-47FE-A56E-3689DB9CA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276640"/>
              </p:ext>
            </p:extLst>
          </p:nvPr>
        </p:nvGraphicFramePr>
        <p:xfrm>
          <a:off x="4267199" y="2438399"/>
          <a:ext cx="7437071" cy="418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EB10336-6BF7-4B8A-8309-C82B61B62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95" y="2129061"/>
            <a:ext cx="4041403" cy="33470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5E86343-78A3-4CE3-8222-26CCB0B13E4C}"/>
              </a:ext>
            </a:extLst>
          </p:cNvPr>
          <p:cNvSpPr/>
          <p:nvPr/>
        </p:nvSpPr>
        <p:spPr>
          <a:xfrm>
            <a:off x="225795" y="5635261"/>
            <a:ext cx="43937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latin typeface="MinionPro-It"/>
              </a:rPr>
              <a:t>Table 4-7. The frequency of a vanity pattern (1KidsCharity) and average</a:t>
            </a:r>
            <a:r>
              <a:rPr lang="tr-TR" sz="1600" i="1" dirty="0">
                <a:latin typeface="MinionPro-It"/>
              </a:rPr>
              <a:t> </a:t>
            </a:r>
            <a:r>
              <a:rPr lang="en-US" sz="1600" i="1" dirty="0">
                <a:latin typeface="MinionPro-It"/>
              </a:rPr>
              <a:t>search time on a</a:t>
            </a:r>
            <a:r>
              <a:rPr lang="tr-TR" sz="1600" i="1" dirty="0">
                <a:latin typeface="MinionPro-It"/>
              </a:rPr>
              <a:t> desktop PC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0374800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41E-C9F5-4E99-BAF0-4FC5DF8A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Outsource to </a:t>
            </a:r>
            <a:r>
              <a:rPr lang="tr-TR" dirty="0">
                <a:hlinkClick r:id="rId2" action="ppaction://hlinkfile"/>
              </a:rPr>
              <a:t>Vanity Pool</a:t>
            </a:r>
            <a:endParaRPr lang="tr-T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238EC4-9CF9-4980-88AA-2DB377DC8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27493"/>
              </p:ext>
            </p:extLst>
          </p:nvPr>
        </p:nvGraphicFramePr>
        <p:xfrm>
          <a:off x="3801979" y="2229850"/>
          <a:ext cx="7902292" cy="4419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8FD482-335E-4E9E-AF4F-2C1484F8C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87656"/>
              </p:ext>
            </p:extLst>
          </p:nvPr>
        </p:nvGraphicFramePr>
        <p:xfrm>
          <a:off x="336886" y="2326104"/>
          <a:ext cx="3144252" cy="335798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048084">
                  <a:extLst>
                    <a:ext uri="{9D8B030D-6E8A-4147-A177-3AD203B41FA5}">
                      <a16:colId xmlns:a16="http://schemas.microsoft.com/office/drawing/2014/main" val="1578535894"/>
                    </a:ext>
                  </a:extLst>
                </a:gridCol>
                <a:gridCol w="1048084">
                  <a:extLst>
                    <a:ext uri="{9D8B030D-6E8A-4147-A177-3AD203B41FA5}">
                      <a16:colId xmlns:a16="http://schemas.microsoft.com/office/drawing/2014/main" val="1311802102"/>
                    </a:ext>
                  </a:extLst>
                </a:gridCol>
                <a:gridCol w="1048084">
                  <a:extLst>
                    <a:ext uri="{9D8B030D-6E8A-4147-A177-3AD203B41FA5}">
                      <a16:colId xmlns:a16="http://schemas.microsoft.com/office/drawing/2014/main" val="1788369203"/>
                    </a:ext>
                  </a:extLst>
                </a:gridCol>
              </a:tblGrid>
              <a:tr h="863662">
                <a:tc>
                  <a:txBody>
                    <a:bodyPr/>
                    <a:lstStyle/>
                    <a:p>
                      <a:r>
                        <a:rPr lang="tr-TR"/>
                        <a:t>Pattern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Honest 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Minimum fee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324133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1-6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354796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87042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0.08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089776"/>
                  </a:ext>
                </a:extLst>
              </a:tr>
              <a:tr h="345465">
                <a:tc>
                  <a:txBody>
                    <a:bodyPr/>
                    <a:lstStyle/>
                    <a:p>
                      <a:r>
                        <a:rPr lang="tr-TR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897682"/>
                  </a:ext>
                </a:extLst>
              </a:tr>
              <a:tr h="426721">
                <a:tc>
                  <a:txBody>
                    <a:bodyPr/>
                    <a:lstStyle/>
                    <a:p>
                      <a:r>
                        <a:rPr lang="tr-T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27862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278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452858"/>
                  </a:ext>
                </a:extLst>
              </a:tr>
              <a:tr h="604563">
                <a:tc>
                  <a:txBody>
                    <a:bodyPr/>
                    <a:lstStyle/>
                    <a:p>
                      <a:r>
                        <a:rPr lang="tr-TR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1616015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16160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006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118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52BD-F922-49B9-8F16-0F51E0A6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Vanity address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6C9F4-3B39-47DF-AE66-964ACD82D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99" y="5387912"/>
            <a:ext cx="5670341" cy="1470088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15AB4E-AB01-4C57-89EF-9E592FC2C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779580"/>
              </p:ext>
            </p:extLst>
          </p:nvPr>
        </p:nvGraphicFramePr>
        <p:xfrm>
          <a:off x="864268" y="1989221"/>
          <a:ext cx="10974806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752816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Paper Wallets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48C08-5539-4613-B83C-4B1B3727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557" y="5791334"/>
            <a:ext cx="8898603" cy="930307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F9A214-A9F1-4382-AE49-F1C56689E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505756"/>
              </p:ext>
            </p:extLst>
          </p:nvPr>
        </p:nvGraphicFramePr>
        <p:xfrm>
          <a:off x="719889" y="2069431"/>
          <a:ext cx="10718132" cy="3160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381386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B727A-0800-417B-B904-89B670A2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Paper Wallets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48C08-5539-4613-B83C-4B1B3727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52" y="5517594"/>
            <a:ext cx="10300664" cy="1076886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F9A214-A9F1-4382-AE49-F1C56689E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435"/>
              </p:ext>
            </p:extLst>
          </p:nvPr>
        </p:nvGraphicFramePr>
        <p:xfrm>
          <a:off x="832183" y="2053390"/>
          <a:ext cx="1091063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017804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4D2B0-99C8-4763-B49C-2D0CFE67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Generate Paper Wallets?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5840A2-1A00-4D27-96CC-8A3BFC6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960505"/>
              </p:ext>
            </p:extLst>
          </p:nvPr>
        </p:nvGraphicFramePr>
        <p:xfrm>
          <a:off x="1750328" y="1780673"/>
          <a:ext cx="10281251" cy="4010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7D1CBDC-CDD3-4749-97B1-6AF789546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457250"/>
            <a:ext cx="4460416" cy="24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6642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4D2B0-99C8-4763-B49C-2D0CFE67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Generate Paper Wallets?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5840A2-1A00-4D27-96CC-8A3BFC6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758605"/>
              </p:ext>
            </p:extLst>
          </p:nvPr>
        </p:nvGraphicFramePr>
        <p:xfrm>
          <a:off x="272716" y="2438400"/>
          <a:ext cx="11678652" cy="4026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019455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000D-864B-49BF-8082-2D731A19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Protection against Thief</a:t>
            </a:r>
            <a:endParaRPr lang="tr-T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AEF884-9459-4B1C-AAC7-A7DC2075E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456876"/>
              </p:ext>
            </p:extLst>
          </p:nvPr>
        </p:nvGraphicFramePr>
        <p:xfrm>
          <a:off x="1251284" y="2438399"/>
          <a:ext cx="10453354" cy="3737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945742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0000D-864B-49BF-8082-2D731A19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Protection against Thief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AEF884-9459-4B1C-AAC7-A7DC2075E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6187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00221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744C-1BEF-43DE-83E4-4B6943F7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68345"/>
            <a:ext cx="11630526" cy="875444"/>
          </a:xfrm>
        </p:spPr>
        <p:txBody>
          <a:bodyPr>
            <a:noAutofit/>
          </a:bodyPr>
          <a:lstStyle/>
          <a:p>
            <a:pPr algn="ctr"/>
            <a:r>
              <a:rPr lang="en-US" sz="2800"/>
              <a:t>examples of</a:t>
            </a:r>
            <a:r>
              <a:rPr lang="tr-TR" sz="2800"/>
              <a:t> </a:t>
            </a:r>
            <a:r>
              <a:rPr lang="en-US" sz="2800"/>
              <a:t>paper wallets with security and backup features</a:t>
            </a:r>
            <a:endParaRPr lang="tr-TR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E2149-F184-4E65-948F-4DA1CE45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205" y="1262090"/>
            <a:ext cx="7307223" cy="2166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0E14D-4014-4ECE-8C94-F271A06F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565" y="3923477"/>
            <a:ext cx="4255260" cy="22527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CF74B4-7955-464B-8D26-125A87145809}"/>
              </a:ext>
            </a:extLst>
          </p:cNvPr>
          <p:cNvSpPr/>
          <p:nvPr/>
        </p:nvSpPr>
        <p:spPr>
          <a:xfrm>
            <a:off x="938463" y="3472279"/>
            <a:ext cx="10315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4-10. An example of a paper wallet from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bitcoinpaperwallet.com with the private</a:t>
            </a:r>
            <a:r>
              <a:rPr lang="tr-TR" i="1" dirty="0">
                <a:latin typeface="MinionPro-It"/>
              </a:rPr>
              <a:t> </a:t>
            </a:r>
            <a:r>
              <a:rPr lang="en-US" i="1" dirty="0">
                <a:latin typeface="MinionPro-It"/>
              </a:rPr>
              <a:t>key on a folding flap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BD620-7069-4CDA-97EA-3726CEF1A55A}"/>
              </a:ext>
            </a:extLst>
          </p:cNvPr>
          <p:cNvSpPr/>
          <p:nvPr/>
        </p:nvSpPr>
        <p:spPr>
          <a:xfrm>
            <a:off x="1630885" y="6313353"/>
            <a:ext cx="82399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4-11. The bitcoinpaperwallet.com paper wallet with the private key concealed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7969516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30CD6-C113-456A-AD3D-7BD5C50A5935}"/>
              </a:ext>
            </a:extLst>
          </p:cNvPr>
          <p:cNvSpPr/>
          <p:nvPr/>
        </p:nvSpPr>
        <p:spPr>
          <a:xfrm>
            <a:off x="1379621" y="5341567"/>
            <a:ext cx="97856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4-12. An example of a paper wallet with additional copies of the keys on a backup</a:t>
            </a:r>
            <a:r>
              <a:rPr lang="tr-TR" i="1" dirty="0">
                <a:latin typeface="MinionPro-It"/>
              </a:rPr>
              <a:t> “stub”</a:t>
            </a:r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E9925-A52D-47BC-A88B-D6AC8A29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51" y="1411695"/>
            <a:ext cx="9763170" cy="336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971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6" b="16801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9BCE03C-B7E6-4AC4-97BD-6C046CA21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C0200D4-F036-449F-93FC-DF7D9EEF2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3CBAE784-2730-4857-9CB0-338381F53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328FE1-BD1A-401B-8AA8-71857B2CC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9DBA32-579C-48E3-855A-88F93A0312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116061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744799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0B50BD2-1B68-4E2B-9BFB-7D46B0B810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992" r="9992"/>
          <a:stretch>
            <a:fillRect/>
          </a:stretch>
        </p:blipFill>
        <p:spPr>
          <a:xfrm>
            <a:off x="480237" y="368075"/>
            <a:ext cx="11231526" cy="62468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4796</Words>
  <Application>Microsoft Office PowerPoint</Application>
  <PresentationFormat>Geniş ekran</PresentationFormat>
  <Paragraphs>1118</Paragraphs>
  <Slides>140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140</vt:i4>
      </vt:variant>
    </vt:vector>
  </HeadingPairs>
  <TitlesOfParts>
    <vt:vector size="147" baseType="lpstr">
      <vt:lpstr>Calibri</vt:lpstr>
      <vt:lpstr>Century Schoolbook</vt:lpstr>
      <vt:lpstr>Corbel</vt:lpstr>
      <vt:lpstr>MinionPro-It</vt:lpstr>
      <vt:lpstr>Times New Roman</vt:lpstr>
      <vt:lpstr>UbuntuMono-Regular</vt:lpstr>
      <vt:lpstr>Feathered</vt:lpstr>
      <vt:lpstr>Chapter 4 Keys, Addresses</vt:lpstr>
      <vt:lpstr>Content</vt:lpstr>
      <vt:lpstr>Introduction</vt:lpstr>
      <vt:lpstr>Introduction</vt:lpstr>
      <vt:lpstr>Wallet &amp; Keys</vt:lpstr>
      <vt:lpstr>Wallet &amp; Keys</vt:lpstr>
      <vt:lpstr>Validity of Bitcoin Ownership</vt:lpstr>
      <vt:lpstr>Validity of Bitcoin Ownership</vt:lpstr>
      <vt:lpstr>Private-Public Key Pairs</vt:lpstr>
      <vt:lpstr>Private-Public Key Pairs</vt:lpstr>
      <vt:lpstr>Public Key Cryptography &amp; Cryptocurrency</vt:lpstr>
      <vt:lpstr>Public Key Cryptography &amp; Cryptocurrency</vt:lpstr>
      <vt:lpstr>Key Pairs</vt:lpstr>
      <vt:lpstr>Key Pairs</vt:lpstr>
      <vt:lpstr>Execution</vt:lpstr>
      <vt:lpstr>Execution</vt:lpstr>
      <vt:lpstr>Keys in Wallet Implementations</vt:lpstr>
      <vt:lpstr>Private and Public Keys</vt:lpstr>
      <vt:lpstr>Private and Public Keys</vt:lpstr>
      <vt:lpstr>PowerPoint Sunusu</vt:lpstr>
      <vt:lpstr>Why Use Asymmetric Cryptography?</vt:lpstr>
      <vt:lpstr>Why Use Asymmetric Cryptography?</vt:lpstr>
      <vt:lpstr>Private Keys</vt:lpstr>
      <vt:lpstr>Private Keys</vt:lpstr>
      <vt:lpstr>PowerPoint Sunusu</vt:lpstr>
      <vt:lpstr>Generating a private key from a random number</vt:lpstr>
      <vt:lpstr>Generating a private key from a random number</vt:lpstr>
      <vt:lpstr>Algorithm</vt:lpstr>
      <vt:lpstr>Algorithm</vt:lpstr>
      <vt:lpstr>PowerPoint Sunusu</vt:lpstr>
      <vt:lpstr>New Key with Bitcoin Core Client</vt:lpstr>
      <vt:lpstr>New Key with Bitcoin Core Client</vt:lpstr>
      <vt:lpstr>Revealing the Private Key</vt:lpstr>
      <vt:lpstr>Bitcoin Explorer for Private Keys</vt:lpstr>
      <vt:lpstr>Public Keys</vt:lpstr>
      <vt:lpstr>Public Keys</vt:lpstr>
      <vt:lpstr>Elliptic Curve Multiplication</vt:lpstr>
      <vt:lpstr>Elliptic Curve Multiplication</vt:lpstr>
      <vt:lpstr>Elliptic Curve Cryptography</vt:lpstr>
      <vt:lpstr>Standard: secp256k1</vt:lpstr>
      <vt:lpstr>Formulization</vt:lpstr>
      <vt:lpstr>Formulization</vt:lpstr>
      <vt:lpstr>Elliptic curve cryptography</vt:lpstr>
      <vt:lpstr>Generating a Public Key</vt:lpstr>
      <vt:lpstr>Generating a Public Key</vt:lpstr>
      <vt:lpstr>Generating a Public Key</vt:lpstr>
      <vt:lpstr>Safety of Public Keys</vt:lpstr>
      <vt:lpstr>Safety of Public Keys</vt:lpstr>
      <vt:lpstr>Implementation</vt:lpstr>
      <vt:lpstr>PowerPoint Sunusu</vt:lpstr>
      <vt:lpstr>Bitcoin Addresses</vt:lpstr>
      <vt:lpstr>Bitcoin Addresses</vt:lpstr>
      <vt:lpstr>Bitcoin Address</vt:lpstr>
      <vt:lpstr>Bitcoin Address</vt:lpstr>
      <vt:lpstr>Calculation</vt:lpstr>
      <vt:lpstr>Bitcoin Address vs Public Key</vt:lpstr>
      <vt:lpstr>Bitcoin Address vs Public Key</vt:lpstr>
      <vt:lpstr>Figure 4-5. Public key to bitcoin address: conversion of a public key into a bitcoin address</vt:lpstr>
      <vt:lpstr>Decimal vs Hex Encoding</vt:lpstr>
      <vt:lpstr>Hex vs Base64 Encoding</vt:lpstr>
      <vt:lpstr>Base64 Encoding</vt:lpstr>
      <vt:lpstr>Base64 vs Base58</vt:lpstr>
      <vt:lpstr>Base64 vs Base58</vt:lpstr>
      <vt:lpstr>Base64 vs Base58</vt:lpstr>
      <vt:lpstr>Base58 to Base58Check</vt:lpstr>
      <vt:lpstr>Illustration of Base58 Encoding</vt:lpstr>
      <vt:lpstr>Conversion to Base58Check</vt:lpstr>
      <vt:lpstr>Conversion to Base58Check</vt:lpstr>
      <vt:lpstr>Result</vt:lpstr>
      <vt:lpstr>PowerPoint Sunusu</vt:lpstr>
      <vt:lpstr>Creating a bitcoin address from a private key</vt:lpstr>
      <vt:lpstr>Key Formats</vt:lpstr>
      <vt:lpstr>Key Formats</vt:lpstr>
      <vt:lpstr>Private key formats</vt:lpstr>
      <vt:lpstr>Private key formats</vt:lpstr>
      <vt:lpstr>Private keys: 3 common formats</vt:lpstr>
      <vt:lpstr>PowerPoint Sunusu</vt:lpstr>
      <vt:lpstr>Decode from Base58Check</vt:lpstr>
      <vt:lpstr>Decode from Base58Check</vt:lpstr>
      <vt:lpstr>Compression</vt:lpstr>
      <vt:lpstr>Encode from hex to Base58Check</vt:lpstr>
      <vt:lpstr>Encode from hex (compressed key) to Base58Check</vt:lpstr>
      <vt:lpstr>Encode from hex (compressed key) to Base58Check</vt:lpstr>
      <vt:lpstr>Public key formats</vt:lpstr>
      <vt:lpstr>Public key formats</vt:lpstr>
      <vt:lpstr>Public key formats</vt:lpstr>
      <vt:lpstr>Uncompressed Public Key</vt:lpstr>
      <vt:lpstr>Uncompressed public key</vt:lpstr>
      <vt:lpstr>Public Key Compression</vt:lpstr>
      <vt:lpstr>Public Key Compression</vt:lpstr>
      <vt:lpstr>02 &amp; 03 Prefixes</vt:lpstr>
      <vt:lpstr>02 &amp; 03 Prefixes</vt:lpstr>
      <vt:lpstr>Public Key Compression</vt:lpstr>
      <vt:lpstr>Public Key Compression</vt:lpstr>
      <vt:lpstr>PowerPoint Sunusu</vt:lpstr>
      <vt:lpstr>Example</vt:lpstr>
      <vt:lpstr>Two Representation of the same Private Key</vt:lpstr>
      <vt:lpstr>Two Representation of the same Private Key</vt:lpstr>
      <vt:lpstr>Client Support for Compression</vt:lpstr>
      <vt:lpstr>Client Support for Compression</vt:lpstr>
      <vt:lpstr>Compressed private keys</vt:lpstr>
      <vt:lpstr>Compressed private keys</vt:lpstr>
      <vt:lpstr>Table 4-4 shows the same key, encoded in WIF and WIF-compressed formats.</vt:lpstr>
      <vt:lpstr>Strategies to Implement Wallet</vt:lpstr>
      <vt:lpstr>Strategies to Implement Wallet</vt:lpstr>
      <vt:lpstr>Strategies to Implement Wallet</vt:lpstr>
      <vt:lpstr>Strategies to Implement Wallet</vt:lpstr>
      <vt:lpstr>PowerPoint Sunusu</vt:lpstr>
      <vt:lpstr>Implementing Keys and Addresses in Python</vt:lpstr>
      <vt:lpstr>uses of os.urandom</vt:lpstr>
      <vt:lpstr>uses of os.urandom</vt:lpstr>
      <vt:lpstr>Advanced Keys and Addresses</vt:lpstr>
      <vt:lpstr>Encrypted Private Keys</vt:lpstr>
      <vt:lpstr>BIP-38</vt:lpstr>
      <vt:lpstr>BIP-38 Proposes</vt:lpstr>
      <vt:lpstr>How it Works?</vt:lpstr>
      <vt:lpstr>How it Works?</vt:lpstr>
      <vt:lpstr>How it Works?</vt:lpstr>
      <vt:lpstr>How it Works?</vt:lpstr>
      <vt:lpstr>Table 4-5. Example of BIP-38 encrypted private key</vt:lpstr>
      <vt:lpstr>Pay-to-Script Hash (P2SH) &amp; Multisig Addresses</vt:lpstr>
      <vt:lpstr>Pay-to-Script Hash (P2SH) &amp; Multisig Addresses</vt:lpstr>
      <vt:lpstr>P2PKH – Pay-to-public-key-hash</vt:lpstr>
      <vt:lpstr>P2PKH – Pay-to-public-key-hash</vt:lpstr>
      <vt:lpstr>Encoding a P2SH Address</vt:lpstr>
      <vt:lpstr>Example P2SH Address</vt:lpstr>
      <vt:lpstr>Multisignature addresses and P2SH</vt:lpstr>
      <vt:lpstr>Vanity Addresses</vt:lpstr>
      <vt:lpstr>Outsource to Vanity Pool</vt:lpstr>
      <vt:lpstr>Vanity address security</vt:lpstr>
      <vt:lpstr>Paper Wallets</vt:lpstr>
      <vt:lpstr>Paper Wallets</vt:lpstr>
      <vt:lpstr>How to Generate Paper Wallets?</vt:lpstr>
      <vt:lpstr>How to Generate Paper Wallets?</vt:lpstr>
      <vt:lpstr>Protection against Thief</vt:lpstr>
      <vt:lpstr>Protection against Thief</vt:lpstr>
      <vt:lpstr>examples of paper wallets with security and backup features</vt:lpstr>
      <vt:lpstr>PowerPoint Sunusu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Keys, Addresses</dc:title>
  <dc:creator>YUSUF ALTUNEL</dc:creator>
  <cp:lastModifiedBy>YUSUF ALTUNEL</cp:lastModifiedBy>
  <cp:revision>8</cp:revision>
  <dcterms:created xsi:type="dcterms:W3CDTF">2020-03-28T10:43:22Z</dcterms:created>
  <dcterms:modified xsi:type="dcterms:W3CDTF">2021-03-13T13:05:55Z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2021-03-13T13:05:28Z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8ecab024-4aa2-4640-b8a2-542042ce1a57</vt:lpwstr>
  </property>
  <property fmtid="{D5CDD505-2E9C-101B-9397-08002B2CF9AE}" pid="8" name="MSIP_Label_c66f6488-6f7b-4340-b880-828136ff7811_ContentBits">
    <vt:lpwstr>0</vt:lpwstr>
  </property>
</Properties>
</file>