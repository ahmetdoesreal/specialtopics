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1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notesSlides/notesSlide3.xml" ContentType="application/vnd.openxmlformats-officedocument.presentationml.notesSlide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notesSlides/notesSlide4.xml" ContentType="application/vnd.openxmlformats-officedocument.presentationml.notesSlide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notesSlides/notesSlide5.xml" ContentType="application/vnd.openxmlformats-officedocument.presentationml.notesSlide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notesSlides/notesSlide6.xml" ContentType="application/vnd.openxmlformats-officedocument.presentationml.notesSlide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ppt/diagrams/data111.xml" ContentType="application/vnd.openxmlformats-officedocument.drawingml.diagramData+xml"/>
  <Override PartName="/ppt/diagrams/layout111.xml" ContentType="application/vnd.openxmlformats-officedocument.drawingml.diagramLayout+xml"/>
  <Override PartName="/ppt/diagrams/quickStyle111.xml" ContentType="application/vnd.openxmlformats-officedocument.drawingml.diagramStyle+xml"/>
  <Override PartName="/ppt/diagrams/colors111.xml" ContentType="application/vnd.openxmlformats-officedocument.drawingml.diagramColors+xml"/>
  <Override PartName="/ppt/diagrams/drawing111.xml" ContentType="application/vnd.ms-office.drawingml.diagramDrawing+xml"/>
  <Override PartName="/ppt/diagrams/data112.xml" ContentType="application/vnd.openxmlformats-officedocument.drawingml.diagramData+xml"/>
  <Override PartName="/ppt/diagrams/layout112.xml" ContentType="application/vnd.openxmlformats-officedocument.drawingml.diagramLayout+xml"/>
  <Override PartName="/ppt/diagrams/quickStyle112.xml" ContentType="application/vnd.openxmlformats-officedocument.drawingml.diagramStyle+xml"/>
  <Override PartName="/ppt/diagrams/colors112.xml" ContentType="application/vnd.openxmlformats-officedocument.drawingml.diagramColors+xml"/>
  <Override PartName="/ppt/diagrams/drawing112.xml" ContentType="application/vnd.ms-office.drawingml.diagramDrawing+xml"/>
  <Override PartName="/ppt/diagrams/data113.xml" ContentType="application/vnd.openxmlformats-officedocument.drawingml.diagramData+xml"/>
  <Override PartName="/ppt/diagrams/layout113.xml" ContentType="application/vnd.openxmlformats-officedocument.drawingml.diagramLayout+xml"/>
  <Override PartName="/ppt/diagrams/quickStyle113.xml" ContentType="application/vnd.openxmlformats-officedocument.drawingml.diagramStyle+xml"/>
  <Override PartName="/ppt/diagrams/colors113.xml" ContentType="application/vnd.openxmlformats-officedocument.drawingml.diagramColors+xml"/>
  <Override PartName="/ppt/diagrams/drawing113.xml" ContentType="application/vnd.ms-office.drawingml.diagramDrawing+xml"/>
  <Override PartName="/ppt/diagrams/data114.xml" ContentType="application/vnd.openxmlformats-officedocument.drawingml.diagramData+xml"/>
  <Override PartName="/ppt/diagrams/layout114.xml" ContentType="application/vnd.openxmlformats-officedocument.drawingml.diagramLayout+xml"/>
  <Override PartName="/ppt/diagrams/quickStyle114.xml" ContentType="application/vnd.openxmlformats-officedocument.drawingml.diagramStyle+xml"/>
  <Override PartName="/ppt/diagrams/colors114.xml" ContentType="application/vnd.openxmlformats-officedocument.drawingml.diagramColors+xml"/>
  <Override PartName="/ppt/diagrams/drawing114.xml" ContentType="application/vnd.ms-office.drawingml.diagramDrawing+xml"/>
  <Override PartName="/ppt/diagrams/data115.xml" ContentType="application/vnd.openxmlformats-officedocument.drawingml.diagramData+xml"/>
  <Override PartName="/ppt/diagrams/layout115.xml" ContentType="application/vnd.openxmlformats-officedocument.drawingml.diagramLayout+xml"/>
  <Override PartName="/ppt/diagrams/quickStyle115.xml" ContentType="application/vnd.openxmlformats-officedocument.drawingml.diagramStyle+xml"/>
  <Override PartName="/ppt/diagrams/colors115.xml" ContentType="application/vnd.openxmlformats-officedocument.drawingml.diagramColors+xml"/>
  <Override PartName="/ppt/diagrams/drawing115.xml" ContentType="application/vnd.ms-office.drawingml.diagramDrawing+xml"/>
  <Override PartName="/ppt/diagrams/data116.xml" ContentType="application/vnd.openxmlformats-officedocument.drawingml.diagramData+xml"/>
  <Override PartName="/ppt/diagrams/layout116.xml" ContentType="application/vnd.openxmlformats-officedocument.drawingml.diagramLayout+xml"/>
  <Override PartName="/ppt/diagrams/quickStyle116.xml" ContentType="application/vnd.openxmlformats-officedocument.drawingml.diagramStyle+xml"/>
  <Override PartName="/ppt/diagrams/colors116.xml" ContentType="application/vnd.openxmlformats-officedocument.drawingml.diagramColors+xml"/>
  <Override PartName="/ppt/diagrams/drawing116.xml" ContentType="application/vnd.ms-office.drawingml.diagramDrawing+xml"/>
  <Override PartName="/ppt/diagrams/data117.xml" ContentType="application/vnd.openxmlformats-officedocument.drawingml.diagramData+xml"/>
  <Override PartName="/ppt/diagrams/layout117.xml" ContentType="application/vnd.openxmlformats-officedocument.drawingml.diagramLayout+xml"/>
  <Override PartName="/ppt/diagrams/quickStyle117.xml" ContentType="application/vnd.openxmlformats-officedocument.drawingml.diagramStyle+xml"/>
  <Override PartName="/ppt/diagrams/colors117.xml" ContentType="application/vnd.openxmlformats-officedocument.drawingml.diagramColors+xml"/>
  <Override PartName="/ppt/diagrams/drawing117.xml" ContentType="application/vnd.ms-office.drawingml.diagramDrawing+xml"/>
  <Override PartName="/ppt/diagrams/data118.xml" ContentType="application/vnd.openxmlformats-officedocument.drawingml.diagramData+xml"/>
  <Override PartName="/ppt/diagrams/layout118.xml" ContentType="application/vnd.openxmlformats-officedocument.drawingml.diagramLayout+xml"/>
  <Override PartName="/ppt/diagrams/quickStyle118.xml" ContentType="application/vnd.openxmlformats-officedocument.drawingml.diagramStyle+xml"/>
  <Override PartName="/ppt/diagrams/colors118.xml" ContentType="application/vnd.openxmlformats-officedocument.drawingml.diagramColors+xml"/>
  <Override PartName="/ppt/diagrams/drawing118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132"/>
  </p:notesMasterIdLst>
  <p:sldIdLst>
    <p:sldId id="256" r:id="rId2"/>
    <p:sldId id="257" r:id="rId3"/>
    <p:sldId id="282" r:id="rId4"/>
    <p:sldId id="280" r:id="rId5"/>
    <p:sldId id="281" r:id="rId6"/>
    <p:sldId id="268" r:id="rId7"/>
    <p:sldId id="283" r:id="rId8"/>
    <p:sldId id="390" r:id="rId9"/>
    <p:sldId id="284" r:id="rId10"/>
    <p:sldId id="388" r:id="rId11"/>
    <p:sldId id="370" r:id="rId12"/>
    <p:sldId id="285" r:id="rId13"/>
    <p:sldId id="286" r:id="rId14"/>
    <p:sldId id="371" r:id="rId15"/>
    <p:sldId id="269" r:id="rId16"/>
    <p:sldId id="287" r:id="rId17"/>
    <p:sldId id="372" r:id="rId18"/>
    <p:sldId id="289" r:id="rId19"/>
    <p:sldId id="270" r:id="rId20"/>
    <p:sldId id="389" r:id="rId21"/>
    <p:sldId id="290" r:id="rId22"/>
    <p:sldId id="291" r:id="rId23"/>
    <p:sldId id="271" r:id="rId24"/>
    <p:sldId id="292" r:id="rId25"/>
    <p:sldId id="293" r:id="rId26"/>
    <p:sldId id="294" r:id="rId27"/>
    <p:sldId id="272" r:id="rId28"/>
    <p:sldId id="295" r:id="rId29"/>
    <p:sldId id="273" r:id="rId30"/>
    <p:sldId id="373" r:id="rId31"/>
    <p:sldId id="297" r:id="rId32"/>
    <p:sldId id="298" r:id="rId33"/>
    <p:sldId id="274" r:id="rId34"/>
    <p:sldId id="299" r:id="rId35"/>
    <p:sldId id="300" r:id="rId36"/>
    <p:sldId id="301" r:id="rId37"/>
    <p:sldId id="279" r:id="rId38"/>
    <p:sldId id="276" r:id="rId39"/>
    <p:sldId id="391" r:id="rId40"/>
    <p:sldId id="304" r:id="rId41"/>
    <p:sldId id="392" r:id="rId42"/>
    <p:sldId id="305" r:id="rId43"/>
    <p:sldId id="393" r:id="rId44"/>
    <p:sldId id="306" r:id="rId45"/>
    <p:sldId id="307" r:id="rId46"/>
    <p:sldId id="394" r:id="rId47"/>
    <p:sldId id="374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95" r:id="rId60"/>
    <p:sldId id="319" r:id="rId61"/>
    <p:sldId id="320" r:id="rId62"/>
    <p:sldId id="321" r:id="rId63"/>
    <p:sldId id="322" r:id="rId64"/>
    <p:sldId id="277" r:id="rId65"/>
    <p:sldId id="323" r:id="rId66"/>
    <p:sldId id="324" r:id="rId67"/>
    <p:sldId id="325" r:id="rId68"/>
    <p:sldId id="326" r:id="rId69"/>
    <p:sldId id="327" r:id="rId70"/>
    <p:sldId id="376" r:id="rId71"/>
    <p:sldId id="328" r:id="rId72"/>
    <p:sldId id="377" r:id="rId73"/>
    <p:sldId id="329" r:id="rId74"/>
    <p:sldId id="330" r:id="rId75"/>
    <p:sldId id="383" r:id="rId76"/>
    <p:sldId id="332" r:id="rId77"/>
    <p:sldId id="384" r:id="rId78"/>
    <p:sldId id="333" r:id="rId79"/>
    <p:sldId id="334" r:id="rId80"/>
    <p:sldId id="335" r:id="rId81"/>
    <p:sldId id="404" r:id="rId82"/>
    <p:sldId id="336" r:id="rId83"/>
    <p:sldId id="337" r:id="rId84"/>
    <p:sldId id="338" r:id="rId85"/>
    <p:sldId id="339" r:id="rId86"/>
    <p:sldId id="340" r:id="rId87"/>
    <p:sldId id="397" r:id="rId88"/>
    <p:sldId id="341" r:id="rId89"/>
    <p:sldId id="398" r:id="rId90"/>
    <p:sldId id="342" r:id="rId91"/>
    <p:sldId id="403" r:id="rId92"/>
    <p:sldId id="347" r:id="rId93"/>
    <p:sldId id="343" r:id="rId94"/>
    <p:sldId id="344" r:id="rId95"/>
    <p:sldId id="346" r:id="rId96"/>
    <p:sldId id="380" r:id="rId97"/>
    <p:sldId id="278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86" r:id="rId107"/>
    <p:sldId id="356" r:id="rId108"/>
    <p:sldId id="399" r:id="rId109"/>
    <p:sldId id="357" r:id="rId110"/>
    <p:sldId id="358" r:id="rId111"/>
    <p:sldId id="400" r:id="rId112"/>
    <p:sldId id="359" r:id="rId113"/>
    <p:sldId id="360" r:id="rId114"/>
    <p:sldId id="401" r:id="rId115"/>
    <p:sldId id="361" r:id="rId116"/>
    <p:sldId id="407" r:id="rId117"/>
    <p:sldId id="362" r:id="rId118"/>
    <p:sldId id="402" r:id="rId119"/>
    <p:sldId id="363" r:id="rId120"/>
    <p:sldId id="381" r:id="rId121"/>
    <p:sldId id="364" r:id="rId122"/>
    <p:sldId id="387" r:id="rId123"/>
    <p:sldId id="365" r:id="rId124"/>
    <p:sldId id="366" r:id="rId125"/>
    <p:sldId id="367" r:id="rId126"/>
    <p:sldId id="382" r:id="rId127"/>
    <p:sldId id="368" r:id="rId128"/>
    <p:sldId id="369" r:id="rId129"/>
    <p:sldId id="405" r:id="rId130"/>
    <p:sldId id="406" r:id="rId1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8" autoAdjust="0"/>
    <p:restoredTop sz="87819" autoAdjust="0"/>
  </p:normalViewPr>
  <p:slideViewPr>
    <p:cSldViewPr snapToGrid="0">
      <p:cViewPr varScale="1">
        <p:scale>
          <a:sx n="71" d="100"/>
          <a:sy n="71" d="100"/>
        </p:scale>
        <p:origin x="77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4" Type="http://schemas.openxmlformats.org/officeDocument/2006/relationships/image" Target="../media/image5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37.png"/><Relationship Id="rId7" Type="http://schemas.openxmlformats.org/officeDocument/2006/relationships/image" Target="../media/image7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3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103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10" Type="http://schemas.openxmlformats.org/officeDocument/2006/relationships/image" Target="../media/image113.svg"/><Relationship Id="rId4" Type="http://schemas.openxmlformats.org/officeDocument/2006/relationships/image" Target="../media/image107.svg"/><Relationship Id="rId9" Type="http://schemas.openxmlformats.org/officeDocument/2006/relationships/image" Target="../media/image112.pn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sv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21.svg"/><Relationship Id="rId5" Type="http://schemas.openxmlformats.org/officeDocument/2006/relationships/image" Target="../media/image120.png"/><Relationship Id="rId4" Type="http://schemas.openxmlformats.org/officeDocument/2006/relationships/image" Target="../media/image119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svg"/><Relationship Id="rId1" Type="http://schemas.openxmlformats.org/officeDocument/2006/relationships/image" Target="../media/image127.png"/><Relationship Id="rId4" Type="http://schemas.openxmlformats.org/officeDocument/2006/relationships/image" Target="../media/image130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4" Type="http://schemas.openxmlformats.org/officeDocument/2006/relationships/image" Target="../media/image134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4" Type="http://schemas.openxmlformats.org/officeDocument/2006/relationships/image" Target="../media/image138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svg"/><Relationship Id="rId1" Type="http://schemas.openxmlformats.org/officeDocument/2006/relationships/image" Target="../media/image139.png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142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sv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49.sv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sv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image" Target="../media/image159.svg"/><Relationship Id="rId1" Type="http://schemas.openxmlformats.org/officeDocument/2006/relationships/image" Target="../media/image158.png"/><Relationship Id="rId6" Type="http://schemas.openxmlformats.org/officeDocument/2006/relationships/image" Target="../media/image163.svg"/><Relationship Id="rId5" Type="http://schemas.openxmlformats.org/officeDocument/2006/relationships/image" Target="../media/image162.png"/><Relationship Id="rId10" Type="http://schemas.openxmlformats.org/officeDocument/2006/relationships/image" Target="../media/image167.svg"/><Relationship Id="rId4" Type="http://schemas.openxmlformats.org/officeDocument/2006/relationships/image" Target="../media/image161.svg"/><Relationship Id="rId9" Type="http://schemas.openxmlformats.org/officeDocument/2006/relationships/image" Target="../media/image166.pn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svg"/><Relationship Id="rId1" Type="http://schemas.openxmlformats.org/officeDocument/2006/relationships/image" Target="../media/image174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77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182.svg"/><Relationship Id="rId5" Type="http://schemas.openxmlformats.org/officeDocument/2006/relationships/image" Target="../media/image181.png"/><Relationship Id="rId4" Type="http://schemas.openxmlformats.org/officeDocument/2006/relationships/image" Target="../media/image180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svg"/><Relationship Id="rId1" Type="http://schemas.openxmlformats.org/officeDocument/2006/relationships/image" Target="../media/image187.png"/><Relationship Id="rId6" Type="http://schemas.openxmlformats.org/officeDocument/2006/relationships/image" Target="../media/image192.svg"/><Relationship Id="rId5" Type="http://schemas.openxmlformats.org/officeDocument/2006/relationships/image" Target="../media/image191.png"/><Relationship Id="rId4" Type="http://schemas.openxmlformats.org/officeDocument/2006/relationships/image" Target="../media/image190.svg"/></Relationships>
</file>

<file path=ppt/diagrams/_rels/data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sv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199.svg"/><Relationship Id="rId5" Type="http://schemas.openxmlformats.org/officeDocument/2006/relationships/image" Target="../media/image198.png"/><Relationship Id="rId4" Type="http://schemas.openxmlformats.org/officeDocument/2006/relationships/image" Target="../media/image197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hyperlink" Target="https://academy.bit2me.com/que-es-bip/" TargetMode="External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hyperlink" Target="https://mycelium.com/" TargetMode="External"/><Relationship Id="rId2" Type="http://schemas.openxmlformats.org/officeDocument/2006/relationships/hyperlink" Target="https://copay.io/" TargetMode="External"/><Relationship Id="rId1" Type="http://schemas.openxmlformats.org/officeDocument/2006/relationships/hyperlink" Target="https://github.com/breadwallet" TargetMode="External"/><Relationship Id="rId6" Type="http://schemas.openxmlformats.org/officeDocument/2006/relationships/hyperlink" Target="https://trezor.io/" TargetMode="External"/><Relationship Id="rId5" Type="http://schemas.openxmlformats.org/officeDocument/2006/relationships/hyperlink" Target="https://www.ledgerwallet.com/" TargetMode="External"/><Relationship Id="rId4" Type="http://schemas.openxmlformats.org/officeDocument/2006/relationships/hyperlink" Target="https://www.keepkey.com/" TargetMode="External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10.svg"/><Relationship Id="rId1" Type="http://schemas.openxmlformats.org/officeDocument/2006/relationships/image" Target="../media/image209.png"/><Relationship Id="rId4" Type="http://schemas.openxmlformats.org/officeDocument/2006/relationships/image" Target="../media/image111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svg"/><Relationship Id="rId1" Type="http://schemas.openxmlformats.org/officeDocument/2006/relationships/image" Target="../media/image213.png"/><Relationship Id="rId6" Type="http://schemas.openxmlformats.org/officeDocument/2006/relationships/image" Target="../media/image210.svg"/><Relationship Id="rId5" Type="http://schemas.openxmlformats.org/officeDocument/2006/relationships/image" Target="../media/image209.png"/><Relationship Id="rId4" Type="http://schemas.openxmlformats.org/officeDocument/2006/relationships/image" Target="../media/image216.svg"/></Relationships>
</file>

<file path=ppt/diagrams/_rels/data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sv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image" Target="../media/image221.svg"/><Relationship Id="rId1" Type="http://schemas.openxmlformats.org/officeDocument/2006/relationships/image" Target="../media/image220.png"/><Relationship Id="rId6" Type="http://schemas.openxmlformats.org/officeDocument/2006/relationships/image" Target="../media/image225.svg"/><Relationship Id="rId5" Type="http://schemas.openxmlformats.org/officeDocument/2006/relationships/image" Target="../media/image224.png"/><Relationship Id="rId4" Type="http://schemas.openxmlformats.org/officeDocument/2006/relationships/image" Target="../media/image223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svg"/><Relationship Id="rId1" Type="http://schemas.openxmlformats.org/officeDocument/2006/relationships/image" Target="../media/image231.png"/><Relationship Id="rId6" Type="http://schemas.openxmlformats.org/officeDocument/2006/relationships/image" Target="../media/image236.svg"/><Relationship Id="rId5" Type="http://schemas.openxmlformats.org/officeDocument/2006/relationships/image" Target="../media/image235.png"/><Relationship Id="rId4" Type="http://schemas.openxmlformats.org/officeDocument/2006/relationships/image" Target="../media/image234.sv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svg"/><Relationship Id="rId1" Type="http://schemas.openxmlformats.org/officeDocument/2006/relationships/image" Target="../media/image237.png"/><Relationship Id="rId4" Type="http://schemas.openxmlformats.org/officeDocument/2006/relationships/image" Target="../media/image240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svg"/><Relationship Id="rId1" Type="http://schemas.openxmlformats.org/officeDocument/2006/relationships/image" Target="../media/image243.png"/><Relationship Id="rId4" Type="http://schemas.openxmlformats.org/officeDocument/2006/relationships/image" Target="../media/image246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svg"/><Relationship Id="rId1" Type="http://schemas.openxmlformats.org/officeDocument/2006/relationships/image" Target="../media/image249.png"/><Relationship Id="rId6" Type="http://schemas.openxmlformats.org/officeDocument/2006/relationships/image" Target="../media/image254.svg"/><Relationship Id="rId5" Type="http://schemas.openxmlformats.org/officeDocument/2006/relationships/image" Target="../media/image253.png"/><Relationship Id="rId4" Type="http://schemas.openxmlformats.org/officeDocument/2006/relationships/image" Target="../media/image252.sv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svg"/><Relationship Id="rId1" Type="http://schemas.openxmlformats.org/officeDocument/2006/relationships/image" Target="../media/image258.png"/><Relationship Id="rId4" Type="http://schemas.openxmlformats.org/officeDocument/2006/relationships/image" Target="../media/image261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image" Target="../media/image265.svg"/><Relationship Id="rId1" Type="http://schemas.openxmlformats.org/officeDocument/2006/relationships/image" Target="../media/image264.png"/><Relationship Id="rId6" Type="http://schemas.openxmlformats.org/officeDocument/2006/relationships/image" Target="../media/image268.svg"/><Relationship Id="rId5" Type="http://schemas.openxmlformats.org/officeDocument/2006/relationships/image" Target="../media/image37.png"/><Relationship Id="rId4" Type="http://schemas.openxmlformats.org/officeDocument/2006/relationships/image" Target="../media/image267.svg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2" Type="http://schemas.openxmlformats.org/officeDocument/2006/relationships/image" Target="../media/image272.svg"/><Relationship Id="rId1" Type="http://schemas.openxmlformats.org/officeDocument/2006/relationships/image" Target="../media/image271.png"/><Relationship Id="rId4" Type="http://schemas.openxmlformats.org/officeDocument/2006/relationships/image" Target="../media/image274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7" Type="http://schemas.openxmlformats.org/officeDocument/2006/relationships/image" Target="../media/image281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280.png"/><Relationship Id="rId5" Type="http://schemas.openxmlformats.org/officeDocument/2006/relationships/image" Target="../media/image279.jpeg"/><Relationship Id="rId4" Type="http://schemas.openxmlformats.org/officeDocument/2006/relationships/image" Target="../media/image278.svg"/></Relationships>
</file>

<file path=ppt/diagrams/_rels/data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85.svg"/><Relationship Id="rId1" Type="http://schemas.openxmlformats.org/officeDocument/2006/relationships/image" Target="../media/image284.png"/><Relationship Id="rId4" Type="http://schemas.openxmlformats.org/officeDocument/2006/relationships/image" Target="../media/image60.svg"/></Relationships>
</file>

<file path=ppt/diagrams/_rels/data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svg"/><Relationship Id="rId3" Type="http://schemas.openxmlformats.org/officeDocument/2006/relationships/image" Target="../media/image148.png"/><Relationship Id="rId7" Type="http://schemas.openxmlformats.org/officeDocument/2006/relationships/image" Target="../media/image291.png"/><Relationship Id="rId2" Type="http://schemas.openxmlformats.org/officeDocument/2006/relationships/image" Target="../media/image288.svg"/><Relationship Id="rId1" Type="http://schemas.openxmlformats.org/officeDocument/2006/relationships/image" Target="../media/image287.png"/><Relationship Id="rId6" Type="http://schemas.openxmlformats.org/officeDocument/2006/relationships/image" Target="../media/image290.svg"/><Relationship Id="rId5" Type="http://schemas.openxmlformats.org/officeDocument/2006/relationships/image" Target="../media/image289.png"/><Relationship Id="rId10" Type="http://schemas.openxmlformats.org/officeDocument/2006/relationships/image" Target="../media/image294.svg"/><Relationship Id="rId4" Type="http://schemas.openxmlformats.org/officeDocument/2006/relationships/image" Target="../media/image149.svg"/><Relationship Id="rId9" Type="http://schemas.openxmlformats.org/officeDocument/2006/relationships/image" Target="../media/image293.png"/></Relationships>
</file>

<file path=ppt/diagrams/_rels/data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svg"/><Relationship Id="rId3" Type="http://schemas.openxmlformats.org/officeDocument/2006/relationships/image" Target="../media/image139.png"/><Relationship Id="rId7" Type="http://schemas.openxmlformats.org/officeDocument/2006/relationships/image" Target="../media/image302.png"/><Relationship Id="rId2" Type="http://schemas.openxmlformats.org/officeDocument/2006/relationships/image" Target="../media/image301.svg"/><Relationship Id="rId1" Type="http://schemas.openxmlformats.org/officeDocument/2006/relationships/image" Target="../media/image300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140.svg"/></Relationships>
</file>

<file path=ppt/diagrams/_rels/data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309.svg"/><Relationship Id="rId5" Type="http://schemas.openxmlformats.org/officeDocument/2006/relationships/image" Target="../media/image308.png"/><Relationship Id="rId4" Type="http://schemas.openxmlformats.org/officeDocument/2006/relationships/image" Target="../media/image307.svg"/></Relationships>
</file>

<file path=ppt/diagrams/_rels/data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svg"/><Relationship Id="rId3" Type="http://schemas.openxmlformats.org/officeDocument/2006/relationships/image" Target="../media/image314.png"/><Relationship Id="rId7" Type="http://schemas.openxmlformats.org/officeDocument/2006/relationships/image" Target="../media/image318.png"/><Relationship Id="rId2" Type="http://schemas.openxmlformats.org/officeDocument/2006/relationships/image" Target="../media/image313.svg"/><Relationship Id="rId1" Type="http://schemas.openxmlformats.org/officeDocument/2006/relationships/image" Target="../media/image312.png"/><Relationship Id="rId6" Type="http://schemas.openxmlformats.org/officeDocument/2006/relationships/image" Target="../media/image317.svg"/><Relationship Id="rId5" Type="http://schemas.openxmlformats.org/officeDocument/2006/relationships/image" Target="../media/image316.png"/><Relationship Id="rId4" Type="http://schemas.openxmlformats.org/officeDocument/2006/relationships/image" Target="../media/image315.svg"/></Relationships>
</file>

<file path=ppt/diagrams/_rels/data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svg"/><Relationship Id="rId3" Type="http://schemas.openxmlformats.org/officeDocument/2006/relationships/image" Target="../media/image277.png"/><Relationship Id="rId7" Type="http://schemas.openxmlformats.org/officeDocument/2006/relationships/image" Target="../media/image327.png"/><Relationship Id="rId2" Type="http://schemas.openxmlformats.org/officeDocument/2006/relationships/image" Target="../media/image272.svg"/><Relationship Id="rId1" Type="http://schemas.openxmlformats.org/officeDocument/2006/relationships/image" Target="../media/image271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278.svg"/></Relationships>
</file>

<file path=ppt/diagrams/_rels/data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2" Type="http://schemas.openxmlformats.org/officeDocument/2006/relationships/image" Target="../media/image332.svg"/><Relationship Id="rId1" Type="http://schemas.openxmlformats.org/officeDocument/2006/relationships/image" Target="../media/image331.png"/><Relationship Id="rId6" Type="http://schemas.openxmlformats.org/officeDocument/2006/relationships/image" Target="../media/image335.svg"/><Relationship Id="rId5" Type="http://schemas.openxmlformats.org/officeDocument/2006/relationships/image" Target="../media/image102.png"/><Relationship Id="rId4" Type="http://schemas.openxmlformats.org/officeDocument/2006/relationships/image" Target="../media/image334.svg"/></Relationships>
</file>

<file path=ppt/diagrams/_rels/data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9.svg"/><Relationship Id="rId1" Type="http://schemas.openxmlformats.org/officeDocument/2006/relationships/image" Target="../media/image338.png"/><Relationship Id="rId4" Type="http://schemas.openxmlformats.org/officeDocument/2006/relationships/image" Target="../media/image36.svg"/></Relationships>
</file>

<file path=ppt/diagrams/_rels/data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svg"/><Relationship Id="rId3" Type="http://schemas.openxmlformats.org/officeDocument/2006/relationships/image" Target="../media/image343.png"/><Relationship Id="rId7" Type="http://schemas.openxmlformats.org/officeDocument/2006/relationships/image" Target="../media/image347.png"/><Relationship Id="rId2" Type="http://schemas.openxmlformats.org/officeDocument/2006/relationships/image" Target="../media/image342.svg"/><Relationship Id="rId1" Type="http://schemas.openxmlformats.org/officeDocument/2006/relationships/image" Target="../media/image341.png"/><Relationship Id="rId6" Type="http://schemas.openxmlformats.org/officeDocument/2006/relationships/image" Target="../media/image346.svg"/><Relationship Id="rId5" Type="http://schemas.openxmlformats.org/officeDocument/2006/relationships/image" Target="../media/image345.png"/><Relationship Id="rId4" Type="http://schemas.openxmlformats.org/officeDocument/2006/relationships/image" Target="../media/image344.svg"/></Relationships>
</file>

<file path=ppt/diagrams/_rels/data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54.svg"/><Relationship Id="rId1" Type="http://schemas.openxmlformats.org/officeDocument/2006/relationships/image" Target="../media/image353.png"/><Relationship Id="rId6" Type="http://schemas.openxmlformats.org/officeDocument/2006/relationships/image" Target="../media/image358.svg"/><Relationship Id="rId5" Type="http://schemas.openxmlformats.org/officeDocument/2006/relationships/image" Target="../media/image357.png"/><Relationship Id="rId4" Type="http://schemas.openxmlformats.org/officeDocument/2006/relationships/image" Target="../media/image356.svg"/></Relationships>
</file>

<file path=ppt/diagrams/_rels/data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3.png"/><Relationship Id="rId2" Type="http://schemas.openxmlformats.org/officeDocument/2006/relationships/image" Target="../media/image362.svg"/><Relationship Id="rId1" Type="http://schemas.openxmlformats.org/officeDocument/2006/relationships/image" Target="../media/image361.png"/><Relationship Id="rId4" Type="http://schemas.openxmlformats.org/officeDocument/2006/relationships/image" Target="../media/image364.svg"/></Relationships>
</file>

<file path=ppt/diagrams/_rels/data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9.png"/><Relationship Id="rId2" Type="http://schemas.openxmlformats.org/officeDocument/2006/relationships/image" Target="../media/image368.svg"/><Relationship Id="rId1" Type="http://schemas.openxmlformats.org/officeDocument/2006/relationships/image" Target="../media/image367.png"/><Relationship Id="rId4" Type="http://schemas.openxmlformats.org/officeDocument/2006/relationships/image" Target="../media/image370.svg"/></Relationships>
</file>

<file path=ppt/diagrams/_rels/data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png"/><Relationship Id="rId3" Type="http://schemas.openxmlformats.org/officeDocument/2006/relationships/hyperlink" Target="https://github.com/libbitcoin/libbitcoin/blob/master/src/wallet/mnemonic.cpp" TargetMode="External"/><Relationship Id="rId7" Type="http://schemas.openxmlformats.org/officeDocument/2006/relationships/image" Target="../media/image376.svg"/><Relationship Id="rId2" Type="http://schemas.openxmlformats.org/officeDocument/2006/relationships/hyperlink" Target="https://github.com/bitcoinjs/bip39" TargetMode="External"/><Relationship Id="rId1" Type="http://schemas.openxmlformats.org/officeDocument/2006/relationships/hyperlink" Target="https://github.com/trezor/python-mnemonic" TargetMode="External"/><Relationship Id="rId6" Type="http://schemas.openxmlformats.org/officeDocument/2006/relationships/image" Target="../media/image375.png"/><Relationship Id="rId11" Type="http://schemas.openxmlformats.org/officeDocument/2006/relationships/image" Target="../media/image380.svg"/><Relationship Id="rId5" Type="http://schemas.openxmlformats.org/officeDocument/2006/relationships/image" Target="../media/image374.svg"/><Relationship Id="rId10" Type="http://schemas.openxmlformats.org/officeDocument/2006/relationships/image" Target="../media/image379.png"/><Relationship Id="rId4" Type="http://schemas.openxmlformats.org/officeDocument/2006/relationships/image" Target="../media/image373.png"/><Relationship Id="rId9" Type="http://schemas.openxmlformats.org/officeDocument/2006/relationships/image" Target="../media/image378.svg"/></Relationships>
</file>

<file path=ppt/diagrams/_rels/data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svg"/><Relationship Id="rId7" Type="http://schemas.openxmlformats.org/officeDocument/2006/relationships/image" Target="../media/image390.svg"/><Relationship Id="rId2" Type="http://schemas.openxmlformats.org/officeDocument/2006/relationships/image" Target="../media/image385.png"/><Relationship Id="rId1" Type="http://schemas.openxmlformats.org/officeDocument/2006/relationships/hyperlink" Target="https://iancoleman.io/bip39/" TargetMode="External"/><Relationship Id="rId6" Type="http://schemas.openxmlformats.org/officeDocument/2006/relationships/image" Target="../media/image389.png"/><Relationship Id="rId5" Type="http://schemas.openxmlformats.org/officeDocument/2006/relationships/image" Target="../media/image388.svg"/><Relationship Id="rId4" Type="http://schemas.openxmlformats.org/officeDocument/2006/relationships/image" Target="../media/image387.png"/></Relationships>
</file>

<file path=ppt/diagrams/_rels/data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396.svg"/><Relationship Id="rId1" Type="http://schemas.openxmlformats.org/officeDocument/2006/relationships/image" Target="../media/image395.png"/><Relationship Id="rId6" Type="http://schemas.openxmlformats.org/officeDocument/2006/relationships/image" Target="../media/image398.svg"/><Relationship Id="rId5" Type="http://schemas.openxmlformats.org/officeDocument/2006/relationships/image" Target="../media/image397.png"/><Relationship Id="rId4" Type="http://schemas.openxmlformats.org/officeDocument/2006/relationships/image" Target="../media/image103.svg"/></Relationships>
</file>

<file path=ppt/diagrams/_rels/data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1.svg"/><Relationship Id="rId1" Type="http://schemas.openxmlformats.org/officeDocument/2006/relationships/image" Target="../media/image400.png"/><Relationship Id="rId6" Type="http://schemas.openxmlformats.org/officeDocument/2006/relationships/image" Target="../media/image403.svg"/><Relationship Id="rId5" Type="http://schemas.openxmlformats.org/officeDocument/2006/relationships/image" Target="../media/image402.png"/><Relationship Id="rId4" Type="http://schemas.openxmlformats.org/officeDocument/2006/relationships/image" Target="../media/image38.svg"/></Relationships>
</file>

<file path=ppt/diagrams/_rels/data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svg"/><Relationship Id="rId3" Type="http://schemas.openxmlformats.org/officeDocument/2006/relationships/image" Target="../media/image408.png"/><Relationship Id="rId7" Type="http://schemas.openxmlformats.org/officeDocument/2006/relationships/image" Target="../media/image412.png"/><Relationship Id="rId2" Type="http://schemas.openxmlformats.org/officeDocument/2006/relationships/image" Target="../media/image407.svg"/><Relationship Id="rId1" Type="http://schemas.openxmlformats.org/officeDocument/2006/relationships/image" Target="../media/image406.png"/><Relationship Id="rId6" Type="http://schemas.openxmlformats.org/officeDocument/2006/relationships/image" Target="../media/image411.svg"/><Relationship Id="rId5" Type="http://schemas.openxmlformats.org/officeDocument/2006/relationships/image" Target="../media/image410.png"/><Relationship Id="rId10" Type="http://schemas.openxmlformats.org/officeDocument/2006/relationships/image" Target="../media/image415.svg"/><Relationship Id="rId4" Type="http://schemas.openxmlformats.org/officeDocument/2006/relationships/image" Target="../media/image409.svg"/><Relationship Id="rId9" Type="http://schemas.openxmlformats.org/officeDocument/2006/relationships/image" Target="../media/image414.png"/></Relationships>
</file>

<file path=ppt/diagrams/_rels/data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svg"/><Relationship Id="rId3" Type="http://schemas.openxmlformats.org/officeDocument/2006/relationships/image" Target="../media/image423.png"/><Relationship Id="rId7" Type="http://schemas.openxmlformats.org/officeDocument/2006/relationships/image" Target="../media/image427.png"/><Relationship Id="rId12" Type="http://schemas.openxmlformats.org/officeDocument/2006/relationships/image" Target="../media/image432.svg"/><Relationship Id="rId2" Type="http://schemas.openxmlformats.org/officeDocument/2006/relationships/image" Target="../media/image422.svg"/><Relationship Id="rId1" Type="http://schemas.openxmlformats.org/officeDocument/2006/relationships/image" Target="../media/image421.png"/><Relationship Id="rId6" Type="http://schemas.openxmlformats.org/officeDocument/2006/relationships/image" Target="../media/image426.svg"/><Relationship Id="rId11" Type="http://schemas.openxmlformats.org/officeDocument/2006/relationships/image" Target="../media/image431.png"/><Relationship Id="rId5" Type="http://schemas.openxmlformats.org/officeDocument/2006/relationships/image" Target="../media/image425.png"/><Relationship Id="rId10" Type="http://schemas.openxmlformats.org/officeDocument/2006/relationships/image" Target="../media/image430.svg"/><Relationship Id="rId4" Type="http://schemas.openxmlformats.org/officeDocument/2006/relationships/image" Target="../media/image424.svg"/><Relationship Id="rId9" Type="http://schemas.openxmlformats.org/officeDocument/2006/relationships/image" Target="../media/image429.png"/></Relationships>
</file>

<file path=ppt/diagrams/_rels/data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png"/><Relationship Id="rId2" Type="http://schemas.openxmlformats.org/officeDocument/2006/relationships/image" Target="../media/image288.svg"/><Relationship Id="rId1" Type="http://schemas.openxmlformats.org/officeDocument/2006/relationships/image" Target="../media/image287.png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439.svg"/></Relationships>
</file>

<file path=ppt/diagrams/_rels/data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image" Target="../media/image442.svg"/><Relationship Id="rId1" Type="http://schemas.openxmlformats.org/officeDocument/2006/relationships/image" Target="../media/image441.png"/><Relationship Id="rId4" Type="http://schemas.openxmlformats.org/officeDocument/2006/relationships/image" Target="../media/image444.svg"/></Relationships>
</file>

<file path=ppt/diagrams/_rels/data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4" Type="http://schemas.openxmlformats.org/officeDocument/2006/relationships/image" Target="../media/image149.svg"/></Relationships>
</file>

<file path=ppt/diagrams/_rels/data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2.svg"/><Relationship Id="rId3" Type="http://schemas.openxmlformats.org/officeDocument/2006/relationships/image" Target="../media/image447.png"/><Relationship Id="rId7" Type="http://schemas.openxmlformats.org/officeDocument/2006/relationships/image" Target="../media/image451.png"/><Relationship Id="rId2" Type="http://schemas.openxmlformats.org/officeDocument/2006/relationships/image" Target="../media/image244.svg"/><Relationship Id="rId1" Type="http://schemas.openxmlformats.org/officeDocument/2006/relationships/image" Target="../media/image243.png"/><Relationship Id="rId6" Type="http://schemas.openxmlformats.org/officeDocument/2006/relationships/image" Target="../media/image450.svg"/><Relationship Id="rId5" Type="http://schemas.openxmlformats.org/officeDocument/2006/relationships/image" Target="../media/image449.png"/><Relationship Id="rId4" Type="http://schemas.openxmlformats.org/officeDocument/2006/relationships/image" Target="../media/image448.svg"/></Relationships>
</file>

<file path=ppt/diagrams/_rels/data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9.png"/><Relationship Id="rId2" Type="http://schemas.openxmlformats.org/officeDocument/2006/relationships/image" Target="../media/image458.svg"/><Relationship Id="rId1" Type="http://schemas.openxmlformats.org/officeDocument/2006/relationships/image" Target="../media/image457.png"/><Relationship Id="rId6" Type="http://schemas.openxmlformats.org/officeDocument/2006/relationships/image" Target="../media/image462.svg"/><Relationship Id="rId5" Type="http://schemas.openxmlformats.org/officeDocument/2006/relationships/image" Target="../media/image461.png"/><Relationship Id="rId4" Type="http://schemas.openxmlformats.org/officeDocument/2006/relationships/image" Target="../media/image460.svg"/></Relationships>
</file>

<file path=ppt/diagrams/_rels/data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svg"/><Relationship Id="rId3" Type="http://schemas.openxmlformats.org/officeDocument/2006/relationships/image" Target="../media/image468.png"/><Relationship Id="rId7" Type="http://schemas.openxmlformats.org/officeDocument/2006/relationships/image" Target="../media/image472.png"/><Relationship Id="rId2" Type="http://schemas.openxmlformats.org/officeDocument/2006/relationships/image" Target="../media/image467.svg"/><Relationship Id="rId1" Type="http://schemas.openxmlformats.org/officeDocument/2006/relationships/image" Target="../media/image466.png"/><Relationship Id="rId6" Type="http://schemas.openxmlformats.org/officeDocument/2006/relationships/image" Target="../media/image471.svg"/><Relationship Id="rId5" Type="http://schemas.openxmlformats.org/officeDocument/2006/relationships/image" Target="../media/image470.png"/><Relationship Id="rId4" Type="http://schemas.openxmlformats.org/officeDocument/2006/relationships/image" Target="../media/image469.svg"/></Relationships>
</file>

<file path=ppt/diagrams/_rels/data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479.svg"/><Relationship Id="rId5" Type="http://schemas.openxmlformats.org/officeDocument/2006/relationships/image" Target="../media/image478.png"/><Relationship Id="rId4" Type="http://schemas.openxmlformats.org/officeDocument/2006/relationships/image" Target="../media/image477.svg"/></Relationships>
</file>

<file path=ppt/diagrams/_rels/data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svg"/><Relationship Id="rId3" Type="http://schemas.openxmlformats.org/officeDocument/2006/relationships/image" Target="../media/image126.png"/><Relationship Id="rId7" Type="http://schemas.openxmlformats.org/officeDocument/2006/relationships/image" Target="../media/image483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482.svg"/><Relationship Id="rId5" Type="http://schemas.openxmlformats.org/officeDocument/2006/relationships/image" Target="../media/image481.png"/><Relationship Id="rId4" Type="http://schemas.openxmlformats.org/officeDocument/2006/relationships/image" Target="../media/image138.svg"/></Relationships>
</file>

<file path=ppt/diagrams/_rels/data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9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487.svg"/><Relationship Id="rId5" Type="http://schemas.openxmlformats.org/officeDocument/2006/relationships/image" Target="../media/image486.png"/><Relationship Id="rId4" Type="http://schemas.openxmlformats.org/officeDocument/2006/relationships/image" Target="../media/image485.svg"/></Relationships>
</file>

<file path=ppt/diagrams/_rels/data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9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487.svg"/><Relationship Id="rId5" Type="http://schemas.openxmlformats.org/officeDocument/2006/relationships/image" Target="../media/image486.png"/><Relationship Id="rId4" Type="http://schemas.openxmlformats.org/officeDocument/2006/relationships/image" Target="../media/image223.svg"/></Relationships>
</file>

<file path=ppt/diagrams/_rels/data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5.svg"/><Relationship Id="rId3" Type="http://schemas.openxmlformats.org/officeDocument/2006/relationships/image" Target="../media/image343.png"/><Relationship Id="rId7" Type="http://schemas.openxmlformats.org/officeDocument/2006/relationships/image" Target="../media/image494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493.svg"/><Relationship Id="rId5" Type="http://schemas.openxmlformats.org/officeDocument/2006/relationships/image" Target="../media/image492.png"/><Relationship Id="rId4" Type="http://schemas.openxmlformats.org/officeDocument/2006/relationships/image" Target="../media/image344.svg"/></Relationships>
</file>

<file path=ppt/diagrams/_rels/data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image" Target="../media/image500.svg"/><Relationship Id="rId1" Type="http://schemas.openxmlformats.org/officeDocument/2006/relationships/image" Target="../media/image499.png"/><Relationship Id="rId4" Type="http://schemas.openxmlformats.org/officeDocument/2006/relationships/image" Target="../media/image502.svg"/></Relationships>
</file>

<file path=ppt/diagrams/_rels/data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5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508.svg"/><Relationship Id="rId5" Type="http://schemas.openxmlformats.org/officeDocument/2006/relationships/image" Target="../media/image507.png"/><Relationship Id="rId4" Type="http://schemas.openxmlformats.org/officeDocument/2006/relationships/image" Target="../media/image506.svg"/></Relationships>
</file>

<file path=ppt/diagrams/_rels/data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38.svg"/></Relationships>
</file>

<file path=ppt/diagrams/_rels/data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4.svg"/><Relationship Id="rId3" Type="http://schemas.openxmlformats.org/officeDocument/2006/relationships/image" Target="../media/image122.png"/><Relationship Id="rId7" Type="http://schemas.openxmlformats.org/officeDocument/2006/relationships/image" Target="../media/image513.png"/><Relationship Id="rId2" Type="http://schemas.openxmlformats.org/officeDocument/2006/relationships/image" Target="../media/image512.svg"/><Relationship Id="rId1" Type="http://schemas.openxmlformats.org/officeDocument/2006/relationships/image" Target="../media/image511.png"/><Relationship Id="rId6" Type="http://schemas.openxmlformats.org/officeDocument/2006/relationships/image" Target="../media/image487.svg"/><Relationship Id="rId5" Type="http://schemas.openxmlformats.org/officeDocument/2006/relationships/image" Target="../media/image486.png"/><Relationship Id="rId4" Type="http://schemas.openxmlformats.org/officeDocument/2006/relationships/image" Target="../media/image138.svg"/></Relationships>
</file>

<file path=ppt/diagrams/_rels/data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518.svg"/><Relationship Id="rId1" Type="http://schemas.openxmlformats.org/officeDocument/2006/relationships/image" Target="../media/image517.png"/><Relationship Id="rId4" Type="http://schemas.openxmlformats.org/officeDocument/2006/relationships/image" Target="../media/image138.svg"/></Relationships>
</file>

<file path=ppt/diagrams/_rels/data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521.svg"/><Relationship Id="rId1" Type="http://schemas.openxmlformats.org/officeDocument/2006/relationships/image" Target="../media/image520.png"/><Relationship Id="rId4" Type="http://schemas.openxmlformats.org/officeDocument/2006/relationships/image" Target="../media/image138.svg"/></Relationships>
</file>

<file path=ppt/diagrams/_rels/data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524.svg"/><Relationship Id="rId5" Type="http://schemas.openxmlformats.org/officeDocument/2006/relationships/image" Target="../media/image523.png"/><Relationship Id="rId4" Type="http://schemas.openxmlformats.org/officeDocument/2006/relationships/image" Target="../media/image344.svg"/></Relationships>
</file>

<file path=ppt/diagrams/_rels/data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72.svg"/><Relationship Id="rId1" Type="http://schemas.openxmlformats.org/officeDocument/2006/relationships/image" Target="../media/image271.png"/><Relationship Id="rId5" Type="http://schemas.openxmlformats.org/officeDocument/2006/relationships/image" Target="../media/image527.png"/><Relationship Id="rId4" Type="http://schemas.openxmlformats.org/officeDocument/2006/relationships/image" Target="../media/image75.svg"/></Relationships>
</file>

<file path=ppt/diagrams/_rels/data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1.svg"/><Relationship Id="rId3" Type="http://schemas.openxmlformats.org/officeDocument/2006/relationships/image" Target="../media/image74.png"/><Relationship Id="rId7" Type="http://schemas.openxmlformats.org/officeDocument/2006/relationships/image" Target="../media/image530.png"/><Relationship Id="rId2" Type="http://schemas.openxmlformats.org/officeDocument/2006/relationships/image" Target="../media/image288.svg"/><Relationship Id="rId1" Type="http://schemas.openxmlformats.org/officeDocument/2006/relationships/image" Target="../media/image287.png"/><Relationship Id="rId6" Type="http://schemas.openxmlformats.org/officeDocument/2006/relationships/image" Target="../media/image529.svg"/><Relationship Id="rId5" Type="http://schemas.openxmlformats.org/officeDocument/2006/relationships/image" Target="../media/image528.png"/><Relationship Id="rId4" Type="http://schemas.openxmlformats.org/officeDocument/2006/relationships/image" Target="../media/image75.svg"/></Relationships>
</file>

<file path=ppt/diagrams/_rels/data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2.png"/><Relationship Id="rId2" Type="http://schemas.openxmlformats.org/officeDocument/2006/relationships/image" Target="../media/image288.svg"/><Relationship Id="rId1" Type="http://schemas.openxmlformats.org/officeDocument/2006/relationships/image" Target="../media/image287.png"/><Relationship Id="rId6" Type="http://schemas.openxmlformats.org/officeDocument/2006/relationships/image" Target="../media/image535.svg"/><Relationship Id="rId5" Type="http://schemas.openxmlformats.org/officeDocument/2006/relationships/image" Target="../media/image534.png"/><Relationship Id="rId4" Type="http://schemas.openxmlformats.org/officeDocument/2006/relationships/image" Target="../media/image533.svg"/></Relationships>
</file>

<file path=ppt/diagrams/_rels/data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521.svg"/><Relationship Id="rId1" Type="http://schemas.openxmlformats.org/officeDocument/2006/relationships/image" Target="../media/image520.png"/><Relationship Id="rId4" Type="http://schemas.openxmlformats.org/officeDocument/2006/relationships/image" Target="../media/image538.svg"/></Relationships>
</file>

<file path=ppt/diagrams/_rels/data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1.png"/><Relationship Id="rId2" Type="http://schemas.openxmlformats.org/officeDocument/2006/relationships/image" Target="../media/image540.svg"/><Relationship Id="rId1" Type="http://schemas.openxmlformats.org/officeDocument/2006/relationships/image" Target="../media/image539.png"/><Relationship Id="rId6" Type="http://schemas.openxmlformats.org/officeDocument/2006/relationships/image" Target="../media/image544.svg"/><Relationship Id="rId5" Type="http://schemas.openxmlformats.org/officeDocument/2006/relationships/image" Target="../media/image543.png"/><Relationship Id="rId4" Type="http://schemas.openxmlformats.org/officeDocument/2006/relationships/image" Target="../media/image542.svg"/></Relationships>
</file>

<file path=ppt/diagrams/_rels/data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svg"/><Relationship Id="rId3" Type="http://schemas.openxmlformats.org/officeDocument/2006/relationships/image" Target="../media/image37.png"/><Relationship Id="rId7" Type="http://schemas.openxmlformats.org/officeDocument/2006/relationships/image" Target="../media/image550.png"/><Relationship Id="rId2" Type="http://schemas.openxmlformats.org/officeDocument/2006/relationships/image" Target="../media/image288.svg"/><Relationship Id="rId1" Type="http://schemas.openxmlformats.org/officeDocument/2006/relationships/image" Target="../media/image287.png"/><Relationship Id="rId6" Type="http://schemas.openxmlformats.org/officeDocument/2006/relationships/image" Target="../media/image549.svg"/><Relationship Id="rId5" Type="http://schemas.openxmlformats.org/officeDocument/2006/relationships/image" Target="../media/image548.png"/><Relationship Id="rId10" Type="http://schemas.openxmlformats.org/officeDocument/2006/relationships/image" Target="../media/image553.svg"/><Relationship Id="rId4" Type="http://schemas.openxmlformats.org/officeDocument/2006/relationships/image" Target="../media/image38.svg"/><Relationship Id="rId9" Type="http://schemas.openxmlformats.org/officeDocument/2006/relationships/image" Target="../media/image552.png"/></Relationships>
</file>

<file path=ppt/diagrams/_rels/data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svg"/><Relationship Id="rId3" Type="http://schemas.openxmlformats.org/officeDocument/2006/relationships/image" Target="../media/image559.png"/><Relationship Id="rId7" Type="http://schemas.openxmlformats.org/officeDocument/2006/relationships/image" Target="../media/image37.png"/><Relationship Id="rId2" Type="http://schemas.openxmlformats.org/officeDocument/2006/relationships/image" Target="../media/image558.svg"/><Relationship Id="rId1" Type="http://schemas.openxmlformats.org/officeDocument/2006/relationships/image" Target="../media/image557.png"/><Relationship Id="rId6" Type="http://schemas.openxmlformats.org/officeDocument/2006/relationships/image" Target="../media/image562.svg"/><Relationship Id="rId5" Type="http://schemas.openxmlformats.org/officeDocument/2006/relationships/image" Target="../media/image561.png"/><Relationship Id="rId4" Type="http://schemas.openxmlformats.org/officeDocument/2006/relationships/image" Target="../media/image560.svg"/></Relationships>
</file>

<file path=ppt/diagrams/_rels/data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svg"/><Relationship Id="rId3" Type="http://schemas.openxmlformats.org/officeDocument/2006/relationships/image" Target="../media/image122.png"/><Relationship Id="rId7" Type="http://schemas.openxmlformats.org/officeDocument/2006/relationships/image" Target="../media/image158.png"/><Relationship Id="rId2" Type="http://schemas.openxmlformats.org/officeDocument/2006/relationships/image" Target="../media/image567.svg"/><Relationship Id="rId1" Type="http://schemas.openxmlformats.org/officeDocument/2006/relationships/image" Target="../media/image566.png"/><Relationship Id="rId6" Type="http://schemas.openxmlformats.org/officeDocument/2006/relationships/image" Target="../media/image569.svg"/><Relationship Id="rId5" Type="http://schemas.openxmlformats.org/officeDocument/2006/relationships/image" Target="../media/image568.png"/><Relationship Id="rId10" Type="http://schemas.openxmlformats.org/officeDocument/2006/relationships/image" Target="../media/image570.svg"/><Relationship Id="rId4" Type="http://schemas.openxmlformats.org/officeDocument/2006/relationships/image" Target="../media/image138.svg"/><Relationship Id="rId9" Type="http://schemas.openxmlformats.org/officeDocument/2006/relationships/image" Target="../media/image308.png"/></Relationships>
</file>

<file path=ppt/diagrams/_rels/data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5.png"/><Relationship Id="rId2" Type="http://schemas.openxmlformats.org/officeDocument/2006/relationships/image" Target="../media/image574.svg"/><Relationship Id="rId1" Type="http://schemas.openxmlformats.org/officeDocument/2006/relationships/image" Target="../media/image573.png"/><Relationship Id="rId6" Type="http://schemas.openxmlformats.org/officeDocument/2006/relationships/image" Target="../media/image578.svg"/><Relationship Id="rId5" Type="http://schemas.openxmlformats.org/officeDocument/2006/relationships/image" Target="../media/image577.png"/><Relationship Id="rId4" Type="http://schemas.openxmlformats.org/officeDocument/2006/relationships/image" Target="../media/image576.svg"/></Relationships>
</file>

<file path=ppt/diagrams/_rels/data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5.png"/><Relationship Id="rId2" Type="http://schemas.openxmlformats.org/officeDocument/2006/relationships/image" Target="../media/image584.svg"/><Relationship Id="rId1" Type="http://schemas.openxmlformats.org/officeDocument/2006/relationships/image" Target="../media/image583.png"/><Relationship Id="rId6" Type="http://schemas.openxmlformats.org/officeDocument/2006/relationships/image" Target="../media/image346.svg"/><Relationship Id="rId5" Type="http://schemas.openxmlformats.org/officeDocument/2006/relationships/image" Target="../media/image345.png"/><Relationship Id="rId4" Type="http://schemas.openxmlformats.org/officeDocument/2006/relationships/image" Target="../media/image586.svg"/></Relationships>
</file>

<file path=ppt/diagrams/_rels/data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9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592.svg"/><Relationship Id="rId5" Type="http://schemas.openxmlformats.org/officeDocument/2006/relationships/image" Target="../media/image591.png"/><Relationship Id="rId4" Type="http://schemas.openxmlformats.org/officeDocument/2006/relationships/image" Target="../media/image590.svg"/></Relationships>
</file>

<file path=ppt/diagrams/_rels/data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7.svg"/><Relationship Id="rId2" Type="http://schemas.openxmlformats.org/officeDocument/2006/relationships/image" Target="../media/image596.png"/><Relationship Id="rId1" Type="http://schemas.openxmlformats.org/officeDocument/2006/relationships/image" Target="../media/image595.png"/><Relationship Id="rId5" Type="http://schemas.openxmlformats.org/officeDocument/2006/relationships/image" Target="../media/image599.svg"/><Relationship Id="rId4" Type="http://schemas.openxmlformats.org/officeDocument/2006/relationships/image" Target="../media/image598.png"/></Relationships>
</file>

<file path=ppt/diagrams/_rels/data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221.svg"/><Relationship Id="rId1" Type="http://schemas.openxmlformats.org/officeDocument/2006/relationships/image" Target="../media/image220.png"/><Relationship Id="rId5" Type="http://schemas.openxmlformats.org/officeDocument/2006/relationships/image" Target="../media/image602.png"/><Relationship Id="rId4" Type="http://schemas.openxmlformats.org/officeDocument/2006/relationships/image" Target="../media/image601.svg"/></Relationships>
</file>

<file path=ppt/diagrams/_rels/data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9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524.svg"/><Relationship Id="rId5" Type="http://schemas.openxmlformats.org/officeDocument/2006/relationships/image" Target="../media/image523.png"/><Relationship Id="rId4" Type="http://schemas.openxmlformats.org/officeDocument/2006/relationships/image" Target="../media/image485.svg"/></Relationships>
</file>

<file path=ppt/diagrams/_rels/data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512.svg"/><Relationship Id="rId1" Type="http://schemas.openxmlformats.org/officeDocument/2006/relationships/image" Target="../media/image511.png"/><Relationship Id="rId6" Type="http://schemas.openxmlformats.org/officeDocument/2006/relationships/image" Target="../media/image524.svg"/><Relationship Id="rId5" Type="http://schemas.openxmlformats.org/officeDocument/2006/relationships/image" Target="../media/image523.png"/><Relationship Id="rId4" Type="http://schemas.openxmlformats.org/officeDocument/2006/relationships/image" Target="../media/image138.svg"/></Relationships>
</file>

<file path=ppt/diagrams/_rels/data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5.png"/><Relationship Id="rId2" Type="http://schemas.openxmlformats.org/officeDocument/2006/relationships/image" Target="../media/image221.svg"/><Relationship Id="rId1" Type="http://schemas.openxmlformats.org/officeDocument/2006/relationships/image" Target="../media/image220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06.svg"/></Relationships>
</file>

<file path=ppt/diagrams/_rels/data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221.svg"/><Relationship Id="rId1" Type="http://schemas.openxmlformats.org/officeDocument/2006/relationships/image" Target="../media/image220.png"/><Relationship Id="rId4" Type="http://schemas.openxmlformats.org/officeDocument/2006/relationships/image" Target="../media/image607.svg"/></Relationships>
</file>

<file path=ppt/diagrams/_rels/data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601.svg"/><Relationship Id="rId1" Type="http://schemas.openxmlformats.org/officeDocument/2006/relationships/image" Target="../media/image600.png"/><Relationship Id="rId5" Type="http://schemas.openxmlformats.org/officeDocument/2006/relationships/image" Target="../media/image608.jpg"/><Relationship Id="rId4" Type="http://schemas.openxmlformats.org/officeDocument/2006/relationships/image" Target="../media/image138.svg"/></Relationships>
</file>

<file path=ppt/diagrams/_rels/data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288.svg"/><Relationship Id="rId1" Type="http://schemas.openxmlformats.org/officeDocument/2006/relationships/image" Target="../media/image287.png"/><Relationship Id="rId6" Type="http://schemas.openxmlformats.org/officeDocument/2006/relationships/image" Target="../media/image462.svg"/><Relationship Id="rId5" Type="http://schemas.openxmlformats.org/officeDocument/2006/relationships/image" Target="../media/image461.png"/><Relationship Id="rId4" Type="http://schemas.openxmlformats.org/officeDocument/2006/relationships/image" Target="../media/image138.svg"/></Relationships>
</file>

<file path=ppt/diagrams/_rels/data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2.png"/><Relationship Id="rId2" Type="http://schemas.openxmlformats.org/officeDocument/2006/relationships/image" Target="../media/image610.svg"/><Relationship Id="rId1" Type="http://schemas.openxmlformats.org/officeDocument/2006/relationships/image" Target="../media/image609.png"/><Relationship Id="rId5" Type="http://schemas.openxmlformats.org/officeDocument/2006/relationships/image" Target="../media/image612.svg"/><Relationship Id="rId4" Type="http://schemas.openxmlformats.org/officeDocument/2006/relationships/image" Target="../media/image611.png"/></Relationships>
</file>

<file path=ppt/diagrams/_rels/data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1.png"/><Relationship Id="rId3" Type="http://schemas.openxmlformats.org/officeDocument/2006/relationships/image" Target="../media/image403.svg"/><Relationship Id="rId7" Type="http://schemas.openxmlformats.org/officeDocument/2006/relationships/image" Target="../media/image619.svg"/><Relationship Id="rId2" Type="http://schemas.openxmlformats.org/officeDocument/2006/relationships/image" Target="../media/image402.png"/><Relationship Id="rId1" Type="http://schemas.openxmlformats.org/officeDocument/2006/relationships/image" Target="../media/image615.png"/><Relationship Id="rId6" Type="http://schemas.openxmlformats.org/officeDocument/2006/relationships/image" Target="../media/image618.png"/><Relationship Id="rId5" Type="http://schemas.openxmlformats.org/officeDocument/2006/relationships/image" Target="../media/image617.svg"/><Relationship Id="rId4" Type="http://schemas.openxmlformats.org/officeDocument/2006/relationships/image" Target="../media/image616.png"/><Relationship Id="rId9" Type="http://schemas.openxmlformats.org/officeDocument/2006/relationships/image" Target="../media/image612.svg"/></Relationships>
</file>

<file path=ppt/diagrams/_rels/data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90.svg"/><Relationship Id="rId1" Type="http://schemas.openxmlformats.org/officeDocument/2006/relationships/image" Target="../media/image289.png"/><Relationship Id="rId4" Type="http://schemas.openxmlformats.org/officeDocument/2006/relationships/image" Target="../media/image71.svg"/></Relationships>
</file>

<file path=ppt/diagrams/_rels/data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5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5" Type="http://schemas.openxmlformats.org/officeDocument/2006/relationships/image" Target="../media/image624.svg"/><Relationship Id="rId4" Type="http://schemas.openxmlformats.org/officeDocument/2006/relationships/image" Target="../media/image623.png"/></Relationships>
</file>

<file path=ppt/diagrams/_rels/data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6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627.svg"/></Relationships>
</file>

<file path=ppt/diagrams/_rels/data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512.svg"/><Relationship Id="rId1" Type="http://schemas.openxmlformats.org/officeDocument/2006/relationships/image" Target="../media/image511.png"/><Relationship Id="rId6" Type="http://schemas.openxmlformats.org/officeDocument/2006/relationships/image" Target="../media/image524.svg"/><Relationship Id="rId5" Type="http://schemas.openxmlformats.org/officeDocument/2006/relationships/image" Target="../media/image523.png"/><Relationship Id="rId4" Type="http://schemas.openxmlformats.org/officeDocument/2006/relationships/image" Target="../media/image631.svg"/></Relationships>
</file>

<file path=ppt/diagrams/_rels/data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3.png"/><Relationship Id="rId2" Type="http://schemas.openxmlformats.org/officeDocument/2006/relationships/image" Target="../media/image442.svg"/><Relationship Id="rId1" Type="http://schemas.openxmlformats.org/officeDocument/2006/relationships/image" Target="../media/image441.png"/><Relationship Id="rId6" Type="http://schemas.openxmlformats.org/officeDocument/2006/relationships/image" Target="../media/image462.svg"/><Relationship Id="rId5" Type="http://schemas.openxmlformats.org/officeDocument/2006/relationships/image" Target="../media/image461.png"/><Relationship Id="rId4" Type="http://schemas.openxmlformats.org/officeDocument/2006/relationships/image" Target="../media/image634.svg"/></Relationships>
</file>

<file path=ppt/diagrams/_rels/data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3.svg"/><Relationship Id="rId3" Type="http://schemas.openxmlformats.org/officeDocument/2006/relationships/image" Target="../media/image638.png"/><Relationship Id="rId7" Type="http://schemas.openxmlformats.org/officeDocument/2006/relationships/image" Target="../media/image642.png"/><Relationship Id="rId2" Type="http://schemas.openxmlformats.org/officeDocument/2006/relationships/image" Target="../media/image637.svg"/><Relationship Id="rId1" Type="http://schemas.openxmlformats.org/officeDocument/2006/relationships/image" Target="../media/image636.png"/><Relationship Id="rId6" Type="http://schemas.openxmlformats.org/officeDocument/2006/relationships/image" Target="../media/image641.svg"/><Relationship Id="rId5" Type="http://schemas.openxmlformats.org/officeDocument/2006/relationships/image" Target="../media/image640.png"/><Relationship Id="rId4" Type="http://schemas.openxmlformats.org/officeDocument/2006/relationships/image" Target="../media/image639.svg"/></Relationships>
</file>

<file path=ppt/diagrams/_rels/data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6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4" Type="http://schemas.openxmlformats.org/officeDocument/2006/relationships/image" Target="../media/image647.svg"/></Relationships>
</file>

<file path=ppt/diagrams/_rels/data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2.svg"/><Relationship Id="rId3" Type="http://schemas.openxmlformats.org/officeDocument/2006/relationships/image" Target="../media/image649.png"/><Relationship Id="rId7" Type="http://schemas.openxmlformats.org/officeDocument/2006/relationships/image" Target="../media/image65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7.svg"/><Relationship Id="rId5" Type="http://schemas.openxmlformats.org/officeDocument/2006/relationships/image" Target="../media/image646.png"/><Relationship Id="rId10" Type="http://schemas.openxmlformats.org/officeDocument/2006/relationships/image" Target="../media/image144.svg"/><Relationship Id="rId4" Type="http://schemas.openxmlformats.org/officeDocument/2006/relationships/image" Target="../media/image650.svg"/><Relationship Id="rId9" Type="http://schemas.openxmlformats.org/officeDocument/2006/relationships/image" Target="../media/image143.png"/></Relationships>
</file>

<file path=ppt/diagrams/_rels/data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svg"/><Relationship Id="rId3" Type="http://schemas.openxmlformats.org/officeDocument/2006/relationships/image" Target="../media/image657.png"/><Relationship Id="rId7" Type="http://schemas.openxmlformats.org/officeDocument/2006/relationships/image" Target="../media/image200.png"/><Relationship Id="rId2" Type="http://schemas.openxmlformats.org/officeDocument/2006/relationships/image" Target="../media/image265.svg"/><Relationship Id="rId1" Type="http://schemas.openxmlformats.org/officeDocument/2006/relationships/image" Target="../media/image264.png"/><Relationship Id="rId6" Type="http://schemas.openxmlformats.org/officeDocument/2006/relationships/image" Target="../media/image660.svg"/><Relationship Id="rId5" Type="http://schemas.openxmlformats.org/officeDocument/2006/relationships/image" Target="../media/image659.png"/><Relationship Id="rId4" Type="http://schemas.openxmlformats.org/officeDocument/2006/relationships/image" Target="../media/image65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svg"/><Relationship Id="rId1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22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24.svg"/><Relationship Id="rId1" Type="http://schemas.openxmlformats.org/officeDocument/2006/relationships/image" Target="../media/image31.png"/><Relationship Id="rId6" Type="http://schemas.openxmlformats.org/officeDocument/2006/relationships/image" Target="../media/image28.svg"/><Relationship Id="rId5" Type="http://schemas.openxmlformats.org/officeDocument/2006/relationships/image" Target="../media/image33.png"/><Relationship Id="rId4" Type="http://schemas.openxmlformats.org/officeDocument/2006/relationships/image" Target="../media/image2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47.png"/><Relationship Id="rId6" Type="http://schemas.openxmlformats.org/officeDocument/2006/relationships/image" Target="../media/image40.svg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51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4.svg"/><Relationship Id="rId1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svg"/><Relationship Id="rId1" Type="http://schemas.openxmlformats.org/officeDocument/2006/relationships/image" Target="../media/image65.png"/><Relationship Id="rId6" Type="http://schemas.openxmlformats.org/officeDocument/2006/relationships/image" Target="../media/image64.svg"/><Relationship Id="rId5" Type="http://schemas.openxmlformats.org/officeDocument/2006/relationships/image" Target="../media/image67.png"/><Relationship Id="rId4" Type="http://schemas.openxmlformats.org/officeDocument/2006/relationships/image" Target="../media/image6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6" Type="http://schemas.openxmlformats.org/officeDocument/2006/relationships/image" Target="../media/image71.svg"/><Relationship Id="rId5" Type="http://schemas.openxmlformats.org/officeDocument/2006/relationships/image" Target="../media/image73.png"/><Relationship Id="rId4" Type="http://schemas.openxmlformats.org/officeDocument/2006/relationships/image" Target="../media/image6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48.png"/><Relationship Id="rId7" Type="http://schemas.openxmlformats.org/officeDocument/2006/relationships/image" Target="../media/image82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77.svg"/><Relationship Id="rId5" Type="http://schemas.openxmlformats.org/officeDocument/2006/relationships/image" Target="../media/image81.png"/><Relationship Id="rId4" Type="http://schemas.openxmlformats.org/officeDocument/2006/relationships/image" Target="../media/image3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svg"/><Relationship Id="rId1" Type="http://schemas.openxmlformats.org/officeDocument/2006/relationships/image" Target="../media/image89.png"/><Relationship Id="rId6" Type="http://schemas.openxmlformats.org/officeDocument/2006/relationships/image" Target="../media/image88.svg"/><Relationship Id="rId5" Type="http://schemas.openxmlformats.org/officeDocument/2006/relationships/image" Target="../media/image90.png"/><Relationship Id="rId4" Type="http://schemas.openxmlformats.org/officeDocument/2006/relationships/image" Target="../media/image86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7.png"/><Relationship Id="rId7" Type="http://schemas.openxmlformats.org/officeDocument/2006/relationships/image" Target="../media/image99.png"/><Relationship Id="rId2" Type="http://schemas.openxmlformats.org/officeDocument/2006/relationships/image" Target="../media/image3.svg"/><Relationship Id="rId1" Type="http://schemas.openxmlformats.org/officeDocument/2006/relationships/image" Target="../media/image6.png"/><Relationship Id="rId6" Type="http://schemas.openxmlformats.org/officeDocument/2006/relationships/image" Target="../media/image94.svg"/><Relationship Id="rId5" Type="http://schemas.openxmlformats.org/officeDocument/2006/relationships/image" Target="../media/image98.png"/><Relationship Id="rId4" Type="http://schemas.openxmlformats.org/officeDocument/2006/relationships/image" Target="../media/image92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1.svg"/><Relationship Id="rId1" Type="http://schemas.openxmlformats.org/officeDocument/2006/relationships/image" Target="../media/image104.png"/><Relationship Id="rId6" Type="http://schemas.openxmlformats.org/officeDocument/2006/relationships/image" Target="../media/image40.svg"/><Relationship Id="rId5" Type="http://schemas.openxmlformats.org/officeDocument/2006/relationships/image" Target="../media/image49.png"/><Relationship Id="rId4" Type="http://schemas.openxmlformats.org/officeDocument/2006/relationships/image" Target="../media/image103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14.png"/><Relationship Id="rId7" Type="http://schemas.openxmlformats.org/officeDocument/2006/relationships/image" Target="../media/image116.png"/><Relationship Id="rId2" Type="http://schemas.openxmlformats.org/officeDocument/2006/relationships/image" Target="../media/image60.svg"/><Relationship Id="rId1" Type="http://schemas.openxmlformats.org/officeDocument/2006/relationships/image" Target="../media/image65.png"/><Relationship Id="rId6" Type="http://schemas.openxmlformats.org/officeDocument/2006/relationships/image" Target="../media/image109.svg"/><Relationship Id="rId5" Type="http://schemas.openxmlformats.org/officeDocument/2006/relationships/image" Target="../media/image115.png"/><Relationship Id="rId10" Type="http://schemas.openxmlformats.org/officeDocument/2006/relationships/image" Target="../media/image113.svg"/><Relationship Id="rId4" Type="http://schemas.openxmlformats.org/officeDocument/2006/relationships/image" Target="../media/image107.svg"/><Relationship Id="rId9" Type="http://schemas.openxmlformats.org/officeDocument/2006/relationships/image" Target="../media/image117.pn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svg"/><Relationship Id="rId3" Type="http://schemas.openxmlformats.org/officeDocument/2006/relationships/image" Target="../media/image124.png"/><Relationship Id="rId7" Type="http://schemas.openxmlformats.org/officeDocument/2006/relationships/image" Target="../media/image126.pn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6" Type="http://schemas.openxmlformats.org/officeDocument/2006/relationships/image" Target="../media/image121.svg"/><Relationship Id="rId5" Type="http://schemas.openxmlformats.org/officeDocument/2006/relationships/image" Target="../media/image125.png"/><Relationship Id="rId4" Type="http://schemas.openxmlformats.org/officeDocument/2006/relationships/image" Target="../media/image119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28.svg"/><Relationship Id="rId1" Type="http://schemas.openxmlformats.org/officeDocument/2006/relationships/image" Target="../media/image131.png"/><Relationship Id="rId4" Type="http://schemas.openxmlformats.org/officeDocument/2006/relationships/image" Target="../media/image130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60.svg"/><Relationship Id="rId1" Type="http://schemas.openxmlformats.org/officeDocument/2006/relationships/image" Target="../media/image65.png"/><Relationship Id="rId4" Type="http://schemas.openxmlformats.org/officeDocument/2006/relationships/image" Target="../media/image134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01.svg"/><Relationship Id="rId1" Type="http://schemas.openxmlformats.org/officeDocument/2006/relationships/image" Target="../media/image104.png"/><Relationship Id="rId4" Type="http://schemas.openxmlformats.org/officeDocument/2006/relationships/image" Target="../media/image138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0.svg"/><Relationship Id="rId1" Type="http://schemas.openxmlformats.org/officeDocument/2006/relationships/image" Target="../media/image145.png"/><Relationship Id="rId6" Type="http://schemas.openxmlformats.org/officeDocument/2006/relationships/image" Target="../media/image144.svg"/><Relationship Id="rId5" Type="http://schemas.openxmlformats.org/officeDocument/2006/relationships/image" Target="../media/image147.png"/><Relationship Id="rId4" Type="http://schemas.openxmlformats.org/officeDocument/2006/relationships/image" Target="../media/image142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sv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6" Type="http://schemas.openxmlformats.org/officeDocument/2006/relationships/image" Target="../media/image151.svg"/><Relationship Id="rId5" Type="http://schemas.openxmlformats.org/officeDocument/2006/relationships/image" Target="../media/image155.png"/><Relationship Id="rId4" Type="http://schemas.openxmlformats.org/officeDocument/2006/relationships/image" Target="../media/image149.sv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svg"/><Relationship Id="rId3" Type="http://schemas.openxmlformats.org/officeDocument/2006/relationships/image" Target="../media/image169.png"/><Relationship Id="rId7" Type="http://schemas.openxmlformats.org/officeDocument/2006/relationships/image" Target="../media/image171.png"/><Relationship Id="rId2" Type="http://schemas.openxmlformats.org/officeDocument/2006/relationships/image" Target="../media/image159.svg"/><Relationship Id="rId1" Type="http://schemas.openxmlformats.org/officeDocument/2006/relationships/image" Target="../media/image168.png"/><Relationship Id="rId6" Type="http://schemas.openxmlformats.org/officeDocument/2006/relationships/image" Target="../media/image163.svg"/><Relationship Id="rId5" Type="http://schemas.openxmlformats.org/officeDocument/2006/relationships/image" Target="../media/image170.png"/><Relationship Id="rId10" Type="http://schemas.openxmlformats.org/officeDocument/2006/relationships/image" Target="../media/image167.svg"/><Relationship Id="rId4" Type="http://schemas.openxmlformats.org/officeDocument/2006/relationships/image" Target="../media/image161.svg"/><Relationship Id="rId9" Type="http://schemas.openxmlformats.org/officeDocument/2006/relationships/image" Target="../media/image172.pn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5.svg"/><Relationship Id="rId1" Type="http://schemas.openxmlformats.org/officeDocument/2006/relationships/image" Target="../media/image174.png"/><Relationship Id="rId6" Type="http://schemas.openxmlformats.org/officeDocument/2006/relationships/image" Target="../media/image17.svg"/><Relationship Id="rId5" Type="http://schemas.openxmlformats.org/officeDocument/2006/relationships/image" Target="../media/image21.png"/><Relationship Id="rId4" Type="http://schemas.openxmlformats.org/officeDocument/2006/relationships/image" Target="../media/image177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182.svg"/><Relationship Id="rId5" Type="http://schemas.openxmlformats.org/officeDocument/2006/relationships/image" Target="../media/image184.png"/><Relationship Id="rId4" Type="http://schemas.openxmlformats.org/officeDocument/2006/relationships/image" Target="../media/image180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88.svg"/><Relationship Id="rId1" Type="http://schemas.openxmlformats.org/officeDocument/2006/relationships/image" Target="../media/image193.png"/><Relationship Id="rId6" Type="http://schemas.openxmlformats.org/officeDocument/2006/relationships/image" Target="../media/image192.svg"/><Relationship Id="rId5" Type="http://schemas.openxmlformats.org/officeDocument/2006/relationships/image" Target="../media/image195.png"/><Relationship Id="rId4" Type="http://schemas.openxmlformats.org/officeDocument/2006/relationships/image" Target="../media/image190.svg"/></Relationships>
</file>

<file path=ppt/diagrams/_rels/drawing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svg"/><Relationship Id="rId3" Type="http://schemas.openxmlformats.org/officeDocument/2006/relationships/image" Target="../media/image202.png"/><Relationship Id="rId7" Type="http://schemas.openxmlformats.org/officeDocument/2006/relationships/image" Target="../media/image204.png"/><Relationship Id="rId2" Type="http://schemas.openxmlformats.org/officeDocument/2006/relationships/image" Target="../media/image36.svg"/><Relationship Id="rId1" Type="http://schemas.openxmlformats.org/officeDocument/2006/relationships/image" Target="../media/image47.png"/><Relationship Id="rId6" Type="http://schemas.openxmlformats.org/officeDocument/2006/relationships/image" Target="../media/image199.svg"/><Relationship Id="rId5" Type="http://schemas.openxmlformats.org/officeDocument/2006/relationships/image" Target="../media/image203.png"/><Relationship Id="rId4" Type="http://schemas.openxmlformats.org/officeDocument/2006/relationships/image" Target="../media/image197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4" Type="http://schemas.openxmlformats.org/officeDocument/2006/relationships/hyperlink" Target="https://academy.bit2me.com/que-es-bip/" TargetMode="External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hyperlink" Target="https://mycelium.com/" TargetMode="External"/><Relationship Id="rId2" Type="http://schemas.openxmlformats.org/officeDocument/2006/relationships/hyperlink" Target="https://copay.io/" TargetMode="External"/><Relationship Id="rId1" Type="http://schemas.openxmlformats.org/officeDocument/2006/relationships/hyperlink" Target="https://github.com/breadwallet" TargetMode="External"/><Relationship Id="rId6" Type="http://schemas.openxmlformats.org/officeDocument/2006/relationships/hyperlink" Target="https://trezor.io/" TargetMode="External"/><Relationship Id="rId5" Type="http://schemas.openxmlformats.org/officeDocument/2006/relationships/hyperlink" Target="https://www.ledgerwallet.com/" TargetMode="External"/><Relationship Id="rId4" Type="http://schemas.openxmlformats.org/officeDocument/2006/relationships/hyperlink" Target="https://www.keepkey.com/" TargetMode="External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210.svg"/><Relationship Id="rId1" Type="http://schemas.openxmlformats.org/officeDocument/2006/relationships/image" Target="../media/image211.png"/><Relationship Id="rId4" Type="http://schemas.openxmlformats.org/officeDocument/2006/relationships/image" Target="../media/image111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4.svg"/><Relationship Id="rId1" Type="http://schemas.openxmlformats.org/officeDocument/2006/relationships/image" Target="../media/image217.png"/><Relationship Id="rId6" Type="http://schemas.openxmlformats.org/officeDocument/2006/relationships/image" Target="../media/image210.svg"/><Relationship Id="rId5" Type="http://schemas.openxmlformats.org/officeDocument/2006/relationships/image" Target="../media/image211.png"/><Relationship Id="rId4" Type="http://schemas.openxmlformats.org/officeDocument/2006/relationships/image" Target="../media/image216.svg"/></Relationships>
</file>

<file path=ppt/diagrams/_rels/drawing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svg"/><Relationship Id="rId3" Type="http://schemas.openxmlformats.org/officeDocument/2006/relationships/image" Target="../media/image229.png"/><Relationship Id="rId7" Type="http://schemas.openxmlformats.org/officeDocument/2006/relationships/image" Target="../media/image226.png"/><Relationship Id="rId2" Type="http://schemas.openxmlformats.org/officeDocument/2006/relationships/image" Target="../media/image221.svg"/><Relationship Id="rId1" Type="http://schemas.openxmlformats.org/officeDocument/2006/relationships/image" Target="../media/image228.png"/><Relationship Id="rId6" Type="http://schemas.openxmlformats.org/officeDocument/2006/relationships/image" Target="../media/image225.svg"/><Relationship Id="rId5" Type="http://schemas.openxmlformats.org/officeDocument/2006/relationships/image" Target="../media/image224.png"/><Relationship Id="rId4" Type="http://schemas.openxmlformats.org/officeDocument/2006/relationships/image" Target="../media/image223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svg"/><Relationship Id="rId1" Type="http://schemas.openxmlformats.org/officeDocument/2006/relationships/image" Target="../media/image231.png"/><Relationship Id="rId6" Type="http://schemas.openxmlformats.org/officeDocument/2006/relationships/image" Target="../media/image236.svg"/><Relationship Id="rId5" Type="http://schemas.openxmlformats.org/officeDocument/2006/relationships/image" Target="../media/image235.png"/><Relationship Id="rId4" Type="http://schemas.openxmlformats.org/officeDocument/2006/relationships/image" Target="../media/image234.sv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38.svg"/><Relationship Id="rId1" Type="http://schemas.openxmlformats.org/officeDocument/2006/relationships/image" Target="../media/image241.png"/><Relationship Id="rId4" Type="http://schemas.openxmlformats.org/officeDocument/2006/relationships/image" Target="../media/image240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4.svg"/><Relationship Id="rId1" Type="http://schemas.openxmlformats.org/officeDocument/2006/relationships/image" Target="../media/image247.png"/><Relationship Id="rId4" Type="http://schemas.openxmlformats.org/officeDocument/2006/relationships/image" Target="../media/image246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0.svg"/><Relationship Id="rId1" Type="http://schemas.openxmlformats.org/officeDocument/2006/relationships/image" Target="../media/image255.png"/><Relationship Id="rId6" Type="http://schemas.openxmlformats.org/officeDocument/2006/relationships/image" Target="../media/image254.svg"/><Relationship Id="rId5" Type="http://schemas.openxmlformats.org/officeDocument/2006/relationships/image" Target="../media/image257.png"/><Relationship Id="rId4" Type="http://schemas.openxmlformats.org/officeDocument/2006/relationships/image" Target="../media/image252.sv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image" Target="../media/image259.svg"/><Relationship Id="rId1" Type="http://schemas.openxmlformats.org/officeDocument/2006/relationships/image" Target="../media/image262.png"/><Relationship Id="rId4" Type="http://schemas.openxmlformats.org/officeDocument/2006/relationships/image" Target="../media/image261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5.svg"/><Relationship Id="rId1" Type="http://schemas.openxmlformats.org/officeDocument/2006/relationships/image" Target="../media/image269.png"/><Relationship Id="rId6" Type="http://schemas.openxmlformats.org/officeDocument/2006/relationships/image" Target="../media/image268.svg"/><Relationship Id="rId5" Type="http://schemas.openxmlformats.org/officeDocument/2006/relationships/image" Target="../media/image48.png"/><Relationship Id="rId4" Type="http://schemas.openxmlformats.org/officeDocument/2006/relationships/image" Target="../media/image267.svg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72.svg"/><Relationship Id="rId1" Type="http://schemas.openxmlformats.org/officeDocument/2006/relationships/image" Target="../media/image275.png"/><Relationship Id="rId4" Type="http://schemas.openxmlformats.org/officeDocument/2006/relationships/image" Target="../media/image274.sv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7" Type="http://schemas.openxmlformats.org/officeDocument/2006/relationships/image" Target="../media/image281.sv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6" Type="http://schemas.openxmlformats.org/officeDocument/2006/relationships/image" Target="../media/image283.png"/><Relationship Id="rId5" Type="http://schemas.openxmlformats.org/officeDocument/2006/relationships/image" Target="../media/image279.jpeg"/><Relationship Id="rId4" Type="http://schemas.openxmlformats.org/officeDocument/2006/relationships/image" Target="../media/image278.svg"/></Relationships>
</file>

<file path=ppt/diagrams/_rels/drawing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85.svg"/><Relationship Id="rId1" Type="http://schemas.openxmlformats.org/officeDocument/2006/relationships/image" Target="../media/image286.png"/><Relationship Id="rId4" Type="http://schemas.openxmlformats.org/officeDocument/2006/relationships/image" Target="../media/image60.svg"/></Relationships>
</file>

<file path=ppt/diagrams/_rels/drawing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svg"/><Relationship Id="rId3" Type="http://schemas.openxmlformats.org/officeDocument/2006/relationships/image" Target="../media/image154.png"/><Relationship Id="rId7" Type="http://schemas.openxmlformats.org/officeDocument/2006/relationships/image" Target="../media/image297.png"/><Relationship Id="rId2" Type="http://schemas.openxmlformats.org/officeDocument/2006/relationships/image" Target="../media/image288.svg"/><Relationship Id="rId1" Type="http://schemas.openxmlformats.org/officeDocument/2006/relationships/image" Target="../media/image295.png"/><Relationship Id="rId6" Type="http://schemas.openxmlformats.org/officeDocument/2006/relationships/image" Target="../media/image290.svg"/><Relationship Id="rId5" Type="http://schemas.openxmlformats.org/officeDocument/2006/relationships/image" Target="../media/image296.png"/><Relationship Id="rId10" Type="http://schemas.openxmlformats.org/officeDocument/2006/relationships/image" Target="../media/image294.svg"/><Relationship Id="rId4" Type="http://schemas.openxmlformats.org/officeDocument/2006/relationships/image" Target="../media/image149.svg"/><Relationship Id="rId9" Type="http://schemas.openxmlformats.org/officeDocument/2006/relationships/image" Target="../media/image293.png"/></Relationships>
</file>

<file path=ppt/diagrams/_rels/drawing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svg"/><Relationship Id="rId3" Type="http://schemas.openxmlformats.org/officeDocument/2006/relationships/image" Target="../media/image145.png"/><Relationship Id="rId7" Type="http://schemas.openxmlformats.org/officeDocument/2006/relationships/image" Target="../media/image305.png"/><Relationship Id="rId2" Type="http://schemas.openxmlformats.org/officeDocument/2006/relationships/image" Target="../media/image301.svg"/><Relationship Id="rId1" Type="http://schemas.openxmlformats.org/officeDocument/2006/relationships/image" Target="../media/image304.png"/><Relationship Id="rId6" Type="http://schemas.openxmlformats.org/officeDocument/2006/relationships/image" Target="../media/image56.svg"/><Relationship Id="rId5" Type="http://schemas.openxmlformats.org/officeDocument/2006/relationships/image" Target="../media/image58.png"/><Relationship Id="rId4" Type="http://schemas.openxmlformats.org/officeDocument/2006/relationships/image" Target="../media/image140.svg"/></Relationships>
</file>

<file path=ppt/diagrams/_rels/drawing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79.svg"/><Relationship Id="rId1" Type="http://schemas.openxmlformats.org/officeDocument/2006/relationships/image" Target="../media/image82.png"/><Relationship Id="rId6" Type="http://schemas.openxmlformats.org/officeDocument/2006/relationships/image" Target="../media/image309.svg"/><Relationship Id="rId5" Type="http://schemas.openxmlformats.org/officeDocument/2006/relationships/image" Target="../media/image311.png"/><Relationship Id="rId4" Type="http://schemas.openxmlformats.org/officeDocument/2006/relationships/image" Target="../media/image307.svg"/></Relationships>
</file>

<file path=ppt/diagrams/_rels/drawing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svg"/><Relationship Id="rId3" Type="http://schemas.openxmlformats.org/officeDocument/2006/relationships/image" Target="../media/image321.png"/><Relationship Id="rId7" Type="http://schemas.openxmlformats.org/officeDocument/2006/relationships/image" Target="../media/image323.png"/><Relationship Id="rId2" Type="http://schemas.openxmlformats.org/officeDocument/2006/relationships/image" Target="../media/image313.svg"/><Relationship Id="rId1" Type="http://schemas.openxmlformats.org/officeDocument/2006/relationships/image" Target="../media/image320.png"/><Relationship Id="rId6" Type="http://schemas.openxmlformats.org/officeDocument/2006/relationships/image" Target="../media/image317.svg"/><Relationship Id="rId5" Type="http://schemas.openxmlformats.org/officeDocument/2006/relationships/image" Target="../media/image322.png"/><Relationship Id="rId4" Type="http://schemas.openxmlformats.org/officeDocument/2006/relationships/image" Target="../media/image315.svg"/></Relationships>
</file>

<file path=ppt/diagrams/_rels/drawing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svg"/><Relationship Id="rId3" Type="http://schemas.openxmlformats.org/officeDocument/2006/relationships/image" Target="../media/image282.png"/><Relationship Id="rId7" Type="http://schemas.openxmlformats.org/officeDocument/2006/relationships/image" Target="../media/image330.png"/><Relationship Id="rId2" Type="http://schemas.openxmlformats.org/officeDocument/2006/relationships/image" Target="../media/image272.svg"/><Relationship Id="rId1" Type="http://schemas.openxmlformats.org/officeDocument/2006/relationships/image" Target="../media/image275.png"/><Relationship Id="rId6" Type="http://schemas.openxmlformats.org/officeDocument/2006/relationships/image" Target="../media/image326.svg"/><Relationship Id="rId5" Type="http://schemas.openxmlformats.org/officeDocument/2006/relationships/image" Target="../media/image329.png"/><Relationship Id="rId4" Type="http://schemas.openxmlformats.org/officeDocument/2006/relationships/image" Target="../media/image278.svg"/></Relationships>
</file>

<file path=ppt/diagrams/_rels/drawing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32.svg"/><Relationship Id="rId1" Type="http://schemas.openxmlformats.org/officeDocument/2006/relationships/image" Target="../media/image336.png"/><Relationship Id="rId6" Type="http://schemas.openxmlformats.org/officeDocument/2006/relationships/image" Target="../media/image335.svg"/><Relationship Id="rId5" Type="http://schemas.openxmlformats.org/officeDocument/2006/relationships/image" Target="../media/image105.png"/><Relationship Id="rId4" Type="http://schemas.openxmlformats.org/officeDocument/2006/relationships/image" Target="../media/image334.svg"/></Relationships>
</file>

<file path=ppt/diagrams/_rels/drawing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9.svg"/><Relationship Id="rId1" Type="http://schemas.openxmlformats.org/officeDocument/2006/relationships/image" Target="../media/image340.png"/><Relationship Id="rId4" Type="http://schemas.openxmlformats.org/officeDocument/2006/relationships/image" Target="../media/image36.svg"/></Relationships>
</file>

<file path=ppt/diagrams/_rels/drawing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svg"/><Relationship Id="rId3" Type="http://schemas.openxmlformats.org/officeDocument/2006/relationships/image" Target="../media/image350.png"/><Relationship Id="rId7" Type="http://schemas.openxmlformats.org/officeDocument/2006/relationships/image" Target="../media/image352.png"/><Relationship Id="rId2" Type="http://schemas.openxmlformats.org/officeDocument/2006/relationships/image" Target="../media/image342.svg"/><Relationship Id="rId1" Type="http://schemas.openxmlformats.org/officeDocument/2006/relationships/image" Target="../media/image349.png"/><Relationship Id="rId6" Type="http://schemas.openxmlformats.org/officeDocument/2006/relationships/image" Target="../media/image346.svg"/><Relationship Id="rId5" Type="http://schemas.openxmlformats.org/officeDocument/2006/relationships/image" Target="../media/image351.png"/><Relationship Id="rId4" Type="http://schemas.openxmlformats.org/officeDocument/2006/relationships/image" Target="../media/image344.svg"/></Relationships>
</file>

<file path=ppt/diagrams/_rels/drawing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54.svg"/><Relationship Id="rId1" Type="http://schemas.openxmlformats.org/officeDocument/2006/relationships/image" Target="../media/image359.png"/><Relationship Id="rId6" Type="http://schemas.openxmlformats.org/officeDocument/2006/relationships/image" Target="../media/image358.svg"/><Relationship Id="rId5" Type="http://schemas.openxmlformats.org/officeDocument/2006/relationships/image" Target="../media/image360.png"/><Relationship Id="rId4" Type="http://schemas.openxmlformats.org/officeDocument/2006/relationships/image" Target="../media/image356.svg"/></Relationships>
</file>

<file path=ppt/diagrams/_rels/drawing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png"/><Relationship Id="rId2" Type="http://schemas.openxmlformats.org/officeDocument/2006/relationships/image" Target="../media/image362.svg"/><Relationship Id="rId1" Type="http://schemas.openxmlformats.org/officeDocument/2006/relationships/image" Target="../media/image365.png"/><Relationship Id="rId4" Type="http://schemas.openxmlformats.org/officeDocument/2006/relationships/image" Target="../media/image364.svg"/></Relationships>
</file>

<file path=ppt/diagrams/_rels/drawing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png"/><Relationship Id="rId2" Type="http://schemas.openxmlformats.org/officeDocument/2006/relationships/image" Target="../media/image368.svg"/><Relationship Id="rId1" Type="http://schemas.openxmlformats.org/officeDocument/2006/relationships/image" Target="../media/image371.png"/><Relationship Id="rId4" Type="http://schemas.openxmlformats.org/officeDocument/2006/relationships/image" Target="../media/image370.svg"/></Relationships>
</file>

<file path=ppt/diagrams/_rels/drawing5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itcoinjs/bip39" TargetMode="External"/><Relationship Id="rId3" Type="http://schemas.openxmlformats.org/officeDocument/2006/relationships/image" Target="../media/image382.png"/><Relationship Id="rId7" Type="http://schemas.openxmlformats.org/officeDocument/2006/relationships/image" Target="../media/image378.svg"/><Relationship Id="rId2" Type="http://schemas.openxmlformats.org/officeDocument/2006/relationships/image" Target="../media/image374.svg"/><Relationship Id="rId1" Type="http://schemas.openxmlformats.org/officeDocument/2006/relationships/image" Target="../media/image381.png"/><Relationship Id="rId6" Type="http://schemas.openxmlformats.org/officeDocument/2006/relationships/image" Target="../media/image383.png"/><Relationship Id="rId11" Type="http://schemas.openxmlformats.org/officeDocument/2006/relationships/hyperlink" Target="https://github.com/libbitcoin/libbitcoin/blob/master/src/wallet/mnemonic.cpp" TargetMode="External"/><Relationship Id="rId5" Type="http://schemas.openxmlformats.org/officeDocument/2006/relationships/hyperlink" Target="https://github.com/trezor/python-mnemonic" TargetMode="External"/><Relationship Id="rId10" Type="http://schemas.openxmlformats.org/officeDocument/2006/relationships/image" Target="../media/image380.svg"/><Relationship Id="rId4" Type="http://schemas.openxmlformats.org/officeDocument/2006/relationships/image" Target="../media/image376.svg"/><Relationship Id="rId9" Type="http://schemas.openxmlformats.org/officeDocument/2006/relationships/image" Target="../media/image384.png"/></Relationships>
</file>

<file path=ppt/diagrams/_rels/drawing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png"/><Relationship Id="rId7" Type="http://schemas.openxmlformats.org/officeDocument/2006/relationships/hyperlink" Target="https://iancoleman.io/bip39/" TargetMode="External"/><Relationship Id="rId2" Type="http://schemas.openxmlformats.org/officeDocument/2006/relationships/image" Target="../media/image386.svg"/><Relationship Id="rId1" Type="http://schemas.openxmlformats.org/officeDocument/2006/relationships/image" Target="../media/image391.png"/><Relationship Id="rId6" Type="http://schemas.openxmlformats.org/officeDocument/2006/relationships/image" Target="../media/image390.svg"/><Relationship Id="rId5" Type="http://schemas.openxmlformats.org/officeDocument/2006/relationships/image" Target="../media/image393.png"/><Relationship Id="rId4" Type="http://schemas.openxmlformats.org/officeDocument/2006/relationships/image" Target="../media/image388.svg"/></Relationships>
</file>

<file path=ppt/diagrams/_rels/drawing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396.svg"/><Relationship Id="rId1" Type="http://schemas.openxmlformats.org/officeDocument/2006/relationships/image" Target="../media/image399.png"/><Relationship Id="rId6" Type="http://schemas.openxmlformats.org/officeDocument/2006/relationships/image" Target="../media/image398.svg"/><Relationship Id="rId5" Type="http://schemas.openxmlformats.org/officeDocument/2006/relationships/image" Target="../media/image397.png"/><Relationship Id="rId4" Type="http://schemas.openxmlformats.org/officeDocument/2006/relationships/image" Target="../media/image103.svg"/></Relationships>
</file>

<file path=ppt/diagrams/_rels/drawing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01.svg"/><Relationship Id="rId1" Type="http://schemas.openxmlformats.org/officeDocument/2006/relationships/image" Target="../media/image400.png"/><Relationship Id="rId6" Type="http://schemas.openxmlformats.org/officeDocument/2006/relationships/image" Target="../media/image403.svg"/><Relationship Id="rId5" Type="http://schemas.openxmlformats.org/officeDocument/2006/relationships/image" Target="../media/image404.png"/><Relationship Id="rId4" Type="http://schemas.openxmlformats.org/officeDocument/2006/relationships/image" Target="../media/image38.svg"/></Relationships>
</file>

<file path=ppt/diagrams/_rels/drawing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svg"/><Relationship Id="rId3" Type="http://schemas.openxmlformats.org/officeDocument/2006/relationships/image" Target="../media/image417.png"/><Relationship Id="rId7" Type="http://schemas.openxmlformats.org/officeDocument/2006/relationships/image" Target="../media/image419.png"/><Relationship Id="rId2" Type="http://schemas.openxmlformats.org/officeDocument/2006/relationships/image" Target="../media/image407.svg"/><Relationship Id="rId1" Type="http://schemas.openxmlformats.org/officeDocument/2006/relationships/image" Target="../media/image416.png"/><Relationship Id="rId6" Type="http://schemas.openxmlformats.org/officeDocument/2006/relationships/image" Target="../media/image411.svg"/><Relationship Id="rId5" Type="http://schemas.openxmlformats.org/officeDocument/2006/relationships/image" Target="../media/image418.png"/><Relationship Id="rId10" Type="http://schemas.openxmlformats.org/officeDocument/2006/relationships/image" Target="../media/image415.svg"/><Relationship Id="rId4" Type="http://schemas.openxmlformats.org/officeDocument/2006/relationships/image" Target="../media/image409.svg"/><Relationship Id="rId9" Type="http://schemas.openxmlformats.org/officeDocument/2006/relationships/image" Target="../media/image420.png"/></Relationships>
</file>

<file path=ppt/diagrams/_rels/drawing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svg"/><Relationship Id="rId3" Type="http://schemas.openxmlformats.org/officeDocument/2006/relationships/image" Target="../media/image434.png"/><Relationship Id="rId7" Type="http://schemas.openxmlformats.org/officeDocument/2006/relationships/image" Target="../media/image427.png"/><Relationship Id="rId12" Type="http://schemas.openxmlformats.org/officeDocument/2006/relationships/image" Target="../media/image432.svg"/><Relationship Id="rId2" Type="http://schemas.openxmlformats.org/officeDocument/2006/relationships/image" Target="../media/image422.svg"/><Relationship Id="rId1" Type="http://schemas.openxmlformats.org/officeDocument/2006/relationships/image" Target="../media/image433.png"/><Relationship Id="rId6" Type="http://schemas.openxmlformats.org/officeDocument/2006/relationships/image" Target="../media/image426.svg"/><Relationship Id="rId11" Type="http://schemas.openxmlformats.org/officeDocument/2006/relationships/image" Target="../media/image437.png"/><Relationship Id="rId5" Type="http://schemas.openxmlformats.org/officeDocument/2006/relationships/image" Target="../media/image435.png"/><Relationship Id="rId10" Type="http://schemas.openxmlformats.org/officeDocument/2006/relationships/image" Target="../media/image430.svg"/><Relationship Id="rId4" Type="http://schemas.openxmlformats.org/officeDocument/2006/relationships/image" Target="../media/image424.svg"/><Relationship Id="rId9" Type="http://schemas.openxmlformats.org/officeDocument/2006/relationships/image" Target="../media/image436.png"/></Relationships>
</file>

<file path=ppt/diagrams/_rels/drawing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288.svg"/><Relationship Id="rId1" Type="http://schemas.openxmlformats.org/officeDocument/2006/relationships/image" Target="../media/image295.png"/><Relationship Id="rId6" Type="http://schemas.openxmlformats.org/officeDocument/2006/relationships/image" Target="../media/image123.svg"/><Relationship Id="rId5" Type="http://schemas.openxmlformats.org/officeDocument/2006/relationships/image" Target="../media/image126.png"/><Relationship Id="rId4" Type="http://schemas.openxmlformats.org/officeDocument/2006/relationships/image" Target="../media/image439.svg"/></Relationships>
</file>

<file path=ppt/diagrams/_rels/drawing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png"/><Relationship Id="rId2" Type="http://schemas.openxmlformats.org/officeDocument/2006/relationships/image" Target="../media/image442.svg"/><Relationship Id="rId1" Type="http://schemas.openxmlformats.org/officeDocument/2006/relationships/image" Target="../media/image445.png"/><Relationship Id="rId4" Type="http://schemas.openxmlformats.org/officeDocument/2006/relationships/image" Target="../media/image444.svg"/></Relationships>
</file>

<file path=ppt/diagrams/_rels/drawing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4" Type="http://schemas.openxmlformats.org/officeDocument/2006/relationships/image" Target="../media/image149.svg"/></Relationships>
</file>

<file path=ppt/diagrams/_rels/drawing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2.svg"/><Relationship Id="rId3" Type="http://schemas.openxmlformats.org/officeDocument/2006/relationships/image" Target="../media/image453.png"/><Relationship Id="rId7" Type="http://schemas.openxmlformats.org/officeDocument/2006/relationships/image" Target="../media/image455.png"/><Relationship Id="rId2" Type="http://schemas.openxmlformats.org/officeDocument/2006/relationships/image" Target="../media/image244.svg"/><Relationship Id="rId1" Type="http://schemas.openxmlformats.org/officeDocument/2006/relationships/image" Target="../media/image247.png"/><Relationship Id="rId6" Type="http://schemas.openxmlformats.org/officeDocument/2006/relationships/image" Target="../media/image450.svg"/><Relationship Id="rId5" Type="http://schemas.openxmlformats.org/officeDocument/2006/relationships/image" Target="../media/image454.png"/><Relationship Id="rId4" Type="http://schemas.openxmlformats.org/officeDocument/2006/relationships/image" Target="../media/image448.svg"/></Relationships>
</file>

<file path=ppt/diagrams/_rels/drawing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4.png"/><Relationship Id="rId2" Type="http://schemas.openxmlformats.org/officeDocument/2006/relationships/image" Target="../media/image458.svg"/><Relationship Id="rId1" Type="http://schemas.openxmlformats.org/officeDocument/2006/relationships/image" Target="../media/image463.png"/><Relationship Id="rId6" Type="http://schemas.openxmlformats.org/officeDocument/2006/relationships/image" Target="../media/image462.svg"/><Relationship Id="rId5" Type="http://schemas.openxmlformats.org/officeDocument/2006/relationships/image" Target="../media/image465.png"/><Relationship Id="rId4" Type="http://schemas.openxmlformats.org/officeDocument/2006/relationships/image" Target="../media/image460.svg"/></Relationships>
</file>

<file path=ppt/diagrams/_rels/drawing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svg"/><Relationship Id="rId3" Type="http://schemas.openxmlformats.org/officeDocument/2006/relationships/image" Target="../media/image475.png"/><Relationship Id="rId7" Type="http://schemas.openxmlformats.org/officeDocument/2006/relationships/image" Target="../media/image472.png"/><Relationship Id="rId2" Type="http://schemas.openxmlformats.org/officeDocument/2006/relationships/image" Target="../media/image467.svg"/><Relationship Id="rId1" Type="http://schemas.openxmlformats.org/officeDocument/2006/relationships/image" Target="../media/image474.png"/><Relationship Id="rId6" Type="http://schemas.openxmlformats.org/officeDocument/2006/relationships/image" Target="../media/image471.svg"/><Relationship Id="rId5" Type="http://schemas.openxmlformats.org/officeDocument/2006/relationships/image" Target="../media/image470.png"/><Relationship Id="rId4" Type="http://schemas.openxmlformats.org/officeDocument/2006/relationships/image" Target="../media/image469.svg"/></Relationships>
</file>

<file path=ppt/diagrams/_rels/drawing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479.svg"/><Relationship Id="rId5" Type="http://schemas.openxmlformats.org/officeDocument/2006/relationships/image" Target="../media/image478.png"/><Relationship Id="rId4" Type="http://schemas.openxmlformats.org/officeDocument/2006/relationships/image" Target="../media/image477.svg"/></Relationships>
</file>

<file path=ppt/diagrams/_rels/drawing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svg"/><Relationship Id="rId3" Type="http://schemas.openxmlformats.org/officeDocument/2006/relationships/image" Target="../media/image126.png"/><Relationship Id="rId7" Type="http://schemas.openxmlformats.org/officeDocument/2006/relationships/image" Target="../media/image483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482.svg"/><Relationship Id="rId5" Type="http://schemas.openxmlformats.org/officeDocument/2006/relationships/image" Target="../media/image481.png"/><Relationship Id="rId4" Type="http://schemas.openxmlformats.org/officeDocument/2006/relationships/image" Target="../media/image138.svg"/></Relationships>
</file>

<file path=ppt/diagrams/_rels/drawing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487.svg"/><Relationship Id="rId5" Type="http://schemas.openxmlformats.org/officeDocument/2006/relationships/image" Target="../media/image488.png"/><Relationship Id="rId4" Type="http://schemas.openxmlformats.org/officeDocument/2006/relationships/image" Target="../media/image485.svg"/></Relationships>
</file>

<file path=ppt/diagrams/_rels/drawing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487.svg"/><Relationship Id="rId5" Type="http://schemas.openxmlformats.org/officeDocument/2006/relationships/image" Target="../media/image488.png"/><Relationship Id="rId4" Type="http://schemas.openxmlformats.org/officeDocument/2006/relationships/image" Target="../media/image223.svg"/></Relationships>
</file>

<file path=ppt/diagrams/_rels/drawing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5.svg"/><Relationship Id="rId3" Type="http://schemas.openxmlformats.org/officeDocument/2006/relationships/image" Target="../media/image350.png"/><Relationship Id="rId7" Type="http://schemas.openxmlformats.org/officeDocument/2006/relationships/image" Target="../media/image497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493.svg"/><Relationship Id="rId5" Type="http://schemas.openxmlformats.org/officeDocument/2006/relationships/image" Target="../media/image496.png"/><Relationship Id="rId4" Type="http://schemas.openxmlformats.org/officeDocument/2006/relationships/image" Target="../media/image344.svg"/></Relationships>
</file>

<file path=ppt/diagrams/_rels/drawing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4.png"/><Relationship Id="rId2" Type="http://schemas.openxmlformats.org/officeDocument/2006/relationships/image" Target="../media/image500.svg"/><Relationship Id="rId1" Type="http://schemas.openxmlformats.org/officeDocument/2006/relationships/image" Target="../media/image503.png"/><Relationship Id="rId4" Type="http://schemas.openxmlformats.org/officeDocument/2006/relationships/image" Target="../media/image502.svg"/></Relationships>
</file>

<file path=ppt/diagrams/_rels/drawing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9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508.svg"/><Relationship Id="rId5" Type="http://schemas.openxmlformats.org/officeDocument/2006/relationships/image" Target="../media/image510.png"/><Relationship Id="rId4" Type="http://schemas.openxmlformats.org/officeDocument/2006/relationships/image" Target="../media/image506.svg"/></Relationships>
</file>

<file path=ppt/diagrams/_rels/drawing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6" Type="http://schemas.openxmlformats.org/officeDocument/2006/relationships/image" Target="../media/image151.svg"/><Relationship Id="rId5" Type="http://schemas.openxmlformats.org/officeDocument/2006/relationships/image" Target="../media/image155.png"/><Relationship Id="rId4" Type="http://schemas.openxmlformats.org/officeDocument/2006/relationships/image" Target="../media/image138.svg"/></Relationships>
</file>

<file path=ppt/diagrams/_rels/drawing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4.svg"/><Relationship Id="rId3" Type="http://schemas.openxmlformats.org/officeDocument/2006/relationships/image" Target="../media/image126.png"/><Relationship Id="rId7" Type="http://schemas.openxmlformats.org/officeDocument/2006/relationships/image" Target="../media/image516.png"/><Relationship Id="rId2" Type="http://schemas.openxmlformats.org/officeDocument/2006/relationships/image" Target="../media/image512.svg"/><Relationship Id="rId1" Type="http://schemas.openxmlformats.org/officeDocument/2006/relationships/image" Target="../media/image515.png"/><Relationship Id="rId6" Type="http://schemas.openxmlformats.org/officeDocument/2006/relationships/image" Target="../media/image487.svg"/><Relationship Id="rId5" Type="http://schemas.openxmlformats.org/officeDocument/2006/relationships/image" Target="../media/image488.png"/><Relationship Id="rId4" Type="http://schemas.openxmlformats.org/officeDocument/2006/relationships/image" Target="../media/image138.svg"/></Relationships>
</file>

<file path=ppt/diagrams/_rels/drawing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518.svg"/><Relationship Id="rId1" Type="http://schemas.openxmlformats.org/officeDocument/2006/relationships/image" Target="../media/image519.png"/><Relationship Id="rId4" Type="http://schemas.openxmlformats.org/officeDocument/2006/relationships/image" Target="../media/image138.svg"/></Relationships>
</file>

<file path=ppt/diagrams/_rels/drawing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521.svg"/><Relationship Id="rId1" Type="http://schemas.openxmlformats.org/officeDocument/2006/relationships/image" Target="../media/image522.png"/><Relationship Id="rId4" Type="http://schemas.openxmlformats.org/officeDocument/2006/relationships/image" Target="../media/image138.svg"/></Relationships>
</file>

<file path=ppt/diagrams/_rels/drawing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524.svg"/><Relationship Id="rId5" Type="http://schemas.openxmlformats.org/officeDocument/2006/relationships/image" Target="../media/image525.png"/><Relationship Id="rId4" Type="http://schemas.openxmlformats.org/officeDocument/2006/relationships/image" Target="../media/image344.svg"/></Relationships>
</file>

<file path=ppt/diagrams/_rels/drawing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72.svg"/><Relationship Id="rId1" Type="http://schemas.openxmlformats.org/officeDocument/2006/relationships/image" Target="../media/image275.png"/><Relationship Id="rId5" Type="http://schemas.openxmlformats.org/officeDocument/2006/relationships/image" Target="../media/image527.png"/><Relationship Id="rId4" Type="http://schemas.openxmlformats.org/officeDocument/2006/relationships/image" Target="../media/image75.svg"/></Relationships>
</file>

<file path=ppt/diagrams/_rels/drawing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1.svg"/><Relationship Id="rId3" Type="http://schemas.openxmlformats.org/officeDocument/2006/relationships/image" Target="../media/image74.png"/><Relationship Id="rId7" Type="http://schemas.openxmlformats.org/officeDocument/2006/relationships/image" Target="../media/image530.png"/><Relationship Id="rId2" Type="http://schemas.openxmlformats.org/officeDocument/2006/relationships/image" Target="../media/image288.svg"/><Relationship Id="rId1" Type="http://schemas.openxmlformats.org/officeDocument/2006/relationships/image" Target="../media/image295.png"/><Relationship Id="rId6" Type="http://schemas.openxmlformats.org/officeDocument/2006/relationships/image" Target="../media/image529.svg"/><Relationship Id="rId5" Type="http://schemas.openxmlformats.org/officeDocument/2006/relationships/image" Target="../media/image528.png"/><Relationship Id="rId4" Type="http://schemas.openxmlformats.org/officeDocument/2006/relationships/image" Target="../media/image75.svg"/></Relationships>
</file>

<file path=ppt/diagrams/_rels/drawing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6.png"/><Relationship Id="rId2" Type="http://schemas.openxmlformats.org/officeDocument/2006/relationships/image" Target="../media/image288.svg"/><Relationship Id="rId1" Type="http://schemas.openxmlformats.org/officeDocument/2006/relationships/image" Target="../media/image295.png"/><Relationship Id="rId6" Type="http://schemas.openxmlformats.org/officeDocument/2006/relationships/image" Target="../media/image535.svg"/><Relationship Id="rId5" Type="http://schemas.openxmlformats.org/officeDocument/2006/relationships/image" Target="../media/image537.png"/><Relationship Id="rId4" Type="http://schemas.openxmlformats.org/officeDocument/2006/relationships/image" Target="../media/image533.svg"/></Relationships>
</file>

<file path=ppt/diagrams/_rels/drawing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521.svg"/><Relationship Id="rId1" Type="http://schemas.openxmlformats.org/officeDocument/2006/relationships/image" Target="../media/image522.png"/><Relationship Id="rId4" Type="http://schemas.openxmlformats.org/officeDocument/2006/relationships/image" Target="../media/image538.svg"/></Relationships>
</file>

<file path=ppt/diagrams/_rels/drawing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6.png"/><Relationship Id="rId2" Type="http://schemas.openxmlformats.org/officeDocument/2006/relationships/image" Target="../media/image540.svg"/><Relationship Id="rId1" Type="http://schemas.openxmlformats.org/officeDocument/2006/relationships/image" Target="../media/image545.png"/><Relationship Id="rId6" Type="http://schemas.openxmlformats.org/officeDocument/2006/relationships/image" Target="../media/image544.svg"/><Relationship Id="rId5" Type="http://schemas.openxmlformats.org/officeDocument/2006/relationships/image" Target="../media/image547.png"/><Relationship Id="rId4" Type="http://schemas.openxmlformats.org/officeDocument/2006/relationships/image" Target="../media/image542.svg"/></Relationships>
</file>

<file path=ppt/diagrams/_rels/drawing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svg"/><Relationship Id="rId3" Type="http://schemas.openxmlformats.org/officeDocument/2006/relationships/image" Target="../media/image48.png"/><Relationship Id="rId7" Type="http://schemas.openxmlformats.org/officeDocument/2006/relationships/image" Target="../media/image555.png"/><Relationship Id="rId2" Type="http://schemas.openxmlformats.org/officeDocument/2006/relationships/image" Target="../media/image288.svg"/><Relationship Id="rId1" Type="http://schemas.openxmlformats.org/officeDocument/2006/relationships/image" Target="../media/image295.png"/><Relationship Id="rId6" Type="http://schemas.openxmlformats.org/officeDocument/2006/relationships/image" Target="../media/image549.svg"/><Relationship Id="rId5" Type="http://schemas.openxmlformats.org/officeDocument/2006/relationships/image" Target="../media/image554.png"/><Relationship Id="rId10" Type="http://schemas.openxmlformats.org/officeDocument/2006/relationships/image" Target="../media/image553.svg"/><Relationship Id="rId4" Type="http://schemas.openxmlformats.org/officeDocument/2006/relationships/image" Target="../media/image38.svg"/><Relationship Id="rId9" Type="http://schemas.openxmlformats.org/officeDocument/2006/relationships/image" Target="../media/image556.png"/></Relationships>
</file>

<file path=ppt/diagrams/_rels/drawing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svg"/><Relationship Id="rId3" Type="http://schemas.openxmlformats.org/officeDocument/2006/relationships/image" Target="../media/image564.png"/><Relationship Id="rId7" Type="http://schemas.openxmlformats.org/officeDocument/2006/relationships/image" Target="../media/image48.png"/><Relationship Id="rId2" Type="http://schemas.openxmlformats.org/officeDocument/2006/relationships/image" Target="../media/image558.svg"/><Relationship Id="rId1" Type="http://schemas.openxmlformats.org/officeDocument/2006/relationships/image" Target="../media/image563.png"/><Relationship Id="rId6" Type="http://schemas.openxmlformats.org/officeDocument/2006/relationships/image" Target="../media/image562.svg"/><Relationship Id="rId5" Type="http://schemas.openxmlformats.org/officeDocument/2006/relationships/image" Target="../media/image565.png"/><Relationship Id="rId4" Type="http://schemas.openxmlformats.org/officeDocument/2006/relationships/image" Target="../media/image560.svg"/></Relationships>
</file>

<file path=ppt/diagrams/_rels/drawing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svg"/><Relationship Id="rId3" Type="http://schemas.openxmlformats.org/officeDocument/2006/relationships/image" Target="../media/image126.png"/><Relationship Id="rId7" Type="http://schemas.openxmlformats.org/officeDocument/2006/relationships/image" Target="../media/image168.png"/><Relationship Id="rId2" Type="http://schemas.openxmlformats.org/officeDocument/2006/relationships/image" Target="../media/image567.svg"/><Relationship Id="rId1" Type="http://schemas.openxmlformats.org/officeDocument/2006/relationships/image" Target="../media/image571.png"/><Relationship Id="rId6" Type="http://schemas.openxmlformats.org/officeDocument/2006/relationships/image" Target="../media/image569.svg"/><Relationship Id="rId5" Type="http://schemas.openxmlformats.org/officeDocument/2006/relationships/image" Target="../media/image572.png"/><Relationship Id="rId10" Type="http://schemas.openxmlformats.org/officeDocument/2006/relationships/image" Target="../media/image570.svg"/><Relationship Id="rId4" Type="http://schemas.openxmlformats.org/officeDocument/2006/relationships/image" Target="../media/image138.svg"/><Relationship Id="rId9" Type="http://schemas.openxmlformats.org/officeDocument/2006/relationships/image" Target="../media/image311.png"/></Relationships>
</file>

<file path=ppt/diagrams/_rels/drawing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4.svg"/><Relationship Id="rId1" Type="http://schemas.openxmlformats.org/officeDocument/2006/relationships/image" Target="../media/image579.png"/><Relationship Id="rId6" Type="http://schemas.openxmlformats.org/officeDocument/2006/relationships/image" Target="../media/image578.svg"/><Relationship Id="rId5" Type="http://schemas.openxmlformats.org/officeDocument/2006/relationships/image" Target="../media/image581.png"/><Relationship Id="rId4" Type="http://schemas.openxmlformats.org/officeDocument/2006/relationships/image" Target="../media/image576.svg"/></Relationships>
</file>

<file path=ppt/diagrams/_rels/drawing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8.png"/><Relationship Id="rId2" Type="http://schemas.openxmlformats.org/officeDocument/2006/relationships/image" Target="../media/image584.svg"/><Relationship Id="rId1" Type="http://schemas.openxmlformats.org/officeDocument/2006/relationships/image" Target="../media/image587.png"/><Relationship Id="rId6" Type="http://schemas.openxmlformats.org/officeDocument/2006/relationships/image" Target="../media/image346.svg"/><Relationship Id="rId5" Type="http://schemas.openxmlformats.org/officeDocument/2006/relationships/image" Target="../media/image351.png"/><Relationship Id="rId4" Type="http://schemas.openxmlformats.org/officeDocument/2006/relationships/image" Target="../media/image586.svg"/></Relationships>
</file>

<file path=ppt/diagrams/_rels/drawing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3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592.svg"/><Relationship Id="rId5" Type="http://schemas.openxmlformats.org/officeDocument/2006/relationships/image" Target="../media/image594.png"/><Relationship Id="rId4" Type="http://schemas.openxmlformats.org/officeDocument/2006/relationships/image" Target="../media/image590.svg"/></Relationships>
</file>

<file path=ppt/diagrams/_rels/drawing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7.svg"/><Relationship Id="rId2" Type="http://schemas.openxmlformats.org/officeDocument/2006/relationships/image" Target="../media/image596.png"/><Relationship Id="rId1" Type="http://schemas.openxmlformats.org/officeDocument/2006/relationships/image" Target="../media/image595.png"/><Relationship Id="rId5" Type="http://schemas.openxmlformats.org/officeDocument/2006/relationships/image" Target="../media/image599.svg"/><Relationship Id="rId4" Type="http://schemas.openxmlformats.org/officeDocument/2006/relationships/image" Target="../media/image598.png"/></Relationships>
</file>

<file path=ppt/diagrams/_rels/drawing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3.png"/><Relationship Id="rId2" Type="http://schemas.openxmlformats.org/officeDocument/2006/relationships/image" Target="../media/image221.svg"/><Relationship Id="rId1" Type="http://schemas.openxmlformats.org/officeDocument/2006/relationships/image" Target="../media/image228.png"/><Relationship Id="rId5" Type="http://schemas.openxmlformats.org/officeDocument/2006/relationships/image" Target="../media/image602.png"/><Relationship Id="rId4" Type="http://schemas.openxmlformats.org/officeDocument/2006/relationships/image" Target="../media/image601.svg"/></Relationships>
</file>

<file path=ppt/diagrams/_rels/drawing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6" Type="http://schemas.openxmlformats.org/officeDocument/2006/relationships/image" Target="../media/image524.svg"/><Relationship Id="rId5" Type="http://schemas.openxmlformats.org/officeDocument/2006/relationships/image" Target="../media/image525.png"/><Relationship Id="rId4" Type="http://schemas.openxmlformats.org/officeDocument/2006/relationships/image" Target="../media/image485.svg"/></Relationships>
</file>

<file path=ppt/diagrams/_rels/drawing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512.svg"/><Relationship Id="rId1" Type="http://schemas.openxmlformats.org/officeDocument/2006/relationships/image" Target="../media/image515.png"/><Relationship Id="rId6" Type="http://schemas.openxmlformats.org/officeDocument/2006/relationships/image" Target="../media/image524.svg"/><Relationship Id="rId5" Type="http://schemas.openxmlformats.org/officeDocument/2006/relationships/image" Target="../media/image525.png"/><Relationship Id="rId4" Type="http://schemas.openxmlformats.org/officeDocument/2006/relationships/image" Target="../media/image138.svg"/></Relationships>
</file>

<file path=ppt/diagrams/_rels/drawing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5.png"/><Relationship Id="rId2" Type="http://schemas.openxmlformats.org/officeDocument/2006/relationships/image" Target="../media/image221.svg"/><Relationship Id="rId1" Type="http://schemas.openxmlformats.org/officeDocument/2006/relationships/image" Target="../media/image228.png"/><Relationship Id="rId6" Type="http://schemas.openxmlformats.org/officeDocument/2006/relationships/image" Target="../media/image71.svg"/><Relationship Id="rId5" Type="http://schemas.openxmlformats.org/officeDocument/2006/relationships/image" Target="../media/image73.png"/><Relationship Id="rId4" Type="http://schemas.openxmlformats.org/officeDocument/2006/relationships/image" Target="../media/image606.svg"/></Relationships>
</file>

<file path=ppt/diagrams/_rels/drawing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221.svg"/><Relationship Id="rId1" Type="http://schemas.openxmlformats.org/officeDocument/2006/relationships/image" Target="../media/image228.png"/><Relationship Id="rId4" Type="http://schemas.openxmlformats.org/officeDocument/2006/relationships/image" Target="../media/image607.svg"/></Relationships>
</file>

<file path=ppt/diagrams/_rels/drawing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601.svg"/><Relationship Id="rId1" Type="http://schemas.openxmlformats.org/officeDocument/2006/relationships/image" Target="../media/image603.png"/><Relationship Id="rId5" Type="http://schemas.openxmlformats.org/officeDocument/2006/relationships/image" Target="../media/image608.jpg"/><Relationship Id="rId4" Type="http://schemas.openxmlformats.org/officeDocument/2006/relationships/image" Target="../media/image138.svg"/></Relationships>
</file>

<file path=ppt/diagrams/_rels/drawing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288.svg"/><Relationship Id="rId1" Type="http://schemas.openxmlformats.org/officeDocument/2006/relationships/image" Target="../media/image295.png"/><Relationship Id="rId6" Type="http://schemas.openxmlformats.org/officeDocument/2006/relationships/image" Target="../media/image462.svg"/><Relationship Id="rId5" Type="http://schemas.openxmlformats.org/officeDocument/2006/relationships/image" Target="../media/image465.png"/><Relationship Id="rId4" Type="http://schemas.openxmlformats.org/officeDocument/2006/relationships/image" Target="../media/image138.svg"/></Relationships>
</file>

<file path=ppt/diagrams/_rels/drawing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2.png"/><Relationship Id="rId2" Type="http://schemas.openxmlformats.org/officeDocument/2006/relationships/image" Target="../media/image610.svg"/><Relationship Id="rId1" Type="http://schemas.openxmlformats.org/officeDocument/2006/relationships/image" Target="../media/image613.png"/><Relationship Id="rId5" Type="http://schemas.openxmlformats.org/officeDocument/2006/relationships/image" Target="../media/image612.svg"/><Relationship Id="rId4" Type="http://schemas.openxmlformats.org/officeDocument/2006/relationships/image" Target="../media/image614.png"/></Relationships>
</file>

<file path=ppt/diagrams/_rels/drawing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png"/><Relationship Id="rId3" Type="http://schemas.openxmlformats.org/officeDocument/2006/relationships/image" Target="../media/image403.svg"/><Relationship Id="rId7" Type="http://schemas.openxmlformats.org/officeDocument/2006/relationships/image" Target="../media/image619.svg"/><Relationship Id="rId2" Type="http://schemas.openxmlformats.org/officeDocument/2006/relationships/image" Target="../media/image404.png"/><Relationship Id="rId1" Type="http://schemas.openxmlformats.org/officeDocument/2006/relationships/image" Target="../media/image615.png"/><Relationship Id="rId6" Type="http://schemas.openxmlformats.org/officeDocument/2006/relationships/image" Target="../media/image621.png"/><Relationship Id="rId5" Type="http://schemas.openxmlformats.org/officeDocument/2006/relationships/image" Target="../media/image617.svg"/><Relationship Id="rId4" Type="http://schemas.openxmlformats.org/officeDocument/2006/relationships/image" Target="../media/image620.png"/><Relationship Id="rId9" Type="http://schemas.openxmlformats.org/officeDocument/2006/relationships/image" Target="../media/image612.svg"/></Relationships>
</file>

<file path=ppt/diagrams/_rels/drawing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90.svg"/><Relationship Id="rId1" Type="http://schemas.openxmlformats.org/officeDocument/2006/relationships/image" Target="../media/image296.png"/><Relationship Id="rId4" Type="http://schemas.openxmlformats.org/officeDocument/2006/relationships/image" Target="../media/image71.svg"/></Relationships>
</file>

<file path=ppt/diagrams/_rels/drawing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5.png"/><Relationship Id="rId2" Type="http://schemas.openxmlformats.org/officeDocument/2006/relationships/image" Target="../media/image75.svg"/><Relationship Id="rId1" Type="http://schemas.openxmlformats.org/officeDocument/2006/relationships/image" Target="../media/image80.png"/><Relationship Id="rId5" Type="http://schemas.openxmlformats.org/officeDocument/2006/relationships/image" Target="../media/image624.svg"/><Relationship Id="rId4" Type="http://schemas.openxmlformats.org/officeDocument/2006/relationships/image" Target="../media/image625.png"/></Relationships>
</file>

<file path=ppt/diagrams/_rels/drawing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8.png"/><Relationship Id="rId2" Type="http://schemas.openxmlformats.org/officeDocument/2006/relationships/image" Target="../media/image56.svg"/><Relationship Id="rId1" Type="http://schemas.openxmlformats.org/officeDocument/2006/relationships/image" Target="../media/image58.png"/><Relationship Id="rId4" Type="http://schemas.openxmlformats.org/officeDocument/2006/relationships/image" Target="../media/image627.svg"/></Relationships>
</file>

<file path=ppt/diagrams/_rels/drawing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2.png"/><Relationship Id="rId2" Type="http://schemas.openxmlformats.org/officeDocument/2006/relationships/image" Target="../media/image512.svg"/><Relationship Id="rId1" Type="http://schemas.openxmlformats.org/officeDocument/2006/relationships/image" Target="../media/image515.png"/><Relationship Id="rId6" Type="http://schemas.openxmlformats.org/officeDocument/2006/relationships/image" Target="../media/image524.svg"/><Relationship Id="rId5" Type="http://schemas.openxmlformats.org/officeDocument/2006/relationships/image" Target="../media/image525.png"/><Relationship Id="rId4" Type="http://schemas.openxmlformats.org/officeDocument/2006/relationships/image" Target="../media/image631.svg"/></Relationships>
</file>

<file path=ppt/diagrams/_rels/drawing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5.png"/><Relationship Id="rId2" Type="http://schemas.openxmlformats.org/officeDocument/2006/relationships/image" Target="../media/image442.svg"/><Relationship Id="rId1" Type="http://schemas.openxmlformats.org/officeDocument/2006/relationships/image" Target="../media/image445.png"/><Relationship Id="rId6" Type="http://schemas.openxmlformats.org/officeDocument/2006/relationships/image" Target="../media/image462.svg"/><Relationship Id="rId5" Type="http://schemas.openxmlformats.org/officeDocument/2006/relationships/image" Target="../media/image465.png"/><Relationship Id="rId4" Type="http://schemas.openxmlformats.org/officeDocument/2006/relationships/image" Target="../media/image634.svg"/></Relationships>
</file>

<file path=ppt/diagrams/_rels/drawing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3.svg"/><Relationship Id="rId3" Type="http://schemas.openxmlformats.org/officeDocument/2006/relationships/image" Target="../media/image644.png"/><Relationship Id="rId7" Type="http://schemas.openxmlformats.org/officeDocument/2006/relationships/image" Target="../media/image642.png"/><Relationship Id="rId2" Type="http://schemas.openxmlformats.org/officeDocument/2006/relationships/image" Target="../media/image637.svg"/><Relationship Id="rId1" Type="http://schemas.openxmlformats.org/officeDocument/2006/relationships/image" Target="../media/image636.png"/><Relationship Id="rId6" Type="http://schemas.openxmlformats.org/officeDocument/2006/relationships/image" Target="../media/image641.svg"/><Relationship Id="rId5" Type="http://schemas.openxmlformats.org/officeDocument/2006/relationships/image" Target="../media/image645.png"/><Relationship Id="rId4" Type="http://schemas.openxmlformats.org/officeDocument/2006/relationships/image" Target="../media/image639.svg"/></Relationships>
</file>

<file path=ppt/diagrams/_rels/drawing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8.png"/><Relationship Id="rId2" Type="http://schemas.openxmlformats.org/officeDocument/2006/relationships/image" Target="../media/image60.svg"/><Relationship Id="rId1" Type="http://schemas.openxmlformats.org/officeDocument/2006/relationships/image" Target="../media/image65.png"/><Relationship Id="rId4" Type="http://schemas.openxmlformats.org/officeDocument/2006/relationships/image" Target="../media/image647.svg"/></Relationships>
</file>

<file path=ppt/diagrams/_rels/drawing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2.svg"/><Relationship Id="rId3" Type="http://schemas.openxmlformats.org/officeDocument/2006/relationships/image" Target="../media/image653.png"/><Relationship Id="rId7" Type="http://schemas.openxmlformats.org/officeDocument/2006/relationships/image" Target="../media/image654.png"/><Relationship Id="rId2" Type="http://schemas.openxmlformats.org/officeDocument/2006/relationships/image" Target="../media/image60.svg"/><Relationship Id="rId1" Type="http://schemas.openxmlformats.org/officeDocument/2006/relationships/image" Target="../media/image65.png"/><Relationship Id="rId6" Type="http://schemas.openxmlformats.org/officeDocument/2006/relationships/image" Target="../media/image647.svg"/><Relationship Id="rId5" Type="http://schemas.openxmlformats.org/officeDocument/2006/relationships/image" Target="../media/image648.png"/><Relationship Id="rId10" Type="http://schemas.openxmlformats.org/officeDocument/2006/relationships/image" Target="../media/image144.svg"/><Relationship Id="rId4" Type="http://schemas.openxmlformats.org/officeDocument/2006/relationships/image" Target="../media/image650.svg"/><Relationship Id="rId9" Type="http://schemas.openxmlformats.org/officeDocument/2006/relationships/image" Target="../media/image147.png"/></Relationships>
</file>

<file path=ppt/diagrams/_rels/drawing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svg"/><Relationship Id="rId3" Type="http://schemas.openxmlformats.org/officeDocument/2006/relationships/image" Target="../media/image657.png"/><Relationship Id="rId7" Type="http://schemas.openxmlformats.org/officeDocument/2006/relationships/image" Target="../media/image204.png"/><Relationship Id="rId2" Type="http://schemas.openxmlformats.org/officeDocument/2006/relationships/image" Target="../media/image265.svg"/><Relationship Id="rId1" Type="http://schemas.openxmlformats.org/officeDocument/2006/relationships/image" Target="../media/image269.png"/><Relationship Id="rId6" Type="http://schemas.openxmlformats.org/officeDocument/2006/relationships/image" Target="../media/image660.svg"/><Relationship Id="rId5" Type="http://schemas.openxmlformats.org/officeDocument/2006/relationships/image" Target="../media/image661.png"/><Relationship Id="rId4" Type="http://schemas.openxmlformats.org/officeDocument/2006/relationships/image" Target="../media/image65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 Technology Overview</a:t>
          </a:r>
          <a:endParaRPr lang="en-US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endParaRPr lang="en-US"/>
        </a:p>
      </dgm:t>
    </dgm:pt>
    <dgm:pt modelId="{8E7782D7-80F6-4BA3-9B8A-2EC91E772A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 Technology Details</a:t>
          </a:r>
          <a:endParaRPr lang="en-US"/>
        </a:p>
      </dgm:t>
    </dgm:pt>
    <dgm:pt modelId="{62F88E30-85D7-49F1-9928-AF43E76E1741}" type="parTrans" cxnId="{5008B347-A9D2-4032-9E8E-581E057B6423}">
      <dgm:prSet/>
      <dgm:spPr/>
      <dgm:t>
        <a:bodyPr/>
        <a:lstStyle/>
        <a:p>
          <a:endParaRPr lang="en-US"/>
        </a:p>
      </dgm:t>
    </dgm:pt>
    <dgm:pt modelId="{954B563A-FDB8-43A4-9E7B-D7FC6E4AC68E}" type="sibTrans" cxnId="{5008B347-A9D2-4032-9E8E-581E057B6423}">
      <dgm:prSet/>
      <dgm:spPr/>
      <dgm:t>
        <a:bodyPr/>
        <a:lstStyle/>
        <a:p>
          <a:endParaRPr lang="en-US"/>
        </a:p>
      </dgm:t>
    </dgm:pt>
    <dgm:pt modelId="{8D0CCCE4-3A31-4105-B2FB-688FDC3A9CE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Nondeterministic (Random) Wallets</a:t>
          </a:r>
          <a:endParaRPr lang="en-US" dirty="0"/>
        </a:p>
      </dgm:t>
    </dgm:pt>
    <dgm:pt modelId="{C6AE8047-E77D-49CF-89BF-AA8930386688}" type="parTrans" cxnId="{35566BD6-894E-4D32-999E-D5112912BDE4}">
      <dgm:prSet/>
      <dgm:spPr/>
      <dgm:t>
        <a:bodyPr/>
        <a:lstStyle/>
        <a:p>
          <a:endParaRPr lang="tr-TR"/>
        </a:p>
      </dgm:t>
    </dgm:pt>
    <dgm:pt modelId="{F3072EA2-4020-4DEA-B028-BA1044870969}" type="sibTrans" cxnId="{35566BD6-894E-4D32-999E-D5112912BDE4}">
      <dgm:prSet/>
      <dgm:spPr/>
      <dgm:t>
        <a:bodyPr/>
        <a:lstStyle/>
        <a:p>
          <a:endParaRPr lang="tr-TR"/>
        </a:p>
      </dgm:t>
    </dgm:pt>
    <dgm:pt modelId="{9A07F1E8-B329-421D-80F6-CF0A0F995D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Mnemonic Code Words (BIP-39)</a:t>
          </a:r>
        </a:p>
      </dgm:t>
    </dgm:pt>
    <dgm:pt modelId="{8577367E-48C3-448D-B250-971C815C2E91}" type="parTrans" cxnId="{7894F552-5363-4CAF-ACDA-281CBCA411CC}">
      <dgm:prSet/>
      <dgm:spPr/>
      <dgm:t>
        <a:bodyPr/>
        <a:lstStyle/>
        <a:p>
          <a:endParaRPr lang="tr-TR"/>
        </a:p>
      </dgm:t>
    </dgm:pt>
    <dgm:pt modelId="{0E72B614-4C53-48EE-A0E5-F31496814064}" type="sibTrans" cxnId="{7894F552-5363-4CAF-ACDA-281CBCA411CC}">
      <dgm:prSet/>
      <dgm:spPr/>
      <dgm:t>
        <a:bodyPr/>
        <a:lstStyle/>
        <a:p>
          <a:endParaRPr lang="tr-TR"/>
        </a:p>
      </dgm:t>
    </dgm:pt>
    <dgm:pt modelId="{9E04961A-3B7F-4700-84AC-28F80BFF6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an Extended Public Key on a Web Store</a:t>
          </a:r>
        </a:p>
      </dgm:t>
    </dgm:pt>
    <dgm:pt modelId="{79D594F8-0ACC-414E-8D2D-1F54DA5649EA}" type="parTrans" cxnId="{04170DA4-BE77-4595-BBA4-8B24CB2C230E}">
      <dgm:prSet/>
      <dgm:spPr/>
      <dgm:t>
        <a:bodyPr/>
        <a:lstStyle/>
        <a:p>
          <a:endParaRPr lang="tr-TR"/>
        </a:p>
      </dgm:t>
    </dgm:pt>
    <dgm:pt modelId="{52A8FB37-914E-4F51-9549-E80D0836045B}" type="sibTrans" cxnId="{04170DA4-BE77-4595-BBA4-8B24CB2C230E}">
      <dgm:prSet/>
      <dgm:spPr/>
      <dgm:t>
        <a:bodyPr/>
        <a:lstStyle/>
        <a:p>
          <a:endParaRPr lang="tr-TR"/>
        </a:p>
      </dgm:t>
    </dgm:pt>
    <dgm:pt modelId="{EACA7077-48D2-4A7F-8B3B-311033C306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Creating HD Wallet from the Seed</a:t>
          </a:r>
        </a:p>
      </dgm:t>
    </dgm:pt>
    <dgm:pt modelId="{635073BE-9E74-4F83-8765-DCDF33B7BB6B}" type="parTrans" cxnId="{A2FE8815-F264-41C5-BEF6-29129676DFC6}">
      <dgm:prSet/>
      <dgm:spPr/>
      <dgm:t>
        <a:bodyPr/>
        <a:lstStyle/>
        <a:p>
          <a:endParaRPr lang="tr-TR"/>
        </a:p>
      </dgm:t>
    </dgm:pt>
    <dgm:pt modelId="{A3D02F87-7FAE-4B8D-A009-8B52B7076E4C}" type="sibTrans" cxnId="{A2FE8815-F264-41C5-BEF6-29129676DFC6}">
      <dgm:prSet/>
      <dgm:spPr/>
      <dgm:t>
        <a:bodyPr/>
        <a:lstStyle/>
        <a:p>
          <a:endParaRPr lang="tr-TR"/>
        </a:p>
      </dgm:t>
    </dgm:pt>
    <dgm:pt modelId="{A11F09A2-198A-4647-9299-F660A4C80B7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Deterministic (Seeded) Wallets</a:t>
          </a:r>
          <a:endParaRPr lang="en-US" dirty="0"/>
        </a:p>
      </dgm:t>
    </dgm:pt>
    <dgm:pt modelId="{6F9379F1-3069-4ACB-BD17-C5D044B09139}" type="parTrans" cxnId="{FE44626F-8067-4600-B80D-9CC97E9C23EF}">
      <dgm:prSet/>
      <dgm:spPr/>
      <dgm:t>
        <a:bodyPr/>
        <a:lstStyle/>
        <a:p>
          <a:endParaRPr lang="tr-TR"/>
        </a:p>
      </dgm:t>
    </dgm:pt>
    <dgm:pt modelId="{EC3DBD75-8ED6-4431-8243-03E7806BE63A}" type="sibTrans" cxnId="{FE44626F-8067-4600-B80D-9CC97E9C23EF}">
      <dgm:prSet/>
      <dgm:spPr/>
      <dgm:t>
        <a:bodyPr/>
        <a:lstStyle/>
        <a:p>
          <a:endParaRPr lang="tr-TR"/>
        </a:p>
      </dgm:t>
    </dgm:pt>
    <dgm:pt modelId="{9229F0C4-FBB1-4366-A7FC-69A54086128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HD Wallets (BIP-32/BIP-44)</a:t>
          </a:r>
          <a:endParaRPr lang="en-US" dirty="0"/>
        </a:p>
      </dgm:t>
    </dgm:pt>
    <dgm:pt modelId="{BE7A0A9F-7D8B-4277-97FB-085000433D1A}" type="parTrans" cxnId="{09D9FEC3-841C-4DB1-A23C-6E8E3D9DEE13}">
      <dgm:prSet/>
      <dgm:spPr/>
      <dgm:t>
        <a:bodyPr/>
        <a:lstStyle/>
        <a:p>
          <a:endParaRPr lang="tr-TR"/>
        </a:p>
      </dgm:t>
    </dgm:pt>
    <dgm:pt modelId="{313A072A-ECC8-49B1-A580-8BC40021A772}" type="sibTrans" cxnId="{09D9FEC3-841C-4DB1-A23C-6E8E3D9DEE13}">
      <dgm:prSet/>
      <dgm:spPr/>
      <dgm:t>
        <a:bodyPr/>
        <a:lstStyle/>
        <a:p>
          <a:endParaRPr lang="tr-TR"/>
        </a:p>
      </dgm:t>
    </dgm:pt>
    <dgm:pt modelId="{A8F4518C-5EED-4A38-AD60-990F69BFF0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Seeds and Mnemonic Codes (BIP-39)</a:t>
          </a:r>
        </a:p>
      </dgm:t>
    </dgm:pt>
    <dgm:pt modelId="{F32DB9AC-EC81-4CAA-8144-3F040F1B0C39}" type="parTrans" cxnId="{1FF9E272-6CA4-47DF-AC1C-07997BBA3B6E}">
      <dgm:prSet/>
      <dgm:spPr/>
      <dgm:t>
        <a:bodyPr/>
        <a:lstStyle/>
        <a:p>
          <a:endParaRPr lang="tr-TR"/>
        </a:p>
      </dgm:t>
    </dgm:pt>
    <dgm:pt modelId="{FDB6C73A-45E2-4381-AB4D-FF4EBCEFAEE2}" type="sibTrans" cxnId="{1FF9E272-6CA4-47DF-AC1C-07997BBA3B6E}">
      <dgm:prSet/>
      <dgm:spPr/>
      <dgm:t>
        <a:bodyPr/>
        <a:lstStyle/>
        <a:p>
          <a:endParaRPr lang="tr-TR"/>
        </a:p>
      </dgm:t>
    </dgm:pt>
    <dgm:pt modelId="{4BC7AF41-8E9D-48DA-9C60-63A55FD9D0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Best Practices</a:t>
          </a:r>
          <a:endParaRPr lang="en-US" dirty="0"/>
        </a:p>
      </dgm:t>
    </dgm:pt>
    <dgm:pt modelId="{74983CDD-3C13-4104-9050-A6688132CE78}" type="parTrans" cxnId="{A4114F57-5A7D-4BF0-8932-FC2A42E8AD9E}">
      <dgm:prSet/>
      <dgm:spPr/>
      <dgm:t>
        <a:bodyPr/>
        <a:lstStyle/>
        <a:p>
          <a:endParaRPr lang="tr-TR"/>
        </a:p>
      </dgm:t>
    </dgm:pt>
    <dgm:pt modelId="{0CDD3A81-8AFE-4009-8EFD-3EC924D88AC3}" type="sibTrans" cxnId="{A4114F57-5A7D-4BF0-8932-FC2A42E8AD9E}">
      <dgm:prSet/>
      <dgm:spPr/>
      <dgm:t>
        <a:bodyPr/>
        <a:lstStyle/>
        <a:p>
          <a:endParaRPr lang="tr-TR"/>
        </a:p>
      </dgm:t>
    </dgm:pt>
    <dgm:pt modelId="{85ECACDD-136F-4520-87CF-F706EB7E7FB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Using a Bitcoin Wallet</a:t>
          </a:r>
          <a:endParaRPr lang="en-US" dirty="0"/>
        </a:p>
      </dgm:t>
    </dgm:pt>
    <dgm:pt modelId="{63A36F03-A3CD-4E10-AC0E-967B67DA3209}" type="parTrans" cxnId="{92824F4B-BB59-4518-B91C-F55C7E667E31}">
      <dgm:prSet/>
      <dgm:spPr/>
      <dgm:t>
        <a:bodyPr/>
        <a:lstStyle/>
        <a:p>
          <a:endParaRPr lang="tr-TR"/>
        </a:p>
      </dgm:t>
    </dgm:pt>
    <dgm:pt modelId="{1B269142-E69D-434E-8912-E1B731AF04DE}" type="sibTrans" cxnId="{92824F4B-BB59-4518-B91C-F55C7E667E31}">
      <dgm:prSet/>
      <dgm:spPr/>
      <dgm:t>
        <a:bodyPr/>
        <a:lstStyle/>
        <a:p>
          <a:endParaRPr lang="tr-TR"/>
        </a:p>
      </dgm:t>
    </dgm:pt>
    <dgm:pt modelId="{0B33757E-5A21-426A-AA3E-BA71C30376D1}" type="pres">
      <dgm:prSet presAssocID="{A133FCAE-E73A-4F6E-AAE2-9B409B02E4EB}" presName="root" presStyleCnt="0">
        <dgm:presLayoutVars>
          <dgm:dir/>
          <dgm:resizeHandles val="exact"/>
        </dgm:presLayoutVars>
      </dgm:prSet>
      <dgm:spPr/>
    </dgm:pt>
    <dgm:pt modelId="{5E6947FC-145E-4167-8084-2C83A80860D9}" type="pres">
      <dgm:prSet presAssocID="{90E7B55B-2F54-4B65-A7B8-F4AF9093BE76}" presName="compNode" presStyleCnt="0"/>
      <dgm:spPr/>
    </dgm:pt>
    <dgm:pt modelId="{E2B591CE-DF20-473E-8A2F-C7D70242034F}" type="pres">
      <dgm:prSet presAssocID="{90E7B55B-2F54-4B65-A7B8-F4AF9093BE7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BF5C026-67FF-40FE-B15B-5A2337CC36FD}" type="pres">
      <dgm:prSet presAssocID="{90E7B55B-2F54-4B65-A7B8-F4AF9093BE76}" presName="iconSpace" presStyleCnt="0"/>
      <dgm:spPr/>
    </dgm:pt>
    <dgm:pt modelId="{91BC67DF-3390-46F5-BC7B-6314B42015D7}" type="pres">
      <dgm:prSet presAssocID="{90E7B55B-2F54-4B65-A7B8-F4AF9093BE76}" presName="parTx" presStyleLbl="revTx" presStyleIdx="0" presStyleCnt="4">
        <dgm:presLayoutVars>
          <dgm:chMax val="0"/>
          <dgm:chPref val="0"/>
        </dgm:presLayoutVars>
      </dgm:prSet>
      <dgm:spPr/>
    </dgm:pt>
    <dgm:pt modelId="{92786701-AF96-42E3-A870-C14BB4D72068}" type="pres">
      <dgm:prSet presAssocID="{90E7B55B-2F54-4B65-A7B8-F4AF9093BE76}" presName="txSpace" presStyleCnt="0"/>
      <dgm:spPr/>
    </dgm:pt>
    <dgm:pt modelId="{AF36DE43-DACB-491D-A969-88805EE5042B}" type="pres">
      <dgm:prSet presAssocID="{90E7B55B-2F54-4B65-A7B8-F4AF9093BE76}" presName="desTx" presStyleLbl="revTx" presStyleIdx="1" presStyleCnt="4">
        <dgm:presLayoutVars/>
      </dgm:prSet>
      <dgm:spPr/>
    </dgm:pt>
    <dgm:pt modelId="{E84D6261-0B39-4F36-9347-07DB6B21781C}" type="pres">
      <dgm:prSet presAssocID="{517D497B-61E3-43CE-BF3A-370F6596D438}" presName="sibTrans" presStyleCnt="0"/>
      <dgm:spPr/>
    </dgm:pt>
    <dgm:pt modelId="{50B485A2-773D-4C8A-8DA6-4F45446007ED}" type="pres">
      <dgm:prSet presAssocID="{8E7782D7-80F6-4BA3-9B8A-2EC91E772ACE}" presName="compNode" presStyleCnt="0"/>
      <dgm:spPr/>
    </dgm:pt>
    <dgm:pt modelId="{0087B292-41FB-45D6-9ED2-AB4E12FE4024}" type="pres">
      <dgm:prSet presAssocID="{8E7782D7-80F6-4BA3-9B8A-2EC91E772A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E6011A7-E656-424D-BB6F-E3C4F9F8073A}" type="pres">
      <dgm:prSet presAssocID="{8E7782D7-80F6-4BA3-9B8A-2EC91E772ACE}" presName="iconSpace" presStyleCnt="0"/>
      <dgm:spPr/>
    </dgm:pt>
    <dgm:pt modelId="{65E29983-211F-4576-9CF2-E9C279F075A2}" type="pres">
      <dgm:prSet presAssocID="{8E7782D7-80F6-4BA3-9B8A-2EC91E772ACE}" presName="parTx" presStyleLbl="revTx" presStyleIdx="2" presStyleCnt="4">
        <dgm:presLayoutVars>
          <dgm:chMax val="0"/>
          <dgm:chPref val="0"/>
        </dgm:presLayoutVars>
      </dgm:prSet>
      <dgm:spPr/>
    </dgm:pt>
    <dgm:pt modelId="{205B3018-B286-40AA-895E-8FCE8C9B253E}" type="pres">
      <dgm:prSet presAssocID="{8E7782D7-80F6-4BA3-9B8A-2EC91E772ACE}" presName="txSpace" presStyleCnt="0"/>
      <dgm:spPr/>
    </dgm:pt>
    <dgm:pt modelId="{F48EABF1-39BC-4471-A2F8-578F71C9FA6B}" type="pres">
      <dgm:prSet presAssocID="{8E7782D7-80F6-4BA3-9B8A-2EC91E772ACE}" presName="desTx" presStyleLbl="revTx" presStyleIdx="3" presStyleCnt="4">
        <dgm:presLayoutVars/>
      </dgm:prSet>
      <dgm:spPr/>
    </dgm:pt>
  </dgm:ptLst>
  <dgm:cxnLst>
    <dgm:cxn modelId="{64A04608-B0EF-42B0-A56A-1D66FD27032A}" type="presOf" srcId="{8E7782D7-80F6-4BA3-9B8A-2EC91E772ACE}" destId="{65E29983-211F-4576-9CF2-E9C279F075A2}" srcOrd="0" destOrd="0" presId="urn:microsoft.com/office/officeart/2018/2/layout/IconLabelDescriptionList"/>
    <dgm:cxn modelId="{A2FE8815-F264-41C5-BEF6-29129676DFC6}" srcId="{8E7782D7-80F6-4BA3-9B8A-2EC91E772ACE}" destId="{EACA7077-48D2-4A7F-8B3B-311033C30661}" srcOrd="1" destOrd="0" parTransId="{635073BE-9E74-4F83-8765-DCDF33B7BB6B}" sibTransId="{A3D02F87-7FAE-4B8D-A009-8B52B7076E4C}"/>
    <dgm:cxn modelId="{4F34892D-7150-43A3-8224-0391E4F150EC}" type="presOf" srcId="{4BC7AF41-8E9D-48DA-9C60-63A55FD9D076}" destId="{AF36DE43-DACB-491D-A969-88805EE5042B}" srcOrd="0" destOrd="4" presId="urn:microsoft.com/office/officeart/2018/2/layout/IconLabelDescriptionList"/>
    <dgm:cxn modelId="{977EF860-231A-4213-AC30-7BA31802975F}" type="presOf" srcId="{EACA7077-48D2-4A7F-8B3B-311033C30661}" destId="{F48EABF1-39BC-4471-A2F8-578F71C9FA6B}" srcOrd="0" destOrd="1" presId="urn:microsoft.com/office/officeart/2018/2/layout/IconLabelDescriptionList"/>
    <dgm:cxn modelId="{F54ECD61-96AE-417E-8BB5-F000AAE30577}" type="presOf" srcId="{90E7B55B-2F54-4B65-A7B8-F4AF9093BE76}" destId="{91BC67DF-3390-46F5-BC7B-6314B42015D7}" srcOrd="0" destOrd="0" presId="urn:microsoft.com/office/officeart/2018/2/layout/IconLabelDescriptionList"/>
    <dgm:cxn modelId="{5008B347-A9D2-4032-9E8E-581E057B6423}" srcId="{A133FCAE-E73A-4F6E-AAE2-9B409B02E4EB}" destId="{8E7782D7-80F6-4BA3-9B8A-2EC91E772ACE}" srcOrd="1" destOrd="0" parTransId="{62F88E30-85D7-49F1-9928-AF43E76E1741}" sibTransId="{954B563A-FDB8-43A4-9E7B-D7FC6E4AC68E}"/>
    <dgm:cxn modelId="{92824F4B-BB59-4518-B91C-F55C7E667E31}" srcId="{90E7B55B-2F54-4B65-A7B8-F4AF9093BE76}" destId="{85ECACDD-136F-4520-87CF-F706EB7E7FBF}" srcOrd="5" destOrd="0" parTransId="{63A36F03-A3CD-4E10-AC0E-967B67DA3209}" sibTransId="{1B269142-E69D-434E-8912-E1B731AF04DE}"/>
    <dgm:cxn modelId="{FE44626F-8067-4600-B80D-9CC97E9C23EF}" srcId="{90E7B55B-2F54-4B65-A7B8-F4AF9093BE76}" destId="{A11F09A2-198A-4647-9299-F660A4C80B7B}" srcOrd="1" destOrd="0" parTransId="{6F9379F1-3069-4ACB-BD17-C5D044B09139}" sibTransId="{EC3DBD75-8ED6-4431-8243-03E7806BE63A}"/>
    <dgm:cxn modelId="{1FF9E272-6CA4-47DF-AC1C-07997BBA3B6E}" srcId="{90E7B55B-2F54-4B65-A7B8-F4AF9093BE76}" destId="{A8F4518C-5EED-4A38-AD60-990F69BFF058}" srcOrd="3" destOrd="0" parTransId="{F32DB9AC-EC81-4CAA-8144-3F040F1B0C39}" sibTransId="{FDB6C73A-45E2-4381-AB4D-FF4EBCEFAEE2}"/>
    <dgm:cxn modelId="{7894F552-5363-4CAF-ACDA-281CBCA411CC}" srcId="{8E7782D7-80F6-4BA3-9B8A-2EC91E772ACE}" destId="{9A07F1E8-B329-421D-80F6-CF0A0F995D1C}" srcOrd="0" destOrd="0" parTransId="{8577367E-48C3-448D-B250-971C815C2E91}" sibTransId="{0E72B614-4C53-48EE-A0E5-F31496814064}"/>
    <dgm:cxn modelId="{A4114F57-5A7D-4BF0-8932-FC2A42E8AD9E}" srcId="{90E7B55B-2F54-4B65-A7B8-F4AF9093BE76}" destId="{4BC7AF41-8E9D-48DA-9C60-63A55FD9D076}" srcOrd="4" destOrd="0" parTransId="{74983CDD-3C13-4104-9050-A6688132CE78}" sibTransId="{0CDD3A81-8AFE-4009-8EFD-3EC924D88AC3}"/>
    <dgm:cxn modelId="{30BB8C8C-3DF2-42B9-B50D-6451F5D2698C}" type="presOf" srcId="{8D0CCCE4-3A31-4105-B2FB-688FDC3A9CE2}" destId="{AF36DE43-DACB-491D-A969-88805EE5042B}" srcOrd="0" destOrd="0" presId="urn:microsoft.com/office/officeart/2018/2/layout/IconLabelDescriptionList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04170DA4-BE77-4595-BBA4-8B24CB2C230E}" srcId="{8E7782D7-80F6-4BA3-9B8A-2EC91E772ACE}" destId="{9E04961A-3B7F-4700-84AC-28F80BFF642C}" srcOrd="2" destOrd="0" parTransId="{79D594F8-0ACC-414E-8D2D-1F54DA5649EA}" sibTransId="{52A8FB37-914E-4F51-9549-E80D0836045B}"/>
    <dgm:cxn modelId="{AD24F3AC-04DA-4B07-B622-A7696743A2F4}" type="presOf" srcId="{9A07F1E8-B329-421D-80F6-CF0A0F995D1C}" destId="{F48EABF1-39BC-4471-A2F8-578F71C9FA6B}" srcOrd="0" destOrd="0" presId="urn:microsoft.com/office/officeart/2018/2/layout/IconLabelDescriptionList"/>
    <dgm:cxn modelId="{4378F2C2-5AB7-4BF8-BC88-478E091D5A8A}" type="presOf" srcId="{A8F4518C-5EED-4A38-AD60-990F69BFF058}" destId="{AF36DE43-DACB-491D-A969-88805EE5042B}" srcOrd="0" destOrd="3" presId="urn:microsoft.com/office/officeart/2018/2/layout/IconLabelDescriptionList"/>
    <dgm:cxn modelId="{09D9FEC3-841C-4DB1-A23C-6E8E3D9DEE13}" srcId="{90E7B55B-2F54-4B65-A7B8-F4AF9093BE76}" destId="{9229F0C4-FBB1-4366-A7FC-69A540861289}" srcOrd="2" destOrd="0" parTransId="{BE7A0A9F-7D8B-4277-97FB-085000433D1A}" sibTransId="{313A072A-ECC8-49B1-A580-8BC40021A772}"/>
    <dgm:cxn modelId="{7BC01DD4-1519-474C-B0C7-13A6FFF290FA}" type="presOf" srcId="{85ECACDD-136F-4520-87CF-F706EB7E7FBF}" destId="{AF36DE43-DACB-491D-A969-88805EE5042B}" srcOrd="0" destOrd="5" presId="urn:microsoft.com/office/officeart/2018/2/layout/IconLabelDescriptionList"/>
    <dgm:cxn modelId="{35566BD6-894E-4D32-999E-D5112912BDE4}" srcId="{90E7B55B-2F54-4B65-A7B8-F4AF9093BE76}" destId="{8D0CCCE4-3A31-4105-B2FB-688FDC3A9CE2}" srcOrd="0" destOrd="0" parTransId="{C6AE8047-E77D-49CF-89BF-AA8930386688}" sibTransId="{F3072EA2-4020-4DEA-B028-BA1044870969}"/>
    <dgm:cxn modelId="{73E3A6D8-EA03-4B51-AD73-483DC292BD62}" type="presOf" srcId="{9229F0C4-FBB1-4366-A7FC-69A540861289}" destId="{AF36DE43-DACB-491D-A969-88805EE5042B}" srcOrd="0" destOrd="2" presId="urn:microsoft.com/office/officeart/2018/2/layout/IconLabelDescriptionList"/>
    <dgm:cxn modelId="{B5C747EF-130D-4450-BFCE-06EEB30DED8A}" type="presOf" srcId="{A133FCAE-E73A-4F6E-AAE2-9B409B02E4EB}" destId="{0B33757E-5A21-426A-AA3E-BA71C30376D1}" srcOrd="0" destOrd="0" presId="urn:microsoft.com/office/officeart/2018/2/layout/IconLabelDescriptionList"/>
    <dgm:cxn modelId="{5B6ACFF8-76BC-495D-9F4A-C329FE7F3898}" type="presOf" srcId="{9E04961A-3B7F-4700-84AC-28F80BFF642C}" destId="{F48EABF1-39BC-4471-A2F8-578F71C9FA6B}" srcOrd="0" destOrd="2" presId="urn:microsoft.com/office/officeart/2018/2/layout/IconLabelDescriptionList"/>
    <dgm:cxn modelId="{F1FEE1FF-BC00-467C-AEC7-CE28ED1E2688}" type="presOf" srcId="{A11F09A2-198A-4647-9299-F660A4C80B7B}" destId="{AF36DE43-DACB-491D-A969-88805EE5042B}" srcOrd="0" destOrd="1" presId="urn:microsoft.com/office/officeart/2018/2/layout/IconLabelDescriptionList"/>
    <dgm:cxn modelId="{A39C0384-9C84-4234-B0B6-1EB092FD0A58}" type="presParOf" srcId="{0B33757E-5A21-426A-AA3E-BA71C30376D1}" destId="{5E6947FC-145E-4167-8084-2C83A80860D9}" srcOrd="0" destOrd="0" presId="urn:microsoft.com/office/officeart/2018/2/layout/IconLabelDescriptionList"/>
    <dgm:cxn modelId="{B427F6C8-EF94-49AC-A0B1-56CE95087390}" type="presParOf" srcId="{5E6947FC-145E-4167-8084-2C83A80860D9}" destId="{E2B591CE-DF20-473E-8A2F-C7D70242034F}" srcOrd="0" destOrd="0" presId="urn:microsoft.com/office/officeart/2018/2/layout/IconLabelDescriptionList"/>
    <dgm:cxn modelId="{9A9BFC49-11B1-4C16-9225-F4BFC6A4AD0E}" type="presParOf" srcId="{5E6947FC-145E-4167-8084-2C83A80860D9}" destId="{CBF5C026-67FF-40FE-B15B-5A2337CC36FD}" srcOrd="1" destOrd="0" presId="urn:microsoft.com/office/officeart/2018/2/layout/IconLabelDescriptionList"/>
    <dgm:cxn modelId="{69C92798-47EC-422C-936B-8E8E9E44F64D}" type="presParOf" srcId="{5E6947FC-145E-4167-8084-2C83A80860D9}" destId="{91BC67DF-3390-46F5-BC7B-6314B42015D7}" srcOrd="2" destOrd="0" presId="urn:microsoft.com/office/officeart/2018/2/layout/IconLabelDescriptionList"/>
    <dgm:cxn modelId="{B3C5A00F-FD9B-49EF-ACDC-57E766934F03}" type="presParOf" srcId="{5E6947FC-145E-4167-8084-2C83A80860D9}" destId="{92786701-AF96-42E3-A870-C14BB4D72068}" srcOrd="3" destOrd="0" presId="urn:microsoft.com/office/officeart/2018/2/layout/IconLabelDescriptionList"/>
    <dgm:cxn modelId="{9B3CB21D-6ACC-4F25-8BCB-59118ADD9E02}" type="presParOf" srcId="{5E6947FC-145E-4167-8084-2C83A80860D9}" destId="{AF36DE43-DACB-491D-A969-88805EE5042B}" srcOrd="4" destOrd="0" presId="urn:microsoft.com/office/officeart/2018/2/layout/IconLabelDescriptionList"/>
    <dgm:cxn modelId="{745A2206-D0D1-4A3A-8BB4-354C2878FCF7}" type="presParOf" srcId="{0B33757E-5A21-426A-AA3E-BA71C30376D1}" destId="{E84D6261-0B39-4F36-9347-07DB6B21781C}" srcOrd="1" destOrd="0" presId="urn:microsoft.com/office/officeart/2018/2/layout/IconLabelDescriptionList"/>
    <dgm:cxn modelId="{F01FCA6E-E218-4E9E-96D7-BDFEE1156EDB}" type="presParOf" srcId="{0B33757E-5A21-426A-AA3E-BA71C30376D1}" destId="{50B485A2-773D-4C8A-8DA6-4F45446007ED}" srcOrd="2" destOrd="0" presId="urn:microsoft.com/office/officeart/2018/2/layout/IconLabelDescriptionList"/>
    <dgm:cxn modelId="{FB355106-0CCD-468C-AEBB-67AF5CB0BB66}" type="presParOf" srcId="{50B485A2-773D-4C8A-8DA6-4F45446007ED}" destId="{0087B292-41FB-45D6-9ED2-AB4E12FE4024}" srcOrd="0" destOrd="0" presId="urn:microsoft.com/office/officeart/2018/2/layout/IconLabelDescriptionList"/>
    <dgm:cxn modelId="{F79F3898-0BBA-4840-98A1-262693DE542A}" type="presParOf" srcId="{50B485A2-773D-4C8A-8DA6-4F45446007ED}" destId="{EE6011A7-E656-424D-BB6F-E3C4F9F8073A}" srcOrd="1" destOrd="0" presId="urn:microsoft.com/office/officeart/2018/2/layout/IconLabelDescriptionList"/>
    <dgm:cxn modelId="{87A0C519-51A3-4A55-B8CF-B72B948A97C6}" type="presParOf" srcId="{50B485A2-773D-4C8A-8DA6-4F45446007ED}" destId="{65E29983-211F-4576-9CF2-E9C279F075A2}" srcOrd="2" destOrd="0" presId="urn:microsoft.com/office/officeart/2018/2/layout/IconLabelDescriptionList"/>
    <dgm:cxn modelId="{5AF97B0C-AD7B-4057-BA27-6C1F51176FA5}" type="presParOf" srcId="{50B485A2-773D-4C8A-8DA6-4F45446007ED}" destId="{205B3018-B286-40AA-895E-8FCE8C9B253E}" srcOrd="3" destOrd="0" presId="urn:microsoft.com/office/officeart/2018/2/layout/IconLabelDescriptionList"/>
    <dgm:cxn modelId="{1455427D-E34D-4BB1-84F8-7DF702A61557}" type="presParOf" srcId="{50B485A2-773D-4C8A-8DA6-4F45446007ED}" destId="{F48EABF1-39BC-4471-A2F8-578F71C9FA6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22F1C5-ED68-4272-B937-705F643B6E2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D8DF47-83B3-46E9-A975-8C43AB3500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Semantic</a:t>
          </a:r>
          <a:endParaRPr lang="en-US"/>
        </a:p>
      </dgm:t>
    </dgm:pt>
    <dgm:pt modelId="{4A436D27-E987-4145-AC59-29588F79FCC1}" type="parTrans" cxnId="{CBBFA69F-5CF7-4626-909F-7661E2701905}">
      <dgm:prSet/>
      <dgm:spPr/>
      <dgm:t>
        <a:bodyPr/>
        <a:lstStyle/>
        <a:p>
          <a:endParaRPr lang="en-US"/>
        </a:p>
      </dgm:t>
    </dgm:pt>
    <dgm:pt modelId="{8ECD4497-64BD-488C-AAEA-650E57777D7E}" type="sibTrans" cxnId="{CBBFA69F-5CF7-4626-909F-7661E2701905}">
      <dgm:prSet/>
      <dgm:spPr/>
      <dgm:t>
        <a:bodyPr/>
        <a:lstStyle/>
        <a:p>
          <a:endParaRPr lang="en-US"/>
        </a:p>
      </dgm:t>
    </dgm:pt>
    <dgm:pt modelId="{1C3961A6-C25E-40C5-BF49-BAF5F8EBF1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Items Controlled</a:t>
          </a:r>
          <a:endParaRPr lang="en-US"/>
        </a:p>
      </dgm:t>
    </dgm:pt>
    <dgm:pt modelId="{7309CFD2-E9A6-472B-A7B0-6EC697FF9FCC}" type="parTrans" cxnId="{4716FF90-441E-4EE0-8E1F-94CC7C6107D2}">
      <dgm:prSet/>
      <dgm:spPr/>
      <dgm:t>
        <a:bodyPr/>
        <a:lstStyle/>
        <a:p>
          <a:endParaRPr lang="en-US"/>
        </a:p>
      </dgm:t>
    </dgm:pt>
    <dgm:pt modelId="{AB29B119-9F63-4D2A-B335-FD8C1BD144C2}" type="sibTrans" cxnId="{4716FF90-441E-4EE0-8E1F-94CC7C6107D2}">
      <dgm:prSet/>
      <dgm:spPr/>
      <dgm:t>
        <a:bodyPr/>
        <a:lstStyle/>
        <a:p>
          <a:endParaRPr lang="en-US"/>
        </a:p>
      </dgm:t>
    </dgm:pt>
    <dgm:pt modelId="{38ADEFEC-E2F3-4644-A5D9-005AD7914B3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What is «Wallet» in Block Chain?</a:t>
          </a:r>
          <a:endParaRPr lang="en-US" dirty="0"/>
        </a:p>
      </dgm:t>
    </dgm:pt>
    <dgm:pt modelId="{B57F7422-6A8F-4EFB-BFA3-668297F6B264}" type="parTrans" cxnId="{4C2430BD-1FED-4331-A5F6-9E93187AD4DA}">
      <dgm:prSet/>
      <dgm:spPr/>
      <dgm:t>
        <a:bodyPr/>
        <a:lstStyle/>
        <a:p>
          <a:endParaRPr lang="tr-TR"/>
        </a:p>
      </dgm:t>
    </dgm:pt>
    <dgm:pt modelId="{FFF9B95B-B46D-489E-BD81-F3AEE9FF17A5}" type="sibTrans" cxnId="{4C2430BD-1FED-4331-A5F6-9E93187AD4DA}">
      <dgm:prSet/>
      <dgm:spPr/>
      <dgm:t>
        <a:bodyPr/>
        <a:lstStyle/>
        <a:p>
          <a:endParaRPr lang="tr-TR"/>
        </a:p>
      </dgm:t>
    </dgm:pt>
    <dgm:pt modelId="{E8C3C5DF-D1BE-4C1A-9F25-A3F86CF78B9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What is in control of «Wallet» </a:t>
          </a:r>
          <a:endParaRPr lang="en-US" dirty="0"/>
        </a:p>
      </dgm:t>
    </dgm:pt>
    <dgm:pt modelId="{8B4BEAEB-4921-4B26-B01B-E94D0D3AB231}" type="parTrans" cxnId="{59785C62-4BF0-485F-8C67-32DA0894B40E}">
      <dgm:prSet/>
      <dgm:spPr/>
      <dgm:t>
        <a:bodyPr/>
        <a:lstStyle/>
        <a:p>
          <a:endParaRPr lang="tr-TR"/>
        </a:p>
      </dgm:t>
    </dgm:pt>
    <dgm:pt modelId="{0EAE44E3-27C3-4761-9C1E-EF93A0922AA9}" type="sibTrans" cxnId="{59785C62-4BF0-485F-8C67-32DA0894B40E}">
      <dgm:prSet/>
      <dgm:spPr/>
      <dgm:t>
        <a:bodyPr/>
        <a:lstStyle/>
        <a:p>
          <a:endParaRPr lang="tr-TR"/>
        </a:p>
      </dgm:t>
    </dgm:pt>
    <dgm:pt modelId="{9F1B8CE5-EEA1-4B53-9D95-C469B3064B6A}" type="pres">
      <dgm:prSet presAssocID="{8722F1C5-ED68-4272-B937-705F643B6E20}" presName="root" presStyleCnt="0">
        <dgm:presLayoutVars>
          <dgm:dir/>
          <dgm:resizeHandles val="exact"/>
        </dgm:presLayoutVars>
      </dgm:prSet>
      <dgm:spPr/>
    </dgm:pt>
    <dgm:pt modelId="{FCBF6022-A85F-46E7-847C-7E457133022A}" type="pres">
      <dgm:prSet presAssocID="{D4D8DF47-83B3-46E9-A975-8C43AB350020}" presName="compNode" presStyleCnt="0"/>
      <dgm:spPr/>
    </dgm:pt>
    <dgm:pt modelId="{88225F7F-0082-4F08-88EA-AE7286576AE2}" type="pres">
      <dgm:prSet presAssocID="{D4D8DF47-83B3-46E9-A975-8C43AB35002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9231611-4E70-463B-9722-EAF38B470E0E}" type="pres">
      <dgm:prSet presAssocID="{D4D8DF47-83B3-46E9-A975-8C43AB350020}" presName="iconSpace" presStyleCnt="0"/>
      <dgm:spPr/>
    </dgm:pt>
    <dgm:pt modelId="{D3B60223-1E4E-4050-BC18-528C720BB64A}" type="pres">
      <dgm:prSet presAssocID="{D4D8DF47-83B3-46E9-A975-8C43AB350020}" presName="parTx" presStyleLbl="revTx" presStyleIdx="0" presStyleCnt="4">
        <dgm:presLayoutVars>
          <dgm:chMax val="0"/>
          <dgm:chPref val="0"/>
        </dgm:presLayoutVars>
      </dgm:prSet>
      <dgm:spPr/>
    </dgm:pt>
    <dgm:pt modelId="{08499F96-004B-41E6-908F-11A682AF88F7}" type="pres">
      <dgm:prSet presAssocID="{D4D8DF47-83B3-46E9-A975-8C43AB350020}" presName="txSpace" presStyleCnt="0"/>
      <dgm:spPr/>
    </dgm:pt>
    <dgm:pt modelId="{829DAF36-4C3B-4012-9B16-3F77DBD49440}" type="pres">
      <dgm:prSet presAssocID="{D4D8DF47-83B3-46E9-A975-8C43AB350020}" presName="desTx" presStyleLbl="revTx" presStyleIdx="1" presStyleCnt="4">
        <dgm:presLayoutVars/>
      </dgm:prSet>
      <dgm:spPr/>
    </dgm:pt>
    <dgm:pt modelId="{A7A8973F-8EC0-48D0-A572-6518D5A6BE63}" type="pres">
      <dgm:prSet presAssocID="{8ECD4497-64BD-488C-AAEA-650E57777D7E}" presName="sibTrans" presStyleCnt="0"/>
      <dgm:spPr/>
    </dgm:pt>
    <dgm:pt modelId="{A7C0C384-88EA-405E-A08F-810EDD97239A}" type="pres">
      <dgm:prSet presAssocID="{1C3961A6-C25E-40C5-BF49-BAF5F8EBF13A}" presName="compNode" presStyleCnt="0"/>
      <dgm:spPr/>
    </dgm:pt>
    <dgm:pt modelId="{B3A2EE8F-05FB-487B-8328-C770122CA34C}" type="pres">
      <dgm:prSet presAssocID="{1C3961A6-C25E-40C5-BF49-BAF5F8EBF13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B48DE7D6-79C7-41EA-97FA-BFE848F2861A}" type="pres">
      <dgm:prSet presAssocID="{1C3961A6-C25E-40C5-BF49-BAF5F8EBF13A}" presName="iconSpace" presStyleCnt="0"/>
      <dgm:spPr/>
    </dgm:pt>
    <dgm:pt modelId="{029E005B-1469-428D-B23F-486567853D17}" type="pres">
      <dgm:prSet presAssocID="{1C3961A6-C25E-40C5-BF49-BAF5F8EBF13A}" presName="parTx" presStyleLbl="revTx" presStyleIdx="2" presStyleCnt="4">
        <dgm:presLayoutVars>
          <dgm:chMax val="0"/>
          <dgm:chPref val="0"/>
        </dgm:presLayoutVars>
      </dgm:prSet>
      <dgm:spPr/>
    </dgm:pt>
    <dgm:pt modelId="{4D08A6CF-6E75-4AD8-9000-84A2C82135B7}" type="pres">
      <dgm:prSet presAssocID="{1C3961A6-C25E-40C5-BF49-BAF5F8EBF13A}" presName="txSpace" presStyleCnt="0"/>
      <dgm:spPr/>
    </dgm:pt>
    <dgm:pt modelId="{A8568922-45CA-4DC2-B173-9A5BF69ED364}" type="pres">
      <dgm:prSet presAssocID="{1C3961A6-C25E-40C5-BF49-BAF5F8EBF13A}" presName="desTx" presStyleLbl="revTx" presStyleIdx="3" presStyleCnt="4">
        <dgm:presLayoutVars/>
      </dgm:prSet>
      <dgm:spPr/>
    </dgm:pt>
  </dgm:ptLst>
  <dgm:cxnLst>
    <dgm:cxn modelId="{6DEB6604-1182-4ECA-85E5-8B7D631305B0}" type="presOf" srcId="{D4D8DF47-83B3-46E9-A975-8C43AB350020}" destId="{D3B60223-1E4E-4050-BC18-528C720BB64A}" srcOrd="0" destOrd="0" presId="urn:microsoft.com/office/officeart/2018/5/layout/CenteredIconLabelDescriptionList"/>
    <dgm:cxn modelId="{24552213-09BE-42A7-80FD-1E6E22D59C2C}" type="presOf" srcId="{38ADEFEC-E2F3-4644-A5D9-005AD7914B3C}" destId="{829DAF36-4C3B-4012-9B16-3F77DBD49440}" srcOrd="0" destOrd="0" presId="urn:microsoft.com/office/officeart/2018/5/layout/CenteredIconLabelDescriptionList"/>
    <dgm:cxn modelId="{6A5E162E-2351-4CFF-B421-24ECEFE55AC3}" type="presOf" srcId="{8722F1C5-ED68-4272-B937-705F643B6E20}" destId="{9F1B8CE5-EEA1-4B53-9D95-C469B3064B6A}" srcOrd="0" destOrd="0" presId="urn:microsoft.com/office/officeart/2018/5/layout/CenteredIconLabelDescriptionList"/>
    <dgm:cxn modelId="{59785C62-4BF0-485F-8C67-32DA0894B40E}" srcId="{1C3961A6-C25E-40C5-BF49-BAF5F8EBF13A}" destId="{E8C3C5DF-D1BE-4C1A-9F25-A3F86CF78B9F}" srcOrd="0" destOrd="0" parTransId="{8B4BEAEB-4921-4B26-B01B-E94D0D3AB231}" sibTransId="{0EAE44E3-27C3-4761-9C1E-EF93A0922AA9}"/>
    <dgm:cxn modelId="{90287688-4F84-4DF8-9B7A-4BB33DC31E50}" type="presOf" srcId="{E8C3C5DF-D1BE-4C1A-9F25-A3F86CF78B9F}" destId="{A8568922-45CA-4DC2-B173-9A5BF69ED364}" srcOrd="0" destOrd="0" presId="urn:microsoft.com/office/officeart/2018/5/layout/CenteredIconLabelDescriptionList"/>
    <dgm:cxn modelId="{4716FF90-441E-4EE0-8E1F-94CC7C6107D2}" srcId="{8722F1C5-ED68-4272-B937-705F643B6E20}" destId="{1C3961A6-C25E-40C5-BF49-BAF5F8EBF13A}" srcOrd="1" destOrd="0" parTransId="{7309CFD2-E9A6-472B-A7B0-6EC697FF9FCC}" sibTransId="{AB29B119-9F63-4D2A-B335-FD8C1BD144C2}"/>
    <dgm:cxn modelId="{CBBFA69F-5CF7-4626-909F-7661E2701905}" srcId="{8722F1C5-ED68-4272-B937-705F643B6E20}" destId="{D4D8DF47-83B3-46E9-A975-8C43AB350020}" srcOrd="0" destOrd="0" parTransId="{4A436D27-E987-4145-AC59-29588F79FCC1}" sibTransId="{8ECD4497-64BD-488C-AAEA-650E57777D7E}"/>
    <dgm:cxn modelId="{4C2430BD-1FED-4331-A5F6-9E93187AD4DA}" srcId="{D4D8DF47-83B3-46E9-A975-8C43AB350020}" destId="{38ADEFEC-E2F3-4644-A5D9-005AD7914B3C}" srcOrd="0" destOrd="0" parTransId="{B57F7422-6A8F-4EFB-BFA3-668297F6B264}" sibTransId="{FFF9B95B-B46D-489E-BD81-F3AEE9FF17A5}"/>
    <dgm:cxn modelId="{E1B8E8E7-8B55-4D7D-8C23-879D020BD469}" type="presOf" srcId="{1C3961A6-C25E-40C5-BF49-BAF5F8EBF13A}" destId="{029E005B-1469-428D-B23F-486567853D17}" srcOrd="0" destOrd="0" presId="urn:microsoft.com/office/officeart/2018/5/layout/CenteredIconLabelDescriptionList"/>
    <dgm:cxn modelId="{BA2A7657-CCC6-4907-8ECE-2150B41D1CA6}" type="presParOf" srcId="{9F1B8CE5-EEA1-4B53-9D95-C469B3064B6A}" destId="{FCBF6022-A85F-46E7-847C-7E457133022A}" srcOrd="0" destOrd="0" presId="urn:microsoft.com/office/officeart/2018/5/layout/CenteredIconLabelDescriptionList"/>
    <dgm:cxn modelId="{406341C3-EBC6-4C55-944C-27F65DC0F219}" type="presParOf" srcId="{FCBF6022-A85F-46E7-847C-7E457133022A}" destId="{88225F7F-0082-4F08-88EA-AE7286576AE2}" srcOrd="0" destOrd="0" presId="urn:microsoft.com/office/officeart/2018/5/layout/CenteredIconLabelDescriptionList"/>
    <dgm:cxn modelId="{C4DC7056-8B7E-4E43-8304-B64C8E62D6FF}" type="presParOf" srcId="{FCBF6022-A85F-46E7-847C-7E457133022A}" destId="{E9231611-4E70-463B-9722-EAF38B470E0E}" srcOrd="1" destOrd="0" presId="urn:microsoft.com/office/officeart/2018/5/layout/CenteredIconLabelDescriptionList"/>
    <dgm:cxn modelId="{5B6184A0-35DE-415E-B4AF-E67F6B2FB281}" type="presParOf" srcId="{FCBF6022-A85F-46E7-847C-7E457133022A}" destId="{D3B60223-1E4E-4050-BC18-528C720BB64A}" srcOrd="2" destOrd="0" presId="urn:microsoft.com/office/officeart/2018/5/layout/CenteredIconLabelDescriptionList"/>
    <dgm:cxn modelId="{C2A57C3C-FFE8-44DC-8E57-24A4C29EE99C}" type="presParOf" srcId="{FCBF6022-A85F-46E7-847C-7E457133022A}" destId="{08499F96-004B-41E6-908F-11A682AF88F7}" srcOrd="3" destOrd="0" presId="urn:microsoft.com/office/officeart/2018/5/layout/CenteredIconLabelDescriptionList"/>
    <dgm:cxn modelId="{C0806533-2CE1-4FC7-ACBF-ABC845D477AE}" type="presParOf" srcId="{FCBF6022-A85F-46E7-847C-7E457133022A}" destId="{829DAF36-4C3B-4012-9B16-3F77DBD49440}" srcOrd="4" destOrd="0" presId="urn:microsoft.com/office/officeart/2018/5/layout/CenteredIconLabelDescriptionList"/>
    <dgm:cxn modelId="{EDBD1ADB-94EF-4D09-ABE1-9424BB3F216D}" type="presParOf" srcId="{9F1B8CE5-EEA1-4B53-9D95-C469B3064B6A}" destId="{A7A8973F-8EC0-48D0-A572-6518D5A6BE63}" srcOrd="1" destOrd="0" presId="urn:microsoft.com/office/officeart/2018/5/layout/CenteredIconLabelDescriptionList"/>
    <dgm:cxn modelId="{70D38F60-1E40-406E-968B-A89AD2597A6E}" type="presParOf" srcId="{9F1B8CE5-EEA1-4B53-9D95-C469B3064B6A}" destId="{A7C0C384-88EA-405E-A08F-810EDD97239A}" srcOrd="2" destOrd="0" presId="urn:microsoft.com/office/officeart/2018/5/layout/CenteredIconLabelDescriptionList"/>
    <dgm:cxn modelId="{5D91782B-97D6-434B-944C-E19D9BA28567}" type="presParOf" srcId="{A7C0C384-88EA-405E-A08F-810EDD97239A}" destId="{B3A2EE8F-05FB-487B-8328-C770122CA34C}" srcOrd="0" destOrd="0" presId="urn:microsoft.com/office/officeart/2018/5/layout/CenteredIconLabelDescriptionList"/>
    <dgm:cxn modelId="{AC5E5073-6626-45ED-8033-543138C377C5}" type="presParOf" srcId="{A7C0C384-88EA-405E-A08F-810EDD97239A}" destId="{B48DE7D6-79C7-41EA-97FA-BFE848F2861A}" srcOrd="1" destOrd="0" presId="urn:microsoft.com/office/officeart/2018/5/layout/CenteredIconLabelDescriptionList"/>
    <dgm:cxn modelId="{05A3563A-92E4-4FC0-A616-126FAB49E381}" type="presParOf" srcId="{A7C0C384-88EA-405E-A08F-810EDD97239A}" destId="{029E005B-1469-428D-B23F-486567853D17}" srcOrd="2" destOrd="0" presId="urn:microsoft.com/office/officeart/2018/5/layout/CenteredIconLabelDescriptionList"/>
    <dgm:cxn modelId="{66394A29-7FF2-43FA-9057-33544DDA2BF0}" type="presParOf" srcId="{A7C0C384-88EA-405E-A08F-810EDD97239A}" destId="{4D08A6CF-6E75-4AD8-9000-84A2C82135B7}" srcOrd="3" destOrd="0" presId="urn:microsoft.com/office/officeart/2018/5/layout/CenteredIconLabelDescriptionList"/>
    <dgm:cxn modelId="{6CC1AF08-7175-4106-B91F-1FE2949490B2}" type="presParOf" srcId="{A7C0C384-88EA-405E-A08F-810EDD97239A}" destId="{A8568922-45CA-4DC2-B173-9A5BF69ED36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FC3221-9233-4271-BDDD-6FA0EFF27C5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D810E193-656F-4145-8F06-D28A1BDCE8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The word Wallet</a:t>
          </a:r>
          <a:endParaRPr lang="en-US" dirty="0"/>
        </a:p>
      </dgm:t>
    </dgm:pt>
    <dgm:pt modelId="{680B8B80-B403-45D5-8C91-93B2E1D9399A}" type="parTrans" cxnId="{89AA5E92-B96D-47A1-B9F4-B9CA0375D0F0}">
      <dgm:prSet/>
      <dgm:spPr/>
      <dgm:t>
        <a:bodyPr/>
        <a:lstStyle/>
        <a:p>
          <a:endParaRPr lang="en-US"/>
        </a:p>
      </dgm:t>
    </dgm:pt>
    <dgm:pt modelId="{7640F811-0035-4234-A5C5-8D012DFFEDF0}" type="sibTrans" cxnId="{89AA5E92-B96D-47A1-B9F4-B9CA0375D0F0}">
      <dgm:prSet/>
      <dgm:spPr/>
      <dgm:t>
        <a:bodyPr/>
        <a:lstStyle/>
        <a:p>
          <a:endParaRPr lang="en-US"/>
        </a:p>
      </dgm:t>
    </dgm:pt>
    <dgm:pt modelId="{75BD9CFB-6AEB-4D70-9615-1FD1E763FB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used to describe </a:t>
          </a:r>
        </a:p>
      </dgm:t>
    </dgm:pt>
    <dgm:pt modelId="{2F0A3B26-E136-4B2A-92D8-928B4ACCF35B}" type="parTrans" cxnId="{5FF87B57-A460-4A4F-8BE1-2147B59D8722}">
      <dgm:prSet/>
      <dgm:spPr/>
      <dgm:t>
        <a:bodyPr/>
        <a:lstStyle/>
        <a:p>
          <a:endParaRPr lang="en-US"/>
        </a:p>
      </dgm:t>
    </dgm:pt>
    <dgm:pt modelId="{DB876B1B-431C-4E5F-8D8D-0BCC4EB9DBE4}" type="sibTrans" cxnId="{5FF87B57-A460-4A4F-8BE1-2147B59D8722}">
      <dgm:prSet/>
      <dgm:spPr/>
      <dgm:t>
        <a:bodyPr/>
        <a:lstStyle/>
        <a:p>
          <a:endParaRPr lang="en-US"/>
        </a:p>
      </dgm:t>
    </dgm:pt>
    <dgm:pt modelId="{BD176EBA-E018-4C05-B22F-BE4750CD87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few different things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in bitcoin</a:t>
          </a:r>
        </a:p>
      </dgm:t>
    </dgm:pt>
    <dgm:pt modelId="{C05C3C12-00B5-4F56-A5E1-9F95B26E349C}" type="parTrans" cxnId="{6614246C-87F7-4C4D-8C77-9D51425F75E8}">
      <dgm:prSet/>
      <dgm:spPr/>
      <dgm:t>
        <a:bodyPr/>
        <a:lstStyle/>
        <a:p>
          <a:endParaRPr lang="en-US"/>
        </a:p>
      </dgm:t>
    </dgm:pt>
    <dgm:pt modelId="{B924619F-C79C-4D10-9F53-50827F594FE0}" type="sibTrans" cxnId="{6614246C-87F7-4C4D-8C77-9D51425F75E8}">
      <dgm:prSet/>
      <dgm:spPr/>
      <dgm:t>
        <a:bodyPr/>
        <a:lstStyle/>
        <a:p>
          <a:endParaRPr lang="en-US"/>
        </a:p>
      </dgm:t>
    </dgm:pt>
    <dgm:pt modelId="{43FD2D6B-E0C3-42B2-AABE-E2DD8B1B9E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At a high level</a:t>
          </a:r>
        </a:p>
      </dgm:t>
    </dgm:pt>
    <dgm:pt modelId="{739DA691-15B8-48C1-9D08-F0FEED159A64}" type="parTrans" cxnId="{2B89DA6F-456E-4E73-BD28-B2CCAC0134CB}">
      <dgm:prSet/>
      <dgm:spPr/>
      <dgm:t>
        <a:bodyPr/>
        <a:lstStyle/>
        <a:p>
          <a:endParaRPr lang="en-US"/>
        </a:p>
      </dgm:t>
    </dgm:pt>
    <dgm:pt modelId="{A42B0B18-589C-4CDF-827E-418B8A9D689B}" type="sibTrans" cxnId="{2B89DA6F-456E-4E73-BD28-B2CCAC0134CB}">
      <dgm:prSet/>
      <dgm:spPr/>
      <dgm:t>
        <a:bodyPr/>
        <a:lstStyle/>
        <a:p>
          <a:endParaRPr lang="en-US"/>
        </a:p>
      </dgm:t>
    </dgm:pt>
    <dgm:pt modelId="{321E28D1-A698-4831-AA8F-5AF9753116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application </a:t>
          </a:r>
        </a:p>
      </dgm:t>
    </dgm:pt>
    <dgm:pt modelId="{642C9E77-751C-4863-A476-6ECB0D97C13D}" type="parTrans" cxnId="{C1A22C4A-AA92-445B-AEBE-2D94590D6FA9}">
      <dgm:prSet/>
      <dgm:spPr/>
      <dgm:t>
        <a:bodyPr/>
        <a:lstStyle/>
        <a:p>
          <a:endParaRPr lang="en-US"/>
        </a:p>
      </dgm:t>
    </dgm:pt>
    <dgm:pt modelId="{94551DD6-8291-4D08-AD23-C7C964CA2ABB}" type="sibTrans" cxnId="{C1A22C4A-AA92-445B-AEBE-2D94590D6FA9}">
      <dgm:prSet/>
      <dgm:spPr/>
      <dgm:t>
        <a:bodyPr/>
        <a:lstStyle/>
        <a:p>
          <a:endParaRPr lang="en-US"/>
        </a:p>
      </dgm:t>
    </dgm:pt>
    <dgm:pt modelId="{A454C238-CC14-4C93-A547-60C45F8F38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primary user interface </a:t>
          </a:r>
        </a:p>
      </dgm:t>
    </dgm:pt>
    <dgm:pt modelId="{946EC0AD-E9F7-45C8-BFD6-CC62B83D0FAE}" type="parTrans" cxnId="{AAF78EB3-8E46-4644-8FFE-CE40AE91CD06}">
      <dgm:prSet/>
      <dgm:spPr/>
      <dgm:t>
        <a:bodyPr/>
        <a:lstStyle/>
        <a:p>
          <a:endParaRPr lang="en-US"/>
        </a:p>
      </dgm:t>
    </dgm:pt>
    <dgm:pt modelId="{2CCF463D-7BCE-445C-A892-8A5D1D5D7A04}" type="sibTrans" cxnId="{AAF78EB3-8E46-4644-8FFE-CE40AE91CD06}">
      <dgm:prSet/>
      <dgm:spPr/>
      <dgm:t>
        <a:bodyPr/>
        <a:lstStyle/>
        <a:p>
          <a:endParaRPr lang="en-US"/>
        </a:p>
      </dgm:t>
    </dgm:pt>
    <dgm:pt modelId="{30C946D0-4D0D-43E6-993B-DF2A5C1BD1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programmer’s perspective</a:t>
          </a:r>
        </a:p>
      </dgm:t>
    </dgm:pt>
    <dgm:pt modelId="{18AF46E0-3587-4AC5-B0CC-39DDADED4477}" type="parTrans" cxnId="{FF9CA235-D462-481A-99E7-03F988F9E472}">
      <dgm:prSet/>
      <dgm:spPr/>
      <dgm:t>
        <a:bodyPr/>
        <a:lstStyle/>
        <a:p>
          <a:endParaRPr lang="en-US"/>
        </a:p>
      </dgm:t>
    </dgm:pt>
    <dgm:pt modelId="{8E38B1DD-5ACA-4F9E-A028-4C4E060A9A57}" type="sibTrans" cxnId="{FF9CA235-D462-481A-99E7-03F988F9E472}">
      <dgm:prSet/>
      <dgm:spPr/>
      <dgm:t>
        <a:bodyPr/>
        <a:lstStyle/>
        <a:p>
          <a:endParaRPr lang="en-US"/>
        </a:p>
      </dgm:t>
    </dgm:pt>
    <dgm:pt modelId="{E30E8CD3-86AF-44D2-BFD3-9AED1DADE4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data</a:t>
          </a:r>
          <a:r>
            <a:rPr lang="tr-TR" dirty="0"/>
            <a:t> </a:t>
          </a:r>
          <a:r>
            <a:rPr lang="en-US" dirty="0"/>
            <a:t>structure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to store and manage a user’s keys</a:t>
          </a:r>
        </a:p>
      </dgm:t>
    </dgm:pt>
    <dgm:pt modelId="{2B56807F-67D3-41B6-9103-666929244B26}" type="parTrans" cxnId="{298A3AD9-5F36-49D0-BDF6-3DDC39E68B3D}">
      <dgm:prSet/>
      <dgm:spPr/>
      <dgm:t>
        <a:bodyPr/>
        <a:lstStyle/>
        <a:p>
          <a:endParaRPr lang="en-US"/>
        </a:p>
      </dgm:t>
    </dgm:pt>
    <dgm:pt modelId="{3665CF3B-969C-4DAB-B68A-D33824FF597D}" type="sibTrans" cxnId="{298A3AD9-5F36-49D0-BDF6-3DDC39E68B3D}">
      <dgm:prSet/>
      <dgm:spPr/>
      <dgm:t>
        <a:bodyPr/>
        <a:lstStyle/>
        <a:p>
          <a:endParaRPr lang="en-US"/>
        </a:p>
      </dgm:t>
    </dgm:pt>
    <dgm:pt modelId="{0EA98ED7-EFD7-48C3-8693-CDC6588D2A60}" type="pres">
      <dgm:prSet presAssocID="{18FC3221-9233-4271-BDDD-6FA0EFF27C50}" presName="root" presStyleCnt="0">
        <dgm:presLayoutVars>
          <dgm:dir/>
          <dgm:resizeHandles val="exact"/>
        </dgm:presLayoutVars>
      </dgm:prSet>
      <dgm:spPr/>
    </dgm:pt>
    <dgm:pt modelId="{4A1B7ADD-8174-4295-B2E9-9CF516D4D2EC}" type="pres">
      <dgm:prSet presAssocID="{D810E193-656F-4145-8F06-D28A1BDCE87F}" presName="compNode" presStyleCnt="0"/>
      <dgm:spPr/>
    </dgm:pt>
    <dgm:pt modelId="{B1E70430-9418-4E8A-A4C4-4AF0DD7213D3}" type="pres">
      <dgm:prSet presAssocID="{D810E193-656F-4145-8F06-D28A1BDCE8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EF5567EB-8830-4E84-BC1A-8495BFF98B38}" type="pres">
      <dgm:prSet presAssocID="{D810E193-656F-4145-8F06-D28A1BDCE87F}" presName="iconSpace" presStyleCnt="0"/>
      <dgm:spPr/>
    </dgm:pt>
    <dgm:pt modelId="{2267BBA8-27CA-4EFF-8BA1-068EAA585773}" type="pres">
      <dgm:prSet presAssocID="{D810E193-656F-4145-8F06-D28A1BDCE87F}" presName="parTx" presStyleLbl="revTx" presStyleIdx="0" presStyleCnt="6">
        <dgm:presLayoutVars>
          <dgm:chMax val="0"/>
          <dgm:chPref val="0"/>
        </dgm:presLayoutVars>
      </dgm:prSet>
      <dgm:spPr/>
    </dgm:pt>
    <dgm:pt modelId="{677F93BF-E7F3-4BD2-AF67-D03AD02B3E09}" type="pres">
      <dgm:prSet presAssocID="{D810E193-656F-4145-8F06-D28A1BDCE87F}" presName="txSpace" presStyleCnt="0"/>
      <dgm:spPr/>
    </dgm:pt>
    <dgm:pt modelId="{A18170B6-E33D-4AC5-BCAE-5D03284140F3}" type="pres">
      <dgm:prSet presAssocID="{D810E193-656F-4145-8F06-D28A1BDCE87F}" presName="desTx" presStyleLbl="revTx" presStyleIdx="1" presStyleCnt="6">
        <dgm:presLayoutVars/>
      </dgm:prSet>
      <dgm:spPr/>
    </dgm:pt>
    <dgm:pt modelId="{CA97301A-7A16-4C1B-BFB8-4512ECE2451F}" type="pres">
      <dgm:prSet presAssocID="{7640F811-0035-4234-A5C5-8D012DFFEDF0}" presName="sibTrans" presStyleCnt="0"/>
      <dgm:spPr/>
    </dgm:pt>
    <dgm:pt modelId="{BD32A48F-4881-4969-9F52-195DDA80D774}" type="pres">
      <dgm:prSet presAssocID="{43FD2D6B-E0C3-42B2-AABE-E2DD8B1B9E7E}" presName="compNode" presStyleCnt="0"/>
      <dgm:spPr/>
    </dgm:pt>
    <dgm:pt modelId="{48240C97-7D58-465F-A449-EB57454AA1FC}" type="pres">
      <dgm:prSet presAssocID="{43FD2D6B-E0C3-42B2-AABE-E2DD8B1B9E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0EA18F8D-BCD3-435B-98DA-BAFF812BCCBB}" type="pres">
      <dgm:prSet presAssocID="{43FD2D6B-E0C3-42B2-AABE-E2DD8B1B9E7E}" presName="iconSpace" presStyleCnt="0"/>
      <dgm:spPr/>
    </dgm:pt>
    <dgm:pt modelId="{20AB62A5-453F-4056-841E-6B12B9DEB99E}" type="pres">
      <dgm:prSet presAssocID="{43FD2D6B-E0C3-42B2-AABE-E2DD8B1B9E7E}" presName="parTx" presStyleLbl="revTx" presStyleIdx="2" presStyleCnt="6">
        <dgm:presLayoutVars>
          <dgm:chMax val="0"/>
          <dgm:chPref val="0"/>
        </dgm:presLayoutVars>
      </dgm:prSet>
      <dgm:spPr/>
    </dgm:pt>
    <dgm:pt modelId="{25D5B515-404F-4CAB-B7D8-7569204F837B}" type="pres">
      <dgm:prSet presAssocID="{43FD2D6B-E0C3-42B2-AABE-E2DD8B1B9E7E}" presName="txSpace" presStyleCnt="0"/>
      <dgm:spPr/>
    </dgm:pt>
    <dgm:pt modelId="{01260E1A-E3E7-4EB9-B99B-5D6AD2DE0CA0}" type="pres">
      <dgm:prSet presAssocID="{43FD2D6B-E0C3-42B2-AABE-E2DD8B1B9E7E}" presName="desTx" presStyleLbl="revTx" presStyleIdx="3" presStyleCnt="6">
        <dgm:presLayoutVars/>
      </dgm:prSet>
      <dgm:spPr/>
    </dgm:pt>
    <dgm:pt modelId="{A038EC8A-31ED-4BF7-848A-E681D685C070}" type="pres">
      <dgm:prSet presAssocID="{A42B0B18-589C-4CDF-827E-418B8A9D689B}" presName="sibTrans" presStyleCnt="0"/>
      <dgm:spPr/>
    </dgm:pt>
    <dgm:pt modelId="{7C5FFE00-9507-4B23-88C3-1744F09ABFE1}" type="pres">
      <dgm:prSet presAssocID="{30C946D0-4D0D-43E6-993B-DF2A5C1BD133}" presName="compNode" presStyleCnt="0"/>
      <dgm:spPr/>
    </dgm:pt>
    <dgm:pt modelId="{D0374164-E331-4580-9E68-B87C18B031EC}" type="pres">
      <dgm:prSet presAssocID="{30C946D0-4D0D-43E6-993B-DF2A5C1BD1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2F5ACE7-8215-4CA2-9C8B-913E491A5C4C}" type="pres">
      <dgm:prSet presAssocID="{30C946D0-4D0D-43E6-993B-DF2A5C1BD133}" presName="iconSpace" presStyleCnt="0"/>
      <dgm:spPr/>
    </dgm:pt>
    <dgm:pt modelId="{9B9ED183-8691-4372-A329-69042D495B90}" type="pres">
      <dgm:prSet presAssocID="{30C946D0-4D0D-43E6-993B-DF2A5C1BD133}" presName="parTx" presStyleLbl="revTx" presStyleIdx="4" presStyleCnt="6">
        <dgm:presLayoutVars>
          <dgm:chMax val="0"/>
          <dgm:chPref val="0"/>
        </dgm:presLayoutVars>
      </dgm:prSet>
      <dgm:spPr/>
    </dgm:pt>
    <dgm:pt modelId="{B40596BB-4536-4FB0-AD33-626E537D95C6}" type="pres">
      <dgm:prSet presAssocID="{30C946D0-4D0D-43E6-993B-DF2A5C1BD133}" presName="txSpace" presStyleCnt="0"/>
      <dgm:spPr/>
    </dgm:pt>
    <dgm:pt modelId="{F8954287-C5BA-4DFC-991C-AA12152124D3}" type="pres">
      <dgm:prSet presAssocID="{30C946D0-4D0D-43E6-993B-DF2A5C1BD133}" presName="desTx" presStyleLbl="revTx" presStyleIdx="5" presStyleCnt="6">
        <dgm:presLayoutVars/>
      </dgm:prSet>
      <dgm:spPr/>
    </dgm:pt>
  </dgm:ptLst>
  <dgm:cxnLst>
    <dgm:cxn modelId="{FF9CA235-D462-481A-99E7-03F988F9E472}" srcId="{18FC3221-9233-4271-BDDD-6FA0EFF27C50}" destId="{30C946D0-4D0D-43E6-993B-DF2A5C1BD133}" srcOrd="2" destOrd="0" parTransId="{18AF46E0-3587-4AC5-B0CC-39DDADED4477}" sibTransId="{8E38B1DD-5ACA-4F9E-A028-4C4E060A9A57}"/>
    <dgm:cxn modelId="{8AD06C36-3278-4A50-B445-99B5E14B7F6A}" type="presOf" srcId="{30C946D0-4D0D-43E6-993B-DF2A5C1BD133}" destId="{9B9ED183-8691-4372-A329-69042D495B90}" srcOrd="0" destOrd="0" presId="urn:microsoft.com/office/officeart/2018/2/layout/IconLabelDescriptionList"/>
    <dgm:cxn modelId="{851C8B5F-57D8-4910-A3F9-B1B4AB47C0F1}" type="presOf" srcId="{321E28D1-A698-4831-AA8F-5AF975311684}" destId="{01260E1A-E3E7-4EB9-B99B-5D6AD2DE0CA0}" srcOrd="0" destOrd="0" presId="urn:microsoft.com/office/officeart/2018/2/layout/IconLabelDescriptionList"/>
    <dgm:cxn modelId="{C1A22C4A-AA92-445B-AEBE-2D94590D6FA9}" srcId="{43FD2D6B-E0C3-42B2-AABE-E2DD8B1B9E7E}" destId="{321E28D1-A698-4831-AA8F-5AF975311684}" srcOrd="0" destOrd="0" parTransId="{642C9E77-751C-4863-A476-6ECB0D97C13D}" sibTransId="{94551DD6-8291-4D08-AD23-C7C964CA2ABB}"/>
    <dgm:cxn modelId="{6614246C-87F7-4C4D-8C77-9D51425F75E8}" srcId="{D810E193-656F-4145-8F06-D28A1BDCE87F}" destId="{BD176EBA-E018-4C05-B22F-BE4750CD87E1}" srcOrd="1" destOrd="0" parTransId="{C05C3C12-00B5-4F56-A5E1-9F95B26E349C}" sibTransId="{B924619F-C79C-4D10-9F53-50827F594FE0}"/>
    <dgm:cxn modelId="{2B89DA6F-456E-4E73-BD28-B2CCAC0134CB}" srcId="{18FC3221-9233-4271-BDDD-6FA0EFF27C50}" destId="{43FD2D6B-E0C3-42B2-AABE-E2DD8B1B9E7E}" srcOrd="1" destOrd="0" parTransId="{739DA691-15B8-48C1-9D08-F0FEED159A64}" sibTransId="{A42B0B18-589C-4CDF-827E-418B8A9D689B}"/>
    <dgm:cxn modelId="{F354ED75-FEBE-42D3-A80A-8662376C07A9}" type="presOf" srcId="{BD176EBA-E018-4C05-B22F-BE4750CD87E1}" destId="{A18170B6-E33D-4AC5-BCAE-5D03284140F3}" srcOrd="0" destOrd="1" presId="urn:microsoft.com/office/officeart/2018/2/layout/IconLabelDescriptionList"/>
    <dgm:cxn modelId="{5FF87B57-A460-4A4F-8BE1-2147B59D8722}" srcId="{D810E193-656F-4145-8F06-D28A1BDCE87F}" destId="{75BD9CFB-6AEB-4D70-9615-1FD1E763FB5A}" srcOrd="0" destOrd="0" parTransId="{2F0A3B26-E136-4B2A-92D8-928B4ACCF35B}" sibTransId="{DB876B1B-431C-4E5F-8D8D-0BCC4EB9DBE4}"/>
    <dgm:cxn modelId="{5899348C-70DC-4C75-875B-0E27C436AD17}" type="presOf" srcId="{D810E193-656F-4145-8F06-D28A1BDCE87F}" destId="{2267BBA8-27CA-4EFF-8BA1-068EAA585773}" srcOrd="0" destOrd="0" presId="urn:microsoft.com/office/officeart/2018/2/layout/IconLabelDescriptionList"/>
    <dgm:cxn modelId="{89AA5E92-B96D-47A1-B9F4-B9CA0375D0F0}" srcId="{18FC3221-9233-4271-BDDD-6FA0EFF27C50}" destId="{D810E193-656F-4145-8F06-D28A1BDCE87F}" srcOrd="0" destOrd="0" parTransId="{680B8B80-B403-45D5-8C91-93B2E1D9399A}" sibTransId="{7640F811-0035-4234-A5C5-8D012DFFEDF0}"/>
    <dgm:cxn modelId="{E5CA7B93-AA8B-4E4C-BD69-A4CAF4A8918A}" type="presOf" srcId="{E30E8CD3-86AF-44D2-BFD3-9AED1DADE485}" destId="{F8954287-C5BA-4DFC-991C-AA12152124D3}" srcOrd="0" destOrd="0" presId="urn:microsoft.com/office/officeart/2018/2/layout/IconLabelDescriptionList"/>
    <dgm:cxn modelId="{AAF78EB3-8E46-4644-8FFE-CE40AE91CD06}" srcId="{43FD2D6B-E0C3-42B2-AABE-E2DD8B1B9E7E}" destId="{A454C238-CC14-4C93-A547-60C45F8F3825}" srcOrd="1" destOrd="0" parTransId="{946EC0AD-E9F7-45C8-BFD6-CC62B83D0FAE}" sibTransId="{2CCF463D-7BCE-445C-A892-8A5D1D5D7A04}"/>
    <dgm:cxn modelId="{9515E2CA-34D8-4526-A05A-C6EF289D6A08}" type="presOf" srcId="{75BD9CFB-6AEB-4D70-9615-1FD1E763FB5A}" destId="{A18170B6-E33D-4AC5-BCAE-5D03284140F3}" srcOrd="0" destOrd="0" presId="urn:microsoft.com/office/officeart/2018/2/layout/IconLabelDescriptionList"/>
    <dgm:cxn modelId="{3E529AD4-992E-41C4-8A14-C1FDBA337200}" type="presOf" srcId="{43FD2D6B-E0C3-42B2-AABE-E2DD8B1B9E7E}" destId="{20AB62A5-453F-4056-841E-6B12B9DEB99E}" srcOrd="0" destOrd="0" presId="urn:microsoft.com/office/officeart/2018/2/layout/IconLabelDescriptionList"/>
    <dgm:cxn modelId="{298A3AD9-5F36-49D0-BDF6-3DDC39E68B3D}" srcId="{30C946D0-4D0D-43E6-993B-DF2A5C1BD133}" destId="{E30E8CD3-86AF-44D2-BFD3-9AED1DADE485}" srcOrd="0" destOrd="0" parTransId="{2B56807F-67D3-41B6-9103-666929244B26}" sibTransId="{3665CF3B-969C-4DAB-B68A-D33824FF597D}"/>
    <dgm:cxn modelId="{E4BB77D9-D8CD-43C1-8314-FC77D0ADF738}" type="presOf" srcId="{18FC3221-9233-4271-BDDD-6FA0EFF27C50}" destId="{0EA98ED7-EFD7-48C3-8693-CDC6588D2A60}" srcOrd="0" destOrd="0" presId="urn:microsoft.com/office/officeart/2018/2/layout/IconLabelDescriptionList"/>
    <dgm:cxn modelId="{E3DAD4EB-F06C-4BA2-B276-F43DB927855E}" type="presOf" srcId="{A454C238-CC14-4C93-A547-60C45F8F3825}" destId="{01260E1A-E3E7-4EB9-B99B-5D6AD2DE0CA0}" srcOrd="0" destOrd="1" presId="urn:microsoft.com/office/officeart/2018/2/layout/IconLabelDescriptionList"/>
    <dgm:cxn modelId="{3866253D-E966-4ABD-8ABB-1642DCA94A2F}" type="presParOf" srcId="{0EA98ED7-EFD7-48C3-8693-CDC6588D2A60}" destId="{4A1B7ADD-8174-4295-B2E9-9CF516D4D2EC}" srcOrd="0" destOrd="0" presId="urn:microsoft.com/office/officeart/2018/2/layout/IconLabelDescriptionList"/>
    <dgm:cxn modelId="{1CE77792-57B6-4819-B1A6-8745C3BB3BBC}" type="presParOf" srcId="{4A1B7ADD-8174-4295-B2E9-9CF516D4D2EC}" destId="{B1E70430-9418-4E8A-A4C4-4AF0DD7213D3}" srcOrd="0" destOrd="0" presId="urn:microsoft.com/office/officeart/2018/2/layout/IconLabelDescriptionList"/>
    <dgm:cxn modelId="{C5E82F16-E376-4BFD-BB5C-DBA12D8ECEB0}" type="presParOf" srcId="{4A1B7ADD-8174-4295-B2E9-9CF516D4D2EC}" destId="{EF5567EB-8830-4E84-BC1A-8495BFF98B38}" srcOrd="1" destOrd="0" presId="urn:microsoft.com/office/officeart/2018/2/layout/IconLabelDescriptionList"/>
    <dgm:cxn modelId="{312106E2-8898-4679-99E6-2E0B22A117C2}" type="presParOf" srcId="{4A1B7ADD-8174-4295-B2E9-9CF516D4D2EC}" destId="{2267BBA8-27CA-4EFF-8BA1-068EAA585773}" srcOrd="2" destOrd="0" presId="urn:microsoft.com/office/officeart/2018/2/layout/IconLabelDescriptionList"/>
    <dgm:cxn modelId="{6C7CF745-B673-4FB1-B2F3-7A8A17862D0C}" type="presParOf" srcId="{4A1B7ADD-8174-4295-B2E9-9CF516D4D2EC}" destId="{677F93BF-E7F3-4BD2-AF67-D03AD02B3E09}" srcOrd="3" destOrd="0" presId="urn:microsoft.com/office/officeart/2018/2/layout/IconLabelDescriptionList"/>
    <dgm:cxn modelId="{332B0A16-4619-4202-9442-2A72D1A46BAD}" type="presParOf" srcId="{4A1B7ADD-8174-4295-B2E9-9CF516D4D2EC}" destId="{A18170B6-E33D-4AC5-BCAE-5D03284140F3}" srcOrd="4" destOrd="0" presId="urn:microsoft.com/office/officeart/2018/2/layout/IconLabelDescriptionList"/>
    <dgm:cxn modelId="{C0CE9EAC-FA3B-49DD-8B73-A2AC72E2CEE3}" type="presParOf" srcId="{0EA98ED7-EFD7-48C3-8693-CDC6588D2A60}" destId="{CA97301A-7A16-4C1B-BFB8-4512ECE2451F}" srcOrd="1" destOrd="0" presId="urn:microsoft.com/office/officeart/2018/2/layout/IconLabelDescriptionList"/>
    <dgm:cxn modelId="{FE3F5B9F-0AED-41DF-B82B-A346E78CBD24}" type="presParOf" srcId="{0EA98ED7-EFD7-48C3-8693-CDC6588D2A60}" destId="{BD32A48F-4881-4969-9F52-195DDA80D774}" srcOrd="2" destOrd="0" presId="urn:microsoft.com/office/officeart/2018/2/layout/IconLabelDescriptionList"/>
    <dgm:cxn modelId="{A79A6C04-F36E-40D0-8C85-8B5693EB6FC4}" type="presParOf" srcId="{BD32A48F-4881-4969-9F52-195DDA80D774}" destId="{48240C97-7D58-465F-A449-EB57454AA1FC}" srcOrd="0" destOrd="0" presId="urn:microsoft.com/office/officeart/2018/2/layout/IconLabelDescriptionList"/>
    <dgm:cxn modelId="{BD70BE8B-A759-450F-A55E-F33E3838EF83}" type="presParOf" srcId="{BD32A48F-4881-4969-9F52-195DDA80D774}" destId="{0EA18F8D-BCD3-435B-98DA-BAFF812BCCBB}" srcOrd="1" destOrd="0" presId="urn:microsoft.com/office/officeart/2018/2/layout/IconLabelDescriptionList"/>
    <dgm:cxn modelId="{7B3B6500-AE3D-4021-A3E6-2849B356A8A3}" type="presParOf" srcId="{BD32A48F-4881-4969-9F52-195DDA80D774}" destId="{20AB62A5-453F-4056-841E-6B12B9DEB99E}" srcOrd="2" destOrd="0" presId="urn:microsoft.com/office/officeart/2018/2/layout/IconLabelDescriptionList"/>
    <dgm:cxn modelId="{7EC18E1A-B8B3-45BD-B29D-332BF3598D78}" type="presParOf" srcId="{BD32A48F-4881-4969-9F52-195DDA80D774}" destId="{25D5B515-404F-4CAB-B7D8-7569204F837B}" srcOrd="3" destOrd="0" presId="urn:microsoft.com/office/officeart/2018/2/layout/IconLabelDescriptionList"/>
    <dgm:cxn modelId="{0FC7FAD0-F702-484F-BD42-F25509196C73}" type="presParOf" srcId="{BD32A48F-4881-4969-9F52-195DDA80D774}" destId="{01260E1A-E3E7-4EB9-B99B-5D6AD2DE0CA0}" srcOrd="4" destOrd="0" presId="urn:microsoft.com/office/officeart/2018/2/layout/IconLabelDescriptionList"/>
    <dgm:cxn modelId="{9191A20F-911C-4662-B6F6-97E8453800E9}" type="presParOf" srcId="{0EA98ED7-EFD7-48C3-8693-CDC6588D2A60}" destId="{A038EC8A-31ED-4BF7-848A-E681D685C070}" srcOrd="3" destOrd="0" presId="urn:microsoft.com/office/officeart/2018/2/layout/IconLabelDescriptionList"/>
    <dgm:cxn modelId="{AE67C03C-85E3-4B05-A35E-BA4CFF21B270}" type="presParOf" srcId="{0EA98ED7-EFD7-48C3-8693-CDC6588D2A60}" destId="{7C5FFE00-9507-4B23-88C3-1744F09ABFE1}" srcOrd="4" destOrd="0" presId="urn:microsoft.com/office/officeart/2018/2/layout/IconLabelDescriptionList"/>
    <dgm:cxn modelId="{C2CAEDD2-BDA7-4210-8A83-FF5308C424B4}" type="presParOf" srcId="{7C5FFE00-9507-4B23-88C3-1744F09ABFE1}" destId="{D0374164-E331-4580-9E68-B87C18B031EC}" srcOrd="0" destOrd="0" presId="urn:microsoft.com/office/officeart/2018/2/layout/IconLabelDescriptionList"/>
    <dgm:cxn modelId="{7F0DE0A4-0C2A-4725-8034-996FAABA3654}" type="presParOf" srcId="{7C5FFE00-9507-4B23-88C3-1744F09ABFE1}" destId="{12F5ACE7-8215-4CA2-9C8B-913E491A5C4C}" srcOrd="1" destOrd="0" presId="urn:microsoft.com/office/officeart/2018/2/layout/IconLabelDescriptionList"/>
    <dgm:cxn modelId="{C5C58F0D-115E-45CF-A3AA-ABE3E83E8A07}" type="presParOf" srcId="{7C5FFE00-9507-4B23-88C3-1744F09ABFE1}" destId="{9B9ED183-8691-4372-A329-69042D495B90}" srcOrd="2" destOrd="0" presId="urn:microsoft.com/office/officeart/2018/2/layout/IconLabelDescriptionList"/>
    <dgm:cxn modelId="{6B052D99-8549-491A-9759-E9B018DC58C1}" type="presParOf" srcId="{7C5FFE00-9507-4B23-88C3-1744F09ABFE1}" destId="{B40596BB-4536-4FB0-AD33-626E537D95C6}" srcOrd="3" destOrd="0" presId="urn:microsoft.com/office/officeart/2018/2/layout/IconLabelDescriptionList"/>
    <dgm:cxn modelId="{FC389194-B4A8-40A0-902F-DA85AF036374}" type="presParOf" srcId="{7C5FFE00-9507-4B23-88C3-1744F09ABFE1}" destId="{F8954287-C5BA-4DFC-991C-AA12152124D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C1265D-2DA8-44A9-BC16-5FDC2532AFB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4E37FC-C65C-475E-BBB4-268077A329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 to a user’s money </a:t>
          </a:r>
        </a:p>
      </dgm:t>
    </dgm:pt>
    <dgm:pt modelId="{577B2F72-BA21-46AE-8FDE-B06369DE859B}" type="parTrans" cxnId="{48A972B4-B991-4EB6-856D-B9C9638752E4}">
      <dgm:prSet/>
      <dgm:spPr/>
      <dgm:t>
        <a:bodyPr/>
        <a:lstStyle/>
        <a:p>
          <a:endParaRPr lang="en-US"/>
        </a:p>
      </dgm:t>
    </dgm:pt>
    <dgm:pt modelId="{F7B1BB52-6B8F-4564-BF6A-1608006DB450}" type="sibTrans" cxnId="{48A972B4-B991-4EB6-856D-B9C9638752E4}">
      <dgm:prSet phldrT="0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4FBCF50-FE60-49A0-B1AF-A8C58A55C8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managing keys and addresses</a:t>
          </a:r>
        </a:p>
      </dgm:t>
    </dgm:pt>
    <dgm:pt modelId="{63354288-5935-41BC-B112-98D6F4438822}" type="parTrans" cxnId="{2615819B-9254-4502-AE84-20D183CF3154}">
      <dgm:prSet/>
      <dgm:spPr/>
      <dgm:t>
        <a:bodyPr/>
        <a:lstStyle/>
        <a:p>
          <a:endParaRPr lang="en-US"/>
        </a:p>
      </dgm:t>
    </dgm:pt>
    <dgm:pt modelId="{F2653D58-7D44-4A44-A3C0-452809A06C8C}" type="sibTrans" cxnId="{2615819B-9254-4502-AE84-20D183CF3154}">
      <dgm:prSet phldrT="0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F44FCE-6855-4666-8D45-D2E654A731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tracking the</a:t>
          </a:r>
          <a:r>
            <a:rPr lang="tr-TR" dirty="0"/>
            <a:t> </a:t>
          </a:r>
          <a:r>
            <a:rPr lang="en-US" dirty="0"/>
            <a:t>balance </a:t>
          </a:r>
        </a:p>
      </dgm:t>
    </dgm:pt>
    <dgm:pt modelId="{F4823D5B-DB2D-4A15-B8BA-04CA3A349044}" type="parTrans" cxnId="{29BA7665-BD11-470E-9725-CFB82AFD856D}">
      <dgm:prSet/>
      <dgm:spPr/>
      <dgm:t>
        <a:bodyPr/>
        <a:lstStyle/>
        <a:p>
          <a:endParaRPr lang="en-US"/>
        </a:p>
      </dgm:t>
    </dgm:pt>
    <dgm:pt modelId="{A2984B5B-C48C-443D-8E8E-F0C14A4A5D50}" type="sibTrans" cxnId="{29BA7665-BD11-470E-9725-CFB82AFD856D}">
      <dgm:prSet phldrT="03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06A309-6A73-428F-A639-DDCBE03E973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Create and</a:t>
          </a:r>
          <a:r>
            <a:rPr lang="en-US" dirty="0"/>
            <a:t> </a:t>
          </a:r>
          <a:r>
            <a:rPr lang="tr-TR" dirty="0"/>
            <a:t>sign</a:t>
          </a:r>
          <a:r>
            <a:rPr lang="en-US" dirty="0"/>
            <a:t> transactions</a:t>
          </a:r>
        </a:p>
      </dgm:t>
    </dgm:pt>
    <dgm:pt modelId="{7BE20286-9B43-40A6-B3AC-B1E67E66D5BD}" type="parTrans" cxnId="{597C7A89-B289-4BC1-872B-78BF399C7156}">
      <dgm:prSet/>
      <dgm:spPr/>
      <dgm:t>
        <a:bodyPr/>
        <a:lstStyle/>
        <a:p>
          <a:endParaRPr lang="en-US"/>
        </a:p>
      </dgm:t>
    </dgm:pt>
    <dgm:pt modelId="{549829DC-FCAD-4C16-89F6-C981B390A176}" type="sibTrans" cxnId="{597C7A89-B289-4BC1-872B-78BF399C7156}">
      <dgm:prSet phldrT="04" phldr="0"/>
      <dgm:spPr/>
      <dgm:t>
        <a:bodyPr/>
        <a:lstStyle/>
        <a:p>
          <a:endParaRPr lang="en-US"/>
        </a:p>
      </dgm:t>
    </dgm:pt>
    <dgm:pt modelId="{82284DDF-60F5-4DEF-9502-7D83E3DE78D4}" type="pres">
      <dgm:prSet presAssocID="{28C1265D-2DA8-44A9-BC16-5FDC2532AFB4}" presName="root" presStyleCnt="0">
        <dgm:presLayoutVars>
          <dgm:dir/>
          <dgm:resizeHandles val="exact"/>
        </dgm:presLayoutVars>
      </dgm:prSet>
      <dgm:spPr/>
    </dgm:pt>
    <dgm:pt modelId="{A97FD80B-C5B5-4771-97F3-778831F55D05}" type="pres">
      <dgm:prSet presAssocID="{28C1265D-2DA8-44A9-BC16-5FDC2532AFB4}" presName="container" presStyleCnt="0">
        <dgm:presLayoutVars>
          <dgm:dir/>
          <dgm:resizeHandles val="exact"/>
        </dgm:presLayoutVars>
      </dgm:prSet>
      <dgm:spPr/>
    </dgm:pt>
    <dgm:pt modelId="{7763FF61-F58C-441D-867A-A9664F31D7DD}" type="pres">
      <dgm:prSet presAssocID="{874E37FC-C65C-475E-BBB4-268077A32906}" presName="compNode" presStyleCnt="0"/>
      <dgm:spPr/>
    </dgm:pt>
    <dgm:pt modelId="{6380A341-068C-4C83-8693-3B37E63E341A}" type="pres">
      <dgm:prSet presAssocID="{874E37FC-C65C-475E-BBB4-268077A32906}" presName="iconBgRect" presStyleLbl="bgShp" presStyleIdx="0" presStyleCnt="4"/>
      <dgm:spPr/>
    </dgm:pt>
    <dgm:pt modelId="{65F13B4B-54CA-4D61-B6E5-F497E63B9C30}" type="pres">
      <dgm:prSet presAssocID="{874E37FC-C65C-475E-BBB4-268077A3290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4EC926C-B846-4667-BE13-EF1BAAFC77B0}" type="pres">
      <dgm:prSet presAssocID="{874E37FC-C65C-475E-BBB4-268077A32906}" presName="spaceRect" presStyleCnt="0"/>
      <dgm:spPr/>
    </dgm:pt>
    <dgm:pt modelId="{C44B9DF5-CF8F-4503-AED4-EA745AB2D60B}" type="pres">
      <dgm:prSet presAssocID="{874E37FC-C65C-475E-BBB4-268077A32906}" presName="textRect" presStyleLbl="revTx" presStyleIdx="0" presStyleCnt="4">
        <dgm:presLayoutVars>
          <dgm:chMax val="1"/>
          <dgm:chPref val="1"/>
        </dgm:presLayoutVars>
      </dgm:prSet>
      <dgm:spPr/>
    </dgm:pt>
    <dgm:pt modelId="{A3A86875-F6FF-4235-B6FF-FDEEB3004556}" type="pres">
      <dgm:prSet presAssocID="{F7B1BB52-6B8F-4564-BF6A-1608006DB450}" presName="sibTrans" presStyleLbl="sibTrans2D1" presStyleIdx="0" presStyleCnt="0"/>
      <dgm:spPr/>
    </dgm:pt>
    <dgm:pt modelId="{CCBB48BA-B43D-4C9E-8392-23733D480637}" type="pres">
      <dgm:prSet presAssocID="{64FBCF50-FE60-49A0-B1AF-A8C58A55C8F3}" presName="compNode" presStyleCnt="0"/>
      <dgm:spPr/>
    </dgm:pt>
    <dgm:pt modelId="{515B69D1-683B-4EE8-8B20-7AA763999F1A}" type="pres">
      <dgm:prSet presAssocID="{64FBCF50-FE60-49A0-B1AF-A8C58A55C8F3}" presName="iconBgRect" presStyleLbl="bgShp" presStyleIdx="1" presStyleCnt="4"/>
      <dgm:spPr/>
    </dgm:pt>
    <dgm:pt modelId="{9462A395-A79E-4B23-A135-564EFA7754F8}" type="pres">
      <dgm:prSet presAssocID="{64FBCF50-FE60-49A0-B1AF-A8C58A55C8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356E1C2-A2F1-46C3-98F3-6E67CFC884CD}" type="pres">
      <dgm:prSet presAssocID="{64FBCF50-FE60-49A0-B1AF-A8C58A55C8F3}" presName="spaceRect" presStyleCnt="0"/>
      <dgm:spPr/>
    </dgm:pt>
    <dgm:pt modelId="{15BCD28A-F969-41B3-BD87-D316EC4C87AA}" type="pres">
      <dgm:prSet presAssocID="{64FBCF50-FE60-49A0-B1AF-A8C58A55C8F3}" presName="textRect" presStyleLbl="revTx" presStyleIdx="1" presStyleCnt="4">
        <dgm:presLayoutVars>
          <dgm:chMax val="1"/>
          <dgm:chPref val="1"/>
        </dgm:presLayoutVars>
      </dgm:prSet>
      <dgm:spPr/>
    </dgm:pt>
    <dgm:pt modelId="{27A847DC-A644-407B-AB45-55C9199BE37F}" type="pres">
      <dgm:prSet presAssocID="{F2653D58-7D44-4A44-A3C0-452809A06C8C}" presName="sibTrans" presStyleLbl="sibTrans2D1" presStyleIdx="0" presStyleCnt="0"/>
      <dgm:spPr/>
    </dgm:pt>
    <dgm:pt modelId="{9A21FAA1-5D91-4786-9A05-38CC4C70C3F0}" type="pres">
      <dgm:prSet presAssocID="{96F44FCE-6855-4666-8D45-D2E654A731EF}" presName="compNode" presStyleCnt="0"/>
      <dgm:spPr/>
    </dgm:pt>
    <dgm:pt modelId="{F075B81E-139E-43FD-A1BA-EFFDFA6ED90D}" type="pres">
      <dgm:prSet presAssocID="{96F44FCE-6855-4666-8D45-D2E654A731EF}" presName="iconBgRect" presStyleLbl="bgShp" presStyleIdx="2" presStyleCnt="4"/>
      <dgm:spPr/>
    </dgm:pt>
    <dgm:pt modelId="{8AE80352-5115-41B4-9392-FCC529D996E7}" type="pres">
      <dgm:prSet presAssocID="{96F44FCE-6855-4666-8D45-D2E654A731E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22BFD11-8268-42BD-B919-434BBD320C03}" type="pres">
      <dgm:prSet presAssocID="{96F44FCE-6855-4666-8D45-D2E654A731EF}" presName="spaceRect" presStyleCnt="0"/>
      <dgm:spPr/>
    </dgm:pt>
    <dgm:pt modelId="{ADB71B74-5D17-4205-96A8-C77EEB6FDFFE}" type="pres">
      <dgm:prSet presAssocID="{96F44FCE-6855-4666-8D45-D2E654A731EF}" presName="textRect" presStyleLbl="revTx" presStyleIdx="2" presStyleCnt="4">
        <dgm:presLayoutVars>
          <dgm:chMax val="1"/>
          <dgm:chPref val="1"/>
        </dgm:presLayoutVars>
      </dgm:prSet>
      <dgm:spPr/>
    </dgm:pt>
    <dgm:pt modelId="{41199E18-DE74-4EEC-8684-372529426ACA}" type="pres">
      <dgm:prSet presAssocID="{A2984B5B-C48C-443D-8E8E-F0C14A4A5D50}" presName="sibTrans" presStyleLbl="sibTrans2D1" presStyleIdx="0" presStyleCnt="0"/>
      <dgm:spPr/>
    </dgm:pt>
    <dgm:pt modelId="{225AD30F-ED08-47FC-B9B8-CD7DADE29A43}" type="pres">
      <dgm:prSet presAssocID="{CB06A309-6A73-428F-A639-DDCBE03E973E}" presName="compNode" presStyleCnt="0"/>
      <dgm:spPr/>
    </dgm:pt>
    <dgm:pt modelId="{AB225DF4-16A7-4CE2-993F-AB687B649ABF}" type="pres">
      <dgm:prSet presAssocID="{CB06A309-6A73-428F-A639-DDCBE03E973E}" presName="iconBgRect" presStyleLbl="bgShp" presStyleIdx="3" presStyleCnt="4"/>
      <dgm:spPr/>
    </dgm:pt>
    <dgm:pt modelId="{50CDA6A8-B4F0-4F86-96EA-968B864E9A9C}" type="pres">
      <dgm:prSet presAssocID="{CB06A309-6A73-428F-A639-DDCBE03E973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28079EA9-F82A-496B-B0E7-E94C4B3D73ED}" type="pres">
      <dgm:prSet presAssocID="{CB06A309-6A73-428F-A639-DDCBE03E973E}" presName="spaceRect" presStyleCnt="0"/>
      <dgm:spPr/>
    </dgm:pt>
    <dgm:pt modelId="{F065826B-9C4A-4E4E-BBA3-446120AE3BE0}" type="pres">
      <dgm:prSet presAssocID="{CB06A309-6A73-428F-A639-DDCBE03E973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3F9CE01-E023-4FB5-96CD-36546285614B}" type="presOf" srcId="{F2653D58-7D44-4A44-A3C0-452809A06C8C}" destId="{27A847DC-A644-407B-AB45-55C9199BE37F}" srcOrd="0" destOrd="0" presId="urn:microsoft.com/office/officeart/2018/2/layout/IconCircleList"/>
    <dgm:cxn modelId="{1ECAB305-5116-4E15-B782-92DE59A9B2F9}" type="presOf" srcId="{64FBCF50-FE60-49A0-B1AF-A8C58A55C8F3}" destId="{15BCD28A-F969-41B3-BD87-D316EC4C87AA}" srcOrd="0" destOrd="0" presId="urn:microsoft.com/office/officeart/2018/2/layout/IconCircleList"/>
    <dgm:cxn modelId="{CFA0BF3C-CF9D-4F3D-8AFB-161BBEB63D13}" type="presOf" srcId="{96F44FCE-6855-4666-8D45-D2E654A731EF}" destId="{ADB71B74-5D17-4205-96A8-C77EEB6FDFFE}" srcOrd="0" destOrd="0" presId="urn:microsoft.com/office/officeart/2018/2/layout/IconCircleList"/>
    <dgm:cxn modelId="{E6F9F43E-882F-47A5-B914-BA431F0E160B}" type="presOf" srcId="{A2984B5B-C48C-443D-8E8E-F0C14A4A5D50}" destId="{41199E18-DE74-4EEC-8684-372529426ACA}" srcOrd="0" destOrd="0" presId="urn:microsoft.com/office/officeart/2018/2/layout/IconCircleList"/>
    <dgm:cxn modelId="{29BA7665-BD11-470E-9725-CFB82AFD856D}" srcId="{28C1265D-2DA8-44A9-BC16-5FDC2532AFB4}" destId="{96F44FCE-6855-4666-8D45-D2E654A731EF}" srcOrd="2" destOrd="0" parTransId="{F4823D5B-DB2D-4A15-B8BA-04CA3A349044}" sibTransId="{A2984B5B-C48C-443D-8E8E-F0C14A4A5D50}"/>
    <dgm:cxn modelId="{597C7A89-B289-4BC1-872B-78BF399C7156}" srcId="{28C1265D-2DA8-44A9-BC16-5FDC2532AFB4}" destId="{CB06A309-6A73-428F-A639-DDCBE03E973E}" srcOrd="3" destOrd="0" parTransId="{7BE20286-9B43-40A6-B3AC-B1E67E66D5BD}" sibTransId="{549829DC-FCAD-4C16-89F6-C981B390A176}"/>
    <dgm:cxn modelId="{2615819B-9254-4502-AE84-20D183CF3154}" srcId="{28C1265D-2DA8-44A9-BC16-5FDC2532AFB4}" destId="{64FBCF50-FE60-49A0-B1AF-A8C58A55C8F3}" srcOrd="1" destOrd="0" parTransId="{63354288-5935-41BC-B112-98D6F4438822}" sibTransId="{F2653D58-7D44-4A44-A3C0-452809A06C8C}"/>
    <dgm:cxn modelId="{48A972B4-B991-4EB6-856D-B9C9638752E4}" srcId="{28C1265D-2DA8-44A9-BC16-5FDC2532AFB4}" destId="{874E37FC-C65C-475E-BBB4-268077A32906}" srcOrd="0" destOrd="0" parTransId="{577B2F72-BA21-46AE-8FDE-B06369DE859B}" sibTransId="{F7B1BB52-6B8F-4564-BF6A-1608006DB450}"/>
    <dgm:cxn modelId="{EBE07AB5-2AF6-4F2F-9E2A-DE47F18514F3}" type="presOf" srcId="{28C1265D-2DA8-44A9-BC16-5FDC2532AFB4}" destId="{82284DDF-60F5-4DEF-9502-7D83E3DE78D4}" srcOrd="0" destOrd="0" presId="urn:microsoft.com/office/officeart/2018/2/layout/IconCircleList"/>
    <dgm:cxn modelId="{5D595EC6-2E56-4757-9EE7-55EA174C4446}" type="presOf" srcId="{CB06A309-6A73-428F-A639-DDCBE03E973E}" destId="{F065826B-9C4A-4E4E-BBA3-446120AE3BE0}" srcOrd="0" destOrd="0" presId="urn:microsoft.com/office/officeart/2018/2/layout/IconCircleList"/>
    <dgm:cxn modelId="{0A6A28C8-92C1-4C87-AA9D-C10A32C86955}" type="presOf" srcId="{F7B1BB52-6B8F-4564-BF6A-1608006DB450}" destId="{A3A86875-F6FF-4235-B6FF-FDEEB3004556}" srcOrd="0" destOrd="0" presId="urn:microsoft.com/office/officeart/2018/2/layout/IconCircleList"/>
    <dgm:cxn modelId="{993C92CD-936C-4D2C-9382-B55E9BA38B90}" type="presOf" srcId="{874E37FC-C65C-475E-BBB4-268077A32906}" destId="{C44B9DF5-CF8F-4503-AED4-EA745AB2D60B}" srcOrd="0" destOrd="0" presId="urn:microsoft.com/office/officeart/2018/2/layout/IconCircleList"/>
    <dgm:cxn modelId="{64E01E07-F72C-4C61-9229-2E0C93E6CE6A}" type="presParOf" srcId="{82284DDF-60F5-4DEF-9502-7D83E3DE78D4}" destId="{A97FD80B-C5B5-4771-97F3-778831F55D05}" srcOrd="0" destOrd="0" presId="urn:microsoft.com/office/officeart/2018/2/layout/IconCircleList"/>
    <dgm:cxn modelId="{044B5A08-7EEC-4C53-9072-56EC60D3FC33}" type="presParOf" srcId="{A97FD80B-C5B5-4771-97F3-778831F55D05}" destId="{7763FF61-F58C-441D-867A-A9664F31D7DD}" srcOrd="0" destOrd="0" presId="urn:microsoft.com/office/officeart/2018/2/layout/IconCircleList"/>
    <dgm:cxn modelId="{DAC7FDFA-82F0-4E56-AE80-C2D3B465D26C}" type="presParOf" srcId="{7763FF61-F58C-441D-867A-A9664F31D7DD}" destId="{6380A341-068C-4C83-8693-3B37E63E341A}" srcOrd="0" destOrd="0" presId="urn:microsoft.com/office/officeart/2018/2/layout/IconCircleList"/>
    <dgm:cxn modelId="{9DAA03A5-4A80-4E0C-AA76-CE5F6793355F}" type="presParOf" srcId="{7763FF61-F58C-441D-867A-A9664F31D7DD}" destId="{65F13B4B-54CA-4D61-B6E5-F497E63B9C30}" srcOrd="1" destOrd="0" presId="urn:microsoft.com/office/officeart/2018/2/layout/IconCircleList"/>
    <dgm:cxn modelId="{505323FE-25F5-4FF5-B83E-97CF3FEF8B40}" type="presParOf" srcId="{7763FF61-F58C-441D-867A-A9664F31D7DD}" destId="{E4EC926C-B846-4667-BE13-EF1BAAFC77B0}" srcOrd="2" destOrd="0" presId="urn:microsoft.com/office/officeart/2018/2/layout/IconCircleList"/>
    <dgm:cxn modelId="{C28DC9DD-98C7-4D8E-8BF7-6C4D5C03A734}" type="presParOf" srcId="{7763FF61-F58C-441D-867A-A9664F31D7DD}" destId="{C44B9DF5-CF8F-4503-AED4-EA745AB2D60B}" srcOrd="3" destOrd="0" presId="urn:microsoft.com/office/officeart/2018/2/layout/IconCircleList"/>
    <dgm:cxn modelId="{FB20A708-1069-4AB3-9F8D-55E37B447B6E}" type="presParOf" srcId="{A97FD80B-C5B5-4771-97F3-778831F55D05}" destId="{A3A86875-F6FF-4235-B6FF-FDEEB3004556}" srcOrd="1" destOrd="0" presId="urn:microsoft.com/office/officeart/2018/2/layout/IconCircleList"/>
    <dgm:cxn modelId="{48061B96-E2E3-4361-A2C5-E6B448E6CAD3}" type="presParOf" srcId="{A97FD80B-C5B5-4771-97F3-778831F55D05}" destId="{CCBB48BA-B43D-4C9E-8392-23733D480637}" srcOrd="2" destOrd="0" presId="urn:microsoft.com/office/officeart/2018/2/layout/IconCircleList"/>
    <dgm:cxn modelId="{11B9628B-D590-49B7-A78B-C0E27D883B1F}" type="presParOf" srcId="{CCBB48BA-B43D-4C9E-8392-23733D480637}" destId="{515B69D1-683B-4EE8-8B20-7AA763999F1A}" srcOrd="0" destOrd="0" presId="urn:microsoft.com/office/officeart/2018/2/layout/IconCircleList"/>
    <dgm:cxn modelId="{E11605FF-79ED-46C0-9C3E-4DE9B3431876}" type="presParOf" srcId="{CCBB48BA-B43D-4C9E-8392-23733D480637}" destId="{9462A395-A79E-4B23-A135-564EFA7754F8}" srcOrd="1" destOrd="0" presId="urn:microsoft.com/office/officeart/2018/2/layout/IconCircleList"/>
    <dgm:cxn modelId="{513E1154-E466-4DF0-8EB9-02732889BF4D}" type="presParOf" srcId="{CCBB48BA-B43D-4C9E-8392-23733D480637}" destId="{9356E1C2-A2F1-46C3-98F3-6E67CFC884CD}" srcOrd="2" destOrd="0" presId="urn:microsoft.com/office/officeart/2018/2/layout/IconCircleList"/>
    <dgm:cxn modelId="{E3122725-4074-4B8E-BE98-ECEA978EA5E2}" type="presParOf" srcId="{CCBB48BA-B43D-4C9E-8392-23733D480637}" destId="{15BCD28A-F969-41B3-BD87-D316EC4C87AA}" srcOrd="3" destOrd="0" presId="urn:microsoft.com/office/officeart/2018/2/layout/IconCircleList"/>
    <dgm:cxn modelId="{B850357C-D2E9-43BD-9A33-E9B9391F116C}" type="presParOf" srcId="{A97FD80B-C5B5-4771-97F3-778831F55D05}" destId="{27A847DC-A644-407B-AB45-55C9199BE37F}" srcOrd="3" destOrd="0" presId="urn:microsoft.com/office/officeart/2018/2/layout/IconCircleList"/>
    <dgm:cxn modelId="{43E2877F-3FCB-441D-BBC2-A42432AAE40D}" type="presParOf" srcId="{A97FD80B-C5B5-4771-97F3-778831F55D05}" destId="{9A21FAA1-5D91-4786-9A05-38CC4C70C3F0}" srcOrd="4" destOrd="0" presId="urn:microsoft.com/office/officeart/2018/2/layout/IconCircleList"/>
    <dgm:cxn modelId="{D0606284-5C7F-42E5-A4C9-8DDE84896F01}" type="presParOf" srcId="{9A21FAA1-5D91-4786-9A05-38CC4C70C3F0}" destId="{F075B81E-139E-43FD-A1BA-EFFDFA6ED90D}" srcOrd="0" destOrd="0" presId="urn:microsoft.com/office/officeart/2018/2/layout/IconCircleList"/>
    <dgm:cxn modelId="{820EE648-8E8E-4440-9BB2-7B4F23D66377}" type="presParOf" srcId="{9A21FAA1-5D91-4786-9A05-38CC4C70C3F0}" destId="{8AE80352-5115-41B4-9392-FCC529D996E7}" srcOrd="1" destOrd="0" presId="urn:microsoft.com/office/officeart/2018/2/layout/IconCircleList"/>
    <dgm:cxn modelId="{820A5D7B-91A0-4C13-A135-E00D795B8F0E}" type="presParOf" srcId="{9A21FAA1-5D91-4786-9A05-38CC4C70C3F0}" destId="{E22BFD11-8268-42BD-B919-434BBD320C03}" srcOrd="2" destOrd="0" presId="urn:microsoft.com/office/officeart/2018/2/layout/IconCircleList"/>
    <dgm:cxn modelId="{7EAF8826-8342-4693-97EA-9EDC8099BDE7}" type="presParOf" srcId="{9A21FAA1-5D91-4786-9A05-38CC4C70C3F0}" destId="{ADB71B74-5D17-4205-96A8-C77EEB6FDFFE}" srcOrd="3" destOrd="0" presId="urn:microsoft.com/office/officeart/2018/2/layout/IconCircleList"/>
    <dgm:cxn modelId="{E7994FF4-5664-4637-841B-2232E7114A65}" type="presParOf" srcId="{A97FD80B-C5B5-4771-97F3-778831F55D05}" destId="{41199E18-DE74-4EEC-8684-372529426ACA}" srcOrd="5" destOrd="0" presId="urn:microsoft.com/office/officeart/2018/2/layout/IconCircleList"/>
    <dgm:cxn modelId="{9736EADC-0118-4284-8F4A-79A69C54EA27}" type="presParOf" srcId="{A97FD80B-C5B5-4771-97F3-778831F55D05}" destId="{225AD30F-ED08-47FC-B9B8-CD7DADE29A43}" srcOrd="6" destOrd="0" presId="urn:microsoft.com/office/officeart/2018/2/layout/IconCircleList"/>
    <dgm:cxn modelId="{ECF23AB1-390D-4B72-8CEA-26D9C35DA64E}" type="presParOf" srcId="{225AD30F-ED08-47FC-B9B8-CD7DADE29A43}" destId="{AB225DF4-16A7-4CE2-993F-AB687B649ABF}" srcOrd="0" destOrd="0" presId="urn:microsoft.com/office/officeart/2018/2/layout/IconCircleList"/>
    <dgm:cxn modelId="{E58103AA-A070-4149-8ED1-91C017DB952B}" type="presParOf" srcId="{225AD30F-ED08-47FC-B9B8-CD7DADE29A43}" destId="{50CDA6A8-B4F0-4F86-96EA-968B864E9A9C}" srcOrd="1" destOrd="0" presId="urn:microsoft.com/office/officeart/2018/2/layout/IconCircleList"/>
    <dgm:cxn modelId="{89F16E22-20B2-40BE-8EC0-9BBC076C9819}" type="presParOf" srcId="{225AD30F-ED08-47FC-B9B8-CD7DADE29A43}" destId="{28079EA9-F82A-496B-B0E7-E94C4B3D73ED}" srcOrd="2" destOrd="0" presId="urn:microsoft.com/office/officeart/2018/2/layout/IconCircleList"/>
    <dgm:cxn modelId="{3996BABD-1544-4E9F-AF15-C636ED79448E}" type="presParOf" srcId="{225AD30F-ED08-47FC-B9B8-CD7DADE29A43}" destId="{F065826B-9C4A-4E4E-BBA3-446120AE3B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A1DE84-E7B3-4899-ABF7-A69D5F6A07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3E02AD-68C8-47D1-8581-844AC142467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Nondeterministic (Random) Wallets</a:t>
          </a:r>
          <a:endParaRPr lang="en-US"/>
        </a:p>
      </dgm:t>
    </dgm:pt>
    <dgm:pt modelId="{16833D5E-3D20-458C-8624-AFB2ED80C016}" type="parTrans" cxnId="{0C99E330-1178-4D39-88BE-EE56119617A8}">
      <dgm:prSet/>
      <dgm:spPr/>
      <dgm:t>
        <a:bodyPr/>
        <a:lstStyle/>
        <a:p>
          <a:endParaRPr lang="en-US"/>
        </a:p>
      </dgm:t>
    </dgm:pt>
    <dgm:pt modelId="{6477346F-CCD6-4EA3-B623-8E57D67C8521}" type="sibTrans" cxnId="{0C99E330-1178-4D39-88BE-EE56119617A8}">
      <dgm:prSet/>
      <dgm:spPr/>
      <dgm:t>
        <a:bodyPr/>
        <a:lstStyle/>
        <a:p>
          <a:endParaRPr lang="en-US"/>
        </a:p>
      </dgm:t>
    </dgm:pt>
    <dgm:pt modelId="{FD125B4C-5833-43D4-8EEC-55D5CC03B2A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Deterministic (Seeded) Wallets</a:t>
          </a:r>
          <a:endParaRPr lang="en-US"/>
        </a:p>
      </dgm:t>
    </dgm:pt>
    <dgm:pt modelId="{48B7EC60-F639-4131-A362-7FBD46723854}" type="parTrans" cxnId="{CD1323FA-C653-43CE-B4EA-DCDC2DD1E3CE}">
      <dgm:prSet/>
      <dgm:spPr/>
      <dgm:t>
        <a:bodyPr/>
        <a:lstStyle/>
        <a:p>
          <a:endParaRPr lang="en-US"/>
        </a:p>
      </dgm:t>
    </dgm:pt>
    <dgm:pt modelId="{B94EFFB7-25CC-4B47-8B24-475E1B3621EB}" type="sibTrans" cxnId="{CD1323FA-C653-43CE-B4EA-DCDC2DD1E3CE}">
      <dgm:prSet/>
      <dgm:spPr/>
      <dgm:t>
        <a:bodyPr/>
        <a:lstStyle/>
        <a:p>
          <a:endParaRPr lang="en-US"/>
        </a:p>
      </dgm:t>
    </dgm:pt>
    <dgm:pt modelId="{977676E5-2A45-4C0E-9BC7-7D48667F951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HD Wallets (BIP-32/BIP-44)</a:t>
          </a:r>
          <a:endParaRPr lang="en-US"/>
        </a:p>
      </dgm:t>
    </dgm:pt>
    <dgm:pt modelId="{F37722A8-0C55-49E9-A2AA-28311FB15254}" type="parTrans" cxnId="{E5086013-BA11-40B5-9CFD-3CBD5C222CF0}">
      <dgm:prSet/>
      <dgm:spPr/>
      <dgm:t>
        <a:bodyPr/>
        <a:lstStyle/>
        <a:p>
          <a:endParaRPr lang="en-US"/>
        </a:p>
      </dgm:t>
    </dgm:pt>
    <dgm:pt modelId="{03E2E900-7B87-4A30-8EC8-CFBCF3381347}" type="sibTrans" cxnId="{E5086013-BA11-40B5-9CFD-3CBD5C222CF0}">
      <dgm:prSet/>
      <dgm:spPr/>
      <dgm:t>
        <a:bodyPr/>
        <a:lstStyle/>
        <a:p>
          <a:endParaRPr lang="en-US"/>
        </a:p>
      </dgm:t>
    </dgm:pt>
    <dgm:pt modelId="{65C940DF-D226-4E87-94DD-D26127B77F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Seeds and Mnemonic Codes (BIP-39)</a:t>
          </a:r>
        </a:p>
      </dgm:t>
    </dgm:pt>
    <dgm:pt modelId="{8DAE6E51-C172-4649-908B-265F30822D46}" type="parTrans" cxnId="{D9A88B44-C932-40CE-8EAB-778F6253F4E9}">
      <dgm:prSet/>
      <dgm:spPr/>
      <dgm:t>
        <a:bodyPr/>
        <a:lstStyle/>
        <a:p>
          <a:endParaRPr lang="en-US"/>
        </a:p>
      </dgm:t>
    </dgm:pt>
    <dgm:pt modelId="{5414025A-679F-4A16-8644-828AD306EC6A}" type="sibTrans" cxnId="{D9A88B44-C932-40CE-8EAB-778F6253F4E9}">
      <dgm:prSet/>
      <dgm:spPr/>
      <dgm:t>
        <a:bodyPr/>
        <a:lstStyle/>
        <a:p>
          <a:endParaRPr lang="en-US"/>
        </a:p>
      </dgm:t>
    </dgm:pt>
    <dgm:pt modelId="{204D4347-8930-4C2B-A4BF-407DCB23937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Wallet Best Practices</a:t>
          </a:r>
          <a:endParaRPr lang="en-US"/>
        </a:p>
      </dgm:t>
    </dgm:pt>
    <dgm:pt modelId="{51DEB98A-E361-408F-806F-2E1B2065982C}" type="parTrans" cxnId="{ADF192AD-6B6B-4EA4-A088-8C390E8E3524}">
      <dgm:prSet/>
      <dgm:spPr/>
      <dgm:t>
        <a:bodyPr/>
        <a:lstStyle/>
        <a:p>
          <a:endParaRPr lang="en-US"/>
        </a:p>
      </dgm:t>
    </dgm:pt>
    <dgm:pt modelId="{2A7D7E07-D32D-47EC-98A5-E007D9F95494}" type="sibTrans" cxnId="{ADF192AD-6B6B-4EA4-A088-8C390E8E3524}">
      <dgm:prSet/>
      <dgm:spPr/>
      <dgm:t>
        <a:bodyPr/>
        <a:lstStyle/>
        <a:p>
          <a:endParaRPr lang="en-US"/>
        </a:p>
      </dgm:t>
    </dgm:pt>
    <dgm:pt modelId="{AA13936D-FB59-44EC-8E7C-7C6483FC3D9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Using a Bitcoin Wallet</a:t>
          </a:r>
          <a:endParaRPr lang="en-US"/>
        </a:p>
      </dgm:t>
    </dgm:pt>
    <dgm:pt modelId="{CBB6181A-6279-48D6-AE10-0B817F5D91D8}" type="parTrans" cxnId="{B67C89F7-0D75-43C3-8FEA-B9C4C70F7A19}">
      <dgm:prSet/>
      <dgm:spPr/>
      <dgm:t>
        <a:bodyPr/>
        <a:lstStyle/>
        <a:p>
          <a:endParaRPr lang="en-US"/>
        </a:p>
      </dgm:t>
    </dgm:pt>
    <dgm:pt modelId="{CE567042-0F1A-4A54-B501-27B1892EA003}" type="sibTrans" cxnId="{B67C89F7-0D75-43C3-8FEA-B9C4C70F7A19}">
      <dgm:prSet/>
      <dgm:spPr/>
      <dgm:t>
        <a:bodyPr/>
        <a:lstStyle/>
        <a:p>
          <a:endParaRPr lang="en-US"/>
        </a:p>
      </dgm:t>
    </dgm:pt>
    <dgm:pt modelId="{AF9310CA-9308-4C3C-A3F4-E720D5AE56E9}" type="pres">
      <dgm:prSet presAssocID="{FAA1DE84-E7B3-4899-ABF7-A69D5F6A0743}" presName="root" presStyleCnt="0">
        <dgm:presLayoutVars>
          <dgm:dir/>
          <dgm:resizeHandles val="exact"/>
        </dgm:presLayoutVars>
      </dgm:prSet>
      <dgm:spPr/>
    </dgm:pt>
    <dgm:pt modelId="{566EAB75-9481-4E74-9ED8-3395E2B861E1}" type="pres">
      <dgm:prSet presAssocID="{BA3E02AD-68C8-47D1-8581-844AC142467C}" presName="compNode" presStyleCnt="0"/>
      <dgm:spPr/>
    </dgm:pt>
    <dgm:pt modelId="{AA92CBA6-6197-4ADC-854E-18DBCD133EF2}" type="pres">
      <dgm:prSet presAssocID="{BA3E02AD-68C8-47D1-8581-844AC142467C}" presName="bgRect" presStyleLbl="bgShp" presStyleIdx="0" presStyleCnt="6"/>
      <dgm:spPr/>
    </dgm:pt>
    <dgm:pt modelId="{E8C115AB-EEFF-4281-BC46-93102714FA75}" type="pres">
      <dgm:prSet presAssocID="{BA3E02AD-68C8-47D1-8581-844AC142467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FAA1D64-0CB4-4687-9DB7-DA3248F122FA}" type="pres">
      <dgm:prSet presAssocID="{BA3E02AD-68C8-47D1-8581-844AC142467C}" presName="spaceRect" presStyleCnt="0"/>
      <dgm:spPr/>
    </dgm:pt>
    <dgm:pt modelId="{A713DD69-E40C-4A99-8449-CB932CEABD92}" type="pres">
      <dgm:prSet presAssocID="{BA3E02AD-68C8-47D1-8581-844AC142467C}" presName="parTx" presStyleLbl="revTx" presStyleIdx="0" presStyleCnt="6">
        <dgm:presLayoutVars>
          <dgm:chMax val="0"/>
          <dgm:chPref val="0"/>
        </dgm:presLayoutVars>
      </dgm:prSet>
      <dgm:spPr/>
    </dgm:pt>
    <dgm:pt modelId="{F6C05EEC-FC6E-41D2-A48D-BA308BC1FCF3}" type="pres">
      <dgm:prSet presAssocID="{6477346F-CCD6-4EA3-B623-8E57D67C8521}" presName="sibTrans" presStyleCnt="0"/>
      <dgm:spPr/>
    </dgm:pt>
    <dgm:pt modelId="{037D41A6-58CE-42BD-B7C1-AE5C9B3FFA9D}" type="pres">
      <dgm:prSet presAssocID="{FD125B4C-5833-43D4-8EEC-55D5CC03B2A8}" presName="compNode" presStyleCnt="0"/>
      <dgm:spPr/>
    </dgm:pt>
    <dgm:pt modelId="{36E737EF-9EC5-4F54-91BC-6065E1A17AD8}" type="pres">
      <dgm:prSet presAssocID="{FD125B4C-5833-43D4-8EEC-55D5CC03B2A8}" presName="bgRect" presStyleLbl="bgShp" presStyleIdx="1" presStyleCnt="6"/>
      <dgm:spPr/>
    </dgm:pt>
    <dgm:pt modelId="{2C08384D-73DB-4F1E-BF7D-F9A44E33D02A}" type="pres">
      <dgm:prSet presAssocID="{FD125B4C-5833-43D4-8EEC-55D5CC03B2A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1DD31EE-8B4A-4EC6-AF73-06459CB599B8}" type="pres">
      <dgm:prSet presAssocID="{FD125B4C-5833-43D4-8EEC-55D5CC03B2A8}" presName="spaceRect" presStyleCnt="0"/>
      <dgm:spPr/>
    </dgm:pt>
    <dgm:pt modelId="{C9737FF0-428B-4A17-A2EB-4842E8221C15}" type="pres">
      <dgm:prSet presAssocID="{FD125B4C-5833-43D4-8EEC-55D5CC03B2A8}" presName="parTx" presStyleLbl="revTx" presStyleIdx="1" presStyleCnt="6">
        <dgm:presLayoutVars>
          <dgm:chMax val="0"/>
          <dgm:chPref val="0"/>
        </dgm:presLayoutVars>
      </dgm:prSet>
      <dgm:spPr/>
    </dgm:pt>
    <dgm:pt modelId="{6386378C-CA5E-4690-AB87-72B38371CCE7}" type="pres">
      <dgm:prSet presAssocID="{B94EFFB7-25CC-4B47-8B24-475E1B3621EB}" presName="sibTrans" presStyleCnt="0"/>
      <dgm:spPr/>
    </dgm:pt>
    <dgm:pt modelId="{D539F5EB-8A44-41DD-A575-94B09BE28C01}" type="pres">
      <dgm:prSet presAssocID="{977676E5-2A45-4C0E-9BC7-7D48667F9511}" presName="compNode" presStyleCnt="0"/>
      <dgm:spPr/>
    </dgm:pt>
    <dgm:pt modelId="{A8556847-F684-41A6-BD67-8FF777EF3CAA}" type="pres">
      <dgm:prSet presAssocID="{977676E5-2A45-4C0E-9BC7-7D48667F9511}" presName="bgRect" presStyleLbl="bgShp" presStyleIdx="2" presStyleCnt="6"/>
      <dgm:spPr/>
    </dgm:pt>
    <dgm:pt modelId="{47BD7A21-C098-4AE3-9101-83B6EC753F69}" type="pres">
      <dgm:prSet presAssocID="{977676E5-2A45-4C0E-9BC7-7D48667F951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340C4F91-706A-4330-A416-A76143DBF53C}" type="pres">
      <dgm:prSet presAssocID="{977676E5-2A45-4C0E-9BC7-7D48667F9511}" presName="spaceRect" presStyleCnt="0"/>
      <dgm:spPr/>
    </dgm:pt>
    <dgm:pt modelId="{2395FE7F-57F8-433B-B9E3-F7E51796027E}" type="pres">
      <dgm:prSet presAssocID="{977676E5-2A45-4C0E-9BC7-7D48667F9511}" presName="parTx" presStyleLbl="revTx" presStyleIdx="2" presStyleCnt="6">
        <dgm:presLayoutVars>
          <dgm:chMax val="0"/>
          <dgm:chPref val="0"/>
        </dgm:presLayoutVars>
      </dgm:prSet>
      <dgm:spPr/>
    </dgm:pt>
    <dgm:pt modelId="{534F02D2-6DBF-45A4-AC33-EB18ED32602F}" type="pres">
      <dgm:prSet presAssocID="{03E2E900-7B87-4A30-8EC8-CFBCF3381347}" presName="sibTrans" presStyleCnt="0"/>
      <dgm:spPr/>
    </dgm:pt>
    <dgm:pt modelId="{E7B70FA1-468C-4F6C-BB17-FE8E1FF3AD01}" type="pres">
      <dgm:prSet presAssocID="{65C940DF-D226-4E87-94DD-D26127B77F39}" presName="compNode" presStyleCnt="0"/>
      <dgm:spPr/>
    </dgm:pt>
    <dgm:pt modelId="{E37CDCF0-234F-463E-8182-EF6FE783DB5F}" type="pres">
      <dgm:prSet presAssocID="{65C940DF-D226-4E87-94DD-D26127B77F39}" presName="bgRect" presStyleLbl="bgShp" presStyleIdx="3" presStyleCnt="6"/>
      <dgm:spPr/>
    </dgm:pt>
    <dgm:pt modelId="{D88722D1-3C83-4D8D-947F-47A1B2FDC384}" type="pres">
      <dgm:prSet presAssocID="{65C940DF-D226-4E87-94DD-D26127B77F3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368D4F3D-8FB2-41C3-AF2A-72BD761959A3}" type="pres">
      <dgm:prSet presAssocID="{65C940DF-D226-4E87-94DD-D26127B77F39}" presName="spaceRect" presStyleCnt="0"/>
      <dgm:spPr/>
    </dgm:pt>
    <dgm:pt modelId="{E037CD62-EFD2-4C5A-9B38-E0C757BE6BC8}" type="pres">
      <dgm:prSet presAssocID="{65C940DF-D226-4E87-94DD-D26127B77F39}" presName="parTx" presStyleLbl="revTx" presStyleIdx="3" presStyleCnt="6">
        <dgm:presLayoutVars>
          <dgm:chMax val="0"/>
          <dgm:chPref val="0"/>
        </dgm:presLayoutVars>
      </dgm:prSet>
      <dgm:spPr/>
    </dgm:pt>
    <dgm:pt modelId="{61018769-3DE0-45B8-87E8-1D836EB6516D}" type="pres">
      <dgm:prSet presAssocID="{5414025A-679F-4A16-8644-828AD306EC6A}" presName="sibTrans" presStyleCnt="0"/>
      <dgm:spPr/>
    </dgm:pt>
    <dgm:pt modelId="{87E207F2-5E7D-4008-B818-547EE912EB1A}" type="pres">
      <dgm:prSet presAssocID="{204D4347-8930-4C2B-A4BF-407DCB239372}" presName="compNode" presStyleCnt="0"/>
      <dgm:spPr/>
    </dgm:pt>
    <dgm:pt modelId="{1D6AA8F7-16D1-4CFE-8DE9-422EED3D6FE9}" type="pres">
      <dgm:prSet presAssocID="{204D4347-8930-4C2B-A4BF-407DCB239372}" presName="bgRect" presStyleLbl="bgShp" presStyleIdx="4" presStyleCnt="6"/>
      <dgm:spPr/>
    </dgm:pt>
    <dgm:pt modelId="{DDD48A8E-C724-40DF-A58B-0777932CAC61}" type="pres">
      <dgm:prSet presAssocID="{204D4347-8930-4C2B-A4BF-407DCB23937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39CB33A-4866-4BF0-9D5A-F6A53146BD7D}" type="pres">
      <dgm:prSet presAssocID="{204D4347-8930-4C2B-A4BF-407DCB239372}" presName="spaceRect" presStyleCnt="0"/>
      <dgm:spPr/>
    </dgm:pt>
    <dgm:pt modelId="{B182F623-A284-4E81-81FB-2F34E3DBDEC7}" type="pres">
      <dgm:prSet presAssocID="{204D4347-8930-4C2B-A4BF-407DCB239372}" presName="parTx" presStyleLbl="revTx" presStyleIdx="4" presStyleCnt="6">
        <dgm:presLayoutVars>
          <dgm:chMax val="0"/>
          <dgm:chPref val="0"/>
        </dgm:presLayoutVars>
      </dgm:prSet>
      <dgm:spPr/>
    </dgm:pt>
    <dgm:pt modelId="{0E740969-B650-41A2-B07B-CCDB18C1A93A}" type="pres">
      <dgm:prSet presAssocID="{2A7D7E07-D32D-47EC-98A5-E007D9F95494}" presName="sibTrans" presStyleCnt="0"/>
      <dgm:spPr/>
    </dgm:pt>
    <dgm:pt modelId="{EA124999-68AE-4EF1-B14C-F58B10010FED}" type="pres">
      <dgm:prSet presAssocID="{AA13936D-FB59-44EC-8E7C-7C6483FC3D9C}" presName="compNode" presStyleCnt="0"/>
      <dgm:spPr/>
    </dgm:pt>
    <dgm:pt modelId="{8075BA20-33C9-4224-9523-D90B39A011E6}" type="pres">
      <dgm:prSet presAssocID="{AA13936D-FB59-44EC-8E7C-7C6483FC3D9C}" presName="bgRect" presStyleLbl="bgShp" presStyleIdx="5" presStyleCnt="6"/>
      <dgm:spPr/>
    </dgm:pt>
    <dgm:pt modelId="{3E98897E-A8D5-444B-A5BC-9D93ACFA578F}" type="pres">
      <dgm:prSet presAssocID="{AA13936D-FB59-44EC-8E7C-7C6483FC3D9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3E10902E-3306-44C9-8DBA-BA4E9F7C1612}" type="pres">
      <dgm:prSet presAssocID="{AA13936D-FB59-44EC-8E7C-7C6483FC3D9C}" presName="spaceRect" presStyleCnt="0"/>
      <dgm:spPr/>
    </dgm:pt>
    <dgm:pt modelId="{58A1609F-91F1-4A3C-B8C5-6B7A462880BF}" type="pres">
      <dgm:prSet presAssocID="{AA13936D-FB59-44EC-8E7C-7C6483FC3D9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4E31D04-4415-44FB-A12C-4DC44440ED2A}" type="presOf" srcId="{204D4347-8930-4C2B-A4BF-407DCB239372}" destId="{B182F623-A284-4E81-81FB-2F34E3DBDEC7}" srcOrd="0" destOrd="0" presId="urn:microsoft.com/office/officeart/2018/2/layout/IconVerticalSolidList"/>
    <dgm:cxn modelId="{E5086013-BA11-40B5-9CFD-3CBD5C222CF0}" srcId="{FAA1DE84-E7B3-4899-ABF7-A69D5F6A0743}" destId="{977676E5-2A45-4C0E-9BC7-7D48667F9511}" srcOrd="2" destOrd="0" parTransId="{F37722A8-0C55-49E9-A2AA-28311FB15254}" sibTransId="{03E2E900-7B87-4A30-8EC8-CFBCF3381347}"/>
    <dgm:cxn modelId="{01E90321-A3A6-4F00-8C37-314A0C89B369}" type="presOf" srcId="{AA13936D-FB59-44EC-8E7C-7C6483FC3D9C}" destId="{58A1609F-91F1-4A3C-B8C5-6B7A462880BF}" srcOrd="0" destOrd="0" presId="urn:microsoft.com/office/officeart/2018/2/layout/IconVerticalSolidList"/>
    <dgm:cxn modelId="{0C99E330-1178-4D39-88BE-EE56119617A8}" srcId="{FAA1DE84-E7B3-4899-ABF7-A69D5F6A0743}" destId="{BA3E02AD-68C8-47D1-8581-844AC142467C}" srcOrd="0" destOrd="0" parTransId="{16833D5E-3D20-458C-8624-AFB2ED80C016}" sibTransId="{6477346F-CCD6-4EA3-B623-8E57D67C8521}"/>
    <dgm:cxn modelId="{D9A88B44-C932-40CE-8EAB-778F6253F4E9}" srcId="{FAA1DE84-E7B3-4899-ABF7-A69D5F6A0743}" destId="{65C940DF-D226-4E87-94DD-D26127B77F39}" srcOrd="3" destOrd="0" parTransId="{8DAE6E51-C172-4649-908B-265F30822D46}" sibTransId="{5414025A-679F-4A16-8644-828AD306EC6A}"/>
    <dgm:cxn modelId="{8494506B-5175-43D5-B1C3-049713CC09B1}" type="presOf" srcId="{65C940DF-D226-4E87-94DD-D26127B77F39}" destId="{E037CD62-EFD2-4C5A-9B38-E0C757BE6BC8}" srcOrd="0" destOrd="0" presId="urn:microsoft.com/office/officeart/2018/2/layout/IconVerticalSolidList"/>
    <dgm:cxn modelId="{D246AD71-6262-4705-B624-B2329B82783C}" type="presOf" srcId="{FD125B4C-5833-43D4-8EEC-55D5CC03B2A8}" destId="{C9737FF0-428B-4A17-A2EB-4842E8221C15}" srcOrd="0" destOrd="0" presId="urn:microsoft.com/office/officeart/2018/2/layout/IconVerticalSolidList"/>
    <dgm:cxn modelId="{1E099972-887C-4D05-BC83-0437D66B14DC}" type="presOf" srcId="{977676E5-2A45-4C0E-9BC7-7D48667F9511}" destId="{2395FE7F-57F8-433B-B9E3-F7E51796027E}" srcOrd="0" destOrd="0" presId="urn:microsoft.com/office/officeart/2018/2/layout/IconVerticalSolidList"/>
    <dgm:cxn modelId="{ADF192AD-6B6B-4EA4-A088-8C390E8E3524}" srcId="{FAA1DE84-E7B3-4899-ABF7-A69D5F6A0743}" destId="{204D4347-8930-4C2B-A4BF-407DCB239372}" srcOrd="4" destOrd="0" parTransId="{51DEB98A-E361-408F-806F-2E1B2065982C}" sibTransId="{2A7D7E07-D32D-47EC-98A5-E007D9F95494}"/>
    <dgm:cxn modelId="{0581EFBD-3CC9-424C-8575-57B261E54A64}" type="presOf" srcId="{BA3E02AD-68C8-47D1-8581-844AC142467C}" destId="{A713DD69-E40C-4A99-8449-CB932CEABD92}" srcOrd="0" destOrd="0" presId="urn:microsoft.com/office/officeart/2018/2/layout/IconVerticalSolidList"/>
    <dgm:cxn modelId="{49FBC6ED-B0EA-4A44-9C97-4A9FA285569C}" type="presOf" srcId="{FAA1DE84-E7B3-4899-ABF7-A69D5F6A0743}" destId="{AF9310CA-9308-4C3C-A3F4-E720D5AE56E9}" srcOrd="0" destOrd="0" presId="urn:microsoft.com/office/officeart/2018/2/layout/IconVerticalSolidList"/>
    <dgm:cxn modelId="{B67C89F7-0D75-43C3-8FEA-B9C4C70F7A19}" srcId="{FAA1DE84-E7B3-4899-ABF7-A69D5F6A0743}" destId="{AA13936D-FB59-44EC-8E7C-7C6483FC3D9C}" srcOrd="5" destOrd="0" parTransId="{CBB6181A-6279-48D6-AE10-0B817F5D91D8}" sibTransId="{CE567042-0F1A-4A54-B501-27B1892EA003}"/>
    <dgm:cxn modelId="{CD1323FA-C653-43CE-B4EA-DCDC2DD1E3CE}" srcId="{FAA1DE84-E7B3-4899-ABF7-A69D5F6A0743}" destId="{FD125B4C-5833-43D4-8EEC-55D5CC03B2A8}" srcOrd="1" destOrd="0" parTransId="{48B7EC60-F639-4131-A362-7FBD46723854}" sibTransId="{B94EFFB7-25CC-4B47-8B24-475E1B3621EB}"/>
    <dgm:cxn modelId="{4C1B8412-540E-4907-A0B4-FE15C4D6766F}" type="presParOf" srcId="{AF9310CA-9308-4C3C-A3F4-E720D5AE56E9}" destId="{566EAB75-9481-4E74-9ED8-3395E2B861E1}" srcOrd="0" destOrd="0" presId="urn:microsoft.com/office/officeart/2018/2/layout/IconVerticalSolidList"/>
    <dgm:cxn modelId="{F3DB2003-9CFA-44B2-B993-37AE0119C535}" type="presParOf" srcId="{566EAB75-9481-4E74-9ED8-3395E2B861E1}" destId="{AA92CBA6-6197-4ADC-854E-18DBCD133EF2}" srcOrd="0" destOrd="0" presId="urn:microsoft.com/office/officeart/2018/2/layout/IconVerticalSolidList"/>
    <dgm:cxn modelId="{1C6AE245-D8D1-49E2-8E25-39BCA85BE479}" type="presParOf" srcId="{566EAB75-9481-4E74-9ED8-3395E2B861E1}" destId="{E8C115AB-EEFF-4281-BC46-93102714FA75}" srcOrd="1" destOrd="0" presId="urn:microsoft.com/office/officeart/2018/2/layout/IconVerticalSolidList"/>
    <dgm:cxn modelId="{97C02836-7341-4EC0-95EB-D488CF1373AC}" type="presParOf" srcId="{566EAB75-9481-4E74-9ED8-3395E2B861E1}" destId="{BFAA1D64-0CB4-4687-9DB7-DA3248F122FA}" srcOrd="2" destOrd="0" presId="urn:microsoft.com/office/officeart/2018/2/layout/IconVerticalSolidList"/>
    <dgm:cxn modelId="{C3A9CFC2-47CF-4C9A-8649-47E1C5168FB7}" type="presParOf" srcId="{566EAB75-9481-4E74-9ED8-3395E2B861E1}" destId="{A713DD69-E40C-4A99-8449-CB932CEABD92}" srcOrd="3" destOrd="0" presId="urn:microsoft.com/office/officeart/2018/2/layout/IconVerticalSolidList"/>
    <dgm:cxn modelId="{5EB68CDE-D2B5-4218-B542-25A18E076B10}" type="presParOf" srcId="{AF9310CA-9308-4C3C-A3F4-E720D5AE56E9}" destId="{F6C05EEC-FC6E-41D2-A48D-BA308BC1FCF3}" srcOrd="1" destOrd="0" presId="urn:microsoft.com/office/officeart/2018/2/layout/IconVerticalSolidList"/>
    <dgm:cxn modelId="{6EE96064-95DD-4612-8F0F-6B2BF1D4E0D2}" type="presParOf" srcId="{AF9310CA-9308-4C3C-A3F4-E720D5AE56E9}" destId="{037D41A6-58CE-42BD-B7C1-AE5C9B3FFA9D}" srcOrd="2" destOrd="0" presId="urn:microsoft.com/office/officeart/2018/2/layout/IconVerticalSolidList"/>
    <dgm:cxn modelId="{779DB817-8891-4C47-A4A0-1D22E765D2CE}" type="presParOf" srcId="{037D41A6-58CE-42BD-B7C1-AE5C9B3FFA9D}" destId="{36E737EF-9EC5-4F54-91BC-6065E1A17AD8}" srcOrd="0" destOrd="0" presId="urn:microsoft.com/office/officeart/2018/2/layout/IconVerticalSolidList"/>
    <dgm:cxn modelId="{37701164-DF4C-4322-8565-8BA0C58961BD}" type="presParOf" srcId="{037D41A6-58CE-42BD-B7C1-AE5C9B3FFA9D}" destId="{2C08384D-73DB-4F1E-BF7D-F9A44E33D02A}" srcOrd="1" destOrd="0" presId="urn:microsoft.com/office/officeart/2018/2/layout/IconVerticalSolidList"/>
    <dgm:cxn modelId="{71DF1E01-072A-4B65-B7C1-79E55B5CAB6E}" type="presParOf" srcId="{037D41A6-58CE-42BD-B7C1-AE5C9B3FFA9D}" destId="{21DD31EE-8B4A-4EC6-AF73-06459CB599B8}" srcOrd="2" destOrd="0" presId="urn:microsoft.com/office/officeart/2018/2/layout/IconVerticalSolidList"/>
    <dgm:cxn modelId="{133128A1-3D16-4532-A755-CEED5544EAA3}" type="presParOf" srcId="{037D41A6-58CE-42BD-B7C1-AE5C9B3FFA9D}" destId="{C9737FF0-428B-4A17-A2EB-4842E8221C15}" srcOrd="3" destOrd="0" presId="urn:microsoft.com/office/officeart/2018/2/layout/IconVerticalSolidList"/>
    <dgm:cxn modelId="{C6E1C3D8-EAB0-4253-9C06-ADA956776DF7}" type="presParOf" srcId="{AF9310CA-9308-4C3C-A3F4-E720D5AE56E9}" destId="{6386378C-CA5E-4690-AB87-72B38371CCE7}" srcOrd="3" destOrd="0" presId="urn:microsoft.com/office/officeart/2018/2/layout/IconVerticalSolidList"/>
    <dgm:cxn modelId="{2596CD40-5409-4D79-A702-E6837D0063C6}" type="presParOf" srcId="{AF9310CA-9308-4C3C-A3F4-E720D5AE56E9}" destId="{D539F5EB-8A44-41DD-A575-94B09BE28C01}" srcOrd="4" destOrd="0" presId="urn:microsoft.com/office/officeart/2018/2/layout/IconVerticalSolidList"/>
    <dgm:cxn modelId="{B21555EE-240F-4F90-AAD4-54D5C384A237}" type="presParOf" srcId="{D539F5EB-8A44-41DD-A575-94B09BE28C01}" destId="{A8556847-F684-41A6-BD67-8FF777EF3CAA}" srcOrd="0" destOrd="0" presId="urn:microsoft.com/office/officeart/2018/2/layout/IconVerticalSolidList"/>
    <dgm:cxn modelId="{BAC087A0-E990-4522-93F8-43F3F6EBC763}" type="presParOf" srcId="{D539F5EB-8A44-41DD-A575-94B09BE28C01}" destId="{47BD7A21-C098-4AE3-9101-83B6EC753F69}" srcOrd="1" destOrd="0" presId="urn:microsoft.com/office/officeart/2018/2/layout/IconVerticalSolidList"/>
    <dgm:cxn modelId="{86437DAC-7411-4E6A-B3DE-DE7BBE4F9233}" type="presParOf" srcId="{D539F5EB-8A44-41DD-A575-94B09BE28C01}" destId="{340C4F91-706A-4330-A416-A76143DBF53C}" srcOrd="2" destOrd="0" presId="urn:microsoft.com/office/officeart/2018/2/layout/IconVerticalSolidList"/>
    <dgm:cxn modelId="{DCD13711-39D0-46B6-8089-97D53F8D226B}" type="presParOf" srcId="{D539F5EB-8A44-41DD-A575-94B09BE28C01}" destId="{2395FE7F-57F8-433B-B9E3-F7E51796027E}" srcOrd="3" destOrd="0" presId="urn:microsoft.com/office/officeart/2018/2/layout/IconVerticalSolidList"/>
    <dgm:cxn modelId="{7C009D70-82E8-4717-846F-A19B10227469}" type="presParOf" srcId="{AF9310CA-9308-4C3C-A3F4-E720D5AE56E9}" destId="{534F02D2-6DBF-45A4-AC33-EB18ED32602F}" srcOrd="5" destOrd="0" presId="urn:microsoft.com/office/officeart/2018/2/layout/IconVerticalSolidList"/>
    <dgm:cxn modelId="{4B38EE59-B471-4B54-9010-845530F498A3}" type="presParOf" srcId="{AF9310CA-9308-4C3C-A3F4-E720D5AE56E9}" destId="{E7B70FA1-468C-4F6C-BB17-FE8E1FF3AD01}" srcOrd="6" destOrd="0" presId="urn:microsoft.com/office/officeart/2018/2/layout/IconVerticalSolidList"/>
    <dgm:cxn modelId="{FE239452-6721-4DA1-81F5-033ADCA0D879}" type="presParOf" srcId="{E7B70FA1-468C-4F6C-BB17-FE8E1FF3AD01}" destId="{E37CDCF0-234F-463E-8182-EF6FE783DB5F}" srcOrd="0" destOrd="0" presId="urn:microsoft.com/office/officeart/2018/2/layout/IconVerticalSolidList"/>
    <dgm:cxn modelId="{560E58A5-5DE9-43E6-BDEA-CDAF341D91E4}" type="presParOf" srcId="{E7B70FA1-468C-4F6C-BB17-FE8E1FF3AD01}" destId="{D88722D1-3C83-4D8D-947F-47A1B2FDC384}" srcOrd="1" destOrd="0" presId="urn:microsoft.com/office/officeart/2018/2/layout/IconVerticalSolidList"/>
    <dgm:cxn modelId="{B8FD56BA-B1C5-44C0-ACD8-B18E30955B34}" type="presParOf" srcId="{E7B70FA1-468C-4F6C-BB17-FE8E1FF3AD01}" destId="{368D4F3D-8FB2-41C3-AF2A-72BD761959A3}" srcOrd="2" destOrd="0" presId="urn:microsoft.com/office/officeart/2018/2/layout/IconVerticalSolidList"/>
    <dgm:cxn modelId="{90731BB5-900D-4EB2-BE37-B5FDF847D485}" type="presParOf" srcId="{E7B70FA1-468C-4F6C-BB17-FE8E1FF3AD01}" destId="{E037CD62-EFD2-4C5A-9B38-E0C757BE6BC8}" srcOrd="3" destOrd="0" presId="urn:microsoft.com/office/officeart/2018/2/layout/IconVerticalSolidList"/>
    <dgm:cxn modelId="{26344BE6-BCFD-4924-A61D-C7CA371B7196}" type="presParOf" srcId="{AF9310CA-9308-4C3C-A3F4-E720D5AE56E9}" destId="{61018769-3DE0-45B8-87E8-1D836EB6516D}" srcOrd="7" destOrd="0" presId="urn:microsoft.com/office/officeart/2018/2/layout/IconVerticalSolidList"/>
    <dgm:cxn modelId="{FDEE53E4-0C07-4859-B95A-030547DF47B6}" type="presParOf" srcId="{AF9310CA-9308-4C3C-A3F4-E720D5AE56E9}" destId="{87E207F2-5E7D-4008-B818-547EE912EB1A}" srcOrd="8" destOrd="0" presId="urn:microsoft.com/office/officeart/2018/2/layout/IconVerticalSolidList"/>
    <dgm:cxn modelId="{03EA2B75-28C6-4AD6-9164-01EC095AB593}" type="presParOf" srcId="{87E207F2-5E7D-4008-B818-547EE912EB1A}" destId="{1D6AA8F7-16D1-4CFE-8DE9-422EED3D6FE9}" srcOrd="0" destOrd="0" presId="urn:microsoft.com/office/officeart/2018/2/layout/IconVerticalSolidList"/>
    <dgm:cxn modelId="{C1EA755A-092B-4BF0-9974-F4832315284C}" type="presParOf" srcId="{87E207F2-5E7D-4008-B818-547EE912EB1A}" destId="{DDD48A8E-C724-40DF-A58B-0777932CAC61}" srcOrd="1" destOrd="0" presId="urn:microsoft.com/office/officeart/2018/2/layout/IconVerticalSolidList"/>
    <dgm:cxn modelId="{ACB09CD1-8B18-4621-9A75-CC56AE6AC65F}" type="presParOf" srcId="{87E207F2-5E7D-4008-B818-547EE912EB1A}" destId="{539CB33A-4866-4BF0-9D5A-F6A53146BD7D}" srcOrd="2" destOrd="0" presId="urn:microsoft.com/office/officeart/2018/2/layout/IconVerticalSolidList"/>
    <dgm:cxn modelId="{413F8EF6-434A-45FC-B4D4-B234BD336E0B}" type="presParOf" srcId="{87E207F2-5E7D-4008-B818-547EE912EB1A}" destId="{B182F623-A284-4E81-81FB-2F34E3DBDEC7}" srcOrd="3" destOrd="0" presId="urn:microsoft.com/office/officeart/2018/2/layout/IconVerticalSolidList"/>
    <dgm:cxn modelId="{6603C49B-836C-4B08-BB5A-4536E199C5ED}" type="presParOf" srcId="{AF9310CA-9308-4C3C-A3F4-E720D5AE56E9}" destId="{0E740969-B650-41A2-B07B-CCDB18C1A93A}" srcOrd="9" destOrd="0" presId="urn:microsoft.com/office/officeart/2018/2/layout/IconVerticalSolidList"/>
    <dgm:cxn modelId="{53E3BB27-ACEB-4B60-8AF3-5FF98CA0677E}" type="presParOf" srcId="{AF9310CA-9308-4C3C-A3F4-E720D5AE56E9}" destId="{EA124999-68AE-4EF1-B14C-F58B10010FED}" srcOrd="10" destOrd="0" presId="urn:microsoft.com/office/officeart/2018/2/layout/IconVerticalSolidList"/>
    <dgm:cxn modelId="{3A3F9A38-BF1A-41D2-A87C-46EC5F216C31}" type="presParOf" srcId="{EA124999-68AE-4EF1-B14C-F58B10010FED}" destId="{8075BA20-33C9-4224-9523-D90B39A011E6}" srcOrd="0" destOrd="0" presId="urn:microsoft.com/office/officeart/2018/2/layout/IconVerticalSolidList"/>
    <dgm:cxn modelId="{9CF6BE2A-F60F-44BF-88CB-12E7B255BFA0}" type="presParOf" srcId="{EA124999-68AE-4EF1-B14C-F58B10010FED}" destId="{3E98897E-A8D5-444B-A5BC-9D93ACFA578F}" srcOrd="1" destOrd="0" presId="urn:microsoft.com/office/officeart/2018/2/layout/IconVerticalSolidList"/>
    <dgm:cxn modelId="{DF8E4371-3591-4D5E-B2D1-E5085A233F61}" type="presParOf" srcId="{EA124999-68AE-4EF1-B14C-F58B10010FED}" destId="{3E10902E-3306-44C9-8DBA-BA4E9F7C1612}" srcOrd="2" destOrd="0" presId="urn:microsoft.com/office/officeart/2018/2/layout/IconVerticalSolidList"/>
    <dgm:cxn modelId="{6E67C42C-B6F6-4C05-81C9-9ADF37435C95}" type="presParOf" srcId="{EA124999-68AE-4EF1-B14C-F58B10010FED}" destId="{58A1609F-91F1-4A3C-B8C5-6B7A462880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9D7BAC-CEEA-4E86-A69A-9467A6B21A1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670DE99-BEEE-44F5-B55F-9A65F1C6D2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Misconception</a:t>
          </a:r>
          <a:r>
            <a:rPr lang="tr-TR"/>
            <a:t> </a:t>
          </a:r>
          <a:endParaRPr lang="en-US"/>
        </a:p>
      </dgm:t>
    </dgm:pt>
    <dgm:pt modelId="{1642D4EA-9F4F-4EA0-B2A5-02C4BE46E383}" type="parTrans" cxnId="{1F098C26-7A94-4192-AA05-2E854C3A561F}">
      <dgm:prSet/>
      <dgm:spPr/>
      <dgm:t>
        <a:bodyPr/>
        <a:lstStyle/>
        <a:p>
          <a:endParaRPr lang="en-US"/>
        </a:p>
      </dgm:t>
    </dgm:pt>
    <dgm:pt modelId="{D58A2E9C-98EB-43EC-A42A-5F99FA8C5159}" type="sibTrans" cxnId="{1F098C26-7A94-4192-AA05-2E854C3A561F}">
      <dgm:prSet/>
      <dgm:spPr/>
      <dgm:t>
        <a:bodyPr/>
        <a:lstStyle/>
        <a:p>
          <a:endParaRPr lang="en-US"/>
        </a:p>
      </dgm:t>
    </dgm:pt>
    <dgm:pt modelId="{B5F45D10-2D1B-4B36-9001-EBE8811EDA9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«</a:t>
          </a:r>
          <a:r>
            <a:rPr lang="en-US" dirty="0"/>
            <a:t>bitcoin wallets</a:t>
          </a:r>
        </a:p>
      </dgm:t>
    </dgm:pt>
    <dgm:pt modelId="{A78090E8-3F97-4177-BC76-F32E9C693CFF}" type="parTrans" cxnId="{16D60C09-2924-499A-863B-7ECD3C943E77}">
      <dgm:prSet/>
      <dgm:spPr/>
      <dgm:t>
        <a:bodyPr/>
        <a:lstStyle/>
        <a:p>
          <a:endParaRPr lang="en-US"/>
        </a:p>
      </dgm:t>
    </dgm:pt>
    <dgm:pt modelId="{ACBF2606-04DC-4C74-8780-6CF32F98D61A}" type="sibTrans" cxnId="{16D60C09-2924-499A-863B-7ECD3C943E77}">
      <dgm:prSet/>
      <dgm:spPr/>
      <dgm:t>
        <a:bodyPr/>
        <a:lstStyle/>
        <a:p>
          <a:endParaRPr lang="en-US"/>
        </a:p>
      </dgm:t>
    </dgm:pt>
    <dgm:pt modelId="{4B7ACAC2-31D6-4068-BEDF-6138526FB3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In fact</a:t>
          </a:r>
          <a:endParaRPr lang="en-US" dirty="0"/>
        </a:p>
      </dgm:t>
    </dgm:pt>
    <dgm:pt modelId="{D2E447E7-6236-412A-8259-981AB22F989F}" type="parTrans" cxnId="{C65ADE19-3467-4CF2-BC29-E0876FBDCEEF}">
      <dgm:prSet/>
      <dgm:spPr/>
      <dgm:t>
        <a:bodyPr/>
        <a:lstStyle/>
        <a:p>
          <a:endParaRPr lang="en-US"/>
        </a:p>
      </dgm:t>
    </dgm:pt>
    <dgm:pt modelId="{90E50E68-9C64-4DA7-92B9-025A7C915F05}" type="sibTrans" cxnId="{C65ADE19-3467-4CF2-BC29-E0876FBDCEEF}">
      <dgm:prSet/>
      <dgm:spPr/>
      <dgm:t>
        <a:bodyPr/>
        <a:lstStyle/>
        <a:p>
          <a:endParaRPr lang="en-US"/>
        </a:p>
      </dgm:t>
    </dgm:pt>
    <dgm:pt modelId="{7901C9EE-3561-4BC3-BC4A-404097B7E3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wallet</a:t>
          </a:r>
        </a:p>
      </dgm:t>
    </dgm:pt>
    <dgm:pt modelId="{5D8A2A7B-09E2-43DE-BDBD-BEB9B2B98742}" type="parTrans" cxnId="{B2DB3E2A-7F27-4F01-BE65-4BEFF2D0FF67}">
      <dgm:prSet/>
      <dgm:spPr/>
      <dgm:t>
        <a:bodyPr/>
        <a:lstStyle/>
        <a:p>
          <a:endParaRPr lang="en-US"/>
        </a:p>
      </dgm:t>
    </dgm:pt>
    <dgm:pt modelId="{68FC214A-C18F-4DAE-974B-2C90C024A219}" type="sibTrans" cxnId="{B2DB3E2A-7F27-4F01-BE65-4BEFF2D0FF67}">
      <dgm:prSet/>
      <dgm:spPr/>
      <dgm:t>
        <a:bodyPr/>
        <a:lstStyle/>
        <a:p>
          <a:endParaRPr lang="en-US"/>
        </a:p>
      </dgm:t>
    </dgm:pt>
    <dgm:pt modelId="{A5B78F5B-893B-4377-8271-2076B798E6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contain bitcoin</a:t>
          </a:r>
          <a:r>
            <a:rPr lang="tr-TR" dirty="0"/>
            <a:t>»</a:t>
          </a:r>
          <a:endParaRPr lang="en-US" dirty="0"/>
        </a:p>
      </dgm:t>
    </dgm:pt>
    <dgm:pt modelId="{57BAF2CD-405C-4CD6-A164-BDBD36AF60ED}" type="parTrans" cxnId="{AD309419-8FA5-48B3-8CC5-CBB7B901F59D}">
      <dgm:prSet/>
      <dgm:spPr/>
    </dgm:pt>
    <dgm:pt modelId="{FEBE813D-54C5-45D4-96C0-7D100380FE0B}" type="sibTrans" cxnId="{AD309419-8FA5-48B3-8CC5-CBB7B901F59D}">
      <dgm:prSet/>
      <dgm:spPr/>
    </dgm:pt>
    <dgm:pt modelId="{81583EAB-EBAA-4E89-9A6B-266F9E747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only contains</a:t>
          </a:r>
          <a:r>
            <a:rPr lang="tr-TR" dirty="0"/>
            <a:t> </a:t>
          </a:r>
          <a:r>
            <a:rPr lang="en-US" dirty="0"/>
            <a:t>keys</a:t>
          </a:r>
        </a:p>
      </dgm:t>
    </dgm:pt>
    <dgm:pt modelId="{401378B3-8F69-4CD1-8701-28319B7F20D4}" type="parTrans" cxnId="{3BB2F478-7465-4DD7-8543-282BF6789758}">
      <dgm:prSet/>
      <dgm:spPr/>
    </dgm:pt>
    <dgm:pt modelId="{3867C9DE-D0C4-493F-AA4E-3BE5EC813843}" type="sibTrans" cxnId="{3BB2F478-7465-4DD7-8543-282BF6789758}">
      <dgm:prSet/>
      <dgm:spPr/>
    </dgm:pt>
    <dgm:pt modelId="{20BC555E-1FB0-4016-8241-55BC5DC6F2CD}" type="pres">
      <dgm:prSet presAssocID="{E89D7BAC-CEEA-4E86-A69A-9467A6B21A12}" presName="root" presStyleCnt="0">
        <dgm:presLayoutVars>
          <dgm:dir/>
          <dgm:resizeHandles val="exact"/>
        </dgm:presLayoutVars>
      </dgm:prSet>
      <dgm:spPr/>
    </dgm:pt>
    <dgm:pt modelId="{288D484B-E9E3-46D0-B9F0-C2BC49B313DF}" type="pres">
      <dgm:prSet presAssocID="{2670DE99-BEEE-44F5-B55F-9A65F1C6D2E3}" presName="compNode" presStyleCnt="0"/>
      <dgm:spPr/>
    </dgm:pt>
    <dgm:pt modelId="{9F5DA3FA-12FC-4065-87E8-568E469DB3FB}" type="pres">
      <dgm:prSet presAssocID="{2670DE99-BEEE-44F5-B55F-9A65F1C6D2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7EF21F34-B3C0-46C3-B112-6028789110F8}" type="pres">
      <dgm:prSet presAssocID="{2670DE99-BEEE-44F5-B55F-9A65F1C6D2E3}" presName="iconSpace" presStyleCnt="0"/>
      <dgm:spPr/>
    </dgm:pt>
    <dgm:pt modelId="{1101C7D0-F539-46F8-9CE5-E340A8D14F16}" type="pres">
      <dgm:prSet presAssocID="{2670DE99-BEEE-44F5-B55F-9A65F1C6D2E3}" presName="parTx" presStyleLbl="revTx" presStyleIdx="0" presStyleCnt="4">
        <dgm:presLayoutVars>
          <dgm:chMax val="0"/>
          <dgm:chPref val="0"/>
        </dgm:presLayoutVars>
      </dgm:prSet>
      <dgm:spPr/>
    </dgm:pt>
    <dgm:pt modelId="{5327B149-4C16-4C27-BCBD-A3B3B1167A05}" type="pres">
      <dgm:prSet presAssocID="{2670DE99-BEEE-44F5-B55F-9A65F1C6D2E3}" presName="txSpace" presStyleCnt="0"/>
      <dgm:spPr/>
    </dgm:pt>
    <dgm:pt modelId="{4A68CFBB-FB30-4490-9BEB-55758DBE26CC}" type="pres">
      <dgm:prSet presAssocID="{2670DE99-BEEE-44F5-B55F-9A65F1C6D2E3}" presName="desTx" presStyleLbl="revTx" presStyleIdx="1" presStyleCnt="4">
        <dgm:presLayoutVars/>
      </dgm:prSet>
      <dgm:spPr/>
    </dgm:pt>
    <dgm:pt modelId="{402662F1-AB18-409C-8EED-46680AF9EC28}" type="pres">
      <dgm:prSet presAssocID="{D58A2E9C-98EB-43EC-A42A-5F99FA8C5159}" presName="sibTrans" presStyleCnt="0"/>
      <dgm:spPr/>
    </dgm:pt>
    <dgm:pt modelId="{66DD5390-63D2-46B5-A8E1-9C7B90BCE098}" type="pres">
      <dgm:prSet presAssocID="{4B7ACAC2-31D6-4068-BEDF-6138526FB307}" presName="compNode" presStyleCnt="0"/>
      <dgm:spPr/>
    </dgm:pt>
    <dgm:pt modelId="{77203512-55FF-47E2-AA01-D0BA7D70552F}" type="pres">
      <dgm:prSet presAssocID="{4B7ACAC2-31D6-4068-BEDF-6138526FB30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6136AD7-D25C-4154-A61D-12227A29C4FC}" type="pres">
      <dgm:prSet presAssocID="{4B7ACAC2-31D6-4068-BEDF-6138526FB307}" presName="iconSpace" presStyleCnt="0"/>
      <dgm:spPr/>
    </dgm:pt>
    <dgm:pt modelId="{1B94ADC6-9B05-4552-BAB4-F2983C10DD39}" type="pres">
      <dgm:prSet presAssocID="{4B7ACAC2-31D6-4068-BEDF-6138526FB307}" presName="parTx" presStyleLbl="revTx" presStyleIdx="2" presStyleCnt="4">
        <dgm:presLayoutVars>
          <dgm:chMax val="0"/>
          <dgm:chPref val="0"/>
        </dgm:presLayoutVars>
      </dgm:prSet>
      <dgm:spPr/>
    </dgm:pt>
    <dgm:pt modelId="{9DB9AF20-94B7-4439-B504-BF6B139784E3}" type="pres">
      <dgm:prSet presAssocID="{4B7ACAC2-31D6-4068-BEDF-6138526FB307}" presName="txSpace" presStyleCnt="0"/>
      <dgm:spPr/>
    </dgm:pt>
    <dgm:pt modelId="{ACFE8CBA-5B40-47BB-BA73-92B5441F4C9B}" type="pres">
      <dgm:prSet presAssocID="{4B7ACAC2-31D6-4068-BEDF-6138526FB307}" presName="desTx" presStyleLbl="revTx" presStyleIdx="3" presStyleCnt="4">
        <dgm:presLayoutVars/>
      </dgm:prSet>
      <dgm:spPr/>
    </dgm:pt>
  </dgm:ptLst>
  <dgm:cxnLst>
    <dgm:cxn modelId="{16D60C09-2924-499A-863B-7ECD3C943E77}" srcId="{2670DE99-BEEE-44F5-B55F-9A65F1C6D2E3}" destId="{B5F45D10-2D1B-4B36-9001-EBE8811EDA9A}" srcOrd="0" destOrd="0" parTransId="{A78090E8-3F97-4177-BC76-F32E9C693CFF}" sibTransId="{ACBF2606-04DC-4C74-8780-6CF32F98D61A}"/>
    <dgm:cxn modelId="{AD309419-8FA5-48B3-8CC5-CBB7B901F59D}" srcId="{2670DE99-BEEE-44F5-B55F-9A65F1C6D2E3}" destId="{A5B78F5B-893B-4377-8271-2076B798E67D}" srcOrd="1" destOrd="0" parTransId="{57BAF2CD-405C-4CD6-A164-BDBD36AF60ED}" sibTransId="{FEBE813D-54C5-45D4-96C0-7D100380FE0B}"/>
    <dgm:cxn modelId="{C65ADE19-3467-4CF2-BC29-E0876FBDCEEF}" srcId="{E89D7BAC-CEEA-4E86-A69A-9467A6B21A12}" destId="{4B7ACAC2-31D6-4068-BEDF-6138526FB307}" srcOrd="1" destOrd="0" parTransId="{D2E447E7-6236-412A-8259-981AB22F989F}" sibTransId="{90E50E68-9C64-4DA7-92B9-025A7C915F05}"/>
    <dgm:cxn modelId="{1F098C26-7A94-4192-AA05-2E854C3A561F}" srcId="{E89D7BAC-CEEA-4E86-A69A-9467A6B21A12}" destId="{2670DE99-BEEE-44F5-B55F-9A65F1C6D2E3}" srcOrd="0" destOrd="0" parTransId="{1642D4EA-9F4F-4EA0-B2A5-02C4BE46E383}" sibTransId="{D58A2E9C-98EB-43EC-A42A-5F99FA8C5159}"/>
    <dgm:cxn modelId="{B2DB3E2A-7F27-4F01-BE65-4BEFF2D0FF67}" srcId="{4B7ACAC2-31D6-4068-BEDF-6138526FB307}" destId="{7901C9EE-3561-4BC3-BC4A-404097B7E3BF}" srcOrd="0" destOrd="0" parTransId="{5D8A2A7B-09E2-43DE-BDBD-BEB9B2B98742}" sibTransId="{68FC214A-C18F-4DAE-974B-2C90C024A219}"/>
    <dgm:cxn modelId="{6ACC8C36-2C1F-4D3A-B1E4-C3A8B253ED22}" type="presOf" srcId="{81583EAB-EBAA-4E89-9A6B-266F9E747812}" destId="{ACFE8CBA-5B40-47BB-BA73-92B5441F4C9B}" srcOrd="0" destOrd="1" presId="urn:microsoft.com/office/officeart/2018/5/layout/CenteredIconLabelDescriptionList"/>
    <dgm:cxn modelId="{DEE1583B-5E1A-4192-8B4C-B34D593B698B}" type="presOf" srcId="{E89D7BAC-CEEA-4E86-A69A-9467A6B21A12}" destId="{20BC555E-1FB0-4016-8241-55BC5DC6F2CD}" srcOrd="0" destOrd="0" presId="urn:microsoft.com/office/officeart/2018/5/layout/CenteredIconLabelDescriptionList"/>
    <dgm:cxn modelId="{A7020344-A2C7-4046-86FA-F4F277DB18E6}" type="presOf" srcId="{A5B78F5B-893B-4377-8271-2076B798E67D}" destId="{4A68CFBB-FB30-4490-9BEB-55758DBE26CC}" srcOrd="0" destOrd="1" presId="urn:microsoft.com/office/officeart/2018/5/layout/CenteredIconLabelDescriptionList"/>
    <dgm:cxn modelId="{921E8064-796F-419F-89C2-709F41F1E8F6}" type="presOf" srcId="{4B7ACAC2-31D6-4068-BEDF-6138526FB307}" destId="{1B94ADC6-9B05-4552-BAB4-F2983C10DD39}" srcOrd="0" destOrd="0" presId="urn:microsoft.com/office/officeart/2018/5/layout/CenteredIconLabelDescriptionList"/>
    <dgm:cxn modelId="{3BB2F478-7465-4DD7-8543-282BF6789758}" srcId="{4B7ACAC2-31D6-4068-BEDF-6138526FB307}" destId="{81583EAB-EBAA-4E89-9A6B-266F9E747812}" srcOrd="1" destOrd="0" parTransId="{401378B3-8F69-4CD1-8701-28319B7F20D4}" sibTransId="{3867C9DE-D0C4-493F-AA4E-3BE5EC813843}"/>
    <dgm:cxn modelId="{B185DA8D-AD71-427B-B9BD-F39296CA7912}" type="presOf" srcId="{7901C9EE-3561-4BC3-BC4A-404097B7E3BF}" destId="{ACFE8CBA-5B40-47BB-BA73-92B5441F4C9B}" srcOrd="0" destOrd="0" presId="urn:microsoft.com/office/officeart/2018/5/layout/CenteredIconLabelDescriptionList"/>
    <dgm:cxn modelId="{D1AB219B-5DE3-4C72-B872-763DA27AB17D}" type="presOf" srcId="{2670DE99-BEEE-44F5-B55F-9A65F1C6D2E3}" destId="{1101C7D0-F539-46F8-9CE5-E340A8D14F16}" srcOrd="0" destOrd="0" presId="urn:microsoft.com/office/officeart/2018/5/layout/CenteredIconLabelDescriptionList"/>
    <dgm:cxn modelId="{4FD993D1-5610-40E4-96A4-89748F143142}" type="presOf" srcId="{B5F45D10-2D1B-4B36-9001-EBE8811EDA9A}" destId="{4A68CFBB-FB30-4490-9BEB-55758DBE26CC}" srcOrd="0" destOrd="0" presId="urn:microsoft.com/office/officeart/2018/5/layout/CenteredIconLabelDescriptionList"/>
    <dgm:cxn modelId="{DA70E302-B7E7-4BB9-9179-EBAFA61DE432}" type="presParOf" srcId="{20BC555E-1FB0-4016-8241-55BC5DC6F2CD}" destId="{288D484B-E9E3-46D0-B9F0-C2BC49B313DF}" srcOrd="0" destOrd="0" presId="urn:microsoft.com/office/officeart/2018/5/layout/CenteredIconLabelDescriptionList"/>
    <dgm:cxn modelId="{A0DA01EC-9C66-4ADE-A7CE-777DB45B74EC}" type="presParOf" srcId="{288D484B-E9E3-46D0-B9F0-C2BC49B313DF}" destId="{9F5DA3FA-12FC-4065-87E8-568E469DB3FB}" srcOrd="0" destOrd="0" presId="urn:microsoft.com/office/officeart/2018/5/layout/CenteredIconLabelDescriptionList"/>
    <dgm:cxn modelId="{1A8976BC-0F54-4800-9BB9-1653102ABB97}" type="presParOf" srcId="{288D484B-E9E3-46D0-B9F0-C2BC49B313DF}" destId="{7EF21F34-B3C0-46C3-B112-6028789110F8}" srcOrd="1" destOrd="0" presId="urn:microsoft.com/office/officeart/2018/5/layout/CenteredIconLabelDescriptionList"/>
    <dgm:cxn modelId="{FF4D0BA0-CDFE-4781-8B23-265658898161}" type="presParOf" srcId="{288D484B-E9E3-46D0-B9F0-C2BC49B313DF}" destId="{1101C7D0-F539-46F8-9CE5-E340A8D14F16}" srcOrd="2" destOrd="0" presId="urn:microsoft.com/office/officeart/2018/5/layout/CenteredIconLabelDescriptionList"/>
    <dgm:cxn modelId="{DE20BA6B-53A1-4F57-96CF-DD585368EF5A}" type="presParOf" srcId="{288D484B-E9E3-46D0-B9F0-C2BC49B313DF}" destId="{5327B149-4C16-4C27-BCBD-A3B3B1167A05}" srcOrd="3" destOrd="0" presId="urn:microsoft.com/office/officeart/2018/5/layout/CenteredIconLabelDescriptionList"/>
    <dgm:cxn modelId="{33646D83-6964-4DAD-80BE-BBE5D1D1C93C}" type="presParOf" srcId="{288D484B-E9E3-46D0-B9F0-C2BC49B313DF}" destId="{4A68CFBB-FB30-4490-9BEB-55758DBE26CC}" srcOrd="4" destOrd="0" presId="urn:microsoft.com/office/officeart/2018/5/layout/CenteredIconLabelDescriptionList"/>
    <dgm:cxn modelId="{31B74D7F-CBBC-4758-B9C8-2012CBEF3AAC}" type="presParOf" srcId="{20BC555E-1FB0-4016-8241-55BC5DC6F2CD}" destId="{402662F1-AB18-409C-8EED-46680AF9EC28}" srcOrd="1" destOrd="0" presId="urn:microsoft.com/office/officeart/2018/5/layout/CenteredIconLabelDescriptionList"/>
    <dgm:cxn modelId="{FFF476FC-EB23-4028-B9F9-D39A30717FD3}" type="presParOf" srcId="{20BC555E-1FB0-4016-8241-55BC5DC6F2CD}" destId="{66DD5390-63D2-46B5-A8E1-9C7B90BCE098}" srcOrd="2" destOrd="0" presId="urn:microsoft.com/office/officeart/2018/5/layout/CenteredIconLabelDescriptionList"/>
    <dgm:cxn modelId="{2DFB607D-FDBB-4766-AF76-90EA38253618}" type="presParOf" srcId="{66DD5390-63D2-46B5-A8E1-9C7B90BCE098}" destId="{77203512-55FF-47E2-AA01-D0BA7D70552F}" srcOrd="0" destOrd="0" presId="urn:microsoft.com/office/officeart/2018/5/layout/CenteredIconLabelDescriptionList"/>
    <dgm:cxn modelId="{A66D30C2-5FEC-4F75-8999-AFA3A787171C}" type="presParOf" srcId="{66DD5390-63D2-46B5-A8E1-9C7B90BCE098}" destId="{06136AD7-D25C-4154-A61D-12227A29C4FC}" srcOrd="1" destOrd="0" presId="urn:microsoft.com/office/officeart/2018/5/layout/CenteredIconLabelDescriptionList"/>
    <dgm:cxn modelId="{00FBFCAE-091F-41AE-9526-05FBCA5F4CDE}" type="presParOf" srcId="{66DD5390-63D2-46B5-A8E1-9C7B90BCE098}" destId="{1B94ADC6-9B05-4552-BAB4-F2983C10DD39}" srcOrd="2" destOrd="0" presId="urn:microsoft.com/office/officeart/2018/5/layout/CenteredIconLabelDescriptionList"/>
    <dgm:cxn modelId="{D5E597D0-7B55-4238-8E2A-836FE53C6EC7}" type="presParOf" srcId="{66DD5390-63D2-46B5-A8E1-9C7B90BCE098}" destId="{9DB9AF20-94B7-4439-B504-BF6B139784E3}" srcOrd="3" destOrd="0" presId="urn:microsoft.com/office/officeart/2018/5/layout/CenteredIconLabelDescriptionList"/>
    <dgm:cxn modelId="{61BA4D6D-2570-4B80-8F57-1DF23AA43AEB}" type="presParOf" srcId="{66DD5390-63D2-46B5-A8E1-9C7B90BCE098}" destId="{ACFE8CBA-5B40-47BB-BA73-92B5441F4C9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89D7BAC-CEEA-4E86-A69A-9467A6B21A1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22BAA4-29AE-41F0-BC15-88141965C2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Where are «coins»?</a:t>
          </a:r>
          <a:endParaRPr lang="en-US" dirty="0"/>
        </a:p>
      </dgm:t>
    </dgm:pt>
    <dgm:pt modelId="{13C2A8CB-7A26-4486-9BA1-CC0426F77C90}" type="parTrans" cxnId="{FED79013-1217-4254-987C-6AA401C1F152}">
      <dgm:prSet/>
      <dgm:spPr/>
      <dgm:t>
        <a:bodyPr/>
        <a:lstStyle/>
        <a:p>
          <a:endParaRPr lang="en-US"/>
        </a:p>
      </dgm:t>
    </dgm:pt>
    <dgm:pt modelId="{65F9ED4D-85A7-42A6-9D46-E94DD1D38757}" type="sibTrans" cxnId="{FED79013-1217-4254-987C-6AA401C1F152}">
      <dgm:prSet/>
      <dgm:spPr/>
      <dgm:t>
        <a:bodyPr/>
        <a:lstStyle/>
        <a:p>
          <a:endParaRPr lang="en-US"/>
        </a:p>
      </dgm:t>
    </dgm:pt>
    <dgm:pt modelId="{D86492A5-93B9-4794-B4E4-4B80A8525A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the</a:t>
          </a:r>
          <a:r>
            <a:rPr lang="tr-TR" dirty="0"/>
            <a:t> </a:t>
          </a:r>
          <a:r>
            <a:rPr lang="en-US" dirty="0"/>
            <a:t>bitcoin network</a:t>
          </a:r>
        </a:p>
      </dgm:t>
    </dgm:pt>
    <dgm:pt modelId="{B8B340D7-E3B6-4781-A2C0-71E9D8AC3CFF}" type="parTrans" cxnId="{B3E85D5B-D154-40C4-B98F-E72C79D0EA95}">
      <dgm:prSet/>
      <dgm:spPr/>
      <dgm:t>
        <a:bodyPr/>
        <a:lstStyle/>
        <a:p>
          <a:endParaRPr lang="en-US"/>
        </a:p>
      </dgm:t>
    </dgm:pt>
    <dgm:pt modelId="{34C60F75-9EED-47E4-8FE0-84E3FA982098}" type="sibTrans" cxnId="{B3E85D5B-D154-40C4-B98F-E72C79D0EA95}">
      <dgm:prSet/>
      <dgm:spPr/>
      <dgm:t>
        <a:bodyPr/>
        <a:lstStyle/>
        <a:p>
          <a:endParaRPr lang="en-US"/>
        </a:p>
      </dgm:t>
    </dgm:pt>
    <dgm:pt modelId="{7F8297F3-E579-4FC1-8FFB-D19DF05DB8D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Users control the coins </a:t>
          </a:r>
          <a:r>
            <a:rPr lang="tr-TR" dirty="0"/>
            <a:t> </a:t>
          </a:r>
          <a:endParaRPr lang="en-US" dirty="0"/>
        </a:p>
      </dgm:t>
    </dgm:pt>
    <dgm:pt modelId="{71811B04-ED53-47E5-8ADF-E13D482D1CEE}" type="parTrans" cxnId="{48EA61E0-E95C-4DB5-B2B4-FF23F82BAC0F}">
      <dgm:prSet/>
      <dgm:spPr/>
      <dgm:t>
        <a:bodyPr/>
        <a:lstStyle/>
        <a:p>
          <a:endParaRPr lang="en-US"/>
        </a:p>
      </dgm:t>
    </dgm:pt>
    <dgm:pt modelId="{EE60E3CC-B73E-4E8B-AD75-18A5F08BA3C1}" type="sibTrans" cxnId="{48EA61E0-E95C-4DB5-B2B4-FF23F82BAC0F}">
      <dgm:prSet/>
      <dgm:spPr/>
      <dgm:t>
        <a:bodyPr/>
        <a:lstStyle/>
        <a:p>
          <a:endParaRPr lang="en-US"/>
        </a:p>
      </dgm:t>
    </dgm:pt>
    <dgm:pt modelId="{C0C39AFF-AB9C-4921-A70C-CD11FEB06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signing transactions</a:t>
          </a:r>
        </a:p>
      </dgm:t>
    </dgm:pt>
    <dgm:pt modelId="{50DDEF65-BAA8-41A9-BD56-6D39A26C9B16}" type="parTrans" cxnId="{454723A4-7D47-428D-BEBA-4AC0F26F0B3E}">
      <dgm:prSet/>
      <dgm:spPr/>
      <dgm:t>
        <a:bodyPr/>
        <a:lstStyle/>
        <a:p>
          <a:endParaRPr lang="en-US"/>
        </a:p>
      </dgm:t>
    </dgm:pt>
    <dgm:pt modelId="{B8FAB71E-ABAA-4340-8890-836AF38F98C8}" type="sibTrans" cxnId="{454723A4-7D47-428D-BEBA-4AC0F26F0B3E}">
      <dgm:prSet/>
      <dgm:spPr/>
      <dgm:t>
        <a:bodyPr/>
        <a:lstStyle/>
        <a:p>
          <a:endParaRPr lang="en-US"/>
        </a:p>
      </dgm:t>
    </dgm:pt>
    <dgm:pt modelId="{9570BDAE-A3D2-467F-B671-B6B2351F6D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Wallet = Keychain</a:t>
          </a:r>
          <a:endParaRPr lang="en-US" dirty="0"/>
        </a:p>
      </dgm:t>
    </dgm:pt>
    <dgm:pt modelId="{85B1D68E-D83D-46AB-A249-0E1A15044CC9}" type="parTrans" cxnId="{E11558B5-4C0A-4105-BFA6-4CA05A7034B4}">
      <dgm:prSet/>
      <dgm:spPr/>
      <dgm:t>
        <a:bodyPr/>
        <a:lstStyle/>
        <a:p>
          <a:endParaRPr lang="en-US"/>
        </a:p>
      </dgm:t>
    </dgm:pt>
    <dgm:pt modelId="{ACA4C55D-CE29-450B-AA08-FA910E7C9416}" type="sibTrans" cxnId="{E11558B5-4C0A-4105-BFA6-4CA05A7034B4}">
      <dgm:prSet/>
      <dgm:spPr/>
      <dgm:t>
        <a:bodyPr/>
        <a:lstStyle/>
        <a:p>
          <a:endParaRPr lang="en-US"/>
        </a:p>
      </dgm:t>
    </dgm:pt>
    <dgm:pt modelId="{4E3E4A21-E611-4363-B66B-2AB7764F7B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wallet</a:t>
          </a:r>
          <a:r>
            <a:rPr lang="tr-TR" dirty="0"/>
            <a:t> </a:t>
          </a:r>
          <a:r>
            <a:rPr lang="en-US" dirty="0"/>
            <a:t>is a keychain</a:t>
          </a:r>
        </a:p>
      </dgm:t>
    </dgm:pt>
    <dgm:pt modelId="{BF2DA152-EB3B-42F5-9766-F4F86144D227}" type="parTrans" cxnId="{08ACB438-9A33-4C10-B513-C8A9E43290AF}">
      <dgm:prSet/>
      <dgm:spPr/>
      <dgm:t>
        <a:bodyPr/>
        <a:lstStyle/>
        <a:p>
          <a:endParaRPr lang="en-US"/>
        </a:p>
      </dgm:t>
    </dgm:pt>
    <dgm:pt modelId="{61523154-1A6A-40A4-AF7D-81DE8DA7541C}" type="sibTrans" cxnId="{08ACB438-9A33-4C10-B513-C8A9E43290AF}">
      <dgm:prSet/>
      <dgm:spPr/>
      <dgm:t>
        <a:bodyPr/>
        <a:lstStyle/>
        <a:p>
          <a:endParaRPr lang="en-US"/>
        </a:p>
      </dgm:t>
    </dgm:pt>
    <dgm:pt modelId="{59609D85-DDAA-487C-8499-72A1108E35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“coins”</a:t>
          </a:r>
          <a:r>
            <a:rPr lang="tr-TR" dirty="0"/>
            <a:t> </a:t>
          </a:r>
          <a:r>
            <a:rPr lang="en-US" dirty="0"/>
            <a:t>are recorded</a:t>
          </a:r>
        </a:p>
      </dgm:t>
    </dgm:pt>
    <dgm:pt modelId="{017847B1-B06A-4604-9C7C-7E3900909871}" type="parTrans" cxnId="{BA01B410-2075-4345-B107-B96DABECB593}">
      <dgm:prSet/>
      <dgm:spPr/>
    </dgm:pt>
    <dgm:pt modelId="{9EE388DC-D6BC-4D45-A5AC-F9CEC83710F4}" type="sibTrans" cxnId="{BA01B410-2075-4345-B107-B96DABECB593}">
      <dgm:prSet/>
      <dgm:spPr/>
    </dgm:pt>
    <dgm:pt modelId="{2DF8C679-33F4-4F82-BA36-98C2FEA205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blockchain</a:t>
          </a:r>
          <a:endParaRPr lang="en-US" dirty="0"/>
        </a:p>
      </dgm:t>
    </dgm:pt>
    <dgm:pt modelId="{474A5B2D-8AF9-4D44-BA39-4E46F59047CC}" type="parTrans" cxnId="{4FAC1773-ECE7-46BA-B8EA-C559225950CF}">
      <dgm:prSet/>
      <dgm:spPr/>
    </dgm:pt>
    <dgm:pt modelId="{F6135A36-F62B-4071-9EF1-F60E49313011}" type="sibTrans" cxnId="{4FAC1773-ECE7-46BA-B8EA-C559225950CF}">
      <dgm:prSet/>
      <dgm:spPr/>
    </dgm:pt>
    <dgm:pt modelId="{CF21D8CD-20FC-4B8E-AB81-69D944710E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</a:t>
          </a:r>
          <a:r>
            <a:rPr lang="tr-TR" dirty="0"/>
            <a:t> </a:t>
          </a:r>
          <a:r>
            <a:rPr lang="en-US" dirty="0"/>
            <a:t>the keys</a:t>
          </a:r>
        </a:p>
      </dgm:t>
    </dgm:pt>
    <dgm:pt modelId="{08E1CEC5-5537-4955-9548-F08C8A549BBA}" type="parTrans" cxnId="{24A891EC-D247-4E9C-BB59-B978A725260F}">
      <dgm:prSet/>
      <dgm:spPr/>
    </dgm:pt>
    <dgm:pt modelId="{EFE3CD6E-40FE-472B-A326-9645A95CDA5C}" type="sibTrans" cxnId="{24A891EC-D247-4E9C-BB59-B978A725260F}">
      <dgm:prSet/>
      <dgm:spPr/>
    </dgm:pt>
    <dgm:pt modelId="{FE0C5364-522D-4032-AFFC-8DDCB0E550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their wallets</a:t>
          </a:r>
        </a:p>
      </dgm:t>
    </dgm:pt>
    <dgm:pt modelId="{59EAE6A2-EAC9-4B18-AE59-1A272C312C1B}" type="parTrans" cxnId="{1033A9FB-0539-476B-AAC6-A11756707D7E}">
      <dgm:prSet/>
      <dgm:spPr/>
    </dgm:pt>
    <dgm:pt modelId="{282B78F8-E35B-44B5-8D90-A208E87DA308}" type="sibTrans" cxnId="{1033A9FB-0539-476B-AAC6-A11756707D7E}">
      <dgm:prSet/>
      <dgm:spPr/>
    </dgm:pt>
    <dgm:pt modelId="{6F929187-1DBA-44EF-8767-0D1EA0AE09C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Keeps chain of keys</a:t>
          </a:r>
          <a:endParaRPr lang="en-US" dirty="0"/>
        </a:p>
      </dgm:t>
    </dgm:pt>
    <dgm:pt modelId="{6C040A2C-7961-4D85-B615-A5A3E938DDA8}" type="parTrans" cxnId="{3BF3B004-BE10-4DB9-88E4-F9D354904546}">
      <dgm:prSet/>
      <dgm:spPr/>
    </dgm:pt>
    <dgm:pt modelId="{C97AF918-9548-45F8-897D-B84277240D6B}" type="sibTrans" cxnId="{3BF3B004-BE10-4DB9-88E4-F9D354904546}">
      <dgm:prSet/>
      <dgm:spPr/>
    </dgm:pt>
    <dgm:pt modelId="{20BC555E-1FB0-4016-8241-55BC5DC6F2CD}" type="pres">
      <dgm:prSet presAssocID="{E89D7BAC-CEEA-4E86-A69A-9467A6B21A12}" presName="root" presStyleCnt="0">
        <dgm:presLayoutVars>
          <dgm:dir/>
          <dgm:resizeHandles val="exact"/>
        </dgm:presLayoutVars>
      </dgm:prSet>
      <dgm:spPr/>
    </dgm:pt>
    <dgm:pt modelId="{0799E745-CF9B-4A0A-BD5D-A620AF61DD80}" type="pres">
      <dgm:prSet presAssocID="{3222BAA4-29AE-41F0-BC15-88141965C2D6}" presName="compNode" presStyleCnt="0"/>
      <dgm:spPr/>
    </dgm:pt>
    <dgm:pt modelId="{E15FBCBE-80A9-4BF1-99EA-04B16E560B7F}" type="pres">
      <dgm:prSet presAssocID="{3222BAA4-29AE-41F0-BC15-88141965C2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1AA30EA-0559-4DF0-AA31-1FF2AF27F764}" type="pres">
      <dgm:prSet presAssocID="{3222BAA4-29AE-41F0-BC15-88141965C2D6}" presName="iconSpace" presStyleCnt="0"/>
      <dgm:spPr/>
    </dgm:pt>
    <dgm:pt modelId="{1B8E2864-47CA-4A45-BD83-BC1331A71E63}" type="pres">
      <dgm:prSet presAssocID="{3222BAA4-29AE-41F0-BC15-88141965C2D6}" presName="parTx" presStyleLbl="revTx" presStyleIdx="0" presStyleCnt="6">
        <dgm:presLayoutVars>
          <dgm:chMax val="0"/>
          <dgm:chPref val="0"/>
        </dgm:presLayoutVars>
      </dgm:prSet>
      <dgm:spPr/>
    </dgm:pt>
    <dgm:pt modelId="{B8AD4157-C36B-4D0D-8AFF-1BC66434EB7E}" type="pres">
      <dgm:prSet presAssocID="{3222BAA4-29AE-41F0-BC15-88141965C2D6}" presName="txSpace" presStyleCnt="0"/>
      <dgm:spPr/>
    </dgm:pt>
    <dgm:pt modelId="{CA371EC6-4FF4-4531-837F-182A1DF4F7DB}" type="pres">
      <dgm:prSet presAssocID="{3222BAA4-29AE-41F0-BC15-88141965C2D6}" presName="desTx" presStyleLbl="revTx" presStyleIdx="1" presStyleCnt="6">
        <dgm:presLayoutVars/>
      </dgm:prSet>
      <dgm:spPr/>
    </dgm:pt>
    <dgm:pt modelId="{377CBC6E-6842-4719-A02B-3AB3BD05CBA0}" type="pres">
      <dgm:prSet presAssocID="{65F9ED4D-85A7-42A6-9D46-E94DD1D38757}" presName="sibTrans" presStyleCnt="0"/>
      <dgm:spPr/>
    </dgm:pt>
    <dgm:pt modelId="{C1A5F235-ED33-4CC8-9181-0EED3FA60B95}" type="pres">
      <dgm:prSet presAssocID="{7F8297F3-E579-4FC1-8FFB-D19DF05DB8D5}" presName="compNode" presStyleCnt="0"/>
      <dgm:spPr/>
    </dgm:pt>
    <dgm:pt modelId="{76E46124-17F3-4AE2-A21E-E0CEB43C99BB}" type="pres">
      <dgm:prSet presAssocID="{7F8297F3-E579-4FC1-8FFB-D19DF05DB8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52964790-15BA-4355-8BE5-241E69DF049A}" type="pres">
      <dgm:prSet presAssocID="{7F8297F3-E579-4FC1-8FFB-D19DF05DB8D5}" presName="iconSpace" presStyleCnt="0"/>
      <dgm:spPr/>
    </dgm:pt>
    <dgm:pt modelId="{B4D2D569-ED7C-45DA-AFBD-3C2DCD360982}" type="pres">
      <dgm:prSet presAssocID="{7F8297F3-E579-4FC1-8FFB-D19DF05DB8D5}" presName="parTx" presStyleLbl="revTx" presStyleIdx="2" presStyleCnt="6">
        <dgm:presLayoutVars>
          <dgm:chMax val="0"/>
          <dgm:chPref val="0"/>
        </dgm:presLayoutVars>
      </dgm:prSet>
      <dgm:spPr/>
    </dgm:pt>
    <dgm:pt modelId="{CF423ECB-11FE-42CA-8A0F-063881688809}" type="pres">
      <dgm:prSet presAssocID="{7F8297F3-E579-4FC1-8FFB-D19DF05DB8D5}" presName="txSpace" presStyleCnt="0"/>
      <dgm:spPr/>
    </dgm:pt>
    <dgm:pt modelId="{8C1F866F-F74D-43A9-B319-64D24A2BB480}" type="pres">
      <dgm:prSet presAssocID="{7F8297F3-E579-4FC1-8FFB-D19DF05DB8D5}" presName="desTx" presStyleLbl="revTx" presStyleIdx="3" presStyleCnt="6">
        <dgm:presLayoutVars/>
      </dgm:prSet>
      <dgm:spPr/>
    </dgm:pt>
    <dgm:pt modelId="{79E8753B-DC01-4557-A069-9F893C18754B}" type="pres">
      <dgm:prSet presAssocID="{EE60E3CC-B73E-4E8B-AD75-18A5F08BA3C1}" presName="sibTrans" presStyleCnt="0"/>
      <dgm:spPr/>
    </dgm:pt>
    <dgm:pt modelId="{A4592005-EDA3-435A-935D-418349548BBD}" type="pres">
      <dgm:prSet presAssocID="{9570BDAE-A3D2-467F-B671-B6B2351F6D73}" presName="compNode" presStyleCnt="0"/>
      <dgm:spPr/>
    </dgm:pt>
    <dgm:pt modelId="{940E6F4F-2E19-4398-A7B3-7F011AA3D4B8}" type="pres">
      <dgm:prSet presAssocID="{9570BDAE-A3D2-467F-B671-B6B2351F6D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E73621D-655D-4B7B-8FF5-667465DAAA6C}" type="pres">
      <dgm:prSet presAssocID="{9570BDAE-A3D2-467F-B671-B6B2351F6D73}" presName="iconSpace" presStyleCnt="0"/>
      <dgm:spPr/>
    </dgm:pt>
    <dgm:pt modelId="{722D80E2-A27F-4349-B06B-8AEFECB0E79F}" type="pres">
      <dgm:prSet presAssocID="{9570BDAE-A3D2-467F-B671-B6B2351F6D73}" presName="parTx" presStyleLbl="revTx" presStyleIdx="4" presStyleCnt="6">
        <dgm:presLayoutVars>
          <dgm:chMax val="0"/>
          <dgm:chPref val="0"/>
        </dgm:presLayoutVars>
      </dgm:prSet>
      <dgm:spPr/>
    </dgm:pt>
    <dgm:pt modelId="{8AD88E23-49D8-4F7C-BEF7-9ED811D227C0}" type="pres">
      <dgm:prSet presAssocID="{9570BDAE-A3D2-467F-B671-B6B2351F6D73}" presName="txSpace" presStyleCnt="0"/>
      <dgm:spPr/>
    </dgm:pt>
    <dgm:pt modelId="{50786790-C865-45D1-863A-B91F6CBC7165}" type="pres">
      <dgm:prSet presAssocID="{9570BDAE-A3D2-467F-B671-B6B2351F6D73}" presName="desTx" presStyleLbl="revTx" presStyleIdx="5" presStyleCnt="6">
        <dgm:presLayoutVars/>
      </dgm:prSet>
      <dgm:spPr/>
    </dgm:pt>
  </dgm:ptLst>
  <dgm:cxnLst>
    <dgm:cxn modelId="{3BF3B004-BE10-4DB9-88E4-F9D354904546}" srcId="{9570BDAE-A3D2-467F-B671-B6B2351F6D73}" destId="{6F929187-1DBA-44EF-8767-0D1EA0AE09C9}" srcOrd="1" destOrd="0" parTransId="{6C040A2C-7961-4D85-B615-A5A3E938DDA8}" sibTransId="{C97AF918-9548-45F8-897D-B84277240D6B}"/>
    <dgm:cxn modelId="{A31F6B0D-4BC8-4647-B041-A08A4A8C2B15}" type="presOf" srcId="{CF21D8CD-20FC-4B8E-AB81-69D944710E83}" destId="{8C1F866F-F74D-43A9-B319-64D24A2BB480}" srcOrd="0" destOrd="1" presId="urn:microsoft.com/office/officeart/2018/5/layout/CenteredIconLabelDescriptionList"/>
    <dgm:cxn modelId="{BA01B410-2075-4345-B107-B96DABECB593}" srcId="{3222BAA4-29AE-41F0-BC15-88141965C2D6}" destId="{59609D85-DDAA-487C-8499-72A1108E3514}" srcOrd="0" destOrd="0" parTransId="{017847B1-B06A-4604-9C7C-7E3900909871}" sibTransId="{9EE388DC-D6BC-4D45-A5AC-F9CEC83710F4}"/>
    <dgm:cxn modelId="{FED79013-1217-4254-987C-6AA401C1F152}" srcId="{E89D7BAC-CEEA-4E86-A69A-9467A6B21A12}" destId="{3222BAA4-29AE-41F0-BC15-88141965C2D6}" srcOrd="0" destOrd="0" parTransId="{13C2A8CB-7A26-4486-9BA1-CC0426F77C90}" sibTransId="{65F9ED4D-85A7-42A6-9D46-E94DD1D38757}"/>
    <dgm:cxn modelId="{08ACB438-9A33-4C10-B513-C8A9E43290AF}" srcId="{9570BDAE-A3D2-467F-B671-B6B2351F6D73}" destId="{4E3E4A21-E611-4363-B66B-2AB7764F7B08}" srcOrd="0" destOrd="0" parTransId="{BF2DA152-EB3B-42F5-9766-F4F86144D227}" sibTransId="{61523154-1A6A-40A4-AF7D-81DE8DA7541C}"/>
    <dgm:cxn modelId="{DEE1583B-5E1A-4192-8B4C-B34D593B698B}" type="presOf" srcId="{E89D7BAC-CEEA-4E86-A69A-9467A6B21A12}" destId="{20BC555E-1FB0-4016-8241-55BC5DC6F2CD}" srcOrd="0" destOrd="0" presId="urn:microsoft.com/office/officeart/2018/5/layout/CenteredIconLabelDescriptionList"/>
    <dgm:cxn modelId="{B3E85D5B-D154-40C4-B98F-E72C79D0EA95}" srcId="{3222BAA4-29AE-41F0-BC15-88141965C2D6}" destId="{D86492A5-93B9-4794-B4E4-4B80A8525A17}" srcOrd="1" destOrd="0" parTransId="{B8B340D7-E3B6-4781-A2C0-71E9D8AC3CFF}" sibTransId="{34C60F75-9EED-47E4-8FE0-84E3FA982098}"/>
    <dgm:cxn modelId="{C157FA41-EA5F-46E2-85B4-9040ACF913AD}" type="presOf" srcId="{3222BAA4-29AE-41F0-BC15-88141965C2D6}" destId="{1B8E2864-47CA-4A45-BD83-BC1331A71E63}" srcOrd="0" destOrd="0" presId="urn:microsoft.com/office/officeart/2018/5/layout/CenteredIconLabelDescriptionList"/>
    <dgm:cxn modelId="{6E536245-4FBE-42F9-832D-3D218497AB28}" type="presOf" srcId="{4E3E4A21-E611-4363-B66B-2AB7764F7B08}" destId="{50786790-C865-45D1-863A-B91F6CBC7165}" srcOrd="0" destOrd="0" presId="urn:microsoft.com/office/officeart/2018/5/layout/CenteredIconLabelDescriptionList"/>
    <dgm:cxn modelId="{4FAC1773-ECE7-46BA-B8EA-C559225950CF}" srcId="{3222BAA4-29AE-41F0-BC15-88141965C2D6}" destId="{2DF8C679-33F4-4F82-BA36-98C2FEA205ED}" srcOrd="2" destOrd="0" parTransId="{474A5B2D-8AF9-4D44-BA39-4E46F59047CC}" sibTransId="{F6135A36-F62B-4071-9EF1-F60E49313011}"/>
    <dgm:cxn modelId="{7741B88A-38F9-4A5A-AAA2-CBCB2A74B647}" type="presOf" srcId="{C0C39AFF-AB9C-4921-A70C-CD11FEB06A49}" destId="{8C1F866F-F74D-43A9-B319-64D24A2BB480}" srcOrd="0" destOrd="0" presId="urn:microsoft.com/office/officeart/2018/5/layout/CenteredIconLabelDescriptionList"/>
    <dgm:cxn modelId="{EB95CD91-F40B-4EA2-A6B4-80070524DBF3}" type="presOf" srcId="{59609D85-DDAA-487C-8499-72A1108E3514}" destId="{CA371EC6-4FF4-4531-837F-182A1DF4F7DB}" srcOrd="0" destOrd="0" presId="urn:microsoft.com/office/officeart/2018/5/layout/CenteredIconLabelDescriptionList"/>
    <dgm:cxn modelId="{454723A4-7D47-428D-BEBA-4AC0F26F0B3E}" srcId="{7F8297F3-E579-4FC1-8FFB-D19DF05DB8D5}" destId="{C0C39AFF-AB9C-4921-A70C-CD11FEB06A49}" srcOrd="0" destOrd="0" parTransId="{50DDEF65-BAA8-41A9-BD56-6D39A26C9B16}" sibTransId="{B8FAB71E-ABAA-4340-8890-836AF38F98C8}"/>
    <dgm:cxn modelId="{E7E4B2B2-B421-4C02-A323-AB5CF3E28114}" type="presOf" srcId="{FE0C5364-522D-4032-AFFC-8DDCB0E550C8}" destId="{8C1F866F-F74D-43A9-B319-64D24A2BB480}" srcOrd="0" destOrd="2" presId="urn:microsoft.com/office/officeart/2018/5/layout/CenteredIconLabelDescriptionList"/>
    <dgm:cxn modelId="{69DC72B4-DFFB-4E59-9435-CEE8D650842B}" type="presOf" srcId="{9570BDAE-A3D2-467F-B671-B6B2351F6D73}" destId="{722D80E2-A27F-4349-B06B-8AEFECB0E79F}" srcOrd="0" destOrd="0" presId="urn:microsoft.com/office/officeart/2018/5/layout/CenteredIconLabelDescriptionList"/>
    <dgm:cxn modelId="{E11558B5-4C0A-4105-BFA6-4CA05A7034B4}" srcId="{E89D7BAC-CEEA-4E86-A69A-9467A6B21A12}" destId="{9570BDAE-A3D2-467F-B671-B6B2351F6D73}" srcOrd="2" destOrd="0" parTransId="{85B1D68E-D83D-46AB-A249-0E1A15044CC9}" sibTransId="{ACA4C55D-CE29-450B-AA08-FA910E7C9416}"/>
    <dgm:cxn modelId="{C8ED99B7-7FE9-415C-A2B1-CD1114A208D3}" type="presOf" srcId="{2DF8C679-33F4-4F82-BA36-98C2FEA205ED}" destId="{CA371EC6-4FF4-4531-837F-182A1DF4F7DB}" srcOrd="0" destOrd="2" presId="urn:microsoft.com/office/officeart/2018/5/layout/CenteredIconLabelDescriptionList"/>
    <dgm:cxn modelId="{88B67AC9-513C-43B8-959A-612701E93E9F}" type="presOf" srcId="{D86492A5-93B9-4794-B4E4-4B80A8525A17}" destId="{CA371EC6-4FF4-4531-837F-182A1DF4F7DB}" srcOrd="0" destOrd="1" presId="urn:microsoft.com/office/officeart/2018/5/layout/CenteredIconLabelDescriptionList"/>
    <dgm:cxn modelId="{48EA61E0-E95C-4DB5-B2B4-FF23F82BAC0F}" srcId="{E89D7BAC-CEEA-4E86-A69A-9467A6B21A12}" destId="{7F8297F3-E579-4FC1-8FFB-D19DF05DB8D5}" srcOrd="1" destOrd="0" parTransId="{71811B04-ED53-47E5-8ADF-E13D482D1CEE}" sibTransId="{EE60E3CC-B73E-4E8B-AD75-18A5F08BA3C1}"/>
    <dgm:cxn modelId="{24A891EC-D247-4E9C-BB59-B978A725260F}" srcId="{7F8297F3-E579-4FC1-8FFB-D19DF05DB8D5}" destId="{CF21D8CD-20FC-4B8E-AB81-69D944710E83}" srcOrd="1" destOrd="0" parTransId="{08E1CEC5-5537-4955-9548-F08C8A549BBA}" sibTransId="{EFE3CD6E-40FE-472B-A326-9645A95CDA5C}"/>
    <dgm:cxn modelId="{FF35B8F2-0847-45B4-A4D3-86C09EC1F781}" type="presOf" srcId="{6F929187-1DBA-44EF-8767-0D1EA0AE09C9}" destId="{50786790-C865-45D1-863A-B91F6CBC7165}" srcOrd="0" destOrd="1" presId="urn:microsoft.com/office/officeart/2018/5/layout/CenteredIconLabelDescriptionList"/>
    <dgm:cxn modelId="{EE597CF6-85EA-46B7-BE8C-0D8281E0FD4A}" type="presOf" srcId="{7F8297F3-E579-4FC1-8FFB-D19DF05DB8D5}" destId="{B4D2D569-ED7C-45DA-AFBD-3C2DCD360982}" srcOrd="0" destOrd="0" presId="urn:microsoft.com/office/officeart/2018/5/layout/CenteredIconLabelDescriptionList"/>
    <dgm:cxn modelId="{1033A9FB-0539-476B-AAC6-A11756707D7E}" srcId="{7F8297F3-E579-4FC1-8FFB-D19DF05DB8D5}" destId="{FE0C5364-522D-4032-AFFC-8DDCB0E550C8}" srcOrd="2" destOrd="0" parTransId="{59EAE6A2-EAC9-4B18-AE59-1A272C312C1B}" sibTransId="{282B78F8-E35B-44B5-8D90-A208E87DA308}"/>
    <dgm:cxn modelId="{0BBEB560-47EC-456C-8B34-D8F1B99EC679}" type="presParOf" srcId="{20BC555E-1FB0-4016-8241-55BC5DC6F2CD}" destId="{0799E745-CF9B-4A0A-BD5D-A620AF61DD80}" srcOrd="0" destOrd="0" presId="urn:microsoft.com/office/officeart/2018/5/layout/CenteredIconLabelDescriptionList"/>
    <dgm:cxn modelId="{3EC4168B-FBBB-4B40-B7D5-434C83CE71D2}" type="presParOf" srcId="{0799E745-CF9B-4A0A-BD5D-A620AF61DD80}" destId="{E15FBCBE-80A9-4BF1-99EA-04B16E560B7F}" srcOrd="0" destOrd="0" presId="urn:microsoft.com/office/officeart/2018/5/layout/CenteredIconLabelDescriptionList"/>
    <dgm:cxn modelId="{8E0F034E-3E25-473E-9D05-C0306DDBA5D5}" type="presParOf" srcId="{0799E745-CF9B-4A0A-BD5D-A620AF61DD80}" destId="{31AA30EA-0559-4DF0-AA31-1FF2AF27F764}" srcOrd="1" destOrd="0" presId="urn:microsoft.com/office/officeart/2018/5/layout/CenteredIconLabelDescriptionList"/>
    <dgm:cxn modelId="{A20D4EBE-4F02-48B8-8698-48BFA2890F68}" type="presParOf" srcId="{0799E745-CF9B-4A0A-BD5D-A620AF61DD80}" destId="{1B8E2864-47CA-4A45-BD83-BC1331A71E63}" srcOrd="2" destOrd="0" presId="urn:microsoft.com/office/officeart/2018/5/layout/CenteredIconLabelDescriptionList"/>
    <dgm:cxn modelId="{D8A7ED92-756B-4D72-AA9B-C30928187BEC}" type="presParOf" srcId="{0799E745-CF9B-4A0A-BD5D-A620AF61DD80}" destId="{B8AD4157-C36B-4D0D-8AFF-1BC66434EB7E}" srcOrd="3" destOrd="0" presId="urn:microsoft.com/office/officeart/2018/5/layout/CenteredIconLabelDescriptionList"/>
    <dgm:cxn modelId="{AE16D1E5-6242-4FB5-AAA5-40E17C85E9B9}" type="presParOf" srcId="{0799E745-CF9B-4A0A-BD5D-A620AF61DD80}" destId="{CA371EC6-4FF4-4531-837F-182A1DF4F7DB}" srcOrd="4" destOrd="0" presId="urn:microsoft.com/office/officeart/2018/5/layout/CenteredIconLabelDescriptionList"/>
    <dgm:cxn modelId="{B49E83EB-FFF5-4D93-8EAA-A0FBA6ECDA24}" type="presParOf" srcId="{20BC555E-1FB0-4016-8241-55BC5DC6F2CD}" destId="{377CBC6E-6842-4719-A02B-3AB3BD05CBA0}" srcOrd="1" destOrd="0" presId="urn:microsoft.com/office/officeart/2018/5/layout/CenteredIconLabelDescriptionList"/>
    <dgm:cxn modelId="{5D68CBBF-E375-431D-BE5D-246F50EEB472}" type="presParOf" srcId="{20BC555E-1FB0-4016-8241-55BC5DC6F2CD}" destId="{C1A5F235-ED33-4CC8-9181-0EED3FA60B95}" srcOrd="2" destOrd="0" presId="urn:microsoft.com/office/officeart/2018/5/layout/CenteredIconLabelDescriptionList"/>
    <dgm:cxn modelId="{F6583154-6F81-4E9F-BDEB-42089D2687A3}" type="presParOf" srcId="{C1A5F235-ED33-4CC8-9181-0EED3FA60B95}" destId="{76E46124-17F3-4AE2-A21E-E0CEB43C99BB}" srcOrd="0" destOrd="0" presId="urn:microsoft.com/office/officeart/2018/5/layout/CenteredIconLabelDescriptionList"/>
    <dgm:cxn modelId="{BBF138EE-AB86-45D8-A9F4-4FE52C2B5C8D}" type="presParOf" srcId="{C1A5F235-ED33-4CC8-9181-0EED3FA60B95}" destId="{52964790-15BA-4355-8BE5-241E69DF049A}" srcOrd="1" destOrd="0" presId="urn:microsoft.com/office/officeart/2018/5/layout/CenteredIconLabelDescriptionList"/>
    <dgm:cxn modelId="{6B4DED6B-DD7C-4BC6-8601-6C69D5ABC6EF}" type="presParOf" srcId="{C1A5F235-ED33-4CC8-9181-0EED3FA60B95}" destId="{B4D2D569-ED7C-45DA-AFBD-3C2DCD360982}" srcOrd="2" destOrd="0" presId="urn:microsoft.com/office/officeart/2018/5/layout/CenteredIconLabelDescriptionList"/>
    <dgm:cxn modelId="{9830CAEF-D490-4343-A57D-BF5482E7CAAC}" type="presParOf" srcId="{C1A5F235-ED33-4CC8-9181-0EED3FA60B95}" destId="{CF423ECB-11FE-42CA-8A0F-063881688809}" srcOrd="3" destOrd="0" presId="urn:microsoft.com/office/officeart/2018/5/layout/CenteredIconLabelDescriptionList"/>
    <dgm:cxn modelId="{9FCE6A4E-FFD3-4284-996A-8CF432C66DBC}" type="presParOf" srcId="{C1A5F235-ED33-4CC8-9181-0EED3FA60B95}" destId="{8C1F866F-F74D-43A9-B319-64D24A2BB480}" srcOrd="4" destOrd="0" presId="urn:microsoft.com/office/officeart/2018/5/layout/CenteredIconLabelDescriptionList"/>
    <dgm:cxn modelId="{4DBBEDFA-8A59-478D-9BE3-4092BF66DC67}" type="presParOf" srcId="{20BC555E-1FB0-4016-8241-55BC5DC6F2CD}" destId="{79E8753B-DC01-4557-A069-9F893C18754B}" srcOrd="3" destOrd="0" presId="urn:microsoft.com/office/officeart/2018/5/layout/CenteredIconLabelDescriptionList"/>
    <dgm:cxn modelId="{D9EA41E6-5DED-4E4F-83A4-A97428219F58}" type="presParOf" srcId="{20BC555E-1FB0-4016-8241-55BC5DC6F2CD}" destId="{A4592005-EDA3-435A-935D-418349548BBD}" srcOrd="4" destOrd="0" presId="urn:microsoft.com/office/officeart/2018/5/layout/CenteredIconLabelDescriptionList"/>
    <dgm:cxn modelId="{68E0F18A-BC0C-42A2-BE8A-A5269FA5B39B}" type="presParOf" srcId="{A4592005-EDA3-435A-935D-418349548BBD}" destId="{940E6F4F-2E19-4398-A7B3-7F011AA3D4B8}" srcOrd="0" destOrd="0" presId="urn:microsoft.com/office/officeart/2018/5/layout/CenteredIconLabelDescriptionList"/>
    <dgm:cxn modelId="{7F84F7DB-F237-43D4-85ED-24E52B0A1D6F}" type="presParOf" srcId="{A4592005-EDA3-435A-935D-418349548BBD}" destId="{1E73621D-655D-4B7B-8FF5-667465DAAA6C}" srcOrd="1" destOrd="0" presId="urn:microsoft.com/office/officeart/2018/5/layout/CenteredIconLabelDescriptionList"/>
    <dgm:cxn modelId="{08DEE9D6-AFB2-4A79-B684-4E0A85769D3A}" type="presParOf" srcId="{A4592005-EDA3-435A-935D-418349548BBD}" destId="{722D80E2-A27F-4349-B06B-8AEFECB0E79F}" srcOrd="2" destOrd="0" presId="urn:microsoft.com/office/officeart/2018/5/layout/CenteredIconLabelDescriptionList"/>
    <dgm:cxn modelId="{71D968EA-56F8-4DF3-BA66-F9B29E46C1E2}" type="presParOf" srcId="{A4592005-EDA3-435A-935D-418349548BBD}" destId="{8AD88E23-49D8-4F7C-BEF7-9ED811D227C0}" srcOrd="3" destOrd="0" presId="urn:microsoft.com/office/officeart/2018/5/layout/CenteredIconLabelDescriptionList"/>
    <dgm:cxn modelId="{191545AA-AE3D-4635-B8D5-40F3936304BE}" type="presParOf" srcId="{A4592005-EDA3-435A-935D-418349548BBD}" destId="{50786790-C865-45D1-863A-B91F6CBC716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31970C-9CC9-48E3-8348-93A3F915D0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B67E5A-3C71-43D0-A2AA-6535C85582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Keys not coins</a:t>
          </a:r>
          <a:endParaRPr lang="en-US"/>
        </a:p>
      </dgm:t>
    </dgm:pt>
    <dgm:pt modelId="{3E43C8A2-F682-4B2A-9CD7-66EAFFAEE7B8}" type="parTrans" cxnId="{1ED73B5F-4FB4-4379-A4CA-857F45DA012F}">
      <dgm:prSet/>
      <dgm:spPr/>
      <dgm:t>
        <a:bodyPr/>
        <a:lstStyle/>
        <a:p>
          <a:endParaRPr lang="en-US"/>
        </a:p>
      </dgm:t>
    </dgm:pt>
    <dgm:pt modelId="{9BB49924-3E20-4807-8B71-390AC907A07F}" type="sibTrans" cxnId="{1ED73B5F-4FB4-4379-A4CA-857F45DA012F}">
      <dgm:prSet/>
      <dgm:spPr/>
      <dgm:t>
        <a:bodyPr/>
        <a:lstStyle/>
        <a:p>
          <a:endParaRPr lang="en-US"/>
        </a:p>
      </dgm:t>
    </dgm:pt>
    <dgm:pt modelId="{DBEC3764-B534-49D7-903A-51BCAD934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wallets contain keys, </a:t>
          </a:r>
        </a:p>
      </dgm:t>
    </dgm:pt>
    <dgm:pt modelId="{9F4A8F34-2B03-47C1-BC67-D3EBA9BFE1D7}" type="parTrans" cxnId="{CFE40840-6C54-45E7-92F4-B9FDEA0CEEF6}">
      <dgm:prSet/>
      <dgm:spPr/>
      <dgm:t>
        <a:bodyPr/>
        <a:lstStyle/>
        <a:p>
          <a:endParaRPr lang="en-US"/>
        </a:p>
      </dgm:t>
    </dgm:pt>
    <dgm:pt modelId="{76C9F7A1-DE6A-41B2-BED8-DAC1111CCF87}" type="sibTrans" cxnId="{CFE40840-6C54-45E7-92F4-B9FDEA0CEEF6}">
      <dgm:prSet/>
      <dgm:spPr/>
      <dgm:t>
        <a:bodyPr/>
        <a:lstStyle/>
        <a:p>
          <a:endParaRPr lang="en-US"/>
        </a:p>
      </dgm:t>
    </dgm:pt>
    <dgm:pt modelId="{145383E6-80D7-4A2B-BB7E-9EC47B75ED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Wallet for User</a:t>
          </a:r>
          <a:endParaRPr lang="en-US" dirty="0"/>
        </a:p>
      </dgm:t>
    </dgm:pt>
    <dgm:pt modelId="{96922B9A-4958-4859-B339-1CA5A42EFF4B}" type="parTrans" cxnId="{87F656BF-D9E8-4C54-AF2F-14EED6D3FB74}">
      <dgm:prSet/>
      <dgm:spPr/>
      <dgm:t>
        <a:bodyPr/>
        <a:lstStyle/>
        <a:p>
          <a:endParaRPr lang="en-US"/>
        </a:p>
      </dgm:t>
    </dgm:pt>
    <dgm:pt modelId="{F96EC475-9893-4730-B84E-49AC4D35096F}" type="sibTrans" cxnId="{87F656BF-D9E8-4C54-AF2F-14EED6D3FB74}">
      <dgm:prSet/>
      <dgm:spPr/>
      <dgm:t>
        <a:bodyPr/>
        <a:lstStyle/>
        <a:p>
          <a:endParaRPr lang="en-US"/>
        </a:p>
      </dgm:t>
    </dgm:pt>
    <dgm:pt modelId="{1733C338-912E-48A1-9CBF-31A3AFDC06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user has a wallet</a:t>
          </a:r>
        </a:p>
      </dgm:t>
    </dgm:pt>
    <dgm:pt modelId="{3DD19291-4CA0-4C5C-8D4B-7C335084E7C1}" type="parTrans" cxnId="{78F558CE-891A-4437-A296-0A637C4680D2}">
      <dgm:prSet/>
      <dgm:spPr/>
      <dgm:t>
        <a:bodyPr/>
        <a:lstStyle/>
        <a:p>
          <a:endParaRPr lang="en-US"/>
        </a:p>
      </dgm:t>
    </dgm:pt>
    <dgm:pt modelId="{D816D122-9D71-437D-A6BA-3B1C824B0076}" type="sibTrans" cxnId="{78F558CE-891A-4437-A296-0A637C4680D2}">
      <dgm:prSet/>
      <dgm:spPr/>
      <dgm:t>
        <a:bodyPr/>
        <a:lstStyle/>
        <a:p>
          <a:endParaRPr lang="en-US"/>
        </a:p>
      </dgm:t>
    </dgm:pt>
    <dgm:pt modelId="{7E3A653D-1821-47A1-B794-F98E616ECC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Wallets are keychains</a:t>
          </a:r>
        </a:p>
      </dgm:t>
    </dgm:pt>
    <dgm:pt modelId="{D21DB74C-0E89-4FAC-AAE9-DDF6EB3BC84B}" type="parTrans" cxnId="{D7B80D55-3E8D-41E1-A6D6-6E5F1D4FD56E}">
      <dgm:prSet/>
      <dgm:spPr/>
      <dgm:t>
        <a:bodyPr/>
        <a:lstStyle/>
        <a:p>
          <a:endParaRPr lang="en-US"/>
        </a:p>
      </dgm:t>
    </dgm:pt>
    <dgm:pt modelId="{A866C265-A57D-481D-B829-665C086585D3}" type="sibTrans" cxnId="{D7B80D55-3E8D-41E1-A6D6-6E5F1D4FD56E}">
      <dgm:prSet/>
      <dgm:spPr/>
      <dgm:t>
        <a:bodyPr/>
        <a:lstStyle/>
        <a:p>
          <a:endParaRPr lang="en-US"/>
        </a:p>
      </dgm:t>
    </dgm:pt>
    <dgm:pt modelId="{8C66066F-0719-423B-A11F-E464E3F2215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keeping</a:t>
          </a:r>
          <a:r>
            <a:rPr lang="en-US" dirty="0"/>
            <a:t> pairs of</a:t>
          </a:r>
        </a:p>
      </dgm:t>
    </dgm:pt>
    <dgm:pt modelId="{1089EB01-3449-4592-B630-41FAA50C477A}" type="parTrans" cxnId="{930628C8-CBEF-4C7E-BCE5-69BE97750131}">
      <dgm:prSet/>
      <dgm:spPr/>
      <dgm:t>
        <a:bodyPr/>
        <a:lstStyle/>
        <a:p>
          <a:endParaRPr lang="en-US"/>
        </a:p>
      </dgm:t>
    </dgm:pt>
    <dgm:pt modelId="{50C8F6B7-3AE3-40E7-BD51-11056962F183}" type="sibTrans" cxnId="{930628C8-CBEF-4C7E-BCE5-69BE97750131}">
      <dgm:prSet/>
      <dgm:spPr/>
      <dgm:t>
        <a:bodyPr/>
        <a:lstStyle/>
        <a:p>
          <a:endParaRPr lang="en-US"/>
        </a:p>
      </dgm:t>
    </dgm:pt>
    <dgm:pt modelId="{1B9A365A-F09A-483C-AC3E-D0B48283E5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not coins </a:t>
          </a:r>
        </a:p>
      </dgm:t>
    </dgm:pt>
    <dgm:pt modelId="{B0149446-A9D4-46E6-B173-3D5FE4E8A227}" type="parTrans" cxnId="{AE69D310-2942-4A09-BA5D-1BB57B9F4365}">
      <dgm:prSet/>
      <dgm:spPr/>
    </dgm:pt>
    <dgm:pt modelId="{B927D9FD-C54E-4FF3-A9D6-DC702587A5C0}" type="sibTrans" cxnId="{AE69D310-2942-4A09-BA5D-1BB57B9F4365}">
      <dgm:prSet/>
      <dgm:spPr/>
    </dgm:pt>
    <dgm:pt modelId="{9D65B0FF-BC5D-4703-A227-12987E66AB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containing</a:t>
          </a:r>
          <a:r>
            <a:rPr lang="tr-TR" dirty="0"/>
            <a:t> </a:t>
          </a:r>
          <a:r>
            <a:rPr lang="en-US" dirty="0"/>
            <a:t>keys</a:t>
          </a:r>
        </a:p>
      </dgm:t>
    </dgm:pt>
    <dgm:pt modelId="{710D5115-093A-4217-B169-95FA118ADA11}" type="parTrans" cxnId="{E3AF3D2B-93C6-44D0-AACD-F554829213F0}">
      <dgm:prSet/>
      <dgm:spPr/>
    </dgm:pt>
    <dgm:pt modelId="{782279E1-1709-4EC6-AC58-ED87E1D75A62}" type="sibTrans" cxnId="{E3AF3D2B-93C6-44D0-AACD-F554829213F0}">
      <dgm:prSet/>
      <dgm:spPr/>
    </dgm:pt>
    <dgm:pt modelId="{234C2867-3607-4415-A483-B47F17C711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private</a:t>
          </a:r>
          <a:r>
            <a:rPr lang="en-US" dirty="0"/>
            <a:t>/public keys </a:t>
          </a:r>
        </a:p>
      </dgm:t>
    </dgm:pt>
    <dgm:pt modelId="{998CD7B2-D2F8-4767-A97E-62652ACB85A8}" type="parTrans" cxnId="{974A6296-6E7B-4DFF-9DAD-2BDC2824CBB6}">
      <dgm:prSet/>
      <dgm:spPr/>
    </dgm:pt>
    <dgm:pt modelId="{65DA581F-85AF-4B76-B17E-BFDE99F58182}" type="sibTrans" cxnId="{974A6296-6E7B-4DFF-9DAD-2BDC2824CBB6}">
      <dgm:prSet/>
      <dgm:spPr/>
    </dgm:pt>
    <dgm:pt modelId="{5B2B0A6F-1977-43B0-9470-D6C2FE343A30}" type="pres">
      <dgm:prSet presAssocID="{BC31970C-9CC9-48E3-8348-93A3F915D0DF}" presName="root" presStyleCnt="0">
        <dgm:presLayoutVars>
          <dgm:dir/>
          <dgm:resizeHandles val="exact"/>
        </dgm:presLayoutVars>
      </dgm:prSet>
      <dgm:spPr/>
    </dgm:pt>
    <dgm:pt modelId="{363BAC68-2271-4853-B489-5007DEC9CBCB}" type="pres">
      <dgm:prSet presAssocID="{ACB67E5A-3C71-43D0-A2AA-6535C855822A}" presName="compNode" presStyleCnt="0"/>
      <dgm:spPr/>
    </dgm:pt>
    <dgm:pt modelId="{D7A4A812-3ADB-4311-B371-568AC390E0AB}" type="pres">
      <dgm:prSet presAssocID="{ACB67E5A-3C71-43D0-A2AA-6535C85582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6B14AC2-ADBE-4E17-AC7A-ED3641575B12}" type="pres">
      <dgm:prSet presAssocID="{ACB67E5A-3C71-43D0-A2AA-6535C855822A}" presName="iconSpace" presStyleCnt="0"/>
      <dgm:spPr/>
    </dgm:pt>
    <dgm:pt modelId="{2F3A3C89-C868-4E61-8ABD-F9F9112A60ED}" type="pres">
      <dgm:prSet presAssocID="{ACB67E5A-3C71-43D0-A2AA-6535C855822A}" presName="parTx" presStyleLbl="revTx" presStyleIdx="0" presStyleCnt="6">
        <dgm:presLayoutVars>
          <dgm:chMax val="0"/>
          <dgm:chPref val="0"/>
        </dgm:presLayoutVars>
      </dgm:prSet>
      <dgm:spPr/>
    </dgm:pt>
    <dgm:pt modelId="{8A217933-3C6E-4DB2-ADB1-A753776771D2}" type="pres">
      <dgm:prSet presAssocID="{ACB67E5A-3C71-43D0-A2AA-6535C855822A}" presName="txSpace" presStyleCnt="0"/>
      <dgm:spPr/>
    </dgm:pt>
    <dgm:pt modelId="{E5EFD2CA-1145-4730-9C48-B3FFDD4A3368}" type="pres">
      <dgm:prSet presAssocID="{ACB67E5A-3C71-43D0-A2AA-6535C855822A}" presName="desTx" presStyleLbl="revTx" presStyleIdx="1" presStyleCnt="6">
        <dgm:presLayoutVars/>
      </dgm:prSet>
      <dgm:spPr/>
    </dgm:pt>
    <dgm:pt modelId="{02B9BB27-7C61-4F3C-85C7-C6688B6C1325}" type="pres">
      <dgm:prSet presAssocID="{9BB49924-3E20-4807-8B71-390AC907A07F}" presName="sibTrans" presStyleCnt="0"/>
      <dgm:spPr/>
    </dgm:pt>
    <dgm:pt modelId="{90E128A8-90FD-4E16-9997-30DB52A1F6AC}" type="pres">
      <dgm:prSet presAssocID="{145383E6-80D7-4A2B-BB7E-9EC47B75ED3C}" presName="compNode" presStyleCnt="0"/>
      <dgm:spPr/>
    </dgm:pt>
    <dgm:pt modelId="{E6678A20-A8B8-41D6-ACE2-B51F114FCD5B}" type="pres">
      <dgm:prSet presAssocID="{145383E6-80D7-4A2B-BB7E-9EC47B75ED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E96034D8-E1E1-44ED-A616-38810CFD45E0}" type="pres">
      <dgm:prSet presAssocID="{145383E6-80D7-4A2B-BB7E-9EC47B75ED3C}" presName="iconSpace" presStyleCnt="0"/>
      <dgm:spPr/>
    </dgm:pt>
    <dgm:pt modelId="{FBBCEE27-1C75-44F5-8F32-63DBD5BF5344}" type="pres">
      <dgm:prSet presAssocID="{145383E6-80D7-4A2B-BB7E-9EC47B75ED3C}" presName="parTx" presStyleLbl="revTx" presStyleIdx="2" presStyleCnt="6">
        <dgm:presLayoutVars>
          <dgm:chMax val="0"/>
          <dgm:chPref val="0"/>
        </dgm:presLayoutVars>
      </dgm:prSet>
      <dgm:spPr/>
    </dgm:pt>
    <dgm:pt modelId="{99596B6F-3633-48A0-8A1C-E7BE41B75203}" type="pres">
      <dgm:prSet presAssocID="{145383E6-80D7-4A2B-BB7E-9EC47B75ED3C}" presName="txSpace" presStyleCnt="0"/>
      <dgm:spPr/>
    </dgm:pt>
    <dgm:pt modelId="{EDA49550-8D7B-4F07-9237-1E02079269A4}" type="pres">
      <dgm:prSet presAssocID="{145383E6-80D7-4A2B-BB7E-9EC47B75ED3C}" presName="desTx" presStyleLbl="revTx" presStyleIdx="3" presStyleCnt="6">
        <dgm:presLayoutVars/>
      </dgm:prSet>
      <dgm:spPr/>
    </dgm:pt>
    <dgm:pt modelId="{1F90BB1D-18CB-455D-B6C4-8B3439FE57C9}" type="pres">
      <dgm:prSet presAssocID="{F96EC475-9893-4730-B84E-49AC4D35096F}" presName="sibTrans" presStyleCnt="0"/>
      <dgm:spPr/>
    </dgm:pt>
    <dgm:pt modelId="{81B07307-8BE6-4006-B118-24034FFED439}" type="pres">
      <dgm:prSet presAssocID="{7E3A653D-1821-47A1-B794-F98E616ECC0E}" presName="compNode" presStyleCnt="0"/>
      <dgm:spPr/>
    </dgm:pt>
    <dgm:pt modelId="{62998689-24D0-4F86-BBAD-6AA0D3ECD358}" type="pres">
      <dgm:prSet presAssocID="{7E3A653D-1821-47A1-B794-F98E616ECC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4E7FC49-62D8-4BD0-9DB7-1FC0A6DFA7A9}" type="pres">
      <dgm:prSet presAssocID="{7E3A653D-1821-47A1-B794-F98E616ECC0E}" presName="iconSpace" presStyleCnt="0"/>
      <dgm:spPr/>
    </dgm:pt>
    <dgm:pt modelId="{9E9ED532-9F9B-4C60-BC82-E831685C0BDE}" type="pres">
      <dgm:prSet presAssocID="{7E3A653D-1821-47A1-B794-F98E616ECC0E}" presName="parTx" presStyleLbl="revTx" presStyleIdx="4" presStyleCnt="6">
        <dgm:presLayoutVars>
          <dgm:chMax val="0"/>
          <dgm:chPref val="0"/>
        </dgm:presLayoutVars>
      </dgm:prSet>
      <dgm:spPr/>
    </dgm:pt>
    <dgm:pt modelId="{E078A4BD-F629-4700-A5D7-8605F85BA9B1}" type="pres">
      <dgm:prSet presAssocID="{7E3A653D-1821-47A1-B794-F98E616ECC0E}" presName="txSpace" presStyleCnt="0"/>
      <dgm:spPr/>
    </dgm:pt>
    <dgm:pt modelId="{F5AEBCB3-BD3D-4920-8142-C533703B093B}" type="pres">
      <dgm:prSet presAssocID="{7E3A653D-1821-47A1-B794-F98E616ECC0E}" presName="desTx" presStyleLbl="revTx" presStyleIdx="5" presStyleCnt="6">
        <dgm:presLayoutVars/>
      </dgm:prSet>
      <dgm:spPr/>
    </dgm:pt>
  </dgm:ptLst>
  <dgm:cxnLst>
    <dgm:cxn modelId="{AE69D310-2942-4A09-BA5D-1BB57B9F4365}" srcId="{ACB67E5A-3C71-43D0-A2AA-6535C855822A}" destId="{1B9A365A-F09A-483C-AC3E-D0B48283E574}" srcOrd="1" destOrd="0" parTransId="{B0149446-A9D4-46E6-B173-3D5FE4E8A227}" sibTransId="{B927D9FD-C54E-4FF3-A9D6-DC702587A5C0}"/>
    <dgm:cxn modelId="{F63D7B15-A45A-450A-9B16-262A30EEC9BA}" type="presOf" srcId="{1B9A365A-F09A-483C-AC3E-D0B48283E574}" destId="{E5EFD2CA-1145-4730-9C48-B3FFDD4A3368}" srcOrd="0" destOrd="1" presId="urn:microsoft.com/office/officeart/2018/5/layout/CenteredIconLabelDescriptionList"/>
    <dgm:cxn modelId="{E3AF3D2B-93C6-44D0-AACD-F554829213F0}" srcId="{145383E6-80D7-4A2B-BB7E-9EC47B75ED3C}" destId="{9D65B0FF-BC5D-4703-A227-12987E66ABB7}" srcOrd="1" destOrd="0" parTransId="{710D5115-093A-4217-B169-95FA118ADA11}" sibTransId="{782279E1-1709-4EC6-AC58-ED87E1D75A62}"/>
    <dgm:cxn modelId="{F075C035-84AF-41C9-A111-B07177D6687A}" type="presOf" srcId="{9D65B0FF-BC5D-4703-A227-12987E66ABB7}" destId="{EDA49550-8D7B-4F07-9237-1E02079269A4}" srcOrd="0" destOrd="1" presId="urn:microsoft.com/office/officeart/2018/5/layout/CenteredIconLabelDescriptionList"/>
    <dgm:cxn modelId="{CFE40840-6C54-45E7-92F4-B9FDEA0CEEF6}" srcId="{ACB67E5A-3C71-43D0-A2AA-6535C855822A}" destId="{DBEC3764-B534-49D7-903A-51BCAD934025}" srcOrd="0" destOrd="0" parTransId="{9F4A8F34-2B03-47C1-BC67-D3EBA9BFE1D7}" sibTransId="{76C9F7A1-DE6A-41B2-BED8-DAC1111CCF87}"/>
    <dgm:cxn modelId="{1ED73B5F-4FB4-4379-A4CA-857F45DA012F}" srcId="{BC31970C-9CC9-48E3-8348-93A3F915D0DF}" destId="{ACB67E5A-3C71-43D0-A2AA-6535C855822A}" srcOrd="0" destOrd="0" parTransId="{3E43C8A2-F682-4B2A-9CD7-66EAFFAEE7B8}" sibTransId="{9BB49924-3E20-4807-8B71-390AC907A07F}"/>
    <dgm:cxn modelId="{D7B80D55-3E8D-41E1-A6D6-6E5F1D4FD56E}" srcId="{BC31970C-9CC9-48E3-8348-93A3F915D0DF}" destId="{7E3A653D-1821-47A1-B794-F98E616ECC0E}" srcOrd="2" destOrd="0" parTransId="{D21DB74C-0E89-4FAC-AAE9-DDF6EB3BC84B}" sibTransId="{A866C265-A57D-481D-B829-665C086585D3}"/>
    <dgm:cxn modelId="{F6EAF77F-8CE1-48EF-B95A-68207372FCEB}" type="presOf" srcId="{7E3A653D-1821-47A1-B794-F98E616ECC0E}" destId="{9E9ED532-9F9B-4C60-BC82-E831685C0BDE}" srcOrd="0" destOrd="0" presId="urn:microsoft.com/office/officeart/2018/5/layout/CenteredIconLabelDescriptionList"/>
    <dgm:cxn modelId="{974A6296-6E7B-4DFF-9DAD-2BDC2824CBB6}" srcId="{7E3A653D-1821-47A1-B794-F98E616ECC0E}" destId="{234C2867-3607-4415-A483-B47F17C711C7}" srcOrd="1" destOrd="0" parTransId="{998CD7B2-D2F8-4767-A97E-62652ACB85A8}" sibTransId="{65DA581F-85AF-4B76-B17E-BFDE99F58182}"/>
    <dgm:cxn modelId="{117AF096-DE0A-4F29-8599-EC068F866C83}" type="presOf" srcId="{DBEC3764-B534-49D7-903A-51BCAD934025}" destId="{E5EFD2CA-1145-4730-9C48-B3FFDD4A3368}" srcOrd="0" destOrd="0" presId="urn:microsoft.com/office/officeart/2018/5/layout/CenteredIconLabelDescriptionList"/>
    <dgm:cxn modelId="{11E6D199-D0B8-4119-B197-D62AF4EA24C7}" type="presOf" srcId="{1733C338-912E-48A1-9CBF-31A3AFDC0648}" destId="{EDA49550-8D7B-4F07-9237-1E02079269A4}" srcOrd="0" destOrd="0" presId="urn:microsoft.com/office/officeart/2018/5/layout/CenteredIconLabelDescriptionList"/>
    <dgm:cxn modelId="{87F656BF-D9E8-4C54-AF2F-14EED6D3FB74}" srcId="{BC31970C-9CC9-48E3-8348-93A3F915D0DF}" destId="{145383E6-80D7-4A2B-BB7E-9EC47B75ED3C}" srcOrd="1" destOrd="0" parTransId="{96922B9A-4958-4859-B339-1CA5A42EFF4B}" sibTransId="{F96EC475-9893-4730-B84E-49AC4D35096F}"/>
    <dgm:cxn modelId="{930628C8-CBEF-4C7E-BCE5-69BE97750131}" srcId="{7E3A653D-1821-47A1-B794-F98E616ECC0E}" destId="{8C66066F-0719-423B-A11F-E464E3F22158}" srcOrd="0" destOrd="0" parTransId="{1089EB01-3449-4592-B630-41FAA50C477A}" sibTransId="{50C8F6B7-3AE3-40E7-BD51-11056962F183}"/>
    <dgm:cxn modelId="{78F558CE-891A-4437-A296-0A637C4680D2}" srcId="{145383E6-80D7-4A2B-BB7E-9EC47B75ED3C}" destId="{1733C338-912E-48A1-9CBF-31A3AFDC0648}" srcOrd="0" destOrd="0" parTransId="{3DD19291-4CA0-4C5C-8D4B-7C335084E7C1}" sibTransId="{D816D122-9D71-437D-A6BA-3B1C824B0076}"/>
    <dgm:cxn modelId="{8D307BDF-383C-4C2D-B421-66DBF38BD859}" type="presOf" srcId="{ACB67E5A-3C71-43D0-A2AA-6535C855822A}" destId="{2F3A3C89-C868-4E61-8ABD-F9F9112A60ED}" srcOrd="0" destOrd="0" presId="urn:microsoft.com/office/officeart/2018/5/layout/CenteredIconLabelDescriptionList"/>
    <dgm:cxn modelId="{F2ABDBEC-8DAB-4C98-968C-E112267B5B85}" type="presOf" srcId="{8C66066F-0719-423B-A11F-E464E3F22158}" destId="{F5AEBCB3-BD3D-4920-8142-C533703B093B}" srcOrd="0" destOrd="0" presId="urn:microsoft.com/office/officeart/2018/5/layout/CenteredIconLabelDescriptionList"/>
    <dgm:cxn modelId="{CC0AB1F6-E467-4207-8DD9-C12A09FD76BD}" type="presOf" srcId="{145383E6-80D7-4A2B-BB7E-9EC47B75ED3C}" destId="{FBBCEE27-1C75-44F5-8F32-63DBD5BF5344}" srcOrd="0" destOrd="0" presId="urn:microsoft.com/office/officeart/2018/5/layout/CenteredIconLabelDescriptionList"/>
    <dgm:cxn modelId="{AA57AAF8-3027-4511-9F9D-A159A9CC75B5}" type="presOf" srcId="{234C2867-3607-4415-A483-B47F17C711C7}" destId="{F5AEBCB3-BD3D-4920-8142-C533703B093B}" srcOrd="0" destOrd="1" presId="urn:microsoft.com/office/officeart/2018/5/layout/CenteredIconLabelDescriptionList"/>
    <dgm:cxn modelId="{F487FAFE-9805-43ED-9FBD-3DF5A9E5DEF5}" type="presOf" srcId="{BC31970C-9CC9-48E3-8348-93A3F915D0DF}" destId="{5B2B0A6F-1977-43B0-9470-D6C2FE343A30}" srcOrd="0" destOrd="0" presId="urn:microsoft.com/office/officeart/2018/5/layout/CenteredIconLabelDescriptionList"/>
    <dgm:cxn modelId="{298FACBB-34EC-451B-969D-A63D08BC51E7}" type="presParOf" srcId="{5B2B0A6F-1977-43B0-9470-D6C2FE343A30}" destId="{363BAC68-2271-4853-B489-5007DEC9CBCB}" srcOrd="0" destOrd="0" presId="urn:microsoft.com/office/officeart/2018/5/layout/CenteredIconLabelDescriptionList"/>
    <dgm:cxn modelId="{F53AFC1D-8974-4584-9F41-46C8B1C2A930}" type="presParOf" srcId="{363BAC68-2271-4853-B489-5007DEC9CBCB}" destId="{D7A4A812-3ADB-4311-B371-568AC390E0AB}" srcOrd="0" destOrd="0" presId="urn:microsoft.com/office/officeart/2018/5/layout/CenteredIconLabelDescriptionList"/>
    <dgm:cxn modelId="{382E18E4-6494-46AC-B230-DAA6A7FF720B}" type="presParOf" srcId="{363BAC68-2271-4853-B489-5007DEC9CBCB}" destId="{E6B14AC2-ADBE-4E17-AC7A-ED3641575B12}" srcOrd="1" destOrd="0" presId="urn:microsoft.com/office/officeart/2018/5/layout/CenteredIconLabelDescriptionList"/>
    <dgm:cxn modelId="{1D481A5A-A8F6-47D4-A410-CE87721611A0}" type="presParOf" srcId="{363BAC68-2271-4853-B489-5007DEC9CBCB}" destId="{2F3A3C89-C868-4E61-8ABD-F9F9112A60ED}" srcOrd="2" destOrd="0" presId="urn:microsoft.com/office/officeart/2018/5/layout/CenteredIconLabelDescriptionList"/>
    <dgm:cxn modelId="{9CCF0DCB-4040-4B62-8C78-D986F38CEACB}" type="presParOf" srcId="{363BAC68-2271-4853-B489-5007DEC9CBCB}" destId="{8A217933-3C6E-4DB2-ADB1-A753776771D2}" srcOrd="3" destOrd="0" presId="urn:microsoft.com/office/officeart/2018/5/layout/CenteredIconLabelDescriptionList"/>
    <dgm:cxn modelId="{6938BB11-E532-4469-A4E6-869FF352FED6}" type="presParOf" srcId="{363BAC68-2271-4853-B489-5007DEC9CBCB}" destId="{E5EFD2CA-1145-4730-9C48-B3FFDD4A3368}" srcOrd="4" destOrd="0" presId="urn:microsoft.com/office/officeart/2018/5/layout/CenteredIconLabelDescriptionList"/>
    <dgm:cxn modelId="{FFA5DAC7-3066-414F-80F9-B2F15F68D334}" type="presParOf" srcId="{5B2B0A6F-1977-43B0-9470-D6C2FE343A30}" destId="{02B9BB27-7C61-4F3C-85C7-C6688B6C1325}" srcOrd="1" destOrd="0" presId="urn:microsoft.com/office/officeart/2018/5/layout/CenteredIconLabelDescriptionList"/>
    <dgm:cxn modelId="{E232C659-384E-40DD-8ED9-911ABCA69C92}" type="presParOf" srcId="{5B2B0A6F-1977-43B0-9470-D6C2FE343A30}" destId="{90E128A8-90FD-4E16-9997-30DB52A1F6AC}" srcOrd="2" destOrd="0" presId="urn:microsoft.com/office/officeart/2018/5/layout/CenteredIconLabelDescriptionList"/>
    <dgm:cxn modelId="{586F3ED7-EDAD-43D4-B8E1-4C376F7C8132}" type="presParOf" srcId="{90E128A8-90FD-4E16-9997-30DB52A1F6AC}" destId="{E6678A20-A8B8-41D6-ACE2-B51F114FCD5B}" srcOrd="0" destOrd="0" presId="urn:microsoft.com/office/officeart/2018/5/layout/CenteredIconLabelDescriptionList"/>
    <dgm:cxn modelId="{7B25FB6D-CB81-4985-AC1C-D9B77C392324}" type="presParOf" srcId="{90E128A8-90FD-4E16-9997-30DB52A1F6AC}" destId="{E96034D8-E1E1-44ED-A616-38810CFD45E0}" srcOrd="1" destOrd="0" presId="urn:microsoft.com/office/officeart/2018/5/layout/CenteredIconLabelDescriptionList"/>
    <dgm:cxn modelId="{BE033B77-51D1-407A-B7AB-6A7BC197380C}" type="presParOf" srcId="{90E128A8-90FD-4E16-9997-30DB52A1F6AC}" destId="{FBBCEE27-1C75-44F5-8F32-63DBD5BF5344}" srcOrd="2" destOrd="0" presId="urn:microsoft.com/office/officeart/2018/5/layout/CenteredIconLabelDescriptionList"/>
    <dgm:cxn modelId="{55F80F22-FBDD-4563-BF72-547800D33847}" type="presParOf" srcId="{90E128A8-90FD-4E16-9997-30DB52A1F6AC}" destId="{99596B6F-3633-48A0-8A1C-E7BE41B75203}" srcOrd="3" destOrd="0" presId="urn:microsoft.com/office/officeart/2018/5/layout/CenteredIconLabelDescriptionList"/>
    <dgm:cxn modelId="{0F5A681D-269D-4746-91C3-7ADB8A94DD0E}" type="presParOf" srcId="{90E128A8-90FD-4E16-9997-30DB52A1F6AC}" destId="{EDA49550-8D7B-4F07-9237-1E02079269A4}" srcOrd="4" destOrd="0" presId="urn:microsoft.com/office/officeart/2018/5/layout/CenteredIconLabelDescriptionList"/>
    <dgm:cxn modelId="{5347FE3E-EC40-449B-813E-C7D5B9FE4939}" type="presParOf" srcId="{5B2B0A6F-1977-43B0-9470-D6C2FE343A30}" destId="{1F90BB1D-18CB-455D-B6C4-8B3439FE57C9}" srcOrd="3" destOrd="0" presId="urn:microsoft.com/office/officeart/2018/5/layout/CenteredIconLabelDescriptionList"/>
    <dgm:cxn modelId="{1C848BE7-1E17-4157-9BBC-D23A7429CD6D}" type="presParOf" srcId="{5B2B0A6F-1977-43B0-9470-D6C2FE343A30}" destId="{81B07307-8BE6-4006-B118-24034FFED439}" srcOrd="4" destOrd="0" presId="urn:microsoft.com/office/officeart/2018/5/layout/CenteredIconLabelDescriptionList"/>
    <dgm:cxn modelId="{8A636390-A738-44F4-84A2-7E065CB67C90}" type="presParOf" srcId="{81B07307-8BE6-4006-B118-24034FFED439}" destId="{62998689-24D0-4F86-BBAD-6AA0D3ECD358}" srcOrd="0" destOrd="0" presId="urn:microsoft.com/office/officeart/2018/5/layout/CenteredIconLabelDescriptionList"/>
    <dgm:cxn modelId="{9E58DF92-8CEB-4FD0-8E8A-65EE33F0DCC4}" type="presParOf" srcId="{81B07307-8BE6-4006-B118-24034FFED439}" destId="{14E7FC49-62D8-4BD0-9DB7-1FC0A6DFA7A9}" srcOrd="1" destOrd="0" presId="urn:microsoft.com/office/officeart/2018/5/layout/CenteredIconLabelDescriptionList"/>
    <dgm:cxn modelId="{CCA06202-888A-45EC-92C9-14B447828C0F}" type="presParOf" srcId="{81B07307-8BE6-4006-B118-24034FFED439}" destId="{9E9ED532-9F9B-4C60-BC82-E831685C0BDE}" srcOrd="2" destOrd="0" presId="urn:microsoft.com/office/officeart/2018/5/layout/CenteredIconLabelDescriptionList"/>
    <dgm:cxn modelId="{BEBCE15A-5F17-483D-8961-40A68822F93C}" type="presParOf" srcId="{81B07307-8BE6-4006-B118-24034FFED439}" destId="{E078A4BD-F629-4700-A5D7-8605F85BA9B1}" srcOrd="3" destOrd="0" presId="urn:microsoft.com/office/officeart/2018/5/layout/CenteredIconLabelDescriptionList"/>
    <dgm:cxn modelId="{09B2D0F4-BCE8-4DD4-8033-1019F2A7900F}" type="presParOf" srcId="{81B07307-8BE6-4006-B118-24034FFED439}" destId="{F5AEBCB3-BD3D-4920-8142-C533703B093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31970C-9CC9-48E3-8348-93A3F915D0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F0D4D8-E05A-4484-8BC3-6A9BB5D3B5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 with Keys</a:t>
          </a:r>
          <a:endParaRPr lang="en-US"/>
        </a:p>
      </dgm:t>
    </dgm:pt>
    <dgm:pt modelId="{D1EB8312-8B20-4B4F-9FFE-A8E347FD14AE}" type="parTrans" cxnId="{81A70BAA-B14B-4F56-903E-DE66CBB607DB}">
      <dgm:prSet/>
      <dgm:spPr/>
      <dgm:t>
        <a:bodyPr/>
        <a:lstStyle/>
        <a:p>
          <a:endParaRPr lang="en-US"/>
        </a:p>
      </dgm:t>
    </dgm:pt>
    <dgm:pt modelId="{73929B70-D6D7-4B82-8294-23EA963B53D1}" type="sibTrans" cxnId="{81A70BAA-B14B-4F56-903E-DE66CBB607DB}">
      <dgm:prSet/>
      <dgm:spPr/>
      <dgm:t>
        <a:bodyPr/>
        <a:lstStyle/>
        <a:p>
          <a:endParaRPr lang="en-US"/>
        </a:p>
      </dgm:t>
    </dgm:pt>
    <dgm:pt modelId="{A777E77C-C789-48FE-BA6C-8458A76AF5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Users</a:t>
          </a:r>
          <a:r>
            <a:rPr lang="tr-TR" dirty="0"/>
            <a:t> </a:t>
          </a:r>
          <a:r>
            <a:rPr lang="en-US" dirty="0"/>
            <a:t>sign transactions</a:t>
          </a:r>
        </a:p>
      </dgm:t>
    </dgm:pt>
    <dgm:pt modelId="{A37F1FA1-7655-4E5E-8CFB-36A746C1CEF3}" type="parTrans" cxnId="{AAF2C3A6-B77A-420F-BC35-9CE4A9A85A20}">
      <dgm:prSet/>
      <dgm:spPr/>
      <dgm:t>
        <a:bodyPr/>
        <a:lstStyle/>
        <a:p>
          <a:endParaRPr lang="en-US"/>
        </a:p>
      </dgm:t>
    </dgm:pt>
    <dgm:pt modelId="{EDBAD520-DB47-4294-BB2A-4DE37A3208D8}" type="sibTrans" cxnId="{AAF2C3A6-B77A-420F-BC35-9CE4A9A85A20}">
      <dgm:prSet/>
      <dgm:spPr/>
      <dgm:t>
        <a:bodyPr/>
        <a:lstStyle/>
        <a:p>
          <a:endParaRPr lang="en-US"/>
        </a:p>
      </dgm:t>
    </dgm:pt>
    <dgm:pt modelId="{4C951FEF-3227-4CFA-A015-53F7AB82D2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Prove of Ownership</a:t>
          </a:r>
          <a:endParaRPr lang="en-US" dirty="0"/>
        </a:p>
      </dgm:t>
    </dgm:pt>
    <dgm:pt modelId="{1467CA02-BC79-451D-ACFB-EC5F5A6C845F}" type="parTrans" cxnId="{62D062F6-0348-4045-A89E-DDE10585DF28}">
      <dgm:prSet/>
      <dgm:spPr/>
      <dgm:t>
        <a:bodyPr/>
        <a:lstStyle/>
        <a:p>
          <a:endParaRPr lang="en-US"/>
        </a:p>
      </dgm:t>
    </dgm:pt>
    <dgm:pt modelId="{96EE83A5-C684-40AF-B527-8419C8A7CD26}" type="sibTrans" cxnId="{62D062F6-0348-4045-A89E-DDE10585DF28}">
      <dgm:prSet/>
      <dgm:spPr/>
      <dgm:t>
        <a:bodyPr/>
        <a:lstStyle/>
        <a:p>
          <a:endParaRPr lang="en-US"/>
        </a:p>
      </dgm:t>
    </dgm:pt>
    <dgm:pt modelId="{B1E88ABD-F5B2-4D0B-A514-57B60B995A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Transaction outputs</a:t>
          </a:r>
          <a:endParaRPr lang="en-US" dirty="0"/>
        </a:p>
      </dgm:t>
    </dgm:pt>
    <dgm:pt modelId="{34F15CE6-CF5E-4D3E-A524-E6C5FF90D74D}" type="parTrans" cxnId="{1A5E95A5-C270-4A4A-A295-2C4F41188FF0}">
      <dgm:prSet/>
      <dgm:spPr/>
      <dgm:t>
        <a:bodyPr/>
        <a:lstStyle/>
        <a:p>
          <a:endParaRPr lang="en-US"/>
        </a:p>
      </dgm:t>
    </dgm:pt>
    <dgm:pt modelId="{0E62ACEA-6B53-44D1-90A2-8B066B07FD3E}" type="sibTrans" cxnId="{1A5E95A5-C270-4A4A-A295-2C4F41188FF0}">
      <dgm:prSet/>
      <dgm:spPr/>
      <dgm:t>
        <a:bodyPr/>
        <a:lstStyle/>
        <a:p>
          <a:endParaRPr lang="en-US"/>
        </a:p>
      </dgm:t>
    </dgm:pt>
    <dgm:pt modelId="{877777C0-7E33-477D-B0E1-07AE7C3C4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coins are stored on the</a:t>
          </a:r>
          <a:r>
            <a:rPr lang="tr-TR" dirty="0"/>
            <a:t> </a:t>
          </a:r>
          <a:r>
            <a:rPr lang="en-US" dirty="0"/>
            <a:t>blockchain </a:t>
          </a:r>
        </a:p>
      </dgm:t>
    </dgm:pt>
    <dgm:pt modelId="{0FD8E977-1DE5-46B4-827F-1C24D1D7DF8C}" type="parTrans" cxnId="{236184F6-66DA-4769-9369-059D5BA6BC29}">
      <dgm:prSet/>
      <dgm:spPr/>
      <dgm:t>
        <a:bodyPr/>
        <a:lstStyle/>
        <a:p>
          <a:endParaRPr lang="en-US"/>
        </a:p>
      </dgm:t>
    </dgm:pt>
    <dgm:pt modelId="{ACD4581F-D6A3-4139-9CB4-F236E3531C8F}" type="sibTrans" cxnId="{236184F6-66DA-4769-9369-059D5BA6BC29}">
      <dgm:prSet/>
      <dgm:spPr/>
      <dgm:t>
        <a:bodyPr/>
        <a:lstStyle/>
        <a:p>
          <a:endParaRPr lang="en-US"/>
        </a:p>
      </dgm:t>
    </dgm:pt>
    <dgm:pt modelId="{733760FA-2559-4B45-8380-468AF6B9E9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transaction outputs </a:t>
          </a:r>
        </a:p>
      </dgm:t>
    </dgm:pt>
    <dgm:pt modelId="{849D41BC-4E58-44AF-92EA-B19068A64486}" type="parTrans" cxnId="{078D9427-9C80-4752-88F7-6ECBFB834564}">
      <dgm:prSet/>
      <dgm:spPr/>
      <dgm:t>
        <a:bodyPr/>
        <a:lstStyle/>
        <a:p>
          <a:endParaRPr lang="en-US"/>
        </a:p>
      </dgm:t>
    </dgm:pt>
    <dgm:pt modelId="{998176F1-1D8B-4313-B976-3EDBD1A73F95}" type="sibTrans" cxnId="{078D9427-9C80-4752-88F7-6ECBFB834564}">
      <dgm:prSet/>
      <dgm:spPr/>
      <dgm:t>
        <a:bodyPr/>
        <a:lstStyle/>
        <a:p>
          <a:endParaRPr lang="en-US"/>
        </a:p>
      </dgm:t>
    </dgm:pt>
    <dgm:pt modelId="{5280977E-39AA-43E7-8F6D-A8F61923E9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often noted as </a:t>
          </a:r>
          <a:r>
            <a:rPr lang="en-US" dirty="0" err="1"/>
            <a:t>vout</a:t>
          </a:r>
          <a:endParaRPr lang="en-US" dirty="0"/>
        </a:p>
      </dgm:t>
    </dgm:pt>
    <dgm:pt modelId="{34627750-8736-47EC-9F70-FC0E5803F611}" type="parTrans" cxnId="{A5E64703-B297-46D8-8B21-3C2ADC9AC74A}">
      <dgm:prSet/>
      <dgm:spPr/>
      <dgm:t>
        <a:bodyPr/>
        <a:lstStyle/>
        <a:p>
          <a:endParaRPr lang="en-US"/>
        </a:p>
      </dgm:t>
    </dgm:pt>
    <dgm:pt modelId="{25D79AFC-D373-4AF8-AEBC-C1BDB61612B2}" type="sibTrans" cxnId="{A5E64703-B297-46D8-8B21-3C2ADC9AC74A}">
      <dgm:prSet/>
      <dgm:spPr/>
      <dgm:t>
        <a:bodyPr/>
        <a:lstStyle/>
        <a:p>
          <a:endParaRPr lang="en-US"/>
        </a:p>
      </dgm:t>
    </dgm:pt>
    <dgm:pt modelId="{D2106D21-D099-4A54-9E5D-442516563A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transaction outputs</a:t>
          </a:r>
        </a:p>
      </dgm:t>
    </dgm:pt>
    <dgm:pt modelId="{35A2A9A3-62B9-4FCC-9188-924CF9DD23E7}" type="parTrans" cxnId="{01090B56-3B80-466A-85F5-9D96E41A8A91}">
      <dgm:prSet/>
      <dgm:spPr/>
      <dgm:t>
        <a:bodyPr/>
        <a:lstStyle/>
        <a:p>
          <a:endParaRPr lang="tr-TR"/>
        </a:p>
      </dgm:t>
    </dgm:pt>
    <dgm:pt modelId="{B40975B1-FBC2-4AD4-87E7-DCD2EAD17C41}" type="sibTrans" cxnId="{01090B56-3B80-466A-85F5-9D96E41A8A91}">
      <dgm:prSet/>
      <dgm:spPr/>
      <dgm:t>
        <a:bodyPr/>
        <a:lstStyle/>
        <a:p>
          <a:endParaRPr lang="tr-TR"/>
        </a:p>
      </dgm:t>
    </dgm:pt>
    <dgm:pt modelId="{1325BB57-3277-408D-843D-76DA6EE2C4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TXOUT</a:t>
          </a:r>
          <a:endParaRPr lang="en-US"/>
        </a:p>
      </dgm:t>
    </dgm:pt>
    <dgm:pt modelId="{A97A0662-3B70-4340-8511-F70F3B16BCD3}" type="parTrans" cxnId="{5688B11E-0881-4D78-B92E-605863408197}">
      <dgm:prSet/>
      <dgm:spPr/>
      <dgm:t>
        <a:bodyPr/>
        <a:lstStyle/>
        <a:p>
          <a:endParaRPr lang="tr-TR"/>
        </a:p>
      </dgm:t>
    </dgm:pt>
    <dgm:pt modelId="{877F66AD-FC0D-48F7-B348-A2A6FA303550}" type="sibTrans" cxnId="{5688B11E-0881-4D78-B92E-605863408197}">
      <dgm:prSet/>
      <dgm:spPr/>
      <dgm:t>
        <a:bodyPr/>
        <a:lstStyle/>
        <a:p>
          <a:endParaRPr lang="tr-TR"/>
        </a:p>
      </dgm:t>
    </dgm:pt>
    <dgm:pt modelId="{F64D6E7F-7ACE-4E5B-87C2-737C3963EE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</a:t>
          </a:r>
          <a:r>
            <a:rPr lang="en-US" dirty="0" err="1"/>
            <a:t>txout</a:t>
          </a:r>
          <a:endParaRPr lang="en-US" dirty="0"/>
        </a:p>
      </dgm:t>
    </dgm:pt>
    <dgm:pt modelId="{D976C0AD-6007-44B7-927A-46FE55A49B55}" type="parTrans" cxnId="{DE928177-0B10-417E-B34E-29863ED06EFD}">
      <dgm:prSet/>
      <dgm:spPr/>
      <dgm:t>
        <a:bodyPr/>
        <a:lstStyle/>
        <a:p>
          <a:endParaRPr lang="tr-TR"/>
        </a:p>
      </dgm:t>
    </dgm:pt>
    <dgm:pt modelId="{11B4CDB1-478B-4E30-99C7-B1715D1347E8}" type="sibTrans" cxnId="{DE928177-0B10-417E-B34E-29863ED06EFD}">
      <dgm:prSet/>
      <dgm:spPr/>
      <dgm:t>
        <a:bodyPr/>
        <a:lstStyle/>
        <a:p>
          <a:endParaRPr lang="tr-TR"/>
        </a:p>
      </dgm:t>
    </dgm:pt>
    <dgm:pt modelId="{8EBBC624-28A3-41EF-8994-44CD35F3DA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the keys </a:t>
          </a:r>
        </a:p>
      </dgm:t>
    </dgm:pt>
    <dgm:pt modelId="{18BF3BE6-7F1D-4CCF-9F5E-411894C1747F}" type="parTrans" cxnId="{6986C2C3-F877-4A19-9165-C2CBBA9E6458}">
      <dgm:prSet/>
      <dgm:spPr/>
      <dgm:t>
        <a:bodyPr/>
        <a:lstStyle/>
        <a:p>
          <a:endParaRPr lang="tr-TR"/>
        </a:p>
      </dgm:t>
    </dgm:pt>
    <dgm:pt modelId="{8C8D0234-6101-4085-8CA3-B1A7A2523079}" type="sibTrans" cxnId="{6986C2C3-F877-4A19-9165-C2CBBA9E6458}">
      <dgm:prSet/>
      <dgm:spPr/>
      <dgm:t>
        <a:bodyPr/>
        <a:lstStyle/>
        <a:p>
          <a:endParaRPr lang="tr-TR"/>
        </a:p>
      </dgm:t>
    </dgm:pt>
    <dgm:pt modelId="{294C2C36-E84B-4061-B083-1E924740F4F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can be spent</a:t>
          </a:r>
          <a:endParaRPr lang="en-US" dirty="0"/>
        </a:p>
      </dgm:t>
    </dgm:pt>
    <dgm:pt modelId="{1FB1BC8D-539A-4DE8-9260-A46A90529958}" type="parTrans" cxnId="{A2CD98CC-0CAE-4D2D-9526-F7096839F842}">
      <dgm:prSet/>
      <dgm:spPr/>
      <dgm:t>
        <a:bodyPr/>
        <a:lstStyle/>
        <a:p>
          <a:endParaRPr lang="tr-TR"/>
        </a:p>
      </dgm:t>
    </dgm:pt>
    <dgm:pt modelId="{7C28BFFE-5825-4EA4-9AF7-53869C29FC0A}" type="sibTrans" cxnId="{A2CD98CC-0CAE-4D2D-9526-F7096839F842}">
      <dgm:prSet/>
      <dgm:spPr/>
      <dgm:t>
        <a:bodyPr/>
        <a:lstStyle/>
        <a:p>
          <a:endParaRPr lang="tr-TR"/>
        </a:p>
      </dgm:t>
    </dgm:pt>
    <dgm:pt modelId="{BAA1BF5E-2AC0-4E61-AABC-532EF5BEBD6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Transaction Ouptput</a:t>
          </a:r>
          <a:endParaRPr lang="en-US" dirty="0"/>
        </a:p>
      </dgm:t>
    </dgm:pt>
    <dgm:pt modelId="{8EB0A937-0324-468C-BA68-DF246356DC71}" type="parTrans" cxnId="{29C2D751-E55F-4954-9762-11E33872C872}">
      <dgm:prSet/>
      <dgm:spPr/>
      <dgm:t>
        <a:bodyPr/>
        <a:lstStyle/>
        <a:p>
          <a:endParaRPr lang="tr-TR"/>
        </a:p>
      </dgm:t>
    </dgm:pt>
    <dgm:pt modelId="{ADC1BA45-3242-4640-BB55-DF49A01649B6}" type="sibTrans" cxnId="{29C2D751-E55F-4954-9762-11E33872C872}">
      <dgm:prSet/>
      <dgm:spPr/>
      <dgm:t>
        <a:bodyPr/>
        <a:lstStyle/>
        <a:p>
          <a:endParaRPr lang="tr-TR"/>
        </a:p>
      </dgm:t>
    </dgm:pt>
    <dgm:pt modelId="{AFFC3027-A1C6-4AA4-B044-3DC964791861}" type="pres">
      <dgm:prSet presAssocID="{BC31970C-9CC9-48E3-8348-93A3F915D0DF}" presName="root" presStyleCnt="0">
        <dgm:presLayoutVars>
          <dgm:dir/>
          <dgm:resizeHandles val="exact"/>
        </dgm:presLayoutVars>
      </dgm:prSet>
      <dgm:spPr/>
    </dgm:pt>
    <dgm:pt modelId="{94F13BE4-FFEA-45F3-A76F-1DF2A3642423}" type="pres">
      <dgm:prSet presAssocID="{62F0D4D8-E05A-4484-8BC3-6A9BB5D3B559}" presName="compNode" presStyleCnt="0"/>
      <dgm:spPr/>
    </dgm:pt>
    <dgm:pt modelId="{6E0C024E-1980-4203-B52C-91DC40E7D7CB}" type="pres">
      <dgm:prSet presAssocID="{62F0D4D8-E05A-4484-8BC3-6A9BB5D3B5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52A1182-8350-48D1-970C-A575D896B889}" type="pres">
      <dgm:prSet presAssocID="{62F0D4D8-E05A-4484-8BC3-6A9BB5D3B559}" presName="iconSpace" presStyleCnt="0"/>
      <dgm:spPr/>
    </dgm:pt>
    <dgm:pt modelId="{7496592F-7A8C-4481-923C-DA4385B16CF7}" type="pres">
      <dgm:prSet presAssocID="{62F0D4D8-E05A-4484-8BC3-6A9BB5D3B559}" presName="parTx" presStyleLbl="revTx" presStyleIdx="0" presStyleCnt="8">
        <dgm:presLayoutVars>
          <dgm:chMax val="0"/>
          <dgm:chPref val="0"/>
        </dgm:presLayoutVars>
      </dgm:prSet>
      <dgm:spPr/>
    </dgm:pt>
    <dgm:pt modelId="{8B152939-BB80-441F-A788-1BB592C7E618}" type="pres">
      <dgm:prSet presAssocID="{62F0D4D8-E05A-4484-8BC3-6A9BB5D3B559}" presName="txSpace" presStyleCnt="0"/>
      <dgm:spPr/>
    </dgm:pt>
    <dgm:pt modelId="{1DBFA1D9-026A-4476-A6F4-D94CC236854E}" type="pres">
      <dgm:prSet presAssocID="{62F0D4D8-E05A-4484-8BC3-6A9BB5D3B559}" presName="desTx" presStyleLbl="revTx" presStyleIdx="1" presStyleCnt="8">
        <dgm:presLayoutVars/>
      </dgm:prSet>
      <dgm:spPr/>
    </dgm:pt>
    <dgm:pt modelId="{FA526548-775D-4C9D-AF3C-72D5F107E68A}" type="pres">
      <dgm:prSet presAssocID="{73929B70-D6D7-4B82-8294-23EA963B53D1}" presName="sibTrans" presStyleCnt="0"/>
      <dgm:spPr/>
    </dgm:pt>
    <dgm:pt modelId="{FE5E1CE1-8D5B-4F36-8C62-9545451C38EC}" type="pres">
      <dgm:prSet presAssocID="{4C951FEF-3227-4CFA-A015-53F7AB82D2E0}" presName="compNode" presStyleCnt="0"/>
      <dgm:spPr/>
    </dgm:pt>
    <dgm:pt modelId="{6F4A4D5D-6416-44A1-9C97-E91587919F6E}" type="pres">
      <dgm:prSet presAssocID="{4C951FEF-3227-4CFA-A015-53F7AB82D2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F5ED6C0-C118-4741-B592-0279061ADC8D}" type="pres">
      <dgm:prSet presAssocID="{4C951FEF-3227-4CFA-A015-53F7AB82D2E0}" presName="iconSpace" presStyleCnt="0"/>
      <dgm:spPr/>
    </dgm:pt>
    <dgm:pt modelId="{1C822156-75E3-4D85-9121-ECDBF0004CBB}" type="pres">
      <dgm:prSet presAssocID="{4C951FEF-3227-4CFA-A015-53F7AB82D2E0}" presName="parTx" presStyleLbl="revTx" presStyleIdx="2" presStyleCnt="8">
        <dgm:presLayoutVars>
          <dgm:chMax val="0"/>
          <dgm:chPref val="0"/>
        </dgm:presLayoutVars>
      </dgm:prSet>
      <dgm:spPr/>
    </dgm:pt>
    <dgm:pt modelId="{1C57E9E0-DBA3-493D-A483-5D15377BAE67}" type="pres">
      <dgm:prSet presAssocID="{4C951FEF-3227-4CFA-A015-53F7AB82D2E0}" presName="txSpace" presStyleCnt="0"/>
      <dgm:spPr/>
    </dgm:pt>
    <dgm:pt modelId="{A296E3AC-18E7-42D3-9C99-8429741078B4}" type="pres">
      <dgm:prSet presAssocID="{4C951FEF-3227-4CFA-A015-53F7AB82D2E0}" presName="desTx" presStyleLbl="revTx" presStyleIdx="3" presStyleCnt="8">
        <dgm:presLayoutVars/>
      </dgm:prSet>
      <dgm:spPr/>
    </dgm:pt>
    <dgm:pt modelId="{02F1F264-CAFC-4E71-8421-DF61823ED946}" type="pres">
      <dgm:prSet presAssocID="{96EE83A5-C684-40AF-B527-8419C8A7CD26}" presName="sibTrans" presStyleCnt="0"/>
      <dgm:spPr/>
    </dgm:pt>
    <dgm:pt modelId="{86356698-C33C-4AED-B143-9B82CD4034B4}" type="pres">
      <dgm:prSet presAssocID="{B1E88ABD-F5B2-4D0B-A514-57B60B995AFF}" presName="compNode" presStyleCnt="0"/>
      <dgm:spPr/>
    </dgm:pt>
    <dgm:pt modelId="{CB4E206E-6E1A-4321-BE64-22F9A80B6060}" type="pres">
      <dgm:prSet presAssocID="{B1E88ABD-F5B2-4D0B-A514-57B60B995A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66FE6D5-EDB2-49C8-82EB-3B3C7685FCBE}" type="pres">
      <dgm:prSet presAssocID="{B1E88ABD-F5B2-4D0B-A514-57B60B995AFF}" presName="iconSpace" presStyleCnt="0"/>
      <dgm:spPr/>
    </dgm:pt>
    <dgm:pt modelId="{0D30702F-A602-4C8F-88F1-1EAFD8E3A597}" type="pres">
      <dgm:prSet presAssocID="{B1E88ABD-F5B2-4D0B-A514-57B60B995AFF}" presName="parTx" presStyleLbl="revTx" presStyleIdx="4" presStyleCnt="8">
        <dgm:presLayoutVars>
          <dgm:chMax val="0"/>
          <dgm:chPref val="0"/>
        </dgm:presLayoutVars>
      </dgm:prSet>
      <dgm:spPr/>
    </dgm:pt>
    <dgm:pt modelId="{35CED616-427E-4C22-8EE2-1018DF499740}" type="pres">
      <dgm:prSet presAssocID="{B1E88ABD-F5B2-4D0B-A514-57B60B995AFF}" presName="txSpace" presStyleCnt="0"/>
      <dgm:spPr/>
    </dgm:pt>
    <dgm:pt modelId="{822B6FB6-F844-4AB7-9867-F0E17A4C05C4}" type="pres">
      <dgm:prSet presAssocID="{B1E88ABD-F5B2-4D0B-A514-57B60B995AFF}" presName="desTx" presStyleLbl="revTx" presStyleIdx="5" presStyleCnt="8">
        <dgm:presLayoutVars/>
      </dgm:prSet>
      <dgm:spPr/>
    </dgm:pt>
    <dgm:pt modelId="{C40D4005-7763-44CF-8F56-43C0404B7DE9}" type="pres">
      <dgm:prSet presAssocID="{0E62ACEA-6B53-44D1-90A2-8B066B07FD3E}" presName="sibTrans" presStyleCnt="0"/>
      <dgm:spPr/>
    </dgm:pt>
    <dgm:pt modelId="{99534EDB-2679-4283-BD3B-990C2883A51A}" type="pres">
      <dgm:prSet presAssocID="{1325BB57-3277-408D-843D-76DA6EE2C40F}" presName="compNode" presStyleCnt="0"/>
      <dgm:spPr/>
    </dgm:pt>
    <dgm:pt modelId="{B96792A9-E853-456D-BD67-ECE2C06469A9}" type="pres">
      <dgm:prSet presAssocID="{1325BB57-3277-408D-843D-76DA6EE2C4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3AC3952-42E9-45A9-90ED-5ED317038BF9}" type="pres">
      <dgm:prSet presAssocID="{1325BB57-3277-408D-843D-76DA6EE2C40F}" presName="iconSpace" presStyleCnt="0"/>
      <dgm:spPr/>
    </dgm:pt>
    <dgm:pt modelId="{75975409-1B54-4151-A9DA-8DC43EF36AF8}" type="pres">
      <dgm:prSet presAssocID="{1325BB57-3277-408D-843D-76DA6EE2C40F}" presName="parTx" presStyleLbl="revTx" presStyleIdx="6" presStyleCnt="8">
        <dgm:presLayoutVars>
          <dgm:chMax val="0"/>
          <dgm:chPref val="0"/>
        </dgm:presLayoutVars>
      </dgm:prSet>
      <dgm:spPr/>
    </dgm:pt>
    <dgm:pt modelId="{C55B89B7-CACA-4276-B929-28944781151B}" type="pres">
      <dgm:prSet presAssocID="{1325BB57-3277-408D-843D-76DA6EE2C40F}" presName="txSpace" presStyleCnt="0"/>
      <dgm:spPr/>
    </dgm:pt>
    <dgm:pt modelId="{B4843B7A-638B-4487-AE7E-59E470E742B6}" type="pres">
      <dgm:prSet presAssocID="{1325BB57-3277-408D-843D-76DA6EE2C40F}" presName="desTx" presStyleLbl="revTx" presStyleIdx="7" presStyleCnt="8">
        <dgm:presLayoutVars/>
      </dgm:prSet>
      <dgm:spPr/>
    </dgm:pt>
  </dgm:ptLst>
  <dgm:cxnLst>
    <dgm:cxn modelId="{A5E64703-B297-46D8-8B21-3C2ADC9AC74A}" srcId="{1325BB57-3277-408D-843D-76DA6EE2C40F}" destId="{5280977E-39AA-43E7-8F6D-A8F61923E999}" srcOrd="1" destOrd="0" parTransId="{34627750-8736-47EC-9F70-FC0E5803F611}" sibTransId="{25D79AFC-D373-4AF8-AEBC-C1BDB61612B2}"/>
    <dgm:cxn modelId="{5688B11E-0881-4D78-B92E-605863408197}" srcId="{BC31970C-9CC9-48E3-8348-93A3F915D0DF}" destId="{1325BB57-3277-408D-843D-76DA6EE2C40F}" srcOrd="3" destOrd="0" parTransId="{A97A0662-3B70-4340-8511-F70F3B16BCD3}" sibTransId="{877F66AD-FC0D-48F7-B348-A2A6FA303550}"/>
    <dgm:cxn modelId="{078D9427-9C80-4752-88F7-6ECBFB834564}" srcId="{B1E88ABD-F5B2-4D0B-A514-57B60B995AFF}" destId="{733760FA-2559-4B45-8380-468AF6B9E9FA}" srcOrd="1" destOrd="0" parTransId="{849D41BC-4E58-44AF-92EA-B19068A64486}" sibTransId="{998176F1-1D8B-4313-B976-3EDBD1A73F95}"/>
    <dgm:cxn modelId="{6089F62B-2705-4C37-8A82-6B6980548C16}" type="presOf" srcId="{877777C0-7E33-477D-B0E1-07AE7C3C4D20}" destId="{822B6FB6-F844-4AB7-9867-F0E17A4C05C4}" srcOrd="0" destOrd="0" presId="urn:microsoft.com/office/officeart/2018/5/layout/CenteredIconLabelDescriptionList"/>
    <dgm:cxn modelId="{E351053D-8A6E-4D9C-9CCD-CDC5D0BBCA3C}" type="presOf" srcId="{4C951FEF-3227-4CFA-A015-53F7AB82D2E0}" destId="{1C822156-75E3-4D85-9121-ECDBF0004CBB}" srcOrd="0" destOrd="0" presId="urn:microsoft.com/office/officeart/2018/5/layout/CenteredIconLabelDescriptionList"/>
    <dgm:cxn modelId="{5CF7C763-2709-49D9-9979-C9DAFE80EBEA}" type="presOf" srcId="{294C2C36-E84B-4061-B083-1E924740F4FB}" destId="{A296E3AC-18E7-42D3-9C99-8429741078B4}" srcOrd="0" destOrd="1" presId="urn:microsoft.com/office/officeart/2018/5/layout/CenteredIconLabelDescriptionList"/>
    <dgm:cxn modelId="{29C2D751-E55F-4954-9762-11E33872C872}" srcId="{1325BB57-3277-408D-843D-76DA6EE2C40F}" destId="{BAA1BF5E-2AC0-4E61-AABC-532EF5BEBD65}" srcOrd="0" destOrd="0" parTransId="{8EB0A937-0324-468C-BA68-DF246356DC71}" sibTransId="{ADC1BA45-3242-4640-BB55-DF49A01649B6}"/>
    <dgm:cxn modelId="{01090B56-3B80-466A-85F5-9D96E41A8A91}" srcId="{4C951FEF-3227-4CFA-A015-53F7AB82D2E0}" destId="{D2106D21-D099-4A54-9E5D-442516563AEA}" srcOrd="0" destOrd="0" parTransId="{35A2A9A3-62B9-4FCC-9188-924CF9DD23E7}" sibTransId="{B40975B1-FBC2-4AD4-87E7-DCD2EAD17C41}"/>
    <dgm:cxn modelId="{DE928177-0B10-417E-B34E-29863ED06EFD}" srcId="{1325BB57-3277-408D-843D-76DA6EE2C40F}" destId="{F64D6E7F-7ACE-4E5B-87C2-737C3963EE77}" srcOrd="2" destOrd="0" parTransId="{D976C0AD-6007-44B7-927A-46FE55A49B55}" sibTransId="{11B4CDB1-478B-4E30-99C7-B1715D1347E8}"/>
    <dgm:cxn modelId="{D3F3727D-6E4D-4E4D-9CF9-986B817690FE}" type="presOf" srcId="{BAA1BF5E-2AC0-4E61-AABC-532EF5BEBD65}" destId="{B4843B7A-638B-4487-AE7E-59E470E742B6}" srcOrd="0" destOrd="0" presId="urn:microsoft.com/office/officeart/2018/5/layout/CenteredIconLabelDescriptionList"/>
    <dgm:cxn modelId="{33267A82-7346-4A80-B427-B30DA388AAB6}" type="presOf" srcId="{5280977E-39AA-43E7-8F6D-A8F61923E999}" destId="{B4843B7A-638B-4487-AE7E-59E470E742B6}" srcOrd="0" destOrd="1" presId="urn:microsoft.com/office/officeart/2018/5/layout/CenteredIconLabelDescriptionList"/>
    <dgm:cxn modelId="{01516E9C-B50C-41C4-BB34-3751535D3689}" type="presOf" srcId="{62F0D4D8-E05A-4484-8BC3-6A9BB5D3B559}" destId="{7496592F-7A8C-4481-923C-DA4385B16CF7}" srcOrd="0" destOrd="0" presId="urn:microsoft.com/office/officeart/2018/5/layout/CenteredIconLabelDescriptionList"/>
    <dgm:cxn modelId="{F57E4CA3-F2AD-42D6-A58D-B95E91ACEFEF}" type="presOf" srcId="{F64D6E7F-7ACE-4E5B-87C2-737C3963EE77}" destId="{B4843B7A-638B-4487-AE7E-59E470E742B6}" srcOrd="0" destOrd="2" presId="urn:microsoft.com/office/officeart/2018/5/layout/CenteredIconLabelDescriptionList"/>
    <dgm:cxn modelId="{6F198DA4-08F6-4C31-8F46-2C7D1B927C09}" type="presOf" srcId="{BC31970C-9CC9-48E3-8348-93A3F915D0DF}" destId="{AFFC3027-A1C6-4AA4-B044-3DC964791861}" srcOrd="0" destOrd="0" presId="urn:microsoft.com/office/officeart/2018/5/layout/CenteredIconLabelDescriptionList"/>
    <dgm:cxn modelId="{1A5E95A5-C270-4A4A-A295-2C4F41188FF0}" srcId="{BC31970C-9CC9-48E3-8348-93A3F915D0DF}" destId="{B1E88ABD-F5B2-4D0B-A514-57B60B995AFF}" srcOrd="2" destOrd="0" parTransId="{34F15CE6-CF5E-4D3E-A524-E6C5FF90D74D}" sibTransId="{0E62ACEA-6B53-44D1-90A2-8B066B07FD3E}"/>
    <dgm:cxn modelId="{AAF2C3A6-B77A-420F-BC35-9CE4A9A85A20}" srcId="{62F0D4D8-E05A-4484-8BC3-6A9BB5D3B559}" destId="{A777E77C-C789-48FE-BA6C-8458A76AF57B}" srcOrd="0" destOrd="0" parTransId="{A37F1FA1-7655-4E5E-8CFB-36A746C1CEF3}" sibTransId="{EDBAD520-DB47-4294-BB2A-4DE37A3208D8}"/>
    <dgm:cxn modelId="{81A70BAA-B14B-4F56-903E-DE66CBB607DB}" srcId="{BC31970C-9CC9-48E3-8348-93A3F915D0DF}" destId="{62F0D4D8-E05A-4484-8BC3-6A9BB5D3B559}" srcOrd="0" destOrd="0" parTransId="{D1EB8312-8B20-4B4F-9FFE-A8E347FD14AE}" sibTransId="{73929B70-D6D7-4B82-8294-23EA963B53D1}"/>
    <dgm:cxn modelId="{6986C2C3-F877-4A19-9165-C2CBBA9E6458}" srcId="{62F0D4D8-E05A-4484-8BC3-6A9BB5D3B559}" destId="{8EBBC624-28A3-41EF-8994-44CD35F3DA16}" srcOrd="1" destOrd="0" parTransId="{18BF3BE6-7F1D-4CCF-9F5E-411894C1747F}" sibTransId="{8C8D0234-6101-4085-8CA3-B1A7A2523079}"/>
    <dgm:cxn modelId="{36E752C4-75E9-4973-922F-BC4DA2242C54}" type="presOf" srcId="{1325BB57-3277-408D-843D-76DA6EE2C40F}" destId="{75975409-1B54-4151-A9DA-8DC43EF36AF8}" srcOrd="0" destOrd="0" presId="urn:microsoft.com/office/officeart/2018/5/layout/CenteredIconLabelDescriptionList"/>
    <dgm:cxn modelId="{11B3B7C9-F34A-4838-9019-DA550A20079D}" type="presOf" srcId="{8EBBC624-28A3-41EF-8994-44CD35F3DA16}" destId="{1DBFA1D9-026A-4476-A6F4-D94CC236854E}" srcOrd="0" destOrd="1" presId="urn:microsoft.com/office/officeart/2018/5/layout/CenteredIconLabelDescriptionList"/>
    <dgm:cxn modelId="{A2CD98CC-0CAE-4D2D-9526-F7096839F842}" srcId="{4C951FEF-3227-4CFA-A015-53F7AB82D2E0}" destId="{294C2C36-E84B-4061-B083-1E924740F4FB}" srcOrd="1" destOrd="0" parTransId="{1FB1BC8D-539A-4DE8-9260-A46A90529958}" sibTransId="{7C28BFFE-5825-4EA4-9AF7-53869C29FC0A}"/>
    <dgm:cxn modelId="{6E9A52D2-CCFE-4C54-A7E1-9F2EA197B774}" type="presOf" srcId="{B1E88ABD-F5B2-4D0B-A514-57B60B995AFF}" destId="{0D30702F-A602-4C8F-88F1-1EAFD8E3A597}" srcOrd="0" destOrd="0" presId="urn:microsoft.com/office/officeart/2018/5/layout/CenteredIconLabelDescriptionList"/>
    <dgm:cxn modelId="{7332BBDF-2E61-4669-A67D-5189725D1C04}" type="presOf" srcId="{733760FA-2559-4B45-8380-468AF6B9E9FA}" destId="{822B6FB6-F844-4AB7-9867-F0E17A4C05C4}" srcOrd="0" destOrd="1" presId="urn:microsoft.com/office/officeart/2018/5/layout/CenteredIconLabelDescriptionList"/>
    <dgm:cxn modelId="{B17C0DEA-CF80-4839-8825-5EC70DFAD3C0}" type="presOf" srcId="{A777E77C-C789-48FE-BA6C-8458A76AF57B}" destId="{1DBFA1D9-026A-4476-A6F4-D94CC236854E}" srcOrd="0" destOrd="0" presId="urn:microsoft.com/office/officeart/2018/5/layout/CenteredIconLabelDescriptionList"/>
    <dgm:cxn modelId="{62D062F6-0348-4045-A89E-DDE10585DF28}" srcId="{BC31970C-9CC9-48E3-8348-93A3F915D0DF}" destId="{4C951FEF-3227-4CFA-A015-53F7AB82D2E0}" srcOrd="1" destOrd="0" parTransId="{1467CA02-BC79-451D-ACFB-EC5F5A6C845F}" sibTransId="{96EE83A5-C684-40AF-B527-8419C8A7CD26}"/>
    <dgm:cxn modelId="{236184F6-66DA-4769-9369-059D5BA6BC29}" srcId="{B1E88ABD-F5B2-4D0B-A514-57B60B995AFF}" destId="{877777C0-7E33-477D-B0E1-07AE7C3C4D20}" srcOrd="0" destOrd="0" parTransId="{0FD8E977-1DE5-46B4-827F-1C24D1D7DF8C}" sibTransId="{ACD4581F-D6A3-4139-9CB4-F236E3531C8F}"/>
    <dgm:cxn modelId="{73DA62F8-ADC5-4EB8-895E-81642D84B1F3}" type="presOf" srcId="{D2106D21-D099-4A54-9E5D-442516563AEA}" destId="{A296E3AC-18E7-42D3-9C99-8429741078B4}" srcOrd="0" destOrd="0" presId="urn:microsoft.com/office/officeart/2018/5/layout/CenteredIconLabelDescriptionList"/>
    <dgm:cxn modelId="{09AAF072-3F43-4CE8-92C2-A1A67AAA62C7}" type="presParOf" srcId="{AFFC3027-A1C6-4AA4-B044-3DC964791861}" destId="{94F13BE4-FFEA-45F3-A76F-1DF2A3642423}" srcOrd="0" destOrd="0" presId="urn:microsoft.com/office/officeart/2018/5/layout/CenteredIconLabelDescriptionList"/>
    <dgm:cxn modelId="{5420DCDD-F3EB-4C69-8B63-0A7F53514EC0}" type="presParOf" srcId="{94F13BE4-FFEA-45F3-A76F-1DF2A3642423}" destId="{6E0C024E-1980-4203-B52C-91DC40E7D7CB}" srcOrd="0" destOrd="0" presId="urn:microsoft.com/office/officeart/2018/5/layout/CenteredIconLabelDescriptionList"/>
    <dgm:cxn modelId="{AADDC7E4-863E-4E3A-A798-AD51DAC3D8AC}" type="presParOf" srcId="{94F13BE4-FFEA-45F3-A76F-1DF2A3642423}" destId="{252A1182-8350-48D1-970C-A575D896B889}" srcOrd="1" destOrd="0" presId="urn:microsoft.com/office/officeart/2018/5/layout/CenteredIconLabelDescriptionList"/>
    <dgm:cxn modelId="{6BB02D63-2523-4EB0-8154-7511E0F640DE}" type="presParOf" srcId="{94F13BE4-FFEA-45F3-A76F-1DF2A3642423}" destId="{7496592F-7A8C-4481-923C-DA4385B16CF7}" srcOrd="2" destOrd="0" presId="urn:microsoft.com/office/officeart/2018/5/layout/CenteredIconLabelDescriptionList"/>
    <dgm:cxn modelId="{E30765FB-F84A-4D23-80E4-4BD488401A87}" type="presParOf" srcId="{94F13BE4-FFEA-45F3-A76F-1DF2A3642423}" destId="{8B152939-BB80-441F-A788-1BB592C7E618}" srcOrd="3" destOrd="0" presId="urn:microsoft.com/office/officeart/2018/5/layout/CenteredIconLabelDescriptionList"/>
    <dgm:cxn modelId="{A4D19377-D210-4D5F-B8E0-833E637FD394}" type="presParOf" srcId="{94F13BE4-FFEA-45F3-A76F-1DF2A3642423}" destId="{1DBFA1D9-026A-4476-A6F4-D94CC236854E}" srcOrd="4" destOrd="0" presId="urn:microsoft.com/office/officeart/2018/5/layout/CenteredIconLabelDescriptionList"/>
    <dgm:cxn modelId="{BFD6FED0-68F5-4662-87CE-F815AE543B05}" type="presParOf" srcId="{AFFC3027-A1C6-4AA4-B044-3DC964791861}" destId="{FA526548-775D-4C9D-AF3C-72D5F107E68A}" srcOrd="1" destOrd="0" presId="urn:microsoft.com/office/officeart/2018/5/layout/CenteredIconLabelDescriptionList"/>
    <dgm:cxn modelId="{8C1E98A0-C521-4E2C-94B5-05FE2FE4F4EC}" type="presParOf" srcId="{AFFC3027-A1C6-4AA4-B044-3DC964791861}" destId="{FE5E1CE1-8D5B-4F36-8C62-9545451C38EC}" srcOrd="2" destOrd="0" presId="urn:microsoft.com/office/officeart/2018/5/layout/CenteredIconLabelDescriptionList"/>
    <dgm:cxn modelId="{451161AF-FCBE-4E7E-8159-3BC3444A5447}" type="presParOf" srcId="{FE5E1CE1-8D5B-4F36-8C62-9545451C38EC}" destId="{6F4A4D5D-6416-44A1-9C97-E91587919F6E}" srcOrd="0" destOrd="0" presId="urn:microsoft.com/office/officeart/2018/5/layout/CenteredIconLabelDescriptionList"/>
    <dgm:cxn modelId="{1E0621A2-893E-4746-A713-EEF148C61D6A}" type="presParOf" srcId="{FE5E1CE1-8D5B-4F36-8C62-9545451C38EC}" destId="{0F5ED6C0-C118-4741-B592-0279061ADC8D}" srcOrd="1" destOrd="0" presId="urn:microsoft.com/office/officeart/2018/5/layout/CenteredIconLabelDescriptionList"/>
    <dgm:cxn modelId="{A4FAA60E-65E1-4FF7-8D1E-A8A2B3C16C6B}" type="presParOf" srcId="{FE5E1CE1-8D5B-4F36-8C62-9545451C38EC}" destId="{1C822156-75E3-4D85-9121-ECDBF0004CBB}" srcOrd="2" destOrd="0" presId="urn:microsoft.com/office/officeart/2018/5/layout/CenteredIconLabelDescriptionList"/>
    <dgm:cxn modelId="{01EBA859-11C1-482A-9A8F-5793A493B550}" type="presParOf" srcId="{FE5E1CE1-8D5B-4F36-8C62-9545451C38EC}" destId="{1C57E9E0-DBA3-493D-A483-5D15377BAE67}" srcOrd="3" destOrd="0" presId="urn:microsoft.com/office/officeart/2018/5/layout/CenteredIconLabelDescriptionList"/>
    <dgm:cxn modelId="{2D25E92F-95D9-4244-A5DF-C6BAAEE33D5A}" type="presParOf" srcId="{FE5E1CE1-8D5B-4F36-8C62-9545451C38EC}" destId="{A296E3AC-18E7-42D3-9C99-8429741078B4}" srcOrd="4" destOrd="0" presId="urn:microsoft.com/office/officeart/2018/5/layout/CenteredIconLabelDescriptionList"/>
    <dgm:cxn modelId="{62B1A8BD-C633-4BE7-8842-AF98BB09B090}" type="presParOf" srcId="{AFFC3027-A1C6-4AA4-B044-3DC964791861}" destId="{02F1F264-CAFC-4E71-8421-DF61823ED946}" srcOrd="3" destOrd="0" presId="urn:microsoft.com/office/officeart/2018/5/layout/CenteredIconLabelDescriptionList"/>
    <dgm:cxn modelId="{2DC9E10E-5280-479E-9EFE-E299ADC760E5}" type="presParOf" srcId="{AFFC3027-A1C6-4AA4-B044-3DC964791861}" destId="{86356698-C33C-4AED-B143-9B82CD4034B4}" srcOrd="4" destOrd="0" presId="urn:microsoft.com/office/officeart/2018/5/layout/CenteredIconLabelDescriptionList"/>
    <dgm:cxn modelId="{DB2E2DD7-5797-4F39-A138-CC763371AF0E}" type="presParOf" srcId="{86356698-C33C-4AED-B143-9B82CD4034B4}" destId="{CB4E206E-6E1A-4321-BE64-22F9A80B6060}" srcOrd="0" destOrd="0" presId="urn:microsoft.com/office/officeart/2018/5/layout/CenteredIconLabelDescriptionList"/>
    <dgm:cxn modelId="{10D88D97-01A1-4D89-B935-DBBDFE8BA31A}" type="presParOf" srcId="{86356698-C33C-4AED-B143-9B82CD4034B4}" destId="{066FE6D5-EDB2-49C8-82EB-3B3C7685FCBE}" srcOrd="1" destOrd="0" presId="urn:microsoft.com/office/officeart/2018/5/layout/CenteredIconLabelDescriptionList"/>
    <dgm:cxn modelId="{8FAF06FF-0569-4E16-8CE7-0762BA68E88F}" type="presParOf" srcId="{86356698-C33C-4AED-B143-9B82CD4034B4}" destId="{0D30702F-A602-4C8F-88F1-1EAFD8E3A597}" srcOrd="2" destOrd="0" presId="urn:microsoft.com/office/officeart/2018/5/layout/CenteredIconLabelDescriptionList"/>
    <dgm:cxn modelId="{13996ABD-52EE-42DF-AA67-701EF03D5C99}" type="presParOf" srcId="{86356698-C33C-4AED-B143-9B82CD4034B4}" destId="{35CED616-427E-4C22-8EE2-1018DF499740}" srcOrd="3" destOrd="0" presId="urn:microsoft.com/office/officeart/2018/5/layout/CenteredIconLabelDescriptionList"/>
    <dgm:cxn modelId="{75CE46F1-72FB-4F67-9BBA-1B78C0CE7E36}" type="presParOf" srcId="{86356698-C33C-4AED-B143-9B82CD4034B4}" destId="{822B6FB6-F844-4AB7-9867-F0E17A4C05C4}" srcOrd="4" destOrd="0" presId="urn:microsoft.com/office/officeart/2018/5/layout/CenteredIconLabelDescriptionList"/>
    <dgm:cxn modelId="{3C7A7452-9F13-4384-B944-4C7754314A9A}" type="presParOf" srcId="{AFFC3027-A1C6-4AA4-B044-3DC964791861}" destId="{C40D4005-7763-44CF-8F56-43C0404B7DE9}" srcOrd="5" destOrd="0" presId="urn:microsoft.com/office/officeart/2018/5/layout/CenteredIconLabelDescriptionList"/>
    <dgm:cxn modelId="{2BAA02A5-90B6-4EE6-B999-07571E8532C3}" type="presParOf" srcId="{AFFC3027-A1C6-4AA4-B044-3DC964791861}" destId="{99534EDB-2679-4283-BD3B-990C2883A51A}" srcOrd="6" destOrd="0" presId="urn:microsoft.com/office/officeart/2018/5/layout/CenteredIconLabelDescriptionList"/>
    <dgm:cxn modelId="{B13307A3-FFF7-4ADC-A64B-66B4232C6AFE}" type="presParOf" srcId="{99534EDB-2679-4283-BD3B-990C2883A51A}" destId="{B96792A9-E853-456D-BD67-ECE2C06469A9}" srcOrd="0" destOrd="0" presId="urn:microsoft.com/office/officeart/2018/5/layout/CenteredIconLabelDescriptionList"/>
    <dgm:cxn modelId="{CF85509A-2867-4FF1-B3C9-104D0CCED95B}" type="presParOf" srcId="{99534EDB-2679-4283-BD3B-990C2883A51A}" destId="{B3AC3952-42E9-45A9-90ED-5ED317038BF9}" srcOrd="1" destOrd="0" presId="urn:microsoft.com/office/officeart/2018/5/layout/CenteredIconLabelDescriptionList"/>
    <dgm:cxn modelId="{36E7457B-4E83-4E90-A32C-F92E40EBD314}" type="presParOf" srcId="{99534EDB-2679-4283-BD3B-990C2883A51A}" destId="{75975409-1B54-4151-A9DA-8DC43EF36AF8}" srcOrd="2" destOrd="0" presId="urn:microsoft.com/office/officeart/2018/5/layout/CenteredIconLabelDescriptionList"/>
    <dgm:cxn modelId="{505E4F9F-DE0C-4A27-A5EB-547FB651D1BA}" type="presParOf" srcId="{99534EDB-2679-4283-BD3B-990C2883A51A}" destId="{C55B89B7-CACA-4276-B929-28944781151B}" srcOrd="3" destOrd="0" presId="urn:microsoft.com/office/officeart/2018/5/layout/CenteredIconLabelDescriptionList"/>
    <dgm:cxn modelId="{EF97DEA0-916C-4B6A-9879-B0D101AEC131}" type="presParOf" srcId="{99534EDB-2679-4283-BD3B-990C2883A51A}" destId="{B4843B7A-638B-4487-AE7E-59E470E742B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E57B262-96FB-45B3-9E22-A6FA0D30BA5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99D03A5-13E7-41D7-AE4A-3B73AF257A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2 Wallet Types</a:t>
          </a:r>
          <a:endParaRPr lang="en-US"/>
        </a:p>
      </dgm:t>
    </dgm:pt>
    <dgm:pt modelId="{7934014B-91A5-45B9-8D92-48B145844C70}" type="parTrans" cxnId="{3AFF20A2-BDCC-4440-A0EF-6D3BBD9DCB41}">
      <dgm:prSet/>
      <dgm:spPr/>
      <dgm:t>
        <a:bodyPr/>
        <a:lstStyle/>
        <a:p>
          <a:endParaRPr lang="en-US"/>
        </a:p>
      </dgm:t>
    </dgm:pt>
    <dgm:pt modelId="{3D88756B-957C-4C00-B4BD-6A797089243C}" type="sibTrans" cxnId="{3AFF20A2-BDCC-4440-A0EF-6D3BBD9DCB41}">
      <dgm:prSet/>
      <dgm:spPr/>
      <dgm:t>
        <a:bodyPr/>
        <a:lstStyle/>
        <a:p>
          <a:endParaRPr lang="en-US"/>
        </a:p>
      </dgm:t>
    </dgm:pt>
    <dgm:pt modelId="{D3DEBDAD-FA04-4AB9-8D17-48486FF16D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are two primary types of wallets</a:t>
          </a:r>
        </a:p>
      </dgm:t>
    </dgm:pt>
    <dgm:pt modelId="{7DFA6294-8180-44D0-90C6-978823B2572B}" type="parTrans" cxnId="{CCD863B1-BAF6-4B85-83BD-4AE3E3065783}">
      <dgm:prSet/>
      <dgm:spPr/>
      <dgm:t>
        <a:bodyPr/>
        <a:lstStyle/>
        <a:p>
          <a:endParaRPr lang="en-US"/>
        </a:p>
      </dgm:t>
    </dgm:pt>
    <dgm:pt modelId="{5F63B202-AB04-4320-9AE7-99D4AFB70BE5}" type="sibTrans" cxnId="{CCD863B1-BAF6-4B85-83BD-4AE3E3065783}">
      <dgm:prSet/>
      <dgm:spPr/>
      <dgm:t>
        <a:bodyPr/>
        <a:lstStyle/>
        <a:p>
          <a:endParaRPr lang="en-US"/>
        </a:p>
      </dgm:t>
    </dgm:pt>
    <dgm:pt modelId="{4B4D9D6D-BE30-49A8-AEBB-812881C4C4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keys are related to each other</a:t>
          </a:r>
        </a:p>
      </dgm:t>
    </dgm:pt>
    <dgm:pt modelId="{6D214235-C701-413E-A4AF-8218497E8E58}" type="parTrans" cxnId="{A809F244-A882-4D34-A714-D8F455AFA196}">
      <dgm:prSet/>
      <dgm:spPr/>
      <dgm:t>
        <a:bodyPr/>
        <a:lstStyle/>
        <a:p>
          <a:endParaRPr lang="en-US"/>
        </a:p>
      </dgm:t>
    </dgm:pt>
    <dgm:pt modelId="{4B4B4A51-8CE9-406A-9304-B068C0F6A780}" type="sibTrans" cxnId="{A809F244-A882-4D34-A714-D8F455AFA196}">
      <dgm:prSet/>
      <dgm:spPr/>
      <dgm:t>
        <a:bodyPr/>
        <a:lstStyle/>
        <a:p>
          <a:endParaRPr lang="en-US"/>
        </a:p>
      </dgm:t>
    </dgm:pt>
    <dgm:pt modelId="{1107F002-C62C-452B-8436-6C5E4A99F5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keys are</a:t>
          </a:r>
          <a:r>
            <a:rPr lang="tr-TR"/>
            <a:t> </a:t>
          </a:r>
          <a:r>
            <a:rPr lang="tr-TR" b="1"/>
            <a:t>not</a:t>
          </a:r>
          <a:r>
            <a:rPr lang="en-US"/>
            <a:t> related to each other</a:t>
          </a:r>
        </a:p>
      </dgm:t>
    </dgm:pt>
    <dgm:pt modelId="{91E1FC57-36BD-40BE-A6FE-13B441F923C9}" type="parTrans" cxnId="{07B04DD0-2F7B-439F-9688-9E67CB3AA5D7}">
      <dgm:prSet/>
      <dgm:spPr/>
      <dgm:t>
        <a:bodyPr/>
        <a:lstStyle/>
        <a:p>
          <a:endParaRPr lang="en-US"/>
        </a:p>
      </dgm:t>
    </dgm:pt>
    <dgm:pt modelId="{4ECCEFF2-D7C1-4D73-B31F-63C640AEE608}" type="sibTrans" cxnId="{07B04DD0-2F7B-439F-9688-9E67CB3AA5D7}">
      <dgm:prSet/>
      <dgm:spPr/>
      <dgm:t>
        <a:bodyPr/>
        <a:lstStyle/>
        <a:p>
          <a:endParaRPr lang="en-US"/>
        </a:p>
      </dgm:t>
    </dgm:pt>
    <dgm:pt modelId="{FDCD7D93-C88C-41D7-BDA8-05E921FECC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Deterministic</a:t>
          </a:r>
          <a:endParaRPr lang="en-US"/>
        </a:p>
      </dgm:t>
    </dgm:pt>
    <dgm:pt modelId="{22C1B85F-A45E-4DFF-885C-CCEA76ED4556}" type="sibTrans" cxnId="{1E999519-E98D-4D83-994D-F669092DE2C0}">
      <dgm:prSet/>
      <dgm:spPr/>
      <dgm:t>
        <a:bodyPr/>
        <a:lstStyle/>
        <a:p>
          <a:endParaRPr lang="en-US"/>
        </a:p>
      </dgm:t>
    </dgm:pt>
    <dgm:pt modelId="{A564B7C9-A041-4F87-9C51-54C65CB02FAF}" type="parTrans" cxnId="{1E999519-E98D-4D83-994D-F669092DE2C0}">
      <dgm:prSet/>
      <dgm:spPr/>
      <dgm:t>
        <a:bodyPr/>
        <a:lstStyle/>
        <a:p>
          <a:endParaRPr lang="en-US"/>
        </a:p>
      </dgm:t>
    </dgm:pt>
    <dgm:pt modelId="{2E04E1BF-DE84-4323-877A-64D493A18E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Nondeterministic</a:t>
          </a:r>
          <a:endParaRPr lang="en-US"/>
        </a:p>
      </dgm:t>
    </dgm:pt>
    <dgm:pt modelId="{9AE49E5D-75F8-43F7-BC20-4047EFEF52CA}" type="parTrans" cxnId="{B65085A7-E1FF-417A-8CB0-E98988C47CA1}">
      <dgm:prSet/>
      <dgm:spPr/>
      <dgm:t>
        <a:bodyPr/>
        <a:lstStyle/>
        <a:p>
          <a:endParaRPr lang="tr-TR"/>
        </a:p>
      </dgm:t>
    </dgm:pt>
    <dgm:pt modelId="{CDCE54F0-A0BE-4193-ABE2-5C20F308A076}" type="sibTrans" cxnId="{B65085A7-E1FF-417A-8CB0-E98988C47CA1}">
      <dgm:prSet/>
      <dgm:spPr/>
      <dgm:t>
        <a:bodyPr/>
        <a:lstStyle/>
        <a:p>
          <a:endParaRPr lang="tr-TR"/>
        </a:p>
      </dgm:t>
    </dgm:pt>
    <dgm:pt modelId="{B733BE09-C8FA-4683-AF5D-5535BBAE5F02}" type="pres">
      <dgm:prSet presAssocID="{9E57B262-96FB-45B3-9E22-A6FA0D30BA50}" presName="root" presStyleCnt="0">
        <dgm:presLayoutVars>
          <dgm:dir/>
          <dgm:resizeHandles val="exact"/>
        </dgm:presLayoutVars>
      </dgm:prSet>
      <dgm:spPr/>
    </dgm:pt>
    <dgm:pt modelId="{49043759-FCDD-450F-AE51-24DC58BBFEBC}" type="pres">
      <dgm:prSet presAssocID="{D99D03A5-13E7-41D7-AE4A-3B73AF257AFF}" presName="compNode" presStyleCnt="0"/>
      <dgm:spPr/>
    </dgm:pt>
    <dgm:pt modelId="{7F1324A3-3EEA-4928-BD96-E888F19848D6}" type="pres">
      <dgm:prSet presAssocID="{D99D03A5-13E7-41D7-AE4A-3B73AF257A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42AEEE5B-F78B-4F70-B95A-93D595F9EFBA}" type="pres">
      <dgm:prSet presAssocID="{D99D03A5-13E7-41D7-AE4A-3B73AF257AFF}" presName="iconSpace" presStyleCnt="0"/>
      <dgm:spPr/>
    </dgm:pt>
    <dgm:pt modelId="{F641287B-5017-47A9-AE22-FBD56007A875}" type="pres">
      <dgm:prSet presAssocID="{D99D03A5-13E7-41D7-AE4A-3B73AF257AFF}" presName="parTx" presStyleLbl="revTx" presStyleIdx="0" presStyleCnt="6">
        <dgm:presLayoutVars>
          <dgm:chMax val="0"/>
          <dgm:chPref val="0"/>
        </dgm:presLayoutVars>
      </dgm:prSet>
      <dgm:spPr/>
    </dgm:pt>
    <dgm:pt modelId="{4199FE29-06D9-4081-B6B8-21CAC9618C00}" type="pres">
      <dgm:prSet presAssocID="{D99D03A5-13E7-41D7-AE4A-3B73AF257AFF}" presName="txSpace" presStyleCnt="0"/>
      <dgm:spPr/>
    </dgm:pt>
    <dgm:pt modelId="{8F94D696-91A4-4749-A25A-E87F66970096}" type="pres">
      <dgm:prSet presAssocID="{D99D03A5-13E7-41D7-AE4A-3B73AF257AFF}" presName="desTx" presStyleLbl="revTx" presStyleIdx="1" presStyleCnt="6">
        <dgm:presLayoutVars/>
      </dgm:prSet>
      <dgm:spPr/>
    </dgm:pt>
    <dgm:pt modelId="{ECB35C67-F062-453B-AE2F-A0A13A009313}" type="pres">
      <dgm:prSet presAssocID="{3D88756B-957C-4C00-B4BD-6A797089243C}" presName="sibTrans" presStyleCnt="0"/>
      <dgm:spPr/>
    </dgm:pt>
    <dgm:pt modelId="{2E83543E-6E4D-4C47-B911-4D7FBB244E05}" type="pres">
      <dgm:prSet presAssocID="{FDCD7D93-C88C-41D7-BDA8-05E921FECCE3}" presName="compNode" presStyleCnt="0"/>
      <dgm:spPr/>
    </dgm:pt>
    <dgm:pt modelId="{6060C5F5-4627-488F-BBD4-2BD14EA965C4}" type="pres">
      <dgm:prSet presAssocID="{FDCD7D93-C88C-41D7-BDA8-05E921FECC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D3AFF2D-D4A3-422F-BAC2-5773E4F1D0DB}" type="pres">
      <dgm:prSet presAssocID="{FDCD7D93-C88C-41D7-BDA8-05E921FECCE3}" presName="iconSpace" presStyleCnt="0"/>
      <dgm:spPr/>
    </dgm:pt>
    <dgm:pt modelId="{348112B4-27AB-4158-82D6-10B464A13118}" type="pres">
      <dgm:prSet presAssocID="{FDCD7D93-C88C-41D7-BDA8-05E921FECCE3}" presName="parTx" presStyleLbl="revTx" presStyleIdx="2" presStyleCnt="6">
        <dgm:presLayoutVars>
          <dgm:chMax val="0"/>
          <dgm:chPref val="0"/>
        </dgm:presLayoutVars>
      </dgm:prSet>
      <dgm:spPr/>
    </dgm:pt>
    <dgm:pt modelId="{02B9C16B-7568-4A4E-927F-4231024347C2}" type="pres">
      <dgm:prSet presAssocID="{FDCD7D93-C88C-41D7-BDA8-05E921FECCE3}" presName="txSpace" presStyleCnt="0"/>
      <dgm:spPr/>
    </dgm:pt>
    <dgm:pt modelId="{FBE53AF8-82D0-4F93-B71F-52450A39C1A0}" type="pres">
      <dgm:prSet presAssocID="{FDCD7D93-C88C-41D7-BDA8-05E921FECCE3}" presName="desTx" presStyleLbl="revTx" presStyleIdx="3" presStyleCnt="6">
        <dgm:presLayoutVars/>
      </dgm:prSet>
      <dgm:spPr/>
    </dgm:pt>
    <dgm:pt modelId="{111EFD9D-31CF-4E40-86C2-A3467D496789}" type="pres">
      <dgm:prSet presAssocID="{22C1B85F-A45E-4DFF-885C-CCEA76ED4556}" presName="sibTrans" presStyleCnt="0"/>
      <dgm:spPr/>
    </dgm:pt>
    <dgm:pt modelId="{24A87C10-4B24-405C-8E7B-C7AD708AADD9}" type="pres">
      <dgm:prSet presAssocID="{2E04E1BF-DE84-4323-877A-64D493A18E3C}" presName="compNode" presStyleCnt="0"/>
      <dgm:spPr/>
    </dgm:pt>
    <dgm:pt modelId="{7534AFD9-C414-44C2-9D08-3183417918C6}" type="pres">
      <dgm:prSet presAssocID="{2E04E1BF-DE84-4323-877A-64D493A18E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gnpost"/>
        </a:ext>
      </dgm:extLst>
    </dgm:pt>
    <dgm:pt modelId="{69672588-7243-406C-AD8D-E247F07ABD2F}" type="pres">
      <dgm:prSet presAssocID="{2E04E1BF-DE84-4323-877A-64D493A18E3C}" presName="iconSpace" presStyleCnt="0"/>
      <dgm:spPr/>
    </dgm:pt>
    <dgm:pt modelId="{8474C865-DEF8-43DD-A109-37EED30E8A56}" type="pres">
      <dgm:prSet presAssocID="{2E04E1BF-DE84-4323-877A-64D493A18E3C}" presName="parTx" presStyleLbl="revTx" presStyleIdx="4" presStyleCnt="6">
        <dgm:presLayoutVars>
          <dgm:chMax val="0"/>
          <dgm:chPref val="0"/>
        </dgm:presLayoutVars>
      </dgm:prSet>
      <dgm:spPr/>
    </dgm:pt>
    <dgm:pt modelId="{5233C83C-63F2-45E7-8F38-92F0B677C891}" type="pres">
      <dgm:prSet presAssocID="{2E04E1BF-DE84-4323-877A-64D493A18E3C}" presName="txSpace" presStyleCnt="0"/>
      <dgm:spPr/>
    </dgm:pt>
    <dgm:pt modelId="{33BDB475-BF84-4E1E-88B5-6829AA49B773}" type="pres">
      <dgm:prSet presAssocID="{2E04E1BF-DE84-4323-877A-64D493A18E3C}" presName="desTx" presStyleLbl="revTx" presStyleIdx="5" presStyleCnt="6">
        <dgm:presLayoutVars/>
      </dgm:prSet>
      <dgm:spPr/>
    </dgm:pt>
  </dgm:ptLst>
  <dgm:cxnLst>
    <dgm:cxn modelId="{5D92060F-2F06-4C25-8032-E1772413E572}" type="presOf" srcId="{D3DEBDAD-FA04-4AB9-8D17-48486FF16D7C}" destId="{8F94D696-91A4-4749-A25A-E87F66970096}" srcOrd="0" destOrd="0" presId="urn:microsoft.com/office/officeart/2018/2/layout/IconLabelDescriptionList"/>
    <dgm:cxn modelId="{5537F911-9770-4A24-911C-9253B0AD45A4}" type="presOf" srcId="{2E04E1BF-DE84-4323-877A-64D493A18E3C}" destId="{8474C865-DEF8-43DD-A109-37EED30E8A56}" srcOrd="0" destOrd="0" presId="urn:microsoft.com/office/officeart/2018/2/layout/IconLabelDescriptionList"/>
    <dgm:cxn modelId="{1E999519-E98D-4D83-994D-F669092DE2C0}" srcId="{9E57B262-96FB-45B3-9E22-A6FA0D30BA50}" destId="{FDCD7D93-C88C-41D7-BDA8-05E921FECCE3}" srcOrd="1" destOrd="0" parTransId="{A564B7C9-A041-4F87-9C51-54C65CB02FAF}" sibTransId="{22C1B85F-A45E-4DFF-885C-CCEA76ED4556}"/>
    <dgm:cxn modelId="{9B15932B-20B8-44F3-A79B-856FE0C7FF9B}" type="presOf" srcId="{D99D03A5-13E7-41D7-AE4A-3B73AF257AFF}" destId="{F641287B-5017-47A9-AE22-FBD56007A875}" srcOrd="0" destOrd="0" presId="urn:microsoft.com/office/officeart/2018/2/layout/IconLabelDescriptionList"/>
    <dgm:cxn modelId="{A809F244-A882-4D34-A714-D8F455AFA196}" srcId="{FDCD7D93-C88C-41D7-BDA8-05E921FECCE3}" destId="{4B4D9D6D-BE30-49A8-AEBB-812881C4C4ED}" srcOrd="0" destOrd="0" parTransId="{6D214235-C701-413E-A4AF-8218497E8E58}" sibTransId="{4B4B4A51-8CE9-406A-9304-B068C0F6A780}"/>
    <dgm:cxn modelId="{D7262878-1867-4098-985F-00C21E29BFA9}" type="presOf" srcId="{4B4D9D6D-BE30-49A8-AEBB-812881C4C4ED}" destId="{FBE53AF8-82D0-4F93-B71F-52450A39C1A0}" srcOrd="0" destOrd="0" presId="urn:microsoft.com/office/officeart/2018/2/layout/IconLabelDescriptionList"/>
    <dgm:cxn modelId="{1B3E9A9A-411B-461E-84A4-65F50FA4C1D4}" type="presOf" srcId="{FDCD7D93-C88C-41D7-BDA8-05E921FECCE3}" destId="{348112B4-27AB-4158-82D6-10B464A13118}" srcOrd="0" destOrd="0" presId="urn:microsoft.com/office/officeart/2018/2/layout/IconLabelDescriptionList"/>
    <dgm:cxn modelId="{3AFF20A2-BDCC-4440-A0EF-6D3BBD9DCB41}" srcId="{9E57B262-96FB-45B3-9E22-A6FA0D30BA50}" destId="{D99D03A5-13E7-41D7-AE4A-3B73AF257AFF}" srcOrd="0" destOrd="0" parTransId="{7934014B-91A5-45B9-8D92-48B145844C70}" sibTransId="{3D88756B-957C-4C00-B4BD-6A797089243C}"/>
    <dgm:cxn modelId="{B65085A7-E1FF-417A-8CB0-E98988C47CA1}" srcId="{9E57B262-96FB-45B3-9E22-A6FA0D30BA50}" destId="{2E04E1BF-DE84-4323-877A-64D493A18E3C}" srcOrd="2" destOrd="0" parTransId="{9AE49E5D-75F8-43F7-BC20-4047EFEF52CA}" sibTransId="{CDCE54F0-A0BE-4193-ABE2-5C20F308A076}"/>
    <dgm:cxn modelId="{CCD863B1-BAF6-4B85-83BD-4AE3E3065783}" srcId="{D99D03A5-13E7-41D7-AE4A-3B73AF257AFF}" destId="{D3DEBDAD-FA04-4AB9-8D17-48486FF16D7C}" srcOrd="0" destOrd="0" parTransId="{7DFA6294-8180-44D0-90C6-978823B2572B}" sibTransId="{5F63B202-AB04-4320-9AE7-99D4AFB70BE5}"/>
    <dgm:cxn modelId="{B73345B9-ABB4-4635-97A7-BF00BAADED9A}" type="presOf" srcId="{1107F002-C62C-452B-8436-6C5E4A99F598}" destId="{33BDB475-BF84-4E1E-88B5-6829AA49B773}" srcOrd="0" destOrd="0" presId="urn:microsoft.com/office/officeart/2018/2/layout/IconLabelDescriptionList"/>
    <dgm:cxn modelId="{07B04DD0-2F7B-439F-9688-9E67CB3AA5D7}" srcId="{2E04E1BF-DE84-4323-877A-64D493A18E3C}" destId="{1107F002-C62C-452B-8436-6C5E4A99F598}" srcOrd="0" destOrd="0" parTransId="{91E1FC57-36BD-40BE-A6FE-13B441F923C9}" sibTransId="{4ECCEFF2-D7C1-4D73-B31F-63C640AEE608}"/>
    <dgm:cxn modelId="{2DBD0CFA-BB60-4815-9E07-0D9EB0A69AFE}" type="presOf" srcId="{9E57B262-96FB-45B3-9E22-A6FA0D30BA50}" destId="{B733BE09-C8FA-4683-AF5D-5535BBAE5F02}" srcOrd="0" destOrd="0" presId="urn:microsoft.com/office/officeart/2018/2/layout/IconLabelDescriptionList"/>
    <dgm:cxn modelId="{81F7668C-93D5-4466-ABF3-3026D4BA6362}" type="presParOf" srcId="{B733BE09-C8FA-4683-AF5D-5535BBAE5F02}" destId="{49043759-FCDD-450F-AE51-24DC58BBFEBC}" srcOrd="0" destOrd="0" presId="urn:microsoft.com/office/officeart/2018/2/layout/IconLabelDescriptionList"/>
    <dgm:cxn modelId="{7B8E5935-696C-45AE-9DDC-B6B4DE21A2F4}" type="presParOf" srcId="{49043759-FCDD-450F-AE51-24DC58BBFEBC}" destId="{7F1324A3-3EEA-4928-BD96-E888F19848D6}" srcOrd="0" destOrd="0" presId="urn:microsoft.com/office/officeart/2018/2/layout/IconLabelDescriptionList"/>
    <dgm:cxn modelId="{520DE9FB-E0AC-4BFE-ADA1-1A8E1E05BE62}" type="presParOf" srcId="{49043759-FCDD-450F-AE51-24DC58BBFEBC}" destId="{42AEEE5B-F78B-4F70-B95A-93D595F9EFBA}" srcOrd="1" destOrd="0" presId="urn:microsoft.com/office/officeart/2018/2/layout/IconLabelDescriptionList"/>
    <dgm:cxn modelId="{79F4FF34-50A3-44B4-B8A7-D8C950390851}" type="presParOf" srcId="{49043759-FCDD-450F-AE51-24DC58BBFEBC}" destId="{F641287B-5017-47A9-AE22-FBD56007A875}" srcOrd="2" destOrd="0" presId="urn:microsoft.com/office/officeart/2018/2/layout/IconLabelDescriptionList"/>
    <dgm:cxn modelId="{641E99EE-4B2B-462F-8D81-A108BD0961D0}" type="presParOf" srcId="{49043759-FCDD-450F-AE51-24DC58BBFEBC}" destId="{4199FE29-06D9-4081-B6B8-21CAC9618C00}" srcOrd="3" destOrd="0" presId="urn:microsoft.com/office/officeart/2018/2/layout/IconLabelDescriptionList"/>
    <dgm:cxn modelId="{12ABA131-0E17-49D1-888B-0C2C5DD79D92}" type="presParOf" srcId="{49043759-FCDD-450F-AE51-24DC58BBFEBC}" destId="{8F94D696-91A4-4749-A25A-E87F66970096}" srcOrd="4" destOrd="0" presId="urn:microsoft.com/office/officeart/2018/2/layout/IconLabelDescriptionList"/>
    <dgm:cxn modelId="{0B48F520-3007-419B-A4C4-9B67A4C891A0}" type="presParOf" srcId="{B733BE09-C8FA-4683-AF5D-5535BBAE5F02}" destId="{ECB35C67-F062-453B-AE2F-A0A13A009313}" srcOrd="1" destOrd="0" presId="urn:microsoft.com/office/officeart/2018/2/layout/IconLabelDescriptionList"/>
    <dgm:cxn modelId="{64B2FBF9-97C5-4130-A131-11CBBBF349F1}" type="presParOf" srcId="{B733BE09-C8FA-4683-AF5D-5535BBAE5F02}" destId="{2E83543E-6E4D-4C47-B911-4D7FBB244E05}" srcOrd="2" destOrd="0" presId="urn:microsoft.com/office/officeart/2018/2/layout/IconLabelDescriptionList"/>
    <dgm:cxn modelId="{1A4C8945-F4EB-48F4-958A-A582277A3062}" type="presParOf" srcId="{2E83543E-6E4D-4C47-B911-4D7FBB244E05}" destId="{6060C5F5-4627-488F-BBD4-2BD14EA965C4}" srcOrd="0" destOrd="0" presId="urn:microsoft.com/office/officeart/2018/2/layout/IconLabelDescriptionList"/>
    <dgm:cxn modelId="{0D9B60EF-CDDE-4B63-B15D-F82B176F5B4C}" type="presParOf" srcId="{2E83543E-6E4D-4C47-B911-4D7FBB244E05}" destId="{BD3AFF2D-D4A3-422F-BAC2-5773E4F1D0DB}" srcOrd="1" destOrd="0" presId="urn:microsoft.com/office/officeart/2018/2/layout/IconLabelDescriptionList"/>
    <dgm:cxn modelId="{378437AD-A880-446C-A4AE-9C69A297F9CB}" type="presParOf" srcId="{2E83543E-6E4D-4C47-B911-4D7FBB244E05}" destId="{348112B4-27AB-4158-82D6-10B464A13118}" srcOrd="2" destOrd="0" presId="urn:microsoft.com/office/officeart/2018/2/layout/IconLabelDescriptionList"/>
    <dgm:cxn modelId="{58C56673-3FA8-442F-9221-F08ADD1D101C}" type="presParOf" srcId="{2E83543E-6E4D-4C47-B911-4D7FBB244E05}" destId="{02B9C16B-7568-4A4E-927F-4231024347C2}" srcOrd="3" destOrd="0" presId="urn:microsoft.com/office/officeart/2018/2/layout/IconLabelDescriptionList"/>
    <dgm:cxn modelId="{5873D2CD-65F8-4356-BA21-7BE6F833E4A0}" type="presParOf" srcId="{2E83543E-6E4D-4C47-B911-4D7FBB244E05}" destId="{FBE53AF8-82D0-4F93-B71F-52450A39C1A0}" srcOrd="4" destOrd="0" presId="urn:microsoft.com/office/officeart/2018/2/layout/IconLabelDescriptionList"/>
    <dgm:cxn modelId="{87E336FF-DFC1-42E5-95DB-3A17A8223F60}" type="presParOf" srcId="{B733BE09-C8FA-4683-AF5D-5535BBAE5F02}" destId="{111EFD9D-31CF-4E40-86C2-A3467D496789}" srcOrd="3" destOrd="0" presId="urn:microsoft.com/office/officeart/2018/2/layout/IconLabelDescriptionList"/>
    <dgm:cxn modelId="{CF6BA919-5334-4916-951B-1E67689E52A9}" type="presParOf" srcId="{B733BE09-C8FA-4683-AF5D-5535BBAE5F02}" destId="{24A87C10-4B24-405C-8E7B-C7AD708AADD9}" srcOrd="4" destOrd="0" presId="urn:microsoft.com/office/officeart/2018/2/layout/IconLabelDescriptionList"/>
    <dgm:cxn modelId="{AEDFA6E4-58CC-4F1B-B1AE-28A91923B07A}" type="presParOf" srcId="{24A87C10-4B24-405C-8E7B-C7AD708AADD9}" destId="{7534AFD9-C414-44C2-9D08-3183417918C6}" srcOrd="0" destOrd="0" presId="urn:microsoft.com/office/officeart/2018/2/layout/IconLabelDescriptionList"/>
    <dgm:cxn modelId="{0D94339B-3368-4301-B2C3-946DC5CC1CCE}" type="presParOf" srcId="{24A87C10-4B24-405C-8E7B-C7AD708AADD9}" destId="{69672588-7243-406C-AD8D-E247F07ABD2F}" srcOrd="1" destOrd="0" presId="urn:microsoft.com/office/officeart/2018/2/layout/IconLabelDescriptionList"/>
    <dgm:cxn modelId="{E167EBC8-0186-483F-B042-CE5913C1B439}" type="presParOf" srcId="{24A87C10-4B24-405C-8E7B-C7AD708AADD9}" destId="{8474C865-DEF8-43DD-A109-37EED30E8A56}" srcOrd="2" destOrd="0" presId="urn:microsoft.com/office/officeart/2018/2/layout/IconLabelDescriptionList"/>
    <dgm:cxn modelId="{E9CBEF44-F3B9-47C4-9868-2607F76927EA}" type="presParOf" srcId="{24A87C10-4B24-405C-8E7B-C7AD708AADD9}" destId="{5233C83C-63F2-45E7-8F38-92F0B677C891}" srcOrd="3" destOrd="0" presId="urn:microsoft.com/office/officeart/2018/2/layout/IconLabelDescriptionList"/>
    <dgm:cxn modelId="{CC585E2A-B257-4AFC-8A6B-4B15A3A6C572}" type="presParOf" srcId="{24A87C10-4B24-405C-8E7B-C7AD708AADD9}" destId="{33BDB475-BF84-4E1E-88B5-6829AA49B7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C289DEF-6C2D-448C-80C5-6F9F468628B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D8E50AD-8CF6-470D-9BE5-AD93953058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 dirty="0"/>
            <a:t>Nondeterministic</a:t>
          </a:r>
          <a:r>
            <a:rPr lang="tr-TR" i="1" dirty="0"/>
            <a:t> wallet</a:t>
          </a:r>
          <a:endParaRPr lang="en-US" dirty="0"/>
        </a:p>
      </dgm:t>
    </dgm:pt>
    <dgm:pt modelId="{E065DF58-2398-4B86-9D6F-D6113A07105B}" type="parTrans" cxnId="{E92EDDEA-8C28-47E0-90DB-A140CA0E1225}">
      <dgm:prSet/>
      <dgm:spPr/>
      <dgm:t>
        <a:bodyPr/>
        <a:lstStyle/>
        <a:p>
          <a:endParaRPr lang="en-US"/>
        </a:p>
      </dgm:t>
    </dgm:pt>
    <dgm:pt modelId="{6891D24C-D4A0-4662-8B0D-3F214C255B6D}" type="sibTrans" cxnId="{E92EDDEA-8C28-47E0-90DB-A140CA0E1225}">
      <dgm:prSet/>
      <dgm:spPr/>
      <dgm:t>
        <a:bodyPr/>
        <a:lstStyle/>
        <a:p>
          <a:endParaRPr lang="en-US"/>
        </a:p>
      </dgm:t>
    </dgm:pt>
    <dgm:pt modelId="{EB19AC8A-4ADF-42D1-A163-64CC9DC503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key is independently generated</a:t>
          </a:r>
        </a:p>
      </dgm:t>
    </dgm:pt>
    <dgm:pt modelId="{05B53BB5-DBAA-4FE7-975E-87A402F2B9D7}" type="parTrans" cxnId="{C6A3C406-F621-46BE-9A41-1F816D54657D}">
      <dgm:prSet/>
      <dgm:spPr/>
      <dgm:t>
        <a:bodyPr/>
        <a:lstStyle/>
        <a:p>
          <a:endParaRPr lang="en-US"/>
        </a:p>
      </dgm:t>
    </dgm:pt>
    <dgm:pt modelId="{EF2C74B9-06B4-4CB9-BB2F-1916106B3EB7}" type="sibTrans" cxnId="{C6A3C406-F621-46BE-9A41-1F816D54657D}">
      <dgm:prSet/>
      <dgm:spPr/>
      <dgm:t>
        <a:bodyPr/>
        <a:lstStyle/>
        <a:p>
          <a:endParaRPr lang="en-US"/>
        </a:p>
      </dgm:t>
    </dgm:pt>
    <dgm:pt modelId="{B59A2D81-6730-43FF-B9A7-CBF005F06E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JBOK wallet </a:t>
          </a:r>
        </a:p>
      </dgm:t>
    </dgm:pt>
    <dgm:pt modelId="{AC5010AA-18D3-4131-8619-69C024BC5C46}" type="parTrans" cxnId="{D48FA1CA-34E3-4147-A126-E31A36A1000A}">
      <dgm:prSet/>
      <dgm:spPr/>
      <dgm:t>
        <a:bodyPr/>
        <a:lstStyle/>
        <a:p>
          <a:endParaRPr lang="en-US"/>
        </a:p>
      </dgm:t>
    </dgm:pt>
    <dgm:pt modelId="{608A14A4-D281-4DB3-954F-A706AA4FC79F}" type="sibTrans" cxnId="{D48FA1CA-34E3-4147-A126-E31A36A1000A}">
      <dgm:prSet/>
      <dgm:spPr/>
      <dgm:t>
        <a:bodyPr/>
        <a:lstStyle/>
        <a:p>
          <a:endParaRPr lang="en-US"/>
        </a:p>
      </dgm:t>
    </dgm:pt>
    <dgm:pt modelId="{FC4EDA26-E2F1-40F6-ABC9-A9E4E599E9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Alias of nondeterministic wallet</a:t>
          </a:r>
          <a:endParaRPr lang="en-US" dirty="0"/>
        </a:p>
      </dgm:t>
    </dgm:pt>
    <dgm:pt modelId="{3184D17A-0209-4791-AB63-071C2A7BB249}" type="parTrans" cxnId="{9B88DEF2-51DA-49E7-B664-F1353294A638}">
      <dgm:prSet/>
      <dgm:spPr/>
      <dgm:t>
        <a:bodyPr/>
        <a:lstStyle/>
        <a:p>
          <a:endParaRPr lang="en-US"/>
        </a:p>
      </dgm:t>
    </dgm:pt>
    <dgm:pt modelId="{6258B41A-D547-4FCF-8C42-7144D222A6C0}" type="sibTrans" cxnId="{9B88DEF2-51DA-49E7-B664-F1353294A638}">
      <dgm:prSet/>
      <dgm:spPr/>
      <dgm:t>
        <a:bodyPr/>
        <a:lstStyle/>
        <a:p>
          <a:endParaRPr lang="en-US"/>
        </a:p>
      </dgm:t>
    </dgm:pt>
    <dgm:pt modelId="{3DC1AA33-3264-43A7-8C0A-9CAC8CBEC1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Abbreviation</a:t>
          </a:r>
          <a:endParaRPr lang="en-US" dirty="0"/>
        </a:p>
      </dgm:t>
    </dgm:pt>
    <dgm:pt modelId="{94BCF365-346A-4D29-B84F-60669181DABA}" type="parTrans" cxnId="{DC95A46E-5693-44EE-BC63-DAB3DC7939C0}">
      <dgm:prSet/>
      <dgm:spPr/>
      <dgm:t>
        <a:bodyPr/>
        <a:lstStyle/>
        <a:p>
          <a:endParaRPr lang="en-US"/>
        </a:p>
      </dgm:t>
    </dgm:pt>
    <dgm:pt modelId="{CB4E6D8F-8517-4DB0-9EF3-49E242EA6BCE}" type="sibTrans" cxnId="{DC95A46E-5693-44EE-BC63-DAB3DC7939C0}">
      <dgm:prSet/>
      <dgm:spPr/>
      <dgm:t>
        <a:bodyPr/>
        <a:lstStyle/>
        <a:p>
          <a:endParaRPr lang="en-US"/>
        </a:p>
      </dgm:t>
    </dgm:pt>
    <dgm:pt modelId="{02A563F2-E52F-4479-91DE-42CD31FF3CE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Features</a:t>
          </a:r>
          <a:endParaRPr lang="en-US" dirty="0"/>
        </a:p>
      </dgm:t>
    </dgm:pt>
    <dgm:pt modelId="{75EEB4FD-D412-4088-90C9-5D32ED226AA3}" type="parTrans" cxnId="{A43E377D-6448-4D3D-80A4-BA83620840E4}">
      <dgm:prSet/>
      <dgm:spPr/>
      <dgm:t>
        <a:bodyPr/>
        <a:lstStyle/>
        <a:p>
          <a:endParaRPr lang="tr-TR"/>
        </a:p>
      </dgm:t>
    </dgm:pt>
    <dgm:pt modelId="{6CB11278-18B1-40F2-844A-DD78E71E09A6}" type="sibTrans" cxnId="{A43E377D-6448-4D3D-80A4-BA83620840E4}">
      <dgm:prSet/>
      <dgm:spPr/>
      <dgm:t>
        <a:bodyPr/>
        <a:lstStyle/>
        <a:p>
          <a:endParaRPr lang="tr-TR"/>
        </a:p>
      </dgm:t>
    </dgm:pt>
    <dgm:pt modelId="{92A79289-5393-41CA-A2F8-CB1DE8EE1BE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Historically older</a:t>
          </a:r>
          <a:r>
            <a:rPr lang="en-US" dirty="0"/>
            <a:t> </a:t>
          </a:r>
        </a:p>
      </dgm:t>
    </dgm:pt>
    <dgm:pt modelId="{4CD6464B-673C-4937-9AB3-302618BC1CB7}" type="parTrans" cxnId="{0CE562AA-D904-4821-8068-E05973BE6A2B}">
      <dgm:prSet/>
      <dgm:spPr/>
      <dgm:t>
        <a:bodyPr/>
        <a:lstStyle/>
        <a:p>
          <a:endParaRPr lang="tr-TR"/>
        </a:p>
      </dgm:t>
    </dgm:pt>
    <dgm:pt modelId="{93C8DE47-1A28-4136-95D7-0AEA4955BE08}" type="sibTrans" cxnId="{0CE562AA-D904-4821-8068-E05973BE6A2B}">
      <dgm:prSet/>
      <dgm:spPr/>
      <dgm:t>
        <a:bodyPr/>
        <a:lstStyle/>
        <a:p>
          <a:endParaRPr lang="tr-TR"/>
        </a:p>
      </dgm:t>
    </dgm:pt>
    <dgm:pt modelId="{CC4E753E-8AF4-432C-B578-7E4B22CD5C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a random number.</a:t>
          </a:r>
        </a:p>
      </dgm:t>
    </dgm:pt>
    <dgm:pt modelId="{0CEFEB71-53D2-41B4-A69C-D2B98F6C0DA7}" type="parTrans" cxnId="{5A260B6F-EFB9-405C-BD61-83C1F2E1644E}">
      <dgm:prSet/>
      <dgm:spPr/>
      <dgm:t>
        <a:bodyPr/>
        <a:lstStyle/>
        <a:p>
          <a:endParaRPr lang="tr-TR"/>
        </a:p>
      </dgm:t>
    </dgm:pt>
    <dgm:pt modelId="{279EE791-BD77-4733-A832-C64477CF76E2}" type="sibTrans" cxnId="{5A260B6F-EFB9-405C-BD61-83C1F2E1644E}">
      <dgm:prSet/>
      <dgm:spPr/>
      <dgm:t>
        <a:bodyPr/>
        <a:lstStyle/>
        <a:p>
          <a:endParaRPr lang="tr-TR"/>
        </a:p>
      </dgm:t>
    </dgm:pt>
    <dgm:pt modelId="{3123AE82-EFDA-47B4-9EA3-E89D757254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Just a Bunch Of Keys</a:t>
          </a:r>
          <a:endParaRPr lang="en-US" dirty="0"/>
        </a:p>
      </dgm:t>
    </dgm:pt>
    <dgm:pt modelId="{E890711F-4834-475E-85D8-769109CEFE6D}" type="parTrans" cxnId="{E3EBE14F-1404-401E-B561-6CE5D04E1E94}">
      <dgm:prSet/>
      <dgm:spPr/>
      <dgm:t>
        <a:bodyPr/>
        <a:lstStyle/>
        <a:p>
          <a:endParaRPr lang="tr-TR"/>
        </a:p>
      </dgm:t>
    </dgm:pt>
    <dgm:pt modelId="{9D36E04A-366A-4AC3-85D0-56F03C5C7A7F}" type="sibTrans" cxnId="{E3EBE14F-1404-401E-B561-6CE5D04E1E94}">
      <dgm:prSet/>
      <dgm:spPr/>
      <dgm:t>
        <a:bodyPr/>
        <a:lstStyle/>
        <a:p>
          <a:endParaRPr lang="tr-TR"/>
        </a:p>
      </dgm:t>
    </dgm:pt>
    <dgm:pt modelId="{8393C5A7-1489-473F-93DF-8E7526C5C389}" type="pres">
      <dgm:prSet presAssocID="{8C289DEF-6C2D-448C-80C5-6F9F468628B8}" presName="root" presStyleCnt="0">
        <dgm:presLayoutVars>
          <dgm:dir/>
          <dgm:resizeHandles val="exact"/>
        </dgm:presLayoutVars>
      </dgm:prSet>
      <dgm:spPr/>
    </dgm:pt>
    <dgm:pt modelId="{D1F70BEF-A931-47F1-B67C-CFDEB6865DB9}" type="pres">
      <dgm:prSet presAssocID="{2D8E50AD-8CF6-470D-9BE5-AD93953058D6}" presName="compNode" presStyleCnt="0"/>
      <dgm:spPr/>
    </dgm:pt>
    <dgm:pt modelId="{CDBE56DE-02F0-4515-8971-D4C4DA2E09B4}" type="pres">
      <dgm:prSet presAssocID="{2D8E50AD-8CF6-470D-9BE5-AD93953058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230E6C0-40A8-4D8A-95ED-FC86872D5926}" type="pres">
      <dgm:prSet presAssocID="{2D8E50AD-8CF6-470D-9BE5-AD93953058D6}" presName="iconSpace" presStyleCnt="0"/>
      <dgm:spPr/>
    </dgm:pt>
    <dgm:pt modelId="{31E652B8-016D-427C-9452-88EB013BF35C}" type="pres">
      <dgm:prSet presAssocID="{2D8E50AD-8CF6-470D-9BE5-AD93953058D6}" presName="parTx" presStyleLbl="revTx" presStyleIdx="0" presStyleCnt="8">
        <dgm:presLayoutVars>
          <dgm:chMax val="0"/>
          <dgm:chPref val="0"/>
        </dgm:presLayoutVars>
      </dgm:prSet>
      <dgm:spPr/>
    </dgm:pt>
    <dgm:pt modelId="{B2A24E2C-2602-4BB5-8628-A911AB106611}" type="pres">
      <dgm:prSet presAssocID="{2D8E50AD-8CF6-470D-9BE5-AD93953058D6}" presName="txSpace" presStyleCnt="0"/>
      <dgm:spPr/>
    </dgm:pt>
    <dgm:pt modelId="{ED07E8F1-BA1C-4C95-AE83-F782128287B0}" type="pres">
      <dgm:prSet presAssocID="{2D8E50AD-8CF6-470D-9BE5-AD93953058D6}" presName="desTx" presStyleLbl="revTx" presStyleIdx="1" presStyleCnt="8">
        <dgm:presLayoutVars/>
      </dgm:prSet>
      <dgm:spPr/>
    </dgm:pt>
    <dgm:pt modelId="{D18492EE-5D91-480D-99F4-28F350C16AA8}" type="pres">
      <dgm:prSet presAssocID="{6891D24C-D4A0-4662-8B0D-3F214C255B6D}" presName="sibTrans" presStyleCnt="0"/>
      <dgm:spPr/>
    </dgm:pt>
    <dgm:pt modelId="{34D3D172-F549-43B5-B50C-0CD54C5B3E4A}" type="pres">
      <dgm:prSet presAssocID="{02A563F2-E52F-4479-91DE-42CD31FF3CEC}" presName="compNode" presStyleCnt="0"/>
      <dgm:spPr/>
    </dgm:pt>
    <dgm:pt modelId="{082ABDB4-7EC3-4B83-8EE9-EDA24C55B8B1}" type="pres">
      <dgm:prSet presAssocID="{02A563F2-E52F-4479-91DE-42CD31FF3C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1431398B-6DC9-4A9F-A7C3-1A884B57BC8D}" type="pres">
      <dgm:prSet presAssocID="{02A563F2-E52F-4479-91DE-42CD31FF3CEC}" presName="iconSpace" presStyleCnt="0"/>
      <dgm:spPr/>
    </dgm:pt>
    <dgm:pt modelId="{D04B63E5-16C6-4654-B7FA-2D5F15D9EA76}" type="pres">
      <dgm:prSet presAssocID="{02A563F2-E52F-4479-91DE-42CD31FF3CEC}" presName="parTx" presStyleLbl="revTx" presStyleIdx="2" presStyleCnt="8">
        <dgm:presLayoutVars>
          <dgm:chMax val="0"/>
          <dgm:chPref val="0"/>
        </dgm:presLayoutVars>
      </dgm:prSet>
      <dgm:spPr/>
    </dgm:pt>
    <dgm:pt modelId="{E8C2FC75-758A-4CDE-8428-103D7C4825C6}" type="pres">
      <dgm:prSet presAssocID="{02A563F2-E52F-4479-91DE-42CD31FF3CEC}" presName="txSpace" presStyleCnt="0"/>
      <dgm:spPr/>
    </dgm:pt>
    <dgm:pt modelId="{790AD975-34E1-4546-9E60-A055BE3DCD4A}" type="pres">
      <dgm:prSet presAssocID="{02A563F2-E52F-4479-91DE-42CD31FF3CEC}" presName="desTx" presStyleLbl="revTx" presStyleIdx="3" presStyleCnt="8">
        <dgm:presLayoutVars/>
      </dgm:prSet>
      <dgm:spPr/>
    </dgm:pt>
    <dgm:pt modelId="{D7605ADE-A307-426D-A5FE-6EF8323E79EB}" type="pres">
      <dgm:prSet presAssocID="{6CB11278-18B1-40F2-844A-DD78E71E09A6}" presName="sibTrans" presStyleCnt="0"/>
      <dgm:spPr/>
    </dgm:pt>
    <dgm:pt modelId="{A4889C35-86FC-4A29-B83B-E794505524A7}" type="pres">
      <dgm:prSet presAssocID="{B59A2D81-6730-43FF-B9A7-CBF005F06E2A}" presName="compNode" presStyleCnt="0"/>
      <dgm:spPr/>
    </dgm:pt>
    <dgm:pt modelId="{02E9AC45-022F-47F0-ADC2-73D4281AFC38}" type="pres">
      <dgm:prSet presAssocID="{B59A2D81-6730-43FF-B9A7-CBF005F06E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B1D67573-AD8C-4088-8A2D-E1047D341441}" type="pres">
      <dgm:prSet presAssocID="{B59A2D81-6730-43FF-B9A7-CBF005F06E2A}" presName="iconSpace" presStyleCnt="0"/>
      <dgm:spPr/>
    </dgm:pt>
    <dgm:pt modelId="{B4C86151-F7DF-406D-9F1C-D64B47A953D1}" type="pres">
      <dgm:prSet presAssocID="{B59A2D81-6730-43FF-B9A7-CBF005F06E2A}" presName="parTx" presStyleLbl="revTx" presStyleIdx="4" presStyleCnt="8">
        <dgm:presLayoutVars>
          <dgm:chMax val="0"/>
          <dgm:chPref val="0"/>
        </dgm:presLayoutVars>
      </dgm:prSet>
      <dgm:spPr/>
    </dgm:pt>
    <dgm:pt modelId="{EE788C68-6E35-4B61-A12C-94D0452F8F93}" type="pres">
      <dgm:prSet presAssocID="{B59A2D81-6730-43FF-B9A7-CBF005F06E2A}" presName="txSpace" presStyleCnt="0"/>
      <dgm:spPr/>
    </dgm:pt>
    <dgm:pt modelId="{6D44C397-B576-44F2-AF9D-3D88385BCB55}" type="pres">
      <dgm:prSet presAssocID="{B59A2D81-6730-43FF-B9A7-CBF005F06E2A}" presName="desTx" presStyleLbl="revTx" presStyleIdx="5" presStyleCnt="8">
        <dgm:presLayoutVars/>
      </dgm:prSet>
      <dgm:spPr/>
    </dgm:pt>
    <dgm:pt modelId="{D8E87531-5FEA-4864-965D-03DA1F0EA29F}" type="pres">
      <dgm:prSet presAssocID="{608A14A4-D281-4DB3-954F-A706AA4FC79F}" presName="sibTrans" presStyleCnt="0"/>
      <dgm:spPr/>
    </dgm:pt>
    <dgm:pt modelId="{CAEDD3FD-1494-4B03-AAAC-B530C7888ADA}" type="pres">
      <dgm:prSet presAssocID="{3DC1AA33-3264-43A7-8C0A-9CAC8CBEC1DD}" presName="compNode" presStyleCnt="0"/>
      <dgm:spPr/>
    </dgm:pt>
    <dgm:pt modelId="{3CFC621D-8B43-4B94-83AC-18C8B3A73D26}" type="pres">
      <dgm:prSet presAssocID="{3DC1AA33-3264-43A7-8C0A-9CAC8CBEC1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92F4F73-3795-488B-9DED-3A970DB15505}" type="pres">
      <dgm:prSet presAssocID="{3DC1AA33-3264-43A7-8C0A-9CAC8CBEC1DD}" presName="iconSpace" presStyleCnt="0"/>
      <dgm:spPr/>
    </dgm:pt>
    <dgm:pt modelId="{09677C02-F1CA-4854-88AF-2AD84036C8EA}" type="pres">
      <dgm:prSet presAssocID="{3DC1AA33-3264-43A7-8C0A-9CAC8CBEC1DD}" presName="parTx" presStyleLbl="revTx" presStyleIdx="6" presStyleCnt="8">
        <dgm:presLayoutVars>
          <dgm:chMax val="0"/>
          <dgm:chPref val="0"/>
        </dgm:presLayoutVars>
      </dgm:prSet>
      <dgm:spPr/>
    </dgm:pt>
    <dgm:pt modelId="{E403A600-C910-40AF-83F6-ED6200ADBA11}" type="pres">
      <dgm:prSet presAssocID="{3DC1AA33-3264-43A7-8C0A-9CAC8CBEC1DD}" presName="txSpace" presStyleCnt="0"/>
      <dgm:spPr/>
    </dgm:pt>
    <dgm:pt modelId="{1CF5519D-BE42-4C10-A7D0-EACBA1A620E7}" type="pres">
      <dgm:prSet presAssocID="{3DC1AA33-3264-43A7-8C0A-9CAC8CBEC1DD}" presName="desTx" presStyleLbl="revTx" presStyleIdx="7" presStyleCnt="8">
        <dgm:presLayoutVars/>
      </dgm:prSet>
      <dgm:spPr/>
    </dgm:pt>
  </dgm:ptLst>
  <dgm:cxnLst>
    <dgm:cxn modelId="{C6A3C406-F621-46BE-9A41-1F816D54657D}" srcId="{02A563F2-E52F-4479-91DE-42CD31FF3CEC}" destId="{EB19AC8A-4ADF-42D1-A163-64CC9DC503A6}" srcOrd="0" destOrd="0" parTransId="{05B53BB5-DBAA-4FE7-975E-87A402F2B9D7}" sibTransId="{EF2C74B9-06B4-4CB9-BB2F-1916106B3EB7}"/>
    <dgm:cxn modelId="{E2223412-57CD-4792-887E-F62C906F4B9D}" type="presOf" srcId="{3123AE82-EFDA-47B4-9EA3-E89D757254E0}" destId="{1CF5519D-BE42-4C10-A7D0-EACBA1A620E7}" srcOrd="0" destOrd="0" presId="urn:microsoft.com/office/officeart/2018/5/layout/CenteredIconLabelDescriptionList"/>
    <dgm:cxn modelId="{1DF52916-F907-4EF1-83DE-92E06722032F}" type="presOf" srcId="{CC4E753E-8AF4-432C-B578-7E4B22CD5CF5}" destId="{790AD975-34E1-4546-9E60-A055BE3DCD4A}" srcOrd="0" destOrd="1" presId="urn:microsoft.com/office/officeart/2018/5/layout/CenteredIconLabelDescriptionList"/>
    <dgm:cxn modelId="{D7AD545D-BC88-4C4A-B147-B5DDB20E83A0}" type="presOf" srcId="{2D8E50AD-8CF6-470D-9BE5-AD93953058D6}" destId="{31E652B8-016D-427C-9452-88EB013BF35C}" srcOrd="0" destOrd="0" presId="urn:microsoft.com/office/officeart/2018/5/layout/CenteredIconLabelDescriptionList"/>
    <dgm:cxn modelId="{95EC2167-E018-48D1-B629-79EE0791C851}" type="presOf" srcId="{92A79289-5393-41CA-A2F8-CB1DE8EE1BE6}" destId="{ED07E8F1-BA1C-4C95-AE83-F782128287B0}" srcOrd="0" destOrd="0" presId="urn:microsoft.com/office/officeart/2018/5/layout/CenteredIconLabelDescriptionList"/>
    <dgm:cxn modelId="{70665D67-5173-4832-B6DA-2501C5BDED74}" type="presOf" srcId="{8C289DEF-6C2D-448C-80C5-6F9F468628B8}" destId="{8393C5A7-1489-473F-93DF-8E7526C5C389}" srcOrd="0" destOrd="0" presId="urn:microsoft.com/office/officeart/2018/5/layout/CenteredIconLabelDescriptionList"/>
    <dgm:cxn modelId="{DC95A46E-5693-44EE-BC63-DAB3DC7939C0}" srcId="{8C289DEF-6C2D-448C-80C5-6F9F468628B8}" destId="{3DC1AA33-3264-43A7-8C0A-9CAC8CBEC1DD}" srcOrd="3" destOrd="0" parTransId="{94BCF365-346A-4D29-B84F-60669181DABA}" sibTransId="{CB4E6D8F-8517-4DB0-9EF3-49E242EA6BCE}"/>
    <dgm:cxn modelId="{5A260B6F-EFB9-405C-BD61-83C1F2E1644E}" srcId="{02A563F2-E52F-4479-91DE-42CD31FF3CEC}" destId="{CC4E753E-8AF4-432C-B578-7E4B22CD5CF5}" srcOrd="1" destOrd="0" parTransId="{0CEFEB71-53D2-41B4-A69C-D2B98F6C0DA7}" sibTransId="{279EE791-BD77-4733-A832-C64477CF76E2}"/>
    <dgm:cxn modelId="{E3EBE14F-1404-401E-B561-6CE5D04E1E94}" srcId="{3DC1AA33-3264-43A7-8C0A-9CAC8CBEC1DD}" destId="{3123AE82-EFDA-47B4-9EA3-E89D757254E0}" srcOrd="0" destOrd="0" parTransId="{E890711F-4834-475E-85D8-769109CEFE6D}" sibTransId="{9D36E04A-366A-4AC3-85D0-56F03C5C7A7F}"/>
    <dgm:cxn modelId="{E88B3058-4A99-4A7D-9985-DD873A1E12FD}" type="presOf" srcId="{02A563F2-E52F-4479-91DE-42CD31FF3CEC}" destId="{D04B63E5-16C6-4654-B7FA-2D5F15D9EA76}" srcOrd="0" destOrd="0" presId="urn:microsoft.com/office/officeart/2018/5/layout/CenteredIconLabelDescriptionList"/>
    <dgm:cxn modelId="{A43E377D-6448-4D3D-80A4-BA83620840E4}" srcId="{8C289DEF-6C2D-448C-80C5-6F9F468628B8}" destId="{02A563F2-E52F-4479-91DE-42CD31FF3CEC}" srcOrd="1" destOrd="0" parTransId="{75EEB4FD-D412-4088-90C9-5D32ED226AA3}" sibTransId="{6CB11278-18B1-40F2-844A-DD78E71E09A6}"/>
    <dgm:cxn modelId="{DCC1938D-720B-49CD-82B2-EB3A02832147}" type="presOf" srcId="{3DC1AA33-3264-43A7-8C0A-9CAC8CBEC1DD}" destId="{09677C02-F1CA-4854-88AF-2AD84036C8EA}" srcOrd="0" destOrd="0" presId="urn:microsoft.com/office/officeart/2018/5/layout/CenteredIconLabelDescriptionList"/>
    <dgm:cxn modelId="{0CE562AA-D904-4821-8068-E05973BE6A2B}" srcId="{2D8E50AD-8CF6-470D-9BE5-AD93953058D6}" destId="{92A79289-5393-41CA-A2F8-CB1DE8EE1BE6}" srcOrd="0" destOrd="0" parTransId="{4CD6464B-673C-4937-9AB3-302618BC1CB7}" sibTransId="{93C8DE47-1A28-4136-95D7-0AEA4955BE08}"/>
    <dgm:cxn modelId="{20DE9FBE-9A4D-40D5-96F7-94EA935CEDCB}" type="presOf" srcId="{B59A2D81-6730-43FF-B9A7-CBF005F06E2A}" destId="{B4C86151-F7DF-406D-9F1C-D64B47A953D1}" srcOrd="0" destOrd="0" presId="urn:microsoft.com/office/officeart/2018/5/layout/CenteredIconLabelDescriptionList"/>
    <dgm:cxn modelId="{571315C3-14B6-45FE-85EE-CD9CA24FC794}" type="presOf" srcId="{EB19AC8A-4ADF-42D1-A163-64CC9DC503A6}" destId="{790AD975-34E1-4546-9E60-A055BE3DCD4A}" srcOrd="0" destOrd="0" presId="urn:microsoft.com/office/officeart/2018/5/layout/CenteredIconLabelDescriptionList"/>
    <dgm:cxn modelId="{D48FA1CA-34E3-4147-A126-E31A36A1000A}" srcId="{8C289DEF-6C2D-448C-80C5-6F9F468628B8}" destId="{B59A2D81-6730-43FF-B9A7-CBF005F06E2A}" srcOrd="2" destOrd="0" parTransId="{AC5010AA-18D3-4131-8619-69C024BC5C46}" sibTransId="{608A14A4-D281-4DB3-954F-A706AA4FC79F}"/>
    <dgm:cxn modelId="{E92EDDEA-8C28-47E0-90DB-A140CA0E1225}" srcId="{8C289DEF-6C2D-448C-80C5-6F9F468628B8}" destId="{2D8E50AD-8CF6-470D-9BE5-AD93953058D6}" srcOrd="0" destOrd="0" parTransId="{E065DF58-2398-4B86-9D6F-D6113A07105B}" sibTransId="{6891D24C-D4A0-4662-8B0D-3F214C255B6D}"/>
    <dgm:cxn modelId="{4AC59AEB-2395-4ECE-9BD5-393FF0E31732}" type="presOf" srcId="{FC4EDA26-E2F1-40F6-ABC9-A9E4E599E976}" destId="{6D44C397-B576-44F2-AF9D-3D88385BCB55}" srcOrd="0" destOrd="0" presId="urn:microsoft.com/office/officeart/2018/5/layout/CenteredIconLabelDescriptionList"/>
    <dgm:cxn modelId="{9B88DEF2-51DA-49E7-B664-F1353294A638}" srcId="{B59A2D81-6730-43FF-B9A7-CBF005F06E2A}" destId="{FC4EDA26-E2F1-40F6-ABC9-A9E4E599E976}" srcOrd="0" destOrd="0" parTransId="{3184D17A-0209-4791-AB63-071C2A7BB249}" sibTransId="{6258B41A-D547-4FCF-8C42-7144D222A6C0}"/>
    <dgm:cxn modelId="{4C8F9C91-9655-42DC-9C88-C5ADDAA9B971}" type="presParOf" srcId="{8393C5A7-1489-473F-93DF-8E7526C5C389}" destId="{D1F70BEF-A931-47F1-B67C-CFDEB6865DB9}" srcOrd="0" destOrd="0" presId="urn:microsoft.com/office/officeart/2018/5/layout/CenteredIconLabelDescriptionList"/>
    <dgm:cxn modelId="{803C5ED1-780A-4FFE-BD12-CCA848F917E4}" type="presParOf" srcId="{D1F70BEF-A931-47F1-B67C-CFDEB6865DB9}" destId="{CDBE56DE-02F0-4515-8971-D4C4DA2E09B4}" srcOrd="0" destOrd="0" presId="urn:microsoft.com/office/officeart/2018/5/layout/CenteredIconLabelDescriptionList"/>
    <dgm:cxn modelId="{7484E411-37BC-4BDE-B2CE-6FC95DEB0961}" type="presParOf" srcId="{D1F70BEF-A931-47F1-B67C-CFDEB6865DB9}" destId="{0230E6C0-40A8-4D8A-95ED-FC86872D5926}" srcOrd="1" destOrd="0" presId="urn:microsoft.com/office/officeart/2018/5/layout/CenteredIconLabelDescriptionList"/>
    <dgm:cxn modelId="{39ADB79A-578E-4F5E-BDD5-7FFC2A65C4EA}" type="presParOf" srcId="{D1F70BEF-A931-47F1-B67C-CFDEB6865DB9}" destId="{31E652B8-016D-427C-9452-88EB013BF35C}" srcOrd="2" destOrd="0" presId="urn:microsoft.com/office/officeart/2018/5/layout/CenteredIconLabelDescriptionList"/>
    <dgm:cxn modelId="{D42D6979-07D3-4168-B230-2762ED29B8A1}" type="presParOf" srcId="{D1F70BEF-A931-47F1-B67C-CFDEB6865DB9}" destId="{B2A24E2C-2602-4BB5-8628-A911AB106611}" srcOrd="3" destOrd="0" presId="urn:microsoft.com/office/officeart/2018/5/layout/CenteredIconLabelDescriptionList"/>
    <dgm:cxn modelId="{C98A357A-8411-46F5-A010-993CFA709FFA}" type="presParOf" srcId="{D1F70BEF-A931-47F1-B67C-CFDEB6865DB9}" destId="{ED07E8F1-BA1C-4C95-AE83-F782128287B0}" srcOrd="4" destOrd="0" presId="urn:microsoft.com/office/officeart/2018/5/layout/CenteredIconLabelDescriptionList"/>
    <dgm:cxn modelId="{EF1CD160-EFEA-4FA1-8C0E-D4EFC03ADA9F}" type="presParOf" srcId="{8393C5A7-1489-473F-93DF-8E7526C5C389}" destId="{D18492EE-5D91-480D-99F4-28F350C16AA8}" srcOrd="1" destOrd="0" presId="urn:microsoft.com/office/officeart/2018/5/layout/CenteredIconLabelDescriptionList"/>
    <dgm:cxn modelId="{02767FC3-3D75-48CF-B09A-372B44618136}" type="presParOf" srcId="{8393C5A7-1489-473F-93DF-8E7526C5C389}" destId="{34D3D172-F549-43B5-B50C-0CD54C5B3E4A}" srcOrd="2" destOrd="0" presId="urn:microsoft.com/office/officeart/2018/5/layout/CenteredIconLabelDescriptionList"/>
    <dgm:cxn modelId="{DBB11FB3-0479-4B8A-B162-F6503F6012F6}" type="presParOf" srcId="{34D3D172-F549-43B5-B50C-0CD54C5B3E4A}" destId="{082ABDB4-7EC3-4B83-8EE9-EDA24C55B8B1}" srcOrd="0" destOrd="0" presId="urn:microsoft.com/office/officeart/2018/5/layout/CenteredIconLabelDescriptionList"/>
    <dgm:cxn modelId="{3AEC9206-445D-4316-9BFF-6176377B6DC8}" type="presParOf" srcId="{34D3D172-F549-43B5-B50C-0CD54C5B3E4A}" destId="{1431398B-6DC9-4A9F-A7C3-1A884B57BC8D}" srcOrd="1" destOrd="0" presId="urn:microsoft.com/office/officeart/2018/5/layout/CenteredIconLabelDescriptionList"/>
    <dgm:cxn modelId="{9561544D-9B8F-4DEA-9F22-32248B2F1FBA}" type="presParOf" srcId="{34D3D172-F549-43B5-B50C-0CD54C5B3E4A}" destId="{D04B63E5-16C6-4654-B7FA-2D5F15D9EA76}" srcOrd="2" destOrd="0" presId="urn:microsoft.com/office/officeart/2018/5/layout/CenteredIconLabelDescriptionList"/>
    <dgm:cxn modelId="{E91AB9F1-837A-4B3B-9641-1A96D9FED0EF}" type="presParOf" srcId="{34D3D172-F549-43B5-B50C-0CD54C5B3E4A}" destId="{E8C2FC75-758A-4CDE-8428-103D7C4825C6}" srcOrd="3" destOrd="0" presId="urn:microsoft.com/office/officeart/2018/5/layout/CenteredIconLabelDescriptionList"/>
    <dgm:cxn modelId="{5EC756FC-493E-495C-9BC1-66D9759FECEC}" type="presParOf" srcId="{34D3D172-F549-43B5-B50C-0CD54C5B3E4A}" destId="{790AD975-34E1-4546-9E60-A055BE3DCD4A}" srcOrd="4" destOrd="0" presId="urn:microsoft.com/office/officeart/2018/5/layout/CenteredIconLabelDescriptionList"/>
    <dgm:cxn modelId="{3263AD08-FFD1-4A26-B812-F0AE344E5C96}" type="presParOf" srcId="{8393C5A7-1489-473F-93DF-8E7526C5C389}" destId="{D7605ADE-A307-426D-A5FE-6EF8323E79EB}" srcOrd="3" destOrd="0" presId="urn:microsoft.com/office/officeart/2018/5/layout/CenteredIconLabelDescriptionList"/>
    <dgm:cxn modelId="{5ECBC4F9-3FD9-4078-ACE7-182DD36FAC16}" type="presParOf" srcId="{8393C5A7-1489-473F-93DF-8E7526C5C389}" destId="{A4889C35-86FC-4A29-B83B-E794505524A7}" srcOrd="4" destOrd="0" presId="urn:microsoft.com/office/officeart/2018/5/layout/CenteredIconLabelDescriptionList"/>
    <dgm:cxn modelId="{5D3CE298-66DB-4817-A13A-ED20320B6D2A}" type="presParOf" srcId="{A4889C35-86FC-4A29-B83B-E794505524A7}" destId="{02E9AC45-022F-47F0-ADC2-73D4281AFC38}" srcOrd="0" destOrd="0" presId="urn:microsoft.com/office/officeart/2018/5/layout/CenteredIconLabelDescriptionList"/>
    <dgm:cxn modelId="{ADA44DFE-8D2A-4B78-9A93-5A415C8AD72A}" type="presParOf" srcId="{A4889C35-86FC-4A29-B83B-E794505524A7}" destId="{B1D67573-AD8C-4088-8A2D-E1047D341441}" srcOrd="1" destOrd="0" presId="urn:microsoft.com/office/officeart/2018/5/layout/CenteredIconLabelDescriptionList"/>
    <dgm:cxn modelId="{83F3BF19-3B54-4F33-A044-33D2330714EE}" type="presParOf" srcId="{A4889C35-86FC-4A29-B83B-E794505524A7}" destId="{B4C86151-F7DF-406D-9F1C-D64B47A953D1}" srcOrd="2" destOrd="0" presId="urn:microsoft.com/office/officeart/2018/5/layout/CenteredIconLabelDescriptionList"/>
    <dgm:cxn modelId="{2A0DE153-96DD-4085-B904-897856C6C76C}" type="presParOf" srcId="{A4889C35-86FC-4A29-B83B-E794505524A7}" destId="{EE788C68-6E35-4B61-A12C-94D0452F8F93}" srcOrd="3" destOrd="0" presId="urn:microsoft.com/office/officeart/2018/5/layout/CenteredIconLabelDescriptionList"/>
    <dgm:cxn modelId="{3A32C328-150A-485E-B684-805E9CC2F31F}" type="presParOf" srcId="{A4889C35-86FC-4A29-B83B-E794505524A7}" destId="{6D44C397-B576-44F2-AF9D-3D88385BCB55}" srcOrd="4" destOrd="0" presId="urn:microsoft.com/office/officeart/2018/5/layout/CenteredIconLabelDescriptionList"/>
    <dgm:cxn modelId="{B3F4F30A-EA22-46D3-9766-9CC109E93E3D}" type="presParOf" srcId="{8393C5A7-1489-473F-93DF-8E7526C5C389}" destId="{D8E87531-5FEA-4864-965D-03DA1F0EA29F}" srcOrd="5" destOrd="0" presId="urn:microsoft.com/office/officeart/2018/5/layout/CenteredIconLabelDescriptionList"/>
    <dgm:cxn modelId="{197F6FE1-3428-42BD-8AA5-FC1661DCFB01}" type="presParOf" srcId="{8393C5A7-1489-473F-93DF-8E7526C5C389}" destId="{CAEDD3FD-1494-4B03-AAAC-B530C7888ADA}" srcOrd="6" destOrd="0" presId="urn:microsoft.com/office/officeart/2018/5/layout/CenteredIconLabelDescriptionList"/>
    <dgm:cxn modelId="{577B6005-C355-4188-B80D-B63C04416ACE}" type="presParOf" srcId="{CAEDD3FD-1494-4B03-AAAC-B530C7888ADA}" destId="{3CFC621D-8B43-4B94-83AC-18C8B3A73D26}" srcOrd="0" destOrd="0" presId="urn:microsoft.com/office/officeart/2018/5/layout/CenteredIconLabelDescriptionList"/>
    <dgm:cxn modelId="{A143259D-0614-4D5C-B45A-8E3EBCAE1B82}" type="presParOf" srcId="{CAEDD3FD-1494-4B03-AAAC-B530C7888ADA}" destId="{892F4F73-3795-488B-9DED-3A970DB15505}" srcOrd="1" destOrd="0" presId="urn:microsoft.com/office/officeart/2018/5/layout/CenteredIconLabelDescriptionList"/>
    <dgm:cxn modelId="{6A102301-48C9-46A6-B29C-603389D6118E}" type="presParOf" srcId="{CAEDD3FD-1494-4B03-AAAC-B530C7888ADA}" destId="{09677C02-F1CA-4854-88AF-2AD84036C8EA}" srcOrd="2" destOrd="0" presId="urn:microsoft.com/office/officeart/2018/5/layout/CenteredIconLabelDescriptionList"/>
    <dgm:cxn modelId="{85575AFE-2108-483A-811E-396DEB87F625}" type="presParOf" srcId="{CAEDD3FD-1494-4B03-AAAC-B530C7888ADA}" destId="{E403A600-C910-40AF-83F6-ED6200ADBA11}" srcOrd="3" destOrd="0" presId="urn:microsoft.com/office/officeart/2018/5/layout/CenteredIconLabelDescriptionList"/>
    <dgm:cxn modelId="{7BF6B8DD-E46E-435E-A86A-4C0E92DA105F}" type="presParOf" srcId="{CAEDD3FD-1494-4B03-AAAC-B530C7888ADA}" destId="{1CF5519D-BE42-4C10-A7D0-EACBA1A620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FCE70A6-178A-4BBA-8BE5-8682202322B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295FC8-72A1-495A-97FE-94AB1017BF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Seed</a:t>
          </a:r>
          <a:endParaRPr lang="en-US"/>
        </a:p>
      </dgm:t>
    </dgm:pt>
    <dgm:pt modelId="{822579F0-619E-4306-9C21-4ECC0EEA3BDA}" type="parTrans" cxnId="{3ACBDA29-9703-4725-A2D6-8CF260F31B09}">
      <dgm:prSet/>
      <dgm:spPr/>
      <dgm:t>
        <a:bodyPr/>
        <a:lstStyle/>
        <a:p>
          <a:endParaRPr lang="en-US"/>
        </a:p>
      </dgm:t>
    </dgm:pt>
    <dgm:pt modelId="{199720D7-5912-4204-9AAB-3771F8ACDDC2}" type="sibTrans" cxnId="{3ACBDA29-9703-4725-A2D6-8CF260F31B09}">
      <dgm:prSet/>
      <dgm:spPr/>
      <dgm:t>
        <a:bodyPr/>
        <a:lstStyle/>
        <a:p>
          <a:endParaRPr lang="en-US"/>
        </a:p>
      </dgm:t>
    </dgm:pt>
    <dgm:pt modelId="{B0D70DE8-3DA7-429E-8E4E-30145423CC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master key</a:t>
          </a:r>
        </a:p>
      </dgm:t>
    </dgm:pt>
    <dgm:pt modelId="{2198285D-54CD-4FC8-9E1C-1890329FCCA8}" type="parTrans" cxnId="{65EFE0FA-95B5-4127-8BAE-02DE4260863B}">
      <dgm:prSet/>
      <dgm:spPr/>
      <dgm:t>
        <a:bodyPr/>
        <a:lstStyle/>
        <a:p>
          <a:endParaRPr lang="en-US"/>
        </a:p>
      </dgm:t>
    </dgm:pt>
    <dgm:pt modelId="{A169C759-EE1E-48DB-BE8C-29850FF2047D}" type="sibTrans" cxnId="{65EFE0FA-95B5-4127-8BAE-02DE4260863B}">
      <dgm:prSet/>
      <dgm:spPr/>
      <dgm:t>
        <a:bodyPr/>
        <a:lstStyle/>
        <a:p>
          <a:endParaRPr lang="en-US"/>
        </a:p>
      </dgm:t>
    </dgm:pt>
    <dgm:pt modelId="{8E10A14A-B795-4D63-B4CF-F554B5399F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Regeneration</a:t>
          </a:r>
          <a:endParaRPr lang="en-US" dirty="0"/>
        </a:p>
      </dgm:t>
    </dgm:pt>
    <dgm:pt modelId="{6931DCEF-B189-4668-8D98-231936756A70}" type="parTrans" cxnId="{7D200A3E-25D5-4855-AAEE-FD73771B8559}">
      <dgm:prSet/>
      <dgm:spPr/>
      <dgm:t>
        <a:bodyPr/>
        <a:lstStyle/>
        <a:p>
          <a:endParaRPr lang="en-US"/>
        </a:p>
      </dgm:t>
    </dgm:pt>
    <dgm:pt modelId="{65F66F46-5C31-4735-8339-556D0040CCD6}" type="sibTrans" cxnId="{7D200A3E-25D5-4855-AAEE-FD73771B8559}">
      <dgm:prSet/>
      <dgm:spPr/>
      <dgm:t>
        <a:bodyPr/>
        <a:lstStyle/>
        <a:p>
          <a:endParaRPr lang="en-US"/>
        </a:p>
      </dgm:t>
    </dgm:pt>
    <dgm:pt modelId="{544E83E6-2314-41AD-B994-FF0CA26ACD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 the keys in </a:t>
          </a:r>
          <a:r>
            <a:rPr lang="tr-TR" dirty="0"/>
            <a:t>the </a:t>
          </a:r>
          <a:r>
            <a:rPr lang="en-US" dirty="0"/>
            <a:t>wallet</a:t>
          </a:r>
        </a:p>
      </dgm:t>
    </dgm:pt>
    <dgm:pt modelId="{D955EBBA-A04E-4690-8F22-E5A59A2FA808}" type="parTrans" cxnId="{16977317-A435-42B4-BF8A-92BF53C22264}">
      <dgm:prSet/>
      <dgm:spPr/>
      <dgm:t>
        <a:bodyPr/>
        <a:lstStyle/>
        <a:p>
          <a:endParaRPr lang="en-US"/>
        </a:p>
      </dgm:t>
    </dgm:pt>
    <dgm:pt modelId="{1FCF1BD7-44F0-447D-AA98-6FD90FD9667B}" type="sibTrans" cxnId="{16977317-A435-42B4-BF8A-92BF53C22264}">
      <dgm:prSet/>
      <dgm:spPr/>
      <dgm:t>
        <a:bodyPr/>
        <a:lstStyle/>
        <a:p>
          <a:endParaRPr lang="en-US"/>
        </a:p>
      </dgm:t>
    </dgm:pt>
    <dgm:pt modelId="{37599018-F21F-4084-A7A3-DDAB85963CD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derive other</a:t>
          </a:r>
          <a:r>
            <a:rPr lang="en-US" dirty="0"/>
            <a:t> keys </a:t>
          </a:r>
          <a:r>
            <a:rPr lang="tr-TR" dirty="0"/>
            <a:t>from</a:t>
          </a:r>
          <a:endParaRPr lang="en-US" dirty="0"/>
        </a:p>
      </dgm:t>
    </dgm:pt>
    <dgm:pt modelId="{1189BFB2-3AD3-4E1F-B4D4-7A35A894B034}" type="parTrans" cxnId="{C6A437DD-841B-4F53-A799-DC55BA5AE6B9}">
      <dgm:prSet/>
      <dgm:spPr/>
      <dgm:t>
        <a:bodyPr/>
        <a:lstStyle/>
        <a:p>
          <a:endParaRPr lang="tr-TR"/>
        </a:p>
      </dgm:t>
    </dgm:pt>
    <dgm:pt modelId="{83B75C30-5DC2-4AF3-8A8C-8616F1C09ACE}" type="sibTrans" cxnId="{C6A437DD-841B-4F53-A799-DC55BA5AE6B9}">
      <dgm:prSet/>
      <dgm:spPr/>
      <dgm:t>
        <a:bodyPr/>
        <a:lstStyle/>
        <a:p>
          <a:endParaRPr lang="tr-TR"/>
        </a:p>
      </dgm:t>
    </dgm:pt>
    <dgm:pt modelId="{5EA4AD5B-0AD5-4EEC-9010-63DABDA6FD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related to</a:t>
          </a:r>
          <a:r>
            <a:rPr lang="tr-TR" dirty="0"/>
            <a:t> </a:t>
          </a:r>
          <a:r>
            <a:rPr lang="en-US" dirty="0"/>
            <a:t>each other </a:t>
          </a:r>
        </a:p>
      </dgm:t>
    </dgm:pt>
    <dgm:pt modelId="{3E6E8698-4D1A-44E0-846A-C423ACDDCE87}" type="parTrans" cxnId="{8FAFE58C-89F1-4E54-83D7-1AEA4A622F05}">
      <dgm:prSet/>
      <dgm:spPr/>
      <dgm:t>
        <a:bodyPr/>
        <a:lstStyle/>
        <a:p>
          <a:endParaRPr lang="tr-TR"/>
        </a:p>
      </dgm:t>
    </dgm:pt>
    <dgm:pt modelId="{3CCBB05D-DB25-47AB-B666-3A9164573B4E}" type="sibTrans" cxnId="{8FAFE58C-89F1-4E54-83D7-1AEA4A622F05}">
      <dgm:prSet/>
      <dgm:spPr/>
      <dgm:t>
        <a:bodyPr/>
        <a:lstStyle/>
        <a:p>
          <a:endParaRPr lang="tr-TR"/>
        </a:p>
      </dgm:t>
    </dgm:pt>
    <dgm:pt modelId="{9A207991-F821-4EB4-ADFB-ED35F4C7C1A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keys </a:t>
          </a:r>
        </a:p>
        <a:p>
          <a:pPr>
            <a:lnSpc>
              <a:spcPct val="100000"/>
            </a:lnSpc>
          </a:pPr>
          <a:r>
            <a:rPr lang="en-US" dirty="0"/>
            <a:t>can be generated again</a:t>
          </a:r>
        </a:p>
      </dgm:t>
    </dgm:pt>
    <dgm:pt modelId="{B6D02C8A-1B4A-4B44-90A8-DC575273D20A}" type="parTrans" cxnId="{52AF58FB-C88D-4249-98EF-E67C3068D4F3}">
      <dgm:prSet/>
      <dgm:spPr/>
      <dgm:t>
        <a:bodyPr/>
        <a:lstStyle/>
        <a:p>
          <a:endParaRPr lang="tr-TR"/>
        </a:p>
      </dgm:t>
    </dgm:pt>
    <dgm:pt modelId="{FBBD922E-455D-4ACA-AF19-CB46CEA74260}" type="sibTrans" cxnId="{52AF58FB-C88D-4249-98EF-E67C3068D4F3}">
      <dgm:prSet/>
      <dgm:spPr/>
      <dgm:t>
        <a:bodyPr/>
        <a:lstStyle/>
        <a:p>
          <a:endParaRPr lang="tr-TR"/>
        </a:p>
      </dgm:t>
    </dgm:pt>
    <dgm:pt modelId="{CF01C773-3025-410A-B68D-7F13F7D2738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 </a:t>
          </a:r>
          <a:r>
            <a:rPr lang="en-US" dirty="0"/>
            <a:t>the original seed </a:t>
          </a:r>
        </a:p>
      </dgm:t>
    </dgm:pt>
    <dgm:pt modelId="{93AC1B40-5DDC-4163-8663-AB9C63C01DEA}" type="parTrans" cxnId="{939B76E2-5B1A-4089-81A3-2A7799A76D1C}">
      <dgm:prSet/>
      <dgm:spPr/>
      <dgm:t>
        <a:bodyPr/>
        <a:lstStyle/>
        <a:p>
          <a:endParaRPr lang="tr-TR"/>
        </a:p>
      </dgm:t>
    </dgm:pt>
    <dgm:pt modelId="{C925DDC6-9425-46D0-B80D-88E399A16A3F}" type="sibTrans" cxnId="{939B76E2-5B1A-4089-81A3-2A7799A76D1C}">
      <dgm:prSet/>
      <dgm:spPr/>
      <dgm:t>
        <a:bodyPr/>
        <a:lstStyle/>
        <a:p>
          <a:endParaRPr lang="tr-TR"/>
        </a:p>
      </dgm:t>
    </dgm:pt>
    <dgm:pt modelId="{17E12352-D6FB-451C-80B3-AE3AA16D9D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Keys are related</a:t>
          </a:r>
          <a:endParaRPr lang="en-US" dirty="0"/>
        </a:p>
      </dgm:t>
    </dgm:pt>
    <dgm:pt modelId="{9E8A707F-752C-4D4D-AD1D-54D0501B364D}" type="parTrans" cxnId="{E4AB1CEA-376A-4A95-8702-EC9D32A71B1A}">
      <dgm:prSet/>
      <dgm:spPr/>
    </dgm:pt>
    <dgm:pt modelId="{BB4C763B-1897-4D25-B6AD-59CC29294F9A}" type="sibTrans" cxnId="{E4AB1CEA-376A-4A95-8702-EC9D32A71B1A}">
      <dgm:prSet/>
      <dgm:spPr/>
    </dgm:pt>
    <dgm:pt modelId="{B3FABE66-C883-409D-A63F-B223C05D0003}" type="pres">
      <dgm:prSet presAssocID="{0FCE70A6-178A-4BBA-8BE5-8682202322BE}" presName="root" presStyleCnt="0">
        <dgm:presLayoutVars>
          <dgm:dir/>
          <dgm:resizeHandles val="exact"/>
        </dgm:presLayoutVars>
      </dgm:prSet>
      <dgm:spPr/>
    </dgm:pt>
    <dgm:pt modelId="{CCA4BFCD-4B4A-47D4-BEA9-C6CD46FAC8FA}" type="pres">
      <dgm:prSet presAssocID="{9D295FC8-72A1-495A-97FE-94AB1017BFE2}" presName="compNode" presStyleCnt="0"/>
      <dgm:spPr/>
    </dgm:pt>
    <dgm:pt modelId="{0A586453-1937-49A5-8515-22DFB095ADFE}" type="pres">
      <dgm:prSet presAssocID="{9D295FC8-72A1-495A-97FE-94AB1017BF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8F8DBC77-9E48-4C94-9EA3-E01B331712F2}" type="pres">
      <dgm:prSet presAssocID="{9D295FC8-72A1-495A-97FE-94AB1017BFE2}" presName="iconSpace" presStyleCnt="0"/>
      <dgm:spPr/>
    </dgm:pt>
    <dgm:pt modelId="{CD7281B4-0CBF-467C-8C85-FBDCBDFAEEF4}" type="pres">
      <dgm:prSet presAssocID="{9D295FC8-72A1-495A-97FE-94AB1017BFE2}" presName="parTx" presStyleLbl="revTx" presStyleIdx="0" presStyleCnt="6">
        <dgm:presLayoutVars>
          <dgm:chMax val="0"/>
          <dgm:chPref val="0"/>
        </dgm:presLayoutVars>
      </dgm:prSet>
      <dgm:spPr/>
    </dgm:pt>
    <dgm:pt modelId="{E354DEB3-ADA0-4078-8264-ACD227291AB4}" type="pres">
      <dgm:prSet presAssocID="{9D295FC8-72A1-495A-97FE-94AB1017BFE2}" presName="txSpace" presStyleCnt="0"/>
      <dgm:spPr/>
    </dgm:pt>
    <dgm:pt modelId="{2CF04FEC-7241-4972-AA71-9BAD186807FD}" type="pres">
      <dgm:prSet presAssocID="{9D295FC8-72A1-495A-97FE-94AB1017BFE2}" presName="desTx" presStyleLbl="revTx" presStyleIdx="1" presStyleCnt="6">
        <dgm:presLayoutVars/>
      </dgm:prSet>
      <dgm:spPr/>
    </dgm:pt>
    <dgm:pt modelId="{CCE0DF39-2712-4866-AB07-DA5544A2AB4D}" type="pres">
      <dgm:prSet presAssocID="{199720D7-5912-4204-9AAB-3771F8ACDDC2}" presName="sibTrans" presStyleCnt="0"/>
      <dgm:spPr/>
    </dgm:pt>
    <dgm:pt modelId="{19985F1C-2EC9-423E-B9A9-3C6228CB0B47}" type="pres">
      <dgm:prSet presAssocID="{8E10A14A-B795-4D63-B4CF-F554B5399F6E}" presName="compNode" presStyleCnt="0"/>
      <dgm:spPr/>
    </dgm:pt>
    <dgm:pt modelId="{ABE70072-D7E6-44DD-B3DC-DC0999423BD3}" type="pres">
      <dgm:prSet presAssocID="{8E10A14A-B795-4D63-B4CF-F554B5399F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5AA3295B-2380-4D04-8BC2-60CEADAA3547}" type="pres">
      <dgm:prSet presAssocID="{8E10A14A-B795-4D63-B4CF-F554B5399F6E}" presName="iconSpace" presStyleCnt="0"/>
      <dgm:spPr/>
    </dgm:pt>
    <dgm:pt modelId="{8706F048-9221-4978-A06F-21EC082C08AA}" type="pres">
      <dgm:prSet presAssocID="{8E10A14A-B795-4D63-B4CF-F554B5399F6E}" presName="parTx" presStyleLbl="revTx" presStyleIdx="2" presStyleCnt="6" custLinFactNeighborX="-1950" custLinFactNeighborY="-2650">
        <dgm:presLayoutVars>
          <dgm:chMax val="0"/>
          <dgm:chPref val="0"/>
        </dgm:presLayoutVars>
      </dgm:prSet>
      <dgm:spPr/>
    </dgm:pt>
    <dgm:pt modelId="{E8F63458-7A76-48B0-9E87-5F091A9A2312}" type="pres">
      <dgm:prSet presAssocID="{8E10A14A-B795-4D63-B4CF-F554B5399F6E}" presName="txSpace" presStyleCnt="0"/>
      <dgm:spPr/>
    </dgm:pt>
    <dgm:pt modelId="{0C63F9E5-2C4C-43EC-86E4-410B569D265C}" type="pres">
      <dgm:prSet presAssocID="{8E10A14A-B795-4D63-B4CF-F554B5399F6E}" presName="desTx" presStyleLbl="revTx" presStyleIdx="3" presStyleCnt="6" custLinFactNeighborX="-5667" custLinFactNeighborY="11026">
        <dgm:presLayoutVars/>
      </dgm:prSet>
      <dgm:spPr/>
    </dgm:pt>
    <dgm:pt modelId="{ABAC0FA6-BB5C-4C42-97C4-D33935EE8F2F}" type="pres">
      <dgm:prSet presAssocID="{65F66F46-5C31-4735-8339-556D0040CCD6}" presName="sibTrans" presStyleCnt="0"/>
      <dgm:spPr/>
    </dgm:pt>
    <dgm:pt modelId="{85230963-9166-4066-8ED9-2C3A3C42485F}" type="pres">
      <dgm:prSet presAssocID="{17E12352-D6FB-451C-80B3-AE3AA16D9DE7}" presName="compNode" presStyleCnt="0"/>
      <dgm:spPr/>
    </dgm:pt>
    <dgm:pt modelId="{51832C61-B3E5-4B90-9224-64A5F5EADA2C}" type="pres">
      <dgm:prSet presAssocID="{17E12352-D6FB-451C-80B3-AE3AA16D9D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042C56ED-5E84-4C1F-8718-D5760005B0EF}" type="pres">
      <dgm:prSet presAssocID="{17E12352-D6FB-451C-80B3-AE3AA16D9DE7}" presName="iconSpace" presStyleCnt="0"/>
      <dgm:spPr/>
    </dgm:pt>
    <dgm:pt modelId="{CD157483-D001-499E-BD06-B3B420A547EF}" type="pres">
      <dgm:prSet presAssocID="{17E12352-D6FB-451C-80B3-AE3AA16D9DE7}" presName="parTx" presStyleLbl="revTx" presStyleIdx="4" presStyleCnt="6">
        <dgm:presLayoutVars>
          <dgm:chMax val="0"/>
          <dgm:chPref val="0"/>
        </dgm:presLayoutVars>
      </dgm:prSet>
      <dgm:spPr/>
    </dgm:pt>
    <dgm:pt modelId="{753A70EF-3284-4B28-A7C1-43B35CDB294C}" type="pres">
      <dgm:prSet presAssocID="{17E12352-D6FB-451C-80B3-AE3AA16D9DE7}" presName="txSpace" presStyleCnt="0"/>
      <dgm:spPr/>
    </dgm:pt>
    <dgm:pt modelId="{F2CB0E1D-C19F-438B-9B8C-10CC88872188}" type="pres">
      <dgm:prSet presAssocID="{17E12352-D6FB-451C-80B3-AE3AA16D9DE7}" presName="desTx" presStyleLbl="revTx" presStyleIdx="5" presStyleCnt="6" custLinFactNeighborX="-1859" custLinFactNeighborY="21608">
        <dgm:presLayoutVars/>
      </dgm:prSet>
      <dgm:spPr/>
    </dgm:pt>
  </dgm:ptLst>
  <dgm:cxnLst>
    <dgm:cxn modelId="{16977317-A435-42B4-BF8A-92BF53C22264}" srcId="{17E12352-D6FB-451C-80B3-AE3AA16D9DE7}" destId="{544E83E6-2314-41AD-B994-FF0CA26ACD81}" srcOrd="0" destOrd="0" parTransId="{D955EBBA-A04E-4690-8F22-E5A59A2FA808}" sibTransId="{1FCF1BD7-44F0-447D-AA98-6FD90FD9667B}"/>
    <dgm:cxn modelId="{02871120-69F2-499C-B50C-2DA36845BD04}" type="presOf" srcId="{CF01C773-3025-410A-B68D-7F13F7D2738F}" destId="{0C63F9E5-2C4C-43EC-86E4-410B569D265C}" srcOrd="0" destOrd="1" presId="urn:microsoft.com/office/officeart/2018/5/layout/CenteredIconLabelDescriptionList"/>
    <dgm:cxn modelId="{3ACBDA29-9703-4725-A2D6-8CF260F31B09}" srcId="{0FCE70A6-178A-4BBA-8BE5-8682202322BE}" destId="{9D295FC8-72A1-495A-97FE-94AB1017BFE2}" srcOrd="0" destOrd="0" parTransId="{822579F0-619E-4306-9C21-4ECC0EEA3BDA}" sibTransId="{199720D7-5912-4204-9AAB-3771F8ACDDC2}"/>
    <dgm:cxn modelId="{D6E82B38-2CB3-4CB1-ADCA-1F9522510BD0}" type="presOf" srcId="{544E83E6-2314-41AD-B994-FF0CA26ACD81}" destId="{F2CB0E1D-C19F-438B-9B8C-10CC88872188}" srcOrd="0" destOrd="0" presId="urn:microsoft.com/office/officeart/2018/5/layout/CenteredIconLabelDescriptionList"/>
    <dgm:cxn modelId="{9BC5703D-4541-4233-A5CD-F411CC8F89C9}" type="presOf" srcId="{37599018-F21F-4084-A7A3-DDAB85963CD4}" destId="{2CF04FEC-7241-4972-AA71-9BAD186807FD}" srcOrd="0" destOrd="1" presId="urn:microsoft.com/office/officeart/2018/5/layout/CenteredIconLabelDescriptionList"/>
    <dgm:cxn modelId="{7D200A3E-25D5-4855-AAEE-FD73771B8559}" srcId="{0FCE70A6-178A-4BBA-8BE5-8682202322BE}" destId="{8E10A14A-B795-4D63-B4CF-F554B5399F6E}" srcOrd="1" destOrd="0" parTransId="{6931DCEF-B189-4668-8D98-231936756A70}" sibTransId="{65F66F46-5C31-4735-8339-556D0040CCD6}"/>
    <dgm:cxn modelId="{CF832F7A-ACEC-4261-9EDC-41E3B8AD343F}" type="presOf" srcId="{5EA4AD5B-0AD5-4EEC-9010-63DABDA6FD94}" destId="{F2CB0E1D-C19F-438B-9B8C-10CC88872188}" srcOrd="0" destOrd="1" presId="urn:microsoft.com/office/officeart/2018/5/layout/CenteredIconLabelDescriptionList"/>
    <dgm:cxn modelId="{0280FE87-7BF6-4773-ADD9-1935AFA06DB0}" type="presOf" srcId="{9D295FC8-72A1-495A-97FE-94AB1017BFE2}" destId="{CD7281B4-0CBF-467C-8C85-FBDCBDFAEEF4}" srcOrd="0" destOrd="0" presId="urn:microsoft.com/office/officeart/2018/5/layout/CenteredIconLabelDescriptionList"/>
    <dgm:cxn modelId="{8FAFE58C-89F1-4E54-83D7-1AEA4A622F05}" srcId="{17E12352-D6FB-451C-80B3-AE3AA16D9DE7}" destId="{5EA4AD5B-0AD5-4EEC-9010-63DABDA6FD94}" srcOrd="1" destOrd="0" parTransId="{3E6E8698-4D1A-44E0-846A-C423ACDDCE87}" sibTransId="{3CCBB05D-DB25-47AB-B666-3A9164573B4E}"/>
    <dgm:cxn modelId="{1419E48D-5021-4361-99CF-2E9D9B18F10F}" type="presOf" srcId="{B0D70DE8-3DA7-429E-8E4E-30145423CC8E}" destId="{2CF04FEC-7241-4972-AA71-9BAD186807FD}" srcOrd="0" destOrd="0" presId="urn:microsoft.com/office/officeart/2018/5/layout/CenteredIconLabelDescriptionList"/>
    <dgm:cxn modelId="{17B60DA1-17F9-49C3-887C-6E44DB4B63D0}" type="presOf" srcId="{8E10A14A-B795-4D63-B4CF-F554B5399F6E}" destId="{8706F048-9221-4978-A06F-21EC082C08AA}" srcOrd="0" destOrd="0" presId="urn:microsoft.com/office/officeart/2018/5/layout/CenteredIconLabelDescriptionList"/>
    <dgm:cxn modelId="{7190AFD7-9ECF-455D-93BD-2BC8DF78A17C}" type="presOf" srcId="{0FCE70A6-178A-4BBA-8BE5-8682202322BE}" destId="{B3FABE66-C883-409D-A63F-B223C05D0003}" srcOrd="0" destOrd="0" presId="urn:microsoft.com/office/officeart/2018/5/layout/CenteredIconLabelDescriptionList"/>
    <dgm:cxn modelId="{C6A437DD-841B-4F53-A799-DC55BA5AE6B9}" srcId="{9D295FC8-72A1-495A-97FE-94AB1017BFE2}" destId="{37599018-F21F-4084-A7A3-DDAB85963CD4}" srcOrd="1" destOrd="0" parTransId="{1189BFB2-3AD3-4E1F-B4D4-7A35A894B034}" sibTransId="{83B75C30-5DC2-4AF3-8A8C-8616F1C09ACE}"/>
    <dgm:cxn modelId="{51FF82DE-7F13-47CC-ABD5-1E07B91DE91D}" type="presOf" srcId="{17E12352-D6FB-451C-80B3-AE3AA16D9DE7}" destId="{CD157483-D001-499E-BD06-B3B420A547EF}" srcOrd="0" destOrd="0" presId="urn:microsoft.com/office/officeart/2018/5/layout/CenteredIconLabelDescriptionList"/>
    <dgm:cxn modelId="{939B76E2-5B1A-4089-81A3-2A7799A76D1C}" srcId="{8E10A14A-B795-4D63-B4CF-F554B5399F6E}" destId="{CF01C773-3025-410A-B68D-7F13F7D2738F}" srcOrd="1" destOrd="0" parTransId="{93AC1B40-5DDC-4163-8663-AB9C63C01DEA}" sibTransId="{C925DDC6-9425-46D0-B80D-88E399A16A3F}"/>
    <dgm:cxn modelId="{E4AB1CEA-376A-4A95-8702-EC9D32A71B1A}" srcId="{0FCE70A6-178A-4BBA-8BE5-8682202322BE}" destId="{17E12352-D6FB-451C-80B3-AE3AA16D9DE7}" srcOrd="2" destOrd="0" parTransId="{9E8A707F-752C-4D4D-AD1D-54D0501B364D}" sibTransId="{BB4C763B-1897-4D25-B6AD-59CC29294F9A}"/>
    <dgm:cxn modelId="{65EFE0FA-95B5-4127-8BAE-02DE4260863B}" srcId="{9D295FC8-72A1-495A-97FE-94AB1017BFE2}" destId="{B0D70DE8-3DA7-429E-8E4E-30145423CC8E}" srcOrd="0" destOrd="0" parTransId="{2198285D-54CD-4FC8-9E1C-1890329FCCA8}" sibTransId="{A169C759-EE1E-48DB-BE8C-29850FF2047D}"/>
    <dgm:cxn modelId="{52AF58FB-C88D-4249-98EF-E67C3068D4F3}" srcId="{8E10A14A-B795-4D63-B4CF-F554B5399F6E}" destId="{9A207991-F821-4EB4-ADFB-ED35F4C7C1AC}" srcOrd="0" destOrd="0" parTransId="{B6D02C8A-1B4A-4B44-90A8-DC575273D20A}" sibTransId="{FBBD922E-455D-4ACA-AF19-CB46CEA74260}"/>
    <dgm:cxn modelId="{3F5EF4FB-48D9-4AAF-9D72-5C67F41EBCCB}" type="presOf" srcId="{9A207991-F821-4EB4-ADFB-ED35F4C7C1AC}" destId="{0C63F9E5-2C4C-43EC-86E4-410B569D265C}" srcOrd="0" destOrd="0" presId="urn:microsoft.com/office/officeart/2018/5/layout/CenteredIconLabelDescriptionList"/>
    <dgm:cxn modelId="{074947E4-7F7B-4EE5-87BF-ADCDA47D05C9}" type="presParOf" srcId="{B3FABE66-C883-409D-A63F-B223C05D0003}" destId="{CCA4BFCD-4B4A-47D4-BEA9-C6CD46FAC8FA}" srcOrd="0" destOrd="0" presId="urn:microsoft.com/office/officeart/2018/5/layout/CenteredIconLabelDescriptionList"/>
    <dgm:cxn modelId="{E708C9BD-02C9-4FCE-ACF5-CE8028492508}" type="presParOf" srcId="{CCA4BFCD-4B4A-47D4-BEA9-C6CD46FAC8FA}" destId="{0A586453-1937-49A5-8515-22DFB095ADFE}" srcOrd="0" destOrd="0" presId="urn:microsoft.com/office/officeart/2018/5/layout/CenteredIconLabelDescriptionList"/>
    <dgm:cxn modelId="{D6B8D9AB-D1DD-4A81-82B7-667E6EDDFC63}" type="presParOf" srcId="{CCA4BFCD-4B4A-47D4-BEA9-C6CD46FAC8FA}" destId="{8F8DBC77-9E48-4C94-9EA3-E01B331712F2}" srcOrd="1" destOrd="0" presId="urn:microsoft.com/office/officeart/2018/5/layout/CenteredIconLabelDescriptionList"/>
    <dgm:cxn modelId="{238ABB83-4378-480B-8FD4-7D904D2FD88D}" type="presParOf" srcId="{CCA4BFCD-4B4A-47D4-BEA9-C6CD46FAC8FA}" destId="{CD7281B4-0CBF-467C-8C85-FBDCBDFAEEF4}" srcOrd="2" destOrd="0" presId="urn:microsoft.com/office/officeart/2018/5/layout/CenteredIconLabelDescriptionList"/>
    <dgm:cxn modelId="{B2B4BD04-71AE-43FF-BFD1-F912F7414961}" type="presParOf" srcId="{CCA4BFCD-4B4A-47D4-BEA9-C6CD46FAC8FA}" destId="{E354DEB3-ADA0-4078-8264-ACD227291AB4}" srcOrd="3" destOrd="0" presId="urn:microsoft.com/office/officeart/2018/5/layout/CenteredIconLabelDescriptionList"/>
    <dgm:cxn modelId="{132EC57A-9A92-4A58-99CC-C26E9894AF34}" type="presParOf" srcId="{CCA4BFCD-4B4A-47D4-BEA9-C6CD46FAC8FA}" destId="{2CF04FEC-7241-4972-AA71-9BAD186807FD}" srcOrd="4" destOrd="0" presId="urn:microsoft.com/office/officeart/2018/5/layout/CenteredIconLabelDescriptionList"/>
    <dgm:cxn modelId="{D8D1F575-C83E-4B49-B084-9875E37E6C6F}" type="presParOf" srcId="{B3FABE66-C883-409D-A63F-B223C05D0003}" destId="{CCE0DF39-2712-4866-AB07-DA5544A2AB4D}" srcOrd="1" destOrd="0" presId="urn:microsoft.com/office/officeart/2018/5/layout/CenteredIconLabelDescriptionList"/>
    <dgm:cxn modelId="{2D1FB984-232B-4D39-B47E-016EA0BDD4A5}" type="presParOf" srcId="{B3FABE66-C883-409D-A63F-B223C05D0003}" destId="{19985F1C-2EC9-423E-B9A9-3C6228CB0B47}" srcOrd="2" destOrd="0" presId="urn:microsoft.com/office/officeart/2018/5/layout/CenteredIconLabelDescriptionList"/>
    <dgm:cxn modelId="{CCD3DFBA-4A22-4601-8A6A-9BAFDE263851}" type="presParOf" srcId="{19985F1C-2EC9-423E-B9A9-3C6228CB0B47}" destId="{ABE70072-D7E6-44DD-B3DC-DC0999423BD3}" srcOrd="0" destOrd="0" presId="urn:microsoft.com/office/officeart/2018/5/layout/CenteredIconLabelDescriptionList"/>
    <dgm:cxn modelId="{AC0FA03A-35AE-4C85-91DF-AF8AA77A6BC4}" type="presParOf" srcId="{19985F1C-2EC9-423E-B9A9-3C6228CB0B47}" destId="{5AA3295B-2380-4D04-8BC2-60CEADAA3547}" srcOrd="1" destOrd="0" presId="urn:microsoft.com/office/officeart/2018/5/layout/CenteredIconLabelDescriptionList"/>
    <dgm:cxn modelId="{E0335F2D-931F-40BC-9F43-36BA2C8DF66F}" type="presParOf" srcId="{19985F1C-2EC9-423E-B9A9-3C6228CB0B47}" destId="{8706F048-9221-4978-A06F-21EC082C08AA}" srcOrd="2" destOrd="0" presId="urn:microsoft.com/office/officeart/2018/5/layout/CenteredIconLabelDescriptionList"/>
    <dgm:cxn modelId="{97020CDF-0126-44E3-9FAF-4A6C62142FE7}" type="presParOf" srcId="{19985F1C-2EC9-423E-B9A9-3C6228CB0B47}" destId="{E8F63458-7A76-48B0-9E87-5F091A9A2312}" srcOrd="3" destOrd="0" presId="urn:microsoft.com/office/officeart/2018/5/layout/CenteredIconLabelDescriptionList"/>
    <dgm:cxn modelId="{4AD45B82-0A54-41CF-9ACB-C301CBCDE50A}" type="presParOf" srcId="{19985F1C-2EC9-423E-B9A9-3C6228CB0B47}" destId="{0C63F9E5-2C4C-43EC-86E4-410B569D265C}" srcOrd="4" destOrd="0" presId="urn:microsoft.com/office/officeart/2018/5/layout/CenteredIconLabelDescriptionList"/>
    <dgm:cxn modelId="{3CFBD632-8C24-46C0-A0F5-7E3AE1399EAF}" type="presParOf" srcId="{B3FABE66-C883-409D-A63F-B223C05D0003}" destId="{ABAC0FA6-BB5C-4C42-97C4-D33935EE8F2F}" srcOrd="3" destOrd="0" presId="urn:microsoft.com/office/officeart/2018/5/layout/CenteredIconLabelDescriptionList"/>
    <dgm:cxn modelId="{FC43F422-552E-4503-9C35-145327A25A5B}" type="presParOf" srcId="{B3FABE66-C883-409D-A63F-B223C05D0003}" destId="{85230963-9166-4066-8ED9-2C3A3C42485F}" srcOrd="4" destOrd="0" presId="urn:microsoft.com/office/officeart/2018/5/layout/CenteredIconLabelDescriptionList"/>
    <dgm:cxn modelId="{5556FCDA-FE98-4A18-9A76-1317CCA48356}" type="presParOf" srcId="{85230963-9166-4066-8ED9-2C3A3C42485F}" destId="{51832C61-B3E5-4B90-9224-64A5F5EADA2C}" srcOrd="0" destOrd="0" presId="urn:microsoft.com/office/officeart/2018/5/layout/CenteredIconLabelDescriptionList"/>
    <dgm:cxn modelId="{3ADCCF75-32EC-4810-9D6D-90667DC7E9B1}" type="presParOf" srcId="{85230963-9166-4066-8ED9-2C3A3C42485F}" destId="{042C56ED-5E84-4C1F-8718-D5760005B0EF}" srcOrd="1" destOrd="0" presId="urn:microsoft.com/office/officeart/2018/5/layout/CenteredIconLabelDescriptionList"/>
    <dgm:cxn modelId="{8C51A603-B6AC-491F-9276-0E24990D3588}" type="presParOf" srcId="{85230963-9166-4066-8ED9-2C3A3C42485F}" destId="{CD157483-D001-499E-BD06-B3B420A547EF}" srcOrd="2" destOrd="0" presId="urn:microsoft.com/office/officeart/2018/5/layout/CenteredIconLabelDescriptionList"/>
    <dgm:cxn modelId="{6E95FDD9-3C90-411B-B263-F85138829A1F}" type="presParOf" srcId="{85230963-9166-4066-8ED9-2C3A3C42485F}" destId="{753A70EF-3284-4B28-A7C1-43B35CDB294C}" srcOrd="3" destOrd="0" presId="urn:microsoft.com/office/officeart/2018/5/layout/CenteredIconLabelDescriptionList"/>
    <dgm:cxn modelId="{6B81D362-6091-4187-A375-8E14128063CD}" type="presParOf" srcId="{85230963-9166-4066-8ED9-2C3A3C42485F}" destId="{F2CB0E1D-C19F-438B-9B8C-10CC888721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13020D4-79AB-4074-B90A-8309944D603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F14AF2E-5DF1-4569-A0D1-6330734D6DC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HD Wallet</a:t>
          </a:r>
          <a:endParaRPr lang="en-US" dirty="0"/>
        </a:p>
      </dgm:t>
    </dgm:pt>
    <dgm:pt modelId="{6C15FA05-E84B-4706-BB7A-837EE6EA0BA6}" type="parTrans" cxnId="{FCE340DC-0E19-407C-A93D-608CFC083075}">
      <dgm:prSet/>
      <dgm:spPr/>
      <dgm:t>
        <a:bodyPr/>
        <a:lstStyle/>
        <a:p>
          <a:endParaRPr lang="en-US"/>
        </a:p>
      </dgm:t>
    </dgm:pt>
    <dgm:pt modelId="{2CB972C9-F2E5-4EB1-9125-1D42DEB5A78D}" type="sibTrans" cxnId="{FCE340DC-0E19-407C-A93D-608CFC083075}">
      <dgm:prSet/>
      <dgm:spPr/>
      <dgm:t>
        <a:bodyPr/>
        <a:lstStyle/>
        <a:p>
          <a:endParaRPr lang="en-US"/>
        </a:p>
      </dgm:t>
    </dgm:pt>
    <dgm:pt modelId="{8977C74E-E777-44E9-A3A0-4651DAD248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Hierarchical</a:t>
          </a:r>
          <a:r>
            <a:rPr lang="tr-TR" b="1" i="1" dirty="0"/>
            <a:t> </a:t>
          </a:r>
          <a:endParaRPr lang="en-US" dirty="0"/>
        </a:p>
      </dgm:t>
    </dgm:pt>
    <dgm:pt modelId="{6563FE9B-9DA8-4A43-805F-92EFA7030D92}" type="parTrans" cxnId="{B55D77DE-B488-4A50-8B3F-D7EBF5874E10}">
      <dgm:prSet/>
      <dgm:spPr/>
      <dgm:t>
        <a:bodyPr/>
        <a:lstStyle/>
        <a:p>
          <a:endParaRPr lang="en-US"/>
        </a:p>
      </dgm:t>
    </dgm:pt>
    <dgm:pt modelId="{50DF2E97-97DF-45FB-99A7-1923096EC5AE}" type="sibTrans" cxnId="{B55D77DE-B488-4A50-8B3F-D7EBF5874E10}">
      <dgm:prSet/>
      <dgm:spPr/>
      <dgm:t>
        <a:bodyPr/>
        <a:lstStyle/>
        <a:p>
          <a:endParaRPr lang="en-US"/>
        </a:p>
      </dgm:t>
    </dgm:pt>
    <dgm:pt modelId="{A3BD7A4C-76BB-41BF-8735-FB3796A67F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most common</a:t>
          </a:r>
        </a:p>
      </dgm:t>
    </dgm:pt>
    <dgm:pt modelId="{101380AF-94E3-47F2-B290-E1617A69E992}" type="parTrans" cxnId="{0BFA90B3-0BAF-4083-A114-437B09C65F33}">
      <dgm:prSet/>
      <dgm:spPr/>
      <dgm:t>
        <a:bodyPr/>
        <a:lstStyle/>
        <a:p>
          <a:endParaRPr lang="en-US"/>
        </a:p>
      </dgm:t>
    </dgm:pt>
    <dgm:pt modelId="{C32D84C3-EF37-4A51-9DA4-67F4A7CE8DFC}" type="sibTrans" cxnId="{0BFA90B3-0BAF-4083-A114-437B09C65F33}">
      <dgm:prSet/>
      <dgm:spPr/>
      <dgm:t>
        <a:bodyPr/>
        <a:lstStyle/>
        <a:p>
          <a:endParaRPr lang="en-US"/>
        </a:p>
      </dgm:t>
    </dgm:pt>
    <dgm:pt modelId="{E19F7260-CEAF-48EF-BF01-AD3CEC71936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Consistute </a:t>
          </a:r>
          <a:r>
            <a:rPr lang="en-US"/>
            <a:t>a tree-like structure</a:t>
          </a:r>
        </a:p>
      </dgm:t>
    </dgm:pt>
    <dgm:pt modelId="{33105D0F-1C2A-4562-9171-990CCADC6BE6}" type="parTrans" cxnId="{55535FAB-9737-4714-9AD4-C572AB5892BF}">
      <dgm:prSet/>
      <dgm:spPr/>
      <dgm:t>
        <a:bodyPr/>
        <a:lstStyle/>
        <a:p>
          <a:endParaRPr lang="en-US"/>
        </a:p>
      </dgm:t>
    </dgm:pt>
    <dgm:pt modelId="{87F3F42C-EC62-468E-9210-8BD9D9A7B7F8}" type="sibTrans" cxnId="{55535FAB-9737-4714-9AD4-C572AB5892BF}">
      <dgm:prSet/>
      <dgm:spPr/>
      <dgm:t>
        <a:bodyPr/>
        <a:lstStyle/>
        <a:p>
          <a:endParaRPr lang="en-US"/>
        </a:p>
      </dgm:t>
    </dgm:pt>
    <dgm:pt modelId="{4A24E7BE-4001-4741-99A7-4364916E72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Seed</a:t>
          </a:r>
          <a:endParaRPr lang="en-US"/>
        </a:p>
      </dgm:t>
    </dgm:pt>
    <dgm:pt modelId="{4FA3CB48-465A-4AE6-B959-ECA052C1AC47}" type="parTrans" cxnId="{65401071-CA3F-4946-81F5-423BE2D121E0}">
      <dgm:prSet/>
      <dgm:spPr/>
      <dgm:t>
        <a:bodyPr/>
        <a:lstStyle/>
        <a:p>
          <a:endParaRPr lang="en-US"/>
        </a:p>
      </dgm:t>
    </dgm:pt>
    <dgm:pt modelId="{F0729D17-D040-47D4-B456-F0F1C2C3482E}" type="sibTrans" cxnId="{65401071-CA3F-4946-81F5-423BE2D121E0}">
      <dgm:prSet/>
      <dgm:spPr/>
      <dgm:t>
        <a:bodyPr/>
        <a:lstStyle/>
        <a:p>
          <a:endParaRPr lang="en-US"/>
        </a:p>
      </dgm:t>
    </dgm:pt>
    <dgm:pt modelId="{0E0AEA2A-9336-4AD6-9336-2E6372C91A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Deterministic wallets are initialized</a:t>
          </a:r>
        </a:p>
      </dgm:t>
    </dgm:pt>
    <dgm:pt modelId="{BEE1DECD-54AA-4DFD-BA72-08C7BC72C95A}" type="parTrans" cxnId="{DEF6EEA6-A67D-43A4-A456-2348D97E2593}">
      <dgm:prSet/>
      <dgm:spPr/>
      <dgm:t>
        <a:bodyPr/>
        <a:lstStyle/>
        <a:p>
          <a:endParaRPr lang="en-US"/>
        </a:p>
      </dgm:t>
    </dgm:pt>
    <dgm:pt modelId="{1E2C15A4-E60C-4FBB-A4D5-2AC83BC59CC9}" type="sibTrans" cxnId="{DEF6EEA6-A67D-43A4-A456-2348D97E2593}">
      <dgm:prSet/>
      <dgm:spPr/>
      <dgm:t>
        <a:bodyPr/>
        <a:lstStyle/>
        <a:p>
          <a:endParaRPr lang="en-US"/>
        </a:p>
      </dgm:t>
    </dgm:pt>
    <dgm:pt modelId="{51128B98-D985-4F84-B1B4-0A6318DBB5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</a:t>
          </a:r>
          <a:endParaRPr lang="en-US"/>
        </a:p>
      </dgm:t>
    </dgm:pt>
    <dgm:pt modelId="{F2443C32-ABAE-4BE2-A85D-D1A7A113BFEB}" type="parTrans" cxnId="{5C57D047-E832-4743-9A79-8E07922E1421}">
      <dgm:prSet/>
      <dgm:spPr/>
      <dgm:t>
        <a:bodyPr/>
        <a:lstStyle/>
        <a:p>
          <a:endParaRPr lang="en-US"/>
        </a:p>
      </dgm:t>
    </dgm:pt>
    <dgm:pt modelId="{1AE33040-5BC6-401A-BC93-BAC3C4E1AD54}" type="sibTrans" cxnId="{5C57D047-E832-4743-9A79-8E07922E1421}">
      <dgm:prSet/>
      <dgm:spPr/>
      <dgm:t>
        <a:bodyPr/>
        <a:lstStyle/>
        <a:p>
          <a:endParaRPr lang="en-US"/>
        </a:p>
      </dgm:t>
    </dgm:pt>
    <dgm:pt modelId="{230308CE-E548-4FB3-B0F9-5D5119FC2E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seeds</a:t>
          </a:r>
          <a:r>
            <a:rPr lang="tr-TR" dirty="0"/>
            <a:t> </a:t>
          </a:r>
          <a:r>
            <a:rPr lang="en-US" dirty="0"/>
            <a:t>are encoded</a:t>
          </a:r>
          <a:r>
            <a:rPr lang="tr-TR" dirty="0"/>
            <a:t> as </a:t>
          </a:r>
          <a:r>
            <a:rPr lang="en-US" dirty="0"/>
            <a:t>words</a:t>
          </a:r>
        </a:p>
      </dgm:t>
    </dgm:pt>
    <dgm:pt modelId="{3FB3B4A2-452E-4AFB-BA63-EEE3D793AE5E}" type="parTrans" cxnId="{B57AFED2-FC91-4862-B74E-4A18078FDECA}">
      <dgm:prSet/>
      <dgm:spPr/>
      <dgm:t>
        <a:bodyPr/>
        <a:lstStyle/>
        <a:p>
          <a:endParaRPr lang="en-US"/>
        </a:p>
      </dgm:t>
    </dgm:pt>
    <dgm:pt modelId="{C5895FFA-8542-47F8-A988-893617F9597D}" type="sibTrans" cxnId="{B57AFED2-FC91-4862-B74E-4A18078FDECA}">
      <dgm:prSet/>
      <dgm:spPr/>
      <dgm:t>
        <a:bodyPr/>
        <a:lstStyle/>
        <a:p>
          <a:endParaRPr lang="en-US"/>
        </a:p>
      </dgm:t>
    </dgm:pt>
    <dgm:pt modelId="{5154F673-3C23-44BD-9BAE-450FC2C675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Deterministic</a:t>
          </a:r>
          <a:r>
            <a:rPr lang="tr-TR" b="1" i="1" dirty="0"/>
            <a:t> </a:t>
          </a:r>
          <a:endParaRPr lang="en-US" dirty="0"/>
        </a:p>
      </dgm:t>
    </dgm:pt>
    <dgm:pt modelId="{7E19E16F-2100-4AC4-B137-7FD7FB4D965E}" type="parTrans" cxnId="{080A43EC-D642-491D-9BD0-FF09D5C5F7DA}">
      <dgm:prSet/>
      <dgm:spPr/>
      <dgm:t>
        <a:bodyPr/>
        <a:lstStyle/>
        <a:p>
          <a:endParaRPr lang="tr-TR"/>
        </a:p>
      </dgm:t>
    </dgm:pt>
    <dgm:pt modelId="{029FABB1-48AC-4336-87A5-C3E12A3DF4A7}" type="sibTrans" cxnId="{080A43EC-D642-491D-9BD0-FF09D5C5F7DA}">
      <dgm:prSet/>
      <dgm:spPr/>
      <dgm:t>
        <a:bodyPr/>
        <a:lstStyle/>
        <a:p>
          <a:endParaRPr lang="tr-TR"/>
        </a:p>
      </dgm:t>
    </dgm:pt>
    <dgm:pt modelId="{61C1D96E-1C33-458D-8D71-74D2CD7A62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Tree </a:t>
          </a:r>
          <a:r>
            <a:rPr lang="tr-TR" dirty="0"/>
            <a:t>structure</a:t>
          </a:r>
          <a:endParaRPr lang="en-US" dirty="0"/>
        </a:p>
      </dgm:t>
    </dgm:pt>
    <dgm:pt modelId="{D0918039-BFFE-4EBB-BF01-9AFC77D828C3}" type="parTrans" cxnId="{BF6F8C6A-20E5-47C4-83E0-3E3CE49A23D7}">
      <dgm:prSet/>
      <dgm:spPr/>
      <dgm:t>
        <a:bodyPr/>
        <a:lstStyle/>
        <a:p>
          <a:endParaRPr lang="tr-TR"/>
        </a:p>
      </dgm:t>
    </dgm:pt>
    <dgm:pt modelId="{BA081E46-06F5-4226-88B9-CBF234888B1F}" type="sibTrans" cxnId="{BF6F8C6A-20E5-47C4-83E0-3E3CE49A23D7}">
      <dgm:prSet/>
      <dgm:spPr/>
      <dgm:t>
        <a:bodyPr/>
        <a:lstStyle/>
        <a:p>
          <a:endParaRPr lang="tr-TR"/>
        </a:p>
      </dgm:t>
    </dgm:pt>
    <dgm:pt modelId="{5EB1DE7E-0249-4674-9F59-7E1BD9105B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derivation </a:t>
          </a:r>
          <a:r>
            <a:rPr lang="en-US" dirty="0"/>
            <a:t>method</a:t>
          </a:r>
        </a:p>
      </dgm:t>
    </dgm:pt>
    <dgm:pt modelId="{81A78322-799B-49DC-BE25-5A1D60E8988A}" type="parTrans" cxnId="{929BF6C5-73E2-4B35-A2A2-DB6B7170A7E9}">
      <dgm:prSet/>
      <dgm:spPr/>
      <dgm:t>
        <a:bodyPr/>
        <a:lstStyle/>
        <a:p>
          <a:endParaRPr lang="tr-TR"/>
        </a:p>
      </dgm:t>
    </dgm:pt>
    <dgm:pt modelId="{C57D138F-B122-4103-BC2A-DC47EFA34BC6}" type="sibTrans" cxnId="{929BF6C5-73E2-4B35-A2A2-DB6B7170A7E9}">
      <dgm:prSet/>
      <dgm:spPr/>
      <dgm:t>
        <a:bodyPr/>
        <a:lstStyle/>
        <a:p>
          <a:endParaRPr lang="tr-TR"/>
        </a:p>
      </dgm:t>
    </dgm:pt>
    <dgm:pt modelId="{3C705BCB-4C08-4BEA-B1A3-A1DA5AEC39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</a:t>
          </a:r>
          <a:r>
            <a:rPr lang="en-US" dirty="0"/>
            <a:t>a seed. </a:t>
          </a:r>
        </a:p>
      </dgm:t>
    </dgm:pt>
    <dgm:pt modelId="{059C1409-2FD9-49E9-A506-8A353619732E}" type="parTrans" cxnId="{0E647BB9-057B-4206-B9D4-DF8EB0232097}">
      <dgm:prSet/>
      <dgm:spPr/>
      <dgm:t>
        <a:bodyPr/>
        <a:lstStyle/>
        <a:p>
          <a:endParaRPr lang="tr-TR"/>
        </a:p>
      </dgm:t>
    </dgm:pt>
    <dgm:pt modelId="{4BB6E065-D991-4291-99AC-B5832709A8E4}" type="sibTrans" cxnId="{0E647BB9-057B-4206-B9D4-DF8EB0232097}">
      <dgm:prSet/>
      <dgm:spPr/>
      <dgm:t>
        <a:bodyPr/>
        <a:lstStyle/>
        <a:p>
          <a:endParaRPr lang="tr-TR"/>
        </a:p>
      </dgm:t>
    </dgm:pt>
    <dgm:pt modelId="{DB88CA05-00C0-4E78-9C6C-072F375508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 </a:t>
          </a:r>
          <a:r>
            <a:rPr lang="en-US" dirty="0"/>
            <a:t>easier </a:t>
          </a:r>
          <a:r>
            <a:rPr lang="tr-TR" dirty="0"/>
            <a:t>use</a:t>
          </a:r>
          <a:r>
            <a:rPr lang="en-US" dirty="0"/>
            <a:t> use </a:t>
          </a:r>
        </a:p>
      </dgm:t>
    </dgm:pt>
    <dgm:pt modelId="{B2D73B31-49D4-40C3-8F0C-B705E7F0ABA2}" type="parTrans" cxnId="{5B69A717-04FA-4A7A-BEB8-AAC4AB513722}">
      <dgm:prSet/>
      <dgm:spPr/>
      <dgm:t>
        <a:bodyPr/>
        <a:lstStyle/>
        <a:p>
          <a:endParaRPr lang="tr-TR"/>
        </a:p>
      </dgm:t>
    </dgm:pt>
    <dgm:pt modelId="{48DFE4EC-7608-479F-AF6C-61ECCCCBE87A}" type="sibTrans" cxnId="{5B69A717-04FA-4A7A-BEB8-AAC4AB513722}">
      <dgm:prSet/>
      <dgm:spPr/>
      <dgm:t>
        <a:bodyPr/>
        <a:lstStyle/>
        <a:p>
          <a:endParaRPr lang="tr-TR"/>
        </a:p>
      </dgm:t>
    </dgm:pt>
    <dgm:pt modelId="{B564D6C1-0A6C-49EF-B13E-CE5EFBB43870}" type="pres">
      <dgm:prSet presAssocID="{213020D4-79AB-4074-B90A-8309944D603F}" presName="root" presStyleCnt="0">
        <dgm:presLayoutVars>
          <dgm:dir/>
          <dgm:resizeHandles val="exact"/>
        </dgm:presLayoutVars>
      </dgm:prSet>
      <dgm:spPr/>
    </dgm:pt>
    <dgm:pt modelId="{383AF557-E953-4CEF-938F-DBC6716BE233}" type="pres">
      <dgm:prSet presAssocID="{3F14AF2E-5DF1-4569-A0D1-6330734D6DCA}" presName="compNode" presStyleCnt="0"/>
      <dgm:spPr/>
    </dgm:pt>
    <dgm:pt modelId="{2ABCD18C-5D4A-4BD8-BA9E-ECD54357FF51}" type="pres">
      <dgm:prSet presAssocID="{3F14AF2E-5DF1-4569-A0D1-6330734D6DC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A963319F-C77A-43F0-B92A-92179FE70A4A}" type="pres">
      <dgm:prSet presAssocID="{3F14AF2E-5DF1-4569-A0D1-6330734D6DCA}" presName="iconSpace" presStyleCnt="0"/>
      <dgm:spPr/>
    </dgm:pt>
    <dgm:pt modelId="{7F6666D5-240E-4974-A20D-7A254FE7EA3C}" type="pres">
      <dgm:prSet presAssocID="{3F14AF2E-5DF1-4569-A0D1-6330734D6DCA}" presName="parTx" presStyleLbl="revTx" presStyleIdx="0" presStyleCnt="10">
        <dgm:presLayoutVars>
          <dgm:chMax val="0"/>
          <dgm:chPref val="0"/>
        </dgm:presLayoutVars>
      </dgm:prSet>
      <dgm:spPr/>
    </dgm:pt>
    <dgm:pt modelId="{4545C498-4C1E-4965-A232-F187EB037D60}" type="pres">
      <dgm:prSet presAssocID="{3F14AF2E-5DF1-4569-A0D1-6330734D6DCA}" presName="txSpace" presStyleCnt="0"/>
      <dgm:spPr/>
    </dgm:pt>
    <dgm:pt modelId="{B110E61C-F3C7-4D9A-A64E-FE8ACB338997}" type="pres">
      <dgm:prSet presAssocID="{3F14AF2E-5DF1-4569-A0D1-6330734D6DCA}" presName="desTx" presStyleLbl="revTx" presStyleIdx="1" presStyleCnt="10">
        <dgm:presLayoutVars/>
      </dgm:prSet>
      <dgm:spPr/>
    </dgm:pt>
    <dgm:pt modelId="{BA76AA7F-1D93-4320-822F-025E3452C16C}" type="pres">
      <dgm:prSet presAssocID="{2CB972C9-F2E5-4EB1-9125-1D42DEB5A78D}" presName="sibTrans" presStyleCnt="0"/>
      <dgm:spPr/>
    </dgm:pt>
    <dgm:pt modelId="{55A20691-D147-44A9-B143-6592604E83EA}" type="pres">
      <dgm:prSet presAssocID="{A3BD7A4C-76BB-41BF-8735-FB3796A67F61}" presName="compNode" presStyleCnt="0"/>
      <dgm:spPr/>
    </dgm:pt>
    <dgm:pt modelId="{96D75D98-5D54-4F8C-A215-451CC2CB496F}" type="pres">
      <dgm:prSet presAssocID="{A3BD7A4C-76BB-41BF-8735-FB3796A67F6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A7D7081-F046-4482-9E5D-FC982EA1D83B}" type="pres">
      <dgm:prSet presAssocID="{A3BD7A4C-76BB-41BF-8735-FB3796A67F61}" presName="iconSpace" presStyleCnt="0"/>
      <dgm:spPr/>
    </dgm:pt>
    <dgm:pt modelId="{C18BEC95-A7CC-4B61-8130-E9170E73E8B5}" type="pres">
      <dgm:prSet presAssocID="{A3BD7A4C-76BB-41BF-8735-FB3796A67F61}" presName="parTx" presStyleLbl="revTx" presStyleIdx="2" presStyleCnt="10">
        <dgm:presLayoutVars>
          <dgm:chMax val="0"/>
          <dgm:chPref val="0"/>
        </dgm:presLayoutVars>
      </dgm:prSet>
      <dgm:spPr/>
    </dgm:pt>
    <dgm:pt modelId="{FB20ADD9-7242-448A-A365-FB0A4809DE94}" type="pres">
      <dgm:prSet presAssocID="{A3BD7A4C-76BB-41BF-8735-FB3796A67F61}" presName="txSpace" presStyleCnt="0"/>
      <dgm:spPr/>
    </dgm:pt>
    <dgm:pt modelId="{92AB1313-78B1-4C90-B80E-5E88DD03A189}" type="pres">
      <dgm:prSet presAssocID="{A3BD7A4C-76BB-41BF-8735-FB3796A67F61}" presName="desTx" presStyleLbl="revTx" presStyleIdx="3" presStyleCnt="10">
        <dgm:presLayoutVars/>
      </dgm:prSet>
      <dgm:spPr/>
    </dgm:pt>
    <dgm:pt modelId="{AF79FDE1-F307-4F50-BDF1-6A07CD18FE5A}" type="pres">
      <dgm:prSet presAssocID="{C32D84C3-EF37-4A51-9DA4-67F4A7CE8DFC}" presName="sibTrans" presStyleCnt="0"/>
      <dgm:spPr/>
    </dgm:pt>
    <dgm:pt modelId="{99C8B60E-9DA6-4A0C-99C5-0387C296BEC3}" type="pres">
      <dgm:prSet presAssocID="{61C1D96E-1C33-458D-8D71-74D2CD7A6275}" presName="compNode" presStyleCnt="0"/>
      <dgm:spPr/>
    </dgm:pt>
    <dgm:pt modelId="{2BAB54DF-8028-4809-A02A-B698BAFFAE12}" type="pres">
      <dgm:prSet presAssocID="{61C1D96E-1C33-458D-8D71-74D2CD7A6275}" presName="iconRect" presStyleLbl="node1" presStyleIdx="2" presStyleCnt="5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44F16525-92BB-49FE-B644-8928479B11FA}" type="pres">
      <dgm:prSet presAssocID="{61C1D96E-1C33-458D-8D71-74D2CD7A6275}" presName="iconSpace" presStyleCnt="0"/>
      <dgm:spPr/>
    </dgm:pt>
    <dgm:pt modelId="{660C24A1-5C48-4822-AC7B-0374317B166E}" type="pres">
      <dgm:prSet presAssocID="{61C1D96E-1C33-458D-8D71-74D2CD7A6275}" presName="parTx" presStyleLbl="revTx" presStyleIdx="4" presStyleCnt="10">
        <dgm:presLayoutVars>
          <dgm:chMax val="0"/>
          <dgm:chPref val="0"/>
        </dgm:presLayoutVars>
      </dgm:prSet>
      <dgm:spPr/>
    </dgm:pt>
    <dgm:pt modelId="{DBEC6423-DD63-469B-9395-1C4F2E6D4D68}" type="pres">
      <dgm:prSet presAssocID="{61C1D96E-1C33-458D-8D71-74D2CD7A6275}" presName="txSpace" presStyleCnt="0"/>
      <dgm:spPr/>
    </dgm:pt>
    <dgm:pt modelId="{7726F5CB-F6D0-4AFF-B7D3-4E2988459332}" type="pres">
      <dgm:prSet presAssocID="{61C1D96E-1C33-458D-8D71-74D2CD7A6275}" presName="desTx" presStyleLbl="revTx" presStyleIdx="5" presStyleCnt="10">
        <dgm:presLayoutVars/>
      </dgm:prSet>
      <dgm:spPr/>
    </dgm:pt>
    <dgm:pt modelId="{C167013B-8F4A-4CDB-885F-8580462751B7}" type="pres">
      <dgm:prSet presAssocID="{BA081E46-06F5-4226-88B9-CBF234888B1F}" presName="sibTrans" presStyleCnt="0"/>
      <dgm:spPr/>
    </dgm:pt>
    <dgm:pt modelId="{7B89433F-8714-48A6-8ED5-E1395D23E787}" type="pres">
      <dgm:prSet presAssocID="{4A24E7BE-4001-4741-99A7-4364916E7216}" presName="compNode" presStyleCnt="0"/>
      <dgm:spPr/>
    </dgm:pt>
    <dgm:pt modelId="{777E2C80-1AAC-4BFC-913C-2B601376704A}" type="pres">
      <dgm:prSet presAssocID="{4A24E7BE-4001-4741-99A7-4364916E721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BF17910F-C522-4D6F-B363-7A5747703FA8}" type="pres">
      <dgm:prSet presAssocID="{4A24E7BE-4001-4741-99A7-4364916E7216}" presName="iconSpace" presStyleCnt="0"/>
      <dgm:spPr/>
    </dgm:pt>
    <dgm:pt modelId="{B8A59D02-0266-4A5C-A417-614BF7725608}" type="pres">
      <dgm:prSet presAssocID="{4A24E7BE-4001-4741-99A7-4364916E7216}" presName="parTx" presStyleLbl="revTx" presStyleIdx="6" presStyleCnt="10">
        <dgm:presLayoutVars>
          <dgm:chMax val="0"/>
          <dgm:chPref val="0"/>
        </dgm:presLayoutVars>
      </dgm:prSet>
      <dgm:spPr/>
    </dgm:pt>
    <dgm:pt modelId="{8BD95594-5F8B-4EC6-BB40-7761212CD009}" type="pres">
      <dgm:prSet presAssocID="{4A24E7BE-4001-4741-99A7-4364916E7216}" presName="txSpace" presStyleCnt="0"/>
      <dgm:spPr/>
    </dgm:pt>
    <dgm:pt modelId="{A13E4ED9-892E-45C0-BC5D-A658843268E7}" type="pres">
      <dgm:prSet presAssocID="{4A24E7BE-4001-4741-99A7-4364916E7216}" presName="desTx" presStyleLbl="revTx" presStyleIdx="7" presStyleCnt="10">
        <dgm:presLayoutVars/>
      </dgm:prSet>
      <dgm:spPr/>
    </dgm:pt>
    <dgm:pt modelId="{46D917FD-4649-4BDA-92F8-7AF518539682}" type="pres">
      <dgm:prSet presAssocID="{F0729D17-D040-47D4-B456-F0F1C2C3482E}" presName="sibTrans" presStyleCnt="0"/>
      <dgm:spPr/>
    </dgm:pt>
    <dgm:pt modelId="{D7262A36-7A1C-4DB9-80D4-911B3383C5B0}" type="pres">
      <dgm:prSet presAssocID="{51128B98-D985-4F84-B1B4-0A6318DBB56A}" presName="compNode" presStyleCnt="0"/>
      <dgm:spPr/>
    </dgm:pt>
    <dgm:pt modelId="{9C1EE701-497A-4BB5-9760-D7E29B7F9297}" type="pres">
      <dgm:prSet presAssocID="{51128B98-D985-4F84-B1B4-0A6318DBB56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E460773D-73FA-4AFD-8A03-0113FF0BBC3B}" type="pres">
      <dgm:prSet presAssocID="{51128B98-D985-4F84-B1B4-0A6318DBB56A}" presName="iconSpace" presStyleCnt="0"/>
      <dgm:spPr/>
    </dgm:pt>
    <dgm:pt modelId="{33584211-9EBF-46B8-BB60-147393C2A4FE}" type="pres">
      <dgm:prSet presAssocID="{51128B98-D985-4F84-B1B4-0A6318DBB56A}" presName="parTx" presStyleLbl="revTx" presStyleIdx="8" presStyleCnt="10">
        <dgm:presLayoutVars>
          <dgm:chMax val="0"/>
          <dgm:chPref val="0"/>
        </dgm:presLayoutVars>
      </dgm:prSet>
      <dgm:spPr/>
    </dgm:pt>
    <dgm:pt modelId="{00EC3C50-C4FD-4D7C-A878-862D9218D4C6}" type="pres">
      <dgm:prSet presAssocID="{51128B98-D985-4F84-B1B4-0A6318DBB56A}" presName="txSpace" presStyleCnt="0"/>
      <dgm:spPr/>
    </dgm:pt>
    <dgm:pt modelId="{AFE24157-E757-4AEF-BEFB-06C53E9CED63}" type="pres">
      <dgm:prSet presAssocID="{51128B98-D985-4F84-B1B4-0A6318DBB56A}" presName="desTx" presStyleLbl="revTx" presStyleIdx="9" presStyleCnt="10">
        <dgm:presLayoutVars/>
      </dgm:prSet>
      <dgm:spPr/>
    </dgm:pt>
  </dgm:ptLst>
  <dgm:cxnLst>
    <dgm:cxn modelId="{960CCA03-4640-4732-BDD8-F92CD7AB79DD}" type="presOf" srcId="{213020D4-79AB-4074-B90A-8309944D603F}" destId="{B564D6C1-0A6C-49EF-B13E-CE5EFBB43870}" srcOrd="0" destOrd="0" presId="urn:microsoft.com/office/officeart/2018/5/layout/CenteredIconLabelDescriptionList"/>
    <dgm:cxn modelId="{1603C710-114E-4CA6-BE8C-2F1D82CC74F2}" type="presOf" srcId="{0E0AEA2A-9336-4AD6-9336-2E6372C91A3B}" destId="{A13E4ED9-892E-45C0-BC5D-A658843268E7}" srcOrd="0" destOrd="0" presId="urn:microsoft.com/office/officeart/2018/5/layout/CenteredIconLabelDescriptionList"/>
    <dgm:cxn modelId="{5B69A717-04FA-4A7A-BEB8-AAC4AB513722}" srcId="{51128B98-D985-4F84-B1B4-0A6318DBB56A}" destId="{DB88CA05-00C0-4E78-9C6C-072F37550844}" srcOrd="1" destOrd="0" parTransId="{B2D73B31-49D4-40C3-8F0C-B705E7F0ABA2}" sibTransId="{48DFE4EC-7608-479F-AF6C-61ECCCCBE87A}"/>
    <dgm:cxn modelId="{B8A1D818-A6BC-418E-93E7-E6E2FAB13F6F}" type="presOf" srcId="{61C1D96E-1C33-458D-8D71-74D2CD7A6275}" destId="{660C24A1-5C48-4822-AC7B-0374317B166E}" srcOrd="0" destOrd="0" presId="urn:microsoft.com/office/officeart/2018/5/layout/CenteredIconLabelDescriptionList"/>
    <dgm:cxn modelId="{EF0A4B1E-050F-40D9-BBB2-FA7F18B9F150}" type="presOf" srcId="{51128B98-D985-4F84-B1B4-0A6318DBB56A}" destId="{33584211-9EBF-46B8-BB60-147393C2A4FE}" srcOrd="0" destOrd="0" presId="urn:microsoft.com/office/officeart/2018/5/layout/CenteredIconLabelDescriptionList"/>
    <dgm:cxn modelId="{2F39262B-D6C6-448C-ABE1-A9F9F3899DC0}" type="presOf" srcId="{DB88CA05-00C0-4E78-9C6C-072F37550844}" destId="{AFE24157-E757-4AEF-BEFB-06C53E9CED63}" srcOrd="0" destOrd="1" presId="urn:microsoft.com/office/officeart/2018/5/layout/CenteredIconLabelDescriptionList"/>
    <dgm:cxn modelId="{2AC27830-B58A-4992-A427-C325973F5727}" type="presOf" srcId="{E19F7260-CEAF-48EF-BF01-AD3CEC719363}" destId="{7726F5CB-F6D0-4AFF-B7D3-4E2988459332}" srcOrd="0" destOrd="0" presId="urn:microsoft.com/office/officeart/2018/5/layout/CenteredIconLabelDescriptionList"/>
    <dgm:cxn modelId="{CB53BB41-061A-4904-AB9F-D54BA8BC3965}" type="presOf" srcId="{A3BD7A4C-76BB-41BF-8735-FB3796A67F61}" destId="{C18BEC95-A7CC-4B61-8130-E9170E73E8B5}" srcOrd="0" destOrd="0" presId="urn:microsoft.com/office/officeart/2018/5/layout/CenteredIconLabelDescriptionList"/>
    <dgm:cxn modelId="{DD47D042-B166-4F7D-AC6F-D1831154E45F}" type="presOf" srcId="{5154F673-3C23-44BD-9BAE-450FC2C675D8}" destId="{B110E61C-F3C7-4D9A-A64E-FE8ACB338997}" srcOrd="0" destOrd="1" presId="urn:microsoft.com/office/officeart/2018/5/layout/CenteredIconLabelDescriptionList"/>
    <dgm:cxn modelId="{5C57D047-E832-4743-9A79-8E07922E1421}" srcId="{213020D4-79AB-4074-B90A-8309944D603F}" destId="{51128B98-D985-4F84-B1B4-0A6318DBB56A}" srcOrd="4" destOrd="0" parTransId="{F2443C32-ABAE-4BE2-A85D-D1A7A113BFEB}" sibTransId="{1AE33040-5BC6-401A-BC93-BAC3C4E1AD54}"/>
    <dgm:cxn modelId="{62C03C48-FCFE-4035-B029-55DE740508A0}" type="presOf" srcId="{3F14AF2E-5DF1-4569-A0D1-6330734D6DCA}" destId="{7F6666D5-240E-4974-A20D-7A254FE7EA3C}" srcOrd="0" destOrd="0" presId="urn:microsoft.com/office/officeart/2018/5/layout/CenteredIconLabelDescriptionList"/>
    <dgm:cxn modelId="{BF6F8C6A-20E5-47C4-83E0-3E3CE49A23D7}" srcId="{213020D4-79AB-4074-B90A-8309944D603F}" destId="{61C1D96E-1C33-458D-8D71-74D2CD7A6275}" srcOrd="2" destOrd="0" parTransId="{D0918039-BFFE-4EBB-BF01-9AFC77D828C3}" sibTransId="{BA081E46-06F5-4226-88B9-CBF234888B1F}"/>
    <dgm:cxn modelId="{65401071-CA3F-4946-81F5-423BE2D121E0}" srcId="{213020D4-79AB-4074-B90A-8309944D603F}" destId="{4A24E7BE-4001-4741-99A7-4364916E7216}" srcOrd="3" destOrd="0" parTransId="{4FA3CB48-465A-4AE6-B959-ECA052C1AC47}" sibTransId="{F0729D17-D040-47D4-B456-F0F1C2C3482E}"/>
    <dgm:cxn modelId="{237F319D-539A-4340-BDEB-5951DF74E05D}" type="presOf" srcId="{4A24E7BE-4001-4741-99A7-4364916E7216}" destId="{B8A59D02-0266-4A5C-A417-614BF7725608}" srcOrd="0" destOrd="0" presId="urn:microsoft.com/office/officeart/2018/5/layout/CenteredIconLabelDescriptionList"/>
    <dgm:cxn modelId="{CC866EA4-9046-47EF-9D1B-6CA7D92BE6D2}" type="presOf" srcId="{8977C74E-E777-44E9-A3A0-4651DAD248E4}" destId="{B110E61C-F3C7-4D9A-A64E-FE8ACB338997}" srcOrd="0" destOrd="0" presId="urn:microsoft.com/office/officeart/2018/5/layout/CenteredIconLabelDescriptionList"/>
    <dgm:cxn modelId="{DEF6EEA6-A67D-43A4-A456-2348D97E2593}" srcId="{4A24E7BE-4001-4741-99A7-4364916E7216}" destId="{0E0AEA2A-9336-4AD6-9336-2E6372C91A3B}" srcOrd="0" destOrd="0" parTransId="{BEE1DECD-54AA-4DFD-BA72-08C7BC72C95A}" sibTransId="{1E2C15A4-E60C-4FBB-A4D5-2AC83BC59CC9}"/>
    <dgm:cxn modelId="{55535FAB-9737-4714-9AD4-C572AB5892BF}" srcId="{61C1D96E-1C33-458D-8D71-74D2CD7A6275}" destId="{E19F7260-CEAF-48EF-BF01-AD3CEC719363}" srcOrd="0" destOrd="0" parTransId="{33105D0F-1C2A-4562-9171-990CCADC6BE6}" sibTransId="{87F3F42C-EC62-468E-9210-8BD9D9A7B7F8}"/>
    <dgm:cxn modelId="{0BFA90B3-0BAF-4083-A114-437B09C65F33}" srcId="{213020D4-79AB-4074-B90A-8309944D603F}" destId="{A3BD7A4C-76BB-41BF-8735-FB3796A67F61}" srcOrd="1" destOrd="0" parTransId="{101380AF-94E3-47F2-B290-E1617A69E992}" sibTransId="{C32D84C3-EF37-4A51-9DA4-67F4A7CE8DFC}"/>
    <dgm:cxn modelId="{0E647BB9-057B-4206-B9D4-DF8EB0232097}" srcId="{4A24E7BE-4001-4741-99A7-4364916E7216}" destId="{3C705BCB-4C08-4BEA-B1A3-A1DA5AEC399D}" srcOrd="1" destOrd="0" parTransId="{059C1409-2FD9-49E9-A506-8A353619732E}" sibTransId="{4BB6E065-D991-4291-99AC-B5832709A8E4}"/>
    <dgm:cxn modelId="{929BF6C5-73E2-4B35-A2A2-DB6B7170A7E9}" srcId="{A3BD7A4C-76BB-41BF-8735-FB3796A67F61}" destId="{5EB1DE7E-0249-4674-9F59-7E1BD9105B9B}" srcOrd="0" destOrd="0" parTransId="{81A78322-799B-49DC-BE25-5A1D60E8988A}" sibTransId="{C57D138F-B122-4103-BC2A-DC47EFA34BC6}"/>
    <dgm:cxn modelId="{21C5EAC6-4722-4EF7-AE68-29DB410227A2}" type="presOf" srcId="{5EB1DE7E-0249-4674-9F59-7E1BD9105B9B}" destId="{92AB1313-78B1-4C90-B80E-5E88DD03A189}" srcOrd="0" destOrd="0" presId="urn:microsoft.com/office/officeart/2018/5/layout/CenteredIconLabelDescriptionList"/>
    <dgm:cxn modelId="{B57AFED2-FC91-4862-B74E-4A18078FDECA}" srcId="{51128B98-D985-4F84-B1B4-0A6318DBB56A}" destId="{230308CE-E548-4FB3-B0F9-5D5119FC2EC3}" srcOrd="0" destOrd="0" parTransId="{3FB3B4A2-452E-4AFB-BA63-EEE3D793AE5E}" sibTransId="{C5895FFA-8542-47F8-A988-893617F9597D}"/>
    <dgm:cxn modelId="{A89A4BD9-E0DB-47D6-BD82-065FF50875CC}" type="presOf" srcId="{3C705BCB-4C08-4BEA-B1A3-A1DA5AEC399D}" destId="{A13E4ED9-892E-45C0-BC5D-A658843268E7}" srcOrd="0" destOrd="1" presId="urn:microsoft.com/office/officeart/2018/5/layout/CenteredIconLabelDescriptionList"/>
    <dgm:cxn modelId="{FCE340DC-0E19-407C-A93D-608CFC083075}" srcId="{213020D4-79AB-4074-B90A-8309944D603F}" destId="{3F14AF2E-5DF1-4569-A0D1-6330734D6DCA}" srcOrd="0" destOrd="0" parTransId="{6C15FA05-E84B-4706-BB7A-837EE6EA0BA6}" sibTransId="{2CB972C9-F2E5-4EB1-9125-1D42DEB5A78D}"/>
    <dgm:cxn modelId="{B55D77DE-B488-4A50-8B3F-D7EBF5874E10}" srcId="{3F14AF2E-5DF1-4569-A0D1-6330734D6DCA}" destId="{8977C74E-E777-44E9-A3A0-4651DAD248E4}" srcOrd="0" destOrd="0" parTransId="{6563FE9B-9DA8-4A43-805F-92EFA7030D92}" sibTransId="{50DF2E97-97DF-45FB-99A7-1923096EC5AE}"/>
    <dgm:cxn modelId="{080A43EC-D642-491D-9BD0-FF09D5C5F7DA}" srcId="{3F14AF2E-5DF1-4569-A0D1-6330734D6DCA}" destId="{5154F673-3C23-44BD-9BAE-450FC2C675D8}" srcOrd="1" destOrd="0" parTransId="{7E19E16F-2100-4AC4-B137-7FD7FB4D965E}" sibTransId="{029FABB1-48AC-4336-87A5-C3E12A3DF4A7}"/>
    <dgm:cxn modelId="{E15C4FF9-D427-4DB3-B789-076C23B1DE16}" type="presOf" srcId="{230308CE-E548-4FB3-B0F9-5D5119FC2EC3}" destId="{AFE24157-E757-4AEF-BEFB-06C53E9CED63}" srcOrd="0" destOrd="0" presId="urn:microsoft.com/office/officeart/2018/5/layout/CenteredIconLabelDescriptionList"/>
    <dgm:cxn modelId="{818C0011-4F93-4A12-8C27-C33D820D718B}" type="presParOf" srcId="{B564D6C1-0A6C-49EF-B13E-CE5EFBB43870}" destId="{383AF557-E953-4CEF-938F-DBC6716BE233}" srcOrd="0" destOrd="0" presId="urn:microsoft.com/office/officeart/2018/5/layout/CenteredIconLabelDescriptionList"/>
    <dgm:cxn modelId="{3B8A8C96-01D5-4A39-8F39-597FE49B979A}" type="presParOf" srcId="{383AF557-E953-4CEF-938F-DBC6716BE233}" destId="{2ABCD18C-5D4A-4BD8-BA9E-ECD54357FF51}" srcOrd="0" destOrd="0" presId="urn:microsoft.com/office/officeart/2018/5/layout/CenteredIconLabelDescriptionList"/>
    <dgm:cxn modelId="{D69CCCB8-46BA-49C2-87F2-5F8D242B2855}" type="presParOf" srcId="{383AF557-E953-4CEF-938F-DBC6716BE233}" destId="{A963319F-C77A-43F0-B92A-92179FE70A4A}" srcOrd="1" destOrd="0" presId="urn:microsoft.com/office/officeart/2018/5/layout/CenteredIconLabelDescriptionList"/>
    <dgm:cxn modelId="{7239E6FE-9426-4781-AECD-B22466803EB8}" type="presParOf" srcId="{383AF557-E953-4CEF-938F-DBC6716BE233}" destId="{7F6666D5-240E-4974-A20D-7A254FE7EA3C}" srcOrd="2" destOrd="0" presId="urn:microsoft.com/office/officeart/2018/5/layout/CenteredIconLabelDescriptionList"/>
    <dgm:cxn modelId="{EE5D0A56-59AA-4161-B0E2-0AC4CFFA66E7}" type="presParOf" srcId="{383AF557-E953-4CEF-938F-DBC6716BE233}" destId="{4545C498-4C1E-4965-A232-F187EB037D60}" srcOrd="3" destOrd="0" presId="urn:microsoft.com/office/officeart/2018/5/layout/CenteredIconLabelDescriptionList"/>
    <dgm:cxn modelId="{5A700EAB-6960-4AC2-B5AE-A9C31AD4204C}" type="presParOf" srcId="{383AF557-E953-4CEF-938F-DBC6716BE233}" destId="{B110E61C-F3C7-4D9A-A64E-FE8ACB338997}" srcOrd="4" destOrd="0" presId="urn:microsoft.com/office/officeart/2018/5/layout/CenteredIconLabelDescriptionList"/>
    <dgm:cxn modelId="{CD14CD72-27A2-4BF3-BE47-EBCD635D363E}" type="presParOf" srcId="{B564D6C1-0A6C-49EF-B13E-CE5EFBB43870}" destId="{BA76AA7F-1D93-4320-822F-025E3452C16C}" srcOrd="1" destOrd="0" presId="urn:microsoft.com/office/officeart/2018/5/layout/CenteredIconLabelDescriptionList"/>
    <dgm:cxn modelId="{AB02AA29-7019-4077-8215-05103B859662}" type="presParOf" srcId="{B564D6C1-0A6C-49EF-B13E-CE5EFBB43870}" destId="{55A20691-D147-44A9-B143-6592604E83EA}" srcOrd="2" destOrd="0" presId="urn:microsoft.com/office/officeart/2018/5/layout/CenteredIconLabelDescriptionList"/>
    <dgm:cxn modelId="{7354287F-5348-4826-8511-DB1363C15554}" type="presParOf" srcId="{55A20691-D147-44A9-B143-6592604E83EA}" destId="{96D75D98-5D54-4F8C-A215-451CC2CB496F}" srcOrd="0" destOrd="0" presId="urn:microsoft.com/office/officeart/2018/5/layout/CenteredIconLabelDescriptionList"/>
    <dgm:cxn modelId="{E46578F3-841A-4783-95D5-6465E40EAFB0}" type="presParOf" srcId="{55A20691-D147-44A9-B143-6592604E83EA}" destId="{1A7D7081-F046-4482-9E5D-FC982EA1D83B}" srcOrd="1" destOrd="0" presId="urn:microsoft.com/office/officeart/2018/5/layout/CenteredIconLabelDescriptionList"/>
    <dgm:cxn modelId="{93F9ABE2-2D6A-47CC-95CF-68A25926F4EB}" type="presParOf" srcId="{55A20691-D147-44A9-B143-6592604E83EA}" destId="{C18BEC95-A7CC-4B61-8130-E9170E73E8B5}" srcOrd="2" destOrd="0" presId="urn:microsoft.com/office/officeart/2018/5/layout/CenteredIconLabelDescriptionList"/>
    <dgm:cxn modelId="{F68E3362-8DCF-47AE-961C-CDEF90375D0F}" type="presParOf" srcId="{55A20691-D147-44A9-B143-6592604E83EA}" destId="{FB20ADD9-7242-448A-A365-FB0A4809DE94}" srcOrd="3" destOrd="0" presId="urn:microsoft.com/office/officeart/2018/5/layout/CenteredIconLabelDescriptionList"/>
    <dgm:cxn modelId="{EC38FA36-8519-4A61-B88A-2B5FED43021A}" type="presParOf" srcId="{55A20691-D147-44A9-B143-6592604E83EA}" destId="{92AB1313-78B1-4C90-B80E-5E88DD03A189}" srcOrd="4" destOrd="0" presId="urn:microsoft.com/office/officeart/2018/5/layout/CenteredIconLabelDescriptionList"/>
    <dgm:cxn modelId="{7259C46F-ACBE-4826-8DC3-9DD938BC4303}" type="presParOf" srcId="{B564D6C1-0A6C-49EF-B13E-CE5EFBB43870}" destId="{AF79FDE1-F307-4F50-BDF1-6A07CD18FE5A}" srcOrd="3" destOrd="0" presId="urn:microsoft.com/office/officeart/2018/5/layout/CenteredIconLabelDescriptionList"/>
    <dgm:cxn modelId="{B8E46471-D199-4313-9CE9-4B245A3EDA76}" type="presParOf" srcId="{B564D6C1-0A6C-49EF-B13E-CE5EFBB43870}" destId="{99C8B60E-9DA6-4A0C-99C5-0387C296BEC3}" srcOrd="4" destOrd="0" presId="urn:microsoft.com/office/officeart/2018/5/layout/CenteredIconLabelDescriptionList"/>
    <dgm:cxn modelId="{B026A54A-D392-407C-AC5A-2FCD42634E14}" type="presParOf" srcId="{99C8B60E-9DA6-4A0C-99C5-0387C296BEC3}" destId="{2BAB54DF-8028-4809-A02A-B698BAFFAE12}" srcOrd="0" destOrd="0" presId="urn:microsoft.com/office/officeart/2018/5/layout/CenteredIconLabelDescriptionList"/>
    <dgm:cxn modelId="{F7C67DAC-600C-49D7-9F89-1DDD9BF9801C}" type="presParOf" srcId="{99C8B60E-9DA6-4A0C-99C5-0387C296BEC3}" destId="{44F16525-92BB-49FE-B644-8928479B11FA}" srcOrd="1" destOrd="0" presId="urn:microsoft.com/office/officeart/2018/5/layout/CenteredIconLabelDescriptionList"/>
    <dgm:cxn modelId="{D7E9F6A4-EFF8-42A8-95E8-300D8D3955FC}" type="presParOf" srcId="{99C8B60E-9DA6-4A0C-99C5-0387C296BEC3}" destId="{660C24A1-5C48-4822-AC7B-0374317B166E}" srcOrd="2" destOrd="0" presId="urn:microsoft.com/office/officeart/2018/5/layout/CenteredIconLabelDescriptionList"/>
    <dgm:cxn modelId="{4FC4EE2E-AABD-42D0-925B-000410AA7CF6}" type="presParOf" srcId="{99C8B60E-9DA6-4A0C-99C5-0387C296BEC3}" destId="{DBEC6423-DD63-469B-9395-1C4F2E6D4D68}" srcOrd="3" destOrd="0" presId="urn:microsoft.com/office/officeart/2018/5/layout/CenteredIconLabelDescriptionList"/>
    <dgm:cxn modelId="{4305D67F-9437-4C24-AC79-B447F3612B8A}" type="presParOf" srcId="{99C8B60E-9DA6-4A0C-99C5-0387C296BEC3}" destId="{7726F5CB-F6D0-4AFF-B7D3-4E2988459332}" srcOrd="4" destOrd="0" presId="urn:microsoft.com/office/officeart/2018/5/layout/CenteredIconLabelDescriptionList"/>
    <dgm:cxn modelId="{DE2C8C37-34A0-4B72-8F52-D4957F07E5FF}" type="presParOf" srcId="{B564D6C1-0A6C-49EF-B13E-CE5EFBB43870}" destId="{C167013B-8F4A-4CDB-885F-8580462751B7}" srcOrd="5" destOrd="0" presId="urn:microsoft.com/office/officeart/2018/5/layout/CenteredIconLabelDescriptionList"/>
    <dgm:cxn modelId="{E7A1620F-18AC-491E-9E13-207124FF3C52}" type="presParOf" srcId="{B564D6C1-0A6C-49EF-B13E-CE5EFBB43870}" destId="{7B89433F-8714-48A6-8ED5-E1395D23E787}" srcOrd="6" destOrd="0" presId="urn:microsoft.com/office/officeart/2018/5/layout/CenteredIconLabelDescriptionList"/>
    <dgm:cxn modelId="{CF586618-56F9-4283-88EC-86BCC1C94837}" type="presParOf" srcId="{7B89433F-8714-48A6-8ED5-E1395D23E787}" destId="{777E2C80-1AAC-4BFC-913C-2B601376704A}" srcOrd="0" destOrd="0" presId="urn:microsoft.com/office/officeart/2018/5/layout/CenteredIconLabelDescriptionList"/>
    <dgm:cxn modelId="{D2EBCDB0-B267-4437-9929-C5D464AA9DEE}" type="presParOf" srcId="{7B89433F-8714-48A6-8ED5-E1395D23E787}" destId="{BF17910F-C522-4D6F-B363-7A5747703FA8}" srcOrd="1" destOrd="0" presId="urn:microsoft.com/office/officeart/2018/5/layout/CenteredIconLabelDescriptionList"/>
    <dgm:cxn modelId="{3199C9FD-A86B-4BF3-9B08-14C7E440CD53}" type="presParOf" srcId="{7B89433F-8714-48A6-8ED5-E1395D23E787}" destId="{B8A59D02-0266-4A5C-A417-614BF7725608}" srcOrd="2" destOrd="0" presId="urn:microsoft.com/office/officeart/2018/5/layout/CenteredIconLabelDescriptionList"/>
    <dgm:cxn modelId="{C4D6C5D6-0311-4556-ADB9-8698A5B588E8}" type="presParOf" srcId="{7B89433F-8714-48A6-8ED5-E1395D23E787}" destId="{8BD95594-5F8B-4EC6-BB40-7761212CD009}" srcOrd="3" destOrd="0" presId="urn:microsoft.com/office/officeart/2018/5/layout/CenteredIconLabelDescriptionList"/>
    <dgm:cxn modelId="{339C3E8E-50FC-4F47-BECB-2DE5F9B85DC7}" type="presParOf" srcId="{7B89433F-8714-48A6-8ED5-E1395D23E787}" destId="{A13E4ED9-892E-45C0-BC5D-A658843268E7}" srcOrd="4" destOrd="0" presId="urn:microsoft.com/office/officeart/2018/5/layout/CenteredIconLabelDescriptionList"/>
    <dgm:cxn modelId="{E52282F1-6351-4A25-A263-6CC2898AAD26}" type="presParOf" srcId="{B564D6C1-0A6C-49EF-B13E-CE5EFBB43870}" destId="{46D917FD-4649-4BDA-92F8-7AF518539682}" srcOrd="7" destOrd="0" presId="urn:microsoft.com/office/officeart/2018/5/layout/CenteredIconLabelDescriptionList"/>
    <dgm:cxn modelId="{C84BCAD5-0A5E-4867-951C-1A8E9F1C6138}" type="presParOf" srcId="{B564D6C1-0A6C-49EF-B13E-CE5EFBB43870}" destId="{D7262A36-7A1C-4DB9-80D4-911B3383C5B0}" srcOrd="8" destOrd="0" presId="urn:microsoft.com/office/officeart/2018/5/layout/CenteredIconLabelDescriptionList"/>
    <dgm:cxn modelId="{F4035A65-8A03-4AAB-97F0-ED3AB2ACC382}" type="presParOf" srcId="{D7262A36-7A1C-4DB9-80D4-911B3383C5B0}" destId="{9C1EE701-497A-4BB5-9760-D7E29B7F9297}" srcOrd="0" destOrd="0" presId="urn:microsoft.com/office/officeart/2018/5/layout/CenteredIconLabelDescriptionList"/>
    <dgm:cxn modelId="{A1A5443E-43E8-451D-BA59-CE933FA92FB1}" type="presParOf" srcId="{D7262A36-7A1C-4DB9-80D4-911B3383C5B0}" destId="{E460773D-73FA-4AFD-8A03-0113FF0BBC3B}" srcOrd="1" destOrd="0" presId="urn:microsoft.com/office/officeart/2018/5/layout/CenteredIconLabelDescriptionList"/>
    <dgm:cxn modelId="{A6FBC787-5CD3-4385-BFDE-F174112FFABD}" type="presParOf" srcId="{D7262A36-7A1C-4DB9-80D4-911B3383C5B0}" destId="{33584211-9EBF-46B8-BB60-147393C2A4FE}" srcOrd="2" destOrd="0" presId="urn:microsoft.com/office/officeart/2018/5/layout/CenteredIconLabelDescriptionList"/>
    <dgm:cxn modelId="{5FEF46B9-4B8A-4896-889E-EA7981F0BF31}" type="presParOf" srcId="{D7262A36-7A1C-4DB9-80D4-911B3383C5B0}" destId="{00EC3C50-C4FD-4D7C-A878-862D9218D4C6}" srcOrd="3" destOrd="0" presId="urn:microsoft.com/office/officeart/2018/5/layout/CenteredIconLabelDescriptionList"/>
    <dgm:cxn modelId="{57BB4D56-37F7-4D61-A980-B1CBC0D348AA}" type="presParOf" srcId="{D7262A36-7A1C-4DB9-80D4-911B3383C5B0}" destId="{AFE24157-E757-4AEF-BEFB-06C53E9CED6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4900F7E-A3AE-4CEC-8D51-4695D17F38B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C438390-C6A1-4DC0-8033-A58C46054E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Historic</a:t>
          </a:r>
          <a:endParaRPr lang="en-US"/>
        </a:p>
      </dgm:t>
    </dgm:pt>
    <dgm:pt modelId="{13D43F42-B40E-47D4-BA0A-4605AED66A32}" type="parTrans" cxnId="{5D50A680-DA84-4A93-984D-43182EFF59E1}">
      <dgm:prSet/>
      <dgm:spPr/>
      <dgm:t>
        <a:bodyPr/>
        <a:lstStyle/>
        <a:p>
          <a:endParaRPr lang="en-US" sz="2400"/>
        </a:p>
      </dgm:t>
    </dgm:pt>
    <dgm:pt modelId="{36F83EB8-A3B8-4512-AF4F-25803E1A4126}" type="sibTrans" cxnId="{5D50A680-DA84-4A93-984D-43182EFF59E1}">
      <dgm:prSet/>
      <dgm:spPr/>
      <dgm:t>
        <a:bodyPr/>
        <a:lstStyle/>
        <a:p>
          <a:endParaRPr lang="en-US"/>
        </a:p>
      </dgm:t>
    </dgm:pt>
    <dgm:pt modelId="{C99C23B3-22DF-4408-B6AF-7DC818CC39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Bitcoin Core</a:t>
          </a:r>
          <a:r>
            <a:rPr lang="tr-TR"/>
            <a:t>: </a:t>
          </a:r>
          <a:r>
            <a:rPr lang="en-US"/>
            <a:t>the first bitcoin wallet</a:t>
          </a:r>
        </a:p>
      </dgm:t>
    </dgm:pt>
    <dgm:pt modelId="{C5CA7EA8-203E-4528-BBAF-C1AB5058D0A1}" type="parTrans" cxnId="{9541C6D1-ACC6-4159-87F0-8A74FEAE1C06}">
      <dgm:prSet/>
      <dgm:spPr/>
      <dgm:t>
        <a:bodyPr/>
        <a:lstStyle/>
        <a:p>
          <a:endParaRPr lang="en-US" sz="2400"/>
        </a:p>
      </dgm:t>
    </dgm:pt>
    <dgm:pt modelId="{E5316B78-C2C0-49D7-A8D1-406180575910}" type="sibTrans" cxnId="{9541C6D1-ACC6-4159-87F0-8A74FEAE1C06}">
      <dgm:prSet/>
      <dgm:spPr/>
      <dgm:t>
        <a:bodyPr/>
        <a:lstStyle/>
        <a:p>
          <a:endParaRPr lang="en-US"/>
        </a:p>
      </dgm:t>
    </dgm:pt>
    <dgm:pt modelId="{8E32BE3E-7C91-49E5-86AA-131B5B7139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wallets were collections of</a:t>
          </a:r>
        </a:p>
      </dgm:t>
    </dgm:pt>
    <dgm:pt modelId="{CD2AEE99-DA5D-4BC4-A82A-22A1B7A7F9F4}" type="parTrans" cxnId="{A50D7AB7-D7B2-4D79-8E46-C095F93706B4}">
      <dgm:prSet/>
      <dgm:spPr/>
      <dgm:t>
        <a:bodyPr/>
        <a:lstStyle/>
        <a:p>
          <a:endParaRPr lang="en-US" sz="2400"/>
        </a:p>
      </dgm:t>
    </dgm:pt>
    <dgm:pt modelId="{758B284A-81EB-4E3B-958B-1D412BE1606E}" type="sibTrans" cxnId="{A50D7AB7-D7B2-4D79-8E46-C095F93706B4}">
      <dgm:prSet/>
      <dgm:spPr/>
      <dgm:t>
        <a:bodyPr/>
        <a:lstStyle/>
        <a:p>
          <a:endParaRPr lang="en-US"/>
        </a:p>
      </dgm:t>
    </dgm:pt>
    <dgm:pt modelId="{BA3AAAAB-4DD5-423E-BBD0-51F0B08C28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100 Keys</a:t>
          </a:r>
          <a:r>
            <a:rPr lang="en-US" dirty="0"/>
            <a:t> </a:t>
          </a:r>
        </a:p>
      </dgm:t>
    </dgm:pt>
    <dgm:pt modelId="{C429C176-0B52-45BF-9656-8245E2F82788}" type="parTrans" cxnId="{7B62B3C6-F926-4046-B4FE-F0A4D4EA7B4E}">
      <dgm:prSet/>
      <dgm:spPr/>
      <dgm:t>
        <a:bodyPr/>
        <a:lstStyle/>
        <a:p>
          <a:endParaRPr lang="en-US" sz="2400"/>
        </a:p>
      </dgm:t>
    </dgm:pt>
    <dgm:pt modelId="{29ED1E8C-19D4-4A4B-B558-7BECFD0A2BCF}" type="sibTrans" cxnId="{7B62B3C6-F926-4046-B4FE-F0A4D4EA7B4E}">
      <dgm:prSet/>
      <dgm:spPr/>
      <dgm:t>
        <a:bodyPr/>
        <a:lstStyle/>
        <a:p>
          <a:endParaRPr lang="en-US"/>
        </a:p>
      </dgm:t>
    </dgm:pt>
    <dgm:pt modelId="{A77D492C-B479-44C3-883F-6B2C4D5025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Core client pre</a:t>
          </a:r>
          <a:r>
            <a:rPr lang="tr-TR" dirty="0"/>
            <a:t>-</a:t>
          </a:r>
          <a:r>
            <a:rPr lang="en-US" dirty="0"/>
            <a:t>generates</a:t>
          </a:r>
        </a:p>
      </dgm:t>
    </dgm:pt>
    <dgm:pt modelId="{51E30564-4F7B-4D04-9519-27D8C0E61B3A}" type="parTrans" cxnId="{74D8EDCF-31F3-421C-BC6B-2BF467159C74}">
      <dgm:prSet/>
      <dgm:spPr/>
      <dgm:t>
        <a:bodyPr/>
        <a:lstStyle/>
        <a:p>
          <a:endParaRPr lang="en-US" sz="2400"/>
        </a:p>
      </dgm:t>
    </dgm:pt>
    <dgm:pt modelId="{56E2E231-4342-469A-B13F-46FA525FEF06}" type="sibTrans" cxnId="{74D8EDCF-31F3-421C-BC6B-2BF467159C74}">
      <dgm:prSet/>
      <dgm:spPr/>
      <dgm:t>
        <a:bodyPr/>
        <a:lstStyle/>
        <a:p>
          <a:endParaRPr lang="en-US"/>
        </a:p>
      </dgm:t>
    </dgm:pt>
    <dgm:pt modelId="{4FA61B1C-48D4-4248-9526-708DC3EB52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New keys</a:t>
          </a:r>
          <a:endParaRPr lang="en-US" dirty="0"/>
        </a:p>
      </dgm:t>
    </dgm:pt>
    <dgm:pt modelId="{6B44C713-A8EB-420B-9CBF-36E29B92B8A4}" type="parTrans" cxnId="{73856D45-88E7-4A00-8A67-239B060A6BBF}">
      <dgm:prSet/>
      <dgm:spPr/>
      <dgm:t>
        <a:bodyPr/>
        <a:lstStyle/>
        <a:p>
          <a:endParaRPr lang="en-US" sz="2400"/>
        </a:p>
      </dgm:t>
    </dgm:pt>
    <dgm:pt modelId="{CA26809D-322E-476E-97F6-130A0971FDAE}" type="sibTrans" cxnId="{73856D45-88E7-4A00-8A67-239B060A6BBF}">
      <dgm:prSet/>
      <dgm:spPr/>
      <dgm:t>
        <a:bodyPr/>
        <a:lstStyle/>
        <a:p>
          <a:endParaRPr lang="en-US"/>
        </a:p>
      </dgm:t>
    </dgm:pt>
    <dgm:pt modelId="{073F4826-A6A3-4CBE-8F53-33915FAC80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generate</a:t>
          </a:r>
          <a:r>
            <a:rPr lang="tr-TR" dirty="0"/>
            <a:t>d</a:t>
          </a:r>
          <a:r>
            <a:rPr lang="en-US" dirty="0"/>
            <a:t> as needed,</a:t>
          </a:r>
          <a:r>
            <a:rPr lang="tr-TR" dirty="0"/>
            <a:t> </a:t>
          </a:r>
          <a:endParaRPr lang="en-US" dirty="0"/>
        </a:p>
      </dgm:t>
    </dgm:pt>
    <dgm:pt modelId="{91D24175-46D6-4E27-BDA2-5C68EE37F04C}" type="parTrans" cxnId="{103FE45C-B8C8-4325-98DF-377129F4379F}">
      <dgm:prSet/>
      <dgm:spPr/>
      <dgm:t>
        <a:bodyPr/>
        <a:lstStyle/>
        <a:p>
          <a:endParaRPr lang="en-US" sz="2400"/>
        </a:p>
      </dgm:t>
    </dgm:pt>
    <dgm:pt modelId="{44C9659F-2A35-4D6D-BCEF-696D9CFE5677}" type="sibTrans" cxnId="{103FE45C-B8C8-4325-98DF-377129F4379F}">
      <dgm:prSet/>
      <dgm:spPr/>
      <dgm:t>
        <a:bodyPr/>
        <a:lstStyle/>
        <a:p>
          <a:endParaRPr lang="en-US"/>
        </a:p>
      </dgm:t>
    </dgm:pt>
    <dgm:pt modelId="{63FC7C47-403E-4FF5-8A3B-3E34AD3211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each key only once</a:t>
          </a:r>
        </a:p>
      </dgm:t>
    </dgm:pt>
    <dgm:pt modelId="{64BCA040-A0E3-4DC2-A9E8-8940EE269012}" type="parTrans" cxnId="{A6CADC99-BB90-40EA-B302-A2C548EC943B}">
      <dgm:prSet/>
      <dgm:spPr/>
      <dgm:t>
        <a:bodyPr/>
        <a:lstStyle/>
        <a:p>
          <a:endParaRPr lang="en-US" sz="2400"/>
        </a:p>
      </dgm:t>
    </dgm:pt>
    <dgm:pt modelId="{D67A734D-347F-44F8-B0E3-588397CB5A05}" type="sibTrans" cxnId="{A6CADC99-BB90-40EA-B302-A2C548EC943B}">
      <dgm:prSet/>
      <dgm:spPr/>
      <dgm:t>
        <a:bodyPr/>
        <a:lstStyle/>
        <a:p>
          <a:endParaRPr lang="en-US"/>
        </a:p>
      </dgm:t>
    </dgm:pt>
    <dgm:pt modelId="{85F56F97-3697-4739-805F-1E36F029E8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100 </a:t>
          </a:r>
          <a:r>
            <a:rPr lang="tr-TR" dirty="0"/>
            <a:t>private keys </a:t>
          </a:r>
          <a:r>
            <a:rPr lang="en-US" dirty="0"/>
            <a:t>random</a:t>
          </a:r>
          <a:r>
            <a:rPr lang="tr-TR" dirty="0"/>
            <a:t>ly at </a:t>
          </a:r>
          <a:r>
            <a:rPr lang="tr-TR"/>
            <a:t>the start</a:t>
          </a:r>
          <a:r>
            <a:rPr lang="en-US"/>
            <a:t> </a:t>
          </a:r>
          <a:endParaRPr lang="en-US" dirty="0"/>
        </a:p>
      </dgm:t>
    </dgm:pt>
    <dgm:pt modelId="{B4CD0B85-AEB1-4FBE-A0F8-4DC103201587}" type="parTrans" cxnId="{912C298B-B72C-4497-A21A-26B6B3DEBE96}">
      <dgm:prSet/>
      <dgm:spPr/>
      <dgm:t>
        <a:bodyPr/>
        <a:lstStyle/>
        <a:p>
          <a:endParaRPr lang="en-US" sz="2400"/>
        </a:p>
      </dgm:t>
    </dgm:pt>
    <dgm:pt modelId="{F30FBAE8-EA94-4E2B-89DC-0EC4929084F2}" type="sibTrans" cxnId="{912C298B-B72C-4497-A21A-26B6B3DEBE96}">
      <dgm:prSet/>
      <dgm:spPr/>
      <dgm:t>
        <a:bodyPr/>
        <a:lstStyle/>
        <a:p>
          <a:endParaRPr lang="en-US"/>
        </a:p>
      </dgm:t>
    </dgm:pt>
    <dgm:pt modelId="{BE96BEDE-5AA2-4C55-BF92-BC26CBDBB9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Random keys</a:t>
          </a:r>
          <a:endParaRPr lang="en-US" dirty="0"/>
        </a:p>
      </dgm:t>
    </dgm:pt>
    <dgm:pt modelId="{5A8AF77D-EE1A-43D8-A4EA-3A00D99791AD}" type="parTrans" cxnId="{65ED7567-DF93-4BB5-ADD7-132970C7F59E}">
      <dgm:prSet/>
      <dgm:spPr/>
    </dgm:pt>
    <dgm:pt modelId="{737427D4-703E-4CE6-9C26-05D2F970D60D}" type="sibTrans" cxnId="{65ED7567-DF93-4BB5-ADD7-132970C7F59E}">
      <dgm:prSet/>
      <dgm:spPr/>
    </dgm:pt>
    <dgm:pt modelId="{76AB1C0A-5C38-4DA5-9101-3DA8AB4720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randomly</a:t>
          </a:r>
          <a:r>
            <a:rPr lang="tr-TR" dirty="0"/>
            <a:t> </a:t>
          </a:r>
          <a:r>
            <a:rPr lang="en-US" dirty="0"/>
            <a:t>generated private keys</a:t>
          </a:r>
        </a:p>
      </dgm:t>
    </dgm:pt>
    <dgm:pt modelId="{1982406A-DF66-450E-80EC-52C17E5C1F31}" type="parTrans" cxnId="{ADB0CFED-0A2E-4595-BF47-B9389D746C90}">
      <dgm:prSet/>
      <dgm:spPr/>
    </dgm:pt>
    <dgm:pt modelId="{B7867D70-D786-4185-9772-1AEB4E0B8AD5}" type="sibTrans" cxnId="{ADB0CFED-0A2E-4595-BF47-B9389D746C90}">
      <dgm:prSet/>
      <dgm:spPr/>
    </dgm:pt>
    <dgm:pt modelId="{BE817F28-6346-44ED-A3A4-9A4B3008C3DD}" type="pres">
      <dgm:prSet presAssocID="{B4900F7E-A3AE-4CEC-8D51-4695D17F38BD}" presName="root" presStyleCnt="0">
        <dgm:presLayoutVars>
          <dgm:dir/>
          <dgm:resizeHandles val="exact"/>
        </dgm:presLayoutVars>
      </dgm:prSet>
      <dgm:spPr/>
    </dgm:pt>
    <dgm:pt modelId="{6D8E00BD-B6CE-41DC-ABF1-4DA37FF177E8}" type="pres">
      <dgm:prSet presAssocID="{AC438390-C6A1-4DC0-8033-A58C46054E9E}" presName="compNode" presStyleCnt="0"/>
      <dgm:spPr/>
    </dgm:pt>
    <dgm:pt modelId="{0ED039D0-10B2-4CCB-AE1B-64591D2AA9F3}" type="pres">
      <dgm:prSet presAssocID="{AC438390-C6A1-4DC0-8033-A58C46054E9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1248357-4FF7-4B5F-BFA1-6F8454E92CF1}" type="pres">
      <dgm:prSet presAssocID="{AC438390-C6A1-4DC0-8033-A58C46054E9E}" presName="iconSpace" presStyleCnt="0"/>
      <dgm:spPr/>
    </dgm:pt>
    <dgm:pt modelId="{BFF87FA1-9B49-4C34-939B-4CD0A85E60EE}" type="pres">
      <dgm:prSet presAssocID="{AC438390-C6A1-4DC0-8033-A58C46054E9E}" presName="parTx" presStyleLbl="revTx" presStyleIdx="0" presStyleCnt="8">
        <dgm:presLayoutVars>
          <dgm:chMax val="0"/>
          <dgm:chPref val="0"/>
        </dgm:presLayoutVars>
      </dgm:prSet>
      <dgm:spPr/>
    </dgm:pt>
    <dgm:pt modelId="{16B53E16-795F-4D1A-99C7-B4FBF1E06387}" type="pres">
      <dgm:prSet presAssocID="{AC438390-C6A1-4DC0-8033-A58C46054E9E}" presName="txSpace" presStyleCnt="0"/>
      <dgm:spPr/>
    </dgm:pt>
    <dgm:pt modelId="{0EA83158-3280-4825-A6BA-ECF7C5A71F2E}" type="pres">
      <dgm:prSet presAssocID="{AC438390-C6A1-4DC0-8033-A58C46054E9E}" presName="desTx" presStyleLbl="revTx" presStyleIdx="1" presStyleCnt="8">
        <dgm:presLayoutVars/>
      </dgm:prSet>
      <dgm:spPr/>
    </dgm:pt>
    <dgm:pt modelId="{6BFB75CF-B8D1-4F7B-ACAB-B54F75B03F3F}" type="pres">
      <dgm:prSet presAssocID="{36F83EB8-A3B8-4512-AF4F-25803E1A4126}" presName="sibTrans" presStyleCnt="0"/>
      <dgm:spPr/>
    </dgm:pt>
    <dgm:pt modelId="{859A2CCC-F21F-46ED-9DDB-7E5B3E1910B4}" type="pres">
      <dgm:prSet presAssocID="{BE96BEDE-5AA2-4C55-BF92-BC26CBDBB9B4}" presName="compNode" presStyleCnt="0"/>
      <dgm:spPr/>
    </dgm:pt>
    <dgm:pt modelId="{169AF5A8-CE61-49C5-9B24-0C739A442B74}" type="pres">
      <dgm:prSet presAssocID="{BE96BEDE-5AA2-4C55-BF92-BC26CBDBB9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7079C7BA-3D42-4C1E-8787-2B085B9A242F}" type="pres">
      <dgm:prSet presAssocID="{BE96BEDE-5AA2-4C55-BF92-BC26CBDBB9B4}" presName="iconSpace" presStyleCnt="0"/>
      <dgm:spPr/>
    </dgm:pt>
    <dgm:pt modelId="{C0AC0FF7-025C-4FB8-95AF-39AAE8813625}" type="pres">
      <dgm:prSet presAssocID="{BE96BEDE-5AA2-4C55-BF92-BC26CBDBB9B4}" presName="parTx" presStyleLbl="revTx" presStyleIdx="2" presStyleCnt="8">
        <dgm:presLayoutVars>
          <dgm:chMax val="0"/>
          <dgm:chPref val="0"/>
        </dgm:presLayoutVars>
      </dgm:prSet>
      <dgm:spPr/>
    </dgm:pt>
    <dgm:pt modelId="{7EF09114-9B19-49EB-BE75-0BBA05CE6EAB}" type="pres">
      <dgm:prSet presAssocID="{BE96BEDE-5AA2-4C55-BF92-BC26CBDBB9B4}" presName="txSpace" presStyleCnt="0"/>
      <dgm:spPr/>
    </dgm:pt>
    <dgm:pt modelId="{38E873EC-BAFC-4178-A9BD-4D6E6672256C}" type="pres">
      <dgm:prSet presAssocID="{BE96BEDE-5AA2-4C55-BF92-BC26CBDBB9B4}" presName="desTx" presStyleLbl="revTx" presStyleIdx="3" presStyleCnt="8">
        <dgm:presLayoutVars/>
      </dgm:prSet>
      <dgm:spPr/>
    </dgm:pt>
    <dgm:pt modelId="{DDF402D1-F49E-4598-A635-83F3E65BA11D}" type="pres">
      <dgm:prSet presAssocID="{737427D4-703E-4CE6-9C26-05D2F970D60D}" presName="sibTrans" presStyleCnt="0"/>
      <dgm:spPr/>
    </dgm:pt>
    <dgm:pt modelId="{AA767698-6C30-4EC4-BAC5-EA7D7CD20C86}" type="pres">
      <dgm:prSet presAssocID="{BA3AAAAB-4DD5-423E-BBD0-51F0B08C28D3}" presName="compNode" presStyleCnt="0"/>
      <dgm:spPr/>
    </dgm:pt>
    <dgm:pt modelId="{06A80A28-9A46-4B64-8DF1-770CA4D7D5BB}" type="pres">
      <dgm:prSet presAssocID="{BA3AAAAB-4DD5-423E-BBD0-51F0B08C28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3DA86211-CCF5-4E63-BE35-E2FF7107D82B}" type="pres">
      <dgm:prSet presAssocID="{BA3AAAAB-4DD5-423E-BBD0-51F0B08C28D3}" presName="iconSpace" presStyleCnt="0"/>
      <dgm:spPr/>
    </dgm:pt>
    <dgm:pt modelId="{5F2BAC59-94FC-4E0D-8915-C37A14A89363}" type="pres">
      <dgm:prSet presAssocID="{BA3AAAAB-4DD5-423E-BBD0-51F0B08C28D3}" presName="parTx" presStyleLbl="revTx" presStyleIdx="4" presStyleCnt="8">
        <dgm:presLayoutVars>
          <dgm:chMax val="0"/>
          <dgm:chPref val="0"/>
        </dgm:presLayoutVars>
      </dgm:prSet>
      <dgm:spPr/>
    </dgm:pt>
    <dgm:pt modelId="{E6FEF0CA-1A76-49CB-8A03-C250B114908B}" type="pres">
      <dgm:prSet presAssocID="{BA3AAAAB-4DD5-423E-BBD0-51F0B08C28D3}" presName="txSpace" presStyleCnt="0"/>
      <dgm:spPr/>
    </dgm:pt>
    <dgm:pt modelId="{0D655882-E56A-4D53-AB11-035178AB5AAB}" type="pres">
      <dgm:prSet presAssocID="{BA3AAAAB-4DD5-423E-BBD0-51F0B08C28D3}" presName="desTx" presStyleLbl="revTx" presStyleIdx="5" presStyleCnt="8">
        <dgm:presLayoutVars/>
      </dgm:prSet>
      <dgm:spPr/>
    </dgm:pt>
    <dgm:pt modelId="{F629E106-FB16-41D4-A87F-76CCEBD329C5}" type="pres">
      <dgm:prSet presAssocID="{29ED1E8C-19D4-4A4B-B558-7BECFD0A2BCF}" presName="sibTrans" presStyleCnt="0"/>
      <dgm:spPr/>
    </dgm:pt>
    <dgm:pt modelId="{BCF1600D-27C3-41B3-B897-FEFE7BF9DC05}" type="pres">
      <dgm:prSet presAssocID="{4FA61B1C-48D4-4248-9526-708DC3EB521D}" presName="compNode" presStyleCnt="0"/>
      <dgm:spPr/>
    </dgm:pt>
    <dgm:pt modelId="{FDCEC27F-2B27-492D-AE5A-0AEEEDB74175}" type="pres">
      <dgm:prSet presAssocID="{4FA61B1C-48D4-4248-9526-708DC3EB52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6EC8BD7-01BE-4927-AAE5-69C3255201D0}" type="pres">
      <dgm:prSet presAssocID="{4FA61B1C-48D4-4248-9526-708DC3EB521D}" presName="iconSpace" presStyleCnt="0"/>
      <dgm:spPr/>
    </dgm:pt>
    <dgm:pt modelId="{027AC8C3-DD24-48AC-A550-0304F9A66EF8}" type="pres">
      <dgm:prSet presAssocID="{4FA61B1C-48D4-4248-9526-708DC3EB521D}" presName="parTx" presStyleLbl="revTx" presStyleIdx="6" presStyleCnt="8">
        <dgm:presLayoutVars>
          <dgm:chMax val="0"/>
          <dgm:chPref val="0"/>
        </dgm:presLayoutVars>
      </dgm:prSet>
      <dgm:spPr/>
    </dgm:pt>
    <dgm:pt modelId="{7D19B2E6-4B50-4C67-B541-136023FB0A01}" type="pres">
      <dgm:prSet presAssocID="{4FA61B1C-48D4-4248-9526-708DC3EB521D}" presName="txSpace" presStyleCnt="0"/>
      <dgm:spPr/>
    </dgm:pt>
    <dgm:pt modelId="{BDD5702B-6105-4525-B542-6ADEB2458ECC}" type="pres">
      <dgm:prSet presAssocID="{4FA61B1C-48D4-4248-9526-708DC3EB521D}" presName="desTx" presStyleLbl="revTx" presStyleIdx="7" presStyleCnt="8">
        <dgm:presLayoutVars/>
      </dgm:prSet>
      <dgm:spPr/>
    </dgm:pt>
  </dgm:ptLst>
  <dgm:cxnLst>
    <dgm:cxn modelId="{E3A37B01-768C-4B7C-87CA-2DF32F305F09}" type="presOf" srcId="{AC438390-C6A1-4DC0-8033-A58C46054E9E}" destId="{BFF87FA1-9B49-4C34-939B-4CD0A85E60EE}" srcOrd="0" destOrd="0" presId="urn:microsoft.com/office/officeart/2018/2/layout/IconLabelDescriptionList"/>
    <dgm:cxn modelId="{02E9E323-6BF8-4095-9983-461A53A14459}" type="presOf" srcId="{B4900F7E-A3AE-4CEC-8D51-4695D17F38BD}" destId="{BE817F28-6346-44ED-A3A4-9A4B3008C3DD}" srcOrd="0" destOrd="0" presId="urn:microsoft.com/office/officeart/2018/2/layout/IconLabelDescriptionList"/>
    <dgm:cxn modelId="{2DF43B2A-F9C4-4245-A998-BA734D91CFB5}" type="presOf" srcId="{A77D492C-B479-44C3-883F-6B2C4D502543}" destId="{0D655882-E56A-4D53-AB11-035178AB5AAB}" srcOrd="0" destOrd="0" presId="urn:microsoft.com/office/officeart/2018/2/layout/IconLabelDescriptionList"/>
    <dgm:cxn modelId="{103FE45C-B8C8-4325-98DF-377129F4379F}" srcId="{4FA61B1C-48D4-4248-9526-708DC3EB521D}" destId="{073F4826-A6A3-4CBE-8F53-33915FAC8064}" srcOrd="0" destOrd="0" parTransId="{91D24175-46D6-4E27-BDA2-5C68EE37F04C}" sibTransId="{44C9659F-2A35-4D6D-BCEF-696D9CFE5677}"/>
    <dgm:cxn modelId="{73856D45-88E7-4A00-8A67-239B060A6BBF}" srcId="{B4900F7E-A3AE-4CEC-8D51-4695D17F38BD}" destId="{4FA61B1C-48D4-4248-9526-708DC3EB521D}" srcOrd="3" destOrd="0" parTransId="{6B44C713-A8EB-420B-9CBF-36E29B92B8A4}" sibTransId="{CA26809D-322E-476E-97F6-130A0971FDAE}"/>
    <dgm:cxn modelId="{65ED7567-DF93-4BB5-ADD7-132970C7F59E}" srcId="{B4900F7E-A3AE-4CEC-8D51-4695D17F38BD}" destId="{BE96BEDE-5AA2-4C55-BF92-BC26CBDBB9B4}" srcOrd="1" destOrd="0" parTransId="{5A8AF77D-EE1A-43D8-A4EA-3A00D99791AD}" sibTransId="{737427D4-703E-4CE6-9C26-05D2F970D60D}"/>
    <dgm:cxn modelId="{FED8354F-CC0F-4DEE-9048-5A2436088522}" type="presOf" srcId="{63FC7C47-403E-4FF5-8A3B-3E34AD321173}" destId="{BDD5702B-6105-4525-B542-6ADEB2458ECC}" srcOrd="0" destOrd="1" presId="urn:microsoft.com/office/officeart/2018/2/layout/IconLabelDescriptionList"/>
    <dgm:cxn modelId="{1F56C270-06E1-4E4C-BD8C-18A55DC8CE6B}" type="presOf" srcId="{8E32BE3E-7C91-49E5-86AA-131B5B713989}" destId="{38E873EC-BAFC-4178-A9BD-4D6E6672256C}" srcOrd="0" destOrd="0" presId="urn:microsoft.com/office/officeart/2018/2/layout/IconLabelDescriptionList"/>
    <dgm:cxn modelId="{5D50A680-DA84-4A93-984D-43182EFF59E1}" srcId="{B4900F7E-A3AE-4CEC-8D51-4695D17F38BD}" destId="{AC438390-C6A1-4DC0-8033-A58C46054E9E}" srcOrd="0" destOrd="0" parTransId="{13D43F42-B40E-47D4-BA0A-4605AED66A32}" sibTransId="{36F83EB8-A3B8-4512-AF4F-25803E1A4126}"/>
    <dgm:cxn modelId="{DD189287-A193-404B-B89F-EDB0DD7711D5}" type="presOf" srcId="{BE96BEDE-5AA2-4C55-BF92-BC26CBDBB9B4}" destId="{C0AC0FF7-025C-4FB8-95AF-39AAE8813625}" srcOrd="0" destOrd="0" presId="urn:microsoft.com/office/officeart/2018/2/layout/IconLabelDescriptionList"/>
    <dgm:cxn modelId="{912C298B-B72C-4497-A21A-26B6B3DEBE96}" srcId="{BA3AAAAB-4DD5-423E-BBD0-51F0B08C28D3}" destId="{85F56F97-3697-4739-805F-1E36F029E8A9}" srcOrd="1" destOrd="0" parTransId="{B4CD0B85-AEB1-4FBE-A0F8-4DC103201587}" sibTransId="{F30FBAE8-EA94-4E2B-89DC-0EC4929084F2}"/>
    <dgm:cxn modelId="{A6CADC99-BB90-40EA-B302-A2C548EC943B}" srcId="{4FA61B1C-48D4-4248-9526-708DC3EB521D}" destId="{63FC7C47-403E-4FF5-8A3B-3E34AD321173}" srcOrd="1" destOrd="0" parTransId="{64BCA040-A0E3-4DC2-A9E8-8940EE269012}" sibTransId="{D67A734D-347F-44F8-B0E3-588397CB5A05}"/>
    <dgm:cxn modelId="{BC71FEA1-C404-4CDE-A2E2-8888A4F19B81}" type="presOf" srcId="{BA3AAAAB-4DD5-423E-BBD0-51F0B08C28D3}" destId="{5F2BAC59-94FC-4E0D-8915-C37A14A89363}" srcOrd="0" destOrd="0" presId="urn:microsoft.com/office/officeart/2018/2/layout/IconLabelDescriptionList"/>
    <dgm:cxn modelId="{A50D7AB7-D7B2-4D79-8E46-C095F93706B4}" srcId="{BE96BEDE-5AA2-4C55-BF92-BC26CBDBB9B4}" destId="{8E32BE3E-7C91-49E5-86AA-131B5B713989}" srcOrd="0" destOrd="0" parTransId="{CD2AEE99-DA5D-4BC4-A82A-22A1B7A7F9F4}" sibTransId="{758B284A-81EB-4E3B-958B-1D412BE1606E}"/>
    <dgm:cxn modelId="{E99C50BC-EECB-4835-A89F-56C8C474919D}" type="presOf" srcId="{073F4826-A6A3-4CBE-8F53-33915FAC8064}" destId="{BDD5702B-6105-4525-B542-6ADEB2458ECC}" srcOrd="0" destOrd="0" presId="urn:microsoft.com/office/officeart/2018/2/layout/IconLabelDescriptionList"/>
    <dgm:cxn modelId="{9374CABE-1E5C-46C2-90B2-99409B9EDDEC}" type="presOf" srcId="{4FA61B1C-48D4-4248-9526-708DC3EB521D}" destId="{027AC8C3-DD24-48AC-A550-0304F9A66EF8}" srcOrd="0" destOrd="0" presId="urn:microsoft.com/office/officeart/2018/2/layout/IconLabelDescriptionList"/>
    <dgm:cxn modelId="{7B62B3C6-F926-4046-B4FE-F0A4D4EA7B4E}" srcId="{B4900F7E-A3AE-4CEC-8D51-4695D17F38BD}" destId="{BA3AAAAB-4DD5-423E-BBD0-51F0B08C28D3}" srcOrd="2" destOrd="0" parTransId="{C429C176-0B52-45BF-9656-8245E2F82788}" sibTransId="{29ED1E8C-19D4-4A4B-B558-7BECFD0A2BCF}"/>
    <dgm:cxn modelId="{CB9DBDC8-AB7B-48AA-84E0-A2BE305CCFD8}" type="presOf" srcId="{85F56F97-3697-4739-805F-1E36F029E8A9}" destId="{0D655882-E56A-4D53-AB11-035178AB5AAB}" srcOrd="0" destOrd="1" presId="urn:microsoft.com/office/officeart/2018/2/layout/IconLabelDescriptionList"/>
    <dgm:cxn modelId="{74D8EDCF-31F3-421C-BC6B-2BF467159C74}" srcId="{BA3AAAAB-4DD5-423E-BBD0-51F0B08C28D3}" destId="{A77D492C-B479-44C3-883F-6B2C4D502543}" srcOrd="0" destOrd="0" parTransId="{51E30564-4F7B-4D04-9519-27D8C0E61B3A}" sibTransId="{56E2E231-4342-469A-B13F-46FA525FEF06}"/>
    <dgm:cxn modelId="{9541C6D1-ACC6-4159-87F0-8A74FEAE1C06}" srcId="{AC438390-C6A1-4DC0-8033-A58C46054E9E}" destId="{C99C23B3-22DF-4408-B6AF-7DC818CC39A0}" srcOrd="0" destOrd="0" parTransId="{C5CA7EA8-203E-4528-BBAF-C1AB5058D0A1}" sibTransId="{E5316B78-C2C0-49D7-A8D1-406180575910}"/>
    <dgm:cxn modelId="{39B637DF-E344-46F3-A400-4A89EFA15C2A}" type="presOf" srcId="{76AB1C0A-5C38-4DA5-9101-3DA8AB4720FC}" destId="{38E873EC-BAFC-4178-A9BD-4D6E6672256C}" srcOrd="0" destOrd="1" presId="urn:microsoft.com/office/officeart/2018/2/layout/IconLabelDescriptionList"/>
    <dgm:cxn modelId="{ADB0CFED-0A2E-4595-BF47-B9389D746C90}" srcId="{BE96BEDE-5AA2-4C55-BF92-BC26CBDBB9B4}" destId="{76AB1C0A-5C38-4DA5-9101-3DA8AB4720FC}" srcOrd="1" destOrd="0" parTransId="{1982406A-DF66-450E-80EC-52C17E5C1F31}" sibTransId="{B7867D70-D786-4185-9772-1AEB4E0B8AD5}"/>
    <dgm:cxn modelId="{817CF7FD-854F-4B5F-958C-4E636F638160}" type="presOf" srcId="{C99C23B3-22DF-4408-B6AF-7DC818CC39A0}" destId="{0EA83158-3280-4825-A6BA-ECF7C5A71F2E}" srcOrd="0" destOrd="0" presId="urn:microsoft.com/office/officeart/2018/2/layout/IconLabelDescriptionList"/>
    <dgm:cxn modelId="{E8E94768-CDD7-4849-9FD0-10B5F9A1EA9F}" type="presParOf" srcId="{BE817F28-6346-44ED-A3A4-9A4B3008C3DD}" destId="{6D8E00BD-B6CE-41DC-ABF1-4DA37FF177E8}" srcOrd="0" destOrd="0" presId="urn:microsoft.com/office/officeart/2018/2/layout/IconLabelDescriptionList"/>
    <dgm:cxn modelId="{EA9F3D20-7C23-405C-A1EE-12ABE4354572}" type="presParOf" srcId="{6D8E00BD-B6CE-41DC-ABF1-4DA37FF177E8}" destId="{0ED039D0-10B2-4CCB-AE1B-64591D2AA9F3}" srcOrd="0" destOrd="0" presId="urn:microsoft.com/office/officeart/2018/2/layout/IconLabelDescriptionList"/>
    <dgm:cxn modelId="{E310639B-F685-4995-BA7B-525472134717}" type="presParOf" srcId="{6D8E00BD-B6CE-41DC-ABF1-4DA37FF177E8}" destId="{C1248357-4FF7-4B5F-BFA1-6F8454E92CF1}" srcOrd="1" destOrd="0" presId="urn:microsoft.com/office/officeart/2018/2/layout/IconLabelDescriptionList"/>
    <dgm:cxn modelId="{2BE91C61-98D0-4C2E-9AC9-5B89E2E79A24}" type="presParOf" srcId="{6D8E00BD-B6CE-41DC-ABF1-4DA37FF177E8}" destId="{BFF87FA1-9B49-4C34-939B-4CD0A85E60EE}" srcOrd="2" destOrd="0" presId="urn:microsoft.com/office/officeart/2018/2/layout/IconLabelDescriptionList"/>
    <dgm:cxn modelId="{E2C1CCAA-C8BA-4501-8C9D-7BFB320C40D2}" type="presParOf" srcId="{6D8E00BD-B6CE-41DC-ABF1-4DA37FF177E8}" destId="{16B53E16-795F-4D1A-99C7-B4FBF1E06387}" srcOrd="3" destOrd="0" presId="urn:microsoft.com/office/officeart/2018/2/layout/IconLabelDescriptionList"/>
    <dgm:cxn modelId="{98F1939B-0CBC-41AE-A3B3-9ACA512B62DF}" type="presParOf" srcId="{6D8E00BD-B6CE-41DC-ABF1-4DA37FF177E8}" destId="{0EA83158-3280-4825-A6BA-ECF7C5A71F2E}" srcOrd="4" destOrd="0" presId="urn:microsoft.com/office/officeart/2018/2/layout/IconLabelDescriptionList"/>
    <dgm:cxn modelId="{11ADB0A8-358E-415F-BB86-9EB46D78E376}" type="presParOf" srcId="{BE817F28-6346-44ED-A3A4-9A4B3008C3DD}" destId="{6BFB75CF-B8D1-4F7B-ACAB-B54F75B03F3F}" srcOrd="1" destOrd="0" presId="urn:microsoft.com/office/officeart/2018/2/layout/IconLabelDescriptionList"/>
    <dgm:cxn modelId="{4F3020C9-7F4B-47D3-9093-B24A66781B45}" type="presParOf" srcId="{BE817F28-6346-44ED-A3A4-9A4B3008C3DD}" destId="{859A2CCC-F21F-46ED-9DDB-7E5B3E1910B4}" srcOrd="2" destOrd="0" presId="urn:microsoft.com/office/officeart/2018/2/layout/IconLabelDescriptionList"/>
    <dgm:cxn modelId="{631FA1FD-629B-4647-9D12-4114ABB63FDC}" type="presParOf" srcId="{859A2CCC-F21F-46ED-9DDB-7E5B3E1910B4}" destId="{169AF5A8-CE61-49C5-9B24-0C739A442B74}" srcOrd="0" destOrd="0" presId="urn:microsoft.com/office/officeart/2018/2/layout/IconLabelDescriptionList"/>
    <dgm:cxn modelId="{8F94E9AA-363E-4818-ACF2-CE9A20C770C6}" type="presParOf" srcId="{859A2CCC-F21F-46ED-9DDB-7E5B3E1910B4}" destId="{7079C7BA-3D42-4C1E-8787-2B085B9A242F}" srcOrd="1" destOrd="0" presId="urn:microsoft.com/office/officeart/2018/2/layout/IconLabelDescriptionList"/>
    <dgm:cxn modelId="{D4C03B86-2642-4D2A-8CA8-786DCFA3B0D5}" type="presParOf" srcId="{859A2CCC-F21F-46ED-9DDB-7E5B3E1910B4}" destId="{C0AC0FF7-025C-4FB8-95AF-39AAE8813625}" srcOrd="2" destOrd="0" presId="urn:microsoft.com/office/officeart/2018/2/layout/IconLabelDescriptionList"/>
    <dgm:cxn modelId="{69DE0DC5-9A03-4775-A049-E7906D346811}" type="presParOf" srcId="{859A2CCC-F21F-46ED-9DDB-7E5B3E1910B4}" destId="{7EF09114-9B19-49EB-BE75-0BBA05CE6EAB}" srcOrd="3" destOrd="0" presId="urn:microsoft.com/office/officeart/2018/2/layout/IconLabelDescriptionList"/>
    <dgm:cxn modelId="{EA156A73-D7AC-4E6D-A34D-968CBE52300D}" type="presParOf" srcId="{859A2CCC-F21F-46ED-9DDB-7E5B3E1910B4}" destId="{38E873EC-BAFC-4178-A9BD-4D6E6672256C}" srcOrd="4" destOrd="0" presId="urn:microsoft.com/office/officeart/2018/2/layout/IconLabelDescriptionList"/>
    <dgm:cxn modelId="{EB33FA66-0101-4628-9B4D-1392A6454209}" type="presParOf" srcId="{BE817F28-6346-44ED-A3A4-9A4B3008C3DD}" destId="{DDF402D1-F49E-4598-A635-83F3E65BA11D}" srcOrd="3" destOrd="0" presId="urn:microsoft.com/office/officeart/2018/2/layout/IconLabelDescriptionList"/>
    <dgm:cxn modelId="{D1CAFE6D-95FC-41A7-BDB5-8B3E4AB27C0A}" type="presParOf" srcId="{BE817F28-6346-44ED-A3A4-9A4B3008C3DD}" destId="{AA767698-6C30-4EC4-BAC5-EA7D7CD20C86}" srcOrd="4" destOrd="0" presId="urn:microsoft.com/office/officeart/2018/2/layout/IconLabelDescriptionList"/>
    <dgm:cxn modelId="{747F8E10-DB11-41C5-97B5-25BCBC4FAF9E}" type="presParOf" srcId="{AA767698-6C30-4EC4-BAC5-EA7D7CD20C86}" destId="{06A80A28-9A46-4B64-8DF1-770CA4D7D5BB}" srcOrd="0" destOrd="0" presId="urn:microsoft.com/office/officeart/2018/2/layout/IconLabelDescriptionList"/>
    <dgm:cxn modelId="{BB1D534C-05DE-4AD7-8EA2-E370251EF7EA}" type="presParOf" srcId="{AA767698-6C30-4EC4-BAC5-EA7D7CD20C86}" destId="{3DA86211-CCF5-4E63-BE35-E2FF7107D82B}" srcOrd="1" destOrd="0" presId="urn:microsoft.com/office/officeart/2018/2/layout/IconLabelDescriptionList"/>
    <dgm:cxn modelId="{93EEC139-B794-40E8-AFD9-BA3150000D7D}" type="presParOf" srcId="{AA767698-6C30-4EC4-BAC5-EA7D7CD20C86}" destId="{5F2BAC59-94FC-4E0D-8915-C37A14A89363}" srcOrd="2" destOrd="0" presId="urn:microsoft.com/office/officeart/2018/2/layout/IconLabelDescriptionList"/>
    <dgm:cxn modelId="{9856573A-98C7-4B46-9321-FB34BE0FB353}" type="presParOf" srcId="{AA767698-6C30-4EC4-BAC5-EA7D7CD20C86}" destId="{E6FEF0CA-1A76-49CB-8A03-C250B114908B}" srcOrd="3" destOrd="0" presId="urn:microsoft.com/office/officeart/2018/2/layout/IconLabelDescriptionList"/>
    <dgm:cxn modelId="{7258D5FC-EF17-4BCB-8B11-B418190BDC23}" type="presParOf" srcId="{AA767698-6C30-4EC4-BAC5-EA7D7CD20C86}" destId="{0D655882-E56A-4D53-AB11-035178AB5AAB}" srcOrd="4" destOrd="0" presId="urn:microsoft.com/office/officeart/2018/2/layout/IconLabelDescriptionList"/>
    <dgm:cxn modelId="{1C5BF11E-A49B-4CB5-BB10-5299F49B88C3}" type="presParOf" srcId="{BE817F28-6346-44ED-A3A4-9A4B3008C3DD}" destId="{F629E106-FB16-41D4-A87F-76CCEBD329C5}" srcOrd="5" destOrd="0" presId="urn:microsoft.com/office/officeart/2018/2/layout/IconLabelDescriptionList"/>
    <dgm:cxn modelId="{1D6E7F24-6491-474E-A974-E97ED3893486}" type="presParOf" srcId="{BE817F28-6346-44ED-A3A4-9A4B3008C3DD}" destId="{BCF1600D-27C3-41B3-B897-FEFE7BF9DC05}" srcOrd="6" destOrd="0" presId="urn:microsoft.com/office/officeart/2018/2/layout/IconLabelDescriptionList"/>
    <dgm:cxn modelId="{06E1D0C5-9EBD-4DEB-8463-F9146CCB2761}" type="presParOf" srcId="{BCF1600D-27C3-41B3-B897-FEFE7BF9DC05}" destId="{FDCEC27F-2B27-492D-AE5A-0AEEEDB74175}" srcOrd="0" destOrd="0" presId="urn:microsoft.com/office/officeart/2018/2/layout/IconLabelDescriptionList"/>
    <dgm:cxn modelId="{B76CF589-52E8-4C23-A714-F0BE1F9B78A3}" type="presParOf" srcId="{BCF1600D-27C3-41B3-B897-FEFE7BF9DC05}" destId="{86EC8BD7-01BE-4927-AAE5-69C3255201D0}" srcOrd="1" destOrd="0" presId="urn:microsoft.com/office/officeart/2018/2/layout/IconLabelDescriptionList"/>
    <dgm:cxn modelId="{76743F1D-709F-44A8-9B8A-F374CFEC9395}" type="presParOf" srcId="{BCF1600D-27C3-41B3-B897-FEFE7BF9DC05}" destId="{027AC8C3-DD24-48AC-A550-0304F9A66EF8}" srcOrd="2" destOrd="0" presId="urn:microsoft.com/office/officeart/2018/2/layout/IconLabelDescriptionList"/>
    <dgm:cxn modelId="{8ABC4E99-CC68-4DF9-BB76-4910438886F2}" type="presParOf" srcId="{BCF1600D-27C3-41B3-B897-FEFE7BF9DC05}" destId="{7D19B2E6-4B50-4C67-B541-136023FB0A01}" srcOrd="3" destOrd="0" presId="urn:microsoft.com/office/officeart/2018/2/layout/IconLabelDescriptionList"/>
    <dgm:cxn modelId="{3E01E41E-9294-42BD-9EBF-45DF36179D13}" type="presParOf" srcId="{BCF1600D-27C3-41B3-B897-FEFE7BF9DC05}" destId="{BDD5702B-6105-4525-B542-6ADEB2458EC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26771E0-EADD-489F-99A3-D44DE8EF6C8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3ABFC62-2CE0-4D20-990E-64A4FC5C75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Replaced</a:t>
          </a:r>
          <a:endParaRPr lang="en-US"/>
        </a:p>
      </dgm:t>
    </dgm:pt>
    <dgm:pt modelId="{82A5AEBA-052D-46D3-BD86-E2DEF0F523A1}" type="parTrans" cxnId="{443CA724-774E-4D08-AFB4-6247CB473C80}">
      <dgm:prSet/>
      <dgm:spPr/>
      <dgm:t>
        <a:bodyPr/>
        <a:lstStyle/>
        <a:p>
          <a:endParaRPr lang="en-US"/>
        </a:p>
      </dgm:t>
    </dgm:pt>
    <dgm:pt modelId="{F6EF786D-0FA0-4AFC-A6B9-FEE95D225D0A}" type="sibTrans" cxnId="{443CA724-774E-4D08-AFB4-6247CB473C80}">
      <dgm:prSet/>
      <dgm:spPr/>
      <dgm:t>
        <a:bodyPr/>
        <a:lstStyle/>
        <a:p>
          <a:endParaRPr lang="en-US"/>
        </a:p>
      </dgm:t>
    </dgm:pt>
    <dgm:pt modelId="{B8E61E59-3EEC-4EA1-A964-A777BC0D26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Random</a:t>
          </a:r>
          <a:r>
            <a:rPr lang="en-US" dirty="0"/>
            <a:t> wallets</a:t>
          </a:r>
          <a:r>
            <a:rPr lang="tr-TR" dirty="0"/>
            <a:t> </a:t>
          </a:r>
          <a:r>
            <a:rPr lang="en-US" dirty="0"/>
            <a:t>are replaced</a:t>
          </a:r>
        </a:p>
      </dgm:t>
    </dgm:pt>
    <dgm:pt modelId="{54DB19B5-793C-46F0-B4B9-551E0215A9E0}" type="parTrans" cxnId="{2C387774-B8B5-4068-89F4-8AF444E44533}">
      <dgm:prSet/>
      <dgm:spPr/>
      <dgm:t>
        <a:bodyPr/>
        <a:lstStyle/>
        <a:p>
          <a:endParaRPr lang="en-US"/>
        </a:p>
      </dgm:t>
    </dgm:pt>
    <dgm:pt modelId="{07211AA0-A61D-4475-AE25-6362ADADABC2}" type="sibTrans" cxnId="{2C387774-B8B5-4068-89F4-8AF444E44533}">
      <dgm:prSet/>
      <dgm:spPr/>
      <dgm:t>
        <a:bodyPr/>
        <a:lstStyle/>
        <a:p>
          <a:endParaRPr lang="en-US"/>
        </a:p>
      </dgm:t>
    </dgm:pt>
    <dgm:pt modelId="{1951C7A2-65AE-4201-9CAA-6BF0A7E345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Reasons</a:t>
          </a:r>
          <a:endParaRPr lang="en-US" dirty="0"/>
        </a:p>
      </dgm:t>
    </dgm:pt>
    <dgm:pt modelId="{889F1959-C768-41AA-8BCE-F9F2B74B37AB}" type="parTrans" cxnId="{F586861C-E3C2-47FB-8217-F62900FA9A9E}">
      <dgm:prSet/>
      <dgm:spPr/>
      <dgm:t>
        <a:bodyPr/>
        <a:lstStyle/>
        <a:p>
          <a:endParaRPr lang="en-US"/>
        </a:p>
      </dgm:t>
    </dgm:pt>
    <dgm:pt modelId="{5AA0FD5C-9701-4729-8D80-C98534E0B616}" type="sibTrans" cxnId="{F586861C-E3C2-47FB-8217-F62900FA9A9E}">
      <dgm:prSet/>
      <dgm:spPr/>
      <dgm:t>
        <a:bodyPr/>
        <a:lstStyle/>
        <a:p>
          <a:endParaRPr lang="en-US"/>
        </a:p>
      </dgm:t>
    </dgm:pt>
    <dgm:pt modelId="{45DE044E-59A2-41BD-904C-02AAE5251C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Hard </a:t>
          </a:r>
          <a:r>
            <a:rPr lang="en-US" dirty="0"/>
            <a:t>to manage </a:t>
          </a:r>
        </a:p>
      </dgm:t>
    </dgm:pt>
    <dgm:pt modelId="{2DB1ED1E-D09A-429D-84E1-48CBCE4B1A08}" type="parTrans" cxnId="{51FE472C-F1E7-4490-A258-2EB4C85D15D0}">
      <dgm:prSet/>
      <dgm:spPr/>
      <dgm:t>
        <a:bodyPr/>
        <a:lstStyle/>
        <a:p>
          <a:endParaRPr lang="en-US"/>
        </a:p>
      </dgm:t>
    </dgm:pt>
    <dgm:pt modelId="{531E4ADD-59D2-4D7D-931C-0DA9D9858B51}" type="sibTrans" cxnId="{51FE472C-F1E7-4490-A258-2EB4C85D15D0}">
      <dgm:prSet/>
      <dgm:spPr/>
      <dgm:t>
        <a:bodyPr/>
        <a:lstStyle/>
        <a:p>
          <a:endParaRPr lang="en-US"/>
        </a:p>
      </dgm:t>
    </dgm:pt>
    <dgm:pt modelId="{E87EF030-B7D6-4648-ADDE-A299150D5D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deterministic wallets</a:t>
          </a:r>
          <a:r>
            <a:rPr lang="tr-TR" dirty="0"/>
            <a:t> </a:t>
          </a:r>
          <a:endParaRPr lang="en-US" dirty="0"/>
        </a:p>
      </dgm:t>
    </dgm:pt>
    <dgm:pt modelId="{884DDCAD-BE90-4011-9882-AD3D50069647}" type="parTrans" cxnId="{607A58ED-E718-4CB9-B8C8-6A0DAA675E64}">
      <dgm:prSet/>
      <dgm:spPr/>
      <dgm:t>
        <a:bodyPr/>
        <a:lstStyle/>
        <a:p>
          <a:endParaRPr lang="tr-TR"/>
        </a:p>
      </dgm:t>
    </dgm:pt>
    <dgm:pt modelId="{7755C1D4-CE31-424E-BBA1-FD289B8683CB}" type="sibTrans" cxnId="{607A58ED-E718-4CB9-B8C8-6A0DAA675E64}">
      <dgm:prSet/>
      <dgm:spPr/>
      <dgm:t>
        <a:bodyPr/>
        <a:lstStyle/>
        <a:p>
          <a:endParaRPr lang="tr-TR"/>
        </a:p>
      </dgm:t>
    </dgm:pt>
    <dgm:pt modelId="{F73797BD-BBD2-4C61-9EEF-8684EAFC1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 up</a:t>
          </a:r>
        </a:p>
      </dgm:t>
    </dgm:pt>
    <dgm:pt modelId="{1BF23927-D019-4E36-AB26-9A1E58BEBD8C}" type="parTrans" cxnId="{DCF2E4DB-F1ED-45FB-AA53-DB85B6A0DDFE}">
      <dgm:prSet/>
      <dgm:spPr/>
      <dgm:t>
        <a:bodyPr/>
        <a:lstStyle/>
        <a:p>
          <a:endParaRPr lang="tr-TR"/>
        </a:p>
      </dgm:t>
    </dgm:pt>
    <dgm:pt modelId="{2B0A3135-21D4-4E5E-B0EB-922958981911}" type="sibTrans" cxnId="{DCF2E4DB-F1ED-45FB-AA53-DB85B6A0DDFE}">
      <dgm:prSet/>
      <dgm:spPr/>
      <dgm:t>
        <a:bodyPr/>
        <a:lstStyle/>
        <a:p>
          <a:endParaRPr lang="tr-TR"/>
        </a:p>
      </dgm:t>
    </dgm:pt>
    <dgm:pt modelId="{86F46D9D-0E42-48DC-8FFB-453454A28E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import</a:t>
          </a:r>
        </a:p>
      </dgm:t>
    </dgm:pt>
    <dgm:pt modelId="{D1258FEA-6D27-4308-A34F-51516FFED003}" type="parTrans" cxnId="{D18AE107-CDEC-46A5-84C2-29A0B1F7AF8D}">
      <dgm:prSet/>
      <dgm:spPr/>
      <dgm:t>
        <a:bodyPr/>
        <a:lstStyle/>
        <a:p>
          <a:endParaRPr lang="tr-TR"/>
        </a:p>
      </dgm:t>
    </dgm:pt>
    <dgm:pt modelId="{3DAC27AB-7D4B-4795-A55E-6E27FD8E381A}" type="sibTrans" cxnId="{D18AE107-CDEC-46A5-84C2-29A0B1F7AF8D}">
      <dgm:prSet/>
      <dgm:spPr/>
      <dgm:t>
        <a:bodyPr/>
        <a:lstStyle/>
        <a:p>
          <a:endParaRPr lang="tr-TR"/>
        </a:p>
      </dgm:t>
    </dgm:pt>
    <dgm:pt modelId="{9307E0C9-B642-40CC-93BE-7F66EA501590}" type="pres">
      <dgm:prSet presAssocID="{826771E0-EADD-489F-99A3-D44DE8EF6C88}" presName="root" presStyleCnt="0">
        <dgm:presLayoutVars>
          <dgm:dir/>
          <dgm:resizeHandles val="exact"/>
        </dgm:presLayoutVars>
      </dgm:prSet>
      <dgm:spPr/>
    </dgm:pt>
    <dgm:pt modelId="{DEDF6852-255B-438C-81FC-02923B7A4450}" type="pres">
      <dgm:prSet presAssocID="{B3ABFC62-2CE0-4D20-990E-64A4FC5C75BC}" presName="compNode" presStyleCnt="0"/>
      <dgm:spPr/>
    </dgm:pt>
    <dgm:pt modelId="{44C3E858-701D-45B3-9C20-90557969DC08}" type="pres">
      <dgm:prSet presAssocID="{B3ABFC62-2CE0-4D20-990E-64A4FC5C75B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eakfast"/>
        </a:ext>
      </dgm:extLst>
    </dgm:pt>
    <dgm:pt modelId="{F59EB31E-A4B9-4E82-99CF-0CB5F51EFCFC}" type="pres">
      <dgm:prSet presAssocID="{B3ABFC62-2CE0-4D20-990E-64A4FC5C75BC}" presName="iconSpace" presStyleCnt="0"/>
      <dgm:spPr/>
    </dgm:pt>
    <dgm:pt modelId="{9474772E-F4B1-475E-B812-EEE14C189D63}" type="pres">
      <dgm:prSet presAssocID="{B3ABFC62-2CE0-4D20-990E-64A4FC5C75BC}" presName="parTx" presStyleLbl="revTx" presStyleIdx="0" presStyleCnt="4">
        <dgm:presLayoutVars>
          <dgm:chMax val="0"/>
          <dgm:chPref val="0"/>
        </dgm:presLayoutVars>
      </dgm:prSet>
      <dgm:spPr/>
    </dgm:pt>
    <dgm:pt modelId="{2513425F-76AD-488E-871D-02A5922B8B29}" type="pres">
      <dgm:prSet presAssocID="{B3ABFC62-2CE0-4D20-990E-64A4FC5C75BC}" presName="txSpace" presStyleCnt="0"/>
      <dgm:spPr/>
    </dgm:pt>
    <dgm:pt modelId="{D7BFC642-0936-4CAF-9AC9-E90CB7FF169C}" type="pres">
      <dgm:prSet presAssocID="{B3ABFC62-2CE0-4D20-990E-64A4FC5C75BC}" presName="desTx" presStyleLbl="revTx" presStyleIdx="1" presStyleCnt="4">
        <dgm:presLayoutVars/>
      </dgm:prSet>
      <dgm:spPr/>
    </dgm:pt>
    <dgm:pt modelId="{D3ED638E-F402-4C78-BE0C-38DC0986D4C6}" type="pres">
      <dgm:prSet presAssocID="{F6EF786D-0FA0-4AFC-A6B9-FEE95D225D0A}" presName="sibTrans" presStyleCnt="0"/>
      <dgm:spPr/>
    </dgm:pt>
    <dgm:pt modelId="{74C81625-2B0B-4647-81B5-555434F1EC91}" type="pres">
      <dgm:prSet presAssocID="{1951C7A2-65AE-4201-9CAA-6BF0A7E3457B}" presName="compNode" presStyleCnt="0"/>
      <dgm:spPr/>
    </dgm:pt>
    <dgm:pt modelId="{D3FF64C1-3066-42B0-9BB4-4E524C87ED49}" type="pres">
      <dgm:prSet presAssocID="{1951C7A2-65AE-4201-9CAA-6BF0A7E3457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ufacturing"/>
        </a:ext>
      </dgm:extLst>
    </dgm:pt>
    <dgm:pt modelId="{10D1D544-B87D-41E0-8978-A925BA729A18}" type="pres">
      <dgm:prSet presAssocID="{1951C7A2-65AE-4201-9CAA-6BF0A7E3457B}" presName="iconSpace" presStyleCnt="0"/>
      <dgm:spPr/>
    </dgm:pt>
    <dgm:pt modelId="{B3F41507-263F-4BFB-ACB6-CB586A31EA8C}" type="pres">
      <dgm:prSet presAssocID="{1951C7A2-65AE-4201-9CAA-6BF0A7E3457B}" presName="parTx" presStyleLbl="revTx" presStyleIdx="2" presStyleCnt="4">
        <dgm:presLayoutVars>
          <dgm:chMax val="0"/>
          <dgm:chPref val="0"/>
        </dgm:presLayoutVars>
      </dgm:prSet>
      <dgm:spPr/>
    </dgm:pt>
    <dgm:pt modelId="{B6151F82-0E4F-4E77-AC9B-5CC25424D28F}" type="pres">
      <dgm:prSet presAssocID="{1951C7A2-65AE-4201-9CAA-6BF0A7E3457B}" presName="txSpace" presStyleCnt="0"/>
      <dgm:spPr/>
    </dgm:pt>
    <dgm:pt modelId="{4BECAC23-B818-4A9C-8360-4886D145E4D0}" type="pres">
      <dgm:prSet presAssocID="{1951C7A2-65AE-4201-9CAA-6BF0A7E3457B}" presName="desTx" presStyleLbl="revTx" presStyleIdx="3" presStyleCnt="4">
        <dgm:presLayoutVars/>
      </dgm:prSet>
      <dgm:spPr/>
    </dgm:pt>
  </dgm:ptLst>
  <dgm:cxnLst>
    <dgm:cxn modelId="{D18AE107-CDEC-46A5-84C2-29A0B1F7AF8D}" srcId="{1951C7A2-65AE-4201-9CAA-6BF0A7E3457B}" destId="{86F46D9D-0E42-48DC-8FFB-453454A28E52}" srcOrd="2" destOrd="0" parTransId="{D1258FEA-6D27-4308-A34F-51516FFED003}" sibTransId="{3DAC27AB-7D4B-4795-A55E-6E27FD8E381A}"/>
    <dgm:cxn modelId="{96AE150F-5A3E-4076-851C-579BAC05001D}" type="presOf" srcId="{F73797BD-BBD2-4C61-9EEF-8684EAFC1920}" destId="{4BECAC23-B818-4A9C-8360-4886D145E4D0}" srcOrd="0" destOrd="1" presId="urn:microsoft.com/office/officeart/2018/2/layout/IconLabelDescriptionList"/>
    <dgm:cxn modelId="{14993E0F-09C2-4CE6-8B28-50A635125C6A}" type="presOf" srcId="{B3ABFC62-2CE0-4D20-990E-64A4FC5C75BC}" destId="{9474772E-F4B1-475E-B812-EEE14C189D63}" srcOrd="0" destOrd="0" presId="urn:microsoft.com/office/officeart/2018/2/layout/IconLabelDescriptionList"/>
    <dgm:cxn modelId="{A22E8514-EFDE-48F6-9BBD-36E4746F5FDD}" type="presOf" srcId="{45DE044E-59A2-41BD-904C-02AAE5251C44}" destId="{4BECAC23-B818-4A9C-8360-4886D145E4D0}" srcOrd="0" destOrd="0" presId="urn:microsoft.com/office/officeart/2018/2/layout/IconLabelDescriptionList"/>
    <dgm:cxn modelId="{346C941B-FCE5-4F88-9D8E-4EA1267C1DA0}" type="presOf" srcId="{B8E61E59-3EEC-4EA1-A964-A777BC0D266B}" destId="{D7BFC642-0936-4CAF-9AC9-E90CB7FF169C}" srcOrd="0" destOrd="0" presId="urn:microsoft.com/office/officeart/2018/2/layout/IconLabelDescriptionList"/>
    <dgm:cxn modelId="{F586861C-E3C2-47FB-8217-F62900FA9A9E}" srcId="{826771E0-EADD-489F-99A3-D44DE8EF6C88}" destId="{1951C7A2-65AE-4201-9CAA-6BF0A7E3457B}" srcOrd="1" destOrd="0" parTransId="{889F1959-C768-41AA-8BCE-F9F2B74B37AB}" sibTransId="{5AA0FD5C-9701-4729-8D80-C98534E0B616}"/>
    <dgm:cxn modelId="{8A8D7D1F-AE63-4929-BB70-5F94C7175E31}" type="presOf" srcId="{826771E0-EADD-489F-99A3-D44DE8EF6C88}" destId="{9307E0C9-B642-40CC-93BE-7F66EA501590}" srcOrd="0" destOrd="0" presId="urn:microsoft.com/office/officeart/2018/2/layout/IconLabelDescriptionList"/>
    <dgm:cxn modelId="{4C61F523-FA8A-471E-8BA2-2982EC003136}" type="presOf" srcId="{E87EF030-B7D6-4648-ADDE-A299150D5DCF}" destId="{D7BFC642-0936-4CAF-9AC9-E90CB7FF169C}" srcOrd="0" destOrd="1" presId="urn:microsoft.com/office/officeart/2018/2/layout/IconLabelDescriptionList"/>
    <dgm:cxn modelId="{443CA724-774E-4D08-AFB4-6247CB473C80}" srcId="{826771E0-EADD-489F-99A3-D44DE8EF6C88}" destId="{B3ABFC62-2CE0-4D20-990E-64A4FC5C75BC}" srcOrd="0" destOrd="0" parTransId="{82A5AEBA-052D-46D3-BD86-E2DEF0F523A1}" sibTransId="{F6EF786D-0FA0-4AFC-A6B9-FEE95D225D0A}"/>
    <dgm:cxn modelId="{51FE472C-F1E7-4490-A258-2EB4C85D15D0}" srcId="{1951C7A2-65AE-4201-9CAA-6BF0A7E3457B}" destId="{45DE044E-59A2-41BD-904C-02AAE5251C44}" srcOrd="0" destOrd="0" parTransId="{2DB1ED1E-D09A-429D-84E1-48CBCE4B1A08}" sibTransId="{531E4ADD-59D2-4D7D-931C-0DA9D9858B51}"/>
    <dgm:cxn modelId="{F9751C39-0D5A-428A-8911-809AD97EC3F9}" type="presOf" srcId="{1951C7A2-65AE-4201-9CAA-6BF0A7E3457B}" destId="{B3F41507-263F-4BFB-ACB6-CB586A31EA8C}" srcOrd="0" destOrd="0" presId="urn:microsoft.com/office/officeart/2018/2/layout/IconLabelDescriptionList"/>
    <dgm:cxn modelId="{2C387774-B8B5-4068-89F4-8AF444E44533}" srcId="{B3ABFC62-2CE0-4D20-990E-64A4FC5C75BC}" destId="{B8E61E59-3EEC-4EA1-A964-A777BC0D266B}" srcOrd="0" destOrd="0" parTransId="{54DB19B5-793C-46F0-B4B9-551E0215A9E0}" sibTransId="{07211AA0-A61D-4475-AE25-6362ADADABC2}"/>
    <dgm:cxn modelId="{09485FC8-2EAE-4664-8EAE-F20744FBEA5E}" type="presOf" srcId="{86F46D9D-0E42-48DC-8FFB-453454A28E52}" destId="{4BECAC23-B818-4A9C-8360-4886D145E4D0}" srcOrd="0" destOrd="2" presId="urn:microsoft.com/office/officeart/2018/2/layout/IconLabelDescriptionList"/>
    <dgm:cxn modelId="{DCF2E4DB-F1ED-45FB-AA53-DB85B6A0DDFE}" srcId="{1951C7A2-65AE-4201-9CAA-6BF0A7E3457B}" destId="{F73797BD-BBD2-4C61-9EEF-8684EAFC1920}" srcOrd="1" destOrd="0" parTransId="{1BF23927-D019-4E36-AB26-9A1E58BEBD8C}" sibTransId="{2B0A3135-21D4-4E5E-B0EB-922958981911}"/>
    <dgm:cxn modelId="{607A58ED-E718-4CB9-B8C8-6A0DAA675E64}" srcId="{B3ABFC62-2CE0-4D20-990E-64A4FC5C75BC}" destId="{E87EF030-B7D6-4648-ADDE-A299150D5DCF}" srcOrd="1" destOrd="0" parTransId="{884DDCAD-BE90-4011-9882-AD3D50069647}" sibTransId="{7755C1D4-CE31-424E-BBA1-FD289B8683CB}"/>
    <dgm:cxn modelId="{A033E589-DF98-409B-AED3-52A1241B5AD7}" type="presParOf" srcId="{9307E0C9-B642-40CC-93BE-7F66EA501590}" destId="{DEDF6852-255B-438C-81FC-02923B7A4450}" srcOrd="0" destOrd="0" presId="urn:microsoft.com/office/officeart/2018/2/layout/IconLabelDescriptionList"/>
    <dgm:cxn modelId="{50F71CE5-A765-4C6E-B0F6-3043B5E231E9}" type="presParOf" srcId="{DEDF6852-255B-438C-81FC-02923B7A4450}" destId="{44C3E858-701D-45B3-9C20-90557969DC08}" srcOrd="0" destOrd="0" presId="urn:microsoft.com/office/officeart/2018/2/layout/IconLabelDescriptionList"/>
    <dgm:cxn modelId="{8CC96DAE-0024-46C4-924E-4D2AACB8C7B7}" type="presParOf" srcId="{DEDF6852-255B-438C-81FC-02923B7A4450}" destId="{F59EB31E-A4B9-4E82-99CF-0CB5F51EFCFC}" srcOrd="1" destOrd="0" presId="urn:microsoft.com/office/officeart/2018/2/layout/IconLabelDescriptionList"/>
    <dgm:cxn modelId="{438BC34E-CC0D-4F51-8E27-4C85CF48F5D5}" type="presParOf" srcId="{DEDF6852-255B-438C-81FC-02923B7A4450}" destId="{9474772E-F4B1-475E-B812-EEE14C189D63}" srcOrd="2" destOrd="0" presId="urn:microsoft.com/office/officeart/2018/2/layout/IconLabelDescriptionList"/>
    <dgm:cxn modelId="{6A17CE54-2E6D-41A5-A7D8-C4A5C8122B86}" type="presParOf" srcId="{DEDF6852-255B-438C-81FC-02923B7A4450}" destId="{2513425F-76AD-488E-871D-02A5922B8B29}" srcOrd="3" destOrd="0" presId="urn:microsoft.com/office/officeart/2018/2/layout/IconLabelDescriptionList"/>
    <dgm:cxn modelId="{F2910DE2-45FA-4E98-9497-ABA9FED3EFF4}" type="presParOf" srcId="{DEDF6852-255B-438C-81FC-02923B7A4450}" destId="{D7BFC642-0936-4CAF-9AC9-E90CB7FF169C}" srcOrd="4" destOrd="0" presId="urn:microsoft.com/office/officeart/2018/2/layout/IconLabelDescriptionList"/>
    <dgm:cxn modelId="{21F13EC7-BBBF-4298-8554-8C56CFE33EE7}" type="presParOf" srcId="{9307E0C9-B642-40CC-93BE-7F66EA501590}" destId="{D3ED638E-F402-4C78-BE0C-38DC0986D4C6}" srcOrd="1" destOrd="0" presId="urn:microsoft.com/office/officeart/2018/2/layout/IconLabelDescriptionList"/>
    <dgm:cxn modelId="{A4F6607F-28C6-4524-9BA6-442626EA2E8E}" type="presParOf" srcId="{9307E0C9-B642-40CC-93BE-7F66EA501590}" destId="{74C81625-2B0B-4647-81B5-555434F1EC91}" srcOrd="2" destOrd="0" presId="urn:microsoft.com/office/officeart/2018/2/layout/IconLabelDescriptionList"/>
    <dgm:cxn modelId="{9424A887-472B-4ECD-BA2E-92A2505F08CA}" type="presParOf" srcId="{74C81625-2B0B-4647-81B5-555434F1EC91}" destId="{D3FF64C1-3066-42B0-9BB4-4E524C87ED49}" srcOrd="0" destOrd="0" presId="urn:microsoft.com/office/officeart/2018/2/layout/IconLabelDescriptionList"/>
    <dgm:cxn modelId="{8CA0A61C-66EA-4910-9849-6652B9EC27D6}" type="presParOf" srcId="{74C81625-2B0B-4647-81B5-555434F1EC91}" destId="{10D1D544-B87D-41E0-8978-A925BA729A18}" srcOrd="1" destOrd="0" presId="urn:microsoft.com/office/officeart/2018/2/layout/IconLabelDescriptionList"/>
    <dgm:cxn modelId="{EE0EE223-0A83-443A-AF41-1320FE37DBD3}" type="presParOf" srcId="{74C81625-2B0B-4647-81B5-555434F1EC91}" destId="{B3F41507-263F-4BFB-ACB6-CB586A31EA8C}" srcOrd="2" destOrd="0" presId="urn:microsoft.com/office/officeart/2018/2/layout/IconLabelDescriptionList"/>
    <dgm:cxn modelId="{99D5E357-6F9D-4CFC-87C0-FB56976D0843}" type="presParOf" srcId="{74C81625-2B0B-4647-81B5-555434F1EC91}" destId="{B6151F82-0E4F-4E77-AC9B-5CC25424D28F}" srcOrd="3" destOrd="0" presId="urn:microsoft.com/office/officeart/2018/2/layout/IconLabelDescriptionList"/>
    <dgm:cxn modelId="{86CCD2FE-78E9-442F-BE64-228EB30861EE}" type="presParOf" srcId="{74C81625-2B0B-4647-81B5-555434F1EC91}" destId="{4BECAC23-B818-4A9C-8360-4886D145E4D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AC40D0B-2BC5-4E90-8F7F-B80D0012D18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420BF7F-50CA-4842-93DA-C1046B0579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Many keys to backup</a:t>
          </a:r>
          <a:endParaRPr lang="en-US" dirty="0"/>
        </a:p>
      </dgm:t>
    </dgm:pt>
    <dgm:pt modelId="{D18A3082-A922-4D24-BAF3-7AA9A00D0441}" type="parTrans" cxnId="{C9F336ED-F53E-4717-A0B3-86D5F8AEE42B}">
      <dgm:prSet/>
      <dgm:spPr/>
      <dgm:t>
        <a:bodyPr/>
        <a:lstStyle/>
        <a:p>
          <a:endParaRPr lang="en-US"/>
        </a:p>
      </dgm:t>
    </dgm:pt>
    <dgm:pt modelId="{2CFB80E8-AFC7-443D-BEC2-87DFD54CC802}" type="sibTrans" cxnId="{C9F336ED-F53E-4717-A0B3-86D5F8AEE42B}">
      <dgm:prSet/>
      <dgm:spPr/>
      <dgm:t>
        <a:bodyPr/>
        <a:lstStyle/>
        <a:p>
          <a:endParaRPr lang="en-US"/>
        </a:p>
      </dgm:t>
    </dgm:pt>
    <dgm:pt modelId="{6E69101C-BE84-4958-9B01-3282922CAB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keep copies of all </a:t>
          </a:r>
          <a:r>
            <a:rPr lang="tr-TR" dirty="0"/>
            <a:t>keys</a:t>
          </a:r>
          <a:endParaRPr lang="en-US" dirty="0"/>
        </a:p>
      </dgm:t>
    </dgm:pt>
    <dgm:pt modelId="{DAA7EDA7-D98F-4795-961C-7484FFECB490}" type="parTrans" cxnId="{B256594B-01FC-4469-9A21-DE49FFD3BBFD}">
      <dgm:prSet/>
      <dgm:spPr/>
      <dgm:t>
        <a:bodyPr/>
        <a:lstStyle/>
        <a:p>
          <a:endParaRPr lang="en-US"/>
        </a:p>
      </dgm:t>
    </dgm:pt>
    <dgm:pt modelId="{F0696BF9-0513-47C2-B3B8-66E5E45B9396}" type="sibTrans" cxnId="{B256594B-01FC-4469-9A21-DE49FFD3BBFD}">
      <dgm:prSet/>
      <dgm:spPr/>
      <dgm:t>
        <a:bodyPr/>
        <a:lstStyle/>
        <a:p>
          <a:endParaRPr lang="en-US"/>
        </a:p>
      </dgm:t>
    </dgm:pt>
    <dgm:pt modelId="{A32F6B74-6B87-47A1-8719-5A2D9EEB09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backed up </a:t>
          </a:r>
          <a:r>
            <a:rPr lang="tr-TR" dirty="0"/>
            <a:t>wallet </a:t>
          </a:r>
          <a:r>
            <a:rPr lang="en-US" dirty="0"/>
            <a:t>frequently</a:t>
          </a:r>
        </a:p>
      </dgm:t>
    </dgm:pt>
    <dgm:pt modelId="{EAD4B145-7480-4155-A9CF-9CB0C9F8E7F4}" type="parTrans" cxnId="{45E7DEDE-DFCB-4F91-B01A-ADF42E1469D4}">
      <dgm:prSet/>
      <dgm:spPr/>
      <dgm:t>
        <a:bodyPr/>
        <a:lstStyle/>
        <a:p>
          <a:endParaRPr lang="en-US"/>
        </a:p>
      </dgm:t>
    </dgm:pt>
    <dgm:pt modelId="{08483D11-884C-430A-905D-55B61448A78F}" type="sibTrans" cxnId="{45E7DEDE-DFCB-4F91-B01A-ADF42E1469D4}">
      <dgm:prSet/>
      <dgm:spPr/>
      <dgm:t>
        <a:bodyPr/>
        <a:lstStyle/>
        <a:p>
          <a:endParaRPr lang="en-US"/>
        </a:p>
      </dgm:t>
    </dgm:pt>
    <dgm:pt modelId="{89CEC416-8E7C-4C57-9C37-4BAF072A60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Risk</a:t>
          </a:r>
          <a:endParaRPr lang="en-US" dirty="0"/>
        </a:p>
      </dgm:t>
    </dgm:pt>
    <dgm:pt modelId="{A82AF677-DE2A-4ADA-BFA5-CFFA07BFDC90}" type="parTrans" cxnId="{CC911B8A-F579-4DC2-A4F9-F1458A321D36}">
      <dgm:prSet/>
      <dgm:spPr/>
      <dgm:t>
        <a:bodyPr/>
        <a:lstStyle/>
        <a:p>
          <a:endParaRPr lang="en-US"/>
        </a:p>
      </dgm:t>
    </dgm:pt>
    <dgm:pt modelId="{67DAE6AB-B68C-4C69-9386-722442E40E48}" type="sibTrans" cxnId="{CC911B8A-F579-4DC2-A4F9-F1458A321D36}">
      <dgm:prSet/>
      <dgm:spPr/>
      <dgm:t>
        <a:bodyPr/>
        <a:lstStyle/>
        <a:p>
          <a:endParaRPr lang="en-US"/>
        </a:p>
      </dgm:t>
    </dgm:pt>
    <dgm:pt modelId="{A65A6FCE-E73E-47F4-AE2E-F694DF72234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if wallet becomes inaccessible</a:t>
          </a:r>
          <a:endParaRPr lang="en-US" dirty="0"/>
        </a:p>
      </dgm:t>
    </dgm:pt>
    <dgm:pt modelId="{0D535421-51C4-461F-AA59-684CBF364331}" type="parTrans" cxnId="{1E039412-725D-4620-8BB2-7A229EADB593}">
      <dgm:prSet/>
      <dgm:spPr/>
      <dgm:t>
        <a:bodyPr/>
        <a:lstStyle/>
        <a:p>
          <a:endParaRPr lang="en-US"/>
        </a:p>
      </dgm:t>
    </dgm:pt>
    <dgm:pt modelId="{11C989F3-63AD-4491-9323-55E13ECFF2BE}" type="sibTrans" cxnId="{1E039412-725D-4620-8BB2-7A229EADB593}">
      <dgm:prSet/>
      <dgm:spPr/>
      <dgm:t>
        <a:bodyPr/>
        <a:lstStyle/>
        <a:p>
          <a:endParaRPr lang="en-US"/>
        </a:p>
      </dgm:t>
    </dgm:pt>
    <dgm:pt modelId="{24E9EE4E-8400-4635-A70D-50B7E0CFAD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funds are irrevocably lost</a:t>
          </a:r>
        </a:p>
      </dgm:t>
    </dgm:pt>
    <dgm:pt modelId="{C0245B93-E447-4DDC-824C-BA809F4A9A02}" type="parTrans" cxnId="{3830833E-E758-4E81-A133-1A4A09AB2680}">
      <dgm:prSet/>
      <dgm:spPr/>
      <dgm:t>
        <a:bodyPr/>
        <a:lstStyle/>
        <a:p>
          <a:endParaRPr lang="en-US"/>
        </a:p>
      </dgm:t>
    </dgm:pt>
    <dgm:pt modelId="{943D688A-0A5A-4C53-B41D-F49DAAB92D01}" type="sibTrans" cxnId="{3830833E-E758-4E81-A133-1A4A09AB2680}">
      <dgm:prSet/>
      <dgm:spPr/>
      <dgm:t>
        <a:bodyPr/>
        <a:lstStyle/>
        <a:p>
          <a:endParaRPr lang="en-US"/>
        </a:p>
      </dgm:t>
    </dgm:pt>
    <dgm:pt modelId="{A870D398-E655-4218-A51D-DDF9EF50D8F4}" type="pres">
      <dgm:prSet presAssocID="{BAC40D0B-2BC5-4E90-8F7F-B80D0012D18C}" presName="root" presStyleCnt="0">
        <dgm:presLayoutVars>
          <dgm:dir/>
          <dgm:resizeHandles val="exact"/>
        </dgm:presLayoutVars>
      </dgm:prSet>
      <dgm:spPr/>
    </dgm:pt>
    <dgm:pt modelId="{2928D118-7240-4375-97EB-AC76CE6B6EB2}" type="pres">
      <dgm:prSet presAssocID="{6420BF7F-50CA-4842-93DA-C1046B057940}" presName="compNode" presStyleCnt="0"/>
      <dgm:spPr/>
    </dgm:pt>
    <dgm:pt modelId="{D1649D48-6125-43D4-8D25-72C7DDDECFF3}" type="pres">
      <dgm:prSet presAssocID="{6420BF7F-50CA-4842-93DA-C1046B05794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6EA372BF-BC23-4920-A20A-19CFA8B07AF4}" type="pres">
      <dgm:prSet presAssocID="{6420BF7F-50CA-4842-93DA-C1046B057940}" presName="iconSpace" presStyleCnt="0"/>
      <dgm:spPr/>
    </dgm:pt>
    <dgm:pt modelId="{7DE77B97-2651-4C5A-A754-458F63EC0854}" type="pres">
      <dgm:prSet presAssocID="{6420BF7F-50CA-4842-93DA-C1046B057940}" presName="parTx" presStyleLbl="revTx" presStyleIdx="0" presStyleCnt="4">
        <dgm:presLayoutVars>
          <dgm:chMax val="0"/>
          <dgm:chPref val="0"/>
        </dgm:presLayoutVars>
      </dgm:prSet>
      <dgm:spPr/>
    </dgm:pt>
    <dgm:pt modelId="{C6D62A81-D5B9-457B-9D89-5639AFBFA243}" type="pres">
      <dgm:prSet presAssocID="{6420BF7F-50CA-4842-93DA-C1046B057940}" presName="txSpace" presStyleCnt="0"/>
      <dgm:spPr/>
    </dgm:pt>
    <dgm:pt modelId="{4CEDE363-EFAA-4EBC-84A8-9BC4DA73B7F2}" type="pres">
      <dgm:prSet presAssocID="{6420BF7F-50CA-4842-93DA-C1046B057940}" presName="desTx" presStyleLbl="revTx" presStyleIdx="1" presStyleCnt="4">
        <dgm:presLayoutVars/>
      </dgm:prSet>
      <dgm:spPr/>
    </dgm:pt>
    <dgm:pt modelId="{11DAB109-AE77-4B1D-B76E-604CE9E568CB}" type="pres">
      <dgm:prSet presAssocID="{2CFB80E8-AFC7-443D-BEC2-87DFD54CC802}" presName="sibTrans" presStyleCnt="0"/>
      <dgm:spPr/>
    </dgm:pt>
    <dgm:pt modelId="{D0B8475E-9077-4605-AE10-E17DACB998B0}" type="pres">
      <dgm:prSet presAssocID="{89CEC416-8E7C-4C57-9C37-4BAF072A6010}" presName="compNode" presStyleCnt="0"/>
      <dgm:spPr/>
    </dgm:pt>
    <dgm:pt modelId="{BD9275F3-70CE-4719-9FB8-1D556D4DEA85}" type="pres">
      <dgm:prSet presAssocID="{89CEC416-8E7C-4C57-9C37-4BAF072A60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450C0189-60F2-40ED-A1BC-7EAE93391192}" type="pres">
      <dgm:prSet presAssocID="{89CEC416-8E7C-4C57-9C37-4BAF072A6010}" presName="iconSpace" presStyleCnt="0"/>
      <dgm:spPr/>
    </dgm:pt>
    <dgm:pt modelId="{FF6CE489-196A-4601-B66E-FF695C409783}" type="pres">
      <dgm:prSet presAssocID="{89CEC416-8E7C-4C57-9C37-4BAF072A6010}" presName="parTx" presStyleLbl="revTx" presStyleIdx="2" presStyleCnt="4">
        <dgm:presLayoutVars>
          <dgm:chMax val="0"/>
          <dgm:chPref val="0"/>
        </dgm:presLayoutVars>
      </dgm:prSet>
      <dgm:spPr/>
    </dgm:pt>
    <dgm:pt modelId="{93C3F896-0A66-4A44-A8BE-3DA856977B02}" type="pres">
      <dgm:prSet presAssocID="{89CEC416-8E7C-4C57-9C37-4BAF072A6010}" presName="txSpace" presStyleCnt="0"/>
      <dgm:spPr/>
    </dgm:pt>
    <dgm:pt modelId="{BA67DD58-6AD0-4413-A30A-874F171EC00F}" type="pres">
      <dgm:prSet presAssocID="{89CEC416-8E7C-4C57-9C37-4BAF072A6010}" presName="desTx" presStyleLbl="revTx" presStyleIdx="3" presStyleCnt="4">
        <dgm:presLayoutVars/>
      </dgm:prSet>
      <dgm:spPr/>
    </dgm:pt>
  </dgm:ptLst>
  <dgm:cxnLst>
    <dgm:cxn modelId="{AE4B4A05-2A78-450D-9D32-0FDE0E9814C4}" type="presOf" srcId="{89CEC416-8E7C-4C57-9C37-4BAF072A6010}" destId="{FF6CE489-196A-4601-B66E-FF695C409783}" srcOrd="0" destOrd="0" presId="urn:microsoft.com/office/officeart/2018/2/layout/IconLabelDescriptionList"/>
    <dgm:cxn modelId="{1E039412-725D-4620-8BB2-7A229EADB593}" srcId="{89CEC416-8E7C-4C57-9C37-4BAF072A6010}" destId="{A65A6FCE-E73E-47F4-AE2E-F694DF722341}" srcOrd="0" destOrd="0" parTransId="{0D535421-51C4-461F-AA59-684CBF364331}" sibTransId="{11C989F3-63AD-4491-9323-55E13ECFF2BE}"/>
    <dgm:cxn modelId="{3830833E-E758-4E81-A133-1A4A09AB2680}" srcId="{89CEC416-8E7C-4C57-9C37-4BAF072A6010}" destId="{24E9EE4E-8400-4635-A70D-50B7E0CFAD05}" srcOrd="1" destOrd="0" parTransId="{C0245B93-E447-4DDC-824C-BA809F4A9A02}" sibTransId="{943D688A-0A5A-4C53-B41D-F49DAAB92D01}"/>
    <dgm:cxn modelId="{70FB3D60-257D-48FF-B080-945193EFD66D}" type="presOf" srcId="{6E69101C-BE84-4958-9B01-3282922CABD0}" destId="{4CEDE363-EFAA-4EBC-84A8-9BC4DA73B7F2}" srcOrd="0" destOrd="0" presId="urn:microsoft.com/office/officeart/2018/2/layout/IconLabelDescriptionList"/>
    <dgm:cxn modelId="{1F895D66-2D39-44FE-8FA4-B94D009B930D}" type="presOf" srcId="{A32F6B74-6B87-47A1-8719-5A2D9EEB09F0}" destId="{4CEDE363-EFAA-4EBC-84A8-9BC4DA73B7F2}" srcOrd="0" destOrd="1" presId="urn:microsoft.com/office/officeart/2018/2/layout/IconLabelDescriptionList"/>
    <dgm:cxn modelId="{B256594B-01FC-4469-9A21-DE49FFD3BBFD}" srcId="{6420BF7F-50CA-4842-93DA-C1046B057940}" destId="{6E69101C-BE84-4958-9B01-3282922CABD0}" srcOrd="0" destOrd="0" parTransId="{DAA7EDA7-D98F-4795-961C-7484FFECB490}" sibTransId="{F0696BF9-0513-47C2-B3B8-66E5E45B9396}"/>
    <dgm:cxn modelId="{C094AE50-4571-4BA2-AA85-29125A2BD66D}" type="presOf" srcId="{24E9EE4E-8400-4635-A70D-50B7E0CFAD05}" destId="{BA67DD58-6AD0-4413-A30A-874F171EC00F}" srcOrd="0" destOrd="1" presId="urn:microsoft.com/office/officeart/2018/2/layout/IconLabelDescriptionList"/>
    <dgm:cxn modelId="{CC911B8A-F579-4DC2-A4F9-F1458A321D36}" srcId="{BAC40D0B-2BC5-4E90-8F7F-B80D0012D18C}" destId="{89CEC416-8E7C-4C57-9C37-4BAF072A6010}" srcOrd="1" destOrd="0" parTransId="{A82AF677-DE2A-4ADA-BFA5-CFFA07BFDC90}" sibTransId="{67DAE6AB-B68C-4C69-9386-722442E40E48}"/>
    <dgm:cxn modelId="{2F26F794-9612-4ECC-B00D-6DDAE78F4858}" type="presOf" srcId="{BAC40D0B-2BC5-4E90-8F7F-B80D0012D18C}" destId="{A870D398-E655-4218-A51D-DDF9EF50D8F4}" srcOrd="0" destOrd="0" presId="urn:microsoft.com/office/officeart/2018/2/layout/IconLabelDescriptionList"/>
    <dgm:cxn modelId="{45E7DEDE-DFCB-4F91-B01A-ADF42E1469D4}" srcId="{6420BF7F-50CA-4842-93DA-C1046B057940}" destId="{A32F6B74-6B87-47A1-8719-5A2D9EEB09F0}" srcOrd="1" destOrd="0" parTransId="{EAD4B145-7480-4155-A9CF-9CB0C9F8E7F4}" sibTransId="{08483D11-884C-430A-905D-55B61448A78F}"/>
    <dgm:cxn modelId="{534EF5EB-CB51-4D72-BDE5-D5864E88EB33}" type="presOf" srcId="{6420BF7F-50CA-4842-93DA-C1046B057940}" destId="{7DE77B97-2651-4C5A-A754-458F63EC0854}" srcOrd="0" destOrd="0" presId="urn:microsoft.com/office/officeart/2018/2/layout/IconLabelDescriptionList"/>
    <dgm:cxn modelId="{C9F336ED-F53E-4717-A0B3-86D5F8AEE42B}" srcId="{BAC40D0B-2BC5-4E90-8F7F-B80D0012D18C}" destId="{6420BF7F-50CA-4842-93DA-C1046B057940}" srcOrd="0" destOrd="0" parTransId="{D18A3082-A922-4D24-BAF3-7AA9A00D0441}" sibTransId="{2CFB80E8-AFC7-443D-BEC2-87DFD54CC802}"/>
    <dgm:cxn modelId="{457FC7FF-B76F-469A-B251-D3BD3A2DDDAB}" type="presOf" srcId="{A65A6FCE-E73E-47F4-AE2E-F694DF722341}" destId="{BA67DD58-6AD0-4413-A30A-874F171EC00F}" srcOrd="0" destOrd="0" presId="urn:microsoft.com/office/officeart/2018/2/layout/IconLabelDescriptionList"/>
    <dgm:cxn modelId="{A73B1AC2-67B3-4AD3-A831-EA03A648F796}" type="presParOf" srcId="{A870D398-E655-4218-A51D-DDF9EF50D8F4}" destId="{2928D118-7240-4375-97EB-AC76CE6B6EB2}" srcOrd="0" destOrd="0" presId="urn:microsoft.com/office/officeart/2018/2/layout/IconLabelDescriptionList"/>
    <dgm:cxn modelId="{CF7070DD-38A2-4069-A850-8637C98B0837}" type="presParOf" srcId="{2928D118-7240-4375-97EB-AC76CE6B6EB2}" destId="{D1649D48-6125-43D4-8D25-72C7DDDECFF3}" srcOrd="0" destOrd="0" presId="urn:microsoft.com/office/officeart/2018/2/layout/IconLabelDescriptionList"/>
    <dgm:cxn modelId="{8A49ACAE-C62A-4CBB-BFA3-B83FB24EF872}" type="presParOf" srcId="{2928D118-7240-4375-97EB-AC76CE6B6EB2}" destId="{6EA372BF-BC23-4920-A20A-19CFA8B07AF4}" srcOrd="1" destOrd="0" presId="urn:microsoft.com/office/officeart/2018/2/layout/IconLabelDescriptionList"/>
    <dgm:cxn modelId="{04D1AF33-F11C-4EC2-AF83-AF82A42E80BD}" type="presParOf" srcId="{2928D118-7240-4375-97EB-AC76CE6B6EB2}" destId="{7DE77B97-2651-4C5A-A754-458F63EC0854}" srcOrd="2" destOrd="0" presId="urn:microsoft.com/office/officeart/2018/2/layout/IconLabelDescriptionList"/>
    <dgm:cxn modelId="{83128346-34B7-4DB8-A04D-7692F8AAF4AF}" type="presParOf" srcId="{2928D118-7240-4375-97EB-AC76CE6B6EB2}" destId="{C6D62A81-D5B9-457B-9D89-5639AFBFA243}" srcOrd="3" destOrd="0" presId="urn:microsoft.com/office/officeart/2018/2/layout/IconLabelDescriptionList"/>
    <dgm:cxn modelId="{29E02C96-0B8A-45F5-A80A-E2B90FF63F6E}" type="presParOf" srcId="{2928D118-7240-4375-97EB-AC76CE6B6EB2}" destId="{4CEDE363-EFAA-4EBC-84A8-9BC4DA73B7F2}" srcOrd="4" destOrd="0" presId="urn:microsoft.com/office/officeart/2018/2/layout/IconLabelDescriptionList"/>
    <dgm:cxn modelId="{CE725C0F-7772-4FB5-B6FF-6441A96395B5}" type="presParOf" srcId="{A870D398-E655-4218-A51D-DDF9EF50D8F4}" destId="{11DAB109-AE77-4B1D-B76E-604CE9E568CB}" srcOrd="1" destOrd="0" presId="urn:microsoft.com/office/officeart/2018/2/layout/IconLabelDescriptionList"/>
    <dgm:cxn modelId="{A37ABD88-B501-468C-A3B6-A6593B96DDF9}" type="presParOf" srcId="{A870D398-E655-4218-A51D-DDF9EF50D8F4}" destId="{D0B8475E-9077-4605-AE10-E17DACB998B0}" srcOrd="2" destOrd="0" presId="urn:microsoft.com/office/officeart/2018/2/layout/IconLabelDescriptionList"/>
    <dgm:cxn modelId="{BB8C9554-51D5-48A3-968E-9DD30A5956FE}" type="presParOf" srcId="{D0B8475E-9077-4605-AE10-E17DACB998B0}" destId="{BD9275F3-70CE-4719-9FB8-1D556D4DEA85}" srcOrd="0" destOrd="0" presId="urn:microsoft.com/office/officeart/2018/2/layout/IconLabelDescriptionList"/>
    <dgm:cxn modelId="{3C0132F1-4F5F-4EB0-8D27-E219826C4312}" type="presParOf" srcId="{D0B8475E-9077-4605-AE10-E17DACB998B0}" destId="{450C0189-60F2-40ED-A1BC-7EAE93391192}" srcOrd="1" destOrd="0" presId="urn:microsoft.com/office/officeart/2018/2/layout/IconLabelDescriptionList"/>
    <dgm:cxn modelId="{C051AC29-842C-4D54-A698-19286B1B094B}" type="presParOf" srcId="{D0B8475E-9077-4605-AE10-E17DACB998B0}" destId="{FF6CE489-196A-4601-B66E-FF695C409783}" srcOrd="2" destOrd="0" presId="urn:microsoft.com/office/officeart/2018/2/layout/IconLabelDescriptionList"/>
    <dgm:cxn modelId="{7B1060F7-3315-4E7C-89F3-E748742A5CF3}" type="presParOf" srcId="{D0B8475E-9077-4605-AE10-E17DACB998B0}" destId="{93C3F896-0A66-4A44-A8BE-3DA856977B02}" srcOrd="3" destOrd="0" presId="urn:microsoft.com/office/officeart/2018/2/layout/IconLabelDescriptionList"/>
    <dgm:cxn modelId="{C43ABCA7-C9FE-4F59-AE3B-93B43FCABA39}" type="presParOf" srcId="{D0B8475E-9077-4605-AE10-E17DACB998B0}" destId="{BA67DD58-6AD0-4413-A30A-874F171EC00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BA53330-FC92-4B50-AE30-E47DEA8ED5F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AB9228-5CC3-48C6-ADA5-465CADFCC8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Wallets with Seed</a:t>
          </a:r>
          <a:endParaRPr lang="en-US"/>
        </a:p>
      </dgm:t>
    </dgm:pt>
    <dgm:pt modelId="{1ED4968E-22A7-4820-9C92-294466588BA8}" type="parTrans" cxnId="{23183490-3DD6-42C3-9131-E303792CCA33}">
      <dgm:prSet/>
      <dgm:spPr/>
      <dgm:t>
        <a:bodyPr/>
        <a:lstStyle/>
        <a:p>
          <a:endParaRPr lang="en-US"/>
        </a:p>
      </dgm:t>
    </dgm:pt>
    <dgm:pt modelId="{5A047A4A-EC2A-4643-A6DA-B806C50686A6}" type="sibTrans" cxnId="{23183490-3DD6-42C3-9131-E303792CCA33}">
      <dgm:prSet/>
      <dgm:spPr/>
      <dgm:t>
        <a:bodyPr/>
        <a:lstStyle/>
        <a:p>
          <a:endParaRPr lang="en-US"/>
        </a:p>
      </dgm:t>
    </dgm:pt>
    <dgm:pt modelId="{087651C3-60EF-408C-81E0-19CEEE72C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 private keys </a:t>
          </a:r>
        </a:p>
      </dgm:t>
    </dgm:pt>
    <dgm:pt modelId="{5BA0EABB-D0D5-43A8-968D-20EE3CF5E312}" type="parTrans" cxnId="{B0CB631C-0EBB-43BA-AD9F-E7C3E9F75BA9}">
      <dgm:prSet/>
      <dgm:spPr/>
      <dgm:t>
        <a:bodyPr/>
        <a:lstStyle/>
        <a:p>
          <a:endParaRPr lang="en-US"/>
        </a:p>
      </dgm:t>
    </dgm:pt>
    <dgm:pt modelId="{2FBA5D0D-C3BB-4DAB-8FEE-A1608BEDBC0B}" type="sibTrans" cxnId="{B0CB631C-0EBB-43BA-AD9F-E7C3E9F75BA9}">
      <dgm:prSet/>
      <dgm:spPr/>
      <dgm:t>
        <a:bodyPr/>
        <a:lstStyle/>
        <a:p>
          <a:endParaRPr lang="en-US"/>
        </a:p>
      </dgm:t>
    </dgm:pt>
    <dgm:pt modelId="{6B87027E-F2E5-40C1-A1BB-1276D98404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derived from a common seed </a:t>
          </a:r>
        </a:p>
      </dgm:t>
    </dgm:pt>
    <dgm:pt modelId="{6C19F372-C80B-4983-BEDD-567A61CDC673}" type="parTrans" cxnId="{AE5D368C-230E-44A3-A43E-F0173D78AD73}">
      <dgm:prSet/>
      <dgm:spPr/>
      <dgm:t>
        <a:bodyPr/>
        <a:lstStyle/>
        <a:p>
          <a:endParaRPr lang="en-US"/>
        </a:p>
      </dgm:t>
    </dgm:pt>
    <dgm:pt modelId="{0B3BED1C-E5F8-407F-9AE9-3079C65B3248}" type="sibTrans" cxnId="{AE5D368C-230E-44A3-A43E-F0173D78AD73}">
      <dgm:prSet/>
      <dgm:spPr/>
      <dgm:t>
        <a:bodyPr/>
        <a:lstStyle/>
        <a:p>
          <a:endParaRPr lang="en-US"/>
        </a:p>
      </dgm:t>
    </dgm:pt>
    <dgm:pt modelId="{E3CEE292-CDB9-4193-ABD1-73F3AAD949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one-way hash</a:t>
          </a:r>
        </a:p>
      </dgm:t>
    </dgm:pt>
    <dgm:pt modelId="{61D16419-6338-47E9-AA5B-CFD1507136A9}" type="parTrans" cxnId="{EB28EF30-8068-463B-A339-3FD18AE375E5}">
      <dgm:prSet/>
      <dgm:spPr/>
      <dgm:t>
        <a:bodyPr/>
        <a:lstStyle/>
        <a:p>
          <a:endParaRPr lang="en-US"/>
        </a:p>
      </dgm:t>
    </dgm:pt>
    <dgm:pt modelId="{9C73E2D5-8AC8-44A4-9C92-86803B34770A}" type="sibTrans" cxnId="{EB28EF30-8068-463B-A339-3FD18AE375E5}">
      <dgm:prSet/>
      <dgm:spPr/>
      <dgm:t>
        <a:bodyPr/>
        <a:lstStyle/>
        <a:p>
          <a:endParaRPr lang="en-US"/>
        </a:p>
      </dgm:t>
    </dgm:pt>
    <dgm:pt modelId="{21666EA3-DDF3-4302-A6EB-2135B20D4DD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Keys are derived </a:t>
          </a:r>
          <a:r>
            <a:rPr lang="en-US" dirty="0"/>
            <a:t>through</a:t>
          </a:r>
        </a:p>
      </dgm:t>
    </dgm:pt>
    <dgm:pt modelId="{9DEB42F4-6961-4858-B0DC-FE1906EC073B}" type="parTrans" cxnId="{535B3FF1-073E-4DA8-A4C8-F8366D535686}">
      <dgm:prSet/>
      <dgm:spPr/>
      <dgm:t>
        <a:bodyPr/>
        <a:lstStyle/>
        <a:p>
          <a:endParaRPr lang="en-US"/>
        </a:p>
      </dgm:t>
    </dgm:pt>
    <dgm:pt modelId="{7D0FE261-33BD-4766-95D8-044593CFD2AC}" type="sibTrans" cxnId="{535B3FF1-073E-4DA8-A4C8-F8366D535686}">
      <dgm:prSet/>
      <dgm:spPr/>
      <dgm:t>
        <a:bodyPr/>
        <a:lstStyle/>
        <a:p>
          <a:endParaRPr lang="en-US"/>
        </a:p>
      </dgm:t>
    </dgm:pt>
    <dgm:pt modelId="{8B0BFB7E-BB51-4F87-B98A-AF47ABE459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use of a one-way hash function. </a:t>
          </a:r>
        </a:p>
      </dgm:t>
    </dgm:pt>
    <dgm:pt modelId="{0981BB0E-796B-4CFD-94DD-751EAC947D1A}" type="parTrans" cxnId="{EE65B73D-39F1-4D66-80C7-4B2DFD19FE61}">
      <dgm:prSet/>
      <dgm:spPr/>
      <dgm:t>
        <a:bodyPr/>
        <a:lstStyle/>
        <a:p>
          <a:endParaRPr lang="en-US"/>
        </a:p>
      </dgm:t>
    </dgm:pt>
    <dgm:pt modelId="{42DABE86-4698-4D32-89F1-AF786A38D56D}" type="sibTrans" cxnId="{EE65B73D-39F1-4D66-80C7-4B2DFD19FE61}">
      <dgm:prSet/>
      <dgm:spPr/>
      <dgm:t>
        <a:bodyPr/>
        <a:lstStyle/>
        <a:p>
          <a:endParaRPr lang="en-US"/>
        </a:p>
      </dgm:t>
    </dgm:pt>
    <dgm:pt modelId="{77ED18AD-40A6-4A69-8B06-939011FBA021}" type="pres">
      <dgm:prSet presAssocID="{8BA53330-FC92-4B50-AE30-E47DEA8ED5F8}" presName="root" presStyleCnt="0">
        <dgm:presLayoutVars>
          <dgm:dir/>
          <dgm:resizeHandles val="exact"/>
        </dgm:presLayoutVars>
      </dgm:prSet>
      <dgm:spPr/>
    </dgm:pt>
    <dgm:pt modelId="{5442184D-0809-4433-B5CE-F5A623400902}" type="pres">
      <dgm:prSet presAssocID="{BEAB9228-5CC3-48C6-ADA5-465CADFCC8FC}" presName="compNode" presStyleCnt="0"/>
      <dgm:spPr/>
    </dgm:pt>
    <dgm:pt modelId="{4EE3293D-85C2-4A24-82FF-5FAD437BADF0}" type="pres">
      <dgm:prSet presAssocID="{BEAB9228-5CC3-48C6-ADA5-465CADFCC8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D8AD2100-BA45-443F-A4F9-54106977D9B9}" type="pres">
      <dgm:prSet presAssocID="{BEAB9228-5CC3-48C6-ADA5-465CADFCC8FC}" presName="iconSpace" presStyleCnt="0"/>
      <dgm:spPr/>
    </dgm:pt>
    <dgm:pt modelId="{8DBFA4F4-6B6D-4ACD-8628-AA34CE761EC2}" type="pres">
      <dgm:prSet presAssocID="{BEAB9228-5CC3-48C6-ADA5-465CADFCC8FC}" presName="parTx" presStyleLbl="revTx" presStyleIdx="0" presStyleCnt="4">
        <dgm:presLayoutVars>
          <dgm:chMax val="0"/>
          <dgm:chPref val="0"/>
        </dgm:presLayoutVars>
      </dgm:prSet>
      <dgm:spPr/>
    </dgm:pt>
    <dgm:pt modelId="{4BD649DA-FE13-4707-AD7B-418C21F17400}" type="pres">
      <dgm:prSet presAssocID="{BEAB9228-5CC3-48C6-ADA5-465CADFCC8FC}" presName="txSpace" presStyleCnt="0"/>
      <dgm:spPr/>
    </dgm:pt>
    <dgm:pt modelId="{3CB1828A-8701-42FC-8D3B-E7E71632A33C}" type="pres">
      <dgm:prSet presAssocID="{BEAB9228-5CC3-48C6-ADA5-465CADFCC8FC}" presName="desTx" presStyleLbl="revTx" presStyleIdx="1" presStyleCnt="4">
        <dgm:presLayoutVars/>
      </dgm:prSet>
      <dgm:spPr/>
    </dgm:pt>
    <dgm:pt modelId="{78D25C8E-3123-446E-9446-48A6FBC120EB}" type="pres">
      <dgm:prSet presAssocID="{5A047A4A-EC2A-4643-A6DA-B806C50686A6}" presName="sibTrans" presStyleCnt="0"/>
      <dgm:spPr/>
    </dgm:pt>
    <dgm:pt modelId="{AC9ADFC1-BF66-44E2-9F73-A7F26723E091}" type="pres">
      <dgm:prSet presAssocID="{E3CEE292-CDB9-4193-ABD1-73F3AAD94955}" presName="compNode" presStyleCnt="0"/>
      <dgm:spPr/>
    </dgm:pt>
    <dgm:pt modelId="{BC86771D-736A-43D4-8920-3F7FF754451E}" type="pres">
      <dgm:prSet presAssocID="{E3CEE292-CDB9-4193-ABD1-73F3AAD9495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8E501D8-B1BD-4706-BAAB-B8DEA2DCEB19}" type="pres">
      <dgm:prSet presAssocID="{E3CEE292-CDB9-4193-ABD1-73F3AAD94955}" presName="iconSpace" presStyleCnt="0"/>
      <dgm:spPr/>
    </dgm:pt>
    <dgm:pt modelId="{6C8DDE85-E53F-4FBA-B68E-EE35EF58A851}" type="pres">
      <dgm:prSet presAssocID="{E3CEE292-CDB9-4193-ABD1-73F3AAD94955}" presName="parTx" presStyleLbl="revTx" presStyleIdx="2" presStyleCnt="4">
        <dgm:presLayoutVars>
          <dgm:chMax val="0"/>
          <dgm:chPref val="0"/>
        </dgm:presLayoutVars>
      </dgm:prSet>
      <dgm:spPr/>
    </dgm:pt>
    <dgm:pt modelId="{B942FFAD-5109-447F-890C-47FB53CB0A34}" type="pres">
      <dgm:prSet presAssocID="{E3CEE292-CDB9-4193-ABD1-73F3AAD94955}" presName="txSpace" presStyleCnt="0"/>
      <dgm:spPr/>
    </dgm:pt>
    <dgm:pt modelId="{9114D520-55CF-4976-82F2-FD9BFD2E944A}" type="pres">
      <dgm:prSet presAssocID="{E3CEE292-CDB9-4193-ABD1-73F3AAD94955}" presName="desTx" presStyleLbl="revTx" presStyleIdx="3" presStyleCnt="4">
        <dgm:presLayoutVars/>
      </dgm:prSet>
      <dgm:spPr/>
    </dgm:pt>
  </dgm:ptLst>
  <dgm:cxnLst>
    <dgm:cxn modelId="{B0CB631C-0EBB-43BA-AD9F-E7C3E9F75BA9}" srcId="{BEAB9228-5CC3-48C6-ADA5-465CADFCC8FC}" destId="{087651C3-60EF-408C-81E0-19CEEE72C24A}" srcOrd="0" destOrd="0" parTransId="{5BA0EABB-D0D5-43A8-968D-20EE3CF5E312}" sibTransId="{2FBA5D0D-C3BB-4DAB-8FEE-A1608BEDBC0B}"/>
    <dgm:cxn modelId="{D32D5B1F-7363-4CE3-8C00-B0705EB6388D}" type="presOf" srcId="{8BA53330-FC92-4B50-AE30-E47DEA8ED5F8}" destId="{77ED18AD-40A6-4A69-8B06-939011FBA021}" srcOrd="0" destOrd="0" presId="urn:microsoft.com/office/officeart/2018/5/layout/CenteredIconLabelDescriptionList"/>
    <dgm:cxn modelId="{EB28EF30-8068-463B-A339-3FD18AE375E5}" srcId="{8BA53330-FC92-4B50-AE30-E47DEA8ED5F8}" destId="{E3CEE292-CDB9-4193-ABD1-73F3AAD94955}" srcOrd="1" destOrd="0" parTransId="{61D16419-6338-47E9-AA5B-CFD1507136A9}" sibTransId="{9C73E2D5-8AC8-44A4-9C92-86803B34770A}"/>
    <dgm:cxn modelId="{EE65B73D-39F1-4D66-80C7-4B2DFD19FE61}" srcId="{E3CEE292-CDB9-4193-ABD1-73F3AAD94955}" destId="{8B0BFB7E-BB51-4F87-B98A-AF47ABE45981}" srcOrd="1" destOrd="0" parTransId="{0981BB0E-796B-4CFD-94DD-751EAC947D1A}" sibTransId="{42DABE86-4698-4D32-89F1-AF786A38D56D}"/>
    <dgm:cxn modelId="{8F973F73-AF10-4F37-BD76-6A172081B142}" type="presOf" srcId="{087651C3-60EF-408C-81E0-19CEEE72C24A}" destId="{3CB1828A-8701-42FC-8D3B-E7E71632A33C}" srcOrd="0" destOrd="0" presId="urn:microsoft.com/office/officeart/2018/5/layout/CenteredIconLabelDescriptionList"/>
    <dgm:cxn modelId="{143B1A7F-1A56-4C99-8B5D-5B4E147DEA71}" type="presOf" srcId="{BEAB9228-5CC3-48C6-ADA5-465CADFCC8FC}" destId="{8DBFA4F4-6B6D-4ACD-8628-AA34CE761EC2}" srcOrd="0" destOrd="0" presId="urn:microsoft.com/office/officeart/2018/5/layout/CenteredIconLabelDescriptionList"/>
    <dgm:cxn modelId="{62900786-E16B-4A07-BC19-ABF9EBE2F2B0}" type="presOf" srcId="{21666EA3-DDF3-4302-A6EB-2135B20D4DDD}" destId="{9114D520-55CF-4976-82F2-FD9BFD2E944A}" srcOrd="0" destOrd="0" presId="urn:microsoft.com/office/officeart/2018/5/layout/CenteredIconLabelDescriptionList"/>
    <dgm:cxn modelId="{AE5D368C-230E-44A3-A43E-F0173D78AD73}" srcId="{BEAB9228-5CC3-48C6-ADA5-465CADFCC8FC}" destId="{6B87027E-F2E5-40C1-A1BB-1276D9840447}" srcOrd="1" destOrd="0" parTransId="{6C19F372-C80B-4983-BEDD-567A61CDC673}" sibTransId="{0B3BED1C-E5F8-407F-9AE9-3079C65B3248}"/>
    <dgm:cxn modelId="{23183490-3DD6-42C3-9131-E303792CCA33}" srcId="{8BA53330-FC92-4B50-AE30-E47DEA8ED5F8}" destId="{BEAB9228-5CC3-48C6-ADA5-465CADFCC8FC}" srcOrd="0" destOrd="0" parTransId="{1ED4968E-22A7-4820-9C92-294466588BA8}" sibTransId="{5A047A4A-EC2A-4643-A6DA-B806C50686A6}"/>
    <dgm:cxn modelId="{3BEF19B9-843A-4E80-B60D-DC04B9791424}" type="presOf" srcId="{E3CEE292-CDB9-4193-ABD1-73F3AAD94955}" destId="{6C8DDE85-E53F-4FBA-B68E-EE35EF58A851}" srcOrd="0" destOrd="0" presId="urn:microsoft.com/office/officeart/2018/5/layout/CenteredIconLabelDescriptionList"/>
    <dgm:cxn modelId="{E56D9CDF-63DF-4132-A189-6D69E52BFA55}" type="presOf" srcId="{6B87027E-F2E5-40C1-A1BB-1276D9840447}" destId="{3CB1828A-8701-42FC-8D3B-E7E71632A33C}" srcOrd="0" destOrd="1" presId="urn:microsoft.com/office/officeart/2018/5/layout/CenteredIconLabelDescriptionList"/>
    <dgm:cxn modelId="{17F91CE0-815E-4C4F-B246-C74ADE00D2FD}" type="presOf" srcId="{8B0BFB7E-BB51-4F87-B98A-AF47ABE45981}" destId="{9114D520-55CF-4976-82F2-FD9BFD2E944A}" srcOrd="0" destOrd="1" presId="urn:microsoft.com/office/officeart/2018/5/layout/CenteredIconLabelDescriptionList"/>
    <dgm:cxn modelId="{535B3FF1-073E-4DA8-A4C8-F8366D535686}" srcId="{E3CEE292-CDB9-4193-ABD1-73F3AAD94955}" destId="{21666EA3-DDF3-4302-A6EB-2135B20D4DDD}" srcOrd="0" destOrd="0" parTransId="{9DEB42F4-6961-4858-B0DC-FE1906EC073B}" sibTransId="{7D0FE261-33BD-4766-95D8-044593CFD2AC}"/>
    <dgm:cxn modelId="{A60BF259-E41F-4DFC-B33F-D011FD2DEEBA}" type="presParOf" srcId="{77ED18AD-40A6-4A69-8B06-939011FBA021}" destId="{5442184D-0809-4433-B5CE-F5A623400902}" srcOrd="0" destOrd="0" presId="urn:microsoft.com/office/officeart/2018/5/layout/CenteredIconLabelDescriptionList"/>
    <dgm:cxn modelId="{A98E3F6A-333E-41D5-B151-CD85096FB638}" type="presParOf" srcId="{5442184D-0809-4433-B5CE-F5A623400902}" destId="{4EE3293D-85C2-4A24-82FF-5FAD437BADF0}" srcOrd="0" destOrd="0" presId="urn:microsoft.com/office/officeart/2018/5/layout/CenteredIconLabelDescriptionList"/>
    <dgm:cxn modelId="{A9503FD8-63FE-4A0F-9E9C-D6694D13B6C7}" type="presParOf" srcId="{5442184D-0809-4433-B5CE-F5A623400902}" destId="{D8AD2100-BA45-443F-A4F9-54106977D9B9}" srcOrd="1" destOrd="0" presId="urn:microsoft.com/office/officeart/2018/5/layout/CenteredIconLabelDescriptionList"/>
    <dgm:cxn modelId="{F4E7236A-254A-49E9-812E-574F494F33E2}" type="presParOf" srcId="{5442184D-0809-4433-B5CE-F5A623400902}" destId="{8DBFA4F4-6B6D-4ACD-8628-AA34CE761EC2}" srcOrd="2" destOrd="0" presId="urn:microsoft.com/office/officeart/2018/5/layout/CenteredIconLabelDescriptionList"/>
    <dgm:cxn modelId="{DB8DD15F-19C5-45E0-A220-3D5713989352}" type="presParOf" srcId="{5442184D-0809-4433-B5CE-F5A623400902}" destId="{4BD649DA-FE13-4707-AD7B-418C21F17400}" srcOrd="3" destOrd="0" presId="urn:microsoft.com/office/officeart/2018/5/layout/CenteredIconLabelDescriptionList"/>
    <dgm:cxn modelId="{47FD8B9D-FF9F-4459-89B2-2246AEC06CE6}" type="presParOf" srcId="{5442184D-0809-4433-B5CE-F5A623400902}" destId="{3CB1828A-8701-42FC-8D3B-E7E71632A33C}" srcOrd="4" destOrd="0" presId="urn:microsoft.com/office/officeart/2018/5/layout/CenteredIconLabelDescriptionList"/>
    <dgm:cxn modelId="{0635EFF2-B48B-4196-A5CE-C5AA5C1601A5}" type="presParOf" srcId="{77ED18AD-40A6-4A69-8B06-939011FBA021}" destId="{78D25C8E-3123-446E-9446-48A6FBC120EB}" srcOrd="1" destOrd="0" presId="urn:microsoft.com/office/officeart/2018/5/layout/CenteredIconLabelDescriptionList"/>
    <dgm:cxn modelId="{532FA732-EFEB-4645-A889-85200618DE58}" type="presParOf" srcId="{77ED18AD-40A6-4A69-8B06-939011FBA021}" destId="{AC9ADFC1-BF66-44E2-9F73-A7F26723E091}" srcOrd="2" destOrd="0" presId="urn:microsoft.com/office/officeart/2018/5/layout/CenteredIconLabelDescriptionList"/>
    <dgm:cxn modelId="{BD8ED1B2-B1B9-49AD-91DA-C1F4374D2860}" type="presParOf" srcId="{AC9ADFC1-BF66-44E2-9F73-A7F26723E091}" destId="{BC86771D-736A-43D4-8920-3F7FF754451E}" srcOrd="0" destOrd="0" presId="urn:microsoft.com/office/officeart/2018/5/layout/CenteredIconLabelDescriptionList"/>
    <dgm:cxn modelId="{65C57828-1458-4DD2-A305-EBB3D5E33803}" type="presParOf" srcId="{AC9ADFC1-BF66-44E2-9F73-A7F26723E091}" destId="{28E501D8-B1BD-4706-BAAB-B8DEA2DCEB19}" srcOrd="1" destOrd="0" presId="urn:microsoft.com/office/officeart/2018/5/layout/CenteredIconLabelDescriptionList"/>
    <dgm:cxn modelId="{EEF1AB91-83B5-4E58-962C-7FDDF4573584}" type="presParOf" srcId="{AC9ADFC1-BF66-44E2-9F73-A7F26723E091}" destId="{6C8DDE85-E53F-4FBA-B68E-EE35EF58A851}" srcOrd="2" destOrd="0" presId="urn:microsoft.com/office/officeart/2018/5/layout/CenteredIconLabelDescriptionList"/>
    <dgm:cxn modelId="{240661FE-D0AC-42FB-ADC9-EB20A7AFCBB4}" type="presParOf" srcId="{AC9ADFC1-BF66-44E2-9F73-A7F26723E091}" destId="{B942FFAD-5109-447F-890C-47FB53CB0A34}" srcOrd="3" destOrd="0" presId="urn:microsoft.com/office/officeart/2018/5/layout/CenteredIconLabelDescriptionList"/>
    <dgm:cxn modelId="{353B31B8-68CD-4DC3-BB93-97DCAB134680}" type="presParOf" srcId="{AC9ADFC1-BF66-44E2-9F73-A7F26723E091}" destId="{9114D520-55CF-4976-82F2-FD9BFD2E94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BA53330-FC92-4B50-AE30-E47DEA8ED5F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5C56C60-EB63-4960-A55D-0800963E11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Seed</a:t>
          </a:r>
          <a:endParaRPr lang="en-US" dirty="0"/>
        </a:p>
      </dgm:t>
    </dgm:pt>
    <dgm:pt modelId="{CA5B686A-8F93-4DEE-965A-5F9D083481AF}" type="parTrans" cxnId="{543C4FAE-04EA-40C2-8196-5322BAFDA618}">
      <dgm:prSet/>
      <dgm:spPr/>
      <dgm:t>
        <a:bodyPr/>
        <a:lstStyle/>
        <a:p>
          <a:endParaRPr lang="en-US"/>
        </a:p>
      </dgm:t>
    </dgm:pt>
    <dgm:pt modelId="{3A438BB5-F5D6-41E3-A661-CFBD1131C751}" type="sibTrans" cxnId="{543C4FAE-04EA-40C2-8196-5322BAFDA618}">
      <dgm:prSet/>
      <dgm:spPr/>
      <dgm:t>
        <a:bodyPr/>
        <a:lstStyle/>
        <a:p>
          <a:endParaRPr lang="en-US"/>
        </a:p>
      </dgm:t>
    </dgm:pt>
    <dgm:pt modelId="{6349D241-0437-4461-A43A-E5989B6458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randomly generated number</a:t>
          </a:r>
        </a:p>
      </dgm:t>
    </dgm:pt>
    <dgm:pt modelId="{FC310C68-A410-4E49-9086-7EA2403AAC8D}" type="parTrans" cxnId="{EE793BAF-527B-4401-A37A-60AD5F1F79EC}">
      <dgm:prSet/>
      <dgm:spPr/>
      <dgm:t>
        <a:bodyPr/>
        <a:lstStyle/>
        <a:p>
          <a:endParaRPr lang="tr-TR"/>
        </a:p>
      </dgm:t>
    </dgm:pt>
    <dgm:pt modelId="{282B162A-24FD-47B4-A3B2-7A29702B1C09}" type="sibTrans" cxnId="{EE793BAF-527B-4401-A37A-60AD5F1F79EC}">
      <dgm:prSet/>
      <dgm:spPr/>
      <dgm:t>
        <a:bodyPr/>
        <a:lstStyle/>
        <a:p>
          <a:endParaRPr lang="tr-TR"/>
        </a:p>
      </dgm:t>
    </dgm:pt>
    <dgm:pt modelId="{F1ECBC22-8F67-4425-AFB1-4B21A66FEF8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“chain code”</a:t>
          </a:r>
          <a:endParaRPr lang="en-US" dirty="0"/>
        </a:p>
      </dgm:t>
    </dgm:pt>
    <dgm:pt modelId="{4889FC2C-0F56-4473-A4D3-B6DD75D3E3D4}" type="parTrans" cxnId="{2AB228BB-2796-4CBD-8FF1-E5CE59B8D371}">
      <dgm:prSet/>
      <dgm:spPr/>
      <dgm:t>
        <a:bodyPr/>
        <a:lstStyle/>
        <a:p>
          <a:endParaRPr lang="tr-TR"/>
        </a:p>
      </dgm:t>
    </dgm:pt>
    <dgm:pt modelId="{54E83148-A6D6-49B3-A267-325B71F2EDCC}" type="sibTrans" cxnId="{2AB228BB-2796-4CBD-8FF1-E5CE59B8D371}">
      <dgm:prSet/>
      <dgm:spPr/>
      <dgm:t>
        <a:bodyPr/>
        <a:lstStyle/>
        <a:p>
          <a:endParaRPr lang="tr-TR"/>
        </a:p>
      </dgm:t>
    </dgm:pt>
    <dgm:pt modelId="{B5A6B061-56E6-4BF2-B361-82E0B4D392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Data</a:t>
          </a:r>
          <a:endParaRPr lang="en-US" dirty="0"/>
        </a:p>
      </dgm:t>
    </dgm:pt>
    <dgm:pt modelId="{BC4C8A99-E31F-483D-9B60-4D4FCFC9B18C}" type="sibTrans" cxnId="{70A324DE-EC67-4CE2-8A9B-75F95274FE88}">
      <dgm:prSet/>
      <dgm:spPr/>
      <dgm:t>
        <a:bodyPr/>
        <a:lstStyle/>
        <a:p>
          <a:endParaRPr lang="en-US"/>
        </a:p>
      </dgm:t>
    </dgm:pt>
    <dgm:pt modelId="{7A640F98-AEA9-4CA6-8825-831737CE1F9C}" type="parTrans" cxnId="{70A324DE-EC67-4CE2-8A9B-75F95274FE88}">
      <dgm:prSet/>
      <dgm:spPr/>
      <dgm:t>
        <a:bodyPr/>
        <a:lstStyle/>
        <a:p>
          <a:endParaRPr lang="en-US"/>
        </a:p>
      </dgm:t>
    </dgm:pt>
    <dgm:pt modelId="{8C89C8E2-D5B2-4E45-AA25-C195D4DECD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</a:t>
          </a:r>
          <a:r>
            <a:rPr lang="tr-TR" dirty="0"/>
            <a:t> number</a:t>
          </a:r>
          <a:endParaRPr lang="en-US" dirty="0"/>
        </a:p>
      </dgm:t>
    </dgm:pt>
    <dgm:pt modelId="{67991445-D38F-4030-B0CC-D85D75B1D41F}" type="parTrans" cxnId="{AEB35AD8-6C2B-415A-AEB0-C6DEF2E000B6}">
      <dgm:prSet/>
      <dgm:spPr/>
      <dgm:t>
        <a:bodyPr/>
        <a:lstStyle/>
        <a:p>
          <a:endParaRPr lang="tr-TR"/>
        </a:p>
      </dgm:t>
    </dgm:pt>
    <dgm:pt modelId="{6E612649-8329-4F97-9886-0884A5A8D932}" type="sibTrans" cxnId="{AEB35AD8-6C2B-415A-AEB0-C6DEF2E000B6}">
      <dgm:prSet/>
      <dgm:spPr/>
      <dgm:t>
        <a:bodyPr/>
        <a:lstStyle/>
        <a:p>
          <a:endParaRPr lang="tr-TR"/>
        </a:p>
      </dgm:t>
    </dgm:pt>
    <dgm:pt modelId="{98E92EE1-756C-4B27-9086-F0F6016EA5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combined</a:t>
          </a:r>
        </a:p>
      </dgm:t>
    </dgm:pt>
    <dgm:pt modelId="{61ACC6BD-8F19-43A6-8DAB-398898BEEC1B}" type="parTrans" cxnId="{9B82D605-9309-40E7-9C26-7128EDC1D636}">
      <dgm:prSet/>
      <dgm:spPr/>
      <dgm:t>
        <a:bodyPr/>
        <a:lstStyle/>
        <a:p>
          <a:endParaRPr lang="tr-TR"/>
        </a:p>
      </dgm:t>
    </dgm:pt>
    <dgm:pt modelId="{3C420518-4CD5-45A3-9B69-0A7544E14729}" type="sibTrans" cxnId="{9B82D605-9309-40E7-9C26-7128EDC1D636}">
      <dgm:prSet/>
      <dgm:spPr/>
      <dgm:t>
        <a:bodyPr/>
        <a:lstStyle/>
        <a:p>
          <a:endParaRPr lang="tr-TR"/>
        </a:p>
      </dgm:t>
    </dgm:pt>
    <dgm:pt modelId="{C0DBF5D9-4756-4746-8B99-922328B275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other data</a:t>
          </a:r>
        </a:p>
      </dgm:t>
    </dgm:pt>
    <dgm:pt modelId="{D88BAFBB-3D33-46DF-B5C8-B110C525F5A2}" type="parTrans" cxnId="{788BF0C2-4961-4B73-9390-339E89FE2D32}">
      <dgm:prSet/>
      <dgm:spPr/>
      <dgm:t>
        <a:bodyPr/>
        <a:lstStyle/>
        <a:p>
          <a:endParaRPr lang="tr-TR"/>
        </a:p>
      </dgm:t>
    </dgm:pt>
    <dgm:pt modelId="{5C940CBD-60AC-425F-BF43-DA985A91DCF9}" type="sibTrans" cxnId="{788BF0C2-4961-4B73-9390-339E89FE2D32}">
      <dgm:prSet/>
      <dgm:spPr/>
      <dgm:t>
        <a:bodyPr/>
        <a:lstStyle/>
        <a:p>
          <a:endParaRPr lang="tr-TR"/>
        </a:p>
      </dgm:t>
    </dgm:pt>
    <dgm:pt modelId="{1E080434-06A8-4506-AA0E-DC6DF552DDE7}" type="pres">
      <dgm:prSet presAssocID="{8BA53330-FC92-4B50-AE30-E47DEA8ED5F8}" presName="root" presStyleCnt="0">
        <dgm:presLayoutVars>
          <dgm:dir/>
          <dgm:resizeHandles val="exact"/>
        </dgm:presLayoutVars>
      </dgm:prSet>
      <dgm:spPr/>
    </dgm:pt>
    <dgm:pt modelId="{0BF40071-4DFD-4E83-9A2A-6189A86F5831}" type="pres">
      <dgm:prSet presAssocID="{05C56C60-EB63-4960-A55D-0800963E1198}" presName="compNode" presStyleCnt="0"/>
      <dgm:spPr/>
    </dgm:pt>
    <dgm:pt modelId="{FA20C348-9BA5-4A32-9B5F-6EFA21C97DA7}" type="pres">
      <dgm:prSet presAssocID="{05C56C60-EB63-4960-A55D-0800963E11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2BC03FA8-811E-449B-B57D-7C3C369781D9}" type="pres">
      <dgm:prSet presAssocID="{05C56C60-EB63-4960-A55D-0800963E1198}" presName="iconSpace" presStyleCnt="0"/>
      <dgm:spPr/>
    </dgm:pt>
    <dgm:pt modelId="{6D157915-CD84-478E-AE4B-C7DBAB377C77}" type="pres">
      <dgm:prSet presAssocID="{05C56C60-EB63-4960-A55D-0800963E1198}" presName="parTx" presStyleLbl="revTx" presStyleIdx="0" presStyleCnt="6">
        <dgm:presLayoutVars>
          <dgm:chMax val="0"/>
          <dgm:chPref val="0"/>
        </dgm:presLayoutVars>
      </dgm:prSet>
      <dgm:spPr/>
    </dgm:pt>
    <dgm:pt modelId="{89C52F10-743C-4653-BEBD-BC48AF056329}" type="pres">
      <dgm:prSet presAssocID="{05C56C60-EB63-4960-A55D-0800963E1198}" presName="txSpace" presStyleCnt="0"/>
      <dgm:spPr/>
    </dgm:pt>
    <dgm:pt modelId="{AF5A46EF-99C7-440B-969A-83170CFA8C5C}" type="pres">
      <dgm:prSet presAssocID="{05C56C60-EB63-4960-A55D-0800963E1198}" presName="desTx" presStyleLbl="revTx" presStyleIdx="1" presStyleCnt="6">
        <dgm:presLayoutVars/>
      </dgm:prSet>
      <dgm:spPr/>
    </dgm:pt>
    <dgm:pt modelId="{AC47B7DF-019B-46AC-8F08-30D1B142121E}" type="pres">
      <dgm:prSet presAssocID="{3A438BB5-F5D6-41E3-A661-CFBD1131C751}" presName="sibTrans" presStyleCnt="0"/>
      <dgm:spPr/>
    </dgm:pt>
    <dgm:pt modelId="{B237E6A5-D35B-4CB8-9E06-03D53EB13EAF}" type="pres">
      <dgm:prSet presAssocID="{98E92EE1-756C-4B27-9086-F0F6016EA567}" presName="compNode" presStyleCnt="0"/>
      <dgm:spPr/>
    </dgm:pt>
    <dgm:pt modelId="{772DDDAF-4FA1-48D0-8622-7163BB660A16}" type="pres">
      <dgm:prSet presAssocID="{98E92EE1-756C-4B27-9086-F0F6016EA5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 pieces"/>
        </a:ext>
      </dgm:extLst>
    </dgm:pt>
    <dgm:pt modelId="{FCF82FEF-945F-4844-AF58-252CB8A6C1AE}" type="pres">
      <dgm:prSet presAssocID="{98E92EE1-756C-4B27-9086-F0F6016EA567}" presName="iconSpace" presStyleCnt="0"/>
      <dgm:spPr/>
    </dgm:pt>
    <dgm:pt modelId="{EA957451-13CF-41E3-9151-905A2C8A0CFC}" type="pres">
      <dgm:prSet presAssocID="{98E92EE1-756C-4B27-9086-F0F6016EA567}" presName="parTx" presStyleLbl="revTx" presStyleIdx="2" presStyleCnt="6">
        <dgm:presLayoutVars>
          <dgm:chMax val="0"/>
          <dgm:chPref val="0"/>
        </dgm:presLayoutVars>
      </dgm:prSet>
      <dgm:spPr/>
    </dgm:pt>
    <dgm:pt modelId="{9CEDC250-7B66-4F01-9FAA-2FC7CD20967D}" type="pres">
      <dgm:prSet presAssocID="{98E92EE1-756C-4B27-9086-F0F6016EA567}" presName="txSpace" presStyleCnt="0"/>
      <dgm:spPr/>
    </dgm:pt>
    <dgm:pt modelId="{85AF6BAF-08EA-44BC-8A1B-5D9570EA5D6E}" type="pres">
      <dgm:prSet presAssocID="{98E92EE1-756C-4B27-9086-F0F6016EA567}" presName="desTx" presStyleLbl="revTx" presStyleIdx="3" presStyleCnt="6">
        <dgm:presLayoutVars/>
      </dgm:prSet>
      <dgm:spPr/>
    </dgm:pt>
    <dgm:pt modelId="{00EF09E2-60BB-4C32-A1C9-CA821856F0B6}" type="pres">
      <dgm:prSet presAssocID="{3C420518-4CD5-45A3-9B69-0A7544E14729}" presName="sibTrans" presStyleCnt="0"/>
      <dgm:spPr/>
    </dgm:pt>
    <dgm:pt modelId="{C5BC5DDB-FFDE-4C52-B2FD-AA77287904C4}" type="pres">
      <dgm:prSet presAssocID="{B5A6B061-56E6-4BF2-B361-82E0B4D39299}" presName="compNode" presStyleCnt="0"/>
      <dgm:spPr/>
    </dgm:pt>
    <dgm:pt modelId="{C490D8F7-B4B0-4201-8EE2-56EA9BA5EAEB}" type="pres">
      <dgm:prSet presAssocID="{B5A6B061-56E6-4BF2-B361-82E0B4D392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B188D07-8F5B-4595-A8FB-3EB524F3C6C4}" type="pres">
      <dgm:prSet presAssocID="{B5A6B061-56E6-4BF2-B361-82E0B4D39299}" presName="iconSpace" presStyleCnt="0"/>
      <dgm:spPr/>
    </dgm:pt>
    <dgm:pt modelId="{12214877-328A-4829-9D09-2DE117E7C6E8}" type="pres">
      <dgm:prSet presAssocID="{B5A6B061-56E6-4BF2-B361-82E0B4D39299}" presName="parTx" presStyleLbl="revTx" presStyleIdx="4" presStyleCnt="6">
        <dgm:presLayoutVars>
          <dgm:chMax val="0"/>
          <dgm:chPref val="0"/>
        </dgm:presLayoutVars>
      </dgm:prSet>
      <dgm:spPr/>
    </dgm:pt>
    <dgm:pt modelId="{8A1CF844-82E3-4A7A-B23F-7CA95D1D526D}" type="pres">
      <dgm:prSet presAssocID="{B5A6B061-56E6-4BF2-B361-82E0B4D39299}" presName="txSpace" presStyleCnt="0"/>
      <dgm:spPr/>
    </dgm:pt>
    <dgm:pt modelId="{52FB347C-1DF8-4361-BACE-CB750F0B48B5}" type="pres">
      <dgm:prSet presAssocID="{B5A6B061-56E6-4BF2-B361-82E0B4D39299}" presName="desTx" presStyleLbl="revTx" presStyleIdx="5" presStyleCnt="6">
        <dgm:presLayoutVars/>
      </dgm:prSet>
      <dgm:spPr/>
    </dgm:pt>
  </dgm:ptLst>
  <dgm:cxnLst>
    <dgm:cxn modelId="{9B82D605-9309-40E7-9C26-7128EDC1D636}" srcId="{8BA53330-FC92-4B50-AE30-E47DEA8ED5F8}" destId="{98E92EE1-756C-4B27-9086-F0F6016EA567}" srcOrd="1" destOrd="0" parTransId="{61ACC6BD-8F19-43A6-8DAB-398898BEEC1B}" sibTransId="{3C420518-4CD5-45A3-9B69-0A7544E14729}"/>
    <dgm:cxn modelId="{A2A3C717-E761-4184-BDC9-93F6682BAE3D}" type="presOf" srcId="{6349D241-0437-4461-A43A-E5989B6458A7}" destId="{AF5A46EF-99C7-440B-969A-83170CFA8C5C}" srcOrd="0" destOrd="0" presId="urn:microsoft.com/office/officeart/2018/5/layout/CenteredIconLabelDescriptionList"/>
    <dgm:cxn modelId="{3343905F-B3CC-4EB5-8B3E-F3BB4FA001D2}" type="presOf" srcId="{98E92EE1-756C-4B27-9086-F0F6016EA567}" destId="{EA957451-13CF-41E3-9151-905A2C8A0CFC}" srcOrd="0" destOrd="0" presId="urn:microsoft.com/office/officeart/2018/5/layout/CenteredIconLabelDescriptionList"/>
    <dgm:cxn modelId="{F22EF9A3-9345-4E3E-B724-19997B4589FE}" type="presOf" srcId="{B5A6B061-56E6-4BF2-B361-82E0B4D39299}" destId="{12214877-328A-4829-9D09-2DE117E7C6E8}" srcOrd="0" destOrd="0" presId="urn:microsoft.com/office/officeart/2018/5/layout/CenteredIconLabelDescriptionList"/>
    <dgm:cxn modelId="{AAF788A4-97BB-4395-A327-17006A72D46A}" type="presOf" srcId="{05C56C60-EB63-4960-A55D-0800963E1198}" destId="{6D157915-CD84-478E-AE4B-C7DBAB377C77}" srcOrd="0" destOrd="0" presId="urn:microsoft.com/office/officeart/2018/5/layout/CenteredIconLabelDescriptionList"/>
    <dgm:cxn modelId="{543C4FAE-04EA-40C2-8196-5322BAFDA618}" srcId="{8BA53330-FC92-4B50-AE30-E47DEA8ED5F8}" destId="{05C56C60-EB63-4960-A55D-0800963E1198}" srcOrd="0" destOrd="0" parTransId="{CA5B686A-8F93-4DEE-965A-5F9D083481AF}" sibTransId="{3A438BB5-F5D6-41E3-A661-CFBD1131C751}"/>
    <dgm:cxn modelId="{EE793BAF-527B-4401-A37A-60AD5F1F79EC}" srcId="{05C56C60-EB63-4960-A55D-0800963E1198}" destId="{6349D241-0437-4461-A43A-E5989B6458A7}" srcOrd="0" destOrd="0" parTransId="{FC310C68-A410-4E49-9086-7EA2403AAC8D}" sibTransId="{282B162A-24FD-47B4-A3B2-7A29702B1C09}"/>
    <dgm:cxn modelId="{418CFFB3-0134-4076-A2BE-9C9E8DC0F079}" type="presOf" srcId="{8C89C8E2-D5B2-4E45-AA25-C195D4DECDBE}" destId="{52FB347C-1DF8-4361-BACE-CB750F0B48B5}" srcOrd="0" destOrd="0" presId="urn:microsoft.com/office/officeart/2018/5/layout/CenteredIconLabelDescriptionList"/>
    <dgm:cxn modelId="{2AB228BB-2796-4CBD-8FF1-E5CE59B8D371}" srcId="{B5A6B061-56E6-4BF2-B361-82E0B4D39299}" destId="{F1ECBC22-8F67-4425-AFB1-4B21A66FEF86}" srcOrd="1" destOrd="0" parTransId="{4889FC2C-0F56-4473-A4D3-B6DD75D3E3D4}" sibTransId="{54E83148-A6D6-49B3-A267-325B71F2EDCC}"/>
    <dgm:cxn modelId="{788BF0C2-4961-4B73-9390-339E89FE2D32}" srcId="{98E92EE1-756C-4B27-9086-F0F6016EA567}" destId="{C0DBF5D9-4756-4746-8B99-922328B275FC}" srcOrd="0" destOrd="0" parTransId="{D88BAFBB-3D33-46DF-B5C8-B110C525F5A2}" sibTransId="{5C940CBD-60AC-425F-BF43-DA985A91DCF9}"/>
    <dgm:cxn modelId="{706C6AD2-6A4C-4F20-88E2-EE1241D474A2}" type="presOf" srcId="{8BA53330-FC92-4B50-AE30-E47DEA8ED5F8}" destId="{1E080434-06A8-4506-AA0E-DC6DF552DDE7}" srcOrd="0" destOrd="0" presId="urn:microsoft.com/office/officeart/2018/5/layout/CenteredIconLabelDescriptionList"/>
    <dgm:cxn modelId="{AEB35AD8-6C2B-415A-AEB0-C6DEF2E000B6}" srcId="{B5A6B061-56E6-4BF2-B361-82E0B4D39299}" destId="{8C89C8E2-D5B2-4E45-AA25-C195D4DECDBE}" srcOrd="0" destOrd="0" parTransId="{67991445-D38F-4030-B0CC-D85D75B1D41F}" sibTransId="{6E612649-8329-4F97-9886-0884A5A8D932}"/>
    <dgm:cxn modelId="{70A324DE-EC67-4CE2-8A9B-75F95274FE88}" srcId="{8BA53330-FC92-4B50-AE30-E47DEA8ED5F8}" destId="{B5A6B061-56E6-4BF2-B361-82E0B4D39299}" srcOrd="2" destOrd="0" parTransId="{7A640F98-AEA9-4CA6-8825-831737CE1F9C}" sibTransId="{BC4C8A99-E31F-483D-9B60-4D4FCFC9B18C}"/>
    <dgm:cxn modelId="{A5CD19E5-0619-4FB6-BFA2-35FCA8FBA3C2}" type="presOf" srcId="{F1ECBC22-8F67-4425-AFB1-4B21A66FEF86}" destId="{52FB347C-1DF8-4361-BACE-CB750F0B48B5}" srcOrd="0" destOrd="1" presId="urn:microsoft.com/office/officeart/2018/5/layout/CenteredIconLabelDescriptionList"/>
    <dgm:cxn modelId="{2D8F17F8-4E03-4478-A679-78B7F8A4DA7E}" type="presOf" srcId="{C0DBF5D9-4756-4746-8B99-922328B275FC}" destId="{85AF6BAF-08EA-44BC-8A1B-5D9570EA5D6E}" srcOrd="0" destOrd="0" presId="urn:microsoft.com/office/officeart/2018/5/layout/CenteredIconLabelDescriptionList"/>
    <dgm:cxn modelId="{58B90E25-2317-4129-947B-3138D026F6E9}" type="presParOf" srcId="{1E080434-06A8-4506-AA0E-DC6DF552DDE7}" destId="{0BF40071-4DFD-4E83-9A2A-6189A86F5831}" srcOrd="0" destOrd="0" presId="urn:microsoft.com/office/officeart/2018/5/layout/CenteredIconLabelDescriptionList"/>
    <dgm:cxn modelId="{53B8AF25-CD87-42E5-BFE4-FD2F3953A773}" type="presParOf" srcId="{0BF40071-4DFD-4E83-9A2A-6189A86F5831}" destId="{FA20C348-9BA5-4A32-9B5F-6EFA21C97DA7}" srcOrd="0" destOrd="0" presId="urn:microsoft.com/office/officeart/2018/5/layout/CenteredIconLabelDescriptionList"/>
    <dgm:cxn modelId="{B921BD43-7F0F-4ED6-BD0D-FE73A750FCE4}" type="presParOf" srcId="{0BF40071-4DFD-4E83-9A2A-6189A86F5831}" destId="{2BC03FA8-811E-449B-B57D-7C3C369781D9}" srcOrd="1" destOrd="0" presId="urn:microsoft.com/office/officeart/2018/5/layout/CenteredIconLabelDescriptionList"/>
    <dgm:cxn modelId="{9E4E76D2-D5EC-4C91-8D72-C6BF6ECD82C7}" type="presParOf" srcId="{0BF40071-4DFD-4E83-9A2A-6189A86F5831}" destId="{6D157915-CD84-478E-AE4B-C7DBAB377C77}" srcOrd="2" destOrd="0" presId="urn:microsoft.com/office/officeart/2018/5/layout/CenteredIconLabelDescriptionList"/>
    <dgm:cxn modelId="{1BBC1A7F-CD7D-4BA4-A39B-7E3ED05186D5}" type="presParOf" srcId="{0BF40071-4DFD-4E83-9A2A-6189A86F5831}" destId="{89C52F10-743C-4653-BEBD-BC48AF056329}" srcOrd="3" destOrd="0" presId="urn:microsoft.com/office/officeart/2018/5/layout/CenteredIconLabelDescriptionList"/>
    <dgm:cxn modelId="{4086B169-7D37-42E5-8739-8C41A2CAAA55}" type="presParOf" srcId="{0BF40071-4DFD-4E83-9A2A-6189A86F5831}" destId="{AF5A46EF-99C7-440B-969A-83170CFA8C5C}" srcOrd="4" destOrd="0" presId="urn:microsoft.com/office/officeart/2018/5/layout/CenteredIconLabelDescriptionList"/>
    <dgm:cxn modelId="{502E4DF4-6D8B-4844-8CBF-83788E5C8549}" type="presParOf" srcId="{1E080434-06A8-4506-AA0E-DC6DF552DDE7}" destId="{AC47B7DF-019B-46AC-8F08-30D1B142121E}" srcOrd="1" destOrd="0" presId="urn:microsoft.com/office/officeart/2018/5/layout/CenteredIconLabelDescriptionList"/>
    <dgm:cxn modelId="{FA6025A7-836C-4185-81A0-2C6500CF08D2}" type="presParOf" srcId="{1E080434-06A8-4506-AA0E-DC6DF552DDE7}" destId="{B237E6A5-D35B-4CB8-9E06-03D53EB13EAF}" srcOrd="2" destOrd="0" presId="urn:microsoft.com/office/officeart/2018/5/layout/CenteredIconLabelDescriptionList"/>
    <dgm:cxn modelId="{E1CC220D-58BA-4B76-A33D-4485B5630994}" type="presParOf" srcId="{B237E6A5-D35B-4CB8-9E06-03D53EB13EAF}" destId="{772DDDAF-4FA1-48D0-8622-7163BB660A16}" srcOrd="0" destOrd="0" presId="urn:microsoft.com/office/officeart/2018/5/layout/CenteredIconLabelDescriptionList"/>
    <dgm:cxn modelId="{BA61ED7A-C952-4C19-BF31-1CBE20259F3A}" type="presParOf" srcId="{B237E6A5-D35B-4CB8-9E06-03D53EB13EAF}" destId="{FCF82FEF-945F-4844-AF58-252CB8A6C1AE}" srcOrd="1" destOrd="0" presId="urn:microsoft.com/office/officeart/2018/5/layout/CenteredIconLabelDescriptionList"/>
    <dgm:cxn modelId="{703AEFC8-A511-48FB-A65B-97B50A22CFAA}" type="presParOf" srcId="{B237E6A5-D35B-4CB8-9E06-03D53EB13EAF}" destId="{EA957451-13CF-41E3-9151-905A2C8A0CFC}" srcOrd="2" destOrd="0" presId="urn:microsoft.com/office/officeart/2018/5/layout/CenteredIconLabelDescriptionList"/>
    <dgm:cxn modelId="{4F348C5A-F030-431F-9D12-3A027CA8CC20}" type="presParOf" srcId="{B237E6A5-D35B-4CB8-9E06-03D53EB13EAF}" destId="{9CEDC250-7B66-4F01-9FAA-2FC7CD20967D}" srcOrd="3" destOrd="0" presId="urn:microsoft.com/office/officeart/2018/5/layout/CenteredIconLabelDescriptionList"/>
    <dgm:cxn modelId="{1DA3ACE2-A97D-4BFC-95BA-11622C142A3F}" type="presParOf" srcId="{B237E6A5-D35B-4CB8-9E06-03D53EB13EAF}" destId="{85AF6BAF-08EA-44BC-8A1B-5D9570EA5D6E}" srcOrd="4" destOrd="0" presId="urn:microsoft.com/office/officeart/2018/5/layout/CenteredIconLabelDescriptionList"/>
    <dgm:cxn modelId="{F27F3816-7276-4234-8933-C8AC57631D4C}" type="presParOf" srcId="{1E080434-06A8-4506-AA0E-DC6DF552DDE7}" destId="{00EF09E2-60BB-4C32-A1C9-CA821856F0B6}" srcOrd="3" destOrd="0" presId="urn:microsoft.com/office/officeart/2018/5/layout/CenteredIconLabelDescriptionList"/>
    <dgm:cxn modelId="{D7FB3154-009A-489D-9B3C-4A636081ADF7}" type="presParOf" srcId="{1E080434-06A8-4506-AA0E-DC6DF552DDE7}" destId="{C5BC5DDB-FFDE-4C52-B2FD-AA77287904C4}" srcOrd="4" destOrd="0" presId="urn:microsoft.com/office/officeart/2018/5/layout/CenteredIconLabelDescriptionList"/>
    <dgm:cxn modelId="{2E120901-0A75-41F1-817A-C052ADE742F4}" type="presParOf" srcId="{C5BC5DDB-FFDE-4C52-B2FD-AA77287904C4}" destId="{C490D8F7-B4B0-4201-8EE2-56EA9BA5EAEB}" srcOrd="0" destOrd="0" presId="urn:microsoft.com/office/officeart/2018/5/layout/CenteredIconLabelDescriptionList"/>
    <dgm:cxn modelId="{09F8A7F1-20BA-4588-A86E-50105DCEC288}" type="presParOf" srcId="{C5BC5DDB-FFDE-4C52-B2FD-AA77287904C4}" destId="{6B188D07-8F5B-4595-A8FB-3EB524F3C6C4}" srcOrd="1" destOrd="0" presId="urn:microsoft.com/office/officeart/2018/5/layout/CenteredIconLabelDescriptionList"/>
    <dgm:cxn modelId="{1FDF9673-00D6-45EE-BD1C-8284BE4750AE}" type="presParOf" srcId="{C5BC5DDB-FFDE-4C52-B2FD-AA77287904C4}" destId="{12214877-328A-4829-9D09-2DE117E7C6E8}" srcOrd="2" destOrd="0" presId="urn:microsoft.com/office/officeart/2018/5/layout/CenteredIconLabelDescriptionList"/>
    <dgm:cxn modelId="{17C98001-BE93-4A57-A8C5-95394BDDA375}" type="presParOf" srcId="{C5BC5DDB-FFDE-4C52-B2FD-AA77287904C4}" destId="{8A1CF844-82E3-4A7A-B23F-7CA95D1D526D}" srcOrd="3" destOrd="0" presId="urn:microsoft.com/office/officeart/2018/5/layout/CenteredIconLabelDescriptionList"/>
    <dgm:cxn modelId="{C64B3261-7727-4C1C-BDC9-0A95F320C57F}" type="presParOf" srcId="{C5BC5DDB-FFDE-4C52-B2FD-AA77287904C4}" destId="{52FB347C-1DF8-4361-BACE-CB750F0B48B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BAA1EC8-A710-4E89-8D4D-26D225A566B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0B1A9F-2D4F-46A0-AE49-902E7526CB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Recovery</a:t>
          </a:r>
          <a:endParaRPr lang="en-US" dirty="0"/>
        </a:p>
      </dgm:t>
    </dgm:pt>
    <dgm:pt modelId="{24954D21-0268-48DB-B245-3946E13230E1}" type="parTrans" cxnId="{3F94D5F1-6014-45F4-A0FD-369C109160B8}">
      <dgm:prSet/>
      <dgm:spPr/>
      <dgm:t>
        <a:bodyPr/>
        <a:lstStyle/>
        <a:p>
          <a:endParaRPr lang="en-US"/>
        </a:p>
      </dgm:t>
    </dgm:pt>
    <dgm:pt modelId="{C66EBCA0-0D26-4670-B00E-C495652EE998}" type="sibTrans" cxnId="{3F94D5F1-6014-45F4-A0FD-369C109160B8}">
      <dgm:prSet/>
      <dgm:spPr/>
      <dgm:t>
        <a:bodyPr/>
        <a:lstStyle/>
        <a:p>
          <a:endParaRPr lang="en-US"/>
        </a:p>
      </dgm:t>
    </dgm:pt>
    <dgm:pt modelId="{C0820A93-918B-475B-8945-DBE3B76F76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the seed is sufficient</a:t>
          </a:r>
        </a:p>
      </dgm:t>
    </dgm:pt>
    <dgm:pt modelId="{3CE9AEBE-F5A7-4760-83CB-C7CF854FD598}" type="parTrans" cxnId="{04057D21-5FE1-4FBE-AEE6-9BFA2BF687B3}">
      <dgm:prSet/>
      <dgm:spPr/>
      <dgm:t>
        <a:bodyPr/>
        <a:lstStyle/>
        <a:p>
          <a:endParaRPr lang="en-US"/>
        </a:p>
      </dgm:t>
    </dgm:pt>
    <dgm:pt modelId="{C5CDCA4D-1DF5-4C8D-82DD-BF10FAAFC533}" type="sibTrans" cxnId="{04057D21-5FE1-4FBE-AEE6-9BFA2BF687B3}">
      <dgm:prSet/>
      <dgm:spPr/>
      <dgm:t>
        <a:bodyPr/>
        <a:lstStyle/>
        <a:p>
          <a:endParaRPr lang="en-US"/>
        </a:p>
      </dgm:t>
    </dgm:pt>
    <dgm:pt modelId="{F1108EF8-8C67-4F1C-ACC8-044739A6C7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Single backup</a:t>
          </a:r>
          <a:endParaRPr lang="en-US"/>
        </a:p>
      </dgm:t>
    </dgm:pt>
    <dgm:pt modelId="{67DA252B-3676-4596-AF8E-EA4D5851B6F5}" type="parTrans" cxnId="{F9202302-E730-4B47-9001-869328A8D334}">
      <dgm:prSet/>
      <dgm:spPr/>
      <dgm:t>
        <a:bodyPr/>
        <a:lstStyle/>
        <a:p>
          <a:endParaRPr lang="en-US"/>
        </a:p>
      </dgm:t>
    </dgm:pt>
    <dgm:pt modelId="{D2753D36-BD14-423B-9AEA-21556C22B923}" type="sibTrans" cxnId="{F9202302-E730-4B47-9001-869328A8D334}">
      <dgm:prSet/>
      <dgm:spPr/>
      <dgm:t>
        <a:bodyPr/>
        <a:lstStyle/>
        <a:p>
          <a:endParaRPr lang="en-US"/>
        </a:p>
      </dgm:t>
    </dgm:pt>
    <dgm:pt modelId="{C8DB9902-8014-49C6-BF2D-E8AB47BEC1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single backup</a:t>
          </a:r>
        </a:p>
      </dgm:t>
    </dgm:pt>
    <dgm:pt modelId="{41DDAE0F-4F24-40E7-9FDD-ACE80A7AE386}" type="parTrans" cxnId="{3B39232D-BABA-4174-B64D-B481C54A441E}">
      <dgm:prSet/>
      <dgm:spPr/>
      <dgm:t>
        <a:bodyPr/>
        <a:lstStyle/>
        <a:p>
          <a:endParaRPr lang="en-US"/>
        </a:p>
      </dgm:t>
    </dgm:pt>
    <dgm:pt modelId="{B467EBB4-38AB-4230-ACA8-E9614A5B0B9E}" type="sibTrans" cxnId="{3B39232D-BABA-4174-B64D-B481C54A441E}">
      <dgm:prSet/>
      <dgm:spPr/>
      <dgm:t>
        <a:bodyPr/>
        <a:lstStyle/>
        <a:p>
          <a:endParaRPr lang="en-US"/>
        </a:p>
      </dgm:t>
    </dgm:pt>
    <dgm:pt modelId="{14EA058A-9A60-41C6-9A36-742D2868D0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Seed</a:t>
          </a:r>
        </a:p>
      </dgm:t>
    </dgm:pt>
    <dgm:pt modelId="{53E6E6E5-F242-47C9-9D6B-58E09EDB6217}" type="parTrans" cxnId="{83728642-7868-41C0-9C9A-BCA47A44A2C8}">
      <dgm:prSet/>
      <dgm:spPr/>
      <dgm:t>
        <a:bodyPr/>
        <a:lstStyle/>
        <a:p>
          <a:endParaRPr lang="en-US"/>
        </a:p>
      </dgm:t>
    </dgm:pt>
    <dgm:pt modelId="{E81C339A-1B92-4385-8261-DB06ADDED396}" type="sibTrans" cxnId="{83728642-7868-41C0-9C9A-BCA47A44A2C8}">
      <dgm:prSet/>
      <dgm:spPr/>
      <dgm:t>
        <a:bodyPr/>
        <a:lstStyle/>
        <a:p>
          <a:endParaRPr lang="en-US"/>
        </a:p>
      </dgm:t>
    </dgm:pt>
    <dgm:pt modelId="{D1EB522A-F0E9-40B0-A627-5D7729DE9AD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between different wallet implementations</a:t>
          </a:r>
          <a:endParaRPr lang="en-US" dirty="0"/>
        </a:p>
      </dgm:t>
    </dgm:pt>
    <dgm:pt modelId="{CC7A9CBD-CEC8-45B9-BF32-8F95C4E5D43E}" type="parTrans" cxnId="{D2728FE8-9D3F-4920-B3D2-23ED1880BDE3}">
      <dgm:prSet/>
      <dgm:spPr/>
      <dgm:t>
        <a:bodyPr/>
        <a:lstStyle/>
        <a:p>
          <a:endParaRPr lang="en-US"/>
        </a:p>
      </dgm:t>
    </dgm:pt>
    <dgm:pt modelId="{921954DE-E342-4E3E-B184-1F102DFA9E21}" type="sibTrans" cxnId="{D2728FE8-9D3F-4920-B3D2-23ED1880BDE3}">
      <dgm:prSet/>
      <dgm:spPr/>
      <dgm:t>
        <a:bodyPr/>
        <a:lstStyle/>
        <a:p>
          <a:endParaRPr lang="en-US"/>
        </a:p>
      </dgm:t>
    </dgm:pt>
    <dgm:pt modelId="{5B3B02D7-885E-47CC-A196-EE16BE1B37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recover all the derived</a:t>
          </a:r>
          <a:r>
            <a:rPr lang="tr-TR" dirty="0"/>
            <a:t> </a:t>
          </a:r>
          <a:r>
            <a:rPr lang="en-US" dirty="0"/>
            <a:t>keys </a:t>
          </a:r>
        </a:p>
      </dgm:t>
    </dgm:pt>
    <dgm:pt modelId="{A1E74E0D-F6BC-4BB2-90CC-AF2ED876A40E}" type="parTrans" cxnId="{C62CB079-3926-4CC7-8C59-77C7FE34B39F}">
      <dgm:prSet/>
      <dgm:spPr/>
      <dgm:t>
        <a:bodyPr/>
        <a:lstStyle/>
        <a:p>
          <a:endParaRPr lang="tr-TR"/>
        </a:p>
      </dgm:t>
    </dgm:pt>
    <dgm:pt modelId="{8D5735F7-6425-448D-90F5-C23D2C64DF18}" type="sibTrans" cxnId="{C62CB079-3926-4CC7-8C59-77C7FE34B39F}">
      <dgm:prSet/>
      <dgm:spPr/>
      <dgm:t>
        <a:bodyPr/>
        <a:lstStyle/>
        <a:p>
          <a:endParaRPr lang="tr-TR"/>
        </a:p>
      </dgm:t>
    </dgm:pt>
    <dgm:pt modelId="{BA4043CD-6365-447B-98BC-CDDBF0A72D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sufficient </a:t>
          </a:r>
        </a:p>
      </dgm:t>
    </dgm:pt>
    <dgm:pt modelId="{20E4DF84-18CA-497D-A3D2-0C64C7E1DC38}" type="parTrans" cxnId="{6508AF35-0D26-49CC-9D41-B0E3923BAB81}">
      <dgm:prSet/>
      <dgm:spPr/>
      <dgm:t>
        <a:bodyPr/>
        <a:lstStyle/>
        <a:p>
          <a:endParaRPr lang="tr-TR"/>
        </a:p>
      </dgm:t>
    </dgm:pt>
    <dgm:pt modelId="{68519CD6-C8D4-4316-8CB5-5CA8B74D3511}" type="sibTrans" cxnId="{6508AF35-0D26-49CC-9D41-B0E3923BAB81}">
      <dgm:prSet/>
      <dgm:spPr/>
      <dgm:t>
        <a:bodyPr/>
        <a:lstStyle/>
        <a:p>
          <a:endParaRPr lang="tr-TR"/>
        </a:p>
      </dgm:t>
    </dgm:pt>
    <dgm:pt modelId="{C2A79E2C-434D-4304-BE05-7440FB7BA6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is enough</a:t>
          </a:r>
          <a:endParaRPr lang="en-US" dirty="0"/>
        </a:p>
      </dgm:t>
    </dgm:pt>
    <dgm:pt modelId="{AADEB814-D890-4613-BF58-2CDB0FBE4F76}" type="parTrans" cxnId="{956B4271-B5B9-4DDA-B77F-FD7912FBB466}">
      <dgm:prSet/>
      <dgm:spPr/>
      <dgm:t>
        <a:bodyPr/>
        <a:lstStyle/>
        <a:p>
          <a:endParaRPr lang="tr-TR"/>
        </a:p>
      </dgm:t>
    </dgm:pt>
    <dgm:pt modelId="{9F22C9EE-DEEF-4EDE-A2FF-E7A493F3268C}" type="sibTrans" cxnId="{956B4271-B5B9-4DDA-B77F-FD7912FBB466}">
      <dgm:prSet/>
      <dgm:spPr/>
      <dgm:t>
        <a:bodyPr/>
        <a:lstStyle/>
        <a:p>
          <a:endParaRPr lang="tr-TR"/>
        </a:p>
      </dgm:t>
    </dgm:pt>
    <dgm:pt modelId="{D2131F99-9F92-40FE-A17F-507D1D923E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Easy migration</a:t>
          </a:r>
          <a:endParaRPr lang="en-US" dirty="0"/>
        </a:p>
      </dgm:t>
    </dgm:pt>
    <dgm:pt modelId="{FB2D0848-A9D4-45D4-A123-C0220E08D441}" type="parTrans" cxnId="{9F9BC2FB-FC3C-494D-AB05-D88772470C3F}">
      <dgm:prSet/>
      <dgm:spPr/>
      <dgm:t>
        <a:bodyPr/>
        <a:lstStyle/>
        <a:p>
          <a:endParaRPr lang="tr-TR"/>
        </a:p>
      </dgm:t>
    </dgm:pt>
    <dgm:pt modelId="{6AFD361D-E288-4679-A9D2-3E340DCF4C6E}" type="sibTrans" cxnId="{9F9BC2FB-FC3C-494D-AB05-D88772470C3F}">
      <dgm:prSet/>
      <dgm:spPr/>
      <dgm:t>
        <a:bodyPr/>
        <a:lstStyle/>
        <a:p>
          <a:endParaRPr lang="tr-TR"/>
        </a:p>
      </dgm:t>
    </dgm:pt>
    <dgm:pt modelId="{3421AEDF-4672-41C3-850F-D738AB789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</a:t>
          </a:r>
          <a:r>
            <a:rPr lang="en-US" dirty="0"/>
            <a:t>a wallet export </a:t>
          </a:r>
          <a:r>
            <a:rPr lang="en-US"/>
            <a:t>or import</a:t>
          </a:r>
          <a:r>
            <a:rPr lang="tr-TR"/>
            <a:t> </a:t>
          </a:r>
          <a:endParaRPr lang="en-US" dirty="0"/>
        </a:p>
      </dgm:t>
    </dgm:pt>
    <dgm:pt modelId="{EC440F50-4CFF-4045-9AB9-53C78F78A055}" type="parTrans" cxnId="{6779B361-A2DC-40A1-8D18-6A432B4595E8}">
      <dgm:prSet/>
      <dgm:spPr/>
      <dgm:t>
        <a:bodyPr/>
        <a:lstStyle/>
        <a:p>
          <a:endParaRPr lang="tr-TR"/>
        </a:p>
      </dgm:t>
    </dgm:pt>
    <dgm:pt modelId="{B24ED775-6C48-4DAC-BC3F-0AC2D5327EEA}" type="sibTrans" cxnId="{6779B361-A2DC-40A1-8D18-6A432B4595E8}">
      <dgm:prSet/>
      <dgm:spPr/>
      <dgm:t>
        <a:bodyPr/>
        <a:lstStyle/>
        <a:p>
          <a:endParaRPr lang="tr-TR"/>
        </a:p>
      </dgm:t>
    </dgm:pt>
    <dgm:pt modelId="{CF7E855E-7102-438C-857B-93D8DA4F0E45}" type="pres">
      <dgm:prSet presAssocID="{CBAA1EC8-A710-4E89-8D4D-26D225A566B5}" presName="root" presStyleCnt="0">
        <dgm:presLayoutVars>
          <dgm:dir/>
          <dgm:resizeHandles val="exact"/>
        </dgm:presLayoutVars>
      </dgm:prSet>
      <dgm:spPr/>
    </dgm:pt>
    <dgm:pt modelId="{4C0B9908-E3DF-4C3F-9F20-14FCF20D0E87}" type="pres">
      <dgm:prSet presAssocID="{7A0B1A9F-2D4F-46A0-AE49-902E7526CB78}" presName="compNode" presStyleCnt="0"/>
      <dgm:spPr/>
    </dgm:pt>
    <dgm:pt modelId="{78F581CC-3213-4841-9413-5E4F7E639917}" type="pres">
      <dgm:prSet presAssocID="{7A0B1A9F-2D4F-46A0-AE49-902E7526CB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1A04CB0-88BA-475E-8619-3D6BB843E49D}" type="pres">
      <dgm:prSet presAssocID="{7A0B1A9F-2D4F-46A0-AE49-902E7526CB78}" presName="iconSpace" presStyleCnt="0"/>
      <dgm:spPr/>
    </dgm:pt>
    <dgm:pt modelId="{E4226D6E-461A-467F-8C31-B2D9EE2D8ABE}" type="pres">
      <dgm:prSet presAssocID="{7A0B1A9F-2D4F-46A0-AE49-902E7526CB78}" presName="parTx" presStyleLbl="revTx" presStyleIdx="0" presStyleCnt="8">
        <dgm:presLayoutVars>
          <dgm:chMax val="0"/>
          <dgm:chPref val="0"/>
        </dgm:presLayoutVars>
      </dgm:prSet>
      <dgm:spPr/>
    </dgm:pt>
    <dgm:pt modelId="{DD262F4A-6269-40E9-BCCA-5477BC770024}" type="pres">
      <dgm:prSet presAssocID="{7A0B1A9F-2D4F-46A0-AE49-902E7526CB78}" presName="txSpace" presStyleCnt="0"/>
      <dgm:spPr/>
    </dgm:pt>
    <dgm:pt modelId="{481E392C-19FC-4161-A678-587700EE9753}" type="pres">
      <dgm:prSet presAssocID="{7A0B1A9F-2D4F-46A0-AE49-902E7526CB78}" presName="desTx" presStyleLbl="revTx" presStyleIdx="1" presStyleCnt="8">
        <dgm:presLayoutVars/>
      </dgm:prSet>
      <dgm:spPr/>
    </dgm:pt>
    <dgm:pt modelId="{17DB01BE-DF44-48E5-8C05-95E276770CA8}" type="pres">
      <dgm:prSet presAssocID="{C66EBCA0-0D26-4670-B00E-C495652EE998}" presName="sibTrans" presStyleCnt="0"/>
      <dgm:spPr/>
    </dgm:pt>
    <dgm:pt modelId="{A99667AD-86AC-4A56-AC06-2259F200F663}" type="pres">
      <dgm:prSet presAssocID="{F1108EF8-8C67-4F1C-ACC8-044739A6C72B}" presName="compNode" presStyleCnt="0"/>
      <dgm:spPr/>
    </dgm:pt>
    <dgm:pt modelId="{86737376-FC92-4065-BB11-A01FF44D2BC6}" type="pres">
      <dgm:prSet presAssocID="{F1108EF8-8C67-4F1C-ACC8-044739A6C7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FED358-7BAB-4960-9F6E-821A8AE0759B}" type="pres">
      <dgm:prSet presAssocID="{F1108EF8-8C67-4F1C-ACC8-044739A6C72B}" presName="iconSpace" presStyleCnt="0"/>
      <dgm:spPr/>
    </dgm:pt>
    <dgm:pt modelId="{F067069C-6932-460C-B4B6-3D27AEB084DF}" type="pres">
      <dgm:prSet presAssocID="{F1108EF8-8C67-4F1C-ACC8-044739A6C72B}" presName="parTx" presStyleLbl="revTx" presStyleIdx="2" presStyleCnt="8">
        <dgm:presLayoutVars>
          <dgm:chMax val="0"/>
          <dgm:chPref val="0"/>
        </dgm:presLayoutVars>
      </dgm:prSet>
      <dgm:spPr/>
    </dgm:pt>
    <dgm:pt modelId="{5B3EB7C0-6BA7-43A9-9798-28137632E40E}" type="pres">
      <dgm:prSet presAssocID="{F1108EF8-8C67-4F1C-ACC8-044739A6C72B}" presName="txSpace" presStyleCnt="0"/>
      <dgm:spPr/>
    </dgm:pt>
    <dgm:pt modelId="{270F3502-4A15-48C1-9311-4155755F4A9E}" type="pres">
      <dgm:prSet presAssocID="{F1108EF8-8C67-4F1C-ACC8-044739A6C72B}" presName="desTx" presStyleLbl="revTx" presStyleIdx="3" presStyleCnt="8">
        <dgm:presLayoutVars/>
      </dgm:prSet>
      <dgm:spPr/>
    </dgm:pt>
    <dgm:pt modelId="{5781D6A4-69F0-47E1-BF23-457BF3CB712E}" type="pres">
      <dgm:prSet presAssocID="{D2753D36-BD14-423B-9AEA-21556C22B923}" presName="sibTrans" presStyleCnt="0"/>
      <dgm:spPr/>
    </dgm:pt>
    <dgm:pt modelId="{42210C76-3271-4929-B0FC-FFB138B5DE56}" type="pres">
      <dgm:prSet presAssocID="{14EA058A-9A60-41C6-9A36-742D2868D03C}" presName="compNode" presStyleCnt="0"/>
      <dgm:spPr/>
    </dgm:pt>
    <dgm:pt modelId="{3A259BEA-D17C-4407-B591-F33CCDBF1BC6}" type="pres">
      <dgm:prSet presAssocID="{14EA058A-9A60-41C6-9A36-742D2868D03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82AB3807-70AB-48C3-8E8D-35975E0EA2C5}" type="pres">
      <dgm:prSet presAssocID="{14EA058A-9A60-41C6-9A36-742D2868D03C}" presName="iconSpace" presStyleCnt="0"/>
      <dgm:spPr/>
    </dgm:pt>
    <dgm:pt modelId="{04C09E4C-29B2-4D76-A4BD-2FD97A98F9B5}" type="pres">
      <dgm:prSet presAssocID="{14EA058A-9A60-41C6-9A36-742D2868D03C}" presName="parTx" presStyleLbl="revTx" presStyleIdx="4" presStyleCnt="8">
        <dgm:presLayoutVars>
          <dgm:chMax val="0"/>
          <dgm:chPref val="0"/>
        </dgm:presLayoutVars>
      </dgm:prSet>
      <dgm:spPr/>
    </dgm:pt>
    <dgm:pt modelId="{1903E7F5-010F-4A0F-87D0-4BAF6DC67AAF}" type="pres">
      <dgm:prSet presAssocID="{14EA058A-9A60-41C6-9A36-742D2868D03C}" presName="txSpace" presStyleCnt="0"/>
      <dgm:spPr/>
    </dgm:pt>
    <dgm:pt modelId="{B164CD54-B2F4-4F9B-8B7F-F80E2DB5EB8C}" type="pres">
      <dgm:prSet presAssocID="{14EA058A-9A60-41C6-9A36-742D2868D03C}" presName="desTx" presStyleLbl="revTx" presStyleIdx="5" presStyleCnt="8">
        <dgm:presLayoutVars/>
      </dgm:prSet>
      <dgm:spPr/>
    </dgm:pt>
    <dgm:pt modelId="{FCF0C7DA-4E8B-46DA-A1F8-B47338776541}" type="pres">
      <dgm:prSet presAssocID="{E81C339A-1B92-4385-8261-DB06ADDED396}" presName="sibTrans" presStyleCnt="0"/>
      <dgm:spPr/>
    </dgm:pt>
    <dgm:pt modelId="{583FDE41-B77C-417B-B942-CD75F8942610}" type="pres">
      <dgm:prSet presAssocID="{D2131F99-9F92-40FE-A17F-507D1D923E16}" presName="compNode" presStyleCnt="0"/>
      <dgm:spPr/>
    </dgm:pt>
    <dgm:pt modelId="{C3B65DC4-C1B7-459C-9A3D-FB6ABC39C57C}" type="pres">
      <dgm:prSet presAssocID="{D2131F99-9F92-40FE-A17F-507D1D923E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6D269A7C-16ED-48DB-987B-A63B6C5EE4F5}" type="pres">
      <dgm:prSet presAssocID="{D2131F99-9F92-40FE-A17F-507D1D923E16}" presName="iconSpace" presStyleCnt="0"/>
      <dgm:spPr/>
    </dgm:pt>
    <dgm:pt modelId="{0240FDBE-829B-4E68-A192-98FBF6FCAAC5}" type="pres">
      <dgm:prSet presAssocID="{D2131F99-9F92-40FE-A17F-507D1D923E16}" presName="parTx" presStyleLbl="revTx" presStyleIdx="6" presStyleCnt="8">
        <dgm:presLayoutVars>
          <dgm:chMax val="0"/>
          <dgm:chPref val="0"/>
        </dgm:presLayoutVars>
      </dgm:prSet>
      <dgm:spPr/>
    </dgm:pt>
    <dgm:pt modelId="{5F8F4CE5-E638-4CD9-8498-C4D8B62280F3}" type="pres">
      <dgm:prSet presAssocID="{D2131F99-9F92-40FE-A17F-507D1D923E16}" presName="txSpace" presStyleCnt="0"/>
      <dgm:spPr/>
    </dgm:pt>
    <dgm:pt modelId="{029F748E-D845-4F10-9000-C47707604AB6}" type="pres">
      <dgm:prSet presAssocID="{D2131F99-9F92-40FE-A17F-507D1D923E16}" presName="desTx" presStyleLbl="revTx" presStyleIdx="7" presStyleCnt="8">
        <dgm:presLayoutVars/>
      </dgm:prSet>
      <dgm:spPr/>
    </dgm:pt>
  </dgm:ptLst>
  <dgm:cxnLst>
    <dgm:cxn modelId="{F9202302-E730-4B47-9001-869328A8D334}" srcId="{CBAA1EC8-A710-4E89-8D4D-26D225A566B5}" destId="{F1108EF8-8C67-4F1C-ACC8-044739A6C72B}" srcOrd="1" destOrd="0" parTransId="{67DA252B-3676-4596-AF8E-EA4D5851B6F5}" sibTransId="{D2753D36-BD14-423B-9AEA-21556C22B923}"/>
    <dgm:cxn modelId="{9AC8BF1D-414D-452D-AA15-DDE8D74693F3}" type="presOf" srcId="{14EA058A-9A60-41C6-9A36-742D2868D03C}" destId="{04C09E4C-29B2-4D76-A4BD-2FD97A98F9B5}" srcOrd="0" destOrd="0" presId="urn:microsoft.com/office/officeart/2018/5/layout/CenteredIconLabelDescriptionList"/>
    <dgm:cxn modelId="{04057D21-5FE1-4FBE-AEE6-9BFA2BF687B3}" srcId="{7A0B1A9F-2D4F-46A0-AE49-902E7526CB78}" destId="{C0820A93-918B-475B-8945-DBE3B76F7645}" srcOrd="0" destOrd="0" parTransId="{3CE9AEBE-F5A7-4760-83CB-C7CF854FD598}" sibTransId="{C5CDCA4D-1DF5-4C8D-82DD-BF10FAAFC533}"/>
    <dgm:cxn modelId="{3B39232D-BABA-4174-B64D-B481C54A441E}" srcId="{F1108EF8-8C67-4F1C-ACC8-044739A6C72B}" destId="{C8DB9902-8014-49C6-BF2D-E8AB47BEC16B}" srcOrd="0" destOrd="0" parTransId="{41DDAE0F-4F24-40E7-9FDD-ACE80A7AE386}" sibTransId="{B467EBB4-38AB-4230-ACA8-E9614A5B0B9E}"/>
    <dgm:cxn modelId="{032A1933-8BAD-4F5D-A46A-F86C0058FC58}" type="presOf" srcId="{C0820A93-918B-475B-8945-DBE3B76F7645}" destId="{481E392C-19FC-4161-A678-587700EE9753}" srcOrd="0" destOrd="0" presId="urn:microsoft.com/office/officeart/2018/5/layout/CenteredIconLabelDescriptionList"/>
    <dgm:cxn modelId="{6508AF35-0D26-49CC-9D41-B0E3923BAB81}" srcId="{F1108EF8-8C67-4F1C-ACC8-044739A6C72B}" destId="{BA4043CD-6365-447B-98BC-CDDBF0A72DBF}" srcOrd="1" destOrd="0" parTransId="{20E4DF84-18CA-497D-A3D2-0C64C7E1DC38}" sibTransId="{68519CD6-C8D4-4316-8CB5-5CA8B74D3511}"/>
    <dgm:cxn modelId="{39328341-4A2C-4D1A-B0FB-A19D58D9DBB9}" type="presOf" srcId="{C8DB9902-8014-49C6-BF2D-E8AB47BEC16B}" destId="{270F3502-4A15-48C1-9311-4155755F4A9E}" srcOrd="0" destOrd="0" presId="urn:microsoft.com/office/officeart/2018/5/layout/CenteredIconLabelDescriptionList"/>
    <dgm:cxn modelId="{6779B361-A2DC-40A1-8D18-6A432B4595E8}" srcId="{14EA058A-9A60-41C6-9A36-742D2868D03C}" destId="{3421AEDF-4672-41C3-850F-D738AB789746}" srcOrd="1" destOrd="0" parTransId="{EC440F50-4CFF-4045-9AB9-53C78F78A055}" sibTransId="{B24ED775-6C48-4DAC-BC3F-0AC2D5327EEA}"/>
    <dgm:cxn modelId="{83728642-7868-41C0-9C9A-BCA47A44A2C8}" srcId="{CBAA1EC8-A710-4E89-8D4D-26D225A566B5}" destId="{14EA058A-9A60-41C6-9A36-742D2868D03C}" srcOrd="2" destOrd="0" parTransId="{53E6E6E5-F242-47C9-9D6B-58E09EDB6217}" sibTransId="{E81C339A-1B92-4385-8261-DB06ADDED396}"/>
    <dgm:cxn modelId="{38751365-CB92-4E28-ABA5-57587B61E32E}" type="presOf" srcId="{CBAA1EC8-A710-4E89-8D4D-26D225A566B5}" destId="{CF7E855E-7102-438C-857B-93D8DA4F0E45}" srcOrd="0" destOrd="0" presId="urn:microsoft.com/office/officeart/2018/5/layout/CenteredIconLabelDescriptionList"/>
    <dgm:cxn modelId="{474F6A47-A6F0-420F-8B96-863474A4D390}" type="presOf" srcId="{BA4043CD-6365-447B-98BC-CDDBF0A72DBF}" destId="{270F3502-4A15-48C1-9311-4155755F4A9E}" srcOrd="0" destOrd="1" presId="urn:microsoft.com/office/officeart/2018/5/layout/CenteredIconLabelDescriptionList"/>
    <dgm:cxn modelId="{956B4271-B5B9-4DDA-B77F-FD7912FBB466}" srcId="{14EA058A-9A60-41C6-9A36-742D2868D03C}" destId="{C2A79E2C-434D-4304-BE05-7440FB7BA6DC}" srcOrd="0" destOrd="0" parTransId="{AADEB814-D890-4613-BF58-2CDB0FBE4F76}" sibTransId="{9F22C9EE-DEEF-4EDE-A2FF-E7A493F3268C}"/>
    <dgm:cxn modelId="{C62CB079-3926-4CC7-8C59-77C7FE34B39F}" srcId="{7A0B1A9F-2D4F-46A0-AE49-902E7526CB78}" destId="{5B3B02D7-885E-47CC-A196-EE16BE1B374E}" srcOrd="1" destOrd="0" parTransId="{A1E74E0D-F6BC-4BB2-90CC-AF2ED876A40E}" sibTransId="{8D5735F7-6425-448D-90F5-C23D2C64DF18}"/>
    <dgm:cxn modelId="{0AE1ADA8-B322-43C9-898D-FC001956E084}" type="presOf" srcId="{D2131F99-9F92-40FE-A17F-507D1D923E16}" destId="{0240FDBE-829B-4E68-A192-98FBF6FCAAC5}" srcOrd="0" destOrd="0" presId="urn:microsoft.com/office/officeart/2018/5/layout/CenteredIconLabelDescriptionList"/>
    <dgm:cxn modelId="{0AEEBCB0-6817-4E39-A755-4961B63C48D0}" type="presOf" srcId="{F1108EF8-8C67-4F1C-ACC8-044739A6C72B}" destId="{F067069C-6932-460C-B4B6-3D27AEB084DF}" srcOrd="0" destOrd="0" presId="urn:microsoft.com/office/officeart/2018/5/layout/CenteredIconLabelDescriptionList"/>
    <dgm:cxn modelId="{320904BA-FCBD-408E-B2D7-7270078D6C12}" type="presOf" srcId="{C2A79E2C-434D-4304-BE05-7440FB7BA6DC}" destId="{B164CD54-B2F4-4F9B-8B7F-F80E2DB5EB8C}" srcOrd="0" destOrd="0" presId="urn:microsoft.com/office/officeart/2018/5/layout/CenteredIconLabelDescriptionList"/>
    <dgm:cxn modelId="{C74E2DC0-EA39-435E-9F69-D522D573E694}" type="presOf" srcId="{5B3B02D7-885E-47CC-A196-EE16BE1B374E}" destId="{481E392C-19FC-4161-A678-587700EE9753}" srcOrd="0" destOrd="1" presId="urn:microsoft.com/office/officeart/2018/5/layout/CenteredIconLabelDescriptionList"/>
    <dgm:cxn modelId="{87F273D6-BBB3-4141-A8A6-A2238E928035}" type="presOf" srcId="{3421AEDF-4672-41C3-850F-D738AB789746}" destId="{B164CD54-B2F4-4F9B-8B7F-F80E2DB5EB8C}" srcOrd="0" destOrd="1" presId="urn:microsoft.com/office/officeart/2018/5/layout/CenteredIconLabelDescriptionList"/>
    <dgm:cxn modelId="{F64F92D6-59CF-4319-8FBB-3E092A813A6C}" type="presOf" srcId="{7A0B1A9F-2D4F-46A0-AE49-902E7526CB78}" destId="{E4226D6E-461A-467F-8C31-B2D9EE2D8ABE}" srcOrd="0" destOrd="0" presId="urn:microsoft.com/office/officeart/2018/5/layout/CenteredIconLabelDescriptionList"/>
    <dgm:cxn modelId="{D2728FE8-9D3F-4920-B3D2-23ED1880BDE3}" srcId="{D2131F99-9F92-40FE-A17F-507D1D923E16}" destId="{D1EB522A-F0E9-40B0-A627-5D7729DE9AD5}" srcOrd="0" destOrd="0" parTransId="{CC7A9CBD-CEC8-45B9-BF32-8F95C4E5D43E}" sibTransId="{921954DE-E342-4E3E-B184-1F102DFA9E21}"/>
    <dgm:cxn modelId="{3F94D5F1-6014-45F4-A0FD-369C109160B8}" srcId="{CBAA1EC8-A710-4E89-8D4D-26D225A566B5}" destId="{7A0B1A9F-2D4F-46A0-AE49-902E7526CB78}" srcOrd="0" destOrd="0" parTransId="{24954D21-0268-48DB-B245-3946E13230E1}" sibTransId="{C66EBCA0-0D26-4670-B00E-C495652EE998}"/>
    <dgm:cxn modelId="{690D89FB-D2A3-4033-9644-C92641E41AE4}" type="presOf" srcId="{D1EB522A-F0E9-40B0-A627-5D7729DE9AD5}" destId="{029F748E-D845-4F10-9000-C47707604AB6}" srcOrd="0" destOrd="0" presId="urn:microsoft.com/office/officeart/2018/5/layout/CenteredIconLabelDescriptionList"/>
    <dgm:cxn modelId="{9F9BC2FB-FC3C-494D-AB05-D88772470C3F}" srcId="{CBAA1EC8-A710-4E89-8D4D-26D225A566B5}" destId="{D2131F99-9F92-40FE-A17F-507D1D923E16}" srcOrd="3" destOrd="0" parTransId="{FB2D0848-A9D4-45D4-A123-C0220E08D441}" sibTransId="{6AFD361D-E288-4679-A9D2-3E340DCF4C6E}"/>
    <dgm:cxn modelId="{A97FCE13-A9BC-4EC8-BD68-F5951E31FEDE}" type="presParOf" srcId="{CF7E855E-7102-438C-857B-93D8DA4F0E45}" destId="{4C0B9908-E3DF-4C3F-9F20-14FCF20D0E87}" srcOrd="0" destOrd="0" presId="urn:microsoft.com/office/officeart/2018/5/layout/CenteredIconLabelDescriptionList"/>
    <dgm:cxn modelId="{68A13D13-E0DD-43F2-9EB4-AF0799217925}" type="presParOf" srcId="{4C0B9908-E3DF-4C3F-9F20-14FCF20D0E87}" destId="{78F581CC-3213-4841-9413-5E4F7E639917}" srcOrd="0" destOrd="0" presId="urn:microsoft.com/office/officeart/2018/5/layout/CenteredIconLabelDescriptionList"/>
    <dgm:cxn modelId="{6546D9C2-E512-4D6A-A1C1-3B96F37C2DD0}" type="presParOf" srcId="{4C0B9908-E3DF-4C3F-9F20-14FCF20D0E87}" destId="{51A04CB0-88BA-475E-8619-3D6BB843E49D}" srcOrd="1" destOrd="0" presId="urn:microsoft.com/office/officeart/2018/5/layout/CenteredIconLabelDescriptionList"/>
    <dgm:cxn modelId="{0613DA62-7F95-46B5-9BCC-F2C0D66FEB0C}" type="presParOf" srcId="{4C0B9908-E3DF-4C3F-9F20-14FCF20D0E87}" destId="{E4226D6E-461A-467F-8C31-B2D9EE2D8ABE}" srcOrd="2" destOrd="0" presId="urn:microsoft.com/office/officeart/2018/5/layout/CenteredIconLabelDescriptionList"/>
    <dgm:cxn modelId="{A6C089D0-B244-441B-B759-0CC41D6FFD9E}" type="presParOf" srcId="{4C0B9908-E3DF-4C3F-9F20-14FCF20D0E87}" destId="{DD262F4A-6269-40E9-BCCA-5477BC770024}" srcOrd="3" destOrd="0" presId="urn:microsoft.com/office/officeart/2018/5/layout/CenteredIconLabelDescriptionList"/>
    <dgm:cxn modelId="{F2CBBA99-FD88-41D1-B8E8-E5B048E6C575}" type="presParOf" srcId="{4C0B9908-E3DF-4C3F-9F20-14FCF20D0E87}" destId="{481E392C-19FC-4161-A678-587700EE9753}" srcOrd="4" destOrd="0" presId="urn:microsoft.com/office/officeart/2018/5/layout/CenteredIconLabelDescriptionList"/>
    <dgm:cxn modelId="{D3DEA778-B39B-46C9-8035-EE326ACBB2EA}" type="presParOf" srcId="{CF7E855E-7102-438C-857B-93D8DA4F0E45}" destId="{17DB01BE-DF44-48E5-8C05-95E276770CA8}" srcOrd="1" destOrd="0" presId="urn:microsoft.com/office/officeart/2018/5/layout/CenteredIconLabelDescriptionList"/>
    <dgm:cxn modelId="{9D39A033-EBD2-472D-BD99-E98B58B18F72}" type="presParOf" srcId="{CF7E855E-7102-438C-857B-93D8DA4F0E45}" destId="{A99667AD-86AC-4A56-AC06-2259F200F663}" srcOrd="2" destOrd="0" presId="urn:microsoft.com/office/officeart/2018/5/layout/CenteredIconLabelDescriptionList"/>
    <dgm:cxn modelId="{BF87C5D7-2C43-4ED6-B041-D872045A9F5E}" type="presParOf" srcId="{A99667AD-86AC-4A56-AC06-2259F200F663}" destId="{86737376-FC92-4065-BB11-A01FF44D2BC6}" srcOrd="0" destOrd="0" presId="urn:microsoft.com/office/officeart/2018/5/layout/CenteredIconLabelDescriptionList"/>
    <dgm:cxn modelId="{42FA721E-7546-403D-9E2F-0F7F5E3075D0}" type="presParOf" srcId="{A99667AD-86AC-4A56-AC06-2259F200F663}" destId="{D2FED358-7BAB-4960-9F6E-821A8AE0759B}" srcOrd="1" destOrd="0" presId="urn:microsoft.com/office/officeart/2018/5/layout/CenteredIconLabelDescriptionList"/>
    <dgm:cxn modelId="{DF063FEA-02B5-4E17-B851-BB4D963781F4}" type="presParOf" srcId="{A99667AD-86AC-4A56-AC06-2259F200F663}" destId="{F067069C-6932-460C-B4B6-3D27AEB084DF}" srcOrd="2" destOrd="0" presId="urn:microsoft.com/office/officeart/2018/5/layout/CenteredIconLabelDescriptionList"/>
    <dgm:cxn modelId="{FD66CCEC-DFE4-4C11-AD72-6373DCA5F579}" type="presParOf" srcId="{A99667AD-86AC-4A56-AC06-2259F200F663}" destId="{5B3EB7C0-6BA7-43A9-9798-28137632E40E}" srcOrd="3" destOrd="0" presId="urn:microsoft.com/office/officeart/2018/5/layout/CenteredIconLabelDescriptionList"/>
    <dgm:cxn modelId="{4D877933-D0B4-4705-84F2-70BF4F9E8866}" type="presParOf" srcId="{A99667AD-86AC-4A56-AC06-2259F200F663}" destId="{270F3502-4A15-48C1-9311-4155755F4A9E}" srcOrd="4" destOrd="0" presId="urn:microsoft.com/office/officeart/2018/5/layout/CenteredIconLabelDescriptionList"/>
    <dgm:cxn modelId="{F71F0089-97EB-4F48-9081-3718D509EB2F}" type="presParOf" srcId="{CF7E855E-7102-438C-857B-93D8DA4F0E45}" destId="{5781D6A4-69F0-47E1-BF23-457BF3CB712E}" srcOrd="3" destOrd="0" presId="urn:microsoft.com/office/officeart/2018/5/layout/CenteredIconLabelDescriptionList"/>
    <dgm:cxn modelId="{8406A655-598B-4357-8B33-BCB6DC19333A}" type="presParOf" srcId="{CF7E855E-7102-438C-857B-93D8DA4F0E45}" destId="{42210C76-3271-4929-B0FC-FFB138B5DE56}" srcOrd="4" destOrd="0" presId="urn:microsoft.com/office/officeart/2018/5/layout/CenteredIconLabelDescriptionList"/>
    <dgm:cxn modelId="{00F4A550-7FFF-42D4-8FB3-CFD4A08B863A}" type="presParOf" srcId="{42210C76-3271-4929-B0FC-FFB138B5DE56}" destId="{3A259BEA-D17C-4407-B591-F33CCDBF1BC6}" srcOrd="0" destOrd="0" presId="urn:microsoft.com/office/officeart/2018/5/layout/CenteredIconLabelDescriptionList"/>
    <dgm:cxn modelId="{E48AED24-DF2A-4692-BB25-EDD26EC4B756}" type="presParOf" srcId="{42210C76-3271-4929-B0FC-FFB138B5DE56}" destId="{82AB3807-70AB-48C3-8E8D-35975E0EA2C5}" srcOrd="1" destOrd="0" presId="urn:microsoft.com/office/officeart/2018/5/layout/CenteredIconLabelDescriptionList"/>
    <dgm:cxn modelId="{5F1549F8-B22B-489E-953F-8DF068945AB2}" type="presParOf" srcId="{42210C76-3271-4929-B0FC-FFB138B5DE56}" destId="{04C09E4C-29B2-4D76-A4BD-2FD97A98F9B5}" srcOrd="2" destOrd="0" presId="urn:microsoft.com/office/officeart/2018/5/layout/CenteredIconLabelDescriptionList"/>
    <dgm:cxn modelId="{ABACC7C5-3CED-43C6-A2EA-27C52768BA36}" type="presParOf" srcId="{42210C76-3271-4929-B0FC-FFB138B5DE56}" destId="{1903E7F5-010F-4A0F-87D0-4BAF6DC67AAF}" srcOrd="3" destOrd="0" presId="urn:microsoft.com/office/officeart/2018/5/layout/CenteredIconLabelDescriptionList"/>
    <dgm:cxn modelId="{B274F7F6-8340-4B3B-B613-DEEC682376CC}" type="presParOf" srcId="{42210C76-3271-4929-B0FC-FFB138B5DE56}" destId="{B164CD54-B2F4-4F9B-8B7F-F80E2DB5EB8C}" srcOrd="4" destOrd="0" presId="urn:microsoft.com/office/officeart/2018/5/layout/CenteredIconLabelDescriptionList"/>
    <dgm:cxn modelId="{2F42BE79-3EFE-48D8-8DE9-568626F26B87}" type="presParOf" srcId="{CF7E855E-7102-438C-857B-93D8DA4F0E45}" destId="{FCF0C7DA-4E8B-46DA-A1F8-B47338776541}" srcOrd="5" destOrd="0" presId="urn:microsoft.com/office/officeart/2018/5/layout/CenteredIconLabelDescriptionList"/>
    <dgm:cxn modelId="{219ADA16-9355-40C2-B657-B9080B414CC3}" type="presParOf" srcId="{CF7E855E-7102-438C-857B-93D8DA4F0E45}" destId="{583FDE41-B77C-417B-B942-CD75F8942610}" srcOrd="6" destOrd="0" presId="urn:microsoft.com/office/officeart/2018/5/layout/CenteredIconLabelDescriptionList"/>
    <dgm:cxn modelId="{8C5CFFAA-4FB9-4E88-9559-E2C9CAD7801C}" type="presParOf" srcId="{583FDE41-B77C-417B-B942-CD75F8942610}" destId="{C3B65DC4-C1B7-459C-9A3D-FB6ABC39C57C}" srcOrd="0" destOrd="0" presId="urn:microsoft.com/office/officeart/2018/5/layout/CenteredIconLabelDescriptionList"/>
    <dgm:cxn modelId="{CCE1ED06-1A67-4119-9724-449745DF7C6C}" type="presParOf" srcId="{583FDE41-B77C-417B-B942-CD75F8942610}" destId="{6D269A7C-16ED-48DB-987B-A63B6C5EE4F5}" srcOrd="1" destOrd="0" presId="urn:microsoft.com/office/officeart/2018/5/layout/CenteredIconLabelDescriptionList"/>
    <dgm:cxn modelId="{9A988E55-A4FA-46B5-939D-77BA995BCD52}" type="presParOf" srcId="{583FDE41-B77C-417B-B942-CD75F8942610}" destId="{0240FDBE-829B-4E68-A192-98FBF6FCAAC5}" srcOrd="2" destOrd="0" presId="urn:microsoft.com/office/officeart/2018/5/layout/CenteredIconLabelDescriptionList"/>
    <dgm:cxn modelId="{2318AD34-40D7-4130-97F6-DCDB18397C8D}" type="presParOf" srcId="{583FDE41-B77C-417B-B942-CD75F8942610}" destId="{5F8F4CE5-E638-4CD9-8498-C4D8B62280F3}" srcOrd="3" destOrd="0" presId="urn:microsoft.com/office/officeart/2018/5/layout/CenteredIconLabelDescriptionList"/>
    <dgm:cxn modelId="{3F9C960B-254C-4C6F-9E1A-495F9070E2BE}" type="presParOf" srcId="{583FDE41-B77C-417B-B942-CD75F8942610}" destId="{029F748E-D845-4F10-9000-C47707604AB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4CE9F3A-9C4A-45B5-B774-B2180170B68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32BE8D5-AF7B-446A-874F-CAFA72A7AB4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BIP-32</a:t>
          </a:r>
          <a:r>
            <a:rPr lang="en-US" dirty="0"/>
            <a:t> standard</a:t>
          </a:r>
        </a:p>
      </dgm:t>
    </dgm:pt>
    <dgm:pt modelId="{E6339EE8-0EAB-4926-AE9C-EB9E6F6DC427}" type="parTrans" cxnId="{3294AA56-7A92-4F0B-9D25-CCCB446B42D3}">
      <dgm:prSet/>
      <dgm:spPr/>
      <dgm:t>
        <a:bodyPr/>
        <a:lstStyle/>
        <a:p>
          <a:endParaRPr lang="en-US"/>
        </a:p>
      </dgm:t>
    </dgm:pt>
    <dgm:pt modelId="{7AFD5A87-35CD-4B78-BB18-24B818FBBAF7}" type="sibTrans" cxnId="{3294AA56-7A92-4F0B-9D25-CCCB446B42D3}">
      <dgm:prSet/>
      <dgm:spPr/>
      <dgm:t>
        <a:bodyPr/>
        <a:lstStyle/>
        <a:p>
          <a:endParaRPr lang="en-US"/>
        </a:p>
      </dgm:t>
    </dgm:pt>
    <dgm:pt modelId="{66D784CE-C343-4DE6-8F5D-CFD877974B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advanced form of deterministic wallets </a:t>
          </a:r>
        </a:p>
      </dgm:t>
    </dgm:pt>
    <dgm:pt modelId="{7722C5F2-7C5A-438E-983E-0D3D8B42A97C}" type="parTrans" cxnId="{3489E2FF-843B-481A-87AB-9DDB014F8AF1}">
      <dgm:prSet/>
      <dgm:spPr/>
      <dgm:t>
        <a:bodyPr/>
        <a:lstStyle/>
        <a:p>
          <a:endParaRPr lang="en-US"/>
        </a:p>
      </dgm:t>
    </dgm:pt>
    <dgm:pt modelId="{43252C7C-FFDF-424E-A669-D23897DACD57}" type="sibTrans" cxnId="{3489E2FF-843B-481A-87AB-9DDB014F8AF1}">
      <dgm:prSet/>
      <dgm:spPr/>
      <dgm:t>
        <a:bodyPr/>
        <a:lstStyle/>
        <a:p>
          <a:endParaRPr lang="en-US"/>
        </a:p>
      </dgm:t>
    </dgm:pt>
    <dgm:pt modelId="{958B6659-0A93-4555-8F06-F2D8B5A7B0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Key Hierarchy</a:t>
          </a:r>
          <a:endParaRPr lang="en-US" dirty="0"/>
        </a:p>
      </dgm:t>
    </dgm:pt>
    <dgm:pt modelId="{1BC73185-97B6-4956-8D27-2119FC9FB3C0}" type="parTrans" cxnId="{48F5AB44-7955-471B-AA87-54E47C3D1416}">
      <dgm:prSet/>
      <dgm:spPr/>
      <dgm:t>
        <a:bodyPr/>
        <a:lstStyle/>
        <a:p>
          <a:endParaRPr lang="en-US"/>
        </a:p>
      </dgm:t>
    </dgm:pt>
    <dgm:pt modelId="{CEA80B48-AB8C-4482-915D-4D148D818B69}" type="sibTrans" cxnId="{48F5AB44-7955-471B-AA87-54E47C3D1416}">
      <dgm:prSet/>
      <dgm:spPr/>
      <dgm:t>
        <a:bodyPr/>
        <a:lstStyle/>
        <a:p>
          <a:endParaRPr lang="en-US"/>
        </a:p>
      </dgm:t>
    </dgm:pt>
    <dgm:pt modelId="{1A5E168C-0043-4A2B-B4D9-FF5BD105F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HD wallets contain keys</a:t>
          </a:r>
        </a:p>
      </dgm:t>
    </dgm:pt>
    <dgm:pt modelId="{B483D961-A24D-436D-A1C7-192A7B1AFBC1}" type="parTrans" cxnId="{1616ABD5-9E64-4A08-904A-E9B51B3F505C}">
      <dgm:prSet/>
      <dgm:spPr/>
      <dgm:t>
        <a:bodyPr/>
        <a:lstStyle/>
        <a:p>
          <a:endParaRPr lang="en-US"/>
        </a:p>
      </dgm:t>
    </dgm:pt>
    <dgm:pt modelId="{B2C161E7-200F-44A6-8FCA-83F4594DF662}" type="sibTrans" cxnId="{1616ABD5-9E64-4A08-904A-E9B51B3F505C}">
      <dgm:prSet/>
      <dgm:spPr/>
      <dgm:t>
        <a:bodyPr/>
        <a:lstStyle/>
        <a:p>
          <a:endParaRPr lang="en-US"/>
        </a:p>
      </dgm:t>
    </dgm:pt>
    <dgm:pt modelId="{86C2839F-7370-4019-9B67-AA60F6CD20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 a sequence of children keys</a:t>
          </a:r>
        </a:p>
      </dgm:t>
    </dgm:pt>
    <dgm:pt modelId="{DA26EB88-F7FE-4650-9CA7-11E5B42F5968}" type="parTrans" cxnId="{101686CF-16F2-4D00-9B80-30EFF2641714}">
      <dgm:prSet/>
      <dgm:spPr/>
      <dgm:t>
        <a:bodyPr/>
        <a:lstStyle/>
        <a:p>
          <a:endParaRPr lang="en-US"/>
        </a:p>
      </dgm:t>
    </dgm:pt>
    <dgm:pt modelId="{4D28C896-299F-4840-A601-3CCF02F6263D}" type="sibTrans" cxnId="{101686CF-16F2-4D00-9B80-30EFF2641714}">
      <dgm:prSet/>
      <dgm:spPr/>
      <dgm:t>
        <a:bodyPr/>
        <a:lstStyle/>
        <a:p>
          <a:endParaRPr lang="en-US"/>
        </a:p>
      </dgm:t>
    </dgm:pt>
    <dgm:pt modelId="{7DC18136-9202-4B77-8A90-F0C40ED194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key</a:t>
          </a:r>
          <a:endParaRPr lang="en-US" dirty="0"/>
        </a:p>
      </dgm:t>
    </dgm:pt>
    <dgm:pt modelId="{66B3B51E-7CF0-4EE2-9AFB-D407A4841967}" type="parTrans" cxnId="{91DEA9F3-6FB2-483A-AF65-B36C6F23A8F0}">
      <dgm:prSet/>
      <dgm:spPr/>
      <dgm:t>
        <a:bodyPr/>
        <a:lstStyle/>
        <a:p>
          <a:endParaRPr lang="en-US"/>
        </a:p>
      </dgm:t>
    </dgm:pt>
    <dgm:pt modelId="{83A51464-88E4-4B23-BFDE-30322DC9B0FD}" type="sibTrans" cxnId="{91DEA9F3-6FB2-483A-AF65-B36C6F23A8F0}">
      <dgm:prSet/>
      <dgm:spPr/>
      <dgm:t>
        <a:bodyPr/>
        <a:lstStyle/>
        <a:p>
          <a:endParaRPr lang="en-US"/>
        </a:p>
      </dgm:t>
    </dgm:pt>
    <dgm:pt modelId="{E9BEFECE-3497-4439-8EA3-25663BAB7C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 a</a:t>
          </a:r>
          <a:r>
            <a:rPr lang="tr-TR" dirty="0"/>
            <a:t> </a:t>
          </a:r>
          <a:r>
            <a:rPr lang="en-US" dirty="0"/>
            <a:t>sequence of grandchildren keys </a:t>
          </a:r>
          <a:r>
            <a:rPr lang="tr-TR" dirty="0"/>
            <a:t>successively</a:t>
          </a:r>
          <a:endParaRPr lang="en-US" dirty="0"/>
        </a:p>
      </dgm:t>
    </dgm:pt>
    <dgm:pt modelId="{A10755AB-E3E2-4C3C-9A1E-6D24D09EACE1}" type="parTrans" cxnId="{09F2D4AD-50C2-40C0-AA0C-1D7E9FB6BF3A}">
      <dgm:prSet/>
      <dgm:spPr/>
      <dgm:t>
        <a:bodyPr/>
        <a:lstStyle/>
        <a:p>
          <a:endParaRPr lang="en-US"/>
        </a:p>
      </dgm:t>
    </dgm:pt>
    <dgm:pt modelId="{AB7A3CD6-EFE0-4AE0-B862-422CB02602F5}" type="sibTrans" cxnId="{09F2D4AD-50C2-40C0-AA0C-1D7E9FB6BF3A}">
      <dgm:prSet/>
      <dgm:spPr/>
      <dgm:t>
        <a:bodyPr/>
        <a:lstStyle/>
        <a:p>
          <a:endParaRPr lang="en-US"/>
        </a:p>
      </dgm:t>
    </dgm:pt>
    <dgm:pt modelId="{14CB7088-EC89-486C-BA41-827735D050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an infinite depth</a:t>
          </a:r>
        </a:p>
      </dgm:t>
    </dgm:pt>
    <dgm:pt modelId="{5A782FEA-D799-4D47-9D59-3B3991F97D1B}" type="parTrans" cxnId="{CB555B1F-9952-4A9D-B172-91205181C26E}">
      <dgm:prSet/>
      <dgm:spPr/>
      <dgm:t>
        <a:bodyPr/>
        <a:lstStyle/>
        <a:p>
          <a:endParaRPr lang="en-US"/>
        </a:p>
      </dgm:t>
    </dgm:pt>
    <dgm:pt modelId="{181D0024-BA4F-45BE-BCF9-9638D23A3FA2}" type="sibTrans" cxnId="{CB555B1F-9952-4A9D-B172-91205181C26E}">
      <dgm:prSet/>
      <dgm:spPr/>
      <dgm:t>
        <a:bodyPr/>
        <a:lstStyle/>
        <a:p>
          <a:endParaRPr lang="en-US"/>
        </a:p>
      </dgm:t>
    </dgm:pt>
    <dgm:pt modelId="{4B22567C-55BB-4379-9A65-5800C8DD6E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HD wallet </a:t>
          </a:r>
        </a:p>
      </dgm:t>
    </dgm:pt>
    <dgm:pt modelId="{5B7FDCDB-5B8D-4EC4-8874-478B4818F69B}" type="parTrans" cxnId="{3A6219CE-CCA0-4974-A6C6-9979C358A46F}">
      <dgm:prSet/>
      <dgm:spPr/>
      <dgm:t>
        <a:bodyPr/>
        <a:lstStyle/>
        <a:p>
          <a:endParaRPr lang="tr-TR"/>
        </a:p>
      </dgm:t>
    </dgm:pt>
    <dgm:pt modelId="{DAB55520-7ADE-4D2D-B147-12BE461F4253}" type="sibTrans" cxnId="{3A6219CE-CCA0-4974-A6C6-9979C358A46F}">
      <dgm:prSet/>
      <dgm:spPr/>
      <dgm:t>
        <a:bodyPr/>
        <a:lstStyle/>
        <a:p>
          <a:endParaRPr lang="tr-TR"/>
        </a:p>
      </dgm:t>
    </dgm:pt>
    <dgm:pt modelId="{2AFBD4FE-6F09-446A-8874-06D16D3026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 in a tree structure, </a:t>
          </a:r>
        </a:p>
      </dgm:t>
    </dgm:pt>
    <dgm:pt modelId="{B2A5D2BD-0866-48DF-805A-A1B5B448025D}" type="parTrans" cxnId="{329EC948-AAC0-4B85-A43D-BD2693D16899}">
      <dgm:prSet/>
      <dgm:spPr/>
      <dgm:t>
        <a:bodyPr/>
        <a:lstStyle/>
        <a:p>
          <a:endParaRPr lang="tr-TR"/>
        </a:p>
      </dgm:t>
    </dgm:pt>
    <dgm:pt modelId="{52514B4D-A17F-4538-80C1-6C6D42A5F731}" type="sibTrans" cxnId="{329EC948-AAC0-4B85-A43D-BD2693D16899}">
      <dgm:prSet/>
      <dgm:spPr/>
      <dgm:t>
        <a:bodyPr/>
        <a:lstStyle/>
        <a:p>
          <a:endParaRPr lang="tr-TR"/>
        </a:p>
      </dgm:t>
    </dgm:pt>
    <dgm:pt modelId="{BB142038-B45F-4E5A-97DB-6EACB7FA6D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Parent key</a:t>
          </a:r>
          <a:endParaRPr lang="en-US" dirty="0"/>
        </a:p>
      </dgm:t>
    </dgm:pt>
    <dgm:pt modelId="{D839BE54-C7C7-4969-AF95-99F17755C9E0}" type="parTrans" cxnId="{42138EB8-04B5-4624-A84A-61035124293D}">
      <dgm:prSet/>
      <dgm:spPr/>
      <dgm:t>
        <a:bodyPr/>
        <a:lstStyle/>
        <a:p>
          <a:endParaRPr lang="tr-TR"/>
        </a:p>
      </dgm:t>
    </dgm:pt>
    <dgm:pt modelId="{B4D5D64B-B55C-4FC0-8E21-B6079BEA4EA0}" type="sibTrans" cxnId="{42138EB8-04B5-4624-A84A-61035124293D}">
      <dgm:prSet/>
      <dgm:spPr/>
      <dgm:t>
        <a:bodyPr/>
        <a:lstStyle/>
        <a:p>
          <a:endParaRPr lang="tr-TR"/>
        </a:p>
      </dgm:t>
    </dgm:pt>
    <dgm:pt modelId="{E6B1B66B-E007-4253-ABD8-E059CF84E0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Infinite depth</a:t>
          </a:r>
          <a:endParaRPr lang="en-US" dirty="0"/>
        </a:p>
      </dgm:t>
    </dgm:pt>
    <dgm:pt modelId="{AD486B95-600F-4591-A095-8C5D3A66665A}" type="parTrans" cxnId="{AFE51859-B758-45B3-90EC-68F14D7A64AA}">
      <dgm:prSet/>
      <dgm:spPr/>
      <dgm:t>
        <a:bodyPr/>
        <a:lstStyle/>
        <a:p>
          <a:endParaRPr lang="tr-TR"/>
        </a:p>
      </dgm:t>
    </dgm:pt>
    <dgm:pt modelId="{D5602030-4EB0-4DEC-A7F9-977665DB22B1}" type="sibTrans" cxnId="{AFE51859-B758-45B3-90EC-68F14D7A64AA}">
      <dgm:prSet/>
      <dgm:spPr/>
      <dgm:t>
        <a:bodyPr/>
        <a:lstStyle/>
        <a:p>
          <a:endParaRPr lang="tr-TR"/>
        </a:p>
      </dgm:t>
    </dgm:pt>
    <dgm:pt modelId="{67F7C2AE-1A11-431B-A313-7C9F81EDF1CA}" type="pres">
      <dgm:prSet presAssocID="{84CE9F3A-9C4A-45B5-B774-B2180170B687}" presName="root" presStyleCnt="0">
        <dgm:presLayoutVars>
          <dgm:dir/>
          <dgm:resizeHandles val="exact"/>
        </dgm:presLayoutVars>
      </dgm:prSet>
      <dgm:spPr/>
    </dgm:pt>
    <dgm:pt modelId="{CA542AAE-8489-4D54-B936-F3631CE50ABF}" type="pres">
      <dgm:prSet presAssocID="{C32BE8D5-AF7B-446A-874F-CAFA72A7AB4E}" presName="compNode" presStyleCnt="0"/>
      <dgm:spPr/>
    </dgm:pt>
    <dgm:pt modelId="{A6392967-F338-4B2F-B65B-E6834889CC6F}" type="pres">
      <dgm:prSet presAssocID="{C32BE8D5-AF7B-446A-874F-CAFA72A7AB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F6FE77F-29E2-418B-AB7D-E5A02E2218E2}" type="pres">
      <dgm:prSet presAssocID="{C32BE8D5-AF7B-446A-874F-CAFA72A7AB4E}" presName="iconSpace" presStyleCnt="0"/>
      <dgm:spPr/>
    </dgm:pt>
    <dgm:pt modelId="{8990B02A-97E3-4585-A933-32BB80895785}" type="pres">
      <dgm:prSet presAssocID="{C32BE8D5-AF7B-446A-874F-CAFA72A7AB4E}" presName="parTx" presStyleLbl="revTx" presStyleIdx="0" presStyleCnt="10">
        <dgm:presLayoutVars>
          <dgm:chMax val="0"/>
          <dgm:chPref val="0"/>
        </dgm:presLayoutVars>
      </dgm:prSet>
      <dgm:spPr/>
    </dgm:pt>
    <dgm:pt modelId="{2C57696C-6CE3-4954-8FAD-2EBA99669704}" type="pres">
      <dgm:prSet presAssocID="{C32BE8D5-AF7B-446A-874F-CAFA72A7AB4E}" presName="txSpace" presStyleCnt="0"/>
      <dgm:spPr/>
    </dgm:pt>
    <dgm:pt modelId="{368FC430-23C2-4D3E-BC74-711025DD24CF}" type="pres">
      <dgm:prSet presAssocID="{C32BE8D5-AF7B-446A-874F-CAFA72A7AB4E}" presName="desTx" presStyleLbl="revTx" presStyleIdx="1" presStyleCnt="10">
        <dgm:presLayoutVars/>
      </dgm:prSet>
      <dgm:spPr/>
    </dgm:pt>
    <dgm:pt modelId="{8244F67E-5332-4773-B433-45E974B9CEEA}" type="pres">
      <dgm:prSet presAssocID="{7AFD5A87-35CD-4B78-BB18-24B818FBBAF7}" presName="sibTrans" presStyleCnt="0"/>
      <dgm:spPr/>
    </dgm:pt>
    <dgm:pt modelId="{9824C11E-B924-43D6-9BE9-CC131658DEFF}" type="pres">
      <dgm:prSet presAssocID="{958B6659-0A93-4555-8F06-F2D8B5A7B0F1}" presName="compNode" presStyleCnt="0"/>
      <dgm:spPr/>
    </dgm:pt>
    <dgm:pt modelId="{FDDEF161-9578-4514-A49E-379D879DD1C8}" type="pres">
      <dgm:prSet presAssocID="{958B6659-0A93-4555-8F06-F2D8B5A7B0F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D37BB2B-A1D1-4E1D-A557-5FC215517F77}" type="pres">
      <dgm:prSet presAssocID="{958B6659-0A93-4555-8F06-F2D8B5A7B0F1}" presName="iconSpace" presStyleCnt="0"/>
      <dgm:spPr/>
    </dgm:pt>
    <dgm:pt modelId="{2266D7A2-AEB0-4542-96AE-67CB2C67C794}" type="pres">
      <dgm:prSet presAssocID="{958B6659-0A93-4555-8F06-F2D8B5A7B0F1}" presName="parTx" presStyleLbl="revTx" presStyleIdx="2" presStyleCnt="10">
        <dgm:presLayoutVars>
          <dgm:chMax val="0"/>
          <dgm:chPref val="0"/>
        </dgm:presLayoutVars>
      </dgm:prSet>
      <dgm:spPr/>
    </dgm:pt>
    <dgm:pt modelId="{FD7AE306-C88A-4842-AA4F-FD5A32919451}" type="pres">
      <dgm:prSet presAssocID="{958B6659-0A93-4555-8F06-F2D8B5A7B0F1}" presName="txSpace" presStyleCnt="0"/>
      <dgm:spPr/>
    </dgm:pt>
    <dgm:pt modelId="{2FED82DF-C0DD-46B6-B3D7-DF23F0C5BD0B}" type="pres">
      <dgm:prSet presAssocID="{958B6659-0A93-4555-8F06-F2D8B5A7B0F1}" presName="desTx" presStyleLbl="revTx" presStyleIdx="3" presStyleCnt="10">
        <dgm:presLayoutVars/>
      </dgm:prSet>
      <dgm:spPr/>
    </dgm:pt>
    <dgm:pt modelId="{D5D54D8B-AA50-4D38-895A-BE2CAA93C3CE}" type="pres">
      <dgm:prSet presAssocID="{CEA80B48-AB8C-4482-915D-4D148D818B69}" presName="sibTrans" presStyleCnt="0"/>
      <dgm:spPr/>
    </dgm:pt>
    <dgm:pt modelId="{CC9908BA-80AE-4C37-9A01-28501FB29D1C}" type="pres">
      <dgm:prSet presAssocID="{BB142038-B45F-4E5A-97DB-6EACB7FA6D77}" presName="compNode" presStyleCnt="0"/>
      <dgm:spPr/>
    </dgm:pt>
    <dgm:pt modelId="{54A97874-5CDD-4180-9BC3-6208110A9E10}" type="pres">
      <dgm:prSet presAssocID="{BB142038-B45F-4E5A-97DB-6EACB7FA6D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CAC67D0-64B7-41A6-AED9-F170BA342324}" type="pres">
      <dgm:prSet presAssocID="{BB142038-B45F-4E5A-97DB-6EACB7FA6D77}" presName="iconSpace" presStyleCnt="0"/>
      <dgm:spPr/>
    </dgm:pt>
    <dgm:pt modelId="{A0F18030-16F1-4E7B-9400-B43E9A08F8A3}" type="pres">
      <dgm:prSet presAssocID="{BB142038-B45F-4E5A-97DB-6EACB7FA6D77}" presName="parTx" presStyleLbl="revTx" presStyleIdx="4" presStyleCnt="10">
        <dgm:presLayoutVars>
          <dgm:chMax val="0"/>
          <dgm:chPref val="0"/>
        </dgm:presLayoutVars>
      </dgm:prSet>
      <dgm:spPr/>
    </dgm:pt>
    <dgm:pt modelId="{9E403F4A-019C-43D4-864B-5A778A9B81EF}" type="pres">
      <dgm:prSet presAssocID="{BB142038-B45F-4E5A-97DB-6EACB7FA6D77}" presName="txSpace" presStyleCnt="0"/>
      <dgm:spPr/>
    </dgm:pt>
    <dgm:pt modelId="{1A82131F-76D3-4842-907F-79F439C6D56A}" type="pres">
      <dgm:prSet presAssocID="{BB142038-B45F-4E5A-97DB-6EACB7FA6D77}" presName="desTx" presStyleLbl="revTx" presStyleIdx="5" presStyleCnt="10">
        <dgm:presLayoutVars/>
      </dgm:prSet>
      <dgm:spPr/>
    </dgm:pt>
    <dgm:pt modelId="{FF6B8DB4-D2C9-4319-B13B-92DD0DC4C64E}" type="pres">
      <dgm:prSet presAssocID="{B4D5D64B-B55C-4FC0-8E21-B6079BEA4EA0}" presName="sibTrans" presStyleCnt="0"/>
      <dgm:spPr/>
    </dgm:pt>
    <dgm:pt modelId="{7D358D0B-0947-4AC9-BBE0-3004DF219D18}" type="pres">
      <dgm:prSet presAssocID="{7DC18136-9202-4B77-8A90-F0C40ED19495}" presName="compNode" presStyleCnt="0"/>
      <dgm:spPr/>
    </dgm:pt>
    <dgm:pt modelId="{D7018657-9152-4D1C-AE98-CFF877B6A941}" type="pres">
      <dgm:prSet presAssocID="{7DC18136-9202-4B77-8A90-F0C40ED1949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4E228135-B111-45BD-B3B6-84A0596CDE81}" type="pres">
      <dgm:prSet presAssocID="{7DC18136-9202-4B77-8A90-F0C40ED19495}" presName="iconSpace" presStyleCnt="0"/>
      <dgm:spPr/>
    </dgm:pt>
    <dgm:pt modelId="{C23C1903-01C1-4ECB-83BC-DECA460CD37A}" type="pres">
      <dgm:prSet presAssocID="{7DC18136-9202-4B77-8A90-F0C40ED19495}" presName="parTx" presStyleLbl="revTx" presStyleIdx="6" presStyleCnt="10">
        <dgm:presLayoutVars>
          <dgm:chMax val="0"/>
          <dgm:chPref val="0"/>
        </dgm:presLayoutVars>
      </dgm:prSet>
      <dgm:spPr/>
    </dgm:pt>
    <dgm:pt modelId="{230A3A27-5383-45FA-93EC-4E29B9317DB9}" type="pres">
      <dgm:prSet presAssocID="{7DC18136-9202-4B77-8A90-F0C40ED19495}" presName="txSpace" presStyleCnt="0"/>
      <dgm:spPr/>
    </dgm:pt>
    <dgm:pt modelId="{8A507FFF-FA95-409E-9D6E-637E535091A6}" type="pres">
      <dgm:prSet presAssocID="{7DC18136-9202-4B77-8A90-F0C40ED19495}" presName="desTx" presStyleLbl="revTx" presStyleIdx="7" presStyleCnt="10">
        <dgm:presLayoutVars/>
      </dgm:prSet>
      <dgm:spPr/>
    </dgm:pt>
    <dgm:pt modelId="{1D3E6DD5-F41C-4920-B1F8-4C0B95548B33}" type="pres">
      <dgm:prSet presAssocID="{83A51464-88E4-4B23-BFDE-30322DC9B0FD}" presName="sibTrans" presStyleCnt="0"/>
      <dgm:spPr/>
    </dgm:pt>
    <dgm:pt modelId="{14CA68B0-F166-466F-981F-28E92D39F055}" type="pres">
      <dgm:prSet presAssocID="{E6B1B66B-E007-4253-ABD8-E059CF84E0C2}" presName="compNode" presStyleCnt="0"/>
      <dgm:spPr/>
    </dgm:pt>
    <dgm:pt modelId="{E19C6E2B-AE1B-4756-9601-EF7322CAEA01}" type="pres">
      <dgm:prSet presAssocID="{E6B1B66B-E007-4253-ABD8-E059CF84E0C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D2335704-D00A-4300-B51E-8EBD0670862D}" type="pres">
      <dgm:prSet presAssocID="{E6B1B66B-E007-4253-ABD8-E059CF84E0C2}" presName="iconSpace" presStyleCnt="0"/>
      <dgm:spPr/>
    </dgm:pt>
    <dgm:pt modelId="{B8857DA5-8B5F-4CE3-BC0F-0D5FE658491C}" type="pres">
      <dgm:prSet presAssocID="{E6B1B66B-E007-4253-ABD8-E059CF84E0C2}" presName="parTx" presStyleLbl="revTx" presStyleIdx="8" presStyleCnt="10">
        <dgm:presLayoutVars>
          <dgm:chMax val="0"/>
          <dgm:chPref val="0"/>
        </dgm:presLayoutVars>
      </dgm:prSet>
      <dgm:spPr/>
    </dgm:pt>
    <dgm:pt modelId="{96E6CC52-ED3F-4997-9752-B9057CE50DED}" type="pres">
      <dgm:prSet presAssocID="{E6B1B66B-E007-4253-ABD8-E059CF84E0C2}" presName="txSpace" presStyleCnt="0"/>
      <dgm:spPr/>
    </dgm:pt>
    <dgm:pt modelId="{23A5BA21-548A-4A40-9FB1-64FBCF2AEBF2}" type="pres">
      <dgm:prSet presAssocID="{E6B1B66B-E007-4253-ABD8-E059CF84E0C2}" presName="desTx" presStyleLbl="revTx" presStyleIdx="9" presStyleCnt="10">
        <dgm:presLayoutVars/>
      </dgm:prSet>
      <dgm:spPr/>
    </dgm:pt>
  </dgm:ptLst>
  <dgm:cxnLst>
    <dgm:cxn modelId="{81238E04-944B-4D82-B5AE-CC863E616A2A}" type="presOf" srcId="{7DC18136-9202-4B77-8A90-F0C40ED19495}" destId="{C23C1903-01C1-4ECB-83BC-DECA460CD37A}" srcOrd="0" destOrd="0" presId="urn:microsoft.com/office/officeart/2018/5/layout/CenteredIconLabelDescriptionList"/>
    <dgm:cxn modelId="{774D7A1A-3C16-4B6A-BD98-15BADF48552F}" type="presOf" srcId="{E6B1B66B-E007-4253-ABD8-E059CF84E0C2}" destId="{B8857DA5-8B5F-4CE3-BC0F-0D5FE658491C}" srcOrd="0" destOrd="0" presId="urn:microsoft.com/office/officeart/2018/5/layout/CenteredIconLabelDescriptionList"/>
    <dgm:cxn modelId="{CB555B1F-9952-4A9D-B172-91205181C26E}" srcId="{E6B1B66B-E007-4253-ABD8-E059CF84E0C2}" destId="{14CB7088-EC89-486C-BA41-827735D05070}" srcOrd="0" destOrd="0" parTransId="{5A782FEA-D799-4D47-9D59-3B3991F97D1B}" sibTransId="{181D0024-BA4F-45BE-BCF9-9638D23A3FA2}"/>
    <dgm:cxn modelId="{B62B1028-269B-49B5-ABBF-23719EF38CD8}" type="presOf" srcId="{86C2839F-7370-4019-9B67-AA60F6CD20EE}" destId="{1A82131F-76D3-4842-907F-79F439C6D56A}" srcOrd="0" destOrd="0" presId="urn:microsoft.com/office/officeart/2018/5/layout/CenteredIconLabelDescriptionList"/>
    <dgm:cxn modelId="{48F5AB44-7955-471B-AA87-54E47C3D1416}" srcId="{84CE9F3A-9C4A-45B5-B774-B2180170B687}" destId="{958B6659-0A93-4555-8F06-F2D8B5A7B0F1}" srcOrd="1" destOrd="0" parTransId="{1BC73185-97B6-4956-8D27-2119FC9FB3C0}" sibTransId="{CEA80B48-AB8C-4482-915D-4D148D818B69}"/>
    <dgm:cxn modelId="{329EC948-AAC0-4B85-A43D-BD2693D16899}" srcId="{958B6659-0A93-4555-8F06-F2D8B5A7B0F1}" destId="{2AFBD4FE-6F09-446A-8874-06D16D302689}" srcOrd="1" destOrd="0" parTransId="{B2A5D2BD-0866-48DF-805A-A1B5B448025D}" sibTransId="{52514B4D-A17F-4538-80C1-6C6D42A5F731}"/>
    <dgm:cxn modelId="{0FAAF14B-4A3C-451F-A9E1-7CA42405FF14}" type="presOf" srcId="{958B6659-0A93-4555-8F06-F2D8B5A7B0F1}" destId="{2266D7A2-AEB0-4542-96AE-67CB2C67C794}" srcOrd="0" destOrd="0" presId="urn:microsoft.com/office/officeart/2018/5/layout/CenteredIconLabelDescriptionList"/>
    <dgm:cxn modelId="{BE438254-3C8C-4D69-8877-F273839C74F4}" type="presOf" srcId="{C32BE8D5-AF7B-446A-874F-CAFA72A7AB4E}" destId="{8990B02A-97E3-4585-A933-32BB80895785}" srcOrd="0" destOrd="0" presId="urn:microsoft.com/office/officeart/2018/5/layout/CenteredIconLabelDescriptionList"/>
    <dgm:cxn modelId="{3294AA56-7A92-4F0B-9D25-CCCB446B42D3}" srcId="{84CE9F3A-9C4A-45B5-B774-B2180170B687}" destId="{C32BE8D5-AF7B-446A-874F-CAFA72A7AB4E}" srcOrd="0" destOrd="0" parTransId="{E6339EE8-0EAB-4926-AE9C-EB9E6F6DC427}" sibTransId="{7AFD5A87-35CD-4B78-BB18-24B818FBBAF7}"/>
    <dgm:cxn modelId="{AFE51859-B758-45B3-90EC-68F14D7A64AA}" srcId="{84CE9F3A-9C4A-45B5-B774-B2180170B687}" destId="{E6B1B66B-E007-4253-ABD8-E059CF84E0C2}" srcOrd="4" destOrd="0" parTransId="{AD486B95-600F-4591-A095-8C5D3A66665A}" sibTransId="{D5602030-4EB0-4DEC-A7F9-977665DB22B1}"/>
    <dgm:cxn modelId="{30659894-E935-4C7B-B1E7-35AEEFE5F51C}" type="presOf" srcId="{2AFBD4FE-6F09-446A-8874-06D16D302689}" destId="{2FED82DF-C0DD-46B6-B3D7-DF23F0C5BD0B}" srcOrd="0" destOrd="1" presId="urn:microsoft.com/office/officeart/2018/5/layout/CenteredIconLabelDescriptionList"/>
    <dgm:cxn modelId="{A9CB3A9B-8428-4722-A2DD-60D560442E8B}" type="presOf" srcId="{E9BEFECE-3497-4439-8EA3-25663BAB7CBE}" destId="{8A507FFF-FA95-409E-9D6E-637E535091A6}" srcOrd="0" destOrd="0" presId="urn:microsoft.com/office/officeart/2018/5/layout/CenteredIconLabelDescriptionList"/>
    <dgm:cxn modelId="{076F98A6-A446-4BD8-8E9F-08812BEBD62A}" type="presOf" srcId="{1A5E168C-0043-4A2B-B4D9-FF5BD105F40D}" destId="{2FED82DF-C0DD-46B6-B3D7-DF23F0C5BD0B}" srcOrd="0" destOrd="0" presId="urn:microsoft.com/office/officeart/2018/5/layout/CenteredIconLabelDescriptionList"/>
    <dgm:cxn modelId="{09F2D4AD-50C2-40C0-AA0C-1D7E9FB6BF3A}" srcId="{7DC18136-9202-4B77-8A90-F0C40ED19495}" destId="{E9BEFECE-3497-4439-8EA3-25663BAB7CBE}" srcOrd="0" destOrd="0" parTransId="{A10755AB-E3E2-4C3C-9A1E-6D24D09EACE1}" sibTransId="{AB7A3CD6-EFE0-4AE0-B862-422CB02602F5}"/>
    <dgm:cxn modelId="{63CEA8AE-87D1-4E18-8EA9-4540F4D4263E}" type="presOf" srcId="{4B22567C-55BB-4379-9A65-5800C8DD6E5E}" destId="{368FC430-23C2-4D3E-BC74-711025DD24CF}" srcOrd="0" destOrd="0" presId="urn:microsoft.com/office/officeart/2018/5/layout/CenteredIconLabelDescriptionList"/>
    <dgm:cxn modelId="{42138EB8-04B5-4624-A84A-61035124293D}" srcId="{84CE9F3A-9C4A-45B5-B774-B2180170B687}" destId="{BB142038-B45F-4E5A-97DB-6EACB7FA6D77}" srcOrd="2" destOrd="0" parTransId="{D839BE54-C7C7-4969-AF95-99F17755C9E0}" sibTransId="{B4D5D64B-B55C-4FC0-8E21-B6079BEA4EA0}"/>
    <dgm:cxn modelId="{55AC29C8-E0DB-4719-A494-568306E36FFD}" type="presOf" srcId="{84CE9F3A-9C4A-45B5-B774-B2180170B687}" destId="{67F7C2AE-1A11-431B-A313-7C9F81EDF1CA}" srcOrd="0" destOrd="0" presId="urn:microsoft.com/office/officeart/2018/5/layout/CenteredIconLabelDescriptionList"/>
    <dgm:cxn modelId="{3A6219CE-CCA0-4974-A6C6-9979C358A46F}" srcId="{C32BE8D5-AF7B-446A-874F-CAFA72A7AB4E}" destId="{4B22567C-55BB-4379-9A65-5800C8DD6E5E}" srcOrd="0" destOrd="0" parTransId="{5B7FDCDB-5B8D-4EC4-8874-478B4818F69B}" sibTransId="{DAB55520-7ADE-4D2D-B147-12BE461F4253}"/>
    <dgm:cxn modelId="{101686CF-16F2-4D00-9B80-30EFF2641714}" srcId="{BB142038-B45F-4E5A-97DB-6EACB7FA6D77}" destId="{86C2839F-7370-4019-9B67-AA60F6CD20EE}" srcOrd="0" destOrd="0" parTransId="{DA26EB88-F7FE-4650-9CA7-11E5B42F5968}" sibTransId="{4D28C896-299F-4840-A601-3CCF02F6263D}"/>
    <dgm:cxn modelId="{1616ABD5-9E64-4A08-904A-E9B51B3F505C}" srcId="{958B6659-0A93-4555-8F06-F2D8B5A7B0F1}" destId="{1A5E168C-0043-4A2B-B4D9-FF5BD105F40D}" srcOrd="0" destOrd="0" parTransId="{B483D961-A24D-436D-A1C7-192A7B1AFBC1}" sibTransId="{B2C161E7-200F-44A6-8FCA-83F4594DF662}"/>
    <dgm:cxn modelId="{6BEEBBE6-8B3F-4A26-BA34-720707603F5F}" type="presOf" srcId="{14CB7088-EC89-486C-BA41-827735D05070}" destId="{23A5BA21-548A-4A40-9FB1-64FBCF2AEBF2}" srcOrd="0" destOrd="0" presId="urn:microsoft.com/office/officeart/2018/5/layout/CenteredIconLabelDescriptionList"/>
    <dgm:cxn modelId="{C721C2EC-AAFB-453B-B3FB-0BCA1883E289}" type="presOf" srcId="{BB142038-B45F-4E5A-97DB-6EACB7FA6D77}" destId="{A0F18030-16F1-4E7B-9400-B43E9A08F8A3}" srcOrd="0" destOrd="0" presId="urn:microsoft.com/office/officeart/2018/5/layout/CenteredIconLabelDescriptionList"/>
    <dgm:cxn modelId="{91DEA9F3-6FB2-483A-AF65-B36C6F23A8F0}" srcId="{84CE9F3A-9C4A-45B5-B774-B2180170B687}" destId="{7DC18136-9202-4B77-8A90-F0C40ED19495}" srcOrd="3" destOrd="0" parTransId="{66B3B51E-7CF0-4EE2-9AFB-D407A4841967}" sibTransId="{83A51464-88E4-4B23-BFDE-30322DC9B0FD}"/>
    <dgm:cxn modelId="{71249FF7-35E1-49AF-B871-089C9D26F837}" type="presOf" srcId="{66D784CE-C343-4DE6-8F5D-CFD877974BEE}" destId="{368FC430-23C2-4D3E-BC74-711025DD24CF}" srcOrd="0" destOrd="1" presId="urn:microsoft.com/office/officeart/2018/5/layout/CenteredIconLabelDescriptionList"/>
    <dgm:cxn modelId="{3489E2FF-843B-481A-87AB-9DDB014F8AF1}" srcId="{C32BE8D5-AF7B-446A-874F-CAFA72A7AB4E}" destId="{66D784CE-C343-4DE6-8F5D-CFD877974BEE}" srcOrd="1" destOrd="0" parTransId="{7722C5F2-7C5A-438E-983E-0D3D8B42A97C}" sibTransId="{43252C7C-FFDF-424E-A669-D23897DACD57}"/>
    <dgm:cxn modelId="{024A0E39-B36F-4F6E-84FB-5A8528DF5515}" type="presParOf" srcId="{67F7C2AE-1A11-431B-A313-7C9F81EDF1CA}" destId="{CA542AAE-8489-4D54-B936-F3631CE50ABF}" srcOrd="0" destOrd="0" presId="urn:microsoft.com/office/officeart/2018/5/layout/CenteredIconLabelDescriptionList"/>
    <dgm:cxn modelId="{1FA307C2-2804-48DB-92FB-F3191F85DC7D}" type="presParOf" srcId="{CA542AAE-8489-4D54-B936-F3631CE50ABF}" destId="{A6392967-F338-4B2F-B65B-E6834889CC6F}" srcOrd="0" destOrd="0" presId="urn:microsoft.com/office/officeart/2018/5/layout/CenteredIconLabelDescriptionList"/>
    <dgm:cxn modelId="{E457ACD7-501F-4DC4-9E37-722D34C893C5}" type="presParOf" srcId="{CA542AAE-8489-4D54-B936-F3631CE50ABF}" destId="{2F6FE77F-29E2-418B-AB7D-E5A02E2218E2}" srcOrd="1" destOrd="0" presId="urn:microsoft.com/office/officeart/2018/5/layout/CenteredIconLabelDescriptionList"/>
    <dgm:cxn modelId="{B1BCFC20-E7A8-42BD-8072-5909F32019F9}" type="presParOf" srcId="{CA542AAE-8489-4D54-B936-F3631CE50ABF}" destId="{8990B02A-97E3-4585-A933-32BB80895785}" srcOrd="2" destOrd="0" presId="urn:microsoft.com/office/officeart/2018/5/layout/CenteredIconLabelDescriptionList"/>
    <dgm:cxn modelId="{683CE8E4-7809-4D52-ABD5-72218FAA415D}" type="presParOf" srcId="{CA542AAE-8489-4D54-B936-F3631CE50ABF}" destId="{2C57696C-6CE3-4954-8FAD-2EBA99669704}" srcOrd="3" destOrd="0" presId="urn:microsoft.com/office/officeart/2018/5/layout/CenteredIconLabelDescriptionList"/>
    <dgm:cxn modelId="{8B63EA44-4859-4123-9919-BC7B3B4D9E43}" type="presParOf" srcId="{CA542AAE-8489-4D54-B936-F3631CE50ABF}" destId="{368FC430-23C2-4D3E-BC74-711025DD24CF}" srcOrd="4" destOrd="0" presId="urn:microsoft.com/office/officeart/2018/5/layout/CenteredIconLabelDescriptionList"/>
    <dgm:cxn modelId="{B2F7B723-BC9C-47CF-AC40-0FD801118BBA}" type="presParOf" srcId="{67F7C2AE-1A11-431B-A313-7C9F81EDF1CA}" destId="{8244F67E-5332-4773-B433-45E974B9CEEA}" srcOrd="1" destOrd="0" presId="urn:microsoft.com/office/officeart/2018/5/layout/CenteredIconLabelDescriptionList"/>
    <dgm:cxn modelId="{E979756D-170B-4BB4-A608-2A813B06C966}" type="presParOf" srcId="{67F7C2AE-1A11-431B-A313-7C9F81EDF1CA}" destId="{9824C11E-B924-43D6-9BE9-CC131658DEFF}" srcOrd="2" destOrd="0" presId="urn:microsoft.com/office/officeart/2018/5/layout/CenteredIconLabelDescriptionList"/>
    <dgm:cxn modelId="{FE2825E2-F0BD-493F-8FC9-F96C0DE2E4C6}" type="presParOf" srcId="{9824C11E-B924-43D6-9BE9-CC131658DEFF}" destId="{FDDEF161-9578-4514-A49E-379D879DD1C8}" srcOrd="0" destOrd="0" presId="urn:microsoft.com/office/officeart/2018/5/layout/CenteredIconLabelDescriptionList"/>
    <dgm:cxn modelId="{7F0A5C9F-C8BC-4D67-92E4-F1D10C97FA27}" type="presParOf" srcId="{9824C11E-B924-43D6-9BE9-CC131658DEFF}" destId="{3D37BB2B-A1D1-4E1D-A557-5FC215517F77}" srcOrd="1" destOrd="0" presId="urn:microsoft.com/office/officeart/2018/5/layout/CenteredIconLabelDescriptionList"/>
    <dgm:cxn modelId="{7AAAB0B2-269E-457D-A961-583A8D473B4A}" type="presParOf" srcId="{9824C11E-B924-43D6-9BE9-CC131658DEFF}" destId="{2266D7A2-AEB0-4542-96AE-67CB2C67C794}" srcOrd="2" destOrd="0" presId="urn:microsoft.com/office/officeart/2018/5/layout/CenteredIconLabelDescriptionList"/>
    <dgm:cxn modelId="{B4B1A83D-9C5A-4B12-A792-A7866E1B2B89}" type="presParOf" srcId="{9824C11E-B924-43D6-9BE9-CC131658DEFF}" destId="{FD7AE306-C88A-4842-AA4F-FD5A32919451}" srcOrd="3" destOrd="0" presId="urn:microsoft.com/office/officeart/2018/5/layout/CenteredIconLabelDescriptionList"/>
    <dgm:cxn modelId="{CAA56C9D-4462-4580-8DC5-95D1683FD7EB}" type="presParOf" srcId="{9824C11E-B924-43D6-9BE9-CC131658DEFF}" destId="{2FED82DF-C0DD-46B6-B3D7-DF23F0C5BD0B}" srcOrd="4" destOrd="0" presId="urn:microsoft.com/office/officeart/2018/5/layout/CenteredIconLabelDescriptionList"/>
    <dgm:cxn modelId="{6B245B0B-D572-4491-9C39-8857048AE14A}" type="presParOf" srcId="{67F7C2AE-1A11-431B-A313-7C9F81EDF1CA}" destId="{D5D54D8B-AA50-4D38-895A-BE2CAA93C3CE}" srcOrd="3" destOrd="0" presId="urn:microsoft.com/office/officeart/2018/5/layout/CenteredIconLabelDescriptionList"/>
    <dgm:cxn modelId="{5340A4A6-2CF1-491E-AA1B-49B4FA3281B1}" type="presParOf" srcId="{67F7C2AE-1A11-431B-A313-7C9F81EDF1CA}" destId="{CC9908BA-80AE-4C37-9A01-28501FB29D1C}" srcOrd="4" destOrd="0" presId="urn:microsoft.com/office/officeart/2018/5/layout/CenteredIconLabelDescriptionList"/>
    <dgm:cxn modelId="{173FC658-7D5F-46F4-A96E-D3C787848492}" type="presParOf" srcId="{CC9908BA-80AE-4C37-9A01-28501FB29D1C}" destId="{54A97874-5CDD-4180-9BC3-6208110A9E10}" srcOrd="0" destOrd="0" presId="urn:microsoft.com/office/officeart/2018/5/layout/CenteredIconLabelDescriptionList"/>
    <dgm:cxn modelId="{83AFC582-639A-42E0-A2A1-507291E6DDA1}" type="presParOf" srcId="{CC9908BA-80AE-4C37-9A01-28501FB29D1C}" destId="{ACAC67D0-64B7-41A6-AED9-F170BA342324}" srcOrd="1" destOrd="0" presId="urn:microsoft.com/office/officeart/2018/5/layout/CenteredIconLabelDescriptionList"/>
    <dgm:cxn modelId="{BD42F29F-2597-4A67-9DF7-15D7DC0EBB16}" type="presParOf" srcId="{CC9908BA-80AE-4C37-9A01-28501FB29D1C}" destId="{A0F18030-16F1-4E7B-9400-B43E9A08F8A3}" srcOrd="2" destOrd="0" presId="urn:microsoft.com/office/officeart/2018/5/layout/CenteredIconLabelDescriptionList"/>
    <dgm:cxn modelId="{E209B2BB-71BD-4661-AFEC-7DC41295780A}" type="presParOf" srcId="{CC9908BA-80AE-4C37-9A01-28501FB29D1C}" destId="{9E403F4A-019C-43D4-864B-5A778A9B81EF}" srcOrd="3" destOrd="0" presId="urn:microsoft.com/office/officeart/2018/5/layout/CenteredIconLabelDescriptionList"/>
    <dgm:cxn modelId="{E81EFC99-F6B7-4FB6-9F41-002DC2F157B6}" type="presParOf" srcId="{CC9908BA-80AE-4C37-9A01-28501FB29D1C}" destId="{1A82131F-76D3-4842-907F-79F439C6D56A}" srcOrd="4" destOrd="0" presId="urn:microsoft.com/office/officeart/2018/5/layout/CenteredIconLabelDescriptionList"/>
    <dgm:cxn modelId="{6F1A6D8C-2034-43E1-B7C8-1B5924925004}" type="presParOf" srcId="{67F7C2AE-1A11-431B-A313-7C9F81EDF1CA}" destId="{FF6B8DB4-D2C9-4319-B13B-92DD0DC4C64E}" srcOrd="5" destOrd="0" presId="urn:microsoft.com/office/officeart/2018/5/layout/CenteredIconLabelDescriptionList"/>
    <dgm:cxn modelId="{0F9778D6-8DE1-4F65-965B-963971FD2991}" type="presParOf" srcId="{67F7C2AE-1A11-431B-A313-7C9F81EDF1CA}" destId="{7D358D0B-0947-4AC9-BBE0-3004DF219D18}" srcOrd="6" destOrd="0" presId="urn:microsoft.com/office/officeart/2018/5/layout/CenteredIconLabelDescriptionList"/>
    <dgm:cxn modelId="{DF2DFD2B-E9B4-4379-8949-D1AA30933265}" type="presParOf" srcId="{7D358D0B-0947-4AC9-BBE0-3004DF219D18}" destId="{D7018657-9152-4D1C-AE98-CFF877B6A941}" srcOrd="0" destOrd="0" presId="urn:microsoft.com/office/officeart/2018/5/layout/CenteredIconLabelDescriptionList"/>
    <dgm:cxn modelId="{1615F8B4-8CFE-47BA-9893-7637477856DB}" type="presParOf" srcId="{7D358D0B-0947-4AC9-BBE0-3004DF219D18}" destId="{4E228135-B111-45BD-B3B6-84A0596CDE81}" srcOrd="1" destOrd="0" presId="urn:microsoft.com/office/officeart/2018/5/layout/CenteredIconLabelDescriptionList"/>
    <dgm:cxn modelId="{E4745730-5955-4336-88CE-A93AB93C0257}" type="presParOf" srcId="{7D358D0B-0947-4AC9-BBE0-3004DF219D18}" destId="{C23C1903-01C1-4ECB-83BC-DECA460CD37A}" srcOrd="2" destOrd="0" presId="urn:microsoft.com/office/officeart/2018/5/layout/CenteredIconLabelDescriptionList"/>
    <dgm:cxn modelId="{535A841F-8ADA-47A9-A17D-8A726F30931C}" type="presParOf" srcId="{7D358D0B-0947-4AC9-BBE0-3004DF219D18}" destId="{230A3A27-5383-45FA-93EC-4E29B9317DB9}" srcOrd="3" destOrd="0" presId="urn:microsoft.com/office/officeart/2018/5/layout/CenteredIconLabelDescriptionList"/>
    <dgm:cxn modelId="{D5F9EA33-FF49-47C3-8FF2-810F4845A550}" type="presParOf" srcId="{7D358D0B-0947-4AC9-BBE0-3004DF219D18}" destId="{8A507FFF-FA95-409E-9D6E-637E535091A6}" srcOrd="4" destOrd="0" presId="urn:microsoft.com/office/officeart/2018/5/layout/CenteredIconLabelDescriptionList"/>
    <dgm:cxn modelId="{9C0296DF-1BD4-4639-9252-6AF6A8D8CB7E}" type="presParOf" srcId="{67F7C2AE-1A11-431B-A313-7C9F81EDF1CA}" destId="{1D3E6DD5-F41C-4920-B1F8-4C0B95548B33}" srcOrd="7" destOrd="0" presId="urn:microsoft.com/office/officeart/2018/5/layout/CenteredIconLabelDescriptionList"/>
    <dgm:cxn modelId="{DB23258A-7B70-4F3E-B66C-8CF0210D3C32}" type="presParOf" srcId="{67F7C2AE-1A11-431B-A313-7C9F81EDF1CA}" destId="{14CA68B0-F166-466F-981F-28E92D39F055}" srcOrd="8" destOrd="0" presId="urn:microsoft.com/office/officeart/2018/5/layout/CenteredIconLabelDescriptionList"/>
    <dgm:cxn modelId="{BC20F297-19F2-48B4-A4C5-CD31E48D2CC9}" type="presParOf" srcId="{14CA68B0-F166-466F-981F-28E92D39F055}" destId="{E19C6E2B-AE1B-4756-9601-EF7322CAEA01}" srcOrd="0" destOrd="0" presId="urn:microsoft.com/office/officeart/2018/5/layout/CenteredIconLabelDescriptionList"/>
    <dgm:cxn modelId="{B0907909-E5C2-4F59-9500-DFB3BA37546D}" type="presParOf" srcId="{14CA68B0-F166-466F-981F-28E92D39F055}" destId="{D2335704-D00A-4300-B51E-8EBD0670862D}" srcOrd="1" destOrd="0" presId="urn:microsoft.com/office/officeart/2018/5/layout/CenteredIconLabelDescriptionList"/>
    <dgm:cxn modelId="{52D15B66-BF72-4A09-BAC8-A9D20241670C}" type="presParOf" srcId="{14CA68B0-F166-466F-981F-28E92D39F055}" destId="{B8857DA5-8B5F-4CE3-BC0F-0D5FE658491C}" srcOrd="2" destOrd="0" presId="urn:microsoft.com/office/officeart/2018/5/layout/CenteredIconLabelDescriptionList"/>
    <dgm:cxn modelId="{6FE01A6D-6F40-4A55-9DFC-E2A99D4ADCFB}" type="presParOf" srcId="{14CA68B0-F166-466F-981F-28E92D39F055}" destId="{96E6CC52-ED3F-4997-9752-B9057CE50DED}" srcOrd="3" destOrd="0" presId="urn:microsoft.com/office/officeart/2018/5/layout/CenteredIconLabelDescriptionList"/>
    <dgm:cxn modelId="{4CFBA5B9-3CB5-4A80-AC91-16C80D158361}" type="presParOf" srcId="{14CA68B0-F166-466F-981F-28E92D39F055}" destId="{23A5BA21-548A-4A40-9FB1-64FBCF2AEB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3C3A79B-BE06-400A-8D2E-B13F026294F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85165E-2358-4C4C-828A-7F8230F987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Organizational use</a:t>
          </a:r>
          <a:endParaRPr lang="en-US" dirty="0"/>
        </a:p>
      </dgm:t>
    </dgm:pt>
    <dgm:pt modelId="{D6E1E6C2-423C-4ED0-A04C-989F715DBDB7}" type="parTrans" cxnId="{7E7680FF-DE4B-4E25-9678-A52E4CB18354}">
      <dgm:prSet/>
      <dgm:spPr/>
      <dgm:t>
        <a:bodyPr/>
        <a:lstStyle/>
        <a:p>
          <a:endParaRPr lang="en-US"/>
        </a:p>
      </dgm:t>
    </dgm:pt>
    <dgm:pt modelId="{33879368-82EF-43A9-81BC-28DF41C0F55B}" type="sibTrans" cxnId="{7E7680FF-DE4B-4E25-9678-A52E4CB18354}">
      <dgm:prSet/>
      <dgm:spPr/>
      <dgm:t>
        <a:bodyPr/>
        <a:lstStyle/>
        <a:p>
          <a:endParaRPr lang="en-US"/>
        </a:p>
      </dgm:t>
    </dgm:pt>
    <dgm:pt modelId="{A4486675-7C80-4BD7-B907-4455D0A165B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Tree structure</a:t>
          </a:r>
          <a:endParaRPr lang="en-US" dirty="0"/>
        </a:p>
      </dgm:t>
    </dgm:pt>
    <dgm:pt modelId="{80D70FD6-5A74-431A-BA86-3344D53723CC}" type="parTrans" cxnId="{E7E532AC-8A96-4922-99A6-5C117D4E4640}">
      <dgm:prSet/>
      <dgm:spPr/>
      <dgm:t>
        <a:bodyPr/>
        <a:lstStyle/>
        <a:p>
          <a:endParaRPr lang="en-US"/>
        </a:p>
      </dgm:t>
    </dgm:pt>
    <dgm:pt modelId="{EA34FDFB-9963-40D6-95C9-6B65B3A8641E}" type="sibTrans" cxnId="{E7E532AC-8A96-4922-99A6-5C117D4E4640}">
      <dgm:prSet/>
      <dgm:spPr/>
      <dgm:t>
        <a:bodyPr/>
        <a:lstStyle/>
        <a:p>
          <a:endParaRPr lang="en-US"/>
        </a:p>
      </dgm:t>
    </dgm:pt>
    <dgm:pt modelId="{055A83C6-41D2-4E73-AD62-06D230DAF3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Branches for</a:t>
          </a:r>
          <a:endParaRPr lang="en-US" dirty="0"/>
        </a:p>
      </dgm:t>
    </dgm:pt>
    <dgm:pt modelId="{0DAD0A87-7817-43D6-86E2-1CC8B8A3BA79}" type="parTrans" cxnId="{A2379AD9-93BB-4555-8398-991BD2D3D92F}">
      <dgm:prSet/>
      <dgm:spPr/>
      <dgm:t>
        <a:bodyPr/>
        <a:lstStyle/>
        <a:p>
          <a:endParaRPr lang="en-US"/>
        </a:p>
      </dgm:t>
    </dgm:pt>
    <dgm:pt modelId="{071D1347-DCC6-4193-8493-3CC4F67B9897}" type="sibTrans" cxnId="{A2379AD9-93BB-4555-8398-991BD2D3D92F}">
      <dgm:prSet/>
      <dgm:spPr/>
      <dgm:t>
        <a:bodyPr/>
        <a:lstStyle/>
        <a:p>
          <a:endParaRPr lang="en-US"/>
        </a:p>
      </dgm:t>
    </dgm:pt>
    <dgm:pt modelId="{5965372F-3C3D-41A5-B0A0-91F8CCAB01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Corporate settings</a:t>
          </a:r>
          <a:endParaRPr lang="en-US" dirty="0"/>
        </a:p>
      </dgm:t>
    </dgm:pt>
    <dgm:pt modelId="{A856362D-B045-4210-B113-FC4DB5ADBD2D}" type="parTrans" cxnId="{BFDF377F-9CFB-4172-A0BC-7A78D0F1043D}">
      <dgm:prSet/>
      <dgm:spPr/>
      <dgm:t>
        <a:bodyPr/>
        <a:lstStyle/>
        <a:p>
          <a:endParaRPr lang="en-US"/>
        </a:p>
      </dgm:t>
    </dgm:pt>
    <dgm:pt modelId="{8D2514C0-0C85-488C-B62E-9C23F2BBE7F5}" type="sibTrans" cxnId="{BFDF377F-9CFB-4172-A0BC-7A78D0F1043D}">
      <dgm:prSet/>
      <dgm:spPr/>
      <dgm:t>
        <a:bodyPr/>
        <a:lstStyle/>
        <a:p>
          <a:endParaRPr lang="en-US"/>
        </a:p>
      </dgm:t>
    </dgm:pt>
    <dgm:pt modelId="{75A8699A-236D-4BE9-AB2D-18157BE96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express organizational meaning</a:t>
          </a:r>
        </a:p>
      </dgm:t>
    </dgm:pt>
    <dgm:pt modelId="{4E60E7D3-C83F-4C27-ABAB-E06CFBFE10B6}" type="parTrans" cxnId="{AE86DE92-2A61-4270-8CC3-DE557535680C}">
      <dgm:prSet/>
      <dgm:spPr/>
    </dgm:pt>
    <dgm:pt modelId="{B3E5BEB6-E51B-41D7-B809-3B46D98DA938}" type="sibTrans" cxnId="{AE86DE92-2A61-4270-8CC3-DE557535680C}">
      <dgm:prSet/>
      <dgm:spPr/>
    </dgm:pt>
    <dgm:pt modelId="{ACEA59EA-9DCA-4542-A176-C264EEB363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departments subsidiaries</a:t>
          </a:r>
        </a:p>
      </dgm:t>
    </dgm:pt>
    <dgm:pt modelId="{4FE651EF-C5C3-4D59-85B8-971E3C93E03A}" type="sibTrans" cxnId="{7DC77587-2F1E-4A3C-B248-836C4F27147E}">
      <dgm:prSet/>
      <dgm:spPr/>
      <dgm:t>
        <a:bodyPr/>
        <a:lstStyle/>
        <a:p>
          <a:endParaRPr lang="en-US"/>
        </a:p>
      </dgm:t>
    </dgm:pt>
    <dgm:pt modelId="{346E36A2-875C-4037-A592-1373237DA18D}" type="parTrans" cxnId="{7DC77587-2F1E-4A3C-B248-836C4F27147E}">
      <dgm:prSet/>
      <dgm:spPr/>
      <dgm:t>
        <a:bodyPr/>
        <a:lstStyle/>
        <a:p>
          <a:endParaRPr lang="en-US"/>
        </a:p>
      </dgm:t>
    </dgm:pt>
    <dgm:pt modelId="{56E172BD-A1FD-4658-99F8-6325E88BC6E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incoming/outgoing payments</a:t>
          </a:r>
          <a:endParaRPr lang="en-US" dirty="0"/>
        </a:p>
      </dgm:t>
    </dgm:pt>
    <dgm:pt modelId="{7851C309-99D9-408B-9E13-202B2C68752A}" type="parTrans" cxnId="{D963BC04-4087-44E0-8533-4799BE953313}">
      <dgm:prSet/>
      <dgm:spPr/>
    </dgm:pt>
    <dgm:pt modelId="{3CBAD740-6553-42CF-824C-883BEC166D0C}" type="sibTrans" cxnId="{D963BC04-4087-44E0-8533-4799BE953313}">
      <dgm:prSet/>
      <dgm:spPr/>
    </dgm:pt>
    <dgm:pt modelId="{82733C58-D125-4EF1-874C-E3BCC5DB0A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accounting categories</a:t>
          </a:r>
        </a:p>
      </dgm:t>
    </dgm:pt>
    <dgm:pt modelId="{CD9A9E78-6857-443F-BC74-72F277E196C4}" type="parTrans" cxnId="{110516DD-8012-40E1-AAED-9B5AA704414E}">
      <dgm:prSet/>
      <dgm:spPr/>
      <dgm:t>
        <a:bodyPr/>
        <a:lstStyle/>
        <a:p>
          <a:endParaRPr lang="tr-TR"/>
        </a:p>
      </dgm:t>
    </dgm:pt>
    <dgm:pt modelId="{AF4E4170-E6CF-4788-957A-CD7EF198B74A}" type="sibTrans" cxnId="{110516DD-8012-40E1-AAED-9B5AA704414E}">
      <dgm:prSet/>
      <dgm:spPr/>
      <dgm:t>
        <a:bodyPr/>
        <a:lstStyle/>
        <a:p>
          <a:endParaRPr lang="tr-TR"/>
        </a:p>
      </dgm:t>
    </dgm:pt>
    <dgm:pt modelId="{317A7AD0-18BE-4752-A4E1-37A9D4224A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specific </a:t>
          </a:r>
          <a:r>
            <a:rPr lang="en-US" dirty="0"/>
            <a:t>functions</a:t>
          </a:r>
        </a:p>
      </dgm:t>
    </dgm:pt>
    <dgm:pt modelId="{CE1C3F95-4D3D-4CD9-BE66-5E8C16B1EC65}" type="parTrans" cxnId="{20BF97C0-EDFA-4C34-8212-C7578393281A}">
      <dgm:prSet/>
      <dgm:spPr/>
    </dgm:pt>
    <dgm:pt modelId="{BDE39F39-BF9E-43CD-92A0-FF9DE4866738}" type="sibTrans" cxnId="{20BF97C0-EDFA-4C34-8212-C7578393281A}">
      <dgm:prSet/>
      <dgm:spPr/>
    </dgm:pt>
    <dgm:pt modelId="{E3EA9F78-01B1-4F76-A6C7-C2D4884A1A4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other corporate settings</a:t>
          </a:r>
          <a:endParaRPr lang="en-US" dirty="0"/>
        </a:p>
      </dgm:t>
    </dgm:pt>
    <dgm:pt modelId="{23104A98-C96C-43AE-8F1D-D2CC1EBC6A06}" type="parTrans" cxnId="{0FA2CDAC-8C6B-4816-85BB-28BABD220CF6}">
      <dgm:prSet/>
      <dgm:spPr/>
    </dgm:pt>
    <dgm:pt modelId="{2D4E4EE6-A7B4-4D4C-9B80-0BDCA2548A6E}" type="sibTrans" cxnId="{0FA2CDAC-8C6B-4816-85BB-28BABD220CF6}">
      <dgm:prSet/>
      <dgm:spPr/>
    </dgm:pt>
    <dgm:pt modelId="{A2ACE32B-9244-412F-BEDD-F148007195E0}" type="pres">
      <dgm:prSet presAssocID="{B3C3A79B-BE06-400A-8D2E-B13F026294F2}" presName="root" presStyleCnt="0">
        <dgm:presLayoutVars>
          <dgm:dir/>
          <dgm:resizeHandles val="exact"/>
        </dgm:presLayoutVars>
      </dgm:prSet>
      <dgm:spPr/>
    </dgm:pt>
    <dgm:pt modelId="{7796CD9A-9084-4D08-A4F0-3C94BAAEC981}" type="pres">
      <dgm:prSet presAssocID="{6285165E-2358-4C4C-828A-7F8230F9875B}" presName="compNode" presStyleCnt="0"/>
      <dgm:spPr/>
    </dgm:pt>
    <dgm:pt modelId="{92389DE7-FD27-4B1C-AB39-B9E02B650613}" type="pres">
      <dgm:prSet presAssocID="{6285165E-2358-4C4C-828A-7F8230F9875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g"/>
        </a:ext>
      </dgm:extLst>
    </dgm:pt>
    <dgm:pt modelId="{B425BCA4-2406-48F3-A263-448B250A0320}" type="pres">
      <dgm:prSet presAssocID="{6285165E-2358-4C4C-828A-7F8230F9875B}" presName="iconSpace" presStyleCnt="0"/>
      <dgm:spPr/>
    </dgm:pt>
    <dgm:pt modelId="{5A1A3E63-E016-4A87-AED0-BCF5D308754C}" type="pres">
      <dgm:prSet presAssocID="{6285165E-2358-4C4C-828A-7F8230F9875B}" presName="parTx" presStyleLbl="revTx" presStyleIdx="0" presStyleCnt="6">
        <dgm:presLayoutVars>
          <dgm:chMax val="0"/>
          <dgm:chPref val="0"/>
        </dgm:presLayoutVars>
      </dgm:prSet>
      <dgm:spPr/>
    </dgm:pt>
    <dgm:pt modelId="{5B4ECF3B-15AE-4826-BFEC-588B65D37CCD}" type="pres">
      <dgm:prSet presAssocID="{6285165E-2358-4C4C-828A-7F8230F9875B}" presName="txSpace" presStyleCnt="0"/>
      <dgm:spPr/>
    </dgm:pt>
    <dgm:pt modelId="{B2DBEA1A-15AB-4631-8E6C-14597F22E57C}" type="pres">
      <dgm:prSet presAssocID="{6285165E-2358-4C4C-828A-7F8230F9875B}" presName="desTx" presStyleLbl="revTx" presStyleIdx="1" presStyleCnt="6">
        <dgm:presLayoutVars/>
      </dgm:prSet>
      <dgm:spPr/>
    </dgm:pt>
    <dgm:pt modelId="{914341A5-A23A-4F29-AC77-6B4EBE4AE4A9}" type="pres">
      <dgm:prSet presAssocID="{33879368-82EF-43A9-81BC-28DF41C0F55B}" presName="sibTrans" presStyleCnt="0"/>
      <dgm:spPr/>
    </dgm:pt>
    <dgm:pt modelId="{8BAB30C4-1C94-46F6-BFD3-189549ABB59D}" type="pres">
      <dgm:prSet presAssocID="{055A83C6-41D2-4E73-AD62-06D230DAF36D}" presName="compNode" presStyleCnt="0"/>
      <dgm:spPr/>
    </dgm:pt>
    <dgm:pt modelId="{15575F8E-A2ED-4D5A-825F-47703E88756E}" type="pres">
      <dgm:prSet presAssocID="{055A83C6-41D2-4E73-AD62-06D230DAF3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ll"/>
        </a:ext>
      </dgm:extLst>
    </dgm:pt>
    <dgm:pt modelId="{1CC90818-4101-4F15-8EE1-F789B461BA63}" type="pres">
      <dgm:prSet presAssocID="{055A83C6-41D2-4E73-AD62-06D230DAF36D}" presName="iconSpace" presStyleCnt="0"/>
      <dgm:spPr/>
    </dgm:pt>
    <dgm:pt modelId="{9924E99D-C0B6-4AA1-9D35-C22966AE54C8}" type="pres">
      <dgm:prSet presAssocID="{055A83C6-41D2-4E73-AD62-06D230DAF36D}" presName="parTx" presStyleLbl="revTx" presStyleIdx="2" presStyleCnt="6">
        <dgm:presLayoutVars>
          <dgm:chMax val="0"/>
          <dgm:chPref val="0"/>
        </dgm:presLayoutVars>
      </dgm:prSet>
      <dgm:spPr/>
    </dgm:pt>
    <dgm:pt modelId="{7BC7822A-6CB7-4A33-A249-5F43E013B422}" type="pres">
      <dgm:prSet presAssocID="{055A83C6-41D2-4E73-AD62-06D230DAF36D}" presName="txSpace" presStyleCnt="0"/>
      <dgm:spPr/>
    </dgm:pt>
    <dgm:pt modelId="{73236A37-7085-4622-B940-E19F0667C922}" type="pres">
      <dgm:prSet presAssocID="{055A83C6-41D2-4E73-AD62-06D230DAF36D}" presName="desTx" presStyleLbl="revTx" presStyleIdx="3" presStyleCnt="6">
        <dgm:presLayoutVars/>
      </dgm:prSet>
      <dgm:spPr/>
    </dgm:pt>
    <dgm:pt modelId="{E35A72A2-6034-4B0C-B87F-59ECE617F578}" type="pres">
      <dgm:prSet presAssocID="{071D1347-DCC6-4193-8493-3CC4F67B9897}" presName="sibTrans" presStyleCnt="0"/>
      <dgm:spPr/>
    </dgm:pt>
    <dgm:pt modelId="{AA857F41-0965-4B5F-A2F3-74EC8225CE07}" type="pres">
      <dgm:prSet presAssocID="{5965372F-3C3D-41A5-B0A0-91F8CCAB01A7}" presName="compNode" presStyleCnt="0"/>
      <dgm:spPr/>
    </dgm:pt>
    <dgm:pt modelId="{6EA717BE-95FD-42D9-8455-70A8FA4AF688}" type="pres">
      <dgm:prSet presAssocID="{5965372F-3C3D-41A5-B0A0-91F8CCAB01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5DDB8548-D856-4709-B10E-D3EEB994E5B8}" type="pres">
      <dgm:prSet presAssocID="{5965372F-3C3D-41A5-B0A0-91F8CCAB01A7}" presName="iconSpace" presStyleCnt="0"/>
      <dgm:spPr/>
    </dgm:pt>
    <dgm:pt modelId="{E6FB40E8-C79D-48D7-ACA6-8A660EFD98FA}" type="pres">
      <dgm:prSet presAssocID="{5965372F-3C3D-41A5-B0A0-91F8CCAB01A7}" presName="parTx" presStyleLbl="revTx" presStyleIdx="4" presStyleCnt="6">
        <dgm:presLayoutVars>
          <dgm:chMax val="0"/>
          <dgm:chPref val="0"/>
        </dgm:presLayoutVars>
      </dgm:prSet>
      <dgm:spPr/>
    </dgm:pt>
    <dgm:pt modelId="{5B49FCA9-0458-414C-A551-DAA3C646AC23}" type="pres">
      <dgm:prSet presAssocID="{5965372F-3C3D-41A5-B0A0-91F8CCAB01A7}" presName="txSpace" presStyleCnt="0"/>
      <dgm:spPr/>
    </dgm:pt>
    <dgm:pt modelId="{801D5CE3-0115-463B-AA93-5F0FA9AA3F7F}" type="pres">
      <dgm:prSet presAssocID="{5965372F-3C3D-41A5-B0A0-91F8CCAB01A7}" presName="desTx" presStyleLbl="revTx" presStyleIdx="5" presStyleCnt="6">
        <dgm:presLayoutVars/>
      </dgm:prSet>
      <dgm:spPr/>
    </dgm:pt>
  </dgm:ptLst>
  <dgm:cxnLst>
    <dgm:cxn modelId="{D963BC04-4087-44E0-8533-4799BE953313}" srcId="{055A83C6-41D2-4E73-AD62-06D230DAF36D}" destId="{56E172BD-A1FD-4658-99F8-6325E88BC6EC}" srcOrd="0" destOrd="0" parTransId="{7851C309-99D9-408B-9E13-202B2C68752A}" sibTransId="{3CBAD740-6553-42CF-824C-883BEC166D0C}"/>
    <dgm:cxn modelId="{09F4BA46-5555-4380-8D1E-FE37C0CE4447}" type="presOf" srcId="{6285165E-2358-4C4C-828A-7F8230F9875B}" destId="{5A1A3E63-E016-4A87-AED0-BCF5D308754C}" srcOrd="0" destOrd="0" presId="urn:microsoft.com/office/officeart/2018/5/layout/CenteredIconLabelDescriptionList"/>
    <dgm:cxn modelId="{E2F5DF66-64DD-4843-AFEE-F422A5230E8E}" type="presOf" srcId="{75A8699A-236D-4BE9-AB2D-18157BE9642D}" destId="{B2DBEA1A-15AB-4631-8E6C-14597F22E57C}" srcOrd="0" destOrd="1" presId="urn:microsoft.com/office/officeart/2018/5/layout/CenteredIconLabelDescriptionList"/>
    <dgm:cxn modelId="{D7B0504F-3FA9-442A-8754-77E367184980}" type="presOf" srcId="{82733C58-D125-4EF1-874C-E3BCC5DB0AA9}" destId="{801D5CE3-0115-463B-AA93-5F0FA9AA3F7F}" srcOrd="0" destOrd="2" presId="urn:microsoft.com/office/officeart/2018/5/layout/CenteredIconLabelDescriptionList"/>
    <dgm:cxn modelId="{DA504070-FBF9-4151-98BA-F817B64019F9}" type="presOf" srcId="{5965372F-3C3D-41A5-B0A0-91F8CCAB01A7}" destId="{E6FB40E8-C79D-48D7-ACA6-8A660EFD98FA}" srcOrd="0" destOrd="0" presId="urn:microsoft.com/office/officeart/2018/5/layout/CenteredIconLabelDescriptionList"/>
    <dgm:cxn modelId="{A90DDE53-BFEB-49B6-B623-994A4920BECE}" type="presOf" srcId="{ACEA59EA-9DCA-4542-A176-C264EEB36376}" destId="{801D5CE3-0115-463B-AA93-5F0FA9AA3F7F}" srcOrd="0" destOrd="0" presId="urn:microsoft.com/office/officeart/2018/5/layout/CenteredIconLabelDescriptionList"/>
    <dgm:cxn modelId="{1F245658-CDAA-4E4A-BF62-DFF7136067F5}" type="presOf" srcId="{56E172BD-A1FD-4658-99F8-6325E88BC6EC}" destId="{73236A37-7085-4622-B940-E19F0667C922}" srcOrd="0" destOrd="0" presId="urn:microsoft.com/office/officeart/2018/5/layout/CenteredIconLabelDescriptionList"/>
    <dgm:cxn modelId="{BFDF377F-9CFB-4172-A0BC-7A78D0F1043D}" srcId="{B3C3A79B-BE06-400A-8D2E-B13F026294F2}" destId="{5965372F-3C3D-41A5-B0A0-91F8CCAB01A7}" srcOrd="2" destOrd="0" parTransId="{A856362D-B045-4210-B113-FC4DB5ADBD2D}" sibTransId="{8D2514C0-0C85-488C-B62E-9C23F2BBE7F5}"/>
    <dgm:cxn modelId="{7DC77587-2F1E-4A3C-B248-836C4F27147E}" srcId="{5965372F-3C3D-41A5-B0A0-91F8CCAB01A7}" destId="{ACEA59EA-9DCA-4542-A176-C264EEB36376}" srcOrd="0" destOrd="0" parTransId="{346E36A2-875C-4037-A592-1373237DA18D}" sibTransId="{4FE651EF-C5C3-4D59-85B8-971E3C93E03A}"/>
    <dgm:cxn modelId="{75A2F789-EB61-4200-8828-4A8122DFEBBA}" type="presOf" srcId="{B3C3A79B-BE06-400A-8D2E-B13F026294F2}" destId="{A2ACE32B-9244-412F-BEDD-F148007195E0}" srcOrd="0" destOrd="0" presId="urn:microsoft.com/office/officeart/2018/5/layout/CenteredIconLabelDescriptionList"/>
    <dgm:cxn modelId="{AE86DE92-2A61-4270-8CC3-DE557535680C}" srcId="{6285165E-2358-4C4C-828A-7F8230F9875B}" destId="{75A8699A-236D-4BE9-AB2D-18157BE9642D}" srcOrd="1" destOrd="0" parTransId="{4E60E7D3-C83F-4C27-ABAB-E06CFBFE10B6}" sibTransId="{B3E5BEB6-E51B-41D7-B809-3B46D98DA938}"/>
    <dgm:cxn modelId="{E7E532AC-8A96-4922-99A6-5C117D4E4640}" srcId="{6285165E-2358-4C4C-828A-7F8230F9875B}" destId="{A4486675-7C80-4BD7-B907-4455D0A165B2}" srcOrd="0" destOrd="0" parTransId="{80D70FD6-5A74-431A-BA86-3344D53723CC}" sibTransId="{EA34FDFB-9963-40D6-95C9-6B65B3A8641E}"/>
    <dgm:cxn modelId="{0FA2CDAC-8C6B-4816-85BB-28BABD220CF6}" srcId="{055A83C6-41D2-4E73-AD62-06D230DAF36D}" destId="{E3EA9F78-01B1-4F76-A6C7-C2D4884A1A49}" srcOrd="1" destOrd="0" parTransId="{23104A98-C96C-43AE-8F1D-D2CC1EBC6A06}" sibTransId="{2D4E4EE6-A7B4-4D4C-9B80-0BDCA2548A6E}"/>
    <dgm:cxn modelId="{2792E7B3-ED57-41AC-AC6A-439B12D327DC}" type="presOf" srcId="{055A83C6-41D2-4E73-AD62-06D230DAF36D}" destId="{9924E99D-C0B6-4AA1-9D35-C22966AE54C8}" srcOrd="0" destOrd="0" presId="urn:microsoft.com/office/officeart/2018/5/layout/CenteredIconLabelDescriptionList"/>
    <dgm:cxn modelId="{20BF97C0-EDFA-4C34-8212-C7578393281A}" srcId="{5965372F-3C3D-41A5-B0A0-91F8CCAB01A7}" destId="{317A7AD0-18BE-4752-A4E1-37A9D4224AB5}" srcOrd="1" destOrd="0" parTransId="{CE1C3F95-4D3D-4CD9-BE66-5E8C16B1EC65}" sibTransId="{BDE39F39-BF9E-43CD-92A0-FF9DE4866738}"/>
    <dgm:cxn modelId="{A2379AD9-93BB-4555-8398-991BD2D3D92F}" srcId="{B3C3A79B-BE06-400A-8D2E-B13F026294F2}" destId="{055A83C6-41D2-4E73-AD62-06D230DAF36D}" srcOrd="1" destOrd="0" parTransId="{0DAD0A87-7817-43D6-86E2-1CC8B8A3BA79}" sibTransId="{071D1347-DCC6-4193-8493-3CC4F67B9897}"/>
    <dgm:cxn modelId="{110516DD-8012-40E1-AAED-9B5AA704414E}" srcId="{5965372F-3C3D-41A5-B0A0-91F8CCAB01A7}" destId="{82733C58-D125-4EF1-874C-E3BCC5DB0AA9}" srcOrd="2" destOrd="0" parTransId="{CD9A9E78-6857-443F-BC74-72F277E196C4}" sibTransId="{AF4E4170-E6CF-4788-957A-CD7EF198B74A}"/>
    <dgm:cxn modelId="{885ED6EE-3297-452F-A2C0-E7497BBC5E44}" type="presOf" srcId="{E3EA9F78-01B1-4F76-A6C7-C2D4884A1A49}" destId="{73236A37-7085-4622-B940-E19F0667C922}" srcOrd="0" destOrd="1" presId="urn:microsoft.com/office/officeart/2018/5/layout/CenteredIconLabelDescriptionList"/>
    <dgm:cxn modelId="{BF8444F3-E7AF-4B3F-80B2-800151D4D837}" type="presOf" srcId="{A4486675-7C80-4BD7-B907-4455D0A165B2}" destId="{B2DBEA1A-15AB-4631-8E6C-14597F22E57C}" srcOrd="0" destOrd="0" presId="urn:microsoft.com/office/officeart/2018/5/layout/CenteredIconLabelDescriptionList"/>
    <dgm:cxn modelId="{AC517FFA-A1BB-4B84-AE81-1734F03A9021}" type="presOf" srcId="{317A7AD0-18BE-4752-A4E1-37A9D4224AB5}" destId="{801D5CE3-0115-463B-AA93-5F0FA9AA3F7F}" srcOrd="0" destOrd="1" presId="urn:microsoft.com/office/officeart/2018/5/layout/CenteredIconLabelDescriptionList"/>
    <dgm:cxn modelId="{7E7680FF-DE4B-4E25-9678-A52E4CB18354}" srcId="{B3C3A79B-BE06-400A-8D2E-B13F026294F2}" destId="{6285165E-2358-4C4C-828A-7F8230F9875B}" srcOrd="0" destOrd="0" parTransId="{D6E1E6C2-423C-4ED0-A04C-989F715DBDB7}" sibTransId="{33879368-82EF-43A9-81BC-28DF41C0F55B}"/>
    <dgm:cxn modelId="{66E2D143-460F-4B10-8C8C-5307CFCA0826}" type="presParOf" srcId="{A2ACE32B-9244-412F-BEDD-F148007195E0}" destId="{7796CD9A-9084-4D08-A4F0-3C94BAAEC981}" srcOrd="0" destOrd="0" presId="urn:microsoft.com/office/officeart/2018/5/layout/CenteredIconLabelDescriptionList"/>
    <dgm:cxn modelId="{D5414CF6-1CA9-4DE1-AD6E-A6E04E01EA06}" type="presParOf" srcId="{7796CD9A-9084-4D08-A4F0-3C94BAAEC981}" destId="{92389DE7-FD27-4B1C-AB39-B9E02B650613}" srcOrd="0" destOrd="0" presId="urn:microsoft.com/office/officeart/2018/5/layout/CenteredIconLabelDescriptionList"/>
    <dgm:cxn modelId="{01C5DCBF-8385-4F54-AADA-C4DDDC0C6516}" type="presParOf" srcId="{7796CD9A-9084-4D08-A4F0-3C94BAAEC981}" destId="{B425BCA4-2406-48F3-A263-448B250A0320}" srcOrd="1" destOrd="0" presId="urn:microsoft.com/office/officeart/2018/5/layout/CenteredIconLabelDescriptionList"/>
    <dgm:cxn modelId="{5B5FBAB8-E9DE-47EE-B27E-EC9C5DC5E9C1}" type="presParOf" srcId="{7796CD9A-9084-4D08-A4F0-3C94BAAEC981}" destId="{5A1A3E63-E016-4A87-AED0-BCF5D308754C}" srcOrd="2" destOrd="0" presId="urn:microsoft.com/office/officeart/2018/5/layout/CenteredIconLabelDescriptionList"/>
    <dgm:cxn modelId="{5AECFA5F-560A-4ECC-B33D-F2ACF88DD16A}" type="presParOf" srcId="{7796CD9A-9084-4D08-A4F0-3C94BAAEC981}" destId="{5B4ECF3B-15AE-4826-BFEC-588B65D37CCD}" srcOrd="3" destOrd="0" presId="urn:microsoft.com/office/officeart/2018/5/layout/CenteredIconLabelDescriptionList"/>
    <dgm:cxn modelId="{F0709087-EAE9-44DA-ADA2-75291699722B}" type="presParOf" srcId="{7796CD9A-9084-4D08-A4F0-3C94BAAEC981}" destId="{B2DBEA1A-15AB-4631-8E6C-14597F22E57C}" srcOrd="4" destOrd="0" presId="urn:microsoft.com/office/officeart/2018/5/layout/CenteredIconLabelDescriptionList"/>
    <dgm:cxn modelId="{277EF644-F272-45DA-8B4F-318A272C5D7C}" type="presParOf" srcId="{A2ACE32B-9244-412F-BEDD-F148007195E0}" destId="{914341A5-A23A-4F29-AC77-6B4EBE4AE4A9}" srcOrd="1" destOrd="0" presId="urn:microsoft.com/office/officeart/2018/5/layout/CenteredIconLabelDescriptionList"/>
    <dgm:cxn modelId="{885730D0-BEA9-4782-9FE8-1AAD07D22EBE}" type="presParOf" srcId="{A2ACE32B-9244-412F-BEDD-F148007195E0}" destId="{8BAB30C4-1C94-46F6-BFD3-189549ABB59D}" srcOrd="2" destOrd="0" presId="urn:microsoft.com/office/officeart/2018/5/layout/CenteredIconLabelDescriptionList"/>
    <dgm:cxn modelId="{2605E4F9-0F66-4CE4-96DF-F137867ADAE2}" type="presParOf" srcId="{8BAB30C4-1C94-46F6-BFD3-189549ABB59D}" destId="{15575F8E-A2ED-4D5A-825F-47703E88756E}" srcOrd="0" destOrd="0" presId="urn:microsoft.com/office/officeart/2018/5/layout/CenteredIconLabelDescriptionList"/>
    <dgm:cxn modelId="{F7E53A6C-366D-4771-8936-F069A8BB0D51}" type="presParOf" srcId="{8BAB30C4-1C94-46F6-BFD3-189549ABB59D}" destId="{1CC90818-4101-4F15-8EE1-F789B461BA63}" srcOrd="1" destOrd="0" presId="urn:microsoft.com/office/officeart/2018/5/layout/CenteredIconLabelDescriptionList"/>
    <dgm:cxn modelId="{9FF735DD-D467-4C10-907A-9668D9366809}" type="presParOf" srcId="{8BAB30C4-1C94-46F6-BFD3-189549ABB59D}" destId="{9924E99D-C0B6-4AA1-9D35-C22966AE54C8}" srcOrd="2" destOrd="0" presId="urn:microsoft.com/office/officeart/2018/5/layout/CenteredIconLabelDescriptionList"/>
    <dgm:cxn modelId="{96EF2AF0-B0F6-4667-8A56-3A44C04D892F}" type="presParOf" srcId="{8BAB30C4-1C94-46F6-BFD3-189549ABB59D}" destId="{7BC7822A-6CB7-4A33-A249-5F43E013B422}" srcOrd="3" destOrd="0" presId="urn:microsoft.com/office/officeart/2018/5/layout/CenteredIconLabelDescriptionList"/>
    <dgm:cxn modelId="{34DAAC0B-3C97-4650-9EC4-4FFD26483920}" type="presParOf" srcId="{8BAB30C4-1C94-46F6-BFD3-189549ABB59D}" destId="{73236A37-7085-4622-B940-E19F0667C922}" srcOrd="4" destOrd="0" presId="urn:microsoft.com/office/officeart/2018/5/layout/CenteredIconLabelDescriptionList"/>
    <dgm:cxn modelId="{B78D41DF-1B9E-4565-B905-B94456051DC5}" type="presParOf" srcId="{A2ACE32B-9244-412F-BEDD-F148007195E0}" destId="{E35A72A2-6034-4B0C-B87F-59ECE617F578}" srcOrd="3" destOrd="0" presId="urn:microsoft.com/office/officeart/2018/5/layout/CenteredIconLabelDescriptionList"/>
    <dgm:cxn modelId="{49AEF702-8A67-4FB4-9CDD-E54A6A6363EF}" type="presParOf" srcId="{A2ACE32B-9244-412F-BEDD-F148007195E0}" destId="{AA857F41-0965-4B5F-A2F3-74EC8225CE07}" srcOrd="4" destOrd="0" presId="urn:microsoft.com/office/officeart/2018/5/layout/CenteredIconLabelDescriptionList"/>
    <dgm:cxn modelId="{0E0D95B1-3922-4B7E-89CA-ED0A058DA920}" type="presParOf" srcId="{AA857F41-0965-4B5F-A2F3-74EC8225CE07}" destId="{6EA717BE-95FD-42D9-8455-70A8FA4AF688}" srcOrd="0" destOrd="0" presId="urn:microsoft.com/office/officeart/2018/5/layout/CenteredIconLabelDescriptionList"/>
    <dgm:cxn modelId="{DB9F513D-00A0-406A-A2BB-E9863761AC36}" type="presParOf" srcId="{AA857F41-0965-4B5F-A2F3-74EC8225CE07}" destId="{5DDB8548-D856-4709-B10E-D3EEB994E5B8}" srcOrd="1" destOrd="0" presId="urn:microsoft.com/office/officeart/2018/5/layout/CenteredIconLabelDescriptionList"/>
    <dgm:cxn modelId="{DBF64701-DB70-4806-8176-7CD80C7A27D5}" type="presParOf" srcId="{AA857F41-0965-4B5F-A2F3-74EC8225CE07}" destId="{E6FB40E8-C79D-48D7-ACA6-8A660EFD98FA}" srcOrd="2" destOrd="0" presId="urn:microsoft.com/office/officeart/2018/5/layout/CenteredIconLabelDescriptionList"/>
    <dgm:cxn modelId="{5FFEDD19-A1E8-45F9-AC08-132CC74F26B2}" type="presParOf" srcId="{AA857F41-0965-4B5F-A2F3-74EC8225CE07}" destId="{5B49FCA9-0458-414C-A551-DAA3C646AC23}" srcOrd="3" destOrd="0" presId="urn:microsoft.com/office/officeart/2018/5/layout/CenteredIconLabelDescriptionList"/>
    <dgm:cxn modelId="{49BC8A23-C520-4F35-85A6-FE148F95D37C}" type="presParOf" srcId="{AA857F41-0965-4B5F-A2F3-74EC8225CE07}" destId="{801D5CE3-0115-463B-AA93-5F0FA9AA3F7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2961FAA-DE81-4DEC-880E-F3908DAB4F1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483818B-A21B-457F-B1AE-D3BB869E0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sequence of</a:t>
          </a:r>
          <a:r>
            <a:rPr lang="tr-TR" dirty="0"/>
            <a:t> public keys</a:t>
          </a:r>
          <a:endParaRPr lang="en-US" dirty="0"/>
        </a:p>
      </dgm:t>
    </dgm:pt>
    <dgm:pt modelId="{432196FF-AA44-40B1-B1AF-A090C71FCA2A}" type="parTrans" cxnId="{849183E9-EDD5-4640-9F2E-FB30E6A61BC9}">
      <dgm:prSet/>
      <dgm:spPr/>
      <dgm:t>
        <a:bodyPr/>
        <a:lstStyle/>
        <a:p>
          <a:endParaRPr lang="en-US"/>
        </a:p>
      </dgm:t>
    </dgm:pt>
    <dgm:pt modelId="{8A10AD7C-9D4C-41F7-BA83-1D97BFAEDE11}" type="sibTrans" cxnId="{849183E9-EDD5-4640-9F2E-FB30E6A61BC9}">
      <dgm:prSet/>
      <dgm:spPr/>
      <dgm:t>
        <a:bodyPr/>
        <a:lstStyle/>
        <a:p>
          <a:endParaRPr lang="en-US"/>
        </a:p>
      </dgm:t>
    </dgm:pt>
    <dgm:pt modelId="{CD838F80-134B-45EB-A470-751049EBB2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Secure payment receive</a:t>
          </a:r>
          <a:endParaRPr lang="en-US" dirty="0"/>
        </a:p>
      </dgm:t>
    </dgm:pt>
    <dgm:pt modelId="{9F3DBC5B-2B3D-4FCD-B84E-1B68AB1D6369}" type="parTrans" cxnId="{E76D5F29-CB6E-42FB-9811-D59817485E42}">
      <dgm:prSet/>
      <dgm:spPr/>
      <dgm:t>
        <a:bodyPr/>
        <a:lstStyle/>
        <a:p>
          <a:endParaRPr lang="en-US"/>
        </a:p>
      </dgm:t>
    </dgm:pt>
    <dgm:pt modelId="{490857DF-2E85-4033-9A4A-0D43360B28B9}" type="sibTrans" cxnId="{E76D5F29-CB6E-42FB-9811-D59817485E42}">
      <dgm:prSet/>
      <dgm:spPr/>
      <dgm:t>
        <a:bodyPr/>
        <a:lstStyle/>
        <a:p>
          <a:endParaRPr lang="en-US"/>
        </a:p>
      </dgm:t>
    </dgm:pt>
    <dgm:pt modelId="{8C860CB9-6C88-403D-836F-6649E580E2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No spending of server</a:t>
          </a:r>
          <a:endParaRPr lang="en-US" dirty="0"/>
        </a:p>
      </dgm:t>
    </dgm:pt>
    <dgm:pt modelId="{CEB4AF17-83CD-4735-A9F3-63B78F3C69AA}" type="parTrans" cxnId="{665ECBE0-3F15-4D56-92F1-479775D34046}">
      <dgm:prSet/>
      <dgm:spPr/>
      <dgm:t>
        <a:bodyPr/>
        <a:lstStyle/>
        <a:p>
          <a:endParaRPr lang="en-US"/>
        </a:p>
      </dgm:t>
    </dgm:pt>
    <dgm:pt modelId="{536EBA03-5842-42C1-94E0-C983846BDDA6}" type="sibTrans" cxnId="{665ECBE0-3F15-4D56-92F1-479775D34046}">
      <dgm:prSet/>
      <dgm:spPr/>
      <dgm:t>
        <a:bodyPr/>
        <a:lstStyle/>
        <a:p>
          <a:endParaRPr lang="en-US"/>
        </a:p>
      </dgm:t>
    </dgm:pt>
    <dgm:pt modelId="{EF2E939E-59F9-4333-97FC-F609BA0104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it </a:t>
          </a:r>
          <a:r>
            <a:rPr lang="en-US" dirty="0"/>
            <a:t>doesn’t have the private keys</a:t>
          </a:r>
        </a:p>
      </dgm:t>
    </dgm:pt>
    <dgm:pt modelId="{6D032A98-36B5-4331-985B-7EFAA42B47B1}" type="parTrans" cxnId="{D9CAF158-0DBE-4882-BE1B-D7107CC958C7}">
      <dgm:prSet/>
      <dgm:spPr/>
      <dgm:t>
        <a:bodyPr/>
        <a:lstStyle/>
        <a:p>
          <a:endParaRPr lang="en-US"/>
        </a:p>
      </dgm:t>
    </dgm:pt>
    <dgm:pt modelId="{BE5DE6B8-0591-4415-81BA-44B919A30D2D}" type="sibTrans" cxnId="{D9CAF158-0DBE-4882-BE1B-D7107CC958C7}">
      <dgm:prSet/>
      <dgm:spPr/>
      <dgm:t>
        <a:bodyPr/>
        <a:lstStyle/>
        <a:p>
          <a:endParaRPr lang="en-US"/>
        </a:p>
      </dgm:t>
    </dgm:pt>
    <dgm:pt modelId="{79E4D98B-6FF2-49E5-8238-4F05A4AF5E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Production </a:t>
          </a:r>
          <a:r>
            <a:rPr lang="en-US" dirty="0"/>
            <a:t>public keys</a:t>
          </a:r>
        </a:p>
      </dgm:t>
    </dgm:pt>
    <dgm:pt modelId="{1E2442C3-0979-4967-ACCE-369188978EEF}" type="sibTrans" cxnId="{9BD4F295-08A3-4EA5-937B-C1E346A60E8A}">
      <dgm:prSet/>
      <dgm:spPr/>
      <dgm:t>
        <a:bodyPr/>
        <a:lstStyle/>
        <a:p>
          <a:endParaRPr lang="en-US"/>
        </a:p>
      </dgm:t>
    </dgm:pt>
    <dgm:pt modelId="{C37964A4-56BD-4CC4-88A5-A7938126EEA7}" type="parTrans" cxnId="{9BD4F295-08A3-4EA5-937B-C1E346A60E8A}">
      <dgm:prSet/>
      <dgm:spPr/>
      <dgm:t>
        <a:bodyPr/>
        <a:lstStyle/>
        <a:p>
          <a:endParaRPr lang="en-US"/>
        </a:p>
      </dgm:t>
    </dgm:pt>
    <dgm:pt modelId="{95E58B75-89FC-4330-8EA9-8A18740E3D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 dirty="0"/>
            <a:t>without</a:t>
          </a:r>
          <a:r>
            <a:rPr lang="en-US" dirty="0"/>
            <a:t> </a:t>
          </a:r>
          <a:r>
            <a:rPr lang="tr-TR" dirty="0"/>
            <a:t>accessing </a:t>
          </a:r>
          <a:r>
            <a:rPr lang="en-US" b="1" dirty="0"/>
            <a:t>private keys </a:t>
          </a:r>
        </a:p>
      </dgm:t>
    </dgm:pt>
    <dgm:pt modelId="{B5673FB9-A17D-470D-A593-129EE9645B23}" type="parTrans" cxnId="{C8A88E44-DD88-4318-96A0-1190FF965463}">
      <dgm:prSet/>
      <dgm:spPr/>
      <dgm:t>
        <a:bodyPr/>
        <a:lstStyle/>
        <a:p>
          <a:endParaRPr lang="tr-TR"/>
        </a:p>
      </dgm:t>
    </dgm:pt>
    <dgm:pt modelId="{B2A95709-F8E5-4F08-8E99-B60C70A36C79}" type="sibTrans" cxnId="{C8A88E44-DD88-4318-96A0-1190FF965463}">
      <dgm:prSet/>
      <dgm:spPr/>
      <dgm:t>
        <a:bodyPr/>
        <a:lstStyle/>
        <a:p>
          <a:endParaRPr lang="tr-TR"/>
        </a:p>
      </dgm:t>
    </dgm:pt>
    <dgm:pt modelId="{627EF47A-5D07-4D49-818F-1AC9F5F11F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 different </a:t>
          </a:r>
          <a:r>
            <a:rPr lang="tr-TR" b="1" dirty="0"/>
            <a:t>public</a:t>
          </a:r>
          <a:r>
            <a:rPr lang="tr-TR" dirty="0"/>
            <a:t> key per transaction</a:t>
          </a:r>
          <a:endParaRPr lang="en-US" dirty="0"/>
        </a:p>
      </dgm:t>
    </dgm:pt>
    <dgm:pt modelId="{C5EAADF2-2CEC-4884-8AC5-BB3AE7833181}" type="parTrans" cxnId="{F7B8D4A5-8A9D-4D13-86CD-88B3666B2410}">
      <dgm:prSet/>
      <dgm:spPr/>
      <dgm:t>
        <a:bodyPr/>
        <a:lstStyle/>
        <a:p>
          <a:endParaRPr lang="tr-TR"/>
        </a:p>
      </dgm:t>
    </dgm:pt>
    <dgm:pt modelId="{E841A738-E42A-4EF4-8862-06D4F6DFD14A}" type="sibTrans" cxnId="{F7B8D4A5-8A9D-4D13-86CD-88B3666B2410}">
      <dgm:prSet/>
      <dgm:spPr/>
      <dgm:t>
        <a:bodyPr/>
        <a:lstStyle/>
        <a:p>
          <a:endParaRPr lang="tr-TR"/>
        </a:p>
      </dgm:t>
    </dgm:pt>
    <dgm:pt modelId="{23BA31C8-BDD3-4B2D-9812-AA1654B53D9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on </a:t>
          </a:r>
          <a:r>
            <a:rPr lang="tr-TR" u="sng"/>
            <a:t>insecure</a:t>
          </a:r>
          <a:r>
            <a:rPr lang="tr-TR"/>
            <a:t> servers</a:t>
          </a:r>
          <a:endParaRPr lang="en-US" dirty="0"/>
        </a:p>
      </dgm:t>
    </dgm:pt>
    <dgm:pt modelId="{F37F8FFD-60BD-4071-AF8E-BE23069ADC6D}" type="parTrans" cxnId="{36C99742-0863-43C1-8DD7-92774E1C346B}">
      <dgm:prSet/>
      <dgm:spPr/>
      <dgm:t>
        <a:bodyPr/>
        <a:lstStyle/>
        <a:p>
          <a:endParaRPr lang="tr-TR"/>
        </a:p>
      </dgm:t>
    </dgm:pt>
    <dgm:pt modelId="{39ABD17F-30B7-4D97-854C-99F8C15C9151}" type="sibTrans" cxnId="{36C99742-0863-43C1-8DD7-92774E1C346B}">
      <dgm:prSet/>
      <dgm:spPr/>
      <dgm:t>
        <a:bodyPr/>
        <a:lstStyle/>
        <a:p>
          <a:endParaRPr lang="tr-TR"/>
        </a:p>
      </dgm:t>
    </dgm:pt>
    <dgm:pt modelId="{D3F82006-6140-4B71-A29A-34FAAB6F904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so cannot spend the fund</a:t>
          </a:r>
          <a:endParaRPr lang="en-US" dirty="0"/>
        </a:p>
      </dgm:t>
    </dgm:pt>
    <dgm:pt modelId="{395D55AE-46BB-452D-BED0-45CBF507E7FA}" type="parTrans" cxnId="{7A78BB32-CE09-4AA0-BF73-7626FEEE79C1}">
      <dgm:prSet/>
      <dgm:spPr/>
      <dgm:t>
        <a:bodyPr/>
        <a:lstStyle/>
        <a:p>
          <a:endParaRPr lang="tr-TR"/>
        </a:p>
      </dgm:t>
    </dgm:pt>
    <dgm:pt modelId="{794A65B5-E3D4-42D4-ACA9-FAF5E344AC6E}" type="sibTrans" cxnId="{7A78BB32-CE09-4AA0-BF73-7626FEEE79C1}">
      <dgm:prSet/>
      <dgm:spPr/>
      <dgm:t>
        <a:bodyPr/>
        <a:lstStyle/>
        <a:p>
          <a:endParaRPr lang="tr-TR"/>
        </a:p>
      </dgm:t>
    </dgm:pt>
    <dgm:pt modelId="{BF7FD9C4-382A-4E57-BDC9-69938683D2E6}" type="pres">
      <dgm:prSet presAssocID="{02961FAA-DE81-4DEC-880E-F3908DAB4F1A}" presName="root" presStyleCnt="0">
        <dgm:presLayoutVars>
          <dgm:dir/>
          <dgm:resizeHandles val="exact"/>
        </dgm:presLayoutVars>
      </dgm:prSet>
      <dgm:spPr/>
    </dgm:pt>
    <dgm:pt modelId="{236AD96B-4AF2-4B91-B183-85B642016B46}" type="pres">
      <dgm:prSet presAssocID="{79E4D98B-6FF2-49E5-8238-4F05A4AF5E8D}" presName="compNode" presStyleCnt="0"/>
      <dgm:spPr/>
    </dgm:pt>
    <dgm:pt modelId="{C8A1E305-D7AF-418B-9539-B760724C3859}" type="pres">
      <dgm:prSet presAssocID="{79E4D98B-6FF2-49E5-8238-4F05A4AF5E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E2C6D68-BC26-453F-B6A5-AE8CEFEB1692}" type="pres">
      <dgm:prSet presAssocID="{79E4D98B-6FF2-49E5-8238-4F05A4AF5E8D}" presName="iconSpace" presStyleCnt="0"/>
      <dgm:spPr/>
    </dgm:pt>
    <dgm:pt modelId="{7EDA4D87-017D-4362-B244-81C78AB76DB9}" type="pres">
      <dgm:prSet presAssocID="{79E4D98B-6FF2-49E5-8238-4F05A4AF5E8D}" presName="parTx" presStyleLbl="revTx" presStyleIdx="0" presStyleCnt="6">
        <dgm:presLayoutVars>
          <dgm:chMax val="0"/>
          <dgm:chPref val="0"/>
        </dgm:presLayoutVars>
      </dgm:prSet>
      <dgm:spPr/>
    </dgm:pt>
    <dgm:pt modelId="{0D4541CF-C7AC-496D-89FC-2CCBC8B738C8}" type="pres">
      <dgm:prSet presAssocID="{79E4D98B-6FF2-49E5-8238-4F05A4AF5E8D}" presName="txSpace" presStyleCnt="0"/>
      <dgm:spPr/>
    </dgm:pt>
    <dgm:pt modelId="{31907603-94D9-4E99-88D7-3B9C10021302}" type="pres">
      <dgm:prSet presAssocID="{79E4D98B-6FF2-49E5-8238-4F05A4AF5E8D}" presName="desTx" presStyleLbl="revTx" presStyleIdx="1" presStyleCnt="6">
        <dgm:presLayoutVars/>
      </dgm:prSet>
      <dgm:spPr/>
    </dgm:pt>
    <dgm:pt modelId="{EA915663-CD08-4190-8A94-3F90845EF91E}" type="pres">
      <dgm:prSet presAssocID="{1E2442C3-0979-4967-ACCE-369188978EEF}" presName="sibTrans" presStyleCnt="0"/>
      <dgm:spPr/>
    </dgm:pt>
    <dgm:pt modelId="{EC753807-1A4E-4DB4-ACE4-F330FFD132EA}" type="pres">
      <dgm:prSet presAssocID="{CD838F80-134B-45EB-A470-751049EBB255}" presName="compNode" presStyleCnt="0"/>
      <dgm:spPr/>
    </dgm:pt>
    <dgm:pt modelId="{BC64B76A-672F-44EB-B184-5B2CB55AAE45}" type="pres">
      <dgm:prSet presAssocID="{CD838F80-134B-45EB-A470-751049EBB2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C256749-02A0-4BF5-B9EE-F19D75B8FA8D}" type="pres">
      <dgm:prSet presAssocID="{CD838F80-134B-45EB-A470-751049EBB255}" presName="iconSpace" presStyleCnt="0"/>
      <dgm:spPr/>
    </dgm:pt>
    <dgm:pt modelId="{5A0B1D9C-4F27-4E20-824D-D32B95CDAB8F}" type="pres">
      <dgm:prSet presAssocID="{CD838F80-134B-45EB-A470-751049EBB255}" presName="parTx" presStyleLbl="revTx" presStyleIdx="2" presStyleCnt="6">
        <dgm:presLayoutVars>
          <dgm:chMax val="0"/>
          <dgm:chPref val="0"/>
        </dgm:presLayoutVars>
      </dgm:prSet>
      <dgm:spPr/>
    </dgm:pt>
    <dgm:pt modelId="{CA4BDA3C-93B6-492E-9739-F7F18C5B160C}" type="pres">
      <dgm:prSet presAssocID="{CD838F80-134B-45EB-A470-751049EBB255}" presName="txSpace" presStyleCnt="0"/>
      <dgm:spPr/>
    </dgm:pt>
    <dgm:pt modelId="{5B027765-55BA-4060-A528-E9DC618CBBBB}" type="pres">
      <dgm:prSet presAssocID="{CD838F80-134B-45EB-A470-751049EBB255}" presName="desTx" presStyleLbl="revTx" presStyleIdx="3" presStyleCnt="6">
        <dgm:presLayoutVars/>
      </dgm:prSet>
      <dgm:spPr/>
    </dgm:pt>
    <dgm:pt modelId="{DAF1E981-7032-449C-9BEF-795C1A599CBC}" type="pres">
      <dgm:prSet presAssocID="{490857DF-2E85-4033-9A4A-0D43360B28B9}" presName="sibTrans" presStyleCnt="0"/>
      <dgm:spPr/>
    </dgm:pt>
    <dgm:pt modelId="{E1BCDA5A-C847-4ED2-966C-059D95C37CD6}" type="pres">
      <dgm:prSet presAssocID="{8C860CB9-6C88-403D-836F-6649E580E297}" presName="compNode" presStyleCnt="0"/>
      <dgm:spPr/>
    </dgm:pt>
    <dgm:pt modelId="{B509C850-E86E-46C7-BCE5-1DC2CBB2BBD2}" type="pres">
      <dgm:prSet presAssocID="{8C860CB9-6C88-403D-836F-6649E580E2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833EDB0-041B-4C29-820B-C71EBED79415}" type="pres">
      <dgm:prSet presAssocID="{8C860CB9-6C88-403D-836F-6649E580E297}" presName="iconSpace" presStyleCnt="0"/>
      <dgm:spPr/>
    </dgm:pt>
    <dgm:pt modelId="{F81B0FF3-5C64-4ABB-BF27-C78A4E59ACD2}" type="pres">
      <dgm:prSet presAssocID="{8C860CB9-6C88-403D-836F-6649E580E297}" presName="parTx" presStyleLbl="revTx" presStyleIdx="4" presStyleCnt="6">
        <dgm:presLayoutVars>
          <dgm:chMax val="0"/>
          <dgm:chPref val="0"/>
        </dgm:presLayoutVars>
      </dgm:prSet>
      <dgm:spPr/>
    </dgm:pt>
    <dgm:pt modelId="{44E3024C-E2A5-49CE-BFB6-90F22B5684D9}" type="pres">
      <dgm:prSet presAssocID="{8C860CB9-6C88-403D-836F-6649E580E297}" presName="txSpace" presStyleCnt="0"/>
      <dgm:spPr/>
    </dgm:pt>
    <dgm:pt modelId="{BE9EA5F8-463C-44AF-8AF4-AC4331D809FF}" type="pres">
      <dgm:prSet presAssocID="{8C860CB9-6C88-403D-836F-6649E580E297}" presName="desTx" presStyleLbl="revTx" presStyleIdx="5" presStyleCnt="6">
        <dgm:presLayoutVars/>
      </dgm:prSet>
      <dgm:spPr/>
    </dgm:pt>
  </dgm:ptLst>
  <dgm:cxnLst>
    <dgm:cxn modelId="{10BD810F-B329-4E39-87B6-7636D4905499}" type="presOf" srcId="{D3F82006-6140-4B71-A29A-34FAAB6F904C}" destId="{BE9EA5F8-463C-44AF-8AF4-AC4331D809FF}" srcOrd="0" destOrd="1" presId="urn:microsoft.com/office/officeart/2018/2/layout/IconLabelDescriptionList"/>
    <dgm:cxn modelId="{E76D5F29-CB6E-42FB-9811-D59817485E42}" srcId="{02961FAA-DE81-4DEC-880E-F3908DAB4F1A}" destId="{CD838F80-134B-45EB-A470-751049EBB255}" srcOrd="1" destOrd="0" parTransId="{9F3DBC5B-2B3D-4FCD-B84E-1B68AB1D6369}" sibTransId="{490857DF-2E85-4033-9A4A-0D43360B28B9}"/>
    <dgm:cxn modelId="{7A78BB32-CE09-4AA0-BF73-7626FEEE79C1}" srcId="{8C860CB9-6C88-403D-836F-6649E580E297}" destId="{D3F82006-6140-4B71-A29A-34FAAB6F904C}" srcOrd="1" destOrd="0" parTransId="{395D55AE-46BB-452D-BED0-45CBF507E7FA}" sibTransId="{794A65B5-E3D4-42D4-ACA9-FAF5E344AC6E}"/>
    <dgm:cxn modelId="{36C99742-0863-43C1-8DD7-92774E1C346B}" srcId="{CD838F80-134B-45EB-A470-751049EBB255}" destId="{23BA31C8-BDD3-4B2D-9812-AA1654B53D9F}" srcOrd="1" destOrd="0" parTransId="{F37F8FFD-60BD-4071-AF8E-BE23069ADC6D}" sibTransId="{39ABD17F-30B7-4D97-854C-99F8C15C9151}"/>
    <dgm:cxn modelId="{C8A88E44-DD88-4318-96A0-1190FF965463}" srcId="{79E4D98B-6FF2-49E5-8238-4F05A4AF5E8D}" destId="{95E58B75-89FC-4330-8EA9-8A18740E3D96}" srcOrd="1" destOrd="0" parTransId="{B5673FB9-A17D-470D-A593-129EE9645B23}" sibTransId="{B2A95709-F8E5-4F08-8E99-B60C70A36C79}"/>
    <dgm:cxn modelId="{AE0AD449-5B26-457D-99AC-23A15B4BC2C0}" type="presOf" srcId="{23BA31C8-BDD3-4B2D-9812-AA1654B53D9F}" destId="{5B027765-55BA-4060-A528-E9DC618CBBBB}" srcOrd="0" destOrd="1" presId="urn:microsoft.com/office/officeart/2018/2/layout/IconLabelDescriptionList"/>
    <dgm:cxn modelId="{A1BB7D6A-F904-4480-AB93-739A72AF769B}" type="presOf" srcId="{CD838F80-134B-45EB-A470-751049EBB255}" destId="{5A0B1D9C-4F27-4E20-824D-D32B95CDAB8F}" srcOrd="0" destOrd="0" presId="urn:microsoft.com/office/officeart/2018/2/layout/IconLabelDescriptionList"/>
    <dgm:cxn modelId="{4D35256D-F47E-4F7F-B6AA-0BE3E9F19556}" type="presOf" srcId="{79E4D98B-6FF2-49E5-8238-4F05A4AF5E8D}" destId="{7EDA4D87-017D-4362-B244-81C78AB76DB9}" srcOrd="0" destOrd="0" presId="urn:microsoft.com/office/officeart/2018/2/layout/IconLabelDescriptionList"/>
    <dgm:cxn modelId="{D9CAF158-0DBE-4882-BE1B-D7107CC958C7}" srcId="{8C860CB9-6C88-403D-836F-6649E580E297}" destId="{EF2E939E-59F9-4333-97FC-F609BA010473}" srcOrd="0" destOrd="0" parTransId="{6D032A98-36B5-4331-985B-7EFAA42B47B1}" sibTransId="{BE5DE6B8-0591-4415-81BA-44B919A30D2D}"/>
    <dgm:cxn modelId="{740B677E-A4BB-4E0D-AA7D-1F201FA85046}" type="presOf" srcId="{95E58B75-89FC-4330-8EA9-8A18740E3D96}" destId="{31907603-94D9-4E99-88D7-3B9C10021302}" srcOrd="0" destOrd="1" presId="urn:microsoft.com/office/officeart/2018/2/layout/IconLabelDescriptionList"/>
    <dgm:cxn modelId="{9BD4F295-08A3-4EA5-937B-C1E346A60E8A}" srcId="{02961FAA-DE81-4DEC-880E-F3908DAB4F1A}" destId="{79E4D98B-6FF2-49E5-8238-4F05A4AF5E8D}" srcOrd="0" destOrd="0" parTransId="{C37964A4-56BD-4CC4-88A5-A7938126EEA7}" sibTransId="{1E2442C3-0979-4967-ACCE-369188978EEF}"/>
    <dgm:cxn modelId="{495CE79E-3AA0-4BA7-9B51-F43103DDE326}" type="presOf" srcId="{627EF47A-5D07-4D49-818F-1AC9F5F11F5B}" destId="{5B027765-55BA-4060-A528-E9DC618CBBBB}" srcOrd="0" destOrd="0" presId="urn:microsoft.com/office/officeart/2018/2/layout/IconLabelDescriptionList"/>
    <dgm:cxn modelId="{F7B8D4A5-8A9D-4D13-86CD-88B3666B2410}" srcId="{CD838F80-134B-45EB-A470-751049EBB255}" destId="{627EF47A-5D07-4D49-818F-1AC9F5F11F5B}" srcOrd="0" destOrd="0" parTransId="{C5EAADF2-2CEC-4884-8AC5-BB3AE7833181}" sibTransId="{E841A738-E42A-4EF4-8862-06D4F6DFD14A}"/>
    <dgm:cxn modelId="{C70D52D7-9B1B-49AC-B275-74E1D9E95D0D}" type="presOf" srcId="{EF2E939E-59F9-4333-97FC-F609BA010473}" destId="{BE9EA5F8-463C-44AF-8AF4-AC4331D809FF}" srcOrd="0" destOrd="0" presId="urn:microsoft.com/office/officeart/2018/2/layout/IconLabelDescriptionList"/>
    <dgm:cxn modelId="{665ECBE0-3F15-4D56-92F1-479775D34046}" srcId="{02961FAA-DE81-4DEC-880E-F3908DAB4F1A}" destId="{8C860CB9-6C88-403D-836F-6649E580E297}" srcOrd="2" destOrd="0" parTransId="{CEB4AF17-83CD-4735-A9F3-63B78F3C69AA}" sibTransId="{536EBA03-5842-42C1-94E0-C983846BDDA6}"/>
    <dgm:cxn modelId="{849183E9-EDD5-4640-9F2E-FB30E6A61BC9}" srcId="{79E4D98B-6FF2-49E5-8238-4F05A4AF5E8D}" destId="{0483818B-A21B-457F-B1AE-D3BB869E0968}" srcOrd="0" destOrd="0" parTransId="{432196FF-AA44-40B1-B1AF-A090C71FCA2A}" sibTransId="{8A10AD7C-9D4C-41F7-BA83-1D97BFAEDE11}"/>
    <dgm:cxn modelId="{176584F2-27C7-46A1-B42F-607EDBB4B5BD}" type="presOf" srcId="{0483818B-A21B-457F-B1AE-D3BB869E0968}" destId="{31907603-94D9-4E99-88D7-3B9C10021302}" srcOrd="0" destOrd="0" presId="urn:microsoft.com/office/officeart/2018/2/layout/IconLabelDescriptionList"/>
    <dgm:cxn modelId="{7DE071F4-C86F-4E30-A93E-0EF650ED5A51}" type="presOf" srcId="{8C860CB9-6C88-403D-836F-6649E580E297}" destId="{F81B0FF3-5C64-4ABB-BF27-C78A4E59ACD2}" srcOrd="0" destOrd="0" presId="urn:microsoft.com/office/officeart/2018/2/layout/IconLabelDescriptionList"/>
    <dgm:cxn modelId="{D3EFD6FB-EE92-41AF-8662-75B62ECEFAAF}" type="presOf" srcId="{02961FAA-DE81-4DEC-880E-F3908DAB4F1A}" destId="{BF7FD9C4-382A-4E57-BDC9-69938683D2E6}" srcOrd="0" destOrd="0" presId="urn:microsoft.com/office/officeart/2018/2/layout/IconLabelDescriptionList"/>
    <dgm:cxn modelId="{E64D1F59-67D1-4FAF-8F72-63798BD6BB09}" type="presParOf" srcId="{BF7FD9C4-382A-4E57-BDC9-69938683D2E6}" destId="{236AD96B-4AF2-4B91-B183-85B642016B46}" srcOrd="0" destOrd="0" presId="urn:microsoft.com/office/officeart/2018/2/layout/IconLabelDescriptionList"/>
    <dgm:cxn modelId="{0E41B7C6-C3F9-430D-8117-F4940D3F1421}" type="presParOf" srcId="{236AD96B-4AF2-4B91-B183-85B642016B46}" destId="{C8A1E305-D7AF-418B-9539-B760724C3859}" srcOrd="0" destOrd="0" presId="urn:microsoft.com/office/officeart/2018/2/layout/IconLabelDescriptionList"/>
    <dgm:cxn modelId="{711494CE-8471-4396-AC82-664E1E8FB233}" type="presParOf" srcId="{236AD96B-4AF2-4B91-B183-85B642016B46}" destId="{BE2C6D68-BC26-453F-B6A5-AE8CEFEB1692}" srcOrd="1" destOrd="0" presId="urn:microsoft.com/office/officeart/2018/2/layout/IconLabelDescriptionList"/>
    <dgm:cxn modelId="{48D799CE-07F1-43A4-AB27-F6EB10B71BB3}" type="presParOf" srcId="{236AD96B-4AF2-4B91-B183-85B642016B46}" destId="{7EDA4D87-017D-4362-B244-81C78AB76DB9}" srcOrd="2" destOrd="0" presId="urn:microsoft.com/office/officeart/2018/2/layout/IconLabelDescriptionList"/>
    <dgm:cxn modelId="{4FF79842-D9EC-4DDD-878B-206996CEE928}" type="presParOf" srcId="{236AD96B-4AF2-4B91-B183-85B642016B46}" destId="{0D4541CF-C7AC-496D-89FC-2CCBC8B738C8}" srcOrd="3" destOrd="0" presId="urn:microsoft.com/office/officeart/2018/2/layout/IconLabelDescriptionList"/>
    <dgm:cxn modelId="{19EED29E-0DBC-494C-A533-6E14F1460B56}" type="presParOf" srcId="{236AD96B-4AF2-4B91-B183-85B642016B46}" destId="{31907603-94D9-4E99-88D7-3B9C10021302}" srcOrd="4" destOrd="0" presId="urn:microsoft.com/office/officeart/2018/2/layout/IconLabelDescriptionList"/>
    <dgm:cxn modelId="{652BA047-83FF-4E34-9185-21F71F6282CE}" type="presParOf" srcId="{BF7FD9C4-382A-4E57-BDC9-69938683D2E6}" destId="{EA915663-CD08-4190-8A94-3F90845EF91E}" srcOrd="1" destOrd="0" presId="urn:microsoft.com/office/officeart/2018/2/layout/IconLabelDescriptionList"/>
    <dgm:cxn modelId="{7E6DADDD-68CF-4FE0-A711-559C74DC13AB}" type="presParOf" srcId="{BF7FD9C4-382A-4E57-BDC9-69938683D2E6}" destId="{EC753807-1A4E-4DB4-ACE4-F330FFD132EA}" srcOrd="2" destOrd="0" presId="urn:microsoft.com/office/officeart/2018/2/layout/IconLabelDescriptionList"/>
    <dgm:cxn modelId="{E8C5B349-BCF1-47F6-8F84-1CD0974324A9}" type="presParOf" srcId="{EC753807-1A4E-4DB4-ACE4-F330FFD132EA}" destId="{BC64B76A-672F-44EB-B184-5B2CB55AAE45}" srcOrd="0" destOrd="0" presId="urn:microsoft.com/office/officeart/2018/2/layout/IconLabelDescriptionList"/>
    <dgm:cxn modelId="{2E4A44B1-85E2-4763-908D-1E5E35ABBEE6}" type="presParOf" srcId="{EC753807-1A4E-4DB4-ACE4-F330FFD132EA}" destId="{CC256749-02A0-4BF5-B9EE-F19D75B8FA8D}" srcOrd="1" destOrd="0" presId="urn:microsoft.com/office/officeart/2018/2/layout/IconLabelDescriptionList"/>
    <dgm:cxn modelId="{FBBC712C-4348-444F-A97B-6BCFFC26052B}" type="presParOf" srcId="{EC753807-1A4E-4DB4-ACE4-F330FFD132EA}" destId="{5A0B1D9C-4F27-4E20-824D-D32B95CDAB8F}" srcOrd="2" destOrd="0" presId="urn:microsoft.com/office/officeart/2018/2/layout/IconLabelDescriptionList"/>
    <dgm:cxn modelId="{C67F6E18-D547-49F6-A1C6-5AD7C5EDD5BD}" type="presParOf" srcId="{EC753807-1A4E-4DB4-ACE4-F330FFD132EA}" destId="{CA4BDA3C-93B6-492E-9739-F7F18C5B160C}" srcOrd="3" destOrd="0" presId="urn:microsoft.com/office/officeart/2018/2/layout/IconLabelDescriptionList"/>
    <dgm:cxn modelId="{6909B0DE-EEAF-434F-AAE7-6659F519435A}" type="presParOf" srcId="{EC753807-1A4E-4DB4-ACE4-F330FFD132EA}" destId="{5B027765-55BA-4060-A528-E9DC618CBBBB}" srcOrd="4" destOrd="0" presId="urn:microsoft.com/office/officeart/2018/2/layout/IconLabelDescriptionList"/>
    <dgm:cxn modelId="{52A2C99F-ECB5-4F00-8C3E-743264848064}" type="presParOf" srcId="{BF7FD9C4-382A-4E57-BDC9-69938683D2E6}" destId="{DAF1E981-7032-449C-9BEF-795C1A599CBC}" srcOrd="3" destOrd="0" presId="urn:microsoft.com/office/officeart/2018/2/layout/IconLabelDescriptionList"/>
    <dgm:cxn modelId="{6377667A-A9A2-47E8-BE98-D6EE52089736}" type="presParOf" srcId="{BF7FD9C4-382A-4E57-BDC9-69938683D2E6}" destId="{E1BCDA5A-C847-4ED2-966C-059D95C37CD6}" srcOrd="4" destOrd="0" presId="urn:microsoft.com/office/officeart/2018/2/layout/IconLabelDescriptionList"/>
    <dgm:cxn modelId="{CC3133CC-3D81-4A2B-B3B4-370A242FE435}" type="presParOf" srcId="{E1BCDA5A-C847-4ED2-966C-059D95C37CD6}" destId="{B509C850-E86E-46C7-BCE5-1DC2CBB2BBD2}" srcOrd="0" destOrd="0" presId="urn:microsoft.com/office/officeart/2018/2/layout/IconLabelDescriptionList"/>
    <dgm:cxn modelId="{A3E45CF3-5299-4638-B3B7-38E7101FF196}" type="presParOf" srcId="{E1BCDA5A-C847-4ED2-966C-059D95C37CD6}" destId="{6833EDB0-041B-4C29-820B-C71EBED79415}" srcOrd="1" destOrd="0" presId="urn:microsoft.com/office/officeart/2018/2/layout/IconLabelDescriptionList"/>
    <dgm:cxn modelId="{27A2F8B9-ED3E-4BD7-938C-A6A970CBCDBC}" type="presParOf" srcId="{E1BCDA5A-C847-4ED2-966C-059D95C37CD6}" destId="{F81B0FF3-5C64-4ABB-BF27-C78A4E59ACD2}" srcOrd="2" destOrd="0" presId="urn:microsoft.com/office/officeart/2018/2/layout/IconLabelDescriptionList"/>
    <dgm:cxn modelId="{1FFAB194-2C77-4F02-9D15-5D71F8DCC479}" type="presParOf" srcId="{E1BCDA5A-C847-4ED2-966C-059D95C37CD6}" destId="{44E3024C-E2A5-49CE-BFB6-90F22B5684D9}" srcOrd="3" destOrd="0" presId="urn:microsoft.com/office/officeart/2018/2/layout/IconLabelDescriptionList"/>
    <dgm:cxn modelId="{BC52B1DC-A15F-4951-8222-37E1B5492245}" type="presParOf" srcId="{E1BCDA5A-C847-4ED2-966C-059D95C37CD6}" destId="{BE9EA5F8-463C-44AF-8AF4-AC4331D809F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ACA3F4E-CBA1-42DC-B04E-06B0C01303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3ECA39-26B4-4923-AD34-8AD7D0EDC803}">
      <dgm:prSet/>
      <dgm:spPr/>
      <dgm:t>
        <a:bodyPr/>
        <a:lstStyle/>
        <a:p>
          <a:pPr>
            <a:defRPr b="1"/>
          </a:pPr>
          <a:r>
            <a:rPr lang="en-US"/>
            <a:t>BIP-39</a:t>
          </a:r>
          <a:r>
            <a:rPr lang="tr-TR"/>
            <a:t>: Mnemonics</a:t>
          </a:r>
          <a:endParaRPr lang="en-US"/>
        </a:p>
      </dgm:t>
    </dgm:pt>
    <dgm:pt modelId="{AC74EFFA-D5B5-4C38-88D3-EECEEAE740A9}" type="parTrans" cxnId="{50482CB3-1FFF-4D82-A493-ED74910CC72D}">
      <dgm:prSet/>
      <dgm:spPr/>
      <dgm:t>
        <a:bodyPr/>
        <a:lstStyle/>
        <a:p>
          <a:endParaRPr lang="en-US"/>
        </a:p>
      </dgm:t>
    </dgm:pt>
    <dgm:pt modelId="{8691E5BF-EF32-4CB7-AA41-E53C4F100571}" type="sibTrans" cxnId="{50482CB3-1FFF-4D82-A493-ED74910CC72D}">
      <dgm:prSet/>
      <dgm:spPr/>
      <dgm:t>
        <a:bodyPr/>
        <a:lstStyle/>
        <a:p>
          <a:endParaRPr lang="en-US"/>
        </a:p>
      </dgm:t>
    </dgm:pt>
    <dgm:pt modelId="{39C52B55-C621-435C-95AC-B5448D38B410}">
      <dgm:prSet/>
      <dgm:spPr/>
      <dgm:t>
        <a:bodyPr/>
        <a:lstStyle/>
        <a:p>
          <a:pPr>
            <a:defRPr b="1"/>
          </a:pPr>
          <a:r>
            <a:rPr lang="en-US"/>
            <a:t>interoperable</a:t>
          </a:r>
          <a:r>
            <a:rPr lang="tr-TR"/>
            <a:t> </a:t>
          </a:r>
          <a:r>
            <a:rPr lang="en-US"/>
            <a:t>mnemonics</a:t>
          </a:r>
        </a:p>
      </dgm:t>
    </dgm:pt>
    <dgm:pt modelId="{D278592E-BA53-40A5-9AC4-C5DEF0015985}" type="parTrans" cxnId="{865886D7-01FC-4F03-8F9F-8DF0DE731182}">
      <dgm:prSet/>
      <dgm:spPr/>
      <dgm:t>
        <a:bodyPr/>
        <a:lstStyle/>
        <a:p>
          <a:endParaRPr lang="en-US"/>
        </a:p>
      </dgm:t>
    </dgm:pt>
    <dgm:pt modelId="{7506F659-ECC3-4A63-B073-234B0C3A0403}" type="sibTrans" cxnId="{865886D7-01FC-4F03-8F9F-8DF0DE731182}">
      <dgm:prSet/>
      <dgm:spPr/>
      <dgm:t>
        <a:bodyPr/>
        <a:lstStyle/>
        <a:p>
          <a:endParaRPr lang="en-US"/>
        </a:p>
      </dgm:t>
    </dgm:pt>
    <dgm:pt modelId="{9681FCA5-E0B3-44DB-885E-D3DBE3B6B70F}">
      <dgm:prSet/>
      <dgm:spPr/>
      <dgm:t>
        <a:bodyPr/>
        <a:lstStyle/>
        <a:p>
          <a:r>
            <a:rPr lang="tr-TR"/>
            <a:t>to</a:t>
          </a:r>
          <a:r>
            <a:rPr lang="en-US"/>
            <a:t> import and export seeds</a:t>
          </a:r>
        </a:p>
      </dgm:t>
    </dgm:pt>
    <dgm:pt modelId="{AE5F5E98-319B-4984-A0E8-E8AF406870D9}" type="parTrans" cxnId="{AF6045B9-84A7-489D-B642-FACE0104CF53}">
      <dgm:prSet/>
      <dgm:spPr/>
      <dgm:t>
        <a:bodyPr/>
        <a:lstStyle/>
        <a:p>
          <a:endParaRPr lang="en-US"/>
        </a:p>
      </dgm:t>
    </dgm:pt>
    <dgm:pt modelId="{32F8FB14-B042-48C0-9B85-BF63DCC82971}" type="sibTrans" cxnId="{AF6045B9-84A7-489D-B642-FACE0104CF53}">
      <dgm:prSet/>
      <dgm:spPr/>
      <dgm:t>
        <a:bodyPr/>
        <a:lstStyle/>
        <a:p>
          <a:endParaRPr lang="en-US"/>
        </a:p>
      </dgm:t>
    </dgm:pt>
    <dgm:pt modelId="{8FC41C58-1F88-4FFB-AD16-73339EE9AF60}">
      <dgm:prSet/>
      <dgm:spPr/>
      <dgm:t>
        <a:bodyPr/>
        <a:lstStyle/>
        <a:p>
          <a:r>
            <a:rPr lang="tr-TR"/>
            <a:t>using </a:t>
          </a:r>
          <a:r>
            <a:rPr lang="en-US"/>
            <a:t>a sequence of English words</a:t>
          </a:r>
        </a:p>
      </dgm:t>
    </dgm:pt>
    <dgm:pt modelId="{BE9C38F9-DB8A-44E8-9BC6-416844DA082E}" type="parTrans" cxnId="{872CAB96-5754-4289-A7F8-404635FC1367}">
      <dgm:prSet/>
      <dgm:spPr/>
      <dgm:t>
        <a:bodyPr/>
        <a:lstStyle/>
        <a:p>
          <a:endParaRPr lang="tr-TR"/>
        </a:p>
      </dgm:t>
    </dgm:pt>
    <dgm:pt modelId="{36E8F37F-4D2F-4949-B878-6ED3FA22C669}" type="sibTrans" cxnId="{872CAB96-5754-4289-A7F8-404635FC1367}">
      <dgm:prSet/>
      <dgm:spPr/>
      <dgm:t>
        <a:bodyPr/>
        <a:lstStyle/>
        <a:p>
          <a:endParaRPr lang="tr-TR"/>
        </a:p>
      </dgm:t>
    </dgm:pt>
    <dgm:pt modelId="{61710F7F-BB54-44DC-8881-9659CC6A9717}">
      <dgm:prSet/>
      <dgm:spPr/>
      <dgm:t>
        <a:bodyPr/>
        <a:lstStyle/>
        <a:p>
          <a:pPr>
            <a:defRPr b="1"/>
          </a:pPr>
          <a:r>
            <a:rPr lang="tr-TR"/>
            <a:t>Popularity</a:t>
          </a:r>
          <a:endParaRPr lang="en-US"/>
        </a:p>
      </dgm:t>
    </dgm:pt>
    <dgm:pt modelId="{42EDBDC7-072E-4465-8976-88134A385D3A}" type="parTrans" cxnId="{A010A748-7CAA-48CA-ACFF-6FB434710A3F}">
      <dgm:prSet/>
      <dgm:spPr/>
      <dgm:t>
        <a:bodyPr/>
        <a:lstStyle/>
        <a:p>
          <a:endParaRPr lang="tr-TR"/>
        </a:p>
      </dgm:t>
    </dgm:pt>
    <dgm:pt modelId="{A2CF661F-2631-4527-B5B1-29EB72AB4622}" type="sibTrans" cxnId="{A010A748-7CAA-48CA-ACFF-6FB434710A3F}">
      <dgm:prSet/>
      <dgm:spPr/>
      <dgm:t>
        <a:bodyPr/>
        <a:lstStyle/>
        <a:p>
          <a:endParaRPr lang="tr-TR"/>
        </a:p>
      </dgm:t>
    </dgm:pt>
    <dgm:pt modelId="{1BF92A0C-2E43-4D40-8114-2C0F34933A23}">
      <dgm:prSet/>
      <dgm:spPr/>
      <dgm:t>
        <a:bodyPr/>
        <a:lstStyle/>
        <a:p>
          <a:r>
            <a:rPr lang="tr-TR"/>
            <a:t>BIP-39: </a:t>
          </a:r>
          <a:r>
            <a:rPr lang="en-US"/>
            <a:t>most </a:t>
          </a:r>
          <a:r>
            <a:rPr lang="tr-TR"/>
            <a:t>common standard for</a:t>
          </a:r>
          <a:endParaRPr lang="en-US"/>
        </a:p>
      </dgm:t>
    </dgm:pt>
    <dgm:pt modelId="{38BD6410-D216-4799-B2B9-5E850D24FDE2}" type="parTrans" cxnId="{729773B5-D995-4648-849B-A341932DF346}">
      <dgm:prSet/>
      <dgm:spPr/>
      <dgm:t>
        <a:bodyPr/>
        <a:lstStyle/>
        <a:p>
          <a:endParaRPr lang="tr-TR"/>
        </a:p>
      </dgm:t>
    </dgm:pt>
    <dgm:pt modelId="{319A397B-7739-4C45-B1FF-33CBDC1DE293}" type="sibTrans" cxnId="{729773B5-D995-4648-849B-A341932DF346}">
      <dgm:prSet/>
      <dgm:spPr/>
      <dgm:t>
        <a:bodyPr/>
        <a:lstStyle/>
        <a:p>
          <a:endParaRPr lang="tr-TR"/>
        </a:p>
      </dgm:t>
    </dgm:pt>
    <dgm:pt modelId="{9CE29B83-292F-4D21-AC34-22F83450CA12}">
      <dgm:prSet/>
      <dgm:spPr/>
      <dgm:t>
        <a:bodyPr/>
        <a:lstStyle/>
        <a:p>
          <a:r>
            <a:rPr lang="en-US"/>
            <a:t>other cryptocurrencies</a:t>
          </a:r>
        </a:p>
      </dgm:t>
    </dgm:pt>
    <dgm:pt modelId="{E104025F-5E32-487D-9A5B-720F62269489}" type="parTrans" cxnId="{A3B791CE-DE15-49E0-8716-2D8F568E6B76}">
      <dgm:prSet/>
      <dgm:spPr/>
      <dgm:t>
        <a:bodyPr/>
        <a:lstStyle/>
        <a:p>
          <a:endParaRPr lang="tr-TR"/>
        </a:p>
      </dgm:t>
    </dgm:pt>
    <dgm:pt modelId="{9969C477-5FF9-4A6B-85D3-0213EEB73B6F}" type="sibTrans" cxnId="{A3B791CE-DE15-49E0-8716-2D8F568E6B76}">
      <dgm:prSet/>
      <dgm:spPr/>
      <dgm:t>
        <a:bodyPr/>
        <a:lstStyle/>
        <a:p>
          <a:endParaRPr lang="tr-TR"/>
        </a:p>
      </dgm:t>
    </dgm:pt>
    <dgm:pt modelId="{667C91EC-3D69-4F09-A94F-95C2D3A8AF73}">
      <dgm:prSet/>
      <dgm:spPr/>
      <dgm:t>
        <a:bodyPr/>
        <a:lstStyle/>
        <a:p>
          <a:r>
            <a:rPr lang="en-US"/>
            <a:t>bitcoin wallet</a:t>
          </a:r>
          <a:r>
            <a:rPr lang="tr-TR"/>
            <a:t> implementation</a:t>
          </a:r>
          <a:endParaRPr lang="en-US"/>
        </a:p>
      </dgm:t>
    </dgm:pt>
    <dgm:pt modelId="{1A99FA0D-B680-42E6-8250-A18FF10B7F42}" type="parTrans" cxnId="{B225FD5F-EEDC-4C9A-A20C-FD5CEB0A843D}">
      <dgm:prSet/>
      <dgm:spPr/>
      <dgm:t>
        <a:bodyPr/>
        <a:lstStyle/>
        <a:p>
          <a:endParaRPr lang="tr-TR"/>
        </a:p>
      </dgm:t>
    </dgm:pt>
    <dgm:pt modelId="{BA235F41-9A53-4445-A730-D4D86CA748F1}" type="sibTrans" cxnId="{B225FD5F-EEDC-4C9A-A20C-FD5CEB0A843D}">
      <dgm:prSet/>
      <dgm:spPr/>
      <dgm:t>
        <a:bodyPr/>
        <a:lstStyle/>
        <a:p>
          <a:endParaRPr lang="tr-TR"/>
        </a:p>
      </dgm:t>
    </dgm:pt>
    <dgm:pt modelId="{75C801EF-A54F-4D60-9059-8CE64830D592}">
      <dgm:prSet/>
      <dgm:spPr/>
      <dgm:t>
        <a:bodyPr/>
        <a:lstStyle/>
        <a:p>
          <a:r>
            <a:rPr lang="en-US"/>
            <a:t>for backup and recovery</a:t>
          </a:r>
        </a:p>
      </dgm:t>
    </dgm:pt>
    <dgm:pt modelId="{55A6DF61-4F54-4D19-8E2B-23FD4D7CDF90}" type="parTrans" cxnId="{7410D8E8-D1AC-4C6C-BEC2-0F2C2C33B9BB}">
      <dgm:prSet/>
      <dgm:spPr/>
      <dgm:t>
        <a:bodyPr/>
        <a:lstStyle/>
        <a:p>
          <a:endParaRPr lang="tr-TR"/>
        </a:p>
      </dgm:t>
    </dgm:pt>
    <dgm:pt modelId="{996ED79D-C8F8-4536-B34E-29E189FE748E}" type="sibTrans" cxnId="{7410D8E8-D1AC-4C6C-BEC2-0F2C2C33B9BB}">
      <dgm:prSet/>
      <dgm:spPr/>
      <dgm:t>
        <a:bodyPr/>
        <a:lstStyle/>
        <a:p>
          <a:endParaRPr lang="tr-TR"/>
        </a:p>
      </dgm:t>
    </dgm:pt>
    <dgm:pt modelId="{D0B7C2BA-B814-418C-AD43-0999EF89E055}">
      <dgm:prSet/>
      <dgm:spPr/>
      <dgm:t>
        <a:bodyPr/>
        <a:lstStyle/>
        <a:p>
          <a:r>
            <a:rPr lang="tr-TR"/>
            <a:t>to create seeds</a:t>
          </a:r>
          <a:endParaRPr lang="en-US"/>
        </a:p>
      </dgm:t>
    </dgm:pt>
    <dgm:pt modelId="{51E53EA4-341E-4779-952C-60B326A1B7A5}" type="parTrans" cxnId="{6513143C-8B08-4AE2-AC5A-639897CE11B0}">
      <dgm:prSet/>
      <dgm:spPr/>
      <dgm:t>
        <a:bodyPr/>
        <a:lstStyle/>
        <a:p>
          <a:endParaRPr lang="tr-TR"/>
        </a:p>
      </dgm:t>
    </dgm:pt>
    <dgm:pt modelId="{BA7DB966-B0D0-46EA-BE27-FE9C95012679}" type="sibTrans" cxnId="{6513143C-8B08-4AE2-AC5A-639897CE11B0}">
      <dgm:prSet/>
      <dgm:spPr/>
      <dgm:t>
        <a:bodyPr/>
        <a:lstStyle/>
        <a:p>
          <a:endParaRPr lang="tr-TR"/>
        </a:p>
      </dgm:t>
    </dgm:pt>
    <dgm:pt modelId="{582FC1C6-85F9-4A5E-9A43-F420CD498B1A}" type="pres">
      <dgm:prSet presAssocID="{4ACA3F4E-CBA1-42DC-B04E-06B0C0130397}" presName="root" presStyleCnt="0">
        <dgm:presLayoutVars>
          <dgm:dir/>
          <dgm:resizeHandles val="exact"/>
        </dgm:presLayoutVars>
      </dgm:prSet>
      <dgm:spPr/>
    </dgm:pt>
    <dgm:pt modelId="{FCCEF103-E916-49E8-A00D-61DF5316F605}" type="pres">
      <dgm:prSet presAssocID="{8B3ECA39-26B4-4923-AD34-8AD7D0EDC803}" presName="compNode" presStyleCnt="0"/>
      <dgm:spPr/>
    </dgm:pt>
    <dgm:pt modelId="{F59B3601-7DE8-4908-A01F-E400DF8693C0}" type="pres">
      <dgm:prSet presAssocID="{8B3ECA39-26B4-4923-AD34-8AD7D0EDC8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9F0CD0D0-73CA-43BF-B26A-FC08EB677F9A}" type="pres">
      <dgm:prSet presAssocID="{8B3ECA39-26B4-4923-AD34-8AD7D0EDC803}" presName="iconSpace" presStyleCnt="0"/>
      <dgm:spPr/>
    </dgm:pt>
    <dgm:pt modelId="{287AD220-4723-4F93-849B-E30BC8032C7B}" type="pres">
      <dgm:prSet presAssocID="{8B3ECA39-26B4-4923-AD34-8AD7D0EDC803}" presName="parTx" presStyleLbl="revTx" presStyleIdx="0" presStyleCnt="6">
        <dgm:presLayoutVars>
          <dgm:chMax val="0"/>
          <dgm:chPref val="0"/>
        </dgm:presLayoutVars>
      </dgm:prSet>
      <dgm:spPr/>
    </dgm:pt>
    <dgm:pt modelId="{AEEEBC00-929D-47EE-B3B8-303269645D40}" type="pres">
      <dgm:prSet presAssocID="{8B3ECA39-26B4-4923-AD34-8AD7D0EDC803}" presName="txSpace" presStyleCnt="0"/>
      <dgm:spPr/>
    </dgm:pt>
    <dgm:pt modelId="{0AE34F2A-78D0-41C6-9BCA-F55E67553F2C}" type="pres">
      <dgm:prSet presAssocID="{8B3ECA39-26B4-4923-AD34-8AD7D0EDC803}" presName="desTx" presStyleLbl="revTx" presStyleIdx="1" presStyleCnt="6">
        <dgm:presLayoutVars/>
      </dgm:prSet>
      <dgm:spPr/>
    </dgm:pt>
    <dgm:pt modelId="{C69265CA-1357-42E2-A44E-B2BD6B40368A}" type="pres">
      <dgm:prSet presAssocID="{8691E5BF-EF32-4CB7-AA41-E53C4F100571}" presName="sibTrans" presStyleCnt="0"/>
      <dgm:spPr/>
    </dgm:pt>
    <dgm:pt modelId="{9F916DC9-C112-424F-A56E-E21E47D9F110}" type="pres">
      <dgm:prSet presAssocID="{61710F7F-BB54-44DC-8881-9659CC6A9717}" presName="compNode" presStyleCnt="0"/>
      <dgm:spPr/>
    </dgm:pt>
    <dgm:pt modelId="{CB702E4C-F7E9-4CC4-A3BE-9DB18FA9A024}" type="pres">
      <dgm:prSet presAssocID="{61710F7F-BB54-44DC-8881-9659CC6A97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CFDFA7D6-45CD-49B7-902F-36713B8AB297}" type="pres">
      <dgm:prSet presAssocID="{61710F7F-BB54-44DC-8881-9659CC6A9717}" presName="iconSpace" presStyleCnt="0"/>
      <dgm:spPr/>
    </dgm:pt>
    <dgm:pt modelId="{2ABFF66E-1B69-40C1-A9CA-E80EDE3E7013}" type="pres">
      <dgm:prSet presAssocID="{61710F7F-BB54-44DC-8881-9659CC6A9717}" presName="parTx" presStyleLbl="revTx" presStyleIdx="2" presStyleCnt="6">
        <dgm:presLayoutVars>
          <dgm:chMax val="0"/>
          <dgm:chPref val="0"/>
        </dgm:presLayoutVars>
      </dgm:prSet>
      <dgm:spPr/>
    </dgm:pt>
    <dgm:pt modelId="{311CF60A-2B60-4ECA-85E3-0AFB11A75520}" type="pres">
      <dgm:prSet presAssocID="{61710F7F-BB54-44DC-8881-9659CC6A9717}" presName="txSpace" presStyleCnt="0"/>
      <dgm:spPr/>
    </dgm:pt>
    <dgm:pt modelId="{A89DA1FB-565E-4301-B1CB-EDCAB76C133C}" type="pres">
      <dgm:prSet presAssocID="{61710F7F-BB54-44DC-8881-9659CC6A9717}" presName="desTx" presStyleLbl="revTx" presStyleIdx="3" presStyleCnt="6">
        <dgm:presLayoutVars/>
      </dgm:prSet>
      <dgm:spPr/>
    </dgm:pt>
    <dgm:pt modelId="{ED3D459F-2EBA-4B03-A87F-7F4D24A792E7}" type="pres">
      <dgm:prSet presAssocID="{A2CF661F-2631-4527-B5B1-29EB72AB4622}" presName="sibTrans" presStyleCnt="0"/>
      <dgm:spPr/>
    </dgm:pt>
    <dgm:pt modelId="{65F3E8DF-EF80-4911-BB4E-FAA104103032}" type="pres">
      <dgm:prSet presAssocID="{39C52B55-C621-435C-95AC-B5448D38B410}" presName="compNode" presStyleCnt="0"/>
      <dgm:spPr/>
    </dgm:pt>
    <dgm:pt modelId="{D6D2DA5D-4C0A-4413-B4E7-1C2157562B85}" type="pres">
      <dgm:prSet presAssocID="{39C52B55-C621-435C-95AC-B5448D38B4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ffee Beans"/>
        </a:ext>
      </dgm:extLst>
    </dgm:pt>
    <dgm:pt modelId="{7022CA97-149F-4D8A-8E87-771528CDDA09}" type="pres">
      <dgm:prSet presAssocID="{39C52B55-C621-435C-95AC-B5448D38B410}" presName="iconSpace" presStyleCnt="0"/>
      <dgm:spPr/>
    </dgm:pt>
    <dgm:pt modelId="{C067A366-A153-4379-8F05-813C3E374F26}" type="pres">
      <dgm:prSet presAssocID="{39C52B55-C621-435C-95AC-B5448D38B410}" presName="parTx" presStyleLbl="revTx" presStyleIdx="4" presStyleCnt="6">
        <dgm:presLayoutVars>
          <dgm:chMax val="0"/>
          <dgm:chPref val="0"/>
        </dgm:presLayoutVars>
      </dgm:prSet>
      <dgm:spPr/>
    </dgm:pt>
    <dgm:pt modelId="{4E3E480D-3F5E-43BA-9D65-ABF051ED336D}" type="pres">
      <dgm:prSet presAssocID="{39C52B55-C621-435C-95AC-B5448D38B410}" presName="txSpace" presStyleCnt="0"/>
      <dgm:spPr/>
    </dgm:pt>
    <dgm:pt modelId="{D8A553EC-1B28-4672-85DF-03887BAB8C63}" type="pres">
      <dgm:prSet presAssocID="{39C52B55-C621-435C-95AC-B5448D38B410}" presName="desTx" presStyleLbl="revTx" presStyleIdx="5" presStyleCnt="6">
        <dgm:presLayoutVars/>
      </dgm:prSet>
      <dgm:spPr/>
    </dgm:pt>
  </dgm:ptLst>
  <dgm:cxnLst>
    <dgm:cxn modelId="{DC280D0B-6C81-4361-9E3D-507C2DC0320E}" type="presOf" srcId="{D0B7C2BA-B814-418C-AD43-0999EF89E055}" destId="{0AE34F2A-78D0-41C6-9BCA-F55E67553F2C}" srcOrd="0" destOrd="1" presId="urn:microsoft.com/office/officeart/2018/5/layout/CenteredIconLabelDescriptionList"/>
    <dgm:cxn modelId="{D4383D0C-65CA-431A-AC57-147AF81920C8}" type="presOf" srcId="{9CE29B83-292F-4D21-AC34-22F83450CA12}" destId="{A89DA1FB-565E-4301-B1CB-EDCAB76C133C}" srcOrd="0" destOrd="2" presId="urn:microsoft.com/office/officeart/2018/5/layout/CenteredIconLabelDescriptionList"/>
    <dgm:cxn modelId="{4F601513-4F1D-4012-9DD0-F8C6234EC1B4}" type="presOf" srcId="{9681FCA5-E0B3-44DB-885E-D3DBE3B6B70F}" destId="{D8A553EC-1B28-4672-85DF-03887BAB8C63}" srcOrd="0" destOrd="0" presId="urn:microsoft.com/office/officeart/2018/5/layout/CenteredIconLabelDescriptionList"/>
    <dgm:cxn modelId="{6513143C-8B08-4AE2-AC5A-639897CE11B0}" srcId="{8B3ECA39-26B4-4923-AD34-8AD7D0EDC803}" destId="{D0B7C2BA-B814-418C-AD43-0999EF89E055}" srcOrd="1" destOrd="0" parTransId="{51E53EA4-341E-4779-952C-60B326A1B7A5}" sibTransId="{BA7DB966-B0D0-46EA-BE27-FE9C95012679}"/>
    <dgm:cxn modelId="{B225FD5F-EEDC-4C9A-A20C-FD5CEB0A843D}" srcId="{61710F7F-BB54-44DC-8881-9659CC6A9717}" destId="{667C91EC-3D69-4F09-A94F-95C2D3A8AF73}" srcOrd="1" destOrd="0" parTransId="{1A99FA0D-B680-42E6-8250-A18FF10B7F42}" sibTransId="{BA235F41-9A53-4445-A730-D4D86CA748F1}"/>
    <dgm:cxn modelId="{EA577060-D40B-424E-A0A9-5DC6707B3EEB}" type="presOf" srcId="{61710F7F-BB54-44DC-8881-9659CC6A9717}" destId="{2ABFF66E-1B69-40C1-A9CA-E80EDE3E7013}" srcOrd="0" destOrd="0" presId="urn:microsoft.com/office/officeart/2018/5/layout/CenteredIconLabelDescriptionList"/>
    <dgm:cxn modelId="{A010A748-7CAA-48CA-ACFF-6FB434710A3F}" srcId="{4ACA3F4E-CBA1-42DC-B04E-06B0C0130397}" destId="{61710F7F-BB54-44DC-8881-9659CC6A9717}" srcOrd="1" destOrd="0" parTransId="{42EDBDC7-072E-4465-8976-88134A385D3A}" sibTransId="{A2CF661F-2631-4527-B5B1-29EB72AB4622}"/>
    <dgm:cxn modelId="{7B4E4670-B480-4345-902A-211F1C528B01}" type="presOf" srcId="{1BF92A0C-2E43-4D40-8114-2C0F34933A23}" destId="{A89DA1FB-565E-4301-B1CB-EDCAB76C133C}" srcOrd="0" destOrd="0" presId="urn:microsoft.com/office/officeart/2018/5/layout/CenteredIconLabelDescriptionList"/>
    <dgm:cxn modelId="{11052D71-BD5C-44EE-B9D2-D0C2E79B3A1F}" type="presOf" srcId="{667C91EC-3D69-4F09-A94F-95C2D3A8AF73}" destId="{A89DA1FB-565E-4301-B1CB-EDCAB76C133C}" srcOrd="0" destOrd="1" presId="urn:microsoft.com/office/officeart/2018/5/layout/CenteredIconLabelDescriptionList"/>
    <dgm:cxn modelId="{546E3C83-9704-4F37-A5D6-BCDE2EA96106}" type="presOf" srcId="{75C801EF-A54F-4D60-9059-8CE64830D592}" destId="{D8A553EC-1B28-4672-85DF-03887BAB8C63}" srcOrd="0" destOrd="1" presId="urn:microsoft.com/office/officeart/2018/5/layout/CenteredIconLabelDescriptionList"/>
    <dgm:cxn modelId="{EB59CD84-83DB-45B3-A9E7-2F7D422D1E4C}" type="presOf" srcId="{39C52B55-C621-435C-95AC-B5448D38B410}" destId="{C067A366-A153-4379-8F05-813C3E374F26}" srcOrd="0" destOrd="0" presId="urn:microsoft.com/office/officeart/2018/5/layout/CenteredIconLabelDescriptionList"/>
    <dgm:cxn modelId="{872CAB96-5754-4289-A7F8-404635FC1367}" srcId="{8B3ECA39-26B4-4923-AD34-8AD7D0EDC803}" destId="{8FC41C58-1F88-4FFB-AD16-73339EE9AF60}" srcOrd="0" destOrd="0" parTransId="{BE9C38F9-DB8A-44E8-9BC6-416844DA082E}" sibTransId="{36E8F37F-4D2F-4949-B878-6ED3FA22C669}"/>
    <dgm:cxn modelId="{04089FA0-6C43-496B-84BD-6BA7E7EA558A}" type="presOf" srcId="{8FC41C58-1F88-4FFB-AD16-73339EE9AF60}" destId="{0AE34F2A-78D0-41C6-9BCA-F55E67553F2C}" srcOrd="0" destOrd="0" presId="urn:microsoft.com/office/officeart/2018/5/layout/CenteredIconLabelDescriptionList"/>
    <dgm:cxn modelId="{50482CB3-1FFF-4D82-A493-ED74910CC72D}" srcId="{4ACA3F4E-CBA1-42DC-B04E-06B0C0130397}" destId="{8B3ECA39-26B4-4923-AD34-8AD7D0EDC803}" srcOrd="0" destOrd="0" parTransId="{AC74EFFA-D5B5-4C38-88D3-EECEEAE740A9}" sibTransId="{8691E5BF-EF32-4CB7-AA41-E53C4F100571}"/>
    <dgm:cxn modelId="{729773B5-D995-4648-849B-A341932DF346}" srcId="{61710F7F-BB54-44DC-8881-9659CC6A9717}" destId="{1BF92A0C-2E43-4D40-8114-2C0F34933A23}" srcOrd="0" destOrd="0" parTransId="{38BD6410-D216-4799-B2B9-5E850D24FDE2}" sibTransId="{319A397B-7739-4C45-B1FF-33CBDC1DE293}"/>
    <dgm:cxn modelId="{8D33E8B6-E242-47AE-B622-6D285ABADE54}" type="presOf" srcId="{8B3ECA39-26B4-4923-AD34-8AD7D0EDC803}" destId="{287AD220-4723-4F93-849B-E30BC8032C7B}" srcOrd="0" destOrd="0" presId="urn:microsoft.com/office/officeart/2018/5/layout/CenteredIconLabelDescriptionList"/>
    <dgm:cxn modelId="{AF6045B9-84A7-489D-B642-FACE0104CF53}" srcId="{39C52B55-C621-435C-95AC-B5448D38B410}" destId="{9681FCA5-E0B3-44DB-885E-D3DBE3B6B70F}" srcOrd="0" destOrd="0" parTransId="{AE5F5E98-319B-4984-A0E8-E8AF406870D9}" sibTransId="{32F8FB14-B042-48C0-9B85-BF63DCC82971}"/>
    <dgm:cxn modelId="{A3B791CE-DE15-49E0-8716-2D8F568E6B76}" srcId="{61710F7F-BB54-44DC-8881-9659CC6A9717}" destId="{9CE29B83-292F-4D21-AC34-22F83450CA12}" srcOrd="2" destOrd="0" parTransId="{E104025F-5E32-487D-9A5B-720F62269489}" sibTransId="{9969C477-5FF9-4A6B-85D3-0213EEB73B6F}"/>
    <dgm:cxn modelId="{865886D7-01FC-4F03-8F9F-8DF0DE731182}" srcId="{4ACA3F4E-CBA1-42DC-B04E-06B0C0130397}" destId="{39C52B55-C621-435C-95AC-B5448D38B410}" srcOrd="2" destOrd="0" parTransId="{D278592E-BA53-40A5-9AC4-C5DEF0015985}" sibTransId="{7506F659-ECC3-4A63-B073-234B0C3A0403}"/>
    <dgm:cxn modelId="{1141CEDB-493B-4F33-9644-A2A3A71D0ED2}" type="presOf" srcId="{4ACA3F4E-CBA1-42DC-B04E-06B0C0130397}" destId="{582FC1C6-85F9-4A5E-9A43-F420CD498B1A}" srcOrd="0" destOrd="0" presId="urn:microsoft.com/office/officeart/2018/5/layout/CenteredIconLabelDescriptionList"/>
    <dgm:cxn modelId="{7410D8E8-D1AC-4C6C-BEC2-0F2C2C33B9BB}" srcId="{39C52B55-C621-435C-95AC-B5448D38B410}" destId="{75C801EF-A54F-4D60-9059-8CE64830D592}" srcOrd="1" destOrd="0" parTransId="{55A6DF61-4F54-4D19-8E2B-23FD4D7CDF90}" sibTransId="{996ED79D-C8F8-4536-B34E-29E189FE748E}"/>
    <dgm:cxn modelId="{77D9603C-3CA9-43B1-A816-4AEDEA0AA430}" type="presParOf" srcId="{582FC1C6-85F9-4A5E-9A43-F420CD498B1A}" destId="{FCCEF103-E916-49E8-A00D-61DF5316F605}" srcOrd="0" destOrd="0" presId="urn:microsoft.com/office/officeart/2018/5/layout/CenteredIconLabelDescriptionList"/>
    <dgm:cxn modelId="{31630D4E-66A2-4158-8D17-73A7DCB92E8A}" type="presParOf" srcId="{FCCEF103-E916-49E8-A00D-61DF5316F605}" destId="{F59B3601-7DE8-4908-A01F-E400DF8693C0}" srcOrd="0" destOrd="0" presId="urn:microsoft.com/office/officeart/2018/5/layout/CenteredIconLabelDescriptionList"/>
    <dgm:cxn modelId="{0CA6FF4C-0D24-4684-99F1-6AD850C5AD8A}" type="presParOf" srcId="{FCCEF103-E916-49E8-A00D-61DF5316F605}" destId="{9F0CD0D0-73CA-43BF-B26A-FC08EB677F9A}" srcOrd="1" destOrd="0" presId="urn:microsoft.com/office/officeart/2018/5/layout/CenteredIconLabelDescriptionList"/>
    <dgm:cxn modelId="{253BE8E6-2086-4B73-9395-9DA511D611FB}" type="presParOf" srcId="{FCCEF103-E916-49E8-A00D-61DF5316F605}" destId="{287AD220-4723-4F93-849B-E30BC8032C7B}" srcOrd="2" destOrd="0" presId="urn:microsoft.com/office/officeart/2018/5/layout/CenteredIconLabelDescriptionList"/>
    <dgm:cxn modelId="{AAA264D0-6A16-4E5F-B235-7A74C3169678}" type="presParOf" srcId="{FCCEF103-E916-49E8-A00D-61DF5316F605}" destId="{AEEEBC00-929D-47EE-B3B8-303269645D40}" srcOrd="3" destOrd="0" presId="urn:microsoft.com/office/officeart/2018/5/layout/CenteredIconLabelDescriptionList"/>
    <dgm:cxn modelId="{F0B5C556-5229-4B0E-A857-8FC5D4FC83D5}" type="presParOf" srcId="{FCCEF103-E916-49E8-A00D-61DF5316F605}" destId="{0AE34F2A-78D0-41C6-9BCA-F55E67553F2C}" srcOrd="4" destOrd="0" presId="urn:microsoft.com/office/officeart/2018/5/layout/CenteredIconLabelDescriptionList"/>
    <dgm:cxn modelId="{F6DC1423-FE3B-431B-8A1C-ED5E43A3B5A2}" type="presParOf" srcId="{582FC1C6-85F9-4A5E-9A43-F420CD498B1A}" destId="{C69265CA-1357-42E2-A44E-B2BD6B40368A}" srcOrd="1" destOrd="0" presId="urn:microsoft.com/office/officeart/2018/5/layout/CenteredIconLabelDescriptionList"/>
    <dgm:cxn modelId="{DA70364B-D07E-4C78-9D3D-48F8D8C388DA}" type="presParOf" srcId="{582FC1C6-85F9-4A5E-9A43-F420CD498B1A}" destId="{9F916DC9-C112-424F-A56E-E21E47D9F110}" srcOrd="2" destOrd="0" presId="urn:microsoft.com/office/officeart/2018/5/layout/CenteredIconLabelDescriptionList"/>
    <dgm:cxn modelId="{24BB21F7-B8F3-4D5F-9BF0-1C0CCBEE696F}" type="presParOf" srcId="{9F916DC9-C112-424F-A56E-E21E47D9F110}" destId="{CB702E4C-F7E9-4CC4-A3BE-9DB18FA9A024}" srcOrd="0" destOrd="0" presId="urn:microsoft.com/office/officeart/2018/5/layout/CenteredIconLabelDescriptionList"/>
    <dgm:cxn modelId="{F54FFE44-6256-4A1D-B5AB-CC177EEDC10F}" type="presParOf" srcId="{9F916DC9-C112-424F-A56E-E21E47D9F110}" destId="{CFDFA7D6-45CD-49B7-902F-36713B8AB297}" srcOrd="1" destOrd="0" presId="urn:microsoft.com/office/officeart/2018/5/layout/CenteredIconLabelDescriptionList"/>
    <dgm:cxn modelId="{D642C8B8-0967-4FB0-959E-2EE68C0502F2}" type="presParOf" srcId="{9F916DC9-C112-424F-A56E-E21E47D9F110}" destId="{2ABFF66E-1B69-40C1-A9CA-E80EDE3E7013}" srcOrd="2" destOrd="0" presId="urn:microsoft.com/office/officeart/2018/5/layout/CenteredIconLabelDescriptionList"/>
    <dgm:cxn modelId="{78C3F79E-5441-4FF5-A7D2-18508F4E5A81}" type="presParOf" srcId="{9F916DC9-C112-424F-A56E-E21E47D9F110}" destId="{311CF60A-2B60-4ECA-85E3-0AFB11A75520}" srcOrd="3" destOrd="0" presId="urn:microsoft.com/office/officeart/2018/5/layout/CenteredIconLabelDescriptionList"/>
    <dgm:cxn modelId="{52379A4D-1934-4771-9319-E88D2AFBAEC4}" type="presParOf" srcId="{9F916DC9-C112-424F-A56E-E21E47D9F110}" destId="{A89DA1FB-565E-4301-B1CB-EDCAB76C133C}" srcOrd="4" destOrd="0" presId="urn:microsoft.com/office/officeart/2018/5/layout/CenteredIconLabelDescriptionList"/>
    <dgm:cxn modelId="{4DD49711-751A-43BE-8095-8EC12131EB98}" type="presParOf" srcId="{582FC1C6-85F9-4A5E-9A43-F420CD498B1A}" destId="{ED3D459F-2EBA-4B03-A87F-7F4D24A792E7}" srcOrd="3" destOrd="0" presId="urn:microsoft.com/office/officeart/2018/5/layout/CenteredIconLabelDescriptionList"/>
    <dgm:cxn modelId="{D62DB429-BC9F-4C51-A1A0-E724EBED2B70}" type="presParOf" srcId="{582FC1C6-85F9-4A5E-9A43-F420CD498B1A}" destId="{65F3E8DF-EF80-4911-BB4E-FAA104103032}" srcOrd="4" destOrd="0" presId="urn:microsoft.com/office/officeart/2018/5/layout/CenteredIconLabelDescriptionList"/>
    <dgm:cxn modelId="{9B8ADF67-807A-44DD-9967-F82E00386EA0}" type="presParOf" srcId="{65F3E8DF-EF80-4911-BB4E-FAA104103032}" destId="{D6D2DA5D-4C0A-4413-B4E7-1C2157562B85}" srcOrd="0" destOrd="0" presId="urn:microsoft.com/office/officeart/2018/5/layout/CenteredIconLabelDescriptionList"/>
    <dgm:cxn modelId="{6A324247-F338-4B33-B14F-4D53E445654D}" type="presParOf" srcId="{65F3E8DF-EF80-4911-BB4E-FAA104103032}" destId="{7022CA97-149F-4D8A-8E87-771528CDDA09}" srcOrd="1" destOrd="0" presId="urn:microsoft.com/office/officeart/2018/5/layout/CenteredIconLabelDescriptionList"/>
    <dgm:cxn modelId="{C0DE3657-B12D-4444-A87C-C92EB7767D15}" type="presParOf" srcId="{65F3E8DF-EF80-4911-BB4E-FAA104103032}" destId="{C067A366-A153-4379-8F05-813C3E374F26}" srcOrd="2" destOrd="0" presId="urn:microsoft.com/office/officeart/2018/5/layout/CenteredIconLabelDescriptionList"/>
    <dgm:cxn modelId="{D84BABD6-AF9B-49E3-A687-DDBB2AAA2A86}" type="presParOf" srcId="{65F3E8DF-EF80-4911-BB4E-FAA104103032}" destId="{4E3E480D-3F5E-43BA-9D65-ABF051ED336D}" srcOrd="3" destOrd="0" presId="urn:microsoft.com/office/officeart/2018/5/layout/CenteredIconLabelDescriptionList"/>
    <dgm:cxn modelId="{1A33B532-BEA0-4D5F-9BBA-952891570FA6}" type="presParOf" srcId="{65F3E8DF-EF80-4911-BB4E-FAA104103032}" destId="{D8A553EC-1B28-4672-85DF-03887BAB8C6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5F323FA9-6A04-488A-BB30-C430AA73FC4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EDDE54-41B6-4389-9818-198679506C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Compare</a:t>
          </a:r>
          <a:endParaRPr lang="en-US"/>
        </a:p>
      </dgm:t>
    </dgm:pt>
    <dgm:pt modelId="{759AD07F-32D0-48DE-BF1C-3B2EE5A930C2}" type="parTrans" cxnId="{5CBC85C2-69C7-49C6-99DD-157B4E59AE7A}">
      <dgm:prSet/>
      <dgm:spPr/>
      <dgm:t>
        <a:bodyPr/>
        <a:lstStyle/>
        <a:p>
          <a:endParaRPr lang="en-US"/>
        </a:p>
      </dgm:t>
    </dgm:pt>
    <dgm:pt modelId="{9D1297FF-0010-421A-BA44-D92E03BF5E49}" type="sibTrans" cxnId="{5CBC85C2-69C7-49C6-99DD-157B4E59AE7A}">
      <dgm:prSet/>
      <dgm:spPr/>
      <dgm:t>
        <a:bodyPr/>
        <a:lstStyle/>
        <a:p>
          <a:endParaRPr lang="en-US"/>
        </a:p>
      </dgm:t>
    </dgm:pt>
    <dgm:pt modelId="{CDDB58F8-43B9-4B63-97BD-DF78090F2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</a:t>
          </a:r>
          <a:r>
            <a:rPr lang="tr-TR"/>
            <a:t>of usecases are easier?</a:t>
          </a:r>
          <a:endParaRPr lang="en-US"/>
        </a:p>
      </dgm:t>
    </dgm:pt>
    <dgm:pt modelId="{77DAF036-1753-4BCF-8B51-583672D5A6C8}" type="parTrans" cxnId="{E261AFD0-AB0D-4076-A6C2-53C690853CA6}">
      <dgm:prSet/>
      <dgm:spPr/>
      <dgm:t>
        <a:bodyPr/>
        <a:lstStyle/>
        <a:p>
          <a:endParaRPr lang="en-US"/>
        </a:p>
      </dgm:t>
    </dgm:pt>
    <dgm:pt modelId="{402AABC1-9584-423B-82FA-2F62747EAE78}" type="sibTrans" cxnId="{E261AFD0-AB0D-4076-A6C2-53C690853CA6}">
      <dgm:prSet/>
      <dgm:spPr/>
      <dgm:t>
        <a:bodyPr/>
        <a:lstStyle/>
        <a:p>
          <a:endParaRPr lang="en-US"/>
        </a:p>
      </dgm:t>
    </dgm:pt>
    <dgm:pt modelId="{E4DD6046-517B-4C50-A0B3-E30A222561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</a:t>
          </a:r>
          <a:r>
            <a:rPr lang="tr-TR"/>
            <a:t> </a:t>
          </a:r>
          <a:r>
            <a:rPr lang="en-US"/>
            <a:t>transcribe</a:t>
          </a:r>
        </a:p>
      </dgm:t>
    </dgm:pt>
    <dgm:pt modelId="{E5695F6B-4D8F-49DA-AFE9-B0F13A37F54A}" type="parTrans" cxnId="{329BB58D-4E19-42F8-B8AA-4EF386147CF4}">
      <dgm:prSet/>
      <dgm:spPr/>
      <dgm:t>
        <a:bodyPr/>
        <a:lstStyle/>
        <a:p>
          <a:endParaRPr lang="en-US"/>
        </a:p>
      </dgm:t>
    </dgm:pt>
    <dgm:pt modelId="{5C30DAB4-1A16-407F-A529-66DE41EFD353}" type="sibTrans" cxnId="{329BB58D-4E19-42F8-B8AA-4EF386147CF4}">
      <dgm:prSet/>
      <dgm:spPr/>
      <dgm:t>
        <a:bodyPr/>
        <a:lstStyle/>
        <a:p>
          <a:endParaRPr lang="en-US"/>
        </a:p>
      </dgm:t>
    </dgm:pt>
    <dgm:pt modelId="{C1DAFE6D-1A7E-4082-A27E-0E7125801A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record on paper</a:t>
          </a:r>
        </a:p>
      </dgm:t>
    </dgm:pt>
    <dgm:pt modelId="{E0DFE4F1-0D3D-4E58-9423-B5F1902E5968}" type="parTrans" cxnId="{4855486A-8C72-4B0E-B6AF-15A14B70F2B7}">
      <dgm:prSet/>
      <dgm:spPr/>
      <dgm:t>
        <a:bodyPr/>
        <a:lstStyle/>
        <a:p>
          <a:endParaRPr lang="en-US"/>
        </a:p>
      </dgm:t>
    </dgm:pt>
    <dgm:pt modelId="{863BA484-A028-4A80-BA2E-59A3AC2EC2DE}" type="sibTrans" cxnId="{4855486A-8C72-4B0E-B6AF-15A14B70F2B7}">
      <dgm:prSet/>
      <dgm:spPr/>
      <dgm:t>
        <a:bodyPr/>
        <a:lstStyle/>
        <a:p>
          <a:endParaRPr lang="en-US"/>
        </a:p>
      </dgm:t>
    </dgm:pt>
    <dgm:pt modelId="{4E9A8511-4B14-49B9-AFD1-4625824F1E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 without error</a:t>
          </a:r>
        </a:p>
      </dgm:t>
    </dgm:pt>
    <dgm:pt modelId="{8175FBC2-7DD0-4F65-B13A-DC8DBFFAFD7D}" type="parTrans" cxnId="{AEE866C2-EA01-4FB6-B780-D81CE8DF251E}">
      <dgm:prSet/>
      <dgm:spPr/>
      <dgm:t>
        <a:bodyPr/>
        <a:lstStyle/>
        <a:p>
          <a:endParaRPr lang="en-US"/>
        </a:p>
      </dgm:t>
    </dgm:pt>
    <dgm:pt modelId="{EBB6DBEC-1A11-4155-8192-86556589D853}" type="sibTrans" cxnId="{AEE866C2-EA01-4FB6-B780-D81CE8DF251E}">
      <dgm:prSet/>
      <dgm:spPr/>
      <dgm:t>
        <a:bodyPr/>
        <a:lstStyle/>
        <a:p>
          <a:endParaRPr lang="en-US"/>
        </a:p>
      </dgm:t>
    </dgm:pt>
    <dgm:pt modelId="{1E1FAA55-1C35-436A-8BF8-2864253BD8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export</a:t>
          </a:r>
        </a:p>
      </dgm:t>
    </dgm:pt>
    <dgm:pt modelId="{96FAA7A2-E808-4BE2-B72A-67180FD9B143}" type="parTrans" cxnId="{CF77F495-6D7B-4E4A-B5CF-13B334B41E13}">
      <dgm:prSet/>
      <dgm:spPr/>
      <dgm:t>
        <a:bodyPr/>
        <a:lstStyle/>
        <a:p>
          <a:endParaRPr lang="en-US"/>
        </a:p>
      </dgm:t>
    </dgm:pt>
    <dgm:pt modelId="{1634EC77-536F-44AB-9028-82451D1EBE6E}" type="sibTrans" cxnId="{CF77F495-6D7B-4E4A-B5CF-13B334B41E13}">
      <dgm:prSet/>
      <dgm:spPr/>
      <dgm:t>
        <a:bodyPr/>
        <a:lstStyle/>
        <a:p>
          <a:endParaRPr lang="en-US"/>
        </a:p>
      </dgm:t>
    </dgm:pt>
    <dgm:pt modelId="{CC7B6D83-7942-43F6-B4DC-4BDBAE914A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import into another wallet</a:t>
          </a:r>
        </a:p>
      </dgm:t>
    </dgm:pt>
    <dgm:pt modelId="{E1A38900-96B8-4EA3-B34C-2AAE1CC0D1BA}" type="parTrans" cxnId="{14291AA8-E43E-49F9-9320-1D30248C1D57}">
      <dgm:prSet/>
      <dgm:spPr/>
      <dgm:t>
        <a:bodyPr/>
        <a:lstStyle/>
        <a:p>
          <a:endParaRPr lang="en-US"/>
        </a:p>
      </dgm:t>
    </dgm:pt>
    <dgm:pt modelId="{19A3C204-84E5-4ADE-9356-9927744CE125}" type="sibTrans" cxnId="{14291AA8-E43E-49F9-9320-1D30248C1D57}">
      <dgm:prSet/>
      <dgm:spPr/>
      <dgm:t>
        <a:bodyPr/>
        <a:lstStyle/>
        <a:p>
          <a:endParaRPr lang="en-US"/>
        </a:p>
      </dgm:t>
    </dgm:pt>
    <dgm:pt modelId="{CD6804A2-999F-418A-8112-2A747F52A2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 cases</a:t>
          </a:r>
          <a:endParaRPr lang="en-US"/>
        </a:p>
      </dgm:t>
    </dgm:pt>
    <dgm:pt modelId="{AF119A6A-11D7-46DD-BB02-EE44CB9572E7}" type="parTrans" cxnId="{CD858D4A-FD87-4910-BB7B-D71AC594A1F5}">
      <dgm:prSet/>
      <dgm:spPr/>
      <dgm:t>
        <a:bodyPr/>
        <a:lstStyle/>
        <a:p>
          <a:endParaRPr lang="tr-TR"/>
        </a:p>
      </dgm:t>
    </dgm:pt>
    <dgm:pt modelId="{3E18D93A-F2BB-4F17-AC11-C55437684439}" type="sibTrans" cxnId="{CD858D4A-FD87-4910-BB7B-D71AC594A1F5}">
      <dgm:prSet/>
      <dgm:spPr/>
      <dgm:t>
        <a:bodyPr/>
        <a:lstStyle/>
        <a:p>
          <a:endParaRPr lang="tr-TR"/>
        </a:p>
      </dgm:t>
    </dgm:pt>
    <dgm:pt modelId="{654A0FF8-42E7-4E2A-9CFC-D3A02B020F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 seed</a:t>
          </a:r>
          <a:endParaRPr lang="en-US"/>
        </a:p>
      </dgm:t>
    </dgm:pt>
    <dgm:pt modelId="{298DA93B-B913-4383-AC23-D5A5CECBDE14}" type="parTrans" cxnId="{431302EE-FF04-4173-96F7-A6E1C33EA7D2}">
      <dgm:prSet/>
      <dgm:spPr/>
      <dgm:t>
        <a:bodyPr/>
        <a:lstStyle/>
        <a:p>
          <a:endParaRPr lang="tr-TR"/>
        </a:p>
      </dgm:t>
    </dgm:pt>
    <dgm:pt modelId="{9453D9F6-0177-4778-9FB7-05B9B1B0473A}" type="sibTrans" cxnId="{431302EE-FF04-4173-96F7-A6E1C33EA7D2}">
      <dgm:prSet/>
      <dgm:spPr/>
      <dgm:t>
        <a:bodyPr/>
        <a:lstStyle/>
        <a:p>
          <a:endParaRPr lang="tr-TR"/>
        </a:p>
      </dgm:t>
    </dgm:pt>
    <dgm:pt modelId="{CD5A762B-CD91-4241-8A37-F9FBF1AB66F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>
              <a:latin typeface="UbuntuMono-Regular"/>
            </a:rPr>
            <a:t>0C1E24E5917779D297E14D45F14E1A1A</a:t>
          </a:r>
          <a:endParaRPr lang="en-US"/>
        </a:p>
      </dgm:t>
    </dgm:pt>
    <dgm:pt modelId="{48D3C46B-D12F-4337-B2C9-4718C0A12A02}" type="parTrans" cxnId="{5F58CCCC-01E8-4B9E-8DFE-35B3C125D487}">
      <dgm:prSet/>
      <dgm:spPr/>
      <dgm:t>
        <a:bodyPr/>
        <a:lstStyle/>
        <a:p>
          <a:endParaRPr lang="tr-TR"/>
        </a:p>
      </dgm:t>
    </dgm:pt>
    <dgm:pt modelId="{CAAA29B5-B6A6-4710-A18F-8E6B2F53F9AC}" type="sibTrans" cxnId="{5F58CCCC-01E8-4B9E-8DFE-35B3C125D487}">
      <dgm:prSet/>
      <dgm:spPr/>
      <dgm:t>
        <a:bodyPr/>
        <a:lstStyle/>
        <a:p>
          <a:endParaRPr lang="tr-TR"/>
        </a:p>
      </dgm:t>
    </dgm:pt>
    <dgm:pt modelId="{E3EA4980-9514-4520-BA48-F5147FD86A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UbuntuMono-Regular"/>
            </a:rPr>
            <a:t>army van defense carry jealous true</a:t>
          </a:r>
          <a:r>
            <a:rPr lang="tr-TR">
              <a:latin typeface="UbuntuMono-Regular"/>
            </a:rPr>
            <a:t> </a:t>
          </a:r>
          <a:r>
            <a:rPr lang="en-US">
              <a:latin typeface="UbuntuMono-Regular"/>
            </a:rPr>
            <a:t>garbage claim echo media make crunch</a:t>
          </a:r>
        </a:p>
      </dgm:t>
    </dgm:pt>
    <dgm:pt modelId="{BC11C1A4-5101-47B0-9AB0-AA9E46D41009}" type="parTrans" cxnId="{139C9F53-229B-4CA0-90D8-011415B4BA9C}">
      <dgm:prSet/>
      <dgm:spPr/>
      <dgm:t>
        <a:bodyPr/>
        <a:lstStyle/>
        <a:p>
          <a:endParaRPr lang="tr-TR"/>
        </a:p>
      </dgm:t>
    </dgm:pt>
    <dgm:pt modelId="{D95F6355-4253-4488-BD43-389E2B9D0BE3}" type="sibTrans" cxnId="{139C9F53-229B-4CA0-90D8-011415B4BA9C}">
      <dgm:prSet/>
      <dgm:spPr/>
      <dgm:t>
        <a:bodyPr/>
        <a:lstStyle/>
        <a:p>
          <a:endParaRPr lang="tr-TR"/>
        </a:p>
      </dgm:t>
    </dgm:pt>
    <dgm:pt modelId="{0D25F6F8-B434-46C7-A98A-096E1CB8EF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>
              <a:latin typeface="UbuntuMono-Regular"/>
            </a:rPr>
            <a:t>Mnemonic</a:t>
          </a:r>
          <a:endParaRPr lang="en-US" dirty="0">
            <a:latin typeface="UbuntuMono-Regular"/>
          </a:endParaRPr>
        </a:p>
      </dgm:t>
    </dgm:pt>
    <dgm:pt modelId="{794EA6D2-9BE9-479C-BC5F-008D2F53C107}" type="parTrans" cxnId="{04C75A10-FB7B-4FB0-9BD3-DB4B22CAB7B2}">
      <dgm:prSet/>
      <dgm:spPr/>
      <dgm:t>
        <a:bodyPr/>
        <a:lstStyle/>
        <a:p>
          <a:endParaRPr lang="tr-TR"/>
        </a:p>
      </dgm:t>
    </dgm:pt>
    <dgm:pt modelId="{9498C7D1-0FFB-4A9B-8B04-5BF7A34BA89D}" type="sibTrans" cxnId="{04C75A10-FB7B-4FB0-9BD3-DB4B22CAB7B2}">
      <dgm:prSet/>
      <dgm:spPr/>
      <dgm:t>
        <a:bodyPr/>
        <a:lstStyle/>
        <a:p>
          <a:endParaRPr lang="tr-TR"/>
        </a:p>
      </dgm:t>
    </dgm:pt>
    <dgm:pt modelId="{2C186028-AE8F-4FE5-8490-04B6D8AF1919}" type="pres">
      <dgm:prSet presAssocID="{5F323FA9-6A04-488A-BB30-C430AA73FC43}" presName="root" presStyleCnt="0">
        <dgm:presLayoutVars>
          <dgm:dir/>
          <dgm:resizeHandles val="exact"/>
        </dgm:presLayoutVars>
      </dgm:prSet>
      <dgm:spPr/>
    </dgm:pt>
    <dgm:pt modelId="{AA8013BC-CEB9-4B79-ABDF-13611DFDF29F}" type="pres">
      <dgm:prSet presAssocID="{7FEDDE54-41B6-4389-9818-198679506C81}" presName="compNode" presStyleCnt="0"/>
      <dgm:spPr/>
    </dgm:pt>
    <dgm:pt modelId="{EE20DF49-6E67-45C0-9DA5-467EE2BA37A8}" type="pres">
      <dgm:prSet presAssocID="{7FEDDE54-41B6-4389-9818-198679506C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75CD274D-298B-4901-A115-AEEB48A67FD6}" type="pres">
      <dgm:prSet presAssocID="{7FEDDE54-41B6-4389-9818-198679506C81}" presName="iconSpace" presStyleCnt="0"/>
      <dgm:spPr/>
    </dgm:pt>
    <dgm:pt modelId="{E58C7431-992B-49EE-A12B-B4B31DE8DC41}" type="pres">
      <dgm:prSet presAssocID="{7FEDDE54-41B6-4389-9818-198679506C81}" presName="parTx" presStyleLbl="revTx" presStyleIdx="0" presStyleCnt="8">
        <dgm:presLayoutVars>
          <dgm:chMax val="0"/>
          <dgm:chPref val="0"/>
        </dgm:presLayoutVars>
      </dgm:prSet>
      <dgm:spPr/>
    </dgm:pt>
    <dgm:pt modelId="{BF460D12-8002-48F7-BF67-451C3F712F8B}" type="pres">
      <dgm:prSet presAssocID="{7FEDDE54-41B6-4389-9818-198679506C81}" presName="txSpace" presStyleCnt="0"/>
      <dgm:spPr/>
    </dgm:pt>
    <dgm:pt modelId="{FBF03E79-520B-487F-B0D0-F8FDB8789302}" type="pres">
      <dgm:prSet presAssocID="{7FEDDE54-41B6-4389-9818-198679506C81}" presName="desTx" presStyleLbl="revTx" presStyleIdx="1" presStyleCnt="8">
        <dgm:presLayoutVars/>
      </dgm:prSet>
      <dgm:spPr/>
    </dgm:pt>
    <dgm:pt modelId="{856281E9-7D9C-4708-84CF-83E577469A38}" type="pres">
      <dgm:prSet presAssocID="{9D1297FF-0010-421A-BA44-D92E03BF5E49}" presName="sibTrans" presStyleCnt="0"/>
      <dgm:spPr/>
    </dgm:pt>
    <dgm:pt modelId="{6B6C7737-15EF-45AA-AE9B-FBECCD41C954}" type="pres">
      <dgm:prSet presAssocID="{654A0FF8-42E7-4E2A-9CFC-D3A02B020F76}" presName="compNode" presStyleCnt="0"/>
      <dgm:spPr/>
    </dgm:pt>
    <dgm:pt modelId="{343F2CDA-DBF7-4229-A3E5-F42954A88B2B}" type="pres">
      <dgm:prSet presAssocID="{654A0FF8-42E7-4E2A-9CFC-D3A02B020F7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5265EA8-23B7-4250-B6A3-2C885836EA59}" type="pres">
      <dgm:prSet presAssocID="{654A0FF8-42E7-4E2A-9CFC-D3A02B020F76}" presName="iconSpace" presStyleCnt="0"/>
      <dgm:spPr/>
    </dgm:pt>
    <dgm:pt modelId="{D63873C7-401C-4BD1-BB1C-1E864F968668}" type="pres">
      <dgm:prSet presAssocID="{654A0FF8-42E7-4E2A-9CFC-D3A02B020F76}" presName="parTx" presStyleLbl="revTx" presStyleIdx="2" presStyleCnt="8">
        <dgm:presLayoutVars>
          <dgm:chMax val="0"/>
          <dgm:chPref val="0"/>
        </dgm:presLayoutVars>
      </dgm:prSet>
      <dgm:spPr/>
    </dgm:pt>
    <dgm:pt modelId="{DD4284C9-F3CC-4CB8-B6B0-9DA3E53C1B56}" type="pres">
      <dgm:prSet presAssocID="{654A0FF8-42E7-4E2A-9CFC-D3A02B020F76}" presName="txSpace" presStyleCnt="0"/>
      <dgm:spPr/>
    </dgm:pt>
    <dgm:pt modelId="{2525DAB2-08A9-4BEE-B4E6-F1D22AB1A272}" type="pres">
      <dgm:prSet presAssocID="{654A0FF8-42E7-4E2A-9CFC-D3A02B020F76}" presName="desTx" presStyleLbl="revTx" presStyleIdx="3" presStyleCnt="8">
        <dgm:presLayoutVars/>
      </dgm:prSet>
      <dgm:spPr/>
    </dgm:pt>
    <dgm:pt modelId="{59080250-11C4-4102-AC3D-49AB35903E87}" type="pres">
      <dgm:prSet presAssocID="{9453D9F6-0177-4778-9FB7-05B9B1B0473A}" presName="sibTrans" presStyleCnt="0"/>
      <dgm:spPr/>
    </dgm:pt>
    <dgm:pt modelId="{CCF8CCE2-FC13-43FB-AC28-844E41E51DAE}" type="pres">
      <dgm:prSet presAssocID="{0D25F6F8-B434-46C7-A98A-096E1CB8EF02}" presName="compNode" presStyleCnt="0"/>
      <dgm:spPr/>
    </dgm:pt>
    <dgm:pt modelId="{AE26CED9-30D6-4641-B4AA-E44E03514113}" type="pres">
      <dgm:prSet presAssocID="{0D25F6F8-B434-46C7-A98A-096E1CB8EF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9C64DB02-1362-4F90-AD28-AA3C0DED7E66}" type="pres">
      <dgm:prSet presAssocID="{0D25F6F8-B434-46C7-A98A-096E1CB8EF02}" presName="iconSpace" presStyleCnt="0"/>
      <dgm:spPr/>
    </dgm:pt>
    <dgm:pt modelId="{3F7719F3-B79D-4EE7-8F4E-F3BC0F7E1EF9}" type="pres">
      <dgm:prSet presAssocID="{0D25F6F8-B434-46C7-A98A-096E1CB8EF02}" presName="parTx" presStyleLbl="revTx" presStyleIdx="4" presStyleCnt="8">
        <dgm:presLayoutVars>
          <dgm:chMax val="0"/>
          <dgm:chPref val="0"/>
        </dgm:presLayoutVars>
      </dgm:prSet>
      <dgm:spPr/>
    </dgm:pt>
    <dgm:pt modelId="{BE77E819-0FD8-4677-9F35-5AB0D3D1285B}" type="pres">
      <dgm:prSet presAssocID="{0D25F6F8-B434-46C7-A98A-096E1CB8EF02}" presName="txSpace" presStyleCnt="0"/>
      <dgm:spPr/>
    </dgm:pt>
    <dgm:pt modelId="{4BC851F1-8F4A-455B-81F6-2D78FC9638F3}" type="pres">
      <dgm:prSet presAssocID="{0D25F6F8-B434-46C7-A98A-096E1CB8EF02}" presName="desTx" presStyleLbl="revTx" presStyleIdx="5" presStyleCnt="8">
        <dgm:presLayoutVars/>
      </dgm:prSet>
      <dgm:spPr/>
    </dgm:pt>
    <dgm:pt modelId="{7A514934-EC0F-471B-88DD-105A01CBFC9B}" type="pres">
      <dgm:prSet presAssocID="{9498C7D1-0FFB-4A9B-8B04-5BF7A34BA89D}" presName="sibTrans" presStyleCnt="0"/>
      <dgm:spPr/>
    </dgm:pt>
    <dgm:pt modelId="{D14FEA74-1A63-418A-90B5-4EF605101F33}" type="pres">
      <dgm:prSet presAssocID="{CD6804A2-999F-418A-8112-2A747F52A200}" presName="compNode" presStyleCnt="0"/>
      <dgm:spPr/>
    </dgm:pt>
    <dgm:pt modelId="{CD4951C3-2A3E-418D-BC4E-F3147B2E9CC4}" type="pres">
      <dgm:prSet presAssocID="{CD6804A2-999F-418A-8112-2A747F52A2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F38D1F8-C978-4C2C-B193-76CE48959C6A}" type="pres">
      <dgm:prSet presAssocID="{CD6804A2-999F-418A-8112-2A747F52A200}" presName="iconSpace" presStyleCnt="0"/>
      <dgm:spPr/>
    </dgm:pt>
    <dgm:pt modelId="{ABF1EDFE-BB06-41E8-8E41-32F3E306702A}" type="pres">
      <dgm:prSet presAssocID="{CD6804A2-999F-418A-8112-2A747F52A200}" presName="parTx" presStyleLbl="revTx" presStyleIdx="6" presStyleCnt="8">
        <dgm:presLayoutVars>
          <dgm:chMax val="0"/>
          <dgm:chPref val="0"/>
        </dgm:presLayoutVars>
      </dgm:prSet>
      <dgm:spPr/>
    </dgm:pt>
    <dgm:pt modelId="{D1479DE0-92EA-4BAC-AC4D-9529B45A9F53}" type="pres">
      <dgm:prSet presAssocID="{CD6804A2-999F-418A-8112-2A747F52A200}" presName="txSpace" presStyleCnt="0"/>
      <dgm:spPr/>
    </dgm:pt>
    <dgm:pt modelId="{2640A155-DDAA-4377-A30A-E3976EC38B3C}" type="pres">
      <dgm:prSet presAssocID="{CD6804A2-999F-418A-8112-2A747F52A200}" presName="desTx" presStyleLbl="revTx" presStyleIdx="7" presStyleCnt="8">
        <dgm:presLayoutVars/>
      </dgm:prSet>
      <dgm:spPr/>
    </dgm:pt>
  </dgm:ptLst>
  <dgm:cxnLst>
    <dgm:cxn modelId="{04C75A10-FB7B-4FB0-9BD3-DB4B22CAB7B2}" srcId="{5F323FA9-6A04-488A-BB30-C430AA73FC43}" destId="{0D25F6F8-B434-46C7-A98A-096E1CB8EF02}" srcOrd="2" destOrd="0" parTransId="{794EA6D2-9BE9-479C-BC5F-008D2F53C107}" sibTransId="{9498C7D1-0FFB-4A9B-8B04-5BF7A34BA89D}"/>
    <dgm:cxn modelId="{4A49331B-FF03-4BD1-87F9-5C6C3637C60C}" type="presOf" srcId="{654A0FF8-42E7-4E2A-9CFC-D3A02B020F76}" destId="{D63873C7-401C-4BD1-BB1C-1E864F968668}" srcOrd="0" destOrd="0" presId="urn:microsoft.com/office/officeart/2018/5/layout/CenteredIconLabelDescriptionList"/>
    <dgm:cxn modelId="{2A9DE81D-E11B-49EF-93BD-A21347D239FD}" type="presOf" srcId="{CDDB58F8-43B9-4B63-97BD-DF78090F2E42}" destId="{FBF03E79-520B-487F-B0D0-F8FDB8789302}" srcOrd="0" destOrd="0" presId="urn:microsoft.com/office/officeart/2018/5/layout/CenteredIconLabelDescriptionList"/>
    <dgm:cxn modelId="{1BAFBD3A-75A3-4558-A02C-7A57B801F6B4}" type="presOf" srcId="{E4DD6046-517B-4C50-A0B3-E30A222561C1}" destId="{2640A155-DDAA-4377-A30A-E3976EC38B3C}" srcOrd="0" destOrd="0" presId="urn:microsoft.com/office/officeart/2018/5/layout/CenteredIconLabelDescriptionList"/>
    <dgm:cxn modelId="{4855486A-8C72-4B0E-B6AF-15A14B70F2B7}" srcId="{CD6804A2-999F-418A-8112-2A747F52A200}" destId="{C1DAFE6D-1A7E-4082-A27E-0E7125801A62}" srcOrd="1" destOrd="0" parTransId="{E0DFE4F1-0D3D-4E58-9423-B5F1902E5968}" sibTransId="{863BA484-A028-4A80-BA2E-59A3AC2EC2DE}"/>
    <dgm:cxn modelId="{CD858D4A-FD87-4910-BB7B-D71AC594A1F5}" srcId="{5F323FA9-6A04-488A-BB30-C430AA73FC43}" destId="{CD6804A2-999F-418A-8112-2A747F52A200}" srcOrd="3" destOrd="0" parTransId="{AF119A6A-11D7-46DD-BB02-EE44CB9572E7}" sibTransId="{3E18D93A-F2BB-4F17-AC11-C55437684439}"/>
    <dgm:cxn modelId="{E40C8C4E-1353-488D-8297-5B94E81F0BE2}" type="presOf" srcId="{0D25F6F8-B434-46C7-A98A-096E1CB8EF02}" destId="{3F7719F3-B79D-4EE7-8F4E-F3BC0F7E1EF9}" srcOrd="0" destOrd="0" presId="urn:microsoft.com/office/officeart/2018/5/layout/CenteredIconLabelDescriptionList"/>
    <dgm:cxn modelId="{83EA1B4F-9777-41AF-819A-BE9AD67C2E88}" type="presOf" srcId="{CC7B6D83-7942-43F6-B4DC-4BDBAE914A8D}" destId="{2640A155-DDAA-4377-A30A-E3976EC38B3C}" srcOrd="0" destOrd="4" presId="urn:microsoft.com/office/officeart/2018/5/layout/CenteredIconLabelDescriptionList"/>
    <dgm:cxn modelId="{4E386371-1372-4033-9842-E69853EABD40}" type="presOf" srcId="{C1DAFE6D-1A7E-4082-A27E-0E7125801A62}" destId="{2640A155-DDAA-4377-A30A-E3976EC38B3C}" srcOrd="0" destOrd="1" presId="urn:microsoft.com/office/officeart/2018/5/layout/CenteredIconLabelDescriptionList"/>
    <dgm:cxn modelId="{139C9F53-229B-4CA0-90D8-011415B4BA9C}" srcId="{0D25F6F8-B434-46C7-A98A-096E1CB8EF02}" destId="{E3EA4980-9514-4520-BA48-F5147FD86A1B}" srcOrd="0" destOrd="0" parTransId="{BC11C1A4-5101-47B0-9AB0-AA9E46D41009}" sibTransId="{D95F6355-4253-4488-BD43-389E2B9D0BE3}"/>
    <dgm:cxn modelId="{9EFF4E75-144A-4232-A732-D35799A7DDD5}" type="presOf" srcId="{CD6804A2-999F-418A-8112-2A747F52A200}" destId="{ABF1EDFE-BB06-41E8-8E41-32F3E306702A}" srcOrd="0" destOrd="0" presId="urn:microsoft.com/office/officeart/2018/5/layout/CenteredIconLabelDescriptionList"/>
    <dgm:cxn modelId="{93926D78-4ABA-403A-90C7-0D466E2BA8A6}" type="presOf" srcId="{7FEDDE54-41B6-4389-9818-198679506C81}" destId="{E58C7431-992B-49EE-A12B-B4B31DE8DC41}" srcOrd="0" destOrd="0" presId="urn:microsoft.com/office/officeart/2018/5/layout/CenteredIconLabelDescriptionList"/>
    <dgm:cxn modelId="{4F71B458-7153-4608-A8E5-7B17ABFC691B}" type="presOf" srcId="{5F323FA9-6A04-488A-BB30-C430AA73FC43}" destId="{2C186028-AE8F-4FE5-8490-04B6D8AF1919}" srcOrd="0" destOrd="0" presId="urn:microsoft.com/office/officeart/2018/5/layout/CenteredIconLabelDescriptionList"/>
    <dgm:cxn modelId="{329BB58D-4E19-42F8-B8AA-4EF386147CF4}" srcId="{CD6804A2-999F-418A-8112-2A747F52A200}" destId="{E4DD6046-517B-4C50-A0B3-E30A222561C1}" srcOrd="0" destOrd="0" parTransId="{E5695F6B-4D8F-49DA-AFE9-B0F13A37F54A}" sibTransId="{5C30DAB4-1A16-407F-A529-66DE41EFD353}"/>
    <dgm:cxn modelId="{CF77F495-6D7B-4E4A-B5CF-13B334B41E13}" srcId="{CD6804A2-999F-418A-8112-2A747F52A200}" destId="{1E1FAA55-1C35-436A-8BF8-2864253BD8FE}" srcOrd="3" destOrd="0" parTransId="{96FAA7A2-E808-4BE2-B72A-67180FD9B143}" sibTransId="{1634EC77-536F-44AB-9028-82451D1EBE6E}"/>
    <dgm:cxn modelId="{F6DC60A3-7413-4376-94C9-F587542A793B}" type="presOf" srcId="{E3EA4980-9514-4520-BA48-F5147FD86A1B}" destId="{4BC851F1-8F4A-455B-81F6-2D78FC9638F3}" srcOrd="0" destOrd="0" presId="urn:microsoft.com/office/officeart/2018/5/layout/CenteredIconLabelDescriptionList"/>
    <dgm:cxn modelId="{14291AA8-E43E-49F9-9320-1D30248C1D57}" srcId="{CD6804A2-999F-418A-8112-2A747F52A200}" destId="{CC7B6D83-7942-43F6-B4DC-4BDBAE914A8D}" srcOrd="4" destOrd="0" parTransId="{E1A38900-96B8-4EA3-B34C-2AAE1CC0D1BA}" sibTransId="{19A3C204-84E5-4ADE-9356-9927744CE125}"/>
    <dgm:cxn modelId="{AEE866C2-EA01-4FB6-B780-D81CE8DF251E}" srcId="{CD6804A2-999F-418A-8112-2A747F52A200}" destId="{4E9A8511-4B14-49B9-AFD1-4625824F1E9E}" srcOrd="2" destOrd="0" parTransId="{8175FBC2-7DD0-4F65-B13A-DC8DBFFAFD7D}" sibTransId="{EBB6DBEC-1A11-4155-8192-86556589D853}"/>
    <dgm:cxn modelId="{5CBC85C2-69C7-49C6-99DD-157B4E59AE7A}" srcId="{5F323FA9-6A04-488A-BB30-C430AA73FC43}" destId="{7FEDDE54-41B6-4389-9818-198679506C81}" srcOrd="0" destOrd="0" parTransId="{759AD07F-32D0-48DE-BF1C-3B2EE5A930C2}" sibTransId="{9D1297FF-0010-421A-BA44-D92E03BF5E49}"/>
    <dgm:cxn modelId="{5F58CCCC-01E8-4B9E-8DFE-35B3C125D487}" srcId="{654A0FF8-42E7-4E2A-9CFC-D3A02B020F76}" destId="{CD5A762B-CD91-4241-8A37-F9FBF1AB66F5}" srcOrd="0" destOrd="0" parTransId="{48D3C46B-D12F-4337-B2C9-4718C0A12A02}" sibTransId="{CAAA29B5-B6A6-4710-A18F-8E6B2F53F9AC}"/>
    <dgm:cxn modelId="{E261AFD0-AB0D-4076-A6C2-53C690853CA6}" srcId="{7FEDDE54-41B6-4389-9818-198679506C81}" destId="{CDDB58F8-43B9-4B63-97BD-DF78090F2E42}" srcOrd="0" destOrd="0" parTransId="{77DAF036-1753-4BCF-8B51-583672D5A6C8}" sibTransId="{402AABC1-9584-423B-82FA-2F62747EAE78}"/>
    <dgm:cxn modelId="{51CFD9E8-A757-474B-8A5C-23989EB7298E}" type="presOf" srcId="{1E1FAA55-1C35-436A-8BF8-2864253BD8FE}" destId="{2640A155-DDAA-4377-A30A-E3976EC38B3C}" srcOrd="0" destOrd="3" presId="urn:microsoft.com/office/officeart/2018/5/layout/CenteredIconLabelDescriptionList"/>
    <dgm:cxn modelId="{431302EE-FF04-4173-96F7-A6E1C33EA7D2}" srcId="{5F323FA9-6A04-488A-BB30-C430AA73FC43}" destId="{654A0FF8-42E7-4E2A-9CFC-D3A02B020F76}" srcOrd="1" destOrd="0" parTransId="{298DA93B-B913-4383-AC23-D5A5CECBDE14}" sibTransId="{9453D9F6-0177-4778-9FB7-05B9B1B0473A}"/>
    <dgm:cxn modelId="{2D3213F3-A76C-44A3-9453-4BC963AE4BD3}" type="presOf" srcId="{CD5A762B-CD91-4241-8A37-F9FBF1AB66F5}" destId="{2525DAB2-08A9-4BEE-B4E6-F1D22AB1A272}" srcOrd="0" destOrd="0" presId="urn:microsoft.com/office/officeart/2018/5/layout/CenteredIconLabelDescriptionList"/>
    <dgm:cxn modelId="{0BB4E3FE-BA4A-4114-95E9-58C876738FB6}" type="presOf" srcId="{4E9A8511-4B14-49B9-AFD1-4625824F1E9E}" destId="{2640A155-DDAA-4377-A30A-E3976EC38B3C}" srcOrd="0" destOrd="2" presId="urn:microsoft.com/office/officeart/2018/5/layout/CenteredIconLabelDescriptionList"/>
    <dgm:cxn modelId="{E449B650-7874-44BC-AC98-F883FFADC821}" type="presParOf" srcId="{2C186028-AE8F-4FE5-8490-04B6D8AF1919}" destId="{AA8013BC-CEB9-4B79-ABDF-13611DFDF29F}" srcOrd="0" destOrd="0" presId="urn:microsoft.com/office/officeart/2018/5/layout/CenteredIconLabelDescriptionList"/>
    <dgm:cxn modelId="{8715E6A9-AE46-4C7D-9A1B-647F1A8562D1}" type="presParOf" srcId="{AA8013BC-CEB9-4B79-ABDF-13611DFDF29F}" destId="{EE20DF49-6E67-45C0-9DA5-467EE2BA37A8}" srcOrd="0" destOrd="0" presId="urn:microsoft.com/office/officeart/2018/5/layout/CenteredIconLabelDescriptionList"/>
    <dgm:cxn modelId="{CD1FF8C4-64CE-4C87-A53C-AA58C7D7390A}" type="presParOf" srcId="{AA8013BC-CEB9-4B79-ABDF-13611DFDF29F}" destId="{75CD274D-298B-4901-A115-AEEB48A67FD6}" srcOrd="1" destOrd="0" presId="urn:microsoft.com/office/officeart/2018/5/layout/CenteredIconLabelDescriptionList"/>
    <dgm:cxn modelId="{8ECE3BA9-1D03-4D83-9C82-E0220696872B}" type="presParOf" srcId="{AA8013BC-CEB9-4B79-ABDF-13611DFDF29F}" destId="{E58C7431-992B-49EE-A12B-B4B31DE8DC41}" srcOrd="2" destOrd="0" presId="urn:microsoft.com/office/officeart/2018/5/layout/CenteredIconLabelDescriptionList"/>
    <dgm:cxn modelId="{9DE8CD19-835F-468F-BBC7-3694201DAF07}" type="presParOf" srcId="{AA8013BC-CEB9-4B79-ABDF-13611DFDF29F}" destId="{BF460D12-8002-48F7-BF67-451C3F712F8B}" srcOrd="3" destOrd="0" presId="urn:microsoft.com/office/officeart/2018/5/layout/CenteredIconLabelDescriptionList"/>
    <dgm:cxn modelId="{4481108A-1261-4F11-9C65-74EE3F0C6657}" type="presParOf" srcId="{AA8013BC-CEB9-4B79-ABDF-13611DFDF29F}" destId="{FBF03E79-520B-487F-B0D0-F8FDB8789302}" srcOrd="4" destOrd="0" presId="urn:microsoft.com/office/officeart/2018/5/layout/CenteredIconLabelDescriptionList"/>
    <dgm:cxn modelId="{95F18EC5-BCCD-42F2-B180-BCC1F0A8FAD9}" type="presParOf" srcId="{2C186028-AE8F-4FE5-8490-04B6D8AF1919}" destId="{856281E9-7D9C-4708-84CF-83E577469A38}" srcOrd="1" destOrd="0" presId="urn:microsoft.com/office/officeart/2018/5/layout/CenteredIconLabelDescriptionList"/>
    <dgm:cxn modelId="{D9F68817-8511-46E7-B821-922F718D79AF}" type="presParOf" srcId="{2C186028-AE8F-4FE5-8490-04B6D8AF1919}" destId="{6B6C7737-15EF-45AA-AE9B-FBECCD41C954}" srcOrd="2" destOrd="0" presId="urn:microsoft.com/office/officeart/2018/5/layout/CenteredIconLabelDescriptionList"/>
    <dgm:cxn modelId="{2B594495-E35C-4C18-A318-AE3426F56164}" type="presParOf" srcId="{6B6C7737-15EF-45AA-AE9B-FBECCD41C954}" destId="{343F2CDA-DBF7-4229-A3E5-F42954A88B2B}" srcOrd="0" destOrd="0" presId="urn:microsoft.com/office/officeart/2018/5/layout/CenteredIconLabelDescriptionList"/>
    <dgm:cxn modelId="{746BD8D1-5C98-4738-B54F-F09FBD4C87E7}" type="presParOf" srcId="{6B6C7737-15EF-45AA-AE9B-FBECCD41C954}" destId="{95265EA8-23B7-4250-B6A3-2C885836EA59}" srcOrd="1" destOrd="0" presId="urn:microsoft.com/office/officeart/2018/5/layout/CenteredIconLabelDescriptionList"/>
    <dgm:cxn modelId="{69467314-C244-4317-A132-DCCABB9EEE3F}" type="presParOf" srcId="{6B6C7737-15EF-45AA-AE9B-FBECCD41C954}" destId="{D63873C7-401C-4BD1-BB1C-1E864F968668}" srcOrd="2" destOrd="0" presId="urn:microsoft.com/office/officeart/2018/5/layout/CenteredIconLabelDescriptionList"/>
    <dgm:cxn modelId="{056E9D3A-A453-4E12-9BA4-0C6B962657BB}" type="presParOf" srcId="{6B6C7737-15EF-45AA-AE9B-FBECCD41C954}" destId="{DD4284C9-F3CC-4CB8-B6B0-9DA3E53C1B56}" srcOrd="3" destOrd="0" presId="urn:microsoft.com/office/officeart/2018/5/layout/CenteredIconLabelDescriptionList"/>
    <dgm:cxn modelId="{84DDDD9D-E591-44CF-85A1-886E59D2B045}" type="presParOf" srcId="{6B6C7737-15EF-45AA-AE9B-FBECCD41C954}" destId="{2525DAB2-08A9-4BEE-B4E6-F1D22AB1A272}" srcOrd="4" destOrd="0" presId="urn:microsoft.com/office/officeart/2018/5/layout/CenteredIconLabelDescriptionList"/>
    <dgm:cxn modelId="{5B93630F-DE86-40B3-B6F9-AA21638176B4}" type="presParOf" srcId="{2C186028-AE8F-4FE5-8490-04B6D8AF1919}" destId="{59080250-11C4-4102-AC3D-49AB35903E87}" srcOrd="3" destOrd="0" presId="urn:microsoft.com/office/officeart/2018/5/layout/CenteredIconLabelDescriptionList"/>
    <dgm:cxn modelId="{C55E00C7-997C-40C2-94A5-91124B6412D6}" type="presParOf" srcId="{2C186028-AE8F-4FE5-8490-04B6D8AF1919}" destId="{CCF8CCE2-FC13-43FB-AC28-844E41E51DAE}" srcOrd="4" destOrd="0" presId="urn:microsoft.com/office/officeart/2018/5/layout/CenteredIconLabelDescriptionList"/>
    <dgm:cxn modelId="{C3D62032-BD63-463D-B475-DA22CD3049F2}" type="presParOf" srcId="{CCF8CCE2-FC13-43FB-AC28-844E41E51DAE}" destId="{AE26CED9-30D6-4641-B4AA-E44E03514113}" srcOrd="0" destOrd="0" presId="urn:microsoft.com/office/officeart/2018/5/layout/CenteredIconLabelDescriptionList"/>
    <dgm:cxn modelId="{F0C4C794-74BF-474F-BAA6-09706CDFEFE0}" type="presParOf" srcId="{CCF8CCE2-FC13-43FB-AC28-844E41E51DAE}" destId="{9C64DB02-1362-4F90-AD28-AA3C0DED7E66}" srcOrd="1" destOrd="0" presId="urn:microsoft.com/office/officeart/2018/5/layout/CenteredIconLabelDescriptionList"/>
    <dgm:cxn modelId="{F969184C-7E71-4793-9A19-2F9D28676D50}" type="presParOf" srcId="{CCF8CCE2-FC13-43FB-AC28-844E41E51DAE}" destId="{3F7719F3-B79D-4EE7-8F4E-F3BC0F7E1EF9}" srcOrd="2" destOrd="0" presId="urn:microsoft.com/office/officeart/2018/5/layout/CenteredIconLabelDescriptionList"/>
    <dgm:cxn modelId="{21EAE6EE-531E-418C-AF94-677A5E391846}" type="presParOf" srcId="{CCF8CCE2-FC13-43FB-AC28-844E41E51DAE}" destId="{BE77E819-0FD8-4677-9F35-5AB0D3D1285B}" srcOrd="3" destOrd="0" presId="urn:microsoft.com/office/officeart/2018/5/layout/CenteredIconLabelDescriptionList"/>
    <dgm:cxn modelId="{BA68D65D-8B72-480C-A3E9-BAA0A12687A7}" type="presParOf" srcId="{CCF8CCE2-FC13-43FB-AC28-844E41E51DAE}" destId="{4BC851F1-8F4A-455B-81F6-2D78FC9638F3}" srcOrd="4" destOrd="0" presId="urn:microsoft.com/office/officeart/2018/5/layout/CenteredIconLabelDescriptionList"/>
    <dgm:cxn modelId="{BAB88BCF-BB2C-47D6-A443-9A67DC741107}" type="presParOf" srcId="{2C186028-AE8F-4FE5-8490-04B6D8AF1919}" destId="{7A514934-EC0F-471B-88DD-105A01CBFC9B}" srcOrd="5" destOrd="0" presId="urn:microsoft.com/office/officeart/2018/5/layout/CenteredIconLabelDescriptionList"/>
    <dgm:cxn modelId="{A026CB47-9A98-4585-A9EA-71C7FC9F769A}" type="presParOf" srcId="{2C186028-AE8F-4FE5-8490-04B6D8AF1919}" destId="{D14FEA74-1A63-418A-90B5-4EF605101F33}" srcOrd="6" destOrd="0" presId="urn:microsoft.com/office/officeart/2018/5/layout/CenteredIconLabelDescriptionList"/>
    <dgm:cxn modelId="{BBA72461-9949-4AED-9D44-73686679F6C7}" type="presParOf" srcId="{D14FEA74-1A63-418A-90B5-4EF605101F33}" destId="{CD4951C3-2A3E-418D-BC4E-F3147B2E9CC4}" srcOrd="0" destOrd="0" presId="urn:microsoft.com/office/officeart/2018/5/layout/CenteredIconLabelDescriptionList"/>
    <dgm:cxn modelId="{18C3A301-3FE3-4914-9153-C4531979F9E8}" type="presParOf" srcId="{D14FEA74-1A63-418A-90B5-4EF605101F33}" destId="{3F38D1F8-C978-4C2C-B193-76CE48959C6A}" srcOrd="1" destOrd="0" presId="urn:microsoft.com/office/officeart/2018/5/layout/CenteredIconLabelDescriptionList"/>
    <dgm:cxn modelId="{D779EB8C-C872-4944-8F88-46E31ECAD1AD}" type="presParOf" srcId="{D14FEA74-1A63-418A-90B5-4EF605101F33}" destId="{ABF1EDFE-BB06-41E8-8E41-32F3E306702A}" srcOrd="2" destOrd="0" presId="urn:microsoft.com/office/officeart/2018/5/layout/CenteredIconLabelDescriptionList"/>
    <dgm:cxn modelId="{9A30BDF2-84F0-481A-85E2-99FF06FC89C3}" type="presParOf" srcId="{D14FEA74-1A63-418A-90B5-4EF605101F33}" destId="{D1479DE0-92EA-4BAC-AC4D-9529B45A9F53}" srcOrd="3" destOrd="0" presId="urn:microsoft.com/office/officeart/2018/5/layout/CenteredIconLabelDescriptionList"/>
    <dgm:cxn modelId="{646F7D8A-3397-45C7-8B64-183F69F4F334}" type="presParOf" srcId="{D14FEA74-1A63-418A-90B5-4EF605101F33}" destId="{2640A155-DDAA-4377-A30A-E3976EC38B3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829CA9B-345D-4B47-AB2E-9DA3DFAF3BD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47B7A41-8FA2-4980-9588-8FAEAE1CD9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BIP Standards</a:t>
          </a:r>
          <a:endParaRPr lang="en-US" dirty="0"/>
        </a:p>
      </dgm:t>
    </dgm:pt>
    <dgm:pt modelId="{D6D04F4E-133B-4B27-A535-E28355A0DFD2}" type="parTrans" cxnId="{21A9E131-8469-4A70-98C3-F1F933A1C0AF}">
      <dgm:prSet/>
      <dgm:spPr/>
      <dgm:t>
        <a:bodyPr/>
        <a:lstStyle/>
        <a:p>
          <a:endParaRPr lang="en-US"/>
        </a:p>
      </dgm:t>
    </dgm:pt>
    <dgm:pt modelId="{9F941111-7ACC-465C-ACF2-A1ED14F21118}" type="sibTrans" cxnId="{21A9E131-8469-4A70-98C3-F1F933A1C0AF}">
      <dgm:prSet/>
      <dgm:spPr/>
      <dgm:t>
        <a:bodyPr/>
        <a:lstStyle/>
        <a:p>
          <a:endParaRPr lang="en-US"/>
        </a:p>
      </dgm:t>
    </dgm:pt>
    <dgm:pt modelId="{B9B4C603-02FB-4A65-A58B-A0F252EF35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BIP-32</a:t>
          </a:r>
        </a:p>
      </dgm:t>
    </dgm:pt>
    <dgm:pt modelId="{836310FE-83C0-4E9F-80BC-309B035064E9}" type="parTrans" cxnId="{7DE7BA73-6D32-486C-8439-03AF177B323F}">
      <dgm:prSet/>
      <dgm:spPr/>
      <dgm:t>
        <a:bodyPr/>
        <a:lstStyle/>
        <a:p>
          <a:endParaRPr lang="en-US"/>
        </a:p>
      </dgm:t>
    </dgm:pt>
    <dgm:pt modelId="{EDF06162-0140-46FB-BBA6-5789C421BABE}" type="sibTrans" cxnId="{7DE7BA73-6D32-486C-8439-03AF177B323F}">
      <dgm:prSet/>
      <dgm:spPr/>
      <dgm:t>
        <a:bodyPr/>
        <a:lstStyle/>
        <a:p>
          <a:endParaRPr lang="en-US"/>
        </a:p>
      </dgm:t>
    </dgm:pt>
    <dgm:pt modelId="{ECBE8089-35B2-4EEB-B64D-3CFE2B8EB1A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interoperability</a:t>
          </a:r>
          <a:r>
            <a:rPr lang="en-US" dirty="0"/>
            <a:t> </a:t>
          </a:r>
        </a:p>
      </dgm:t>
    </dgm:pt>
    <dgm:pt modelId="{42BB587F-77CE-4D81-9A28-763D22DB00C5}" type="parTrans" cxnId="{A8D28AD4-E8A0-4A34-9C45-C7CC12A5E88B}">
      <dgm:prSet/>
      <dgm:spPr/>
      <dgm:t>
        <a:bodyPr/>
        <a:lstStyle/>
        <a:p>
          <a:endParaRPr lang="tr-TR"/>
        </a:p>
      </dgm:t>
    </dgm:pt>
    <dgm:pt modelId="{3B58D7A1-37FB-419E-87D3-787F46FE0302}" type="sibTrans" cxnId="{A8D28AD4-E8A0-4A34-9C45-C7CC12A5E88B}">
      <dgm:prSet/>
      <dgm:spPr/>
      <dgm:t>
        <a:bodyPr/>
        <a:lstStyle/>
        <a:p>
          <a:endParaRPr lang="tr-TR"/>
        </a:p>
      </dgm:t>
    </dgm:pt>
    <dgm:pt modelId="{1D068E1E-9129-4511-897B-575E90D94B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easy usage</a:t>
          </a:r>
          <a:endParaRPr lang="en-US" dirty="0"/>
        </a:p>
      </dgm:t>
    </dgm:pt>
    <dgm:pt modelId="{36CBEEAB-7C6C-43D6-8F53-C1AEFCD49BEF}" type="parTrans" cxnId="{3A1E49E6-8490-4622-B7FA-5F7FEE31975A}">
      <dgm:prSet/>
      <dgm:spPr/>
      <dgm:t>
        <a:bodyPr/>
        <a:lstStyle/>
        <a:p>
          <a:endParaRPr lang="tr-TR"/>
        </a:p>
      </dgm:t>
    </dgm:pt>
    <dgm:pt modelId="{E2426A38-BFE8-4D81-8DE4-950F1456B2CF}" type="sibTrans" cxnId="{3A1E49E6-8490-4622-B7FA-5F7FEE31975A}">
      <dgm:prSet/>
      <dgm:spPr/>
      <dgm:t>
        <a:bodyPr/>
        <a:lstStyle/>
        <a:p>
          <a:endParaRPr lang="tr-TR"/>
        </a:p>
      </dgm:t>
    </dgm:pt>
    <dgm:pt modelId="{4BFA048B-B987-42C4-B875-66C996A80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more </a:t>
          </a:r>
          <a:r>
            <a:rPr lang="en-US" dirty="0"/>
            <a:t>secure</a:t>
          </a:r>
          <a:r>
            <a:rPr lang="tr-TR" dirty="0"/>
            <a:t> environment</a:t>
          </a:r>
          <a:endParaRPr lang="en-US" dirty="0"/>
        </a:p>
      </dgm:t>
    </dgm:pt>
    <dgm:pt modelId="{2C2D0536-0355-4D30-BF31-126B79AE77AB}" type="parTrans" cxnId="{91BAFA46-2D58-4293-92EE-3AD57742C1D0}">
      <dgm:prSet/>
      <dgm:spPr/>
      <dgm:t>
        <a:bodyPr/>
        <a:lstStyle/>
        <a:p>
          <a:endParaRPr lang="tr-TR"/>
        </a:p>
      </dgm:t>
    </dgm:pt>
    <dgm:pt modelId="{FCFB823B-6EDC-4D90-856B-190DF2E0E070}" type="sibTrans" cxnId="{91BAFA46-2D58-4293-92EE-3AD57742C1D0}">
      <dgm:prSet/>
      <dgm:spPr/>
      <dgm:t>
        <a:bodyPr/>
        <a:lstStyle/>
        <a:p>
          <a:endParaRPr lang="tr-TR"/>
        </a:p>
      </dgm:t>
    </dgm:pt>
    <dgm:pt modelId="{4E96CB93-0BF1-4CA2-AE14-EF3D5D90AE7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increase the flexibility</a:t>
          </a:r>
          <a:endParaRPr lang="en-US" dirty="0"/>
        </a:p>
      </dgm:t>
    </dgm:pt>
    <dgm:pt modelId="{76CC79DF-F045-4AD8-B9E1-63245FCD25D5}" type="parTrans" cxnId="{27BBA251-016E-46C5-8709-27D898AD184C}">
      <dgm:prSet/>
      <dgm:spPr/>
      <dgm:t>
        <a:bodyPr/>
        <a:lstStyle/>
        <a:p>
          <a:endParaRPr lang="tr-TR"/>
        </a:p>
      </dgm:t>
    </dgm:pt>
    <dgm:pt modelId="{6A68F3D6-D48E-4623-A71A-842AEB82D146}" type="sibTrans" cxnId="{27BBA251-016E-46C5-8709-27D898AD184C}">
      <dgm:prSet/>
      <dgm:spPr/>
      <dgm:t>
        <a:bodyPr/>
        <a:lstStyle/>
        <a:p>
          <a:endParaRPr lang="tr-TR"/>
        </a:p>
      </dgm:t>
    </dgm:pt>
    <dgm:pt modelId="{8815AF0A-99C2-4BEA-ACA3-8634700B31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Standarts help</a:t>
          </a:r>
          <a:endParaRPr lang="en-US" dirty="0"/>
        </a:p>
      </dgm:t>
    </dgm:pt>
    <dgm:pt modelId="{046A9AA9-859F-4F51-AC55-721895956DE8}" type="parTrans" cxnId="{170B64BC-E12C-4E44-9540-A6BD081BD54E}">
      <dgm:prSet/>
      <dgm:spPr/>
      <dgm:t>
        <a:bodyPr/>
        <a:lstStyle/>
        <a:p>
          <a:endParaRPr lang="tr-TR"/>
        </a:p>
      </dgm:t>
    </dgm:pt>
    <dgm:pt modelId="{BCE790BD-78A5-40E9-A2F3-CF22119C7560}" type="sibTrans" cxnId="{170B64BC-E12C-4E44-9540-A6BD081BD54E}">
      <dgm:prSet/>
      <dgm:spPr/>
      <dgm:t>
        <a:bodyPr/>
        <a:lstStyle/>
        <a:p>
          <a:endParaRPr lang="tr-TR"/>
        </a:p>
      </dgm:t>
    </dgm:pt>
    <dgm:pt modelId="{C2FD1296-43E0-409B-B399-BA1381F544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</a:t>
          </a:r>
          <a:r>
            <a:rPr lang="tr-TR" dirty="0"/>
            <a:t>9</a:t>
          </a:r>
          <a:endParaRPr lang="en-US" dirty="0"/>
        </a:p>
      </dgm:t>
    </dgm:pt>
    <dgm:pt modelId="{924A99D3-24AF-4E8B-854A-C417BE78B887}" type="parTrans" cxnId="{7FE19D8F-0062-4ADA-8E91-B4E940690815}">
      <dgm:prSet/>
      <dgm:spPr/>
      <dgm:t>
        <a:bodyPr/>
        <a:lstStyle/>
        <a:p>
          <a:endParaRPr lang="tr-TR"/>
        </a:p>
      </dgm:t>
    </dgm:pt>
    <dgm:pt modelId="{32EA3D78-0BB8-4213-AD3D-B45474F972F4}" type="sibTrans" cxnId="{7FE19D8F-0062-4ADA-8E91-B4E940690815}">
      <dgm:prSet/>
      <dgm:spPr/>
      <dgm:t>
        <a:bodyPr/>
        <a:lstStyle/>
        <a:p>
          <a:endParaRPr lang="tr-TR"/>
        </a:p>
      </dgm:t>
    </dgm:pt>
    <dgm:pt modelId="{F1DA0AE9-21EA-4C30-89E5-08C7447CA1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BIP-43</a:t>
          </a:r>
        </a:p>
      </dgm:t>
    </dgm:pt>
    <dgm:pt modelId="{2C2E7B54-41C1-4A18-8134-6AEC646ABCD2}" type="parTrans" cxnId="{0EB4BEDF-E879-4F1A-84AD-E23647E9A66D}">
      <dgm:prSet/>
      <dgm:spPr/>
      <dgm:t>
        <a:bodyPr/>
        <a:lstStyle/>
        <a:p>
          <a:endParaRPr lang="tr-TR"/>
        </a:p>
      </dgm:t>
    </dgm:pt>
    <dgm:pt modelId="{7B894616-64AF-4B4B-AB14-54A590B3611D}" type="sibTrans" cxnId="{0EB4BEDF-E879-4F1A-84AD-E23647E9A66D}">
      <dgm:prSet/>
      <dgm:spPr/>
      <dgm:t>
        <a:bodyPr/>
        <a:lstStyle/>
        <a:p>
          <a:endParaRPr lang="tr-TR"/>
        </a:p>
      </dgm:t>
    </dgm:pt>
    <dgm:pt modelId="{0D1B2573-7300-499A-BD08-A1E70E4814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BIP-44</a:t>
          </a:r>
          <a:endParaRPr lang="en-US" dirty="0"/>
        </a:p>
      </dgm:t>
    </dgm:pt>
    <dgm:pt modelId="{7D5E4BC4-2176-448B-B79E-8C1258D4DA0C}" type="parTrans" cxnId="{AF99B56F-7AAC-4792-80A3-42A1098D9FB2}">
      <dgm:prSet/>
      <dgm:spPr/>
      <dgm:t>
        <a:bodyPr/>
        <a:lstStyle/>
        <a:p>
          <a:endParaRPr lang="tr-TR"/>
        </a:p>
      </dgm:t>
    </dgm:pt>
    <dgm:pt modelId="{F0B09546-F058-4BA6-99FB-3AB4F2290725}" type="sibTrans" cxnId="{AF99B56F-7AAC-4792-80A3-42A1098D9FB2}">
      <dgm:prSet/>
      <dgm:spPr/>
      <dgm:t>
        <a:bodyPr/>
        <a:lstStyle/>
        <a:p>
          <a:endParaRPr lang="tr-TR"/>
        </a:p>
      </dgm:t>
    </dgm:pt>
    <dgm:pt modelId="{712DC8A4-02E8-43DF-AFA0-68752428CCE3}" type="pres">
      <dgm:prSet presAssocID="{B829CA9B-345D-4B47-AB2E-9DA3DFAF3BDA}" presName="root" presStyleCnt="0">
        <dgm:presLayoutVars>
          <dgm:dir/>
          <dgm:resizeHandles val="exact"/>
        </dgm:presLayoutVars>
      </dgm:prSet>
      <dgm:spPr/>
    </dgm:pt>
    <dgm:pt modelId="{677217F5-0FE8-4345-A3A1-F785CC25C6E8}" type="pres">
      <dgm:prSet presAssocID="{B47B7A41-8FA2-4980-9588-8FAEAE1CD970}" presName="compNode" presStyleCnt="0"/>
      <dgm:spPr/>
    </dgm:pt>
    <dgm:pt modelId="{67C5AF4B-CB6F-4A74-A6FE-347A834857CD}" type="pres">
      <dgm:prSet presAssocID="{B47B7A41-8FA2-4980-9588-8FAEAE1CD97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3146BCA-EC3F-41FF-98DF-5B03784045DE}" type="pres">
      <dgm:prSet presAssocID="{B47B7A41-8FA2-4980-9588-8FAEAE1CD970}" presName="iconSpace" presStyleCnt="0"/>
      <dgm:spPr/>
    </dgm:pt>
    <dgm:pt modelId="{E1A04ED3-8C2D-4324-B369-73687C64CECB}" type="pres">
      <dgm:prSet presAssocID="{B47B7A41-8FA2-4980-9588-8FAEAE1CD970}" presName="parTx" presStyleLbl="revTx" presStyleIdx="0" presStyleCnt="4">
        <dgm:presLayoutVars>
          <dgm:chMax val="0"/>
          <dgm:chPref val="0"/>
        </dgm:presLayoutVars>
      </dgm:prSet>
      <dgm:spPr/>
    </dgm:pt>
    <dgm:pt modelId="{B38782B7-9D42-427E-AB40-DC0370D280A5}" type="pres">
      <dgm:prSet presAssocID="{B47B7A41-8FA2-4980-9588-8FAEAE1CD970}" presName="txSpace" presStyleCnt="0"/>
      <dgm:spPr/>
    </dgm:pt>
    <dgm:pt modelId="{ED60BBD0-EE05-44D4-8E62-11A1E4568C68}" type="pres">
      <dgm:prSet presAssocID="{B47B7A41-8FA2-4980-9588-8FAEAE1CD970}" presName="desTx" presStyleLbl="revTx" presStyleIdx="1" presStyleCnt="4">
        <dgm:presLayoutVars/>
      </dgm:prSet>
      <dgm:spPr/>
    </dgm:pt>
    <dgm:pt modelId="{28FAE916-3CCE-4A67-9B56-0BBE78B18916}" type="pres">
      <dgm:prSet presAssocID="{9F941111-7ACC-465C-ACF2-A1ED14F21118}" presName="sibTrans" presStyleCnt="0"/>
      <dgm:spPr/>
    </dgm:pt>
    <dgm:pt modelId="{9346B6AE-6146-4B5A-9289-4DB974F01147}" type="pres">
      <dgm:prSet presAssocID="{8815AF0A-99C2-4BEA-ACA3-8634700B319D}" presName="compNode" presStyleCnt="0"/>
      <dgm:spPr/>
    </dgm:pt>
    <dgm:pt modelId="{0EE409C5-1A17-46D7-AFB8-01A02BF122BF}" type="pres">
      <dgm:prSet presAssocID="{8815AF0A-99C2-4BEA-ACA3-8634700B31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48000" r="-48000"/>
          </a:stretch>
        </a:blipFill>
      </dgm:spPr>
    </dgm:pt>
    <dgm:pt modelId="{FA3D38B3-CC9D-41A5-A9A3-5E2360C410C1}" type="pres">
      <dgm:prSet presAssocID="{8815AF0A-99C2-4BEA-ACA3-8634700B319D}" presName="iconSpace" presStyleCnt="0"/>
      <dgm:spPr/>
    </dgm:pt>
    <dgm:pt modelId="{6F94E261-6595-4A6A-870A-948E615DCBB4}" type="pres">
      <dgm:prSet presAssocID="{8815AF0A-99C2-4BEA-ACA3-8634700B319D}" presName="parTx" presStyleLbl="revTx" presStyleIdx="2" presStyleCnt="4">
        <dgm:presLayoutVars>
          <dgm:chMax val="0"/>
          <dgm:chPref val="0"/>
        </dgm:presLayoutVars>
      </dgm:prSet>
      <dgm:spPr/>
    </dgm:pt>
    <dgm:pt modelId="{B07E8BFE-1882-453B-ABBB-AF0375E454FD}" type="pres">
      <dgm:prSet presAssocID="{8815AF0A-99C2-4BEA-ACA3-8634700B319D}" presName="txSpace" presStyleCnt="0"/>
      <dgm:spPr/>
    </dgm:pt>
    <dgm:pt modelId="{D8C008BA-7EF9-46E7-903D-415BB6894FB2}" type="pres">
      <dgm:prSet presAssocID="{8815AF0A-99C2-4BEA-ACA3-8634700B319D}" presName="desTx" presStyleLbl="revTx" presStyleIdx="3" presStyleCnt="4">
        <dgm:presLayoutVars/>
      </dgm:prSet>
      <dgm:spPr/>
    </dgm:pt>
  </dgm:ptLst>
  <dgm:cxnLst>
    <dgm:cxn modelId="{8B66CA0E-8452-4F79-9038-A8DCB08AC85A}" type="presOf" srcId="{0D1B2573-7300-499A-BD08-A1E70E4814F1}" destId="{ED60BBD0-EE05-44D4-8E62-11A1E4568C68}" srcOrd="0" destOrd="3" presId="urn:microsoft.com/office/officeart/2018/5/layout/CenteredIconLabelDescriptionList"/>
    <dgm:cxn modelId="{F2C64C0F-A583-4393-A70D-9536C53F2463}" type="presOf" srcId="{8815AF0A-99C2-4BEA-ACA3-8634700B319D}" destId="{6F94E261-6595-4A6A-870A-948E615DCBB4}" srcOrd="0" destOrd="0" presId="urn:microsoft.com/office/officeart/2018/5/layout/CenteredIconLabelDescriptionList"/>
    <dgm:cxn modelId="{1EAB4D20-3896-4C83-9BD9-E977B2AAA308}" type="presOf" srcId="{4BFA048B-B987-42C4-B875-66C996A80B4A}" destId="{D8C008BA-7EF9-46E7-903D-415BB6894FB2}" srcOrd="0" destOrd="2" presId="urn:microsoft.com/office/officeart/2018/5/layout/CenteredIconLabelDescriptionList"/>
    <dgm:cxn modelId="{21A9E131-8469-4A70-98C3-F1F933A1C0AF}" srcId="{B829CA9B-345D-4B47-AB2E-9DA3DFAF3BDA}" destId="{B47B7A41-8FA2-4980-9588-8FAEAE1CD970}" srcOrd="0" destOrd="0" parTransId="{D6D04F4E-133B-4B27-A535-E28355A0DFD2}" sibTransId="{9F941111-7ACC-465C-ACF2-A1ED14F21118}"/>
    <dgm:cxn modelId="{821CBC37-A816-42F5-B012-18B665ED78A0}" type="presOf" srcId="{B9B4C603-02FB-4A65-A58B-A0F252EF359A}" destId="{ED60BBD0-EE05-44D4-8E62-11A1E4568C68}" srcOrd="0" destOrd="0" presId="urn:microsoft.com/office/officeart/2018/5/layout/CenteredIconLabelDescriptionList"/>
    <dgm:cxn modelId="{7758305E-9D3E-43D4-8678-4BDF76B052A5}" type="presOf" srcId="{B47B7A41-8FA2-4980-9588-8FAEAE1CD970}" destId="{E1A04ED3-8C2D-4324-B369-73687C64CECB}" srcOrd="0" destOrd="0" presId="urn:microsoft.com/office/officeart/2018/5/layout/CenteredIconLabelDescriptionList"/>
    <dgm:cxn modelId="{91BAFA46-2D58-4293-92EE-3AD57742C1D0}" srcId="{8815AF0A-99C2-4BEA-ACA3-8634700B319D}" destId="{4BFA048B-B987-42C4-B875-66C996A80B4A}" srcOrd="2" destOrd="0" parTransId="{2C2D0536-0355-4D30-BF31-126B79AE77AB}" sibTransId="{FCFB823B-6EDC-4D90-856B-190DF2E0E070}"/>
    <dgm:cxn modelId="{AF99B56F-7AAC-4792-80A3-42A1098D9FB2}" srcId="{B47B7A41-8FA2-4980-9588-8FAEAE1CD970}" destId="{0D1B2573-7300-499A-BD08-A1E70E4814F1}" srcOrd="3" destOrd="0" parTransId="{7D5E4BC4-2176-448B-B79E-8C1258D4DA0C}" sibTransId="{F0B09546-F058-4BA6-99FB-3AB4F2290725}"/>
    <dgm:cxn modelId="{27BBA251-016E-46C5-8709-27D898AD184C}" srcId="{8815AF0A-99C2-4BEA-ACA3-8634700B319D}" destId="{4E96CB93-0BF1-4CA2-AE14-EF3D5D90AE7A}" srcOrd="3" destOrd="0" parTransId="{76CC79DF-F045-4AD8-B9E1-63245FCD25D5}" sibTransId="{6A68F3D6-D48E-4623-A71A-842AEB82D146}"/>
    <dgm:cxn modelId="{7DE7BA73-6D32-486C-8439-03AF177B323F}" srcId="{B47B7A41-8FA2-4980-9588-8FAEAE1CD970}" destId="{B9B4C603-02FB-4A65-A58B-A0F252EF359A}" srcOrd="0" destOrd="0" parTransId="{836310FE-83C0-4E9F-80BC-309B035064E9}" sibTransId="{EDF06162-0140-46FB-BBA6-5789C421BABE}"/>
    <dgm:cxn modelId="{320C1E8C-432C-4D64-9810-4F4E6BFF225C}" type="presOf" srcId="{F1DA0AE9-21EA-4C30-89E5-08C7447CA1A9}" destId="{ED60BBD0-EE05-44D4-8E62-11A1E4568C68}" srcOrd="0" destOrd="2" presId="urn:microsoft.com/office/officeart/2018/5/layout/CenteredIconLabelDescriptionList"/>
    <dgm:cxn modelId="{7FE19D8F-0062-4ADA-8E91-B4E940690815}" srcId="{B47B7A41-8FA2-4980-9588-8FAEAE1CD970}" destId="{C2FD1296-43E0-409B-B399-BA1381F5445D}" srcOrd="1" destOrd="0" parTransId="{924A99D3-24AF-4E8B-854A-C417BE78B887}" sibTransId="{32EA3D78-0BB8-4213-AD3D-B45474F972F4}"/>
    <dgm:cxn modelId="{170B64BC-E12C-4E44-9540-A6BD081BD54E}" srcId="{B829CA9B-345D-4B47-AB2E-9DA3DFAF3BDA}" destId="{8815AF0A-99C2-4BEA-ACA3-8634700B319D}" srcOrd="1" destOrd="0" parTransId="{046A9AA9-859F-4F51-AC55-721895956DE8}" sibTransId="{BCE790BD-78A5-40E9-A2F3-CF22119C7560}"/>
    <dgm:cxn modelId="{21112BCB-A769-4306-AEF2-812D4005164D}" type="presOf" srcId="{ECBE8089-35B2-4EEB-B64D-3CFE2B8EB1AF}" destId="{D8C008BA-7EF9-46E7-903D-415BB6894FB2}" srcOrd="0" destOrd="0" presId="urn:microsoft.com/office/officeart/2018/5/layout/CenteredIconLabelDescriptionList"/>
    <dgm:cxn modelId="{8EB752CF-B803-46C7-B347-55E9A6606590}" type="presOf" srcId="{C2FD1296-43E0-409B-B399-BA1381F5445D}" destId="{ED60BBD0-EE05-44D4-8E62-11A1E4568C68}" srcOrd="0" destOrd="1" presId="urn:microsoft.com/office/officeart/2018/5/layout/CenteredIconLabelDescriptionList"/>
    <dgm:cxn modelId="{A8D28AD4-E8A0-4A34-9C45-C7CC12A5E88B}" srcId="{8815AF0A-99C2-4BEA-ACA3-8634700B319D}" destId="{ECBE8089-35B2-4EEB-B64D-3CFE2B8EB1AF}" srcOrd="0" destOrd="0" parTransId="{42BB587F-77CE-4D81-9A28-763D22DB00C5}" sibTransId="{3B58D7A1-37FB-419E-87D3-787F46FE0302}"/>
    <dgm:cxn modelId="{2BDED9DE-27E1-424A-B282-549FD0D21223}" type="presOf" srcId="{1D068E1E-9129-4511-897B-575E90D94B0A}" destId="{D8C008BA-7EF9-46E7-903D-415BB6894FB2}" srcOrd="0" destOrd="1" presId="urn:microsoft.com/office/officeart/2018/5/layout/CenteredIconLabelDescriptionList"/>
    <dgm:cxn modelId="{0EB4BEDF-E879-4F1A-84AD-E23647E9A66D}" srcId="{B47B7A41-8FA2-4980-9588-8FAEAE1CD970}" destId="{F1DA0AE9-21EA-4C30-89E5-08C7447CA1A9}" srcOrd="2" destOrd="0" parTransId="{2C2E7B54-41C1-4A18-8134-6AEC646ABCD2}" sibTransId="{7B894616-64AF-4B4B-AB14-54A590B3611D}"/>
    <dgm:cxn modelId="{C5B832E4-FB16-4CC6-B5B1-A1A0AC3C7775}" type="presOf" srcId="{B829CA9B-345D-4B47-AB2E-9DA3DFAF3BDA}" destId="{712DC8A4-02E8-43DF-AFA0-68752428CCE3}" srcOrd="0" destOrd="0" presId="urn:microsoft.com/office/officeart/2018/5/layout/CenteredIconLabelDescriptionList"/>
    <dgm:cxn modelId="{3A1E49E6-8490-4622-B7FA-5F7FEE31975A}" srcId="{8815AF0A-99C2-4BEA-ACA3-8634700B319D}" destId="{1D068E1E-9129-4511-897B-575E90D94B0A}" srcOrd="1" destOrd="0" parTransId="{36CBEEAB-7C6C-43D6-8F53-C1AEFCD49BEF}" sibTransId="{E2426A38-BFE8-4D81-8DE4-950F1456B2CF}"/>
    <dgm:cxn modelId="{34CDA3F5-C254-40B4-AE38-ACEEA7A219EF}" type="presOf" srcId="{4E96CB93-0BF1-4CA2-AE14-EF3D5D90AE7A}" destId="{D8C008BA-7EF9-46E7-903D-415BB6894FB2}" srcOrd="0" destOrd="3" presId="urn:microsoft.com/office/officeart/2018/5/layout/CenteredIconLabelDescriptionList"/>
    <dgm:cxn modelId="{398491F7-D58F-405F-83C9-70E7E2343586}" type="presParOf" srcId="{712DC8A4-02E8-43DF-AFA0-68752428CCE3}" destId="{677217F5-0FE8-4345-A3A1-F785CC25C6E8}" srcOrd="0" destOrd="0" presId="urn:microsoft.com/office/officeart/2018/5/layout/CenteredIconLabelDescriptionList"/>
    <dgm:cxn modelId="{58D583FD-BEB4-4960-8CDC-E74840CA12B5}" type="presParOf" srcId="{677217F5-0FE8-4345-A3A1-F785CC25C6E8}" destId="{67C5AF4B-CB6F-4A74-A6FE-347A834857CD}" srcOrd="0" destOrd="0" presId="urn:microsoft.com/office/officeart/2018/5/layout/CenteredIconLabelDescriptionList"/>
    <dgm:cxn modelId="{12E52872-DEEF-4420-9033-6636C60F3EB0}" type="presParOf" srcId="{677217F5-0FE8-4345-A3A1-F785CC25C6E8}" destId="{83146BCA-EC3F-41FF-98DF-5B03784045DE}" srcOrd="1" destOrd="0" presId="urn:microsoft.com/office/officeart/2018/5/layout/CenteredIconLabelDescriptionList"/>
    <dgm:cxn modelId="{56DC2F08-23A9-43F7-85CD-8362CF2C5AD6}" type="presParOf" srcId="{677217F5-0FE8-4345-A3A1-F785CC25C6E8}" destId="{E1A04ED3-8C2D-4324-B369-73687C64CECB}" srcOrd="2" destOrd="0" presId="urn:microsoft.com/office/officeart/2018/5/layout/CenteredIconLabelDescriptionList"/>
    <dgm:cxn modelId="{98E727F1-5F85-4434-BB42-9C07E8BF353B}" type="presParOf" srcId="{677217F5-0FE8-4345-A3A1-F785CC25C6E8}" destId="{B38782B7-9D42-427E-AB40-DC0370D280A5}" srcOrd="3" destOrd="0" presId="urn:microsoft.com/office/officeart/2018/5/layout/CenteredIconLabelDescriptionList"/>
    <dgm:cxn modelId="{7E26903C-B509-47F3-AB81-8875F3FBF85B}" type="presParOf" srcId="{677217F5-0FE8-4345-A3A1-F785CC25C6E8}" destId="{ED60BBD0-EE05-44D4-8E62-11A1E4568C68}" srcOrd="4" destOrd="0" presId="urn:microsoft.com/office/officeart/2018/5/layout/CenteredIconLabelDescriptionList"/>
    <dgm:cxn modelId="{85A51D4E-A3DF-45B5-A486-096F35E7B48C}" type="presParOf" srcId="{712DC8A4-02E8-43DF-AFA0-68752428CCE3}" destId="{28FAE916-3CCE-4A67-9B56-0BBE78B18916}" srcOrd="1" destOrd="0" presId="urn:microsoft.com/office/officeart/2018/5/layout/CenteredIconLabelDescriptionList"/>
    <dgm:cxn modelId="{0B1F01DA-DDDE-4147-9937-3C219B123754}" type="presParOf" srcId="{712DC8A4-02E8-43DF-AFA0-68752428CCE3}" destId="{9346B6AE-6146-4B5A-9289-4DB974F01147}" srcOrd="2" destOrd="0" presId="urn:microsoft.com/office/officeart/2018/5/layout/CenteredIconLabelDescriptionList"/>
    <dgm:cxn modelId="{52D09C01-4635-4355-9B05-3EC3A91202DF}" type="presParOf" srcId="{9346B6AE-6146-4B5A-9289-4DB974F01147}" destId="{0EE409C5-1A17-46D7-AFB8-01A02BF122BF}" srcOrd="0" destOrd="0" presId="urn:microsoft.com/office/officeart/2018/5/layout/CenteredIconLabelDescriptionList"/>
    <dgm:cxn modelId="{CBAD8D13-EBC3-41BD-9409-C3E525F486D9}" type="presParOf" srcId="{9346B6AE-6146-4B5A-9289-4DB974F01147}" destId="{FA3D38B3-CC9D-41A5-A9A3-5E2360C410C1}" srcOrd="1" destOrd="0" presId="urn:microsoft.com/office/officeart/2018/5/layout/CenteredIconLabelDescriptionList"/>
    <dgm:cxn modelId="{D5BD5EA9-C3DB-4547-9B70-8E39B27AEC2B}" type="presParOf" srcId="{9346B6AE-6146-4B5A-9289-4DB974F01147}" destId="{6F94E261-6595-4A6A-870A-948E615DCBB4}" srcOrd="2" destOrd="0" presId="urn:microsoft.com/office/officeart/2018/5/layout/CenteredIconLabelDescriptionList"/>
    <dgm:cxn modelId="{8ED1A21D-14A0-41BC-9ADC-DD4673452DEB}" type="presParOf" srcId="{9346B6AE-6146-4B5A-9289-4DB974F01147}" destId="{B07E8BFE-1882-453B-ABBB-AF0375E454FD}" srcOrd="3" destOrd="0" presId="urn:microsoft.com/office/officeart/2018/5/layout/CenteredIconLabelDescriptionList"/>
    <dgm:cxn modelId="{B82B9002-64E1-4D06-A0BC-C3BEF214BBE5}" type="presParOf" srcId="{9346B6AE-6146-4B5A-9289-4DB974F01147}" destId="{D8C008BA-7EF9-46E7-903D-415BB6894FB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5DFFF2E-3370-4D81-A62B-B8DEA5830FB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433BD4E-610F-4A65-A758-EDEEFB83D14F}">
      <dgm:prSet/>
      <dgm:spPr/>
      <dgm:t>
        <a:bodyPr/>
        <a:lstStyle/>
        <a:p>
          <a:r>
            <a:rPr lang="en-US" dirty="0"/>
            <a:t>BIP-32 </a:t>
          </a:r>
        </a:p>
      </dgm:t>
    </dgm:pt>
    <dgm:pt modelId="{70CBBE81-3C82-4444-B212-2457D39B8233}" type="parTrans" cxnId="{37609C32-619F-4656-BC5C-F6D41660F145}">
      <dgm:prSet/>
      <dgm:spPr/>
      <dgm:t>
        <a:bodyPr/>
        <a:lstStyle/>
        <a:p>
          <a:endParaRPr lang="en-US"/>
        </a:p>
      </dgm:t>
    </dgm:pt>
    <dgm:pt modelId="{CAC89739-C9A0-4577-B724-83FA285DD6B3}" type="sibTrans" cxnId="{37609C32-619F-4656-BC5C-F6D41660F145}">
      <dgm:prSet/>
      <dgm:spPr/>
      <dgm:t>
        <a:bodyPr/>
        <a:lstStyle/>
        <a:p>
          <a:endParaRPr lang="en-US"/>
        </a:p>
      </dgm:t>
    </dgm:pt>
    <dgm:pt modelId="{BCCD3608-BEC4-418B-923E-EC5B742AF111}">
      <dgm:prSet/>
      <dgm:spPr/>
      <dgm:t>
        <a:bodyPr/>
        <a:lstStyle/>
        <a:p>
          <a:r>
            <a:rPr lang="en-US" dirty="0"/>
            <a:t>Mnemonic code words</a:t>
          </a:r>
        </a:p>
      </dgm:t>
    </dgm:pt>
    <dgm:pt modelId="{7B8B6FA9-6D53-40CF-BCCE-2819CABD144E}" type="parTrans" cxnId="{E9DA12B9-228F-4CFA-BC2E-BD756C539280}">
      <dgm:prSet/>
      <dgm:spPr/>
      <dgm:t>
        <a:bodyPr/>
        <a:lstStyle/>
        <a:p>
          <a:endParaRPr lang="en-US"/>
        </a:p>
      </dgm:t>
    </dgm:pt>
    <dgm:pt modelId="{C2F632A1-F2AE-4520-937F-D96BDE0AE1C9}" type="sibTrans" cxnId="{E9DA12B9-228F-4CFA-BC2E-BD756C539280}">
      <dgm:prSet/>
      <dgm:spPr/>
      <dgm:t>
        <a:bodyPr/>
        <a:lstStyle/>
        <a:p>
          <a:endParaRPr lang="en-US"/>
        </a:p>
      </dgm:t>
    </dgm:pt>
    <dgm:pt modelId="{EDBD88C2-A905-4DAD-AF88-7E1837F6F145}">
      <dgm:prSet/>
      <dgm:spPr/>
      <dgm:t>
        <a:bodyPr/>
        <a:lstStyle/>
        <a:p>
          <a:r>
            <a:rPr lang="en-US" dirty="0"/>
            <a:t>BIP-43 </a:t>
          </a:r>
        </a:p>
      </dgm:t>
    </dgm:pt>
    <dgm:pt modelId="{5E380E66-495A-4042-9664-00118E4842C9}" type="parTrans" cxnId="{8CF5C3B1-078E-404C-A11D-3DE5A82D7D02}">
      <dgm:prSet/>
      <dgm:spPr/>
      <dgm:t>
        <a:bodyPr/>
        <a:lstStyle/>
        <a:p>
          <a:endParaRPr lang="en-US"/>
        </a:p>
      </dgm:t>
    </dgm:pt>
    <dgm:pt modelId="{00AFEC2E-0F16-4254-ACEE-CE5CDCE9C5C6}" type="sibTrans" cxnId="{8CF5C3B1-078E-404C-A11D-3DE5A82D7D02}">
      <dgm:prSet/>
      <dgm:spPr/>
      <dgm:t>
        <a:bodyPr/>
        <a:lstStyle/>
        <a:p>
          <a:endParaRPr lang="en-US"/>
        </a:p>
      </dgm:t>
    </dgm:pt>
    <dgm:pt modelId="{2F9CBF19-9555-49A3-9E2A-7E3B50C8C851}">
      <dgm:prSet/>
      <dgm:spPr/>
      <dgm:t>
        <a:bodyPr/>
        <a:lstStyle/>
        <a:p>
          <a:r>
            <a:rPr lang="en-US" dirty="0"/>
            <a:t>Multipurpose</a:t>
          </a:r>
        </a:p>
      </dgm:t>
    </dgm:pt>
    <dgm:pt modelId="{0052D7FA-93AF-4A2A-BD03-534499867529}" type="parTrans" cxnId="{34EB779F-2455-443E-8E18-4CC059A432AD}">
      <dgm:prSet/>
      <dgm:spPr/>
      <dgm:t>
        <a:bodyPr/>
        <a:lstStyle/>
        <a:p>
          <a:endParaRPr lang="en-US"/>
        </a:p>
      </dgm:t>
    </dgm:pt>
    <dgm:pt modelId="{0F2EB3D6-B2DF-4AD2-980F-039CDDA8EBD8}" type="sibTrans" cxnId="{34EB779F-2455-443E-8E18-4CC059A432AD}">
      <dgm:prSet/>
      <dgm:spPr/>
      <dgm:t>
        <a:bodyPr/>
        <a:lstStyle/>
        <a:p>
          <a:endParaRPr lang="en-US"/>
        </a:p>
      </dgm:t>
    </dgm:pt>
    <dgm:pt modelId="{7BA7CDD8-3AE8-4FD1-9040-E761AAB9A4C7}">
      <dgm:prSet/>
      <dgm:spPr/>
      <dgm:t>
        <a:bodyPr/>
        <a:lstStyle/>
        <a:p>
          <a:r>
            <a:rPr lang="en-US" dirty="0"/>
            <a:t>BIP-44 </a:t>
          </a:r>
        </a:p>
      </dgm:t>
    </dgm:pt>
    <dgm:pt modelId="{910F3DF1-BD89-45A8-B755-0EFC59E2E180}" type="parTrans" cxnId="{FA92A484-3A9B-4984-9151-7F8C84593D08}">
      <dgm:prSet/>
      <dgm:spPr/>
      <dgm:t>
        <a:bodyPr/>
        <a:lstStyle/>
        <a:p>
          <a:endParaRPr lang="en-US"/>
        </a:p>
      </dgm:t>
    </dgm:pt>
    <dgm:pt modelId="{5D6C791E-7D0B-48BB-B348-EF8EEE577323}" type="sibTrans" cxnId="{FA92A484-3A9B-4984-9151-7F8C84593D08}">
      <dgm:prSet/>
      <dgm:spPr/>
      <dgm:t>
        <a:bodyPr/>
        <a:lstStyle/>
        <a:p>
          <a:endParaRPr lang="en-US"/>
        </a:p>
      </dgm:t>
    </dgm:pt>
    <dgm:pt modelId="{25B77FDC-180A-427E-9F74-11CFA4063696}">
      <dgm:prSet/>
      <dgm:spPr/>
      <dgm:t>
        <a:bodyPr/>
        <a:lstStyle/>
        <a:p>
          <a:r>
            <a:rPr lang="en-US" dirty="0"/>
            <a:t>Multicurrency</a:t>
          </a:r>
        </a:p>
      </dgm:t>
    </dgm:pt>
    <dgm:pt modelId="{2823E3F2-0704-4CF6-9B24-4611214707BC}" type="parTrans" cxnId="{A11F120C-27C9-47C9-BC8B-3C23E53A3772}">
      <dgm:prSet/>
      <dgm:spPr/>
      <dgm:t>
        <a:bodyPr/>
        <a:lstStyle/>
        <a:p>
          <a:endParaRPr lang="en-US"/>
        </a:p>
      </dgm:t>
    </dgm:pt>
    <dgm:pt modelId="{660AD3D0-11D2-4FF8-A46F-58341DAE5684}" type="sibTrans" cxnId="{A11F120C-27C9-47C9-BC8B-3C23E53A3772}">
      <dgm:prSet/>
      <dgm:spPr/>
      <dgm:t>
        <a:bodyPr/>
        <a:lstStyle/>
        <a:p>
          <a:endParaRPr lang="en-US"/>
        </a:p>
      </dgm:t>
    </dgm:pt>
    <dgm:pt modelId="{B74CFE52-E357-48FC-B804-AC5CB126CA6E}">
      <dgm:prSet/>
      <dgm:spPr/>
      <dgm:t>
        <a:bodyPr/>
        <a:lstStyle/>
        <a:p>
          <a:r>
            <a:rPr lang="en-US" dirty="0"/>
            <a:t>HD wallets</a:t>
          </a:r>
        </a:p>
      </dgm:t>
    </dgm:pt>
    <dgm:pt modelId="{1052A04D-B647-4B6F-A770-1EC46A4C76ED}" type="parTrans" cxnId="{6FC12D01-BB68-4011-B232-5DA14B4EB2BD}">
      <dgm:prSet/>
      <dgm:spPr/>
      <dgm:t>
        <a:bodyPr/>
        <a:lstStyle/>
        <a:p>
          <a:endParaRPr lang="tr-TR"/>
        </a:p>
      </dgm:t>
    </dgm:pt>
    <dgm:pt modelId="{1D1CEE4C-54BE-48F8-8442-747444B23086}" type="sibTrans" cxnId="{6FC12D01-BB68-4011-B232-5DA14B4EB2BD}">
      <dgm:prSet/>
      <dgm:spPr/>
      <dgm:t>
        <a:bodyPr/>
        <a:lstStyle/>
        <a:p>
          <a:endParaRPr lang="tr-TR"/>
        </a:p>
      </dgm:t>
    </dgm:pt>
    <dgm:pt modelId="{9D51A57E-BFF0-4E1F-B477-420B70B98DC8}">
      <dgm:prSet/>
      <dgm:spPr/>
      <dgm:t>
        <a:bodyPr/>
        <a:lstStyle/>
        <a:p>
          <a:r>
            <a:rPr lang="en-US" dirty="0"/>
            <a:t>BIP-3</a:t>
          </a:r>
          <a:r>
            <a:rPr lang="tr-TR" dirty="0"/>
            <a:t>9</a:t>
          </a:r>
          <a:endParaRPr lang="en-US" dirty="0"/>
        </a:p>
      </dgm:t>
    </dgm:pt>
    <dgm:pt modelId="{9EA0444D-E50C-4992-A87C-76B24BDDBFB3}" type="parTrans" cxnId="{4F55D9EE-3D45-4513-AD71-ACFF7CE678AF}">
      <dgm:prSet/>
      <dgm:spPr/>
      <dgm:t>
        <a:bodyPr/>
        <a:lstStyle/>
        <a:p>
          <a:endParaRPr lang="tr-TR"/>
        </a:p>
      </dgm:t>
    </dgm:pt>
    <dgm:pt modelId="{ABDEE4A8-A537-49C2-910C-D05E63172865}" type="sibTrans" cxnId="{4F55D9EE-3D45-4513-AD71-ACFF7CE678AF}">
      <dgm:prSet/>
      <dgm:spPr/>
      <dgm:t>
        <a:bodyPr/>
        <a:lstStyle/>
        <a:p>
          <a:endParaRPr lang="tr-TR"/>
        </a:p>
      </dgm:t>
    </dgm:pt>
    <dgm:pt modelId="{6D9FC615-C629-4112-AF68-E397B9ACB07A}">
      <dgm:prSet/>
      <dgm:spPr/>
      <dgm:t>
        <a:bodyPr/>
        <a:lstStyle/>
        <a:p>
          <a:r>
            <a:rPr lang="en-US"/>
            <a:t>HD </a:t>
          </a:r>
          <a:r>
            <a:rPr lang="en-US" dirty="0"/>
            <a:t>wallet structure</a:t>
          </a:r>
        </a:p>
      </dgm:t>
    </dgm:pt>
    <dgm:pt modelId="{D6C52F78-6D2C-46A9-B795-5E18E27D4EFF}" type="parTrans" cxnId="{FFE0A269-B93F-43D8-87A7-E6AFED12F383}">
      <dgm:prSet/>
      <dgm:spPr/>
      <dgm:t>
        <a:bodyPr/>
        <a:lstStyle/>
        <a:p>
          <a:endParaRPr lang="tr-TR"/>
        </a:p>
      </dgm:t>
    </dgm:pt>
    <dgm:pt modelId="{EEC11910-4F1F-413C-8D3B-240EC31016CC}" type="sibTrans" cxnId="{FFE0A269-B93F-43D8-87A7-E6AFED12F383}">
      <dgm:prSet/>
      <dgm:spPr/>
      <dgm:t>
        <a:bodyPr/>
        <a:lstStyle/>
        <a:p>
          <a:endParaRPr lang="tr-TR"/>
        </a:p>
      </dgm:t>
    </dgm:pt>
    <dgm:pt modelId="{ED3D601C-7B7B-450D-8D41-D012B56F5C96}">
      <dgm:prSet/>
      <dgm:spPr/>
      <dgm:t>
        <a:bodyPr/>
        <a:lstStyle/>
        <a:p>
          <a:r>
            <a:rPr lang="en-US"/>
            <a:t>multiaccount </a:t>
          </a:r>
          <a:r>
            <a:rPr lang="en-US" dirty="0"/>
            <a:t>wallets</a:t>
          </a:r>
        </a:p>
      </dgm:t>
    </dgm:pt>
    <dgm:pt modelId="{5A9CB6A6-1B12-4E6C-A8B5-DD1A1084A561}" type="parTrans" cxnId="{E60AA6D2-84F7-4018-BDDD-2F44F4377992}">
      <dgm:prSet/>
      <dgm:spPr/>
      <dgm:t>
        <a:bodyPr/>
        <a:lstStyle/>
        <a:p>
          <a:endParaRPr lang="tr-TR"/>
        </a:p>
      </dgm:t>
    </dgm:pt>
    <dgm:pt modelId="{7BAF5A81-D044-4E85-BFE6-B7C4A5CE8F9D}" type="sibTrans" cxnId="{E60AA6D2-84F7-4018-BDDD-2F44F4377992}">
      <dgm:prSet/>
      <dgm:spPr/>
      <dgm:t>
        <a:bodyPr/>
        <a:lstStyle/>
        <a:p>
          <a:endParaRPr lang="tr-TR"/>
        </a:p>
      </dgm:t>
    </dgm:pt>
    <dgm:pt modelId="{F057B8F6-EC6C-40C1-A430-7BDEF0808842}" type="pres">
      <dgm:prSet presAssocID="{75DFFF2E-3370-4D81-A62B-B8DEA5830FB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5EEFF5-12E3-4184-B5BF-60F89E351320}" type="pres">
      <dgm:prSet presAssocID="{F433BD4E-610F-4A65-A758-EDEEFB83D14F}" presName="root" presStyleCnt="0"/>
      <dgm:spPr/>
    </dgm:pt>
    <dgm:pt modelId="{D61ED2A7-773A-4121-B22D-14BA456B934B}" type="pres">
      <dgm:prSet presAssocID="{F433BD4E-610F-4A65-A758-EDEEFB83D14F}" presName="rootComposite" presStyleCnt="0"/>
      <dgm:spPr/>
    </dgm:pt>
    <dgm:pt modelId="{222C6A78-C391-4849-8B85-22200BF777BB}" type="pres">
      <dgm:prSet presAssocID="{F433BD4E-610F-4A65-A758-EDEEFB83D14F}" presName="rootText" presStyleLbl="node1" presStyleIdx="0" presStyleCnt="4"/>
      <dgm:spPr/>
    </dgm:pt>
    <dgm:pt modelId="{0A9F1652-F1C5-4EB0-A075-215BC6FB454E}" type="pres">
      <dgm:prSet presAssocID="{F433BD4E-610F-4A65-A758-EDEEFB83D14F}" presName="rootConnector" presStyleLbl="node1" presStyleIdx="0" presStyleCnt="4"/>
      <dgm:spPr/>
    </dgm:pt>
    <dgm:pt modelId="{EDC7826A-CFD5-4A48-89C4-08B43097D2F4}" type="pres">
      <dgm:prSet presAssocID="{F433BD4E-610F-4A65-A758-EDEEFB83D14F}" presName="childShape" presStyleCnt="0"/>
      <dgm:spPr/>
    </dgm:pt>
    <dgm:pt modelId="{CCBB2885-96C8-4CE4-ABA2-39487EA3C295}" type="pres">
      <dgm:prSet presAssocID="{1052A04D-B647-4B6F-A770-1EC46A4C76ED}" presName="Name13" presStyleLbl="parChTrans1D2" presStyleIdx="0" presStyleCnt="6"/>
      <dgm:spPr/>
    </dgm:pt>
    <dgm:pt modelId="{BA81DE9C-6B7A-4D80-8CB1-FDD41A2E420E}" type="pres">
      <dgm:prSet presAssocID="{B74CFE52-E357-48FC-B804-AC5CB126CA6E}" presName="childText" presStyleLbl="bgAcc1" presStyleIdx="0" presStyleCnt="6">
        <dgm:presLayoutVars>
          <dgm:bulletEnabled val="1"/>
        </dgm:presLayoutVars>
      </dgm:prSet>
      <dgm:spPr/>
    </dgm:pt>
    <dgm:pt modelId="{2F7687DF-E361-407C-861E-77427B2A270E}" type="pres">
      <dgm:prSet presAssocID="{9D51A57E-BFF0-4E1F-B477-420B70B98DC8}" presName="root" presStyleCnt="0"/>
      <dgm:spPr/>
    </dgm:pt>
    <dgm:pt modelId="{816EF00F-9DCA-445E-BACA-DDBB55424702}" type="pres">
      <dgm:prSet presAssocID="{9D51A57E-BFF0-4E1F-B477-420B70B98DC8}" presName="rootComposite" presStyleCnt="0"/>
      <dgm:spPr/>
    </dgm:pt>
    <dgm:pt modelId="{D37FF246-BC06-4F3B-B302-3FE72AE941F1}" type="pres">
      <dgm:prSet presAssocID="{9D51A57E-BFF0-4E1F-B477-420B70B98DC8}" presName="rootText" presStyleLbl="node1" presStyleIdx="1" presStyleCnt="4"/>
      <dgm:spPr/>
    </dgm:pt>
    <dgm:pt modelId="{05274D4E-D42C-4FC4-929C-BE3E88586E00}" type="pres">
      <dgm:prSet presAssocID="{9D51A57E-BFF0-4E1F-B477-420B70B98DC8}" presName="rootConnector" presStyleLbl="node1" presStyleIdx="1" presStyleCnt="4"/>
      <dgm:spPr/>
    </dgm:pt>
    <dgm:pt modelId="{C24606D5-DB55-4B4E-9B89-EA8ABD81219F}" type="pres">
      <dgm:prSet presAssocID="{9D51A57E-BFF0-4E1F-B477-420B70B98DC8}" presName="childShape" presStyleCnt="0"/>
      <dgm:spPr/>
    </dgm:pt>
    <dgm:pt modelId="{8AB5C3FC-AF4F-4173-AA85-AB48DCCD56C2}" type="pres">
      <dgm:prSet presAssocID="{7B8B6FA9-6D53-40CF-BCCE-2819CABD144E}" presName="Name13" presStyleLbl="parChTrans1D2" presStyleIdx="1" presStyleCnt="6"/>
      <dgm:spPr/>
    </dgm:pt>
    <dgm:pt modelId="{5B9A40F3-F70C-4AC3-80E4-3DFDAA91E64F}" type="pres">
      <dgm:prSet presAssocID="{BCCD3608-BEC4-418B-923E-EC5B742AF111}" presName="childText" presStyleLbl="bgAcc1" presStyleIdx="1" presStyleCnt="6">
        <dgm:presLayoutVars>
          <dgm:bulletEnabled val="1"/>
        </dgm:presLayoutVars>
      </dgm:prSet>
      <dgm:spPr/>
    </dgm:pt>
    <dgm:pt modelId="{02AEE293-1A01-47FA-89B8-0B7DAE33914C}" type="pres">
      <dgm:prSet presAssocID="{EDBD88C2-A905-4DAD-AF88-7E1837F6F145}" presName="root" presStyleCnt="0"/>
      <dgm:spPr/>
    </dgm:pt>
    <dgm:pt modelId="{066C49AE-62F8-4917-96F4-1DE249148CA1}" type="pres">
      <dgm:prSet presAssocID="{EDBD88C2-A905-4DAD-AF88-7E1837F6F145}" presName="rootComposite" presStyleCnt="0"/>
      <dgm:spPr/>
    </dgm:pt>
    <dgm:pt modelId="{1F6C61C1-C47C-45F9-94D9-B16B60B39898}" type="pres">
      <dgm:prSet presAssocID="{EDBD88C2-A905-4DAD-AF88-7E1837F6F145}" presName="rootText" presStyleLbl="node1" presStyleIdx="2" presStyleCnt="4"/>
      <dgm:spPr/>
    </dgm:pt>
    <dgm:pt modelId="{B368CC31-AF3A-4798-AC43-7CA3599B0C46}" type="pres">
      <dgm:prSet presAssocID="{EDBD88C2-A905-4DAD-AF88-7E1837F6F145}" presName="rootConnector" presStyleLbl="node1" presStyleIdx="2" presStyleCnt="4"/>
      <dgm:spPr/>
    </dgm:pt>
    <dgm:pt modelId="{620A7701-7504-43D5-87E2-B96A62F9E76F}" type="pres">
      <dgm:prSet presAssocID="{EDBD88C2-A905-4DAD-AF88-7E1837F6F145}" presName="childShape" presStyleCnt="0"/>
      <dgm:spPr/>
    </dgm:pt>
    <dgm:pt modelId="{92CB3D9A-FDED-4A39-9E52-8BCAF1B3B291}" type="pres">
      <dgm:prSet presAssocID="{0052D7FA-93AF-4A2A-BD03-534499867529}" presName="Name13" presStyleLbl="parChTrans1D2" presStyleIdx="2" presStyleCnt="6"/>
      <dgm:spPr/>
    </dgm:pt>
    <dgm:pt modelId="{837DE6E3-0DD5-4930-A19C-E3B1511142CB}" type="pres">
      <dgm:prSet presAssocID="{2F9CBF19-9555-49A3-9E2A-7E3B50C8C851}" presName="childText" presStyleLbl="bgAcc1" presStyleIdx="2" presStyleCnt="6">
        <dgm:presLayoutVars>
          <dgm:bulletEnabled val="1"/>
        </dgm:presLayoutVars>
      </dgm:prSet>
      <dgm:spPr/>
    </dgm:pt>
    <dgm:pt modelId="{A87EE8F0-1079-4B4E-A07D-F63E98B087ED}" type="pres">
      <dgm:prSet presAssocID="{D6C52F78-6D2C-46A9-B795-5E18E27D4EFF}" presName="Name13" presStyleLbl="parChTrans1D2" presStyleIdx="3" presStyleCnt="6"/>
      <dgm:spPr/>
    </dgm:pt>
    <dgm:pt modelId="{882456FA-C88A-488F-A975-B88FBB44941B}" type="pres">
      <dgm:prSet presAssocID="{6D9FC615-C629-4112-AF68-E397B9ACB07A}" presName="childText" presStyleLbl="bgAcc1" presStyleIdx="3" presStyleCnt="6">
        <dgm:presLayoutVars>
          <dgm:bulletEnabled val="1"/>
        </dgm:presLayoutVars>
      </dgm:prSet>
      <dgm:spPr/>
    </dgm:pt>
    <dgm:pt modelId="{99BFAE3A-B535-4C34-8E85-BE26FEC863BE}" type="pres">
      <dgm:prSet presAssocID="{7BA7CDD8-3AE8-4FD1-9040-E761AAB9A4C7}" presName="root" presStyleCnt="0"/>
      <dgm:spPr/>
    </dgm:pt>
    <dgm:pt modelId="{EC1103F9-1818-4392-A800-C196A9513700}" type="pres">
      <dgm:prSet presAssocID="{7BA7CDD8-3AE8-4FD1-9040-E761AAB9A4C7}" presName="rootComposite" presStyleCnt="0"/>
      <dgm:spPr/>
    </dgm:pt>
    <dgm:pt modelId="{01133B70-BE1F-47C5-9B02-D78724653272}" type="pres">
      <dgm:prSet presAssocID="{7BA7CDD8-3AE8-4FD1-9040-E761AAB9A4C7}" presName="rootText" presStyleLbl="node1" presStyleIdx="3" presStyleCnt="4"/>
      <dgm:spPr/>
    </dgm:pt>
    <dgm:pt modelId="{070B2B5A-E8EC-41D7-84F7-43C1C0281866}" type="pres">
      <dgm:prSet presAssocID="{7BA7CDD8-3AE8-4FD1-9040-E761AAB9A4C7}" presName="rootConnector" presStyleLbl="node1" presStyleIdx="3" presStyleCnt="4"/>
      <dgm:spPr/>
    </dgm:pt>
    <dgm:pt modelId="{2AE6A21B-6D4C-4F8A-8B13-48A8AC5C0C4E}" type="pres">
      <dgm:prSet presAssocID="{7BA7CDD8-3AE8-4FD1-9040-E761AAB9A4C7}" presName="childShape" presStyleCnt="0"/>
      <dgm:spPr/>
    </dgm:pt>
    <dgm:pt modelId="{D3713F8F-D5E8-448D-BF90-89AD71E8CE88}" type="pres">
      <dgm:prSet presAssocID="{2823E3F2-0704-4CF6-9B24-4611214707BC}" presName="Name13" presStyleLbl="parChTrans1D2" presStyleIdx="4" presStyleCnt="6"/>
      <dgm:spPr/>
    </dgm:pt>
    <dgm:pt modelId="{DD51ED15-B544-4BC7-B4C6-2D6ADB50D167}" type="pres">
      <dgm:prSet presAssocID="{25B77FDC-180A-427E-9F74-11CFA4063696}" presName="childText" presStyleLbl="bgAcc1" presStyleIdx="4" presStyleCnt="6">
        <dgm:presLayoutVars>
          <dgm:bulletEnabled val="1"/>
        </dgm:presLayoutVars>
      </dgm:prSet>
      <dgm:spPr/>
    </dgm:pt>
    <dgm:pt modelId="{09A430C7-BD6D-42FF-A7A1-A9EA747A766C}" type="pres">
      <dgm:prSet presAssocID="{5A9CB6A6-1B12-4E6C-A8B5-DD1A1084A561}" presName="Name13" presStyleLbl="parChTrans1D2" presStyleIdx="5" presStyleCnt="6"/>
      <dgm:spPr/>
    </dgm:pt>
    <dgm:pt modelId="{D4E2B968-D5EA-40D4-91A4-58C843B2D270}" type="pres">
      <dgm:prSet presAssocID="{ED3D601C-7B7B-450D-8D41-D012B56F5C96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6FC12D01-BB68-4011-B232-5DA14B4EB2BD}" srcId="{F433BD4E-610F-4A65-A758-EDEEFB83D14F}" destId="{B74CFE52-E357-48FC-B804-AC5CB126CA6E}" srcOrd="0" destOrd="0" parTransId="{1052A04D-B647-4B6F-A770-1EC46A4C76ED}" sibTransId="{1D1CEE4C-54BE-48F8-8442-747444B23086}"/>
    <dgm:cxn modelId="{32F46C01-B4ED-408C-AA82-41FF7962EDBC}" type="presOf" srcId="{F433BD4E-610F-4A65-A758-EDEEFB83D14F}" destId="{222C6A78-C391-4849-8B85-22200BF777BB}" srcOrd="0" destOrd="0" presId="urn:microsoft.com/office/officeart/2005/8/layout/hierarchy3"/>
    <dgm:cxn modelId="{0FAAAD04-F1BA-4421-98C0-9C8A57F2BC30}" type="presOf" srcId="{EDBD88C2-A905-4DAD-AF88-7E1837F6F145}" destId="{B368CC31-AF3A-4798-AC43-7CA3599B0C46}" srcOrd="1" destOrd="0" presId="urn:microsoft.com/office/officeart/2005/8/layout/hierarchy3"/>
    <dgm:cxn modelId="{7CD73209-6DA4-44B5-9508-1EE067712B48}" type="presOf" srcId="{0052D7FA-93AF-4A2A-BD03-534499867529}" destId="{92CB3D9A-FDED-4A39-9E52-8BCAF1B3B291}" srcOrd="0" destOrd="0" presId="urn:microsoft.com/office/officeart/2005/8/layout/hierarchy3"/>
    <dgm:cxn modelId="{A11F120C-27C9-47C9-BC8B-3C23E53A3772}" srcId="{7BA7CDD8-3AE8-4FD1-9040-E761AAB9A4C7}" destId="{25B77FDC-180A-427E-9F74-11CFA4063696}" srcOrd="0" destOrd="0" parTransId="{2823E3F2-0704-4CF6-9B24-4611214707BC}" sibTransId="{660AD3D0-11D2-4FF8-A46F-58341DAE5684}"/>
    <dgm:cxn modelId="{621A2712-95C3-4E22-9A2D-6AB59A2DFA93}" type="presOf" srcId="{7BA7CDD8-3AE8-4FD1-9040-E761AAB9A4C7}" destId="{01133B70-BE1F-47C5-9B02-D78724653272}" srcOrd="0" destOrd="0" presId="urn:microsoft.com/office/officeart/2005/8/layout/hierarchy3"/>
    <dgm:cxn modelId="{5B3CD221-509A-45D4-8E27-90AA18D8345E}" type="presOf" srcId="{5A9CB6A6-1B12-4E6C-A8B5-DD1A1084A561}" destId="{09A430C7-BD6D-42FF-A7A1-A9EA747A766C}" srcOrd="0" destOrd="0" presId="urn:microsoft.com/office/officeart/2005/8/layout/hierarchy3"/>
    <dgm:cxn modelId="{15D11B2E-E65F-444F-AC11-F4AF448B04EF}" type="presOf" srcId="{7B8B6FA9-6D53-40CF-BCCE-2819CABD144E}" destId="{8AB5C3FC-AF4F-4173-AA85-AB48DCCD56C2}" srcOrd="0" destOrd="0" presId="urn:microsoft.com/office/officeart/2005/8/layout/hierarchy3"/>
    <dgm:cxn modelId="{902AC930-EB62-434A-9C15-16E328314507}" type="presOf" srcId="{1052A04D-B647-4B6F-A770-1EC46A4C76ED}" destId="{CCBB2885-96C8-4CE4-ABA2-39487EA3C295}" srcOrd="0" destOrd="0" presId="urn:microsoft.com/office/officeart/2005/8/layout/hierarchy3"/>
    <dgm:cxn modelId="{37609C32-619F-4656-BC5C-F6D41660F145}" srcId="{75DFFF2E-3370-4D81-A62B-B8DEA5830FB0}" destId="{F433BD4E-610F-4A65-A758-EDEEFB83D14F}" srcOrd="0" destOrd="0" parTransId="{70CBBE81-3C82-4444-B212-2457D39B8233}" sibTransId="{CAC89739-C9A0-4577-B724-83FA285DD6B3}"/>
    <dgm:cxn modelId="{030F7934-5833-48AE-8A18-87FAC67EDC54}" type="presOf" srcId="{D6C52F78-6D2C-46A9-B795-5E18E27D4EFF}" destId="{A87EE8F0-1079-4B4E-A07D-F63E98B087ED}" srcOrd="0" destOrd="0" presId="urn:microsoft.com/office/officeart/2005/8/layout/hierarchy3"/>
    <dgm:cxn modelId="{01B7A65B-7F00-4101-94C8-3A873B35AE0C}" type="presOf" srcId="{EDBD88C2-A905-4DAD-AF88-7E1837F6F145}" destId="{1F6C61C1-C47C-45F9-94D9-B16B60B39898}" srcOrd="0" destOrd="0" presId="urn:microsoft.com/office/officeart/2005/8/layout/hierarchy3"/>
    <dgm:cxn modelId="{FFE0A269-B93F-43D8-87A7-E6AFED12F383}" srcId="{EDBD88C2-A905-4DAD-AF88-7E1837F6F145}" destId="{6D9FC615-C629-4112-AF68-E397B9ACB07A}" srcOrd="1" destOrd="0" parTransId="{D6C52F78-6D2C-46A9-B795-5E18E27D4EFF}" sibTransId="{EEC11910-4F1F-413C-8D3B-240EC31016CC}"/>
    <dgm:cxn modelId="{AAFF016A-0897-4748-8669-4A1F6BC4B960}" type="presOf" srcId="{B74CFE52-E357-48FC-B804-AC5CB126CA6E}" destId="{BA81DE9C-6B7A-4D80-8CB1-FDD41A2E420E}" srcOrd="0" destOrd="0" presId="urn:microsoft.com/office/officeart/2005/8/layout/hierarchy3"/>
    <dgm:cxn modelId="{CDADD46B-17C2-4586-8970-4166A140C68C}" type="presOf" srcId="{6D9FC615-C629-4112-AF68-E397B9ACB07A}" destId="{882456FA-C88A-488F-A975-B88FBB44941B}" srcOrd="0" destOrd="0" presId="urn:microsoft.com/office/officeart/2005/8/layout/hierarchy3"/>
    <dgm:cxn modelId="{503B4F52-488D-4610-A153-FBFABD543BAF}" type="presOf" srcId="{7BA7CDD8-3AE8-4FD1-9040-E761AAB9A4C7}" destId="{070B2B5A-E8EC-41D7-84F7-43C1C0281866}" srcOrd="1" destOrd="0" presId="urn:microsoft.com/office/officeart/2005/8/layout/hierarchy3"/>
    <dgm:cxn modelId="{C69D485A-2748-473B-BC01-2ADD27731C11}" type="presOf" srcId="{9D51A57E-BFF0-4E1F-B477-420B70B98DC8}" destId="{D37FF246-BC06-4F3B-B302-3FE72AE941F1}" srcOrd="0" destOrd="0" presId="urn:microsoft.com/office/officeart/2005/8/layout/hierarchy3"/>
    <dgm:cxn modelId="{72FF417C-96CF-422F-9F4C-86461314EECD}" type="presOf" srcId="{ED3D601C-7B7B-450D-8D41-D012B56F5C96}" destId="{D4E2B968-D5EA-40D4-91A4-58C843B2D270}" srcOrd="0" destOrd="0" presId="urn:microsoft.com/office/officeart/2005/8/layout/hierarchy3"/>
    <dgm:cxn modelId="{FA92A484-3A9B-4984-9151-7F8C84593D08}" srcId="{75DFFF2E-3370-4D81-A62B-B8DEA5830FB0}" destId="{7BA7CDD8-3AE8-4FD1-9040-E761AAB9A4C7}" srcOrd="3" destOrd="0" parTransId="{910F3DF1-BD89-45A8-B755-0EFC59E2E180}" sibTransId="{5D6C791E-7D0B-48BB-B348-EF8EEE577323}"/>
    <dgm:cxn modelId="{9BB0F985-11E3-4F8F-8D35-2F9874DE0326}" type="presOf" srcId="{25B77FDC-180A-427E-9F74-11CFA4063696}" destId="{DD51ED15-B544-4BC7-B4C6-2D6ADB50D167}" srcOrd="0" destOrd="0" presId="urn:microsoft.com/office/officeart/2005/8/layout/hierarchy3"/>
    <dgm:cxn modelId="{C463518A-0AC2-4B16-AA11-49F41AE38D9B}" type="presOf" srcId="{BCCD3608-BEC4-418B-923E-EC5B742AF111}" destId="{5B9A40F3-F70C-4AC3-80E4-3DFDAA91E64F}" srcOrd="0" destOrd="0" presId="urn:microsoft.com/office/officeart/2005/8/layout/hierarchy3"/>
    <dgm:cxn modelId="{D7989990-2250-46D8-B95D-E43830444D13}" type="presOf" srcId="{2823E3F2-0704-4CF6-9B24-4611214707BC}" destId="{D3713F8F-D5E8-448D-BF90-89AD71E8CE88}" srcOrd="0" destOrd="0" presId="urn:microsoft.com/office/officeart/2005/8/layout/hierarchy3"/>
    <dgm:cxn modelId="{34EB779F-2455-443E-8E18-4CC059A432AD}" srcId="{EDBD88C2-A905-4DAD-AF88-7E1837F6F145}" destId="{2F9CBF19-9555-49A3-9E2A-7E3B50C8C851}" srcOrd="0" destOrd="0" parTransId="{0052D7FA-93AF-4A2A-BD03-534499867529}" sibTransId="{0F2EB3D6-B2DF-4AD2-980F-039CDDA8EBD8}"/>
    <dgm:cxn modelId="{E947CCA2-E9C6-4784-A674-177050EF2918}" type="presOf" srcId="{9D51A57E-BFF0-4E1F-B477-420B70B98DC8}" destId="{05274D4E-D42C-4FC4-929C-BE3E88586E00}" srcOrd="1" destOrd="0" presId="urn:microsoft.com/office/officeart/2005/8/layout/hierarchy3"/>
    <dgm:cxn modelId="{8CF5C3B1-078E-404C-A11D-3DE5A82D7D02}" srcId="{75DFFF2E-3370-4D81-A62B-B8DEA5830FB0}" destId="{EDBD88C2-A905-4DAD-AF88-7E1837F6F145}" srcOrd="2" destOrd="0" parTransId="{5E380E66-495A-4042-9664-00118E4842C9}" sibTransId="{00AFEC2E-0F16-4254-ACEE-CE5CDCE9C5C6}"/>
    <dgm:cxn modelId="{E9DA12B9-228F-4CFA-BC2E-BD756C539280}" srcId="{9D51A57E-BFF0-4E1F-B477-420B70B98DC8}" destId="{BCCD3608-BEC4-418B-923E-EC5B742AF111}" srcOrd="0" destOrd="0" parTransId="{7B8B6FA9-6D53-40CF-BCCE-2819CABD144E}" sibTransId="{C2F632A1-F2AE-4520-937F-D96BDE0AE1C9}"/>
    <dgm:cxn modelId="{3D1FC8BB-3386-4FAD-845E-BADDB6DB56F8}" type="presOf" srcId="{F433BD4E-610F-4A65-A758-EDEEFB83D14F}" destId="{0A9F1652-F1C5-4EB0-A075-215BC6FB454E}" srcOrd="1" destOrd="0" presId="urn:microsoft.com/office/officeart/2005/8/layout/hierarchy3"/>
    <dgm:cxn modelId="{E60AA6D2-84F7-4018-BDDD-2F44F4377992}" srcId="{7BA7CDD8-3AE8-4FD1-9040-E761AAB9A4C7}" destId="{ED3D601C-7B7B-450D-8D41-D012B56F5C96}" srcOrd="1" destOrd="0" parTransId="{5A9CB6A6-1B12-4E6C-A8B5-DD1A1084A561}" sibTransId="{7BAF5A81-D044-4E85-BFE6-B7C4A5CE8F9D}"/>
    <dgm:cxn modelId="{3DE8EAD5-9CE8-41A4-9EB0-EE479DB96B81}" type="presOf" srcId="{75DFFF2E-3370-4D81-A62B-B8DEA5830FB0}" destId="{F057B8F6-EC6C-40C1-A430-7BDEF0808842}" srcOrd="0" destOrd="0" presId="urn:microsoft.com/office/officeart/2005/8/layout/hierarchy3"/>
    <dgm:cxn modelId="{4F55D9EE-3D45-4513-AD71-ACFF7CE678AF}" srcId="{75DFFF2E-3370-4D81-A62B-B8DEA5830FB0}" destId="{9D51A57E-BFF0-4E1F-B477-420B70B98DC8}" srcOrd="1" destOrd="0" parTransId="{9EA0444D-E50C-4992-A87C-76B24BDDBFB3}" sibTransId="{ABDEE4A8-A537-49C2-910C-D05E63172865}"/>
    <dgm:cxn modelId="{FEF0AEF4-8029-40F1-8EC2-D11459DD08D4}" type="presOf" srcId="{2F9CBF19-9555-49A3-9E2A-7E3B50C8C851}" destId="{837DE6E3-0DD5-4930-A19C-E3B1511142CB}" srcOrd="0" destOrd="0" presId="urn:microsoft.com/office/officeart/2005/8/layout/hierarchy3"/>
    <dgm:cxn modelId="{D8AA0E2F-04F9-4205-8F33-6CE9AE06CDD3}" type="presParOf" srcId="{F057B8F6-EC6C-40C1-A430-7BDEF0808842}" destId="{605EEFF5-12E3-4184-B5BF-60F89E351320}" srcOrd="0" destOrd="0" presId="urn:microsoft.com/office/officeart/2005/8/layout/hierarchy3"/>
    <dgm:cxn modelId="{A2A8C962-E9B5-4F87-A88D-C16406BD0D20}" type="presParOf" srcId="{605EEFF5-12E3-4184-B5BF-60F89E351320}" destId="{D61ED2A7-773A-4121-B22D-14BA456B934B}" srcOrd="0" destOrd="0" presId="urn:microsoft.com/office/officeart/2005/8/layout/hierarchy3"/>
    <dgm:cxn modelId="{EDD83792-D97A-4A46-B4B7-31AB9FDF7C19}" type="presParOf" srcId="{D61ED2A7-773A-4121-B22D-14BA456B934B}" destId="{222C6A78-C391-4849-8B85-22200BF777BB}" srcOrd="0" destOrd="0" presId="urn:microsoft.com/office/officeart/2005/8/layout/hierarchy3"/>
    <dgm:cxn modelId="{9D75CEC9-D662-4772-8A2F-ECD536AA8A3D}" type="presParOf" srcId="{D61ED2A7-773A-4121-B22D-14BA456B934B}" destId="{0A9F1652-F1C5-4EB0-A075-215BC6FB454E}" srcOrd="1" destOrd="0" presId="urn:microsoft.com/office/officeart/2005/8/layout/hierarchy3"/>
    <dgm:cxn modelId="{96FEFEC3-DCB9-4E73-84F7-B78C7A9BEBD2}" type="presParOf" srcId="{605EEFF5-12E3-4184-B5BF-60F89E351320}" destId="{EDC7826A-CFD5-4A48-89C4-08B43097D2F4}" srcOrd="1" destOrd="0" presId="urn:microsoft.com/office/officeart/2005/8/layout/hierarchy3"/>
    <dgm:cxn modelId="{4E41B922-CD7B-4CF3-B34B-55C9BEDC63F6}" type="presParOf" srcId="{EDC7826A-CFD5-4A48-89C4-08B43097D2F4}" destId="{CCBB2885-96C8-4CE4-ABA2-39487EA3C295}" srcOrd="0" destOrd="0" presId="urn:microsoft.com/office/officeart/2005/8/layout/hierarchy3"/>
    <dgm:cxn modelId="{85C77A3F-57A0-4A57-8A44-926D1FFC1631}" type="presParOf" srcId="{EDC7826A-CFD5-4A48-89C4-08B43097D2F4}" destId="{BA81DE9C-6B7A-4D80-8CB1-FDD41A2E420E}" srcOrd="1" destOrd="0" presId="urn:microsoft.com/office/officeart/2005/8/layout/hierarchy3"/>
    <dgm:cxn modelId="{009320CB-24BF-40CD-AED7-E1D7132D3B0A}" type="presParOf" srcId="{F057B8F6-EC6C-40C1-A430-7BDEF0808842}" destId="{2F7687DF-E361-407C-861E-77427B2A270E}" srcOrd="1" destOrd="0" presId="urn:microsoft.com/office/officeart/2005/8/layout/hierarchy3"/>
    <dgm:cxn modelId="{EE8B8143-4334-4B5B-B8BB-FD3FE2627C14}" type="presParOf" srcId="{2F7687DF-E361-407C-861E-77427B2A270E}" destId="{816EF00F-9DCA-445E-BACA-DDBB55424702}" srcOrd="0" destOrd="0" presId="urn:microsoft.com/office/officeart/2005/8/layout/hierarchy3"/>
    <dgm:cxn modelId="{7E977ACB-0C31-43C1-B2E1-199710EF5D5F}" type="presParOf" srcId="{816EF00F-9DCA-445E-BACA-DDBB55424702}" destId="{D37FF246-BC06-4F3B-B302-3FE72AE941F1}" srcOrd="0" destOrd="0" presId="urn:microsoft.com/office/officeart/2005/8/layout/hierarchy3"/>
    <dgm:cxn modelId="{FCEF658F-B39E-490E-969F-A97A60360FA8}" type="presParOf" srcId="{816EF00F-9DCA-445E-BACA-DDBB55424702}" destId="{05274D4E-D42C-4FC4-929C-BE3E88586E00}" srcOrd="1" destOrd="0" presId="urn:microsoft.com/office/officeart/2005/8/layout/hierarchy3"/>
    <dgm:cxn modelId="{472D415D-C030-4EB6-BA56-F7D524ABCA60}" type="presParOf" srcId="{2F7687DF-E361-407C-861E-77427B2A270E}" destId="{C24606D5-DB55-4B4E-9B89-EA8ABD81219F}" srcOrd="1" destOrd="0" presId="urn:microsoft.com/office/officeart/2005/8/layout/hierarchy3"/>
    <dgm:cxn modelId="{35B6F73A-8307-4007-A5E9-6C75E6A74434}" type="presParOf" srcId="{C24606D5-DB55-4B4E-9B89-EA8ABD81219F}" destId="{8AB5C3FC-AF4F-4173-AA85-AB48DCCD56C2}" srcOrd="0" destOrd="0" presId="urn:microsoft.com/office/officeart/2005/8/layout/hierarchy3"/>
    <dgm:cxn modelId="{12CAFB5F-9569-4B1C-B4F1-551984C92282}" type="presParOf" srcId="{C24606D5-DB55-4B4E-9B89-EA8ABD81219F}" destId="{5B9A40F3-F70C-4AC3-80E4-3DFDAA91E64F}" srcOrd="1" destOrd="0" presId="urn:microsoft.com/office/officeart/2005/8/layout/hierarchy3"/>
    <dgm:cxn modelId="{319A7BB6-BED2-4BCB-9B44-0A000E23B29F}" type="presParOf" srcId="{F057B8F6-EC6C-40C1-A430-7BDEF0808842}" destId="{02AEE293-1A01-47FA-89B8-0B7DAE33914C}" srcOrd="2" destOrd="0" presId="urn:microsoft.com/office/officeart/2005/8/layout/hierarchy3"/>
    <dgm:cxn modelId="{3C5FA5DB-B631-4309-AAAD-175D878823BD}" type="presParOf" srcId="{02AEE293-1A01-47FA-89B8-0B7DAE33914C}" destId="{066C49AE-62F8-4917-96F4-1DE249148CA1}" srcOrd="0" destOrd="0" presId="urn:microsoft.com/office/officeart/2005/8/layout/hierarchy3"/>
    <dgm:cxn modelId="{B05DE16B-E2E3-475E-841D-ED1E9471E1A3}" type="presParOf" srcId="{066C49AE-62F8-4917-96F4-1DE249148CA1}" destId="{1F6C61C1-C47C-45F9-94D9-B16B60B39898}" srcOrd="0" destOrd="0" presId="urn:microsoft.com/office/officeart/2005/8/layout/hierarchy3"/>
    <dgm:cxn modelId="{BFEB2F63-1DA2-4529-8D1E-D66586DE2507}" type="presParOf" srcId="{066C49AE-62F8-4917-96F4-1DE249148CA1}" destId="{B368CC31-AF3A-4798-AC43-7CA3599B0C46}" srcOrd="1" destOrd="0" presId="urn:microsoft.com/office/officeart/2005/8/layout/hierarchy3"/>
    <dgm:cxn modelId="{03ADF057-F640-467B-8C24-C5585233C825}" type="presParOf" srcId="{02AEE293-1A01-47FA-89B8-0B7DAE33914C}" destId="{620A7701-7504-43D5-87E2-B96A62F9E76F}" srcOrd="1" destOrd="0" presId="urn:microsoft.com/office/officeart/2005/8/layout/hierarchy3"/>
    <dgm:cxn modelId="{BA76419E-2F4E-4059-80B5-A43FF77A334B}" type="presParOf" srcId="{620A7701-7504-43D5-87E2-B96A62F9E76F}" destId="{92CB3D9A-FDED-4A39-9E52-8BCAF1B3B291}" srcOrd="0" destOrd="0" presId="urn:microsoft.com/office/officeart/2005/8/layout/hierarchy3"/>
    <dgm:cxn modelId="{C54222F9-F257-4F3A-A66A-9FE6D1AD7394}" type="presParOf" srcId="{620A7701-7504-43D5-87E2-B96A62F9E76F}" destId="{837DE6E3-0DD5-4930-A19C-E3B1511142CB}" srcOrd="1" destOrd="0" presId="urn:microsoft.com/office/officeart/2005/8/layout/hierarchy3"/>
    <dgm:cxn modelId="{52E7788D-7D83-4270-A14E-2353E2133112}" type="presParOf" srcId="{620A7701-7504-43D5-87E2-B96A62F9E76F}" destId="{A87EE8F0-1079-4B4E-A07D-F63E98B087ED}" srcOrd="2" destOrd="0" presId="urn:microsoft.com/office/officeart/2005/8/layout/hierarchy3"/>
    <dgm:cxn modelId="{53676A84-473F-4439-9086-FBC4BBE64DF0}" type="presParOf" srcId="{620A7701-7504-43D5-87E2-B96A62F9E76F}" destId="{882456FA-C88A-488F-A975-B88FBB44941B}" srcOrd="3" destOrd="0" presId="urn:microsoft.com/office/officeart/2005/8/layout/hierarchy3"/>
    <dgm:cxn modelId="{43909D3D-4CCC-4C73-ACDF-8B91851618F2}" type="presParOf" srcId="{F057B8F6-EC6C-40C1-A430-7BDEF0808842}" destId="{99BFAE3A-B535-4C34-8E85-BE26FEC863BE}" srcOrd="3" destOrd="0" presId="urn:microsoft.com/office/officeart/2005/8/layout/hierarchy3"/>
    <dgm:cxn modelId="{B6B7FB15-7E0D-4DDA-A6C1-B1BD1FD6E2F1}" type="presParOf" srcId="{99BFAE3A-B535-4C34-8E85-BE26FEC863BE}" destId="{EC1103F9-1818-4392-A800-C196A9513700}" srcOrd="0" destOrd="0" presId="urn:microsoft.com/office/officeart/2005/8/layout/hierarchy3"/>
    <dgm:cxn modelId="{6F9945D7-0AAC-4554-B63D-0B38E621C32C}" type="presParOf" srcId="{EC1103F9-1818-4392-A800-C196A9513700}" destId="{01133B70-BE1F-47C5-9B02-D78724653272}" srcOrd="0" destOrd="0" presId="urn:microsoft.com/office/officeart/2005/8/layout/hierarchy3"/>
    <dgm:cxn modelId="{1E9B230D-E77B-46CA-9D1D-FB02FA06E522}" type="presParOf" srcId="{EC1103F9-1818-4392-A800-C196A9513700}" destId="{070B2B5A-E8EC-41D7-84F7-43C1C0281866}" srcOrd="1" destOrd="0" presId="urn:microsoft.com/office/officeart/2005/8/layout/hierarchy3"/>
    <dgm:cxn modelId="{2D65A0CC-A6A9-4D00-9E34-156EF3F85C8A}" type="presParOf" srcId="{99BFAE3A-B535-4C34-8E85-BE26FEC863BE}" destId="{2AE6A21B-6D4C-4F8A-8B13-48A8AC5C0C4E}" srcOrd="1" destOrd="0" presId="urn:microsoft.com/office/officeart/2005/8/layout/hierarchy3"/>
    <dgm:cxn modelId="{32467A12-FE31-4B52-854C-1DADEC6FEDD5}" type="presParOf" srcId="{2AE6A21B-6D4C-4F8A-8B13-48A8AC5C0C4E}" destId="{D3713F8F-D5E8-448D-BF90-89AD71E8CE88}" srcOrd="0" destOrd="0" presId="urn:microsoft.com/office/officeart/2005/8/layout/hierarchy3"/>
    <dgm:cxn modelId="{3C9EFB2F-2193-4C03-86D4-E1027605582C}" type="presParOf" srcId="{2AE6A21B-6D4C-4F8A-8B13-48A8AC5C0C4E}" destId="{DD51ED15-B544-4BC7-B4C6-2D6ADB50D167}" srcOrd="1" destOrd="0" presId="urn:microsoft.com/office/officeart/2005/8/layout/hierarchy3"/>
    <dgm:cxn modelId="{BD74E8F3-0A62-4E61-8AEE-6EF2923A96C1}" type="presParOf" srcId="{2AE6A21B-6D4C-4F8A-8B13-48A8AC5C0C4E}" destId="{09A430C7-BD6D-42FF-A7A1-A9EA747A766C}" srcOrd="2" destOrd="0" presId="urn:microsoft.com/office/officeart/2005/8/layout/hierarchy3"/>
    <dgm:cxn modelId="{7BE718F0-AB02-4ABB-A99D-130F97D6A522}" type="presParOf" srcId="{2AE6A21B-6D4C-4F8A-8B13-48A8AC5C0C4E}" destId="{D4E2B968-D5EA-40D4-91A4-58C843B2D27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3059123-B68F-42EE-A0BC-5C878704253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tr-TR"/>
        </a:p>
      </dgm:t>
    </dgm:pt>
    <dgm:pt modelId="{9422122B-E90C-45DB-AF82-5A5EDBF1B01F}">
      <dgm:prSet/>
      <dgm:spPr/>
      <dgm:t>
        <a:bodyPr/>
        <a:lstStyle/>
        <a:p>
          <a:r>
            <a:rPr lang="tr-TR" dirty="0"/>
            <a:t>Software Wallets</a:t>
          </a:r>
        </a:p>
      </dgm:t>
    </dgm:pt>
    <dgm:pt modelId="{16BFB673-C24E-4872-B1F6-425DE4BA4B8F}" type="parTrans" cxnId="{99C15BC5-D1E7-452C-AE79-0DFC091A9DD6}">
      <dgm:prSet/>
      <dgm:spPr/>
      <dgm:t>
        <a:bodyPr/>
        <a:lstStyle/>
        <a:p>
          <a:endParaRPr lang="tr-TR"/>
        </a:p>
      </dgm:t>
    </dgm:pt>
    <dgm:pt modelId="{14094B23-F286-4105-B86A-3FAAC7AA2452}" type="sibTrans" cxnId="{99C15BC5-D1E7-452C-AE79-0DFC091A9DD6}">
      <dgm:prSet/>
      <dgm:spPr/>
      <dgm:t>
        <a:bodyPr/>
        <a:lstStyle/>
        <a:p>
          <a:endParaRPr lang="tr-TR"/>
        </a:p>
      </dgm:t>
    </dgm:pt>
    <dgm:pt modelId="{1D543CE6-B68D-4649-8A3F-85DA14B71C94}">
      <dgm:prSet/>
      <dgm:spPr/>
      <dgm:t>
        <a:bodyPr/>
        <a:lstStyle/>
        <a:p>
          <a:r>
            <a:rPr lang="en-US"/>
            <a:t>supporting the standards</a:t>
          </a:r>
          <a:endParaRPr lang="tr-TR"/>
        </a:p>
      </dgm:t>
    </dgm:pt>
    <dgm:pt modelId="{86DA4263-51D2-4EB0-B840-C0662C9552EE}" type="parTrans" cxnId="{5CDA60E9-B96F-4BC8-8B65-227606DC469D}">
      <dgm:prSet/>
      <dgm:spPr/>
      <dgm:t>
        <a:bodyPr/>
        <a:lstStyle/>
        <a:p>
          <a:endParaRPr lang="tr-TR"/>
        </a:p>
      </dgm:t>
    </dgm:pt>
    <dgm:pt modelId="{755A23D4-BB2D-4B5A-8B7D-26A8E4BB6C2C}" type="sibTrans" cxnId="{5CDA60E9-B96F-4BC8-8B65-227606DC469D}">
      <dgm:prSet/>
      <dgm:spPr/>
      <dgm:t>
        <a:bodyPr/>
        <a:lstStyle/>
        <a:p>
          <a:endParaRPr lang="tr-TR"/>
        </a:p>
      </dgm:t>
    </dgm:pt>
    <dgm:pt modelId="{DE1D32BF-906A-4CC2-86BB-A62C362D52D2}">
      <dgm:prSet/>
      <dgm:spPr/>
      <dgm:t>
        <a:bodyPr/>
        <a:lstStyle/>
        <a:p>
          <a:r>
            <a:rPr lang="tr-TR" dirty="0"/>
            <a:t>Breadwallert </a:t>
          </a:r>
          <a:r>
            <a:rPr lang="en-US" dirty="0" err="1">
              <a:hlinkClick xmlns:r="http://schemas.openxmlformats.org/officeDocument/2006/relationships" r:id="rId1"/>
            </a:rPr>
            <a:t>Github</a:t>
          </a:r>
          <a:r>
            <a:rPr lang="en-US" dirty="0"/>
            <a:t> </a:t>
          </a:r>
          <a:endParaRPr lang="tr-TR" dirty="0"/>
        </a:p>
      </dgm:t>
    </dgm:pt>
    <dgm:pt modelId="{B04C4171-0E5F-4887-8F2A-701BF0A7D36F}" type="parTrans" cxnId="{0C7043B6-C6AB-4848-98B0-D6B3A1B28944}">
      <dgm:prSet/>
      <dgm:spPr/>
      <dgm:t>
        <a:bodyPr/>
        <a:lstStyle/>
        <a:p>
          <a:endParaRPr lang="tr-TR"/>
        </a:p>
      </dgm:t>
    </dgm:pt>
    <dgm:pt modelId="{A0A37635-E080-4269-A0D2-D8437CB1C0C3}" type="sibTrans" cxnId="{0C7043B6-C6AB-4848-98B0-D6B3A1B28944}">
      <dgm:prSet/>
      <dgm:spPr/>
      <dgm:t>
        <a:bodyPr/>
        <a:lstStyle/>
        <a:p>
          <a:endParaRPr lang="tr-TR"/>
        </a:p>
      </dgm:t>
    </dgm:pt>
    <dgm:pt modelId="{A85FC1F8-F1E5-4CCC-94E8-9B96D9D404FA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Copay</a:t>
          </a:r>
          <a:r>
            <a:rPr lang="en-US"/>
            <a:t> </a:t>
          </a:r>
          <a:endParaRPr lang="tr-TR"/>
        </a:p>
      </dgm:t>
    </dgm:pt>
    <dgm:pt modelId="{6615D92A-4E68-4E9A-B141-657A8891D232}" type="parTrans" cxnId="{F915EDF3-258F-4927-850A-86EDAAC556D8}">
      <dgm:prSet/>
      <dgm:spPr/>
      <dgm:t>
        <a:bodyPr/>
        <a:lstStyle/>
        <a:p>
          <a:endParaRPr lang="tr-TR"/>
        </a:p>
      </dgm:t>
    </dgm:pt>
    <dgm:pt modelId="{68C0DBB2-E8A8-4ACF-B00F-0AD24FF25FF5}" type="sibTrans" cxnId="{F915EDF3-258F-4927-850A-86EDAAC556D8}">
      <dgm:prSet/>
      <dgm:spPr/>
      <dgm:t>
        <a:bodyPr/>
        <a:lstStyle/>
        <a:p>
          <a:endParaRPr lang="tr-TR"/>
        </a:p>
      </dgm:t>
    </dgm:pt>
    <dgm:pt modelId="{40762D23-C701-4EC4-9B84-D8CAB6BF20F8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Mycelium</a:t>
          </a:r>
          <a:endParaRPr lang="tr-TR"/>
        </a:p>
      </dgm:t>
    </dgm:pt>
    <dgm:pt modelId="{0A8990EB-4FD6-4CC5-9C73-B9854F245F86}" type="parTrans" cxnId="{29079882-C160-475B-8C6D-10DF5D5B26F4}">
      <dgm:prSet/>
      <dgm:spPr/>
      <dgm:t>
        <a:bodyPr/>
        <a:lstStyle/>
        <a:p>
          <a:endParaRPr lang="tr-TR"/>
        </a:p>
      </dgm:t>
    </dgm:pt>
    <dgm:pt modelId="{8AF2B693-4A89-4FB9-86CC-9A45C6B5A419}" type="sibTrans" cxnId="{29079882-C160-475B-8C6D-10DF5D5B26F4}">
      <dgm:prSet/>
      <dgm:spPr/>
      <dgm:t>
        <a:bodyPr/>
        <a:lstStyle/>
        <a:p>
          <a:endParaRPr lang="tr-TR"/>
        </a:p>
      </dgm:t>
    </dgm:pt>
    <dgm:pt modelId="{C6395775-5A28-408B-8255-96B6AF2FA401}">
      <dgm:prSet/>
      <dgm:spPr/>
      <dgm:t>
        <a:bodyPr/>
        <a:lstStyle/>
        <a:p>
          <a:r>
            <a:rPr lang="tr-TR"/>
            <a:t>Hardware Wallets</a:t>
          </a:r>
        </a:p>
      </dgm:t>
    </dgm:pt>
    <dgm:pt modelId="{CCC84EC4-683E-48A4-8459-5975EB13CF7F}" type="parTrans" cxnId="{4F624B22-71F9-4039-93AB-48CBEDF9572C}">
      <dgm:prSet/>
      <dgm:spPr/>
      <dgm:t>
        <a:bodyPr/>
        <a:lstStyle/>
        <a:p>
          <a:endParaRPr lang="tr-TR"/>
        </a:p>
      </dgm:t>
    </dgm:pt>
    <dgm:pt modelId="{63C3073D-2D3D-4D38-95D1-E4C5016A954A}" type="sibTrans" cxnId="{4F624B22-71F9-4039-93AB-48CBEDF9572C}">
      <dgm:prSet/>
      <dgm:spPr/>
      <dgm:t>
        <a:bodyPr/>
        <a:lstStyle/>
        <a:p>
          <a:endParaRPr lang="tr-TR"/>
        </a:p>
      </dgm:t>
    </dgm:pt>
    <dgm:pt modelId="{17ADF62B-AFE2-46B3-AABE-F56D60D8B14E}">
      <dgm:prSet/>
      <dgm:spPr/>
      <dgm:t>
        <a:bodyPr/>
        <a:lstStyle/>
        <a:p>
          <a:r>
            <a:rPr lang="en-US"/>
            <a:t>supporting </a:t>
          </a:r>
          <a:r>
            <a:rPr lang="tr-TR"/>
            <a:t>the </a:t>
          </a:r>
          <a:r>
            <a:rPr lang="en-US"/>
            <a:t>standards</a:t>
          </a:r>
          <a:endParaRPr lang="tr-TR"/>
        </a:p>
      </dgm:t>
    </dgm:pt>
    <dgm:pt modelId="{F028CD6F-A91E-41E6-9357-50B5244D5E99}" type="parTrans" cxnId="{50CC8AF7-533C-4342-B5EC-F36ACDF94C9E}">
      <dgm:prSet/>
      <dgm:spPr/>
      <dgm:t>
        <a:bodyPr/>
        <a:lstStyle/>
        <a:p>
          <a:endParaRPr lang="tr-TR"/>
        </a:p>
      </dgm:t>
    </dgm:pt>
    <dgm:pt modelId="{7F5F642D-ADBF-488A-9240-AC63239B3A5B}" type="sibTrans" cxnId="{50CC8AF7-533C-4342-B5EC-F36ACDF94C9E}">
      <dgm:prSet/>
      <dgm:spPr/>
      <dgm:t>
        <a:bodyPr/>
        <a:lstStyle/>
        <a:p>
          <a:endParaRPr lang="tr-TR"/>
        </a:p>
      </dgm:t>
    </dgm:pt>
    <dgm:pt modelId="{2511948E-1A4D-4D88-966F-DC0B20A6CACE}">
      <dgm:prSet/>
      <dgm:spPr/>
      <dgm:t>
        <a:bodyPr/>
        <a:lstStyle/>
        <a:p>
          <a:r>
            <a:rPr lang="en-US">
              <a:hlinkClick xmlns:r="http://schemas.openxmlformats.org/officeDocument/2006/relationships" r:id="rId4"/>
            </a:rPr>
            <a:t>Keepkey</a:t>
          </a:r>
          <a:endParaRPr lang="tr-TR"/>
        </a:p>
      </dgm:t>
    </dgm:pt>
    <dgm:pt modelId="{E2A8A0CA-8CFB-4E66-95EC-31022326F6BD}" type="parTrans" cxnId="{B31D223C-7370-48CB-947C-AE1E65870FA3}">
      <dgm:prSet/>
      <dgm:spPr/>
      <dgm:t>
        <a:bodyPr/>
        <a:lstStyle/>
        <a:p>
          <a:endParaRPr lang="tr-TR"/>
        </a:p>
      </dgm:t>
    </dgm:pt>
    <dgm:pt modelId="{38A94D78-87A1-4DAC-B11B-9B96295ACC56}" type="sibTrans" cxnId="{B31D223C-7370-48CB-947C-AE1E65870FA3}">
      <dgm:prSet/>
      <dgm:spPr/>
      <dgm:t>
        <a:bodyPr/>
        <a:lstStyle/>
        <a:p>
          <a:endParaRPr lang="tr-TR"/>
        </a:p>
      </dgm:t>
    </dgm:pt>
    <dgm:pt modelId="{2DF5D458-B0E6-4ED1-817C-835489095A3F}">
      <dgm:prSet/>
      <dgm:spPr/>
      <dgm:t>
        <a:bodyPr/>
        <a:lstStyle/>
        <a:p>
          <a:r>
            <a:rPr lang="en-US">
              <a:hlinkClick xmlns:r="http://schemas.openxmlformats.org/officeDocument/2006/relationships" r:id="rId5"/>
            </a:rPr>
            <a:t>Ledger</a:t>
          </a:r>
          <a:endParaRPr lang="tr-TR"/>
        </a:p>
      </dgm:t>
    </dgm:pt>
    <dgm:pt modelId="{A9A9E4EF-8CE5-4DF4-9661-6BA25A02D48D}" type="parTrans" cxnId="{500B280D-4342-4314-B9CD-D83AE974563B}">
      <dgm:prSet/>
      <dgm:spPr/>
      <dgm:t>
        <a:bodyPr/>
        <a:lstStyle/>
        <a:p>
          <a:endParaRPr lang="tr-TR"/>
        </a:p>
      </dgm:t>
    </dgm:pt>
    <dgm:pt modelId="{C0621B65-5CA3-4CC8-AB70-C32F949EE5EC}" type="sibTrans" cxnId="{500B280D-4342-4314-B9CD-D83AE974563B}">
      <dgm:prSet/>
      <dgm:spPr/>
      <dgm:t>
        <a:bodyPr/>
        <a:lstStyle/>
        <a:p>
          <a:endParaRPr lang="tr-TR"/>
        </a:p>
      </dgm:t>
    </dgm:pt>
    <dgm:pt modelId="{2292883D-5C5C-46ED-8A49-E69D17557BE9}">
      <dgm:prSet/>
      <dgm:spPr/>
      <dgm:t>
        <a:bodyPr/>
        <a:lstStyle/>
        <a:p>
          <a:r>
            <a:rPr lang="tr-TR">
              <a:hlinkClick xmlns:r="http://schemas.openxmlformats.org/officeDocument/2006/relationships" r:id="rId6"/>
            </a:rPr>
            <a:t>Trezor</a:t>
          </a:r>
          <a:endParaRPr lang="tr-TR"/>
        </a:p>
      </dgm:t>
    </dgm:pt>
    <dgm:pt modelId="{8E6DE0D1-5764-4C4E-899B-0C51658BDB80}" type="parTrans" cxnId="{C411D47E-790C-45C9-BA89-ADF9FDF591A3}">
      <dgm:prSet/>
      <dgm:spPr/>
      <dgm:t>
        <a:bodyPr/>
        <a:lstStyle/>
        <a:p>
          <a:endParaRPr lang="tr-TR"/>
        </a:p>
      </dgm:t>
    </dgm:pt>
    <dgm:pt modelId="{CAF3EAC7-8DF6-4854-8BB6-96BD91383D12}" type="sibTrans" cxnId="{C411D47E-790C-45C9-BA89-ADF9FDF591A3}">
      <dgm:prSet/>
      <dgm:spPr/>
      <dgm:t>
        <a:bodyPr/>
        <a:lstStyle/>
        <a:p>
          <a:endParaRPr lang="tr-TR"/>
        </a:p>
      </dgm:t>
    </dgm:pt>
    <dgm:pt modelId="{C4C93726-DADC-4F5E-8DB4-E2E007C19194}" type="pres">
      <dgm:prSet presAssocID="{73059123-B68F-42EE-A0BC-5C878704253D}" presName="vert0" presStyleCnt="0">
        <dgm:presLayoutVars>
          <dgm:dir/>
          <dgm:animOne val="branch"/>
          <dgm:animLvl val="lvl"/>
        </dgm:presLayoutVars>
      </dgm:prSet>
      <dgm:spPr/>
    </dgm:pt>
    <dgm:pt modelId="{8CC3CD76-358C-41F1-AAEC-CD0F39B698EB}" type="pres">
      <dgm:prSet presAssocID="{9422122B-E90C-45DB-AF82-5A5EDBF1B01F}" presName="thickLine" presStyleLbl="alignNode1" presStyleIdx="0" presStyleCnt="2"/>
      <dgm:spPr/>
    </dgm:pt>
    <dgm:pt modelId="{BCF3FA7D-FC39-4533-BC2C-FCE56ACCCEBB}" type="pres">
      <dgm:prSet presAssocID="{9422122B-E90C-45DB-AF82-5A5EDBF1B01F}" presName="horz1" presStyleCnt="0"/>
      <dgm:spPr/>
    </dgm:pt>
    <dgm:pt modelId="{54ED1451-E9E8-4619-A8E7-91F1D89C58E1}" type="pres">
      <dgm:prSet presAssocID="{9422122B-E90C-45DB-AF82-5A5EDBF1B01F}" presName="tx1" presStyleLbl="revTx" presStyleIdx="0" presStyleCnt="10"/>
      <dgm:spPr/>
    </dgm:pt>
    <dgm:pt modelId="{C4D987D3-478F-44BB-95C6-D4FFB70B4D53}" type="pres">
      <dgm:prSet presAssocID="{9422122B-E90C-45DB-AF82-5A5EDBF1B01F}" presName="vert1" presStyleCnt="0"/>
      <dgm:spPr/>
    </dgm:pt>
    <dgm:pt modelId="{0B8E6766-F821-4709-BDFD-3FEBCDD3EA50}" type="pres">
      <dgm:prSet presAssocID="{1D543CE6-B68D-4649-8A3F-85DA14B71C94}" presName="vertSpace2a" presStyleCnt="0"/>
      <dgm:spPr/>
    </dgm:pt>
    <dgm:pt modelId="{F588A1DD-C4BC-4AB8-AE43-65FCD6DCE5C6}" type="pres">
      <dgm:prSet presAssocID="{1D543CE6-B68D-4649-8A3F-85DA14B71C94}" presName="horz2" presStyleCnt="0"/>
      <dgm:spPr/>
    </dgm:pt>
    <dgm:pt modelId="{FDA686B1-43C2-468F-965C-AC31A097F90F}" type="pres">
      <dgm:prSet presAssocID="{1D543CE6-B68D-4649-8A3F-85DA14B71C94}" presName="horzSpace2" presStyleCnt="0"/>
      <dgm:spPr/>
    </dgm:pt>
    <dgm:pt modelId="{24609558-41C4-4495-8A1F-F424390972DA}" type="pres">
      <dgm:prSet presAssocID="{1D543CE6-B68D-4649-8A3F-85DA14B71C94}" presName="tx2" presStyleLbl="revTx" presStyleIdx="1" presStyleCnt="10"/>
      <dgm:spPr/>
    </dgm:pt>
    <dgm:pt modelId="{04ACD971-B9C4-47A8-89DC-F390ED3FBBA7}" type="pres">
      <dgm:prSet presAssocID="{1D543CE6-B68D-4649-8A3F-85DA14B71C94}" presName="vert2" presStyleCnt="0"/>
      <dgm:spPr/>
    </dgm:pt>
    <dgm:pt modelId="{BD86E4EE-C804-42E6-8B23-E161ED548368}" type="pres">
      <dgm:prSet presAssocID="{1D543CE6-B68D-4649-8A3F-85DA14B71C94}" presName="thinLine2b" presStyleLbl="callout" presStyleIdx="0" presStyleCnt="8"/>
      <dgm:spPr/>
    </dgm:pt>
    <dgm:pt modelId="{7BF43E50-532F-49DD-94F7-83B3AC2D5205}" type="pres">
      <dgm:prSet presAssocID="{1D543CE6-B68D-4649-8A3F-85DA14B71C94}" presName="vertSpace2b" presStyleCnt="0"/>
      <dgm:spPr/>
    </dgm:pt>
    <dgm:pt modelId="{D13F2448-66A6-40A6-8C12-0B7AE7CE67B7}" type="pres">
      <dgm:prSet presAssocID="{DE1D32BF-906A-4CC2-86BB-A62C362D52D2}" presName="horz2" presStyleCnt="0"/>
      <dgm:spPr/>
    </dgm:pt>
    <dgm:pt modelId="{973B35AF-4252-44A5-B058-ED1A2CE69951}" type="pres">
      <dgm:prSet presAssocID="{DE1D32BF-906A-4CC2-86BB-A62C362D52D2}" presName="horzSpace2" presStyleCnt="0"/>
      <dgm:spPr/>
    </dgm:pt>
    <dgm:pt modelId="{319CCB59-B6EF-44CC-915B-E54A00D9A298}" type="pres">
      <dgm:prSet presAssocID="{DE1D32BF-906A-4CC2-86BB-A62C362D52D2}" presName="tx2" presStyleLbl="revTx" presStyleIdx="2" presStyleCnt="10"/>
      <dgm:spPr/>
    </dgm:pt>
    <dgm:pt modelId="{BCD2FAF6-EB5E-4896-9743-1AB534E8A386}" type="pres">
      <dgm:prSet presAssocID="{DE1D32BF-906A-4CC2-86BB-A62C362D52D2}" presName="vert2" presStyleCnt="0"/>
      <dgm:spPr/>
    </dgm:pt>
    <dgm:pt modelId="{9D8F6174-3447-487F-B676-B63B480F946F}" type="pres">
      <dgm:prSet presAssocID="{DE1D32BF-906A-4CC2-86BB-A62C362D52D2}" presName="thinLine2b" presStyleLbl="callout" presStyleIdx="1" presStyleCnt="8"/>
      <dgm:spPr/>
    </dgm:pt>
    <dgm:pt modelId="{EDF79D6C-61EE-4D61-BFF4-7F849B3732FF}" type="pres">
      <dgm:prSet presAssocID="{DE1D32BF-906A-4CC2-86BB-A62C362D52D2}" presName="vertSpace2b" presStyleCnt="0"/>
      <dgm:spPr/>
    </dgm:pt>
    <dgm:pt modelId="{CF2507CC-CF93-4D29-9D7D-0846528A5611}" type="pres">
      <dgm:prSet presAssocID="{A85FC1F8-F1E5-4CCC-94E8-9B96D9D404FA}" presName="horz2" presStyleCnt="0"/>
      <dgm:spPr/>
    </dgm:pt>
    <dgm:pt modelId="{5CB6B510-7EF8-4276-A301-DD136649BA06}" type="pres">
      <dgm:prSet presAssocID="{A85FC1F8-F1E5-4CCC-94E8-9B96D9D404FA}" presName="horzSpace2" presStyleCnt="0"/>
      <dgm:spPr/>
    </dgm:pt>
    <dgm:pt modelId="{F1699B6A-AD69-4872-8D27-95D213197295}" type="pres">
      <dgm:prSet presAssocID="{A85FC1F8-F1E5-4CCC-94E8-9B96D9D404FA}" presName="tx2" presStyleLbl="revTx" presStyleIdx="3" presStyleCnt="10"/>
      <dgm:spPr/>
    </dgm:pt>
    <dgm:pt modelId="{BCE8F4BB-3E83-453F-90D5-C47085C38EC6}" type="pres">
      <dgm:prSet presAssocID="{A85FC1F8-F1E5-4CCC-94E8-9B96D9D404FA}" presName="vert2" presStyleCnt="0"/>
      <dgm:spPr/>
    </dgm:pt>
    <dgm:pt modelId="{599EE367-ADF4-4383-92A2-80E4D07ADEC1}" type="pres">
      <dgm:prSet presAssocID="{A85FC1F8-F1E5-4CCC-94E8-9B96D9D404FA}" presName="thinLine2b" presStyleLbl="callout" presStyleIdx="2" presStyleCnt="8"/>
      <dgm:spPr/>
    </dgm:pt>
    <dgm:pt modelId="{DEFF33BF-3427-44FE-9926-7C1AEAAA8016}" type="pres">
      <dgm:prSet presAssocID="{A85FC1F8-F1E5-4CCC-94E8-9B96D9D404FA}" presName="vertSpace2b" presStyleCnt="0"/>
      <dgm:spPr/>
    </dgm:pt>
    <dgm:pt modelId="{F4DFCBB6-930B-456C-AE43-B69C1917E350}" type="pres">
      <dgm:prSet presAssocID="{40762D23-C701-4EC4-9B84-D8CAB6BF20F8}" presName="horz2" presStyleCnt="0"/>
      <dgm:spPr/>
    </dgm:pt>
    <dgm:pt modelId="{70C7CD85-8682-4E86-AAF6-C32714892184}" type="pres">
      <dgm:prSet presAssocID="{40762D23-C701-4EC4-9B84-D8CAB6BF20F8}" presName="horzSpace2" presStyleCnt="0"/>
      <dgm:spPr/>
    </dgm:pt>
    <dgm:pt modelId="{725441EA-1044-4BC2-BC6D-1CEB7E27062E}" type="pres">
      <dgm:prSet presAssocID="{40762D23-C701-4EC4-9B84-D8CAB6BF20F8}" presName="tx2" presStyleLbl="revTx" presStyleIdx="4" presStyleCnt="10"/>
      <dgm:spPr/>
    </dgm:pt>
    <dgm:pt modelId="{0F3BB7E7-7785-4B03-9BA5-EDD249C087EA}" type="pres">
      <dgm:prSet presAssocID="{40762D23-C701-4EC4-9B84-D8CAB6BF20F8}" presName="vert2" presStyleCnt="0"/>
      <dgm:spPr/>
    </dgm:pt>
    <dgm:pt modelId="{9921A30D-1DF7-43C8-9F23-3BB291227185}" type="pres">
      <dgm:prSet presAssocID="{40762D23-C701-4EC4-9B84-D8CAB6BF20F8}" presName="thinLine2b" presStyleLbl="callout" presStyleIdx="3" presStyleCnt="8"/>
      <dgm:spPr/>
    </dgm:pt>
    <dgm:pt modelId="{38C50208-156A-4C06-BD67-A549FB3DB6F9}" type="pres">
      <dgm:prSet presAssocID="{40762D23-C701-4EC4-9B84-D8CAB6BF20F8}" presName="vertSpace2b" presStyleCnt="0"/>
      <dgm:spPr/>
    </dgm:pt>
    <dgm:pt modelId="{A0A76F67-CE31-4836-A55A-52B99578E9BB}" type="pres">
      <dgm:prSet presAssocID="{C6395775-5A28-408B-8255-96B6AF2FA401}" presName="thickLine" presStyleLbl="alignNode1" presStyleIdx="1" presStyleCnt="2"/>
      <dgm:spPr/>
    </dgm:pt>
    <dgm:pt modelId="{D8A15E3C-120C-48D6-8DD7-7AC1AB193623}" type="pres">
      <dgm:prSet presAssocID="{C6395775-5A28-408B-8255-96B6AF2FA401}" presName="horz1" presStyleCnt="0"/>
      <dgm:spPr/>
    </dgm:pt>
    <dgm:pt modelId="{C5169249-502F-4AD5-8DE8-4767827201D5}" type="pres">
      <dgm:prSet presAssocID="{C6395775-5A28-408B-8255-96B6AF2FA401}" presName="tx1" presStyleLbl="revTx" presStyleIdx="5" presStyleCnt="10"/>
      <dgm:spPr/>
    </dgm:pt>
    <dgm:pt modelId="{773E0734-4838-4FDB-BCC5-7AE497267674}" type="pres">
      <dgm:prSet presAssocID="{C6395775-5A28-408B-8255-96B6AF2FA401}" presName="vert1" presStyleCnt="0"/>
      <dgm:spPr/>
    </dgm:pt>
    <dgm:pt modelId="{ABB313CD-BDCF-4734-B7FE-D4E71B044121}" type="pres">
      <dgm:prSet presAssocID="{17ADF62B-AFE2-46B3-AABE-F56D60D8B14E}" presName="vertSpace2a" presStyleCnt="0"/>
      <dgm:spPr/>
    </dgm:pt>
    <dgm:pt modelId="{2EF63C4F-98C1-431D-A522-F854822DA183}" type="pres">
      <dgm:prSet presAssocID="{17ADF62B-AFE2-46B3-AABE-F56D60D8B14E}" presName="horz2" presStyleCnt="0"/>
      <dgm:spPr/>
    </dgm:pt>
    <dgm:pt modelId="{EDBF07CB-580C-49BD-A429-A8D2F3FBE765}" type="pres">
      <dgm:prSet presAssocID="{17ADF62B-AFE2-46B3-AABE-F56D60D8B14E}" presName="horzSpace2" presStyleCnt="0"/>
      <dgm:spPr/>
    </dgm:pt>
    <dgm:pt modelId="{C0218801-089D-4C3C-9084-6ACF9E888E14}" type="pres">
      <dgm:prSet presAssocID="{17ADF62B-AFE2-46B3-AABE-F56D60D8B14E}" presName="tx2" presStyleLbl="revTx" presStyleIdx="6" presStyleCnt="10"/>
      <dgm:spPr/>
    </dgm:pt>
    <dgm:pt modelId="{8C88A5D5-5609-4D84-8A70-1EBB7286062E}" type="pres">
      <dgm:prSet presAssocID="{17ADF62B-AFE2-46B3-AABE-F56D60D8B14E}" presName="vert2" presStyleCnt="0"/>
      <dgm:spPr/>
    </dgm:pt>
    <dgm:pt modelId="{F53C2295-4190-47ED-9DA0-04EE8EE987CA}" type="pres">
      <dgm:prSet presAssocID="{17ADF62B-AFE2-46B3-AABE-F56D60D8B14E}" presName="thinLine2b" presStyleLbl="callout" presStyleIdx="4" presStyleCnt="8"/>
      <dgm:spPr/>
    </dgm:pt>
    <dgm:pt modelId="{3D1DA9C7-866E-46DC-8688-E86A6E50790C}" type="pres">
      <dgm:prSet presAssocID="{17ADF62B-AFE2-46B3-AABE-F56D60D8B14E}" presName="vertSpace2b" presStyleCnt="0"/>
      <dgm:spPr/>
    </dgm:pt>
    <dgm:pt modelId="{A20FA995-4419-41AA-8DE5-407061A82D85}" type="pres">
      <dgm:prSet presAssocID="{2511948E-1A4D-4D88-966F-DC0B20A6CACE}" presName="horz2" presStyleCnt="0"/>
      <dgm:spPr/>
    </dgm:pt>
    <dgm:pt modelId="{CB615F46-EA1D-4283-A8A0-383F037B3246}" type="pres">
      <dgm:prSet presAssocID="{2511948E-1A4D-4D88-966F-DC0B20A6CACE}" presName="horzSpace2" presStyleCnt="0"/>
      <dgm:spPr/>
    </dgm:pt>
    <dgm:pt modelId="{F8C88CD9-42C4-4214-B238-82A30CA843DB}" type="pres">
      <dgm:prSet presAssocID="{2511948E-1A4D-4D88-966F-DC0B20A6CACE}" presName="tx2" presStyleLbl="revTx" presStyleIdx="7" presStyleCnt="10"/>
      <dgm:spPr/>
    </dgm:pt>
    <dgm:pt modelId="{00E16551-C4C7-4C7A-9B69-6FCE470D8CEA}" type="pres">
      <dgm:prSet presAssocID="{2511948E-1A4D-4D88-966F-DC0B20A6CACE}" presName="vert2" presStyleCnt="0"/>
      <dgm:spPr/>
    </dgm:pt>
    <dgm:pt modelId="{07097ACE-6040-4CF6-A6E1-41A9E80E5CA7}" type="pres">
      <dgm:prSet presAssocID="{2511948E-1A4D-4D88-966F-DC0B20A6CACE}" presName="thinLine2b" presStyleLbl="callout" presStyleIdx="5" presStyleCnt="8"/>
      <dgm:spPr/>
    </dgm:pt>
    <dgm:pt modelId="{42C854E8-0227-4A2D-AF8B-7DF4C23F3213}" type="pres">
      <dgm:prSet presAssocID="{2511948E-1A4D-4D88-966F-DC0B20A6CACE}" presName="vertSpace2b" presStyleCnt="0"/>
      <dgm:spPr/>
    </dgm:pt>
    <dgm:pt modelId="{BB18C870-3815-45CC-97E5-ECACC1C9A637}" type="pres">
      <dgm:prSet presAssocID="{2DF5D458-B0E6-4ED1-817C-835489095A3F}" presName="horz2" presStyleCnt="0"/>
      <dgm:spPr/>
    </dgm:pt>
    <dgm:pt modelId="{DF3B7B57-0279-4EEC-8624-EB4C2AB07132}" type="pres">
      <dgm:prSet presAssocID="{2DF5D458-B0E6-4ED1-817C-835489095A3F}" presName="horzSpace2" presStyleCnt="0"/>
      <dgm:spPr/>
    </dgm:pt>
    <dgm:pt modelId="{F431DA96-42DE-4147-8058-36384917F016}" type="pres">
      <dgm:prSet presAssocID="{2DF5D458-B0E6-4ED1-817C-835489095A3F}" presName="tx2" presStyleLbl="revTx" presStyleIdx="8" presStyleCnt="10"/>
      <dgm:spPr/>
    </dgm:pt>
    <dgm:pt modelId="{73BA9660-8177-4D3B-8AC6-9C9A147ED126}" type="pres">
      <dgm:prSet presAssocID="{2DF5D458-B0E6-4ED1-817C-835489095A3F}" presName="vert2" presStyleCnt="0"/>
      <dgm:spPr/>
    </dgm:pt>
    <dgm:pt modelId="{75089E61-6D22-4C12-9677-18E6623CA37D}" type="pres">
      <dgm:prSet presAssocID="{2DF5D458-B0E6-4ED1-817C-835489095A3F}" presName="thinLine2b" presStyleLbl="callout" presStyleIdx="6" presStyleCnt="8"/>
      <dgm:spPr/>
    </dgm:pt>
    <dgm:pt modelId="{B24322F9-CC6A-44A2-B68F-460C97CE5E1C}" type="pres">
      <dgm:prSet presAssocID="{2DF5D458-B0E6-4ED1-817C-835489095A3F}" presName="vertSpace2b" presStyleCnt="0"/>
      <dgm:spPr/>
    </dgm:pt>
    <dgm:pt modelId="{E9A664D4-703D-40B1-956B-C4DBBCF4ADF1}" type="pres">
      <dgm:prSet presAssocID="{2292883D-5C5C-46ED-8A49-E69D17557BE9}" presName="horz2" presStyleCnt="0"/>
      <dgm:spPr/>
    </dgm:pt>
    <dgm:pt modelId="{D617AEC2-EA0A-4333-BEF6-ABE105BB104B}" type="pres">
      <dgm:prSet presAssocID="{2292883D-5C5C-46ED-8A49-E69D17557BE9}" presName="horzSpace2" presStyleCnt="0"/>
      <dgm:spPr/>
    </dgm:pt>
    <dgm:pt modelId="{B63552FF-1677-45C6-8972-1950AA2DBD01}" type="pres">
      <dgm:prSet presAssocID="{2292883D-5C5C-46ED-8A49-E69D17557BE9}" presName="tx2" presStyleLbl="revTx" presStyleIdx="9" presStyleCnt="10"/>
      <dgm:spPr/>
    </dgm:pt>
    <dgm:pt modelId="{50E4ECF7-124F-4A21-84BF-8AFF59D644D0}" type="pres">
      <dgm:prSet presAssocID="{2292883D-5C5C-46ED-8A49-E69D17557BE9}" presName="vert2" presStyleCnt="0"/>
      <dgm:spPr/>
    </dgm:pt>
    <dgm:pt modelId="{659F162E-1EB4-4132-BED7-6BC30C5EAC4E}" type="pres">
      <dgm:prSet presAssocID="{2292883D-5C5C-46ED-8A49-E69D17557BE9}" presName="thinLine2b" presStyleLbl="callout" presStyleIdx="7" presStyleCnt="8"/>
      <dgm:spPr/>
    </dgm:pt>
    <dgm:pt modelId="{18F62739-5B7A-4C0C-BB7F-1932093B919A}" type="pres">
      <dgm:prSet presAssocID="{2292883D-5C5C-46ED-8A49-E69D17557BE9}" presName="vertSpace2b" presStyleCnt="0"/>
      <dgm:spPr/>
    </dgm:pt>
  </dgm:ptLst>
  <dgm:cxnLst>
    <dgm:cxn modelId="{500B280D-4342-4314-B9CD-D83AE974563B}" srcId="{C6395775-5A28-408B-8255-96B6AF2FA401}" destId="{2DF5D458-B0E6-4ED1-817C-835489095A3F}" srcOrd="2" destOrd="0" parTransId="{A9A9E4EF-8CE5-4DF4-9661-6BA25A02D48D}" sibTransId="{C0621B65-5CA3-4CC8-AB70-C32F949EE5EC}"/>
    <dgm:cxn modelId="{9727221B-DB5B-465A-9986-0ED23C88B407}" type="presOf" srcId="{73059123-B68F-42EE-A0BC-5C878704253D}" destId="{C4C93726-DADC-4F5E-8DB4-E2E007C19194}" srcOrd="0" destOrd="0" presId="urn:microsoft.com/office/officeart/2008/layout/LinedList"/>
    <dgm:cxn modelId="{4F624B22-71F9-4039-93AB-48CBEDF9572C}" srcId="{73059123-B68F-42EE-A0BC-5C878704253D}" destId="{C6395775-5A28-408B-8255-96B6AF2FA401}" srcOrd="1" destOrd="0" parTransId="{CCC84EC4-683E-48A4-8459-5975EB13CF7F}" sibTransId="{63C3073D-2D3D-4D38-95D1-E4C5016A954A}"/>
    <dgm:cxn modelId="{348AF62D-383E-410C-8C23-4372BFD82DF2}" type="presOf" srcId="{40762D23-C701-4EC4-9B84-D8CAB6BF20F8}" destId="{725441EA-1044-4BC2-BC6D-1CEB7E27062E}" srcOrd="0" destOrd="0" presId="urn:microsoft.com/office/officeart/2008/layout/LinedList"/>
    <dgm:cxn modelId="{B31D223C-7370-48CB-947C-AE1E65870FA3}" srcId="{C6395775-5A28-408B-8255-96B6AF2FA401}" destId="{2511948E-1A4D-4D88-966F-DC0B20A6CACE}" srcOrd="1" destOrd="0" parTransId="{E2A8A0CA-8CFB-4E66-95EC-31022326F6BD}" sibTransId="{38A94D78-87A1-4DAC-B11B-9B96295ACC56}"/>
    <dgm:cxn modelId="{4DE23271-376D-40C8-B23A-6F97B3545E02}" type="presOf" srcId="{2511948E-1A4D-4D88-966F-DC0B20A6CACE}" destId="{F8C88CD9-42C4-4214-B238-82A30CA843DB}" srcOrd="0" destOrd="0" presId="urn:microsoft.com/office/officeart/2008/layout/LinedList"/>
    <dgm:cxn modelId="{E21BCE7A-0ECB-4F0A-BDB6-4B7CAE211AAC}" type="presOf" srcId="{1D543CE6-B68D-4649-8A3F-85DA14B71C94}" destId="{24609558-41C4-4495-8A1F-F424390972DA}" srcOrd="0" destOrd="0" presId="urn:microsoft.com/office/officeart/2008/layout/LinedList"/>
    <dgm:cxn modelId="{1098F55A-8164-4F9E-8D45-F10F7FF015F5}" type="presOf" srcId="{DE1D32BF-906A-4CC2-86BB-A62C362D52D2}" destId="{319CCB59-B6EF-44CC-915B-E54A00D9A298}" srcOrd="0" destOrd="0" presId="urn:microsoft.com/office/officeart/2008/layout/LinedList"/>
    <dgm:cxn modelId="{C411D47E-790C-45C9-BA89-ADF9FDF591A3}" srcId="{C6395775-5A28-408B-8255-96B6AF2FA401}" destId="{2292883D-5C5C-46ED-8A49-E69D17557BE9}" srcOrd="3" destOrd="0" parTransId="{8E6DE0D1-5764-4C4E-899B-0C51658BDB80}" sibTransId="{CAF3EAC7-8DF6-4854-8BB6-96BD91383D12}"/>
    <dgm:cxn modelId="{29079882-C160-475B-8C6D-10DF5D5B26F4}" srcId="{9422122B-E90C-45DB-AF82-5A5EDBF1B01F}" destId="{40762D23-C701-4EC4-9B84-D8CAB6BF20F8}" srcOrd="3" destOrd="0" parTransId="{0A8990EB-4FD6-4CC5-9C73-B9854F245F86}" sibTransId="{8AF2B693-4A89-4FB9-86CC-9A45C6B5A419}"/>
    <dgm:cxn modelId="{4E9D938B-70AD-4B3C-BBDE-F5DF88E13148}" type="presOf" srcId="{2DF5D458-B0E6-4ED1-817C-835489095A3F}" destId="{F431DA96-42DE-4147-8058-36384917F016}" srcOrd="0" destOrd="0" presId="urn:microsoft.com/office/officeart/2008/layout/LinedList"/>
    <dgm:cxn modelId="{A6A31190-B1E5-4F8C-9127-E429FBFAF13B}" type="presOf" srcId="{A85FC1F8-F1E5-4CCC-94E8-9B96D9D404FA}" destId="{F1699B6A-AD69-4872-8D27-95D213197295}" srcOrd="0" destOrd="0" presId="urn:microsoft.com/office/officeart/2008/layout/LinedList"/>
    <dgm:cxn modelId="{7227CF98-965C-4997-B78F-D7E82C672F57}" type="presOf" srcId="{2292883D-5C5C-46ED-8A49-E69D17557BE9}" destId="{B63552FF-1677-45C6-8972-1950AA2DBD01}" srcOrd="0" destOrd="0" presId="urn:microsoft.com/office/officeart/2008/layout/LinedList"/>
    <dgm:cxn modelId="{C7BC659C-9C60-4A33-83CC-B4AD9E62954D}" type="presOf" srcId="{C6395775-5A28-408B-8255-96B6AF2FA401}" destId="{C5169249-502F-4AD5-8DE8-4767827201D5}" srcOrd="0" destOrd="0" presId="urn:microsoft.com/office/officeart/2008/layout/LinedList"/>
    <dgm:cxn modelId="{0C7043B6-C6AB-4848-98B0-D6B3A1B28944}" srcId="{9422122B-E90C-45DB-AF82-5A5EDBF1B01F}" destId="{DE1D32BF-906A-4CC2-86BB-A62C362D52D2}" srcOrd="1" destOrd="0" parTransId="{B04C4171-0E5F-4887-8F2A-701BF0A7D36F}" sibTransId="{A0A37635-E080-4269-A0D2-D8437CB1C0C3}"/>
    <dgm:cxn modelId="{15A855B9-C8D6-4059-A49B-510B5852A896}" type="presOf" srcId="{17ADF62B-AFE2-46B3-AABE-F56D60D8B14E}" destId="{C0218801-089D-4C3C-9084-6ACF9E888E14}" srcOrd="0" destOrd="0" presId="urn:microsoft.com/office/officeart/2008/layout/LinedList"/>
    <dgm:cxn modelId="{99C15BC5-D1E7-452C-AE79-0DFC091A9DD6}" srcId="{73059123-B68F-42EE-A0BC-5C878704253D}" destId="{9422122B-E90C-45DB-AF82-5A5EDBF1B01F}" srcOrd="0" destOrd="0" parTransId="{16BFB673-C24E-4872-B1F6-425DE4BA4B8F}" sibTransId="{14094B23-F286-4105-B86A-3FAAC7AA2452}"/>
    <dgm:cxn modelId="{1A7927CB-986E-4329-972F-478A4D66F05D}" type="presOf" srcId="{9422122B-E90C-45DB-AF82-5A5EDBF1B01F}" destId="{54ED1451-E9E8-4619-A8E7-91F1D89C58E1}" srcOrd="0" destOrd="0" presId="urn:microsoft.com/office/officeart/2008/layout/LinedList"/>
    <dgm:cxn modelId="{5CDA60E9-B96F-4BC8-8B65-227606DC469D}" srcId="{9422122B-E90C-45DB-AF82-5A5EDBF1B01F}" destId="{1D543CE6-B68D-4649-8A3F-85DA14B71C94}" srcOrd="0" destOrd="0" parTransId="{86DA4263-51D2-4EB0-B840-C0662C9552EE}" sibTransId="{755A23D4-BB2D-4B5A-8B7D-26A8E4BB6C2C}"/>
    <dgm:cxn modelId="{F915EDF3-258F-4927-850A-86EDAAC556D8}" srcId="{9422122B-E90C-45DB-AF82-5A5EDBF1B01F}" destId="{A85FC1F8-F1E5-4CCC-94E8-9B96D9D404FA}" srcOrd="2" destOrd="0" parTransId="{6615D92A-4E68-4E9A-B141-657A8891D232}" sibTransId="{68C0DBB2-E8A8-4ACF-B00F-0AD24FF25FF5}"/>
    <dgm:cxn modelId="{50CC8AF7-533C-4342-B5EC-F36ACDF94C9E}" srcId="{C6395775-5A28-408B-8255-96B6AF2FA401}" destId="{17ADF62B-AFE2-46B3-AABE-F56D60D8B14E}" srcOrd="0" destOrd="0" parTransId="{F028CD6F-A91E-41E6-9357-50B5244D5E99}" sibTransId="{7F5F642D-ADBF-488A-9240-AC63239B3A5B}"/>
    <dgm:cxn modelId="{3E0481DA-0D37-420F-A192-EC978272B790}" type="presParOf" srcId="{C4C93726-DADC-4F5E-8DB4-E2E007C19194}" destId="{8CC3CD76-358C-41F1-AAEC-CD0F39B698EB}" srcOrd="0" destOrd="0" presId="urn:microsoft.com/office/officeart/2008/layout/LinedList"/>
    <dgm:cxn modelId="{B32AC217-796F-4933-9C86-A50BF4ADFADF}" type="presParOf" srcId="{C4C93726-DADC-4F5E-8DB4-E2E007C19194}" destId="{BCF3FA7D-FC39-4533-BC2C-FCE56ACCCEBB}" srcOrd="1" destOrd="0" presId="urn:microsoft.com/office/officeart/2008/layout/LinedList"/>
    <dgm:cxn modelId="{037D7870-49FC-4A42-8127-1DC46DEBAA6D}" type="presParOf" srcId="{BCF3FA7D-FC39-4533-BC2C-FCE56ACCCEBB}" destId="{54ED1451-E9E8-4619-A8E7-91F1D89C58E1}" srcOrd="0" destOrd="0" presId="urn:microsoft.com/office/officeart/2008/layout/LinedList"/>
    <dgm:cxn modelId="{DF2ECF3B-A3EF-480A-A61E-A32E480F4263}" type="presParOf" srcId="{BCF3FA7D-FC39-4533-BC2C-FCE56ACCCEBB}" destId="{C4D987D3-478F-44BB-95C6-D4FFB70B4D53}" srcOrd="1" destOrd="0" presId="urn:microsoft.com/office/officeart/2008/layout/LinedList"/>
    <dgm:cxn modelId="{FCA66B54-7B84-4B0F-AF6B-16F5018CE9C4}" type="presParOf" srcId="{C4D987D3-478F-44BB-95C6-D4FFB70B4D53}" destId="{0B8E6766-F821-4709-BDFD-3FEBCDD3EA50}" srcOrd="0" destOrd="0" presId="urn:microsoft.com/office/officeart/2008/layout/LinedList"/>
    <dgm:cxn modelId="{2F19E7AD-A84F-4E71-B61A-4D3C4BF2436C}" type="presParOf" srcId="{C4D987D3-478F-44BB-95C6-D4FFB70B4D53}" destId="{F588A1DD-C4BC-4AB8-AE43-65FCD6DCE5C6}" srcOrd="1" destOrd="0" presId="urn:microsoft.com/office/officeart/2008/layout/LinedList"/>
    <dgm:cxn modelId="{D0462412-B3FC-4FF5-B932-4159D4C5A05B}" type="presParOf" srcId="{F588A1DD-C4BC-4AB8-AE43-65FCD6DCE5C6}" destId="{FDA686B1-43C2-468F-965C-AC31A097F90F}" srcOrd="0" destOrd="0" presId="urn:microsoft.com/office/officeart/2008/layout/LinedList"/>
    <dgm:cxn modelId="{52D59F04-8CDE-43AA-B0D6-E4349FE7BF42}" type="presParOf" srcId="{F588A1DD-C4BC-4AB8-AE43-65FCD6DCE5C6}" destId="{24609558-41C4-4495-8A1F-F424390972DA}" srcOrd="1" destOrd="0" presId="urn:microsoft.com/office/officeart/2008/layout/LinedList"/>
    <dgm:cxn modelId="{2C8A903F-98DC-4475-B4EF-770001EA3743}" type="presParOf" srcId="{F588A1DD-C4BC-4AB8-AE43-65FCD6DCE5C6}" destId="{04ACD971-B9C4-47A8-89DC-F390ED3FBBA7}" srcOrd="2" destOrd="0" presId="urn:microsoft.com/office/officeart/2008/layout/LinedList"/>
    <dgm:cxn modelId="{A11B38B9-4BC9-40CB-B930-6A991D1A26A0}" type="presParOf" srcId="{C4D987D3-478F-44BB-95C6-D4FFB70B4D53}" destId="{BD86E4EE-C804-42E6-8B23-E161ED548368}" srcOrd="2" destOrd="0" presId="urn:microsoft.com/office/officeart/2008/layout/LinedList"/>
    <dgm:cxn modelId="{7100B51C-39FE-454D-8E71-4563BA0BA8F2}" type="presParOf" srcId="{C4D987D3-478F-44BB-95C6-D4FFB70B4D53}" destId="{7BF43E50-532F-49DD-94F7-83B3AC2D5205}" srcOrd="3" destOrd="0" presId="urn:microsoft.com/office/officeart/2008/layout/LinedList"/>
    <dgm:cxn modelId="{E7A91AF1-9450-4C4C-8A4F-1BE33B2B8689}" type="presParOf" srcId="{C4D987D3-478F-44BB-95C6-D4FFB70B4D53}" destId="{D13F2448-66A6-40A6-8C12-0B7AE7CE67B7}" srcOrd="4" destOrd="0" presId="urn:microsoft.com/office/officeart/2008/layout/LinedList"/>
    <dgm:cxn modelId="{2F7817A8-3B2C-409F-8A67-F420AC8C873E}" type="presParOf" srcId="{D13F2448-66A6-40A6-8C12-0B7AE7CE67B7}" destId="{973B35AF-4252-44A5-B058-ED1A2CE69951}" srcOrd="0" destOrd="0" presId="urn:microsoft.com/office/officeart/2008/layout/LinedList"/>
    <dgm:cxn modelId="{C6B967B0-AA2A-4D4E-B5EB-1AB4A7B6470F}" type="presParOf" srcId="{D13F2448-66A6-40A6-8C12-0B7AE7CE67B7}" destId="{319CCB59-B6EF-44CC-915B-E54A00D9A298}" srcOrd="1" destOrd="0" presId="urn:microsoft.com/office/officeart/2008/layout/LinedList"/>
    <dgm:cxn modelId="{A78C8E06-C661-45F2-96C8-41808D3D3402}" type="presParOf" srcId="{D13F2448-66A6-40A6-8C12-0B7AE7CE67B7}" destId="{BCD2FAF6-EB5E-4896-9743-1AB534E8A386}" srcOrd="2" destOrd="0" presId="urn:microsoft.com/office/officeart/2008/layout/LinedList"/>
    <dgm:cxn modelId="{46AAE290-1DDC-488F-AE74-254B47C122EE}" type="presParOf" srcId="{C4D987D3-478F-44BB-95C6-D4FFB70B4D53}" destId="{9D8F6174-3447-487F-B676-B63B480F946F}" srcOrd="5" destOrd="0" presId="urn:microsoft.com/office/officeart/2008/layout/LinedList"/>
    <dgm:cxn modelId="{24990E33-7E1F-4468-A06A-6812C20D0709}" type="presParOf" srcId="{C4D987D3-478F-44BB-95C6-D4FFB70B4D53}" destId="{EDF79D6C-61EE-4D61-BFF4-7F849B3732FF}" srcOrd="6" destOrd="0" presId="urn:microsoft.com/office/officeart/2008/layout/LinedList"/>
    <dgm:cxn modelId="{84BB1590-D3D9-4184-8270-03C569C45C94}" type="presParOf" srcId="{C4D987D3-478F-44BB-95C6-D4FFB70B4D53}" destId="{CF2507CC-CF93-4D29-9D7D-0846528A5611}" srcOrd="7" destOrd="0" presId="urn:microsoft.com/office/officeart/2008/layout/LinedList"/>
    <dgm:cxn modelId="{D83F351A-6AA5-4BF2-BCF3-F07E006FB9CD}" type="presParOf" srcId="{CF2507CC-CF93-4D29-9D7D-0846528A5611}" destId="{5CB6B510-7EF8-4276-A301-DD136649BA06}" srcOrd="0" destOrd="0" presId="urn:microsoft.com/office/officeart/2008/layout/LinedList"/>
    <dgm:cxn modelId="{F2C93223-3811-4B0D-B9F8-33E45ECDDB88}" type="presParOf" srcId="{CF2507CC-CF93-4D29-9D7D-0846528A5611}" destId="{F1699B6A-AD69-4872-8D27-95D213197295}" srcOrd="1" destOrd="0" presId="urn:microsoft.com/office/officeart/2008/layout/LinedList"/>
    <dgm:cxn modelId="{733212F5-1B1E-4CA7-B4B6-B9E76F20CA18}" type="presParOf" srcId="{CF2507CC-CF93-4D29-9D7D-0846528A5611}" destId="{BCE8F4BB-3E83-453F-90D5-C47085C38EC6}" srcOrd="2" destOrd="0" presId="urn:microsoft.com/office/officeart/2008/layout/LinedList"/>
    <dgm:cxn modelId="{6B2A687B-7229-41A6-9B1A-81CF0B39852D}" type="presParOf" srcId="{C4D987D3-478F-44BB-95C6-D4FFB70B4D53}" destId="{599EE367-ADF4-4383-92A2-80E4D07ADEC1}" srcOrd="8" destOrd="0" presId="urn:microsoft.com/office/officeart/2008/layout/LinedList"/>
    <dgm:cxn modelId="{81C05341-4CEA-48DB-8089-1984E21CD6D0}" type="presParOf" srcId="{C4D987D3-478F-44BB-95C6-D4FFB70B4D53}" destId="{DEFF33BF-3427-44FE-9926-7C1AEAAA8016}" srcOrd="9" destOrd="0" presId="urn:microsoft.com/office/officeart/2008/layout/LinedList"/>
    <dgm:cxn modelId="{1AC62A3B-F80A-4936-8E14-D4850BF47C73}" type="presParOf" srcId="{C4D987D3-478F-44BB-95C6-D4FFB70B4D53}" destId="{F4DFCBB6-930B-456C-AE43-B69C1917E350}" srcOrd="10" destOrd="0" presId="urn:microsoft.com/office/officeart/2008/layout/LinedList"/>
    <dgm:cxn modelId="{BE21D980-DAFF-447C-B902-7D31D6721E91}" type="presParOf" srcId="{F4DFCBB6-930B-456C-AE43-B69C1917E350}" destId="{70C7CD85-8682-4E86-AAF6-C32714892184}" srcOrd="0" destOrd="0" presId="urn:microsoft.com/office/officeart/2008/layout/LinedList"/>
    <dgm:cxn modelId="{F87A9E0C-4EFD-4FE8-B4A7-259016820279}" type="presParOf" srcId="{F4DFCBB6-930B-456C-AE43-B69C1917E350}" destId="{725441EA-1044-4BC2-BC6D-1CEB7E27062E}" srcOrd="1" destOrd="0" presId="urn:microsoft.com/office/officeart/2008/layout/LinedList"/>
    <dgm:cxn modelId="{E6E0A7F5-5AD6-48C3-A2AA-990A5E3A9F9F}" type="presParOf" srcId="{F4DFCBB6-930B-456C-AE43-B69C1917E350}" destId="{0F3BB7E7-7785-4B03-9BA5-EDD249C087EA}" srcOrd="2" destOrd="0" presId="urn:microsoft.com/office/officeart/2008/layout/LinedList"/>
    <dgm:cxn modelId="{F86B822A-5AF1-409A-B52F-2B466635F6C4}" type="presParOf" srcId="{C4D987D3-478F-44BB-95C6-D4FFB70B4D53}" destId="{9921A30D-1DF7-43C8-9F23-3BB291227185}" srcOrd="11" destOrd="0" presId="urn:microsoft.com/office/officeart/2008/layout/LinedList"/>
    <dgm:cxn modelId="{2F4A7656-A618-493A-B52D-862B433D56C3}" type="presParOf" srcId="{C4D987D3-478F-44BB-95C6-D4FFB70B4D53}" destId="{38C50208-156A-4C06-BD67-A549FB3DB6F9}" srcOrd="12" destOrd="0" presId="urn:microsoft.com/office/officeart/2008/layout/LinedList"/>
    <dgm:cxn modelId="{AE3A946D-299C-461B-BDA4-F2560E702423}" type="presParOf" srcId="{C4C93726-DADC-4F5E-8DB4-E2E007C19194}" destId="{A0A76F67-CE31-4836-A55A-52B99578E9BB}" srcOrd="2" destOrd="0" presId="urn:microsoft.com/office/officeart/2008/layout/LinedList"/>
    <dgm:cxn modelId="{7B27250E-17E0-44F5-9A10-6186D457C800}" type="presParOf" srcId="{C4C93726-DADC-4F5E-8DB4-E2E007C19194}" destId="{D8A15E3C-120C-48D6-8DD7-7AC1AB193623}" srcOrd="3" destOrd="0" presId="urn:microsoft.com/office/officeart/2008/layout/LinedList"/>
    <dgm:cxn modelId="{0F59C028-C9F3-45D4-A0AA-F006C004C030}" type="presParOf" srcId="{D8A15E3C-120C-48D6-8DD7-7AC1AB193623}" destId="{C5169249-502F-4AD5-8DE8-4767827201D5}" srcOrd="0" destOrd="0" presId="urn:microsoft.com/office/officeart/2008/layout/LinedList"/>
    <dgm:cxn modelId="{8B1D72D0-A356-40A0-9001-9DEFEDA3E5FA}" type="presParOf" srcId="{D8A15E3C-120C-48D6-8DD7-7AC1AB193623}" destId="{773E0734-4838-4FDB-BCC5-7AE497267674}" srcOrd="1" destOrd="0" presId="urn:microsoft.com/office/officeart/2008/layout/LinedList"/>
    <dgm:cxn modelId="{84EC832D-D94C-451A-8BE6-A304E0A47BB6}" type="presParOf" srcId="{773E0734-4838-4FDB-BCC5-7AE497267674}" destId="{ABB313CD-BDCF-4734-B7FE-D4E71B044121}" srcOrd="0" destOrd="0" presId="urn:microsoft.com/office/officeart/2008/layout/LinedList"/>
    <dgm:cxn modelId="{18C5D021-7C09-4108-AE22-C05E17306AFD}" type="presParOf" srcId="{773E0734-4838-4FDB-BCC5-7AE497267674}" destId="{2EF63C4F-98C1-431D-A522-F854822DA183}" srcOrd="1" destOrd="0" presId="urn:microsoft.com/office/officeart/2008/layout/LinedList"/>
    <dgm:cxn modelId="{85A133D3-7EBC-426F-88A2-9492F6E92A14}" type="presParOf" srcId="{2EF63C4F-98C1-431D-A522-F854822DA183}" destId="{EDBF07CB-580C-49BD-A429-A8D2F3FBE765}" srcOrd="0" destOrd="0" presId="urn:microsoft.com/office/officeart/2008/layout/LinedList"/>
    <dgm:cxn modelId="{13AF7262-B2B7-46B1-A856-782AB9D7F9B5}" type="presParOf" srcId="{2EF63C4F-98C1-431D-A522-F854822DA183}" destId="{C0218801-089D-4C3C-9084-6ACF9E888E14}" srcOrd="1" destOrd="0" presId="urn:microsoft.com/office/officeart/2008/layout/LinedList"/>
    <dgm:cxn modelId="{7E7F37CB-F2F4-4AD8-8440-9EAF522EEBBD}" type="presParOf" srcId="{2EF63C4F-98C1-431D-A522-F854822DA183}" destId="{8C88A5D5-5609-4D84-8A70-1EBB7286062E}" srcOrd="2" destOrd="0" presId="urn:microsoft.com/office/officeart/2008/layout/LinedList"/>
    <dgm:cxn modelId="{0F088584-42FB-4951-AA53-F02B4FA50214}" type="presParOf" srcId="{773E0734-4838-4FDB-BCC5-7AE497267674}" destId="{F53C2295-4190-47ED-9DA0-04EE8EE987CA}" srcOrd="2" destOrd="0" presId="urn:microsoft.com/office/officeart/2008/layout/LinedList"/>
    <dgm:cxn modelId="{DF4C1FCF-2545-4CE6-A719-ABD860DD9A51}" type="presParOf" srcId="{773E0734-4838-4FDB-BCC5-7AE497267674}" destId="{3D1DA9C7-866E-46DC-8688-E86A6E50790C}" srcOrd="3" destOrd="0" presId="urn:microsoft.com/office/officeart/2008/layout/LinedList"/>
    <dgm:cxn modelId="{B13274DB-36E7-45A2-A0DD-F9F5B7C4D34E}" type="presParOf" srcId="{773E0734-4838-4FDB-BCC5-7AE497267674}" destId="{A20FA995-4419-41AA-8DE5-407061A82D85}" srcOrd="4" destOrd="0" presId="urn:microsoft.com/office/officeart/2008/layout/LinedList"/>
    <dgm:cxn modelId="{A5B35C5A-55EA-4EE5-AF4E-20E7CBEA7CA4}" type="presParOf" srcId="{A20FA995-4419-41AA-8DE5-407061A82D85}" destId="{CB615F46-EA1D-4283-A8A0-383F037B3246}" srcOrd="0" destOrd="0" presId="urn:microsoft.com/office/officeart/2008/layout/LinedList"/>
    <dgm:cxn modelId="{9B65C0CC-8005-4155-B898-D9C9BF6E0031}" type="presParOf" srcId="{A20FA995-4419-41AA-8DE5-407061A82D85}" destId="{F8C88CD9-42C4-4214-B238-82A30CA843DB}" srcOrd="1" destOrd="0" presId="urn:microsoft.com/office/officeart/2008/layout/LinedList"/>
    <dgm:cxn modelId="{132A4695-01C5-4697-9B0C-CBF9D7C20C7D}" type="presParOf" srcId="{A20FA995-4419-41AA-8DE5-407061A82D85}" destId="{00E16551-C4C7-4C7A-9B69-6FCE470D8CEA}" srcOrd="2" destOrd="0" presId="urn:microsoft.com/office/officeart/2008/layout/LinedList"/>
    <dgm:cxn modelId="{E140E01E-E9F0-4701-9800-E6376E90ED9A}" type="presParOf" srcId="{773E0734-4838-4FDB-BCC5-7AE497267674}" destId="{07097ACE-6040-4CF6-A6E1-41A9E80E5CA7}" srcOrd="5" destOrd="0" presId="urn:microsoft.com/office/officeart/2008/layout/LinedList"/>
    <dgm:cxn modelId="{752AC475-582E-475E-958E-799B7F74912E}" type="presParOf" srcId="{773E0734-4838-4FDB-BCC5-7AE497267674}" destId="{42C854E8-0227-4A2D-AF8B-7DF4C23F3213}" srcOrd="6" destOrd="0" presId="urn:microsoft.com/office/officeart/2008/layout/LinedList"/>
    <dgm:cxn modelId="{9BE9ABD1-6A61-4BF0-B654-9C2BD77F999B}" type="presParOf" srcId="{773E0734-4838-4FDB-BCC5-7AE497267674}" destId="{BB18C870-3815-45CC-97E5-ECACC1C9A637}" srcOrd="7" destOrd="0" presId="urn:microsoft.com/office/officeart/2008/layout/LinedList"/>
    <dgm:cxn modelId="{A9A40C59-9178-4BE9-B34D-497D125D2B64}" type="presParOf" srcId="{BB18C870-3815-45CC-97E5-ECACC1C9A637}" destId="{DF3B7B57-0279-4EEC-8624-EB4C2AB07132}" srcOrd="0" destOrd="0" presId="urn:microsoft.com/office/officeart/2008/layout/LinedList"/>
    <dgm:cxn modelId="{5A10DF44-53D4-4A2C-BF25-156D5F858938}" type="presParOf" srcId="{BB18C870-3815-45CC-97E5-ECACC1C9A637}" destId="{F431DA96-42DE-4147-8058-36384917F016}" srcOrd="1" destOrd="0" presId="urn:microsoft.com/office/officeart/2008/layout/LinedList"/>
    <dgm:cxn modelId="{CDF21838-1609-4B43-BB1F-C69FA469FFF3}" type="presParOf" srcId="{BB18C870-3815-45CC-97E5-ECACC1C9A637}" destId="{73BA9660-8177-4D3B-8AC6-9C9A147ED126}" srcOrd="2" destOrd="0" presId="urn:microsoft.com/office/officeart/2008/layout/LinedList"/>
    <dgm:cxn modelId="{894643FC-821D-4F39-AC60-9B4155C13305}" type="presParOf" srcId="{773E0734-4838-4FDB-BCC5-7AE497267674}" destId="{75089E61-6D22-4C12-9677-18E6623CA37D}" srcOrd="8" destOrd="0" presId="urn:microsoft.com/office/officeart/2008/layout/LinedList"/>
    <dgm:cxn modelId="{2196DAA5-F77C-4256-BE17-ED4A9F14CAAA}" type="presParOf" srcId="{773E0734-4838-4FDB-BCC5-7AE497267674}" destId="{B24322F9-CC6A-44A2-B68F-460C97CE5E1C}" srcOrd="9" destOrd="0" presId="urn:microsoft.com/office/officeart/2008/layout/LinedList"/>
    <dgm:cxn modelId="{9FCEF473-AF16-480C-B93A-CC80F890E734}" type="presParOf" srcId="{773E0734-4838-4FDB-BCC5-7AE497267674}" destId="{E9A664D4-703D-40B1-956B-C4DBBCF4ADF1}" srcOrd="10" destOrd="0" presId="urn:microsoft.com/office/officeart/2008/layout/LinedList"/>
    <dgm:cxn modelId="{DA593AC0-6315-4130-A818-89D41DDF894C}" type="presParOf" srcId="{E9A664D4-703D-40B1-956B-C4DBBCF4ADF1}" destId="{D617AEC2-EA0A-4333-BEF6-ABE105BB104B}" srcOrd="0" destOrd="0" presId="urn:microsoft.com/office/officeart/2008/layout/LinedList"/>
    <dgm:cxn modelId="{DBA7A3DB-0259-42AF-8D13-746A289B08B8}" type="presParOf" srcId="{E9A664D4-703D-40B1-956B-C4DBBCF4ADF1}" destId="{B63552FF-1677-45C6-8972-1950AA2DBD01}" srcOrd="1" destOrd="0" presId="urn:microsoft.com/office/officeart/2008/layout/LinedList"/>
    <dgm:cxn modelId="{46BA9953-C6CA-45BC-96A7-8D94BE26E340}" type="presParOf" srcId="{E9A664D4-703D-40B1-956B-C4DBBCF4ADF1}" destId="{50E4ECF7-124F-4A21-84BF-8AFF59D644D0}" srcOrd="2" destOrd="0" presId="urn:microsoft.com/office/officeart/2008/layout/LinedList"/>
    <dgm:cxn modelId="{3EFC34F6-79E1-4EF3-909C-62552E2784BA}" type="presParOf" srcId="{773E0734-4838-4FDB-BCC5-7AE497267674}" destId="{659F162E-1EB4-4132-BED7-6BC30C5EAC4E}" srcOrd="11" destOrd="0" presId="urn:microsoft.com/office/officeart/2008/layout/LinedList"/>
    <dgm:cxn modelId="{5179B973-1775-439E-B084-AB9CB9E745AF}" type="presParOf" srcId="{773E0734-4838-4FDB-BCC5-7AE497267674}" destId="{18F62739-5B7A-4C0C-BB7F-1932093B919A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7F7C869-1C29-42C7-8B97-1DD8A82DE71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0E189C5-D639-487D-B665-74EC6595CD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Implementation</a:t>
          </a:r>
          <a:endParaRPr lang="en-US"/>
        </a:p>
      </dgm:t>
    </dgm:pt>
    <dgm:pt modelId="{01B0ECEE-0CE1-4CC2-A340-63F3AF2B0713}" type="parTrans" cxnId="{E513C4E3-6F50-4FAE-8C03-39A4B6740D71}">
      <dgm:prSet/>
      <dgm:spPr/>
      <dgm:t>
        <a:bodyPr/>
        <a:lstStyle/>
        <a:p>
          <a:endParaRPr lang="en-US"/>
        </a:p>
      </dgm:t>
    </dgm:pt>
    <dgm:pt modelId="{693FA6DF-593B-43B8-A819-3605CF0B993F}" type="sibTrans" cxnId="{E513C4E3-6F50-4FAE-8C03-39A4B6740D71}">
      <dgm:prSet/>
      <dgm:spPr/>
      <dgm:t>
        <a:bodyPr/>
        <a:lstStyle/>
        <a:p>
          <a:endParaRPr lang="en-US"/>
        </a:p>
      </dgm:t>
    </dgm:pt>
    <dgm:pt modelId="{B24C3088-1DA4-455B-8714-78DE3F9CC7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wallet</a:t>
          </a:r>
        </a:p>
      </dgm:t>
    </dgm:pt>
    <dgm:pt modelId="{909EA306-AA63-4847-97F4-BEFC4DB582EC}" type="parTrans" cxnId="{E94910E0-7441-44A8-84ED-1744C7602A86}">
      <dgm:prSet/>
      <dgm:spPr/>
      <dgm:t>
        <a:bodyPr/>
        <a:lstStyle/>
        <a:p>
          <a:endParaRPr lang="en-US"/>
        </a:p>
      </dgm:t>
    </dgm:pt>
    <dgm:pt modelId="{229AEFCA-BB81-454B-AB24-9FB59E8999BE}" type="sibTrans" cxnId="{E94910E0-7441-44A8-84ED-1744C7602A86}">
      <dgm:prSet/>
      <dgm:spPr/>
      <dgm:t>
        <a:bodyPr/>
        <a:lstStyle/>
        <a:p>
          <a:endParaRPr lang="en-US"/>
        </a:p>
      </dgm:t>
    </dgm:pt>
    <dgm:pt modelId="{4582FAD7-33F4-4385-B92A-507826E6CB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seed</a:t>
          </a:r>
          <a:r>
            <a:rPr lang="tr-TR" dirty="0"/>
            <a:t> for backup</a:t>
          </a:r>
          <a:endParaRPr lang="en-US" dirty="0"/>
        </a:p>
      </dgm:t>
    </dgm:pt>
    <dgm:pt modelId="{A85CEA42-4527-4EA2-8741-2D9E18E8B715}" type="parTrans" cxnId="{5F9C3E58-2FBC-4FEF-9E56-33B837A11CD6}">
      <dgm:prSet/>
      <dgm:spPr/>
      <dgm:t>
        <a:bodyPr/>
        <a:lstStyle/>
        <a:p>
          <a:endParaRPr lang="en-US"/>
        </a:p>
      </dgm:t>
    </dgm:pt>
    <dgm:pt modelId="{2EA056EC-DD5E-4FC2-BC2E-C282B30E816A}" type="sibTrans" cxnId="{5F9C3E58-2FBC-4FEF-9E56-33B837A11CD6}">
      <dgm:prSet/>
      <dgm:spPr/>
      <dgm:t>
        <a:bodyPr/>
        <a:lstStyle/>
        <a:p>
          <a:endParaRPr lang="en-US"/>
        </a:p>
      </dgm:t>
    </dgm:pt>
    <dgm:pt modelId="{9F62EA5B-2DDE-4311-8957-81BC191279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should be built as a HD</a:t>
          </a:r>
          <a:r>
            <a:rPr lang="tr-TR" dirty="0"/>
            <a:t> </a:t>
          </a:r>
          <a:r>
            <a:rPr lang="en-US" dirty="0"/>
            <a:t>wallet</a:t>
          </a:r>
        </a:p>
      </dgm:t>
    </dgm:pt>
    <dgm:pt modelId="{8190C7AA-D0D1-492C-90D1-C36D98A5575C}" type="parTrans" cxnId="{28BA8613-91E2-4CA4-ACB8-73E9C529E0E3}">
      <dgm:prSet/>
      <dgm:spPr/>
    </dgm:pt>
    <dgm:pt modelId="{A7B0E36F-68DB-43FD-8ADD-D8E36118E8F1}" type="sibTrans" cxnId="{28BA8613-91E2-4CA4-ACB8-73E9C529E0E3}">
      <dgm:prSet/>
      <dgm:spPr/>
    </dgm:pt>
    <dgm:pt modelId="{B4BD73FA-626F-4FF9-B957-94B77A9ECF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encoded as mnemonic code</a:t>
          </a:r>
        </a:p>
      </dgm:t>
    </dgm:pt>
    <dgm:pt modelId="{FDDA61F0-F161-4320-9184-83382B346530}" type="parTrans" cxnId="{295A3436-B4DD-4D30-8F5A-D6CBB975C475}">
      <dgm:prSet/>
      <dgm:spPr/>
    </dgm:pt>
    <dgm:pt modelId="{953E2A59-2A61-46ED-BD3E-BD6CEB1895E5}" type="sibTrans" cxnId="{295A3436-B4DD-4D30-8F5A-D6CBB975C475}">
      <dgm:prSet/>
      <dgm:spPr/>
    </dgm:pt>
    <dgm:pt modelId="{DBD77861-BC87-4CED-AB3C-5BB9259BA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</a:t>
          </a:r>
          <a:r>
            <a:rPr lang="en-US" dirty="0"/>
            <a:t>backup </a:t>
          </a:r>
        </a:p>
      </dgm:t>
    </dgm:pt>
    <dgm:pt modelId="{DEDC50DE-1464-41A8-BC0D-38B431FA9462}" type="parTrans" cxnId="{F45B0AE2-4C03-495B-9CB7-A0324E5BC203}">
      <dgm:prSet/>
      <dgm:spPr/>
    </dgm:pt>
    <dgm:pt modelId="{344F94F7-698E-4919-A8C3-5FF5A568F226}" type="sibTrans" cxnId="{F45B0AE2-4C03-495B-9CB7-A0324E5BC203}">
      <dgm:prSet/>
      <dgm:spPr/>
    </dgm:pt>
    <dgm:pt modelId="{7F84DE28-84E6-4B91-813D-282D5785EF82}" type="pres">
      <dgm:prSet presAssocID="{F7F7C869-1C29-42C7-8B97-1DD8A82DE718}" presName="root" presStyleCnt="0">
        <dgm:presLayoutVars>
          <dgm:dir/>
          <dgm:resizeHandles val="exact"/>
        </dgm:presLayoutVars>
      </dgm:prSet>
      <dgm:spPr/>
    </dgm:pt>
    <dgm:pt modelId="{7E152633-57B1-44E1-8C0F-6B9435B3149C}" type="pres">
      <dgm:prSet presAssocID="{10E189C5-D639-487D-B665-74EC6595CD55}" presName="compNode" presStyleCnt="0"/>
      <dgm:spPr/>
    </dgm:pt>
    <dgm:pt modelId="{789B42EB-0DA5-49EF-A2EC-6826BDDADB24}" type="pres">
      <dgm:prSet presAssocID="{10E189C5-D639-487D-B665-74EC6595CD5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236C4B-0AF3-427C-8918-89D201DEB885}" type="pres">
      <dgm:prSet presAssocID="{10E189C5-D639-487D-B665-74EC6595CD55}" presName="iconSpace" presStyleCnt="0"/>
      <dgm:spPr/>
    </dgm:pt>
    <dgm:pt modelId="{91DC93C6-9061-4247-8638-3B1E62E33959}" type="pres">
      <dgm:prSet presAssocID="{10E189C5-D639-487D-B665-74EC6595CD55}" presName="parTx" presStyleLbl="revTx" presStyleIdx="0" presStyleCnt="4">
        <dgm:presLayoutVars>
          <dgm:chMax val="0"/>
          <dgm:chPref val="0"/>
        </dgm:presLayoutVars>
      </dgm:prSet>
      <dgm:spPr/>
    </dgm:pt>
    <dgm:pt modelId="{77DBCE95-AD75-4661-AC8C-A44B9F808D6C}" type="pres">
      <dgm:prSet presAssocID="{10E189C5-D639-487D-B665-74EC6595CD55}" presName="txSpace" presStyleCnt="0"/>
      <dgm:spPr/>
    </dgm:pt>
    <dgm:pt modelId="{5EB8A8F9-54ED-47FE-A0CA-F7FC8D973A3E}" type="pres">
      <dgm:prSet presAssocID="{10E189C5-D639-487D-B665-74EC6595CD55}" presName="desTx" presStyleLbl="revTx" presStyleIdx="1" presStyleCnt="4">
        <dgm:presLayoutVars/>
      </dgm:prSet>
      <dgm:spPr/>
    </dgm:pt>
    <dgm:pt modelId="{30B41791-6F60-44B3-87D0-C053237F73D6}" type="pres">
      <dgm:prSet presAssocID="{693FA6DF-593B-43B8-A819-3605CF0B993F}" presName="sibTrans" presStyleCnt="0"/>
      <dgm:spPr/>
    </dgm:pt>
    <dgm:pt modelId="{97792685-1FDF-41B3-B8D3-3035423FD6C1}" type="pres">
      <dgm:prSet presAssocID="{4582FAD7-33F4-4385-B92A-507826E6CBE2}" presName="compNode" presStyleCnt="0"/>
      <dgm:spPr/>
    </dgm:pt>
    <dgm:pt modelId="{C5C9137E-BFC5-41CB-AA5E-9E4268EE61F0}" type="pres">
      <dgm:prSet presAssocID="{4582FAD7-33F4-4385-B92A-507826E6CBE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F5F27CE5-DFFE-4EAA-A576-26BBC8BEAC7F}" type="pres">
      <dgm:prSet presAssocID="{4582FAD7-33F4-4385-B92A-507826E6CBE2}" presName="iconSpace" presStyleCnt="0"/>
      <dgm:spPr/>
    </dgm:pt>
    <dgm:pt modelId="{DA3D827C-5D88-4AF9-8FBE-258CD568BE4B}" type="pres">
      <dgm:prSet presAssocID="{4582FAD7-33F4-4385-B92A-507826E6CBE2}" presName="parTx" presStyleLbl="revTx" presStyleIdx="2" presStyleCnt="4">
        <dgm:presLayoutVars>
          <dgm:chMax val="0"/>
          <dgm:chPref val="0"/>
        </dgm:presLayoutVars>
      </dgm:prSet>
      <dgm:spPr/>
    </dgm:pt>
    <dgm:pt modelId="{71C45651-F4CE-4ED5-B723-0D41076AF7F8}" type="pres">
      <dgm:prSet presAssocID="{4582FAD7-33F4-4385-B92A-507826E6CBE2}" presName="txSpace" presStyleCnt="0"/>
      <dgm:spPr/>
    </dgm:pt>
    <dgm:pt modelId="{8F73C9A3-7A63-4126-8D1A-5F145313B3FD}" type="pres">
      <dgm:prSet presAssocID="{4582FAD7-33F4-4385-B92A-507826E6CBE2}" presName="desTx" presStyleLbl="revTx" presStyleIdx="3" presStyleCnt="4">
        <dgm:presLayoutVars/>
      </dgm:prSet>
      <dgm:spPr/>
    </dgm:pt>
  </dgm:ptLst>
  <dgm:cxnLst>
    <dgm:cxn modelId="{28BA8613-91E2-4CA4-ACB8-73E9C529E0E3}" srcId="{10E189C5-D639-487D-B665-74EC6595CD55}" destId="{9F62EA5B-2DDE-4311-8957-81BC1912790A}" srcOrd="1" destOrd="0" parTransId="{8190C7AA-D0D1-492C-90D1-C36D98A5575C}" sibTransId="{A7B0E36F-68DB-43FD-8ADD-D8E36118E8F1}"/>
    <dgm:cxn modelId="{295A3436-B4DD-4D30-8F5A-D6CBB975C475}" srcId="{4582FAD7-33F4-4385-B92A-507826E6CBE2}" destId="{B4BD73FA-626F-4FF9-B957-94B77A9ECF4C}" srcOrd="0" destOrd="0" parTransId="{FDDA61F0-F161-4320-9184-83382B346530}" sibTransId="{953E2A59-2A61-46ED-BD3E-BD6CEB1895E5}"/>
    <dgm:cxn modelId="{67B17A5C-A866-4897-BF85-1F5152555687}" type="presOf" srcId="{10E189C5-D639-487D-B665-74EC6595CD55}" destId="{91DC93C6-9061-4247-8638-3B1E62E33959}" srcOrd="0" destOrd="0" presId="urn:microsoft.com/office/officeart/2018/5/layout/CenteredIconLabelDescriptionList"/>
    <dgm:cxn modelId="{5F327D67-B8F6-45F5-90D6-9177C475EDB7}" type="presOf" srcId="{B4BD73FA-626F-4FF9-B957-94B77A9ECF4C}" destId="{8F73C9A3-7A63-4126-8D1A-5F145313B3FD}" srcOrd="0" destOrd="0" presId="urn:microsoft.com/office/officeart/2018/5/layout/CenteredIconLabelDescriptionList"/>
    <dgm:cxn modelId="{D7E5EE68-578E-441A-845C-A418634460C0}" type="presOf" srcId="{4582FAD7-33F4-4385-B92A-507826E6CBE2}" destId="{DA3D827C-5D88-4AF9-8FBE-258CD568BE4B}" srcOrd="0" destOrd="0" presId="urn:microsoft.com/office/officeart/2018/5/layout/CenteredIconLabelDescriptionList"/>
    <dgm:cxn modelId="{1164FE69-D586-494A-AF9C-442913265027}" type="presOf" srcId="{F7F7C869-1C29-42C7-8B97-1DD8A82DE718}" destId="{7F84DE28-84E6-4B91-813D-282D5785EF82}" srcOrd="0" destOrd="0" presId="urn:microsoft.com/office/officeart/2018/5/layout/CenteredIconLabelDescriptionList"/>
    <dgm:cxn modelId="{5F9C3E58-2FBC-4FEF-9E56-33B837A11CD6}" srcId="{F7F7C869-1C29-42C7-8B97-1DD8A82DE718}" destId="{4582FAD7-33F4-4385-B92A-507826E6CBE2}" srcOrd="1" destOrd="0" parTransId="{A85CEA42-4527-4EA2-8741-2D9E18E8B715}" sibTransId="{2EA056EC-DD5E-4FC2-BC2E-C282B30E816A}"/>
    <dgm:cxn modelId="{01FFF47B-781B-4EF7-976D-C368D2BC215B}" type="presOf" srcId="{DBD77861-BC87-4CED-AB3C-5BB9259BA4CB}" destId="{8F73C9A3-7A63-4126-8D1A-5F145313B3FD}" srcOrd="0" destOrd="1" presId="urn:microsoft.com/office/officeart/2018/5/layout/CenteredIconLabelDescriptionList"/>
    <dgm:cxn modelId="{B3DE7784-C3CA-471C-B511-BFB2291B165A}" type="presOf" srcId="{9F62EA5B-2DDE-4311-8957-81BC1912790A}" destId="{5EB8A8F9-54ED-47FE-A0CA-F7FC8D973A3E}" srcOrd="0" destOrd="1" presId="urn:microsoft.com/office/officeart/2018/5/layout/CenteredIconLabelDescriptionList"/>
    <dgm:cxn modelId="{FA6A61C3-1347-4086-9694-AC8F3D4065CC}" type="presOf" srcId="{B24C3088-1DA4-455B-8714-78DE3F9CC74C}" destId="{5EB8A8F9-54ED-47FE-A0CA-F7FC8D973A3E}" srcOrd="0" destOrd="0" presId="urn:microsoft.com/office/officeart/2018/5/layout/CenteredIconLabelDescriptionList"/>
    <dgm:cxn modelId="{E94910E0-7441-44A8-84ED-1744C7602A86}" srcId="{10E189C5-D639-487D-B665-74EC6595CD55}" destId="{B24C3088-1DA4-455B-8714-78DE3F9CC74C}" srcOrd="0" destOrd="0" parTransId="{909EA306-AA63-4847-97F4-BEFC4DB582EC}" sibTransId="{229AEFCA-BB81-454B-AB24-9FB59E8999BE}"/>
    <dgm:cxn modelId="{F45B0AE2-4C03-495B-9CB7-A0324E5BC203}" srcId="{4582FAD7-33F4-4385-B92A-507826E6CBE2}" destId="{DBD77861-BC87-4CED-AB3C-5BB9259BA4CB}" srcOrd="1" destOrd="0" parTransId="{DEDC50DE-1464-41A8-BC0D-38B431FA9462}" sibTransId="{344F94F7-698E-4919-A8C3-5FF5A568F226}"/>
    <dgm:cxn modelId="{E513C4E3-6F50-4FAE-8C03-39A4B6740D71}" srcId="{F7F7C869-1C29-42C7-8B97-1DD8A82DE718}" destId="{10E189C5-D639-487D-B665-74EC6595CD55}" srcOrd="0" destOrd="0" parTransId="{01B0ECEE-0CE1-4CC2-A340-63F3AF2B0713}" sibTransId="{693FA6DF-593B-43B8-A819-3605CF0B993F}"/>
    <dgm:cxn modelId="{81D466E8-E7B8-4ECF-BD11-B0A2263B2760}" type="presParOf" srcId="{7F84DE28-84E6-4B91-813D-282D5785EF82}" destId="{7E152633-57B1-44E1-8C0F-6B9435B3149C}" srcOrd="0" destOrd="0" presId="urn:microsoft.com/office/officeart/2018/5/layout/CenteredIconLabelDescriptionList"/>
    <dgm:cxn modelId="{D42B1EAE-16F9-482D-AC32-505DC6DECFFB}" type="presParOf" srcId="{7E152633-57B1-44E1-8C0F-6B9435B3149C}" destId="{789B42EB-0DA5-49EF-A2EC-6826BDDADB24}" srcOrd="0" destOrd="0" presId="urn:microsoft.com/office/officeart/2018/5/layout/CenteredIconLabelDescriptionList"/>
    <dgm:cxn modelId="{CEDFFAD0-D387-4D3F-9056-007DE549A886}" type="presParOf" srcId="{7E152633-57B1-44E1-8C0F-6B9435B3149C}" destId="{2A236C4B-0AF3-427C-8918-89D201DEB885}" srcOrd="1" destOrd="0" presId="urn:microsoft.com/office/officeart/2018/5/layout/CenteredIconLabelDescriptionList"/>
    <dgm:cxn modelId="{769A375C-3F4A-438E-BD5D-5720AC22FF40}" type="presParOf" srcId="{7E152633-57B1-44E1-8C0F-6B9435B3149C}" destId="{91DC93C6-9061-4247-8638-3B1E62E33959}" srcOrd="2" destOrd="0" presId="urn:microsoft.com/office/officeart/2018/5/layout/CenteredIconLabelDescriptionList"/>
    <dgm:cxn modelId="{B91331F5-6D9D-4BF4-9A1E-357C2370345F}" type="presParOf" srcId="{7E152633-57B1-44E1-8C0F-6B9435B3149C}" destId="{77DBCE95-AD75-4661-AC8C-A44B9F808D6C}" srcOrd="3" destOrd="0" presId="urn:microsoft.com/office/officeart/2018/5/layout/CenteredIconLabelDescriptionList"/>
    <dgm:cxn modelId="{66B0E446-B819-4C99-AF31-F4798554513C}" type="presParOf" srcId="{7E152633-57B1-44E1-8C0F-6B9435B3149C}" destId="{5EB8A8F9-54ED-47FE-A0CA-F7FC8D973A3E}" srcOrd="4" destOrd="0" presId="urn:microsoft.com/office/officeart/2018/5/layout/CenteredIconLabelDescriptionList"/>
    <dgm:cxn modelId="{4E326EB0-A328-416A-A997-42516D337324}" type="presParOf" srcId="{7F84DE28-84E6-4B91-813D-282D5785EF82}" destId="{30B41791-6F60-44B3-87D0-C053237F73D6}" srcOrd="1" destOrd="0" presId="urn:microsoft.com/office/officeart/2018/5/layout/CenteredIconLabelDescriptionList"/>
    <dgm:cxn modelId="{33CA5D02-CDDB-4880-9611-EB1AA6B508AE}" type="presParOf" srcId="{7F84DE28-84E6-4B91-813D-282D5785EF82}" destId="{97792685-1FDF-41B3-B8D3-3035423FD6C1}" srcOrd="2" destOrd="0" presId="urn:microsoft.com/office/officeart/2018/5/layout/CenteredIconLabelDescriptionList"/>
    <dgm:cxn modelId="{814304BB-3B7E-4DE8-B1DB-BF1FEA38FE64}" type="presParOf" srcId="{97792685-1FDF-41B3-B8D3-3035423FD6C1}" destId="{C5C9137E-BFC5-41CB-AA5E-9E4268EE61F0}" srcOrd="0" destOrd="0" presId="urn:microsoft.com/office/officeart/2018/5/layout/CenteredIconLabelDescriptionList"/>
    <dgm:cxn modelId="{373D1296-DCA3-4336-BBB4-4FB6717E1DFA}" type="presParOf" srcId="{97792685-1FDF-41B3-B8D3-3035423FD6C1}" destId="{F5F27CE5-DFFE-4EAA-A576-26BBC8BEAC7F}" srcOrd="1" destOrd="0" presId="urn:microsoft.com/office/officeart/2018/5/layout/CenteredIconLabelDescriptionList"/>
    <dgm:cxn modelId="{4B789A94-C673-459C-83C4-0CDFD828DCB2}" type="presParOf" srcId="{97792685-1FDF-41B3-B8D3-3035423FD6C1}" destId="{DA3D827C-5D88-4AF9-8FBE-258CD568BE4B}" srcOrd="2" destOrd="0" presId="urn:microsoft.com/office/officeart/2018/5/layout/CenteredIconLabelDescriptionList"/>
    <dgm:cxn modelId="{F3CDF3E4-2C73-4DC4-AB7C-12CF156F9BB4}" type="presParOf" srcId="{97792685-1FDF-41B3-B8D3-3035423FD6C1}" destId="{71C45651-F4CE-4ED5-B723-0D41076AF7F8}" srcOrd="3" destOrd="0" presId="urn:microsoft.com/office/officeart/2018/5/layout/CenteredIconLabelDescriptionList"/>
    <dgm:cxn modelId="{C3DC8AF3-A709-47BA-B9BB-4E6B83BA49C2}" type="presParOf" srcId="{97792685-1FDF-41B3-B8D3-3035423FD6C1}" destId="{8F73C9A3-7A63-4126-8D1A-5F145313B3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AF8A3D6D-2353-479A-8640-5A999A2B3691}" type="doc">
      <dgm:prSet loTypeId="urn:microsoft.com/office/officeart/2005/8/layout/hList1" loCatId="list" qsTypeId="urn:microsoft.com/office/officeart/2005/8/quickstyle/simple3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A3AF0F0B-F69F-403E-AEDB-B6A8CE494267}">
      <dgm:prSet/>
      <dgm:spPr/>
      <dgm:t>
        <a:bodyPr/>
        <a:lstStyle/>
        <a:p>
          <a:r>
            <a:rPr lang="en-US" dirty="0" err="1"/>
            <a:t>Trezor</a:t>
          </a:r>
          <a:endParaRPr lang="en-US" dirty="0"/>
        </a:p>
      </dgm:t>
    </dgm:pt>
    <dgm:pt modelId="{E07356D1-28CC-4E30-B495-0E6073F004D5}" type="parTrans" cxnId="{CBA88A4F-F91D-42BF-81EE-134FB6022DE1}">
      <dgm:prSet/>
      <dgm:spPr/>
      <dgm:t>
        <a:bodyPr/>
        <a:lstStyle/>
        <a:p>
          <a:endParaRPr lang="en-US"/>
        </a:p>
      </dgm:t>
    </dgm:pt>
    <dgm:pt modelId="{8F5D6A4E-2729-4606-A856-AD9295049547}" type="sibTrans" cxnId="{CBA88A4F-F91D-42BF-81EE-134FB6022DE1}">
      <dgm:prSet/>
      <dgm:spPr/>
      <dgm:t>
        <a:bodyPr/>
        <a:lstStyle/>
        <a:p>
          <a:endParaRPr lang="en-US"/>
        </a:p>
      </dgm:t>
    </dgm:pt>
    <dgm:pt modelId="{42632B79-3AB9-4A76-91FD-F2C365367CC1}">
      <dgm:prSet/>
      <dgm:spPr/>
      <dgm:t>
        <a:bodyPr/>
        <a:lstStyle/>
        <a:p>
          <a:r>
            <a:rPr lang="en-US" dirty="0"/>
            <a:t>bitcoin hardware wallet</a:t>
          </a:r>
        </a:p>
      </dgm:t>
    </dgm:pt>
    <dgm:pt modelId="{73A0DA94-8E03-468A-94E7-7975C43D82E6}" type="parTrans" cxnId="{1522B7FD-5D32-447A-9372-59D1C55F1047}">
      <dgm:prSet/>
      <dgm:spPr/>
      <dgm:t>
        <a:bodyPr/>
        <a:lstStyle/>
        <a:p>
          <a:endParaRPr lang="en-US"/>
        </a:p>
      </dgm:t>
    </dgm:pt>
    <dgm:pt modelId="{5FA883F3-3D7E-4007-84EF-9150590A99C9}" type="sibTrans" cxnId="{1522B7FD-5D32-447A-9372-59D1C55F1047}">
      <dgm:prSet/>
      <dgm:spPr/>
      <dgm:t>
        <a:bodyPr/>
        <a:lstStyle/>
        <a:p>
          <a:endParaRPr lang="en-US"/>
        </a:p>
      </dgm:t>
    </dgm:pt>
    <dgm:pt modelId="{C9AC396E-38C8-4410-BCF4-681908061EAA}">
      <dgm:prSet/>
      <dgm:spPr/>
      <dgm:t>
        <a:bodyPr/>
        <a:lstStyle/>
        <a:p>
          <a:r>
            <a:rPr lang="tr-TR" dirty="0"/>
            <a:t>Device</a:t>
          </a:r>
          <a:endParaRPr lang="en-US" dirty="0"/>
        </a:p>
      </dgm:t>
    </dgm:pt>
    <dgm:pt modelId="{32A76F34-FC6A-4B08-81E3-BFB40E2AD93B}" type="parTrans" cxnId="{7B5B1F1D-0E16-4E16-A056-610DCCC38F73}">
      <dgm:prSet/>
      <dgm:spPr/>
      <dgm:t>
        <a:bodyPr/>
        <a:lstStyle/>
        <a:p>
          <a:endParaRPr lang="en-US"/>
        </a:p>
      </dgm:t>
    </dgm:pt>
    <dgm:pt modelId="{A85431B7-682E-40A4-BA0A-4689B0D70A84}" type="sibTrans" cxnId="{7B5B1F1D-0E16-4E16-A056-610DCCC38F73}">
      <dgm:prSet/>
      <dgm:spPr/>
      <dgm:t>
        <a:bodyPr/>
        <a:lstStyle/>
        <a:p>
          <a:endParaRPr lang="en-US"/>
        </a:p>
      </dgm:t>
    </dgm:pt>
    <dgm:pt modelId="{B21A9F0D-32D8-41B0-8C05-507DE9E2A3F8}">
      <dgm:prSet/>
      <dgm:spPr/>
      <dgm:t>
        <a:bodyPr/>
        <a:lstStyle/>
        <a:p>
          <a:r>
            <a:rPr lang="en-US" dirty="0"/>
            <a:t>with two buttons</a:t>
          </a:r>
        </a:p>
      </dgm:t>
    </dgm:pt>
    <dgm:pt modelId="{C9755D6F-D654-4D57-A7A7-83824A935CD3}" type="parTrans" cxnId="{35755E0A-9E66-4301-9E32-B5D9F0735683}">
      <dgm:prSet/>
      <dgm:spPr/>
      <dgm:t>
        <a:bodyPr/>
        <a:lstStyle/>
        <a:p>
          <a:endParaRPr lang="en-US"/>
        </a:p>
      </dgm:t>
    </dgm:pt>
    <dgm:pt modelId="{ED3C3C10-48BF-4526-B995-48631BF7DD44}" type="sibTrans" cxnId="{35755E0A-9E66-4301-9E32-B5D9F0735683}">
      <dgm:prSet/>
      <dgm:spPr/>
      <dgm:t>
        <a:bodyPr/>
        <a:lstStyle/>
        <a:p>
          <a:endParaRPr lang="en-US"/>
        </a:p>
      </dgm:t>
    </dgm:pt>
    <dgm:pt modelId="{F31642EE-E57D-4EE7-AE86-67DB1EA14A2D}">
      <dgm:prSet/>
      <dgm:spPr/>
      <dgm:t>
        <a:bodyPr/>
        <a:lstStyle/>
        <a:p>
          <a:r>
            <a:rPr lang="en-US" dirty="0"/>
            <a:t>signs transactions</a:t>
          </a:r>
        </a:p>
      </dgm:t>
    </dgm:pt>
    <dgm:pt modelId="{654BB130-8967-4497-8671-2DB775558F55}" type="parTrans" cxnId="{6A378EC8-EAF4-4C94-B77C-95D03BF967BC}">
      <dgm:prSet/>
      <dgm:spPr/>
      <dgm:t>
        <a:bodyPr/>
        <a:lstStyle/>
        <a:p>
          <a:endParaRPr lang="en-US"/>
        </a:p>
      </dgm:t>
    </dgm:pt>
    <dgm:pt modelId="{13CDE483-3625-45A8-BC80-602F45B41A02}" type="sibTrans" cxnId="{6A378EC8-EAF4-4C94-B77C-95D03BF967BC}">
      <dgm:prSet/>
      <dgm:spPr/>
      <dgm:t>
        <a:bodyPr/>
        <a:lstStyle/>
        <a:p>
          <a:endParaRPr lang="en-US"/>
        </a:p>
      </dgm:t>
    </dgm:pt>
    <dgm:pt modelId="{7CD453CD-911A-4319-8CEB-82FEA92E696A}">
      <dgm:prSet/>
      <dgm:spPr/>
      <dgm:t>
        <a:bodyPr/>
        <a:lstStyle/>
        <a:p>
          <a:r>
            <a:rPr lang="tr-TR" dirty="0"/>
            <a:t>Compliancy</a:t>
          </a:r>
          <a:endParaRPr lang="en-US" dirty="0"/>
        </a:p>
      </dgm:t>
    </dgm:pt>
    <dgm:pt modelId="{47DA66F5-A8BB-4FF3-A616-0423D78B5E4E}" type="parTrans" cxnId="{B0456B46-123C-4D23-A884-8E9D19C98371}">
      <dgm:prSet/>
      <dgm:spPr/>
      <dgm:t>
        <a:bodyPr/>
        <a:lstStyle/>
        <a:p>
          <a:endParaRPr lang="en-US"/>
        </a:p>
      </dgm:t>
    </dgm:pt>
    <dgm:pt modelId="{53636040-8ED8-467B-9CA9-7AE30471899E}" type="sibTrans" cxnId="{B0456B46-123C-4D23-A884-8E9D19C98371}">
      <dgm:prSet/>
      <dgm:spPr/>
      <dgm:t>
        <a:bodyPr/>
        <a:lstStyle/>
        <a:p>
          <a:endParaRPr lang="en-US"/>
        </a:p>
      </dgm:t>
    </dgm:pt>
    <dgm:pt modelId="{71B859EF-EFD7-4F42-BB42-865A60E66A23}">
      <dgm:prSet/>
      <dgm:spPr/>
      <dgm:t>
        <a:bodyPr/>
        <a:lstStyle/>
        <a:p>
          <a:r>
            <a:rPr lang="tr-TR" dirty="0"/>
            <a:t>user</a:t>
          </a:r>
          <a:r>
            <a:rPr lang="en-US" dirty="0"/>
            <a:t> is not reliant on</a:t>
          </a:r>
        </a:p>
      </dgm:t>
    </dgm:pt>
    <dgm:pt modelId="{18247B83-18E2-437C-9947-E99D2AEBE239}" type="parTrans" cxnId="{64CBAD90-F897-4FCC-9367-CC920CE6E6B7}">
      <dgm:prSet/>
      <dgm:spPr/>
      <dgm:t>
        <a:bodyPr/>
        <a:lstStyle/>
        <a:p>
          <a:endParaRPr lang="en-US"/>
        </a:p>
      </dgm:t>
    </dgm:pt>
    <dgm:pt modelId="{4AAD3A41-9EF1-48CE-8DC2-3378E2C396D6}" type="sibTrans" cxnId="{64CBAD90-F897-4FCC-9367-CC920CE6E6B7}">
      <dgm:prSet/>
      <dgm:spPr/>
      <dgm:t>
        <a:bodyPr/>
        <a:lstStyle/>
        <a:p>
          <a:endParaRPr lang="en-US"/>
        </a:p>
      </dgm:t>
    </dgm:pt>
    <dgm:pt modelId="{84F22B94-D79C-460F-BAB9-D1185CE82098}">
      <dgm:prSet/>
      <dgm:spPr/>
      <dgm:t>
        <a:bodyPr/>
        <a:lstStyle/>
        <a:p>
          <a:r>
            <a:rPr lang="en-US" dirty="0"/>
            <a:t>to securely bitcoin</a:t>
          </a:r>
        </a:p>
      </dgm:t>
    </dgm:pt>
    <dgm:pt modelId="{D2060F23-08F7-4647-97E0-F793F8F363F9}" type="parTrans" cxnId="{B556C61C-EC85-42C6-BABB-2B69AC97BC9F}">
      <dgm:prSet/>
      <dgm:spPr/>
      <dgm:t>
        <a:bodyPr/>
        <a:lstStyle/>
        <a:p>
          <a:endParaRPr lang="tr-TR"/>
        </a:p>
      </dgm:t>
    </dgm:pt>
    <dgm:pt modelId="{34977CB1-3B4A-4094-AD6B-BCE6342D5DAB}" type="sibTrans" cxnId="{B556C61C-EC85-42C6-BABB-2B69AC97BC9F}">
      <dgm:prSet/>
      <dgm:spPr/>
      <dgm:t>
        <a:bodyPr/>
        <a:lstStyle/>
        <a:p>
          <a:endParaRPr lang="tr-TR"/>
        </a:p>
      </dgm:t>
    </dgm:pt>
    <dgm:pt modelId="{BECF6D62-25A4-4FA5-A8D2-6A7EA279675B}">
      <dgm:prSet/>
      <dgm:spPr/>
      <dgm:t>
        <a:bodyPr/>
        <a:lstStyle/>
        <a:p>
          <a:r>
            <a:rPr lang="en-US" dirty="0"/>
            <a:t>stores keys in HD</a:t>
          </a:r>
        </a:p>
      </dgm:t>
    </dgm:pt>
    <dgm:pt modelId="{CFF3DAF3-614A-4875-983A-611ED4DEF709}" type="parTrans" cxnId="{EE2F52B6-BE9B-4838-8991-181832853765}">
      <dgm:prSet/>
      <dgm:spPr/>
      <dgm:t>
        <a:bodyPr/>
        <a:lstStyle/>
        <a:p>
          <a:endParaRPr lang="tr-TR"/>
        </a:p>
      </dgm:t>
    </dgm:pt>
    <dgm:pt modelId="{6631236B-8AC9-4909-9AFA-E0953128DB50}" type="sibTrans" cxnId="{EE2F52B6-BE9B-4838-8991-181832853765}">
      <dgm:prSet/>
      <dgm:spPr/>
      <dgm:t>
        <a:bodyPr/>
        <a:lstStyle/>
        <a:p>
          <a:endParaRPr lang="tr-TR"/>
        </a:p>
      </dgm:t>
    </dgm:pt>
    <dgm:pt modelId="{5881C8EF-B743-4072-A1D2-620A5B315EDF}">
      <dgm:prSet/>
      <dgm:spPr/>
      <dgm:t>
        <a:bodyPr/>
        <a:lstStyle/>
        <a:p>
          <a:r>
            <a:rPr lang="tr-TR" dirty="0"/>
            <a:t>Usage</a:t>
          </a:r>
          <a:endParaRPr lang="en-US" dirty="0"/>
        </a:p>
      </dgm:t>
    </dgm:pt>
    <dgm:pt modelId="{46DC7096-7663-4B64-8709-15E44A731587}" type="parTrans" cxnId="{8D933C7E-FED7-41FB-A2F0-9917BAD1FE7E}">
      <dgm:prSet/>
      <dgm:spPr/>
      <dgm:t>
        <a:bodyPr/>
        <a:lstStyle/>
        <a:p>
          <a:endParaRPr lang="tr-TR"/>
        </a:p>
      </dgm:t>
    </dgm:pt>
    <dgm:pt modelId="{66C5A246-35B8-49F5-B4E9-B8CA843AD852}" type="sibTrans" cxnId="{8D933C7E-FED7-41FB-A2F0-9917BAD1FE7E}">
      <dgm:prSet/>
      <dgm:spPr/>
      <dgm:t>
        <a:bodyPr/>
        <a:lstStyle/>
        <a:p>
          <a:endParaRPr lang="tr-TR"/>
        </a:p>
      </dgm:t>
    </dgm:pt>
    <dgm:pt modelId="{955CBB24-423D-4941-9774-4DAF57685A54}">
      <dgm:prSet/>
      <dgm:spPr/>
      <dgm:t>
        <a:bodyPr/>
        <a:lstStyle/>
        <a:p>
          <a:r>
            <a:rPr lang="en-US" dirty="0"/>
            <a:t>any proprietary</a:t>
          </a:r>
          <a:r>
            <a:rPr lang="tr-TR" dirty="0"/>
            <a:t> </a:t>
          </a:r>
          <a:r>
            <a:rPr lang="en-US" dirty="0"/>
            <a:t>technology</a:t>
          </a:r>
        </a:p>
      </dgm:t>
    </dgm:pt>
    <dgm:pt modelId="{DA14D2CB-B8B5-4CD3-BBDD-BAAAE219284E}" type="parTrans" cxnId="{0ED05013-159A-46C8-B20D-5EE1F8432DF2}">
      <dgm:prSet/>
      <dgm:spPr/>
      <dgm:t>
        <a:bodyPr/>
        <a:lstStyle/>
        <a:p>
          <a:endParaRPr lang="tr-TR"/>
        </a:p>
      </dgm:t>
    </dgm:pt>
    <dgm:pt modelId="{AE058D6C-6018-4259-AEC0-9E3B72CDFE15}" type="sibTrans" cxnId="{0ED05013-159A-46C8-B20D-5EE1F8432DF2}">
      <dgm:prSet/>
      <dgm:spPr/>
      <dgm:t>
        <a:bodyPr/>
        <a:lstStyle/>
        <a:p>
          <a:endParaRPr lang="tr-TR"/>
        </a:p>
      </dgm:t>
    </dgm:pt>
    <dgm:pt modelId="{BA24A3E6-F167-4D1F-B9DA-50BF02A11E55}">
      <dgm:prSet/>
      <dgm:spPr/>
      <dgm:t>
        <a:bodyPr/>
        <a:lstStyle/>
        <a:p>
          <a:r>
            <a:rPr lang="tr-TR" dirty="0"/>
            <a:t>Trezor is compliant to Standards</a:t>
          </a:r>
          <a:endParaRPr lang="en-US" dirty="0"/>
        </a:p>
      </dgm:t>
    </dgm:pt>
    <dgm:pt modelId="{B2AFB412-4F3F-4DFE-8671-BF64C7F367D4}" type="parTrans" cxnId="{11F81EE6-CDAE-4161-9FA8-51FDE5F1E5E7}">
      <dgm:prSet/>
      <dgm:spPr/>
      <dgm:t>
        <a:bodyPr/>
        <a:lstStyle/>
        <a:p>
          <a:endParaRPr lang="tr-TR"/>
        </a:p>
      </dgm:t>
    </dgm:pt>
    <dgm:pt modelId="{788E3EFB-5FC0-40D7-A38E-2E72096EB2F3}" type="sibTrans" cxnId="{11F81EE6-CDAE-4161-9FA8-51FDE5F1E5E7}">
      <dgm:prSet/>
      <dgm:spPr/>
      <dgm:t>
        <a:bodyPr/>
        <a:lstStyle/>
        <a:p>
          <a:endParaRPr lang="tr-TR"/>
        </a:p>
      </dgm:t>
    </dgm:pt>
    <dgm:pt modelId="{1FCD8185-93AE-41CC-B027-19904BB3831D}">
      <dgm:prSet/>
      <dgm:spPr/>
      <dgm:t>
        <a:bodyPr/>
        <a:lstStyle/>
        <a:p>
          <a:r>
            <a:rPr lang="tr-TR" dirty="0"/>
            <a:t>Independence</a:t>
          </a:r>
          <a:endParaRPr lang="en-US" dirty="0"/>
        </a:p>
      </dgm:t>
    </dgm:pt>
    <dgm:pt modelId="{AEFC4311-7158-4132-B862-8B2FC51B812F}" type="parTrans" cxnId="{201FC8C1-363D-4436-B057-1D76F193F97C}">
      <dgm:prSet/>
      <dgm:spPr/>
      <dgm:t>
        <a:bodyPr/>
        <a:lstStyle/>
        <a:p>
          <a:endParaRPr lang="tr-TR"/>
        </a:p>
      </dgm:t>
    </dgm:pt>
    <dgm:pt modelId="{68B046E4-6C6B-443E-B007-2F9BB6E47F71}" type="sibTrans" cxnId="{201FC8C1-363D-4436-B057-1D76F193F97C}">
      <dgm:prSet/>
      <dgm:spPr/>
      <dgm:t>
        <a:bodyPr/>
        <a:lstStyle/>
        <a:p>
          <a:endParaRPr lang="tr-TR"/>
        </a:p>
      </dgm:t>
    </dgm:pt>
    <dgm:pt modelId="{3F602B38-4DC0-4E68-8129-E33818BA3FA5}">
      <dgm:prSet/>
      <dgm:spPr/>
      <dgm:t>
        <a:bodyPr/>
        <a:lstStyle/>
        <a:p>
          <a:r>
            <a:rPr lang="en-US" dirty="0"/>
            <a:t>or single vendor solution</a:t>
          </a:r>
        </a:p>
      </dgm:t>
    </dgm:pt>
    <dgm:pt modelId="{AA06BDA1-0AEE-4012-BE04-09D5106E05D1}" type="parTrans" cxnId="{5EF8012B-6131-47BB-BD8E-63F09756F359}">
      <dgm:prSet/>
      <dgm:spPr/>
      <dgm:t>
        <a:bodyPr/>
        <a:lstStyle/>
        <a:p>
          <a:endParaRPr lang="tr-TR"/>
        </a:p>
      </dgm:t>
    </dgm:pt>
    <dgm:pt modelId="{28CAECAB-76A3-49C0-8CB1-23A5A7F8D40D}" type="sibTrans" cxnId="{5EF8012B-6131-47BB-BD8E-63F09756F359}">
      <dgm:prSet/>
      <dgm:spPr/>
      <dgm:t>
        <a:bodyPr/>
        <a:lstStyle/>
        <a:p>
          <a:endParaRPr lang="tr-TR"/>
        </a:p>
      </dgm:t>
    </dgm:pt>
    <dgm:pt modelId="{E7AC469A-B144-4C25-834D-BDE398C15488}">
      <dgm:prSet/>
      <dgm:spPr/>
      <dgm:t>
        <a:bodyPr/>
        <a:lstStyle/>
        <a:p>
          <a:r>
            <a:rPr lang="en-US"/>
            <a:t>simple </a:t>
          </a:r>
          <a:r>
            <a:rPr lang="en-US" dirty="0"/>
            <a:t>USB device </a:t>
          </a:r>
        </a:p>
      </dgm:t>
    </dgm:pt>
    <dgm:pt modelId="{9FA0B8B8-9F29-43E9-90B8-2860B6BCF59F}" type="parTrans" cxnId="{A2B4782A-C214-4193-9CA3-C1A14B69E7D4}">
      <dgm:prSet/>
      <dgm:spPr/>
      <dgm:t>
        <a:bodyPr/>
        <a:lstStyle/>
        <a:p>
          <a:endParaRPr lang="tr-TR"/>
        </a:p>
      </dgm:t>
    </dgm:pt>
    <dgm:pt modelId="{22BCC6FD-C18F-4D8A-B16B-DDAC916350A8}" type="sibTrans" cxnId="{A2B4782A-C214-4193-9CA3-C1A14B69E7D4}">
      <dgm:prSet/>
      <dgm:spPr/>
      <dgm:t>
        <a:bodyPr/>
        <a:lstStyle/>
        <a:p>
          <a:endParaRPr lang="tr-TR"/>
        </a:p>
      </dgm:t>
    </dgm:pt>
    <dgm:pt modelId="{0F805423-59A4-406E-AF2F-1E0EA56938AC}" type="pres">
      <dgm:prSet presAssocID="{AF8A3D6D-2353-479A-8640-5A999A2B3691}" presName="Name0" presStyleCnt="0">
        <dgm:presLayoutVars>
          <dgm:dir/>
          <dgm:animLvl val="lvl"/>
          <dgm:resizeHandles val="exact"/>
        </dgm:presLayoutVars>
      </dgm:prSet>
      <dgm:spPr/>
    </dgm:pt>
    <dgm:pt modelId="{6F62EABD-51AA-487B-8CC6-2A445B653D31}" type="pres">
      <dgm:prSet presAssocID="{A3AF0F0B-F69F-403E-AEDB-B6A8CE494267}" presName="composite" presStyleCnt="0"/>
      <dgm:spPr/>
    </dgm:pt>
    <dgm:pt modelId="{F248CBA8-5930-4208-90C5-512B40901728}" type="pres">
      <dgm:prSet presAssocID="{A3AF0F0B-F69F-403E-AEDB-B6A8CE494267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B08E9D2E-DDFE-47F1-9CA5-2941E1238977}" type="pres">
      <dgm:prSet presAssocID="{A3AF0F0B-F69F-403E-AEDB-B6A8CE494267}" presName="desTx" presStyleLbl="alignAccFollowNode1" presStyleIdx="0" presStyleCnt="5">
        <dgm:presLayoutVars>
          <dgm:bulletEnabled val="1"/>
        </dgm:presLayoutVars>
      </dgm:prSet>
      <dgm:spPr/>
    </dgm:pt>
    <dgm:pt modelId="{41EF3291-750D-4A63-9D64-ED9AE76D048A}" type="pres">
      <dgm:prSet presAssocID="{8F5D6A4E-2729-4606-A856-AD9295049547}" presName="space" presStyleCnt="0"/>
      <dgm:spPr/>
    </dgm:pt>
    <dgm:pt modelId="{71F96C21-A1D7-4651-9275-095EE5464088}" type="pres">
      <dgm:prSet presAssocID="{C9AC396E-38C8-4410-BCF4-681908061EAA}" presName="composite" presStyleCnt="0"/>
      <dgm:spPr/>
    </dgm:pt>
    <dgm:pt modelId="{26DE93B6-090D-4EEC-AEAB-C5518302E981}" type="pres">
      <dgm:prSet presAssocID="{C9AC396E-38C8-4410-BCF4-681908061EA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F78587F7-4A10-4E91-8F11-17B089FF47D8}" type="pres">
      <dgm:prSet presAssocID="{C9AC396E-38C8-4410-BCF4-681908061EAA}" presName="desTx" presStyleLbl="alignAccFollowNode1" presStyleIdx="1" presStyleCnt="5">
        <dgm:presLayoutVars>
          <dgm:bulletEnabled val="1"/>
        </dgm:presLayoutVars>
      </dgm:prSet>
      <dgm:spPr/>
    </dgm:pt>
    <dgm:pt modelId="{5ED20B1C-1A8C-4F92-9089-483DB968BBD9}" type="pres">
      <dgm:prSet presAssocID="{A85431B7-682E-40A4-BA0A-4689B0D70A84}" presName="space" presStyleCnt="0"/>
      <dgm:spPr/>
    </dgm:pt>
    <dgm:pt modelId="{8929EF00-03BA-4010-BBA4-E113139AFA72}" type="pres">
      <dgm:prSet presAssocID="{5881C8EF-B743-4072-A1D2-620A5B315EDF}" presName="composite" presStyleCnt="0"/>
      <dgm:spPr/>
    </dgm:pt>
    <dgm:pt modelId="{532D0F13-3996-4D94-80D4-79B4355C1692}" type="pres">
      <dgm:prSet presAssocID="{5881C8EF-B743-4072-A1D2-620A5B315EDF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BDC133DF-30E9-436A-B14A-C3345FE97531}" type="pres">
      <dgm:prSet presAssocID="{5881C8EF-B743-4072-A1D2-620A5B315EDF}" presName="desTx" presStyleLbl="alignAccFollowNode1" presStyleIdx="2" presStyleCnt="5">
        <dgm:presLayoutVars>
          <dgm:bulletEnabled val="1"/>
        </dgm:presLayoutVars>
      </dgm:prSet>
      <dgm:spPr/>
    </dgm:pt>
    <dgm:pt modelId="{1C721058-4E3A-444A-9DF9-20C1B3A55EB6}" type="pres">
      <dgm:prSet presAssocID="{66C5A246-35B8-49F5-B4E9-B8CA843AD852}" presName="space" presStyleCnt="0"/>
      <dgm:spPr/>
    </dgm:pt>
    <dgm:pt modelId="{15F022CD-4438-45C1-A801-3CAC9496D544}" type="pres">
      <dgm:prSet presAssocID="{7CD453CD-911A-4319-8CEB-82FEA92E696A}" presName="composite" presStyleCnt="0"/>
      <dgm:spPr/>
    </dgm:pt>
    <dgm:pt modelId="{1B08339C-A722-42BE-BC1E-673467AAAE5A}" type="pres">
      <dgm:prSet presAssocID="{7CD453CD-911A-4319-8CEB-82FEA92E696A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6CEFB2DA-35A9-451C-B800-D639929072FB}" type="pres">
      <dgm:prSet presAssocID="{7CD453CD-911A-4319-8CEB-82FEA92E696A}" presName="desTx" presStyleLbl="alignAccFollowNode1" presStyleIdx="3" presStyleCnt="5">
        <dgm:presLayoutVars>
          <dgm:bulletEnabled val="1"/>
        </dgm:presLayoutVars>
      </dgm:prSet>
      <dgm:spPr/>
    </dgm:pt>
    <dgm:pt modelId="{4E24B0F9-33B3-49DA-8C05-6EE90B3598AA}" type="pres">
      <dgm:prSet presAssocID="{53636040-8ED8-467B-9CA9-7AE30471899E}" presName="space" presStyleCnt="0"/>
      <dgm:spPr/>
    </dgm:pt>
    <dgm:pt modelId="{D12BE96F-9DF2-428E-8E3E-6DF9CA4D631C}" type="pres">
      <dgm:prSet presAssocID="{1FCD8185-93AE-41CC-B027-19904BB3831D}" presName="composite" presStyleCnt="0"/>
      <dgm:spPr/>
    </dgm:pt>
    <dgm:pt modelId="{A32300CD-EEF4-4459-9D94-D377891F66BD}" type="pres">
      <dgm:prSet presAssocID="{1FCD8185-93AE-41CC-B027-19904BB3831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D9D7A51-8B7D-4404-A800-5F83D31F160E}" type="pres">
      <dgm:prSet presAssocID="{1FCD8185-93AE-41CC-B027-19904BB3831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108AB301-AC75-4664-913E-315595C5CC24}" type="presOf" srcId="{A3AF0F0B-F69F-403E-AEDB-B6A8CE494267}" destId="{F248CBA8-5930-4208-90C5-512B40901728}" srcOrd="0" destOrd="0" presId="urn:microsoft.com/office/officeart/2005/8/layout/hList1"/>
    <dgm:cxn modelId="{57E6EC04-1FF5-45BA-AF0E-0FD8600C7B42}" type="presOf" srcId="{5881C8EF-B743-4072-A1D2-620A5B315EDF}" destId="{532D0F13-3996-4D94-80D4-79B4355C1692}" srcOrd="0" destOrd="0" presId="urn:microsoft.com/office/officeart/2005/8/layout/hList1"/>
    <dgm:cxn modelId="{35755E0A-9E66-4301-9E32-B5D9F0735683}" srcId="{C9AC396E-38C8-4410-BCF4-681908061EAA}" destId="{B21A9F0D-32D8-41B0-8C05-507DE9E2A3F8}" srcOrd="1" destOrd="0" parTransId="{C9755D6F-D654-4D57-A7A7-83824A935CD3}" sibTransId="{ED3C3C10-48BF-4526-B995-48631BF7DD44}"/>
    <dgm:cxn modelId="{0ED05013-159A-46C8-B20D-5EE1F8432DF2}" srcId="{1FCD8185-93AE-41CC-B027-19904BB3831D}" destId="{955CBB24-423D-4941-9774-4DAF57685A54}" srcOrd="1" destOrd="0" parTransId="{DA14D2CB-B8B5-4CD3-BBDD-BAAAE219284E}" sibTransId="{AE058D6C-6018-4259-AEC0-9E3B72CDFE15}"/>
    <dgm:cxn modelId="{D6A34017-DAD8-4354-A775-81D35FDBFECB}" type="presOf" srcId="{955CBB24-423D-4941-9774-4DAF57685A54}" destId="{FD9D7A51-8B7D-4404-A800-5F83D31F160E}" srcOrd="0" destOrd="1" presId="urn:microsoft.com/office/officeart/2005/8/layout/hList1"/>
    <dgm:cxn modelId="{B80E7A1A-63F1-4FC6-99F7-F0DA3894B996}" type="presOf" srcId="{42632B79-3AB9-4A76-91FD-F2C365367CC1}" destId="{B08E9D2E-DDFE-47F1-9CA5-2941E1238977}" srcOrd="0" destOrd="0" presId="urn:microsoft.com/office/officeart/2005/8/layout/hList1"/>
    <dgm:cxn modelId="{B556C61C-EC85-42C6-BABB-2B69AC97BC9F}" srcId="{A3AF0F0B-F69F-403E-AEDB-B6A8CE494267}" destId="{84F22B94-D79C-460F-BAB9-D1185CE82098}" srcOrd="1" destOrd="0" parTransId="{D2060F23-08F7-4647-97E0-F793F8F363F9}" sibTransId="{34977CB1-3B4A-4094-AD6B-BCE6342D5DAB}"/>
    <dgm:cxn modelId="{7B5B1F1D-0E16-4E16-A056-610DCCC38F73}" srcId="{AF8A3D6D-2353-479A-8640-5A999A2B3691}" destId="{C9AC396E-38C8-4410-BCF4-681908061EAA}" srcOrd="1" destOrd="0" parTransId="{32A76F34-FC6A-4B08-81E3-BFB40E2AD93B}" sibTransId="{A85431B7-682E-40A4-BA0A-4689B0D70A84}"/>
    <dgm:cxn modelId="{581D9C1F-E79D-4A11-8E55-060216321712}" type="presOf" srcId="{AF8A3D6D-2353-479A-8640-5A999A2B3691}" destId="{0F805423-59A4-406E-AF2F-1E0EA56938AC}" srcOrd="0" destOrd="0" presId="urn:microsoft.com/office/officeart/2005/8/layout/hList1"/>
    <dgm:cxn modelId="{A2B4782A-C214-4193-9CA3-C1A14B69E7D4}" srcId="{C9AC396E-38C8-4410-BCF4-681908061EAA}" destId="{E7AC469A-B144-4C25-834D-BDE398C15488}" srcOrd="0" destOrd="0" parTransId="{9FA0B8B8-9F29-43E9-90B8-2860B6BCF59F}" sibTransId="{22BCC6FD-C18F-4D8A-B16B-DDAC916350A8}"/>
    <dgm:cxn modelId="{5EF8012B-6131-47BB-BD8E-63F09756F359}" srcId="{1FCD8185-93AE-41CC-B027-19904BB3831D}" destId="{3F602B38-4DC0-4E68-8129-E33818BA3FA5}" srcOrd="2" destOrd="0" parTransId="{AA06BDA1-0AEE-4012-BE04-09D5106E05D1}" sibTransId="{28CAECAB-76A3-49C0-8CB1-23A5A7F8D40D}"/>
    <dgm:cxn modelId="{D76FAF33-325D-4B16-B023-70E7EDE12A64}" type="presOf" srcId="{3F602B38-4DC0-4E68-8129-E33818BA3FA5}" destId="{FD9D7A51-8B7D-4404-A800-5F83D31F160E}" srcOrd="0" destOrd="2" presId="urn:microsoft.com/office/officeart/2005/8/layout/hList1"/>
    <dgm:cxn modelId="{8AF0CE3D-74D6-4E06-9495-4F9A8FAB245E}" type="presOf" srcId="{71B859EF-EFD7-4F42-BB42-865A60E66A23}" destId="{FD9D7A51-8B7D-4404-A800-5F83D31F160E}" srcOrd="0" destOrd="0" presId="urn:microsoft.com/office/officeart/2005/8/layout/hList1"/>
    <dgm:cxn modelId="{100D813E-CFFE-4E7A-A25A-4DDF4CB96E8B}" type="presOf" srcId="{E7AC469A-B144-4C25-834D-BDE398C15488}" destId="{F78587F7-4A10-4E91-8F11-17B089FF47D8}" srcOrd="0" destOrd="0" presId="urn:microsoft.com/office/officeart/2005/8/layout/hList1"/>
    <dgm:cxn modelId="{B0456B46-123C-4D23-A884-8E9D19C98371}" srcId="{AF8A3D6D-2353-479A-8640-5A999A2B3691}" destId="{7CD453CD-911A-4319-8CEB-82FEA92E696A}" srcOrd="3" destOrd="0" parTransId="{47DA66F5-A8BB-4FF3-A616-0423D78B5E4E}" sibTransId="{53636040-8ED8-467B-9CA9-7AE30471899E}"/>
    <dgm:cxn modelId="{CBA88A4F-F91D-42BF-81EE-134FB6022DE1}" srcId="{AF8A3D6D-2353-479A-8640-5A999A2B3691}" destId="{A3AF0F0B-F69F-403E-AEDB-B6A8CE494267}" srcOrd="0" destOrd="0" parTransId="{E07356D1-28CC-4E30-B495-0E6073F004D5}" sibTransId="{8F5D6A4E-2729-4606-A856-AD9295049547}"/>
    <dgm:cxn modelId="{8D933C7E-FED7-41FB-A2F0-9917BAD1FE7E}" srcId="{AF8A3D6D-2353-479A-8640-5A999A2B3691}" destId="{5881C8EF-B743-4072-A1D2-620A5B315EDF}" srcOrd="2" destOrd="0" parTransId="{46DC7096-7663-4B64-8709-15E44A731587}" sibTransId="{66C5A246-35B8-49F5-B4E9-B8CA843AD852}"/>
    <dgm:cxn modelId="{C0BB618A-CA33-48B3-A7C8-8524AA307B5E}" type="presOf" srcId="{C9AC396E-38C8-4410-BCF4-681908061EAA}" destId="{26DE93B6-090D-4EEC-AEAB-C5518302E981}" srcOrd="0" destOrd="0" presId="urn:microsoft.com/office/officeart/2005/8/layout/hList1"/>
    <dgm:cxn modelId="{0A7C518F-04AD-4071-A8F4-A5951CFF95B8}" type="presOf" srcId="{7CD453CD-911A-4319-8CEB-82FEA92E696A}" destId="{1B08339C-A722-42BE-BC1E-673467AAAE5A}" srcOrd="0" destOrd="0" presId="urn:microsoft.com/office/officeart/2005/8/layout/hList1"/>
    <dgm:cxn modelId="{64CBAD90-F897-4FCC-9367-CC920CE6E6B7}" srcId="{1FCD8185-93AE-41CC-B027-19904BB3831D}" destId="{71B859EF-EFD7-4F42-BB42-865A60E66A23}" srcOrd="0" destOrd="0" parTransId="{18247B83-18E2-437C-9947-E99D2AEBE239}" sibTransId="{4AAD3A41-9EF1-48CE-8DC2-3378E2C396D6}"/>
    <dgm:cxn modelId="{1D4A8593-1BEA-4514-83F4-6BEE2D005F00}" type="presOf" srcId="{F31642EE-E57D-4EE7-AE86-67DB1EA14A2D}" destId="{BDC133DF-30E9-436A-B14A-C3345FE97531}" srcOrd="0" destOrd="1" presId="urn:microsoft.com/office/officeart/2005/8/layout/hList1"/>
    <dgm:cxn modelId="{7092D7A3-13DF-44AB-B6F4-90BDD77FF54B}" type="presOf" srcId="{84F22B94-D79C-460F-BAB9-D1185CE82098}" destId="{B08E9D2E-DDFE-47F1-9CA5-2941E1238977}" srcOrd="0" destOrd="1" presId="urn:microsoft.com/office/officeart/2005/8/layout/hList1"/>
    <dgm:cxn modelId="{EE2F52B6-BE9B-4838-8991-181832853765}" srcId="{5881C8EF-B743-4072-A1D2-620A5B315EDF}" destId="{BECF6D62-25A4-4FA5-A8D2-6A7EA279675B}" srcOrd="0" destOrd="0" parTransId="{CFF3DAF3-614A-4875-983A-611ED4DEF709}" sibTransId="{6631236B-8AC9-4909-9AFA-E0953128DB50}"/>
    <dgm:cxn modelId="{A35CA4B7-E7A3-465A-841C-49D70793632D}" type="presOf" srcId="{B21A9F0D-32D8-41B0-8C05-507DE9E2A3F8}" destId="{F78587F7-4A10-4E91-8F11-17B089FF47D8}" srcOrd="0" destOrd="1" presId="urn:microsoft.com/office/officeart/2005/8/layout/hList1"/>
    <dgm:cxn modelId="{201FC8C1-363D-4436-B057-1D76F193F97C}" srcId="{AF8A3D6D-2353-479A-8640-5A999A2B3691}" destId="{1FCD8185-93AE-41CC-B027-19904BB3831D}" srcOrd="4" destOrd="0" parTransId="{AEFC4311-7158-4132-B862-8B2FC51B812F}" sibTransId="{68B046E4-6C6B-443E-B007-2F9BB6E47F71}"/>
    <dgm:cxn modelId="{152B95C6-FBAD-451F-A562-1A4B83F17586}" type="presOf" srcId="{BECF6D62-25A4-4FA5-A8D2-6A7EA279675B}" destId="{BDC133DF-30E9-436A-B14A-C3345FE97531}" srcOrd="0" destOrd="0" presId="urn:microsoft.com/office/officeart/2005/8/layout/hList1"/>
    <dgm:cxn modelId="{6A378EC8-EAF4-4C94-B77C-95D03BF967BC}" srcId="{5881C8EF-B743-4072-A1D2-620A5B315EDF}" destId="{F31642EE-E57D-4EE7-AE86-67DB1EA14A2D}" srcOrd="1" destOrd="0" parTransId="{654BB130-8967-4497-8671-2DB775558F55}" sibTransId="{13CDE483-3625-45A8-BC80-602F45B41A02}"/>
    <dgm:cxn modelId="{8C3E78CC-0739-4407-8E4C-D80CC939F052}" type="presOf" srcId="{BA24A3E6-F167-4D1F-B9DA-50BF02A11E55}" destId="{6CEFB2DA-35A9-451C-B800-D639929072FB}" srcOrd="0" destOrd="0" presId="urn:microsoft.com/office/officeart/2005/8/layout/hList1"/>
    <dgm:cxn modelId="{11F81EE6-CDAE-4161-9FA8-51FDE5F1E5E7}" srcId="{7CD453CD-911A-4319-8CEB-82FEA92E696A}" destId="{BA24A3E6-F167-4D1F-B9DA-50BF02A11E55}" srcOrd="0" destOrd="0" parTransId="{B2AFB412-4F3F-4DFE-8671-BF64C7F367D4}" sibTransId="{788E3EFB-5FC0-40D7-A38E-2E72096EB2F3}"/>
    <dgm:cxn modelId="{CCBD32EC-180E-4759-B203-0051B79F0662}" type="presOf" srcId="{1FCD8185-93AE-41CC-B027-19904BB3831D}" destId="{A32300CD-EEF4-4459-9D94-D377891F66BD}" srcOrd="0" destOrd="0" presId="urn:microsoft.com/office/officeart/2005/8/layout/hList1"/>
    <dgm:cxn modelId="{1522B7FD-5D32-447A-9372-59D1C55F1047}" srcId="{A3AF0F0B-F69F-403E-AEDB-B6A8CE494267}" destId="{42632B79-3AB9-4A76-91FD-F2C365367CC1}" srcOrd="0" destOrd="0" parTransId="{73A0DA94-8E03-468A-94E7-7975C43D82E6}" sibTransId="{5FA883F3-3D7E-4007-84EF-9150590A99C9}"/>
    <dgm:cxn modelId="{345F12D0-2D66-4D5B-84EE-58141F76D8E2}" type="presParOf" srcId="{0F805423-59A4-406E-AF2F-1E0EA56938AC}" destId="{6F62EABD-51AA-487B-8CC6-2A445B653D31}" srcOrd="0" destOrd="0" presId="urn:microsoft.com/office/officeart/2005/8/layout/hList1"/>
    <dgm:cxn modelId="{7148B2D0-0B20-4C3E-977A-6B81EFF7736E}" type="presParOf" srcId="{6F62EABD-51AA-487B-8CC6-2A445B653D31}" destId="{F248CBA8-5930-4208-90C5-512B40901728}" srcOrd="0" destOrd="0" presId="urn:microsoft.com/office/officeart/2005/8/layout/hList1"/>
    <dgm:cxn modelId="{8C4AFF2E-CCAF-4D1B-8973-41ADEC0A58D2}" type="presParOf" srcId="{6F62EABD-51AA-487B-8CC6-2A445B653D31}" destId="{B08E9D2E-DDFE-47F1-9CA5-2941E1238977}" srcOrd="1" destOrd="0" presId="urn:microsoft.com/office/officeart/2005/8/layout/hList1"/>
    <dgm:cxn modelId="{1140B29E-2F82-435B-8179-196ED3777A6F}" type="presParOf" srcId="{0F805423-59A4-406E-AF2F-1E0EA56938AC}" destId="{41EF3291-750D-4A63-9D64-ED9AE76D048A}" srcOrd="1" destOrd="0" presId="urn:microsoft.com/office/officeart/2005/8/layout/hList1"/>
    <dgm:cxn modelId="{FF192BA5-AFA0-42A7-8668-8B126F9A29B8}" type="presParOf" srcId="{0F805423-59A4-406E-AF2F-1E0EA56938AC}" destId="{71F96C21-A1D7-4651-9275-095EE5464088}" srcOrd="2" destOrd="0" presId="urn:microsoft.com/office/officeart/2005/8/layout/hList1"/>
    <dgm:cxn modelId="{21351F76-80FC-47F9-887D-3895EE7BD874}" type="presParOf" srcId="{71F96C21-A1D7-4651-9275-095EE5464088}" destId="{26DE93B6-090D-4EEC-AEAB-C5518302E981}" srcOrd="0" destOrd="0" presId="urn:microsoft.com/office/officeart/2005/8/layout/hList1"/>
    <dgm:cxn modelId="{5FC14491-FAA5-4FD0-B37C-63E1152E7F64}" type="presParOf" srcId="{71F96C21-A1D7-4651-9275-095EE5464088}" destId="{F78587F7-4A10-4E91-8F11-17B089FF47D8}" srcOrd="1" destOrd="0" presId="urn:microsoft.com/office/officeart/2005/8/layout/hList1"/>
    <dgm:cxn modelId="{35D599A9-13DB-48C3-8BE5-98CEB0771659}" type="presParOf" srcId="{0F805423-59A4-406E-AF2F-1E0EA56938AC}" destId="{5ED20B1C-1A8C-4F92-9089-483DB968BBD9}" srcOrd="3" destOrd="0" presId="urn:microsoft.com/office/officeart/2005/8/layout/hList1"/>
    <dgm:cxn modelId="{6C4001C8-6636-40AB-9ADE-172CF4FF438D}" type="presParOf" srcId="{0F805423-59A4-406E-AF2F-1E0EA56938AC}" destId="{8929EF00-03BA-4010-BBA4-E113139AFA72}" srcOrd="4" destOrd="0" presId="urn:microsoft.com/office/officeart/2005/8/layout/hList1"/>
    <dgm:cxn modelId="{A115C492-A20D-4804-AB24-711BD423047C}" type="presParOf" srcId="{8929EF00-03BA-4010-BBA4-E113139AFA72}" destId="{532D0F13-3996-4D94-80D4-79B4355C1692}" srcOrd="0" destOrd="0" presId="urn:microsoft.com/office/officeart/2005/8/layout/hList1"/>
    <dgm:cxn modelId="{A9CF1EF2-1A17-4097-BA2A-E968A4A4B78F}" type="presParOf" srcId="{8929EF00-03BA-4010-BBA4-E113139AFA72}" destId="{BDC133DF-30E9-436A-B14A-C3345FE97531}" srcOrd="1" destOrd="0" presId="urn:microsoft.com/office/officeart/2005/8/layout/hList1"/>
    <dgm:cxn modelId="{B2D641D6-544B-4486-B56E-219F47C8E00C}" type="presParOf" srcId="{0F805423-59A4-406E-AF2F-1E0EA56938AC}" destId="{1C721058-4E3A-444A-9DF9-20C1B3A55EB6}" srcOrd="5" destOrd="0" presId="urn:microsoft.com/office/officeart/2005/8/layout/hList1"/>
    <dgm:cxn modelId="{ABDB93DC-0F22-4F1B-8D6E-B6DBFA0F6E87}" type="presParOf" srcId="{0F805423-59A4-406E-AF2F-1E0EA56938AC}" destId="{15F022CD-4438-45C1-A801-3CAC9496D544}" srcOrd="6" destOrd="0" presId="urn:microsoft.com/office/officeart/2005/8/layout/hList1"/>
    <dgm:cxn modelId="{0F2A3C69-4D55-4761-90AA-9C6CDE822725}" type="presParOf" srcId="{15F022CD-4438-45C1-A801-3CAC9496D544}" destId="{1B08339C-A722-42BE-BC1E-673467AAAE5A}" srcOrd="0" destOrd="0" presId="urn:microsoft.com/office/officeart/2005/8/layout/hList1"/>
    <dgm:cxn modelId="{11AC3204-3CAD-4C32-98EB-C80351B4C688}" type="presParOf" srcId="{15F022CD-4438-45C1-A801-3CAC9496D544}" destId="{6CEFB2DA-35A9-451C-B800-D639929072FB}" srcOrd="1" destOrd="0" presId="urn:microsoft.com/office/officeart/2005/8/layout/hList1"/>
    <dgm:cxn modelId="{C3D04C96-9AD1-4D54-AC61-940D11582518}" type="presParOf" srcId="{0F805423-59A4-406E-AF2F-1E0EA56938AC}" destId="{4E24B0F9-33B3-49DA-8C05-6EE90B3598AA}" srcOrd="7" destOrd="0" presId="urn:microsoft.com/office/officeart/2005/8/layout/hList1"/>
    <dgm:cxn modelId="{3EC0745B-B8B4-4C7C-A9E2-C707D0FC294A}" type="presParOf" srcId="{0F805423-59A4-406E-AF2F-1E0EA56938AC}" destId="{D12BE96F-9DF2-428E-8E3E-6DF9CA4D631C}" srcOrd="8" destOrd="0" presId="urn:microsoft.com/office/officeart/2005/8/layout/hList1"/>
    <dgm:cxn modelId="{A18EA1C8-E43B-41FD-AABE-840AC6337595}" type="presParOf" srcId="{D12BE96F-9DF2-428E-8E3E-6DF9CA4D631C}" destId="{A32300CD-EEF4-4459-9D94-D377891F66BD}" srcOrd="0" destOrd="0" presId="urn:microsoft.com/office/officeart/2005/8/layout/hList1"/>
    <dgm:cxn modelId="{E27B0626-9C76-462C-8265-BBAAA397FAED}" type="presParOf" srcId="{D12BE96F-9DF2-428E-8E3E-6DF9CA4D631C}" destId="{FD9D7A51-8B7D-4404-A800-5F83D31F160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8B78AE3-396B-4DE5-8DF5-ABC0DA391EC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77A7C646-D98B-4F18-9A44-9024AC72D9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Start</a:t>
          </a:r>
        </a:p>
      </dgm:t>
    </dgm:pt>
    <dgm:pt modelId="{4CFA66BF-B398-4CDC-A077-12F41633FCB2}" type="parTrans" cxnId="{D1B647DC-A47B-4985-8690-E473804965DB}">
      <dgm:prSet/>
      <dgm:spPr/>
      <dgm:t>
        <a:bodyPr/>
        <a:lstStyle/>
        <a:p>
          <a:endParaRPr lang="tr-TR"/>
        </a:p>
      </dgm:t>
    </dgm:pt>
    <dgm:pt modelId="{3B303066-D21A-410C-9EF8-AD4AD60F8719}" type="sibTrans" cxnId="{D1B647DC-A47B-4985-8690-E473804965DB}">
      <dgm:prSet/>
      <dgm:spPr/>
      <dgm:t>
        <a:bodyPr/>
        <a:lstStyle/>
        <a:p>
          <a:endParaRPr lang="tr-TR"/>
        </a:p>
      </dgm:t>
    </dgm:pt>
    <dgm:pt modelId="{7C2120AD-C680-47A0-87C9-BAE067C16C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the first time</a:t>
          </a:r>
          <a:r>
            <a:rPr lang="tr-TR" dirty="0"/>
            <a:t> </a:t>
          </a:r>
          <a:r>
            <a:rPr lang="en-US" dirty="0"/>
            <a:t>the device</a:t>
          </a:r>
          <a:endParaRPr lang="tr-TR" dirty="0"/>
        </a:p>
      </dgm:t>
    </dgm:pt>
    <dgm:pt modelId="{E557B913-2E9C-4A17-9144-8B024E6D9BA4}" type="parTrans" cxnId="{10251EAE-DA83-4B4B-9072-959F4007E2BB}">
      <dgm:prSet/>
      <dgm:spPr/>
      <dgm:t>
        <a:bodyPr/>
        <a:lstStyle/>
        <a:p>
          <a:endParaRPr lang="tr-TR"/>
        </a:p>
      </dgm:t>
    </dgm:pt>
    <dgm:pt modelId="{59E55C38-AFA0-4EE0-B7A1-666A042C4895}" type="sibTrans" cxnId="{10251EAE-DA83-4B4B-9072-959F4007E2BB}">
      <dgm:prSet/>
      <dgm:spPr/>
      <dgm:t>
        <a:bodyPr/>
        <a:lstStyle/>
        <a:p>
          <a:endParaRPr lang="tr-TR"/>
        </a:p>
      </dgm:t>
    </dgm:pt>
    <dgm:pt modelId="{B0794729-FCB5-487A-ACD7-1D5CDF352D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built-in</a:t>
          </a:r>
          <a:endParaRPr lang="tr-TR" dirty="0"/>
        </a:p>
      </dgm:t>
    </dgm:pt>
    <dgm:pt modelId="{D0FFEBBA-0E0B-45F9-80F6-0418520C03E0}" type="parTrans" cxnId="{D6A832C1-BFC3-4D68-8F80-F9DD1E993504}">
      <dgm:prSet/>
      <dgm:spPr/>
      <dgm:t>
        <a:bodyPr/>
        <a:lstStyle/>
        <a:p>
          <a:endParaRPr lang="tr-TR"/>
        </a:p>
      </dgm:t>
    </dgm:pt>
    <dgm:pt modelId="{9B5E091A-8BA8-45CD-BF02-39B645A409C2}" type="sibTrans" cxnId="{D6A832C1-BFC3-4D68-8F80-F9DD1E993504}">
      <dgm:prSet/>
      <dgm:spPr/>
      <dgm:t>
        <a:bodyPr/>
        <a:lstStyle/>
        <a:p>
          <a:endParaRPr lang="tr-TR"/>
        </a:p>
      </dgm:t>
    </dgm:pt>
    <dgm:pt modelId="{180F270D-D3AD-4A42-B130-B94DDC9FFA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Mnemonics</a:t>
          </a:r>
        </a:p>
      </dgm:t>
    </dgm:pt>
    <dgm:pt modelId="{1161820B-9EF0-428F-AD74-C51D55D0F802}" type="parTrans" cxnId="{EC25C049-27FF-4B59-94F5-1ABF02566292}">
      <dgm:prSet/>
      <dgm:spPr/>
      <dgm:t>
        <a:bodyPr/>
        <a:lstStyle/>
        <a:p>
          <a:endParaRPr lang="tr-TR"/>
        </a:p>
      </dgm:t>
    </dgm:pt>
    <dgm:pt modelId="{4227D703-ECEC-4AE0-8E9E-C1238E76C4DD}" type="sibTrans" cxnId="{EC25C049-27FF-4B59-94F5-1ABF02566292}">
      <dgm:prSet/>
      <dgm:spPr/>
      <dgm:t>
        <a:bodyPr/>
        <a:lstStyle/>
        <a:p>
          <a:endParaRPr lang="tr-TR"/>
        </a:p>
      </dgm:t>
    </dgm:pt>
    <dgm:pt modelId="{0B7459A0-9AE0-4A88-A7C4-DAA7E64BF4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wallet display</a:t>
          </a:r>
          <a:r>
            <a:rPr lang="tr-TR" dirty="0"/>
            <a:t>s</a:t>
          </a:r>
        </a:p>
      </dgm:t>
    </dgm:pt>
    <dgm:pt modelId="{40E6A355-0BC3-4E05-97E7-AE24EF422ECF}" type="parTrans" cxnId="{D72D7D65-F248-4F81-B29E-9A5369915F1E}">
      <dgm:prSet/>
      <dgm:spPr/>
      <dgm:t>
        <a:bodyPr/>
        <a:lstStyle/>
        <a:p>
          <a:endParaRPr lang="tr-TR"/>
        </a:p>
      </dgm:t>
    </dgm:pt>
    <dgm:pt modelId="{5A316E2B-124B-4FEC-ADF1-EF63CE6CA6F4}" type="sibTrans" cxnId="{D72D7D65-F248-4F81-B29E-9A5369915F1E}">
      <dgm:prSet/>
      <dgm:spPr/>
      <dgm:t>
        <a:bodyPr/>
        <a:lstStyle/>
        <a:p>
          <a:endParaRPr lang="tr-TR"/>
        </a:p>
      </dgm:t>
    </dgm:pt>
    <dgm:pt modelId="{4CF46134-19D6-4D48-B2BA-486ACA1BF0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the</a:t>
          </a:r>
          <a:r>
            <a:rPr lang="tr-TR" dirty="0"/>
            <a:t> </a:t>
          </a:r>
          <a:r>
            <a:rPr lang="en-US" dirty="0"/>
            <a:t>screen</a:t>
          </a:r>
          <a:endParaRPr lang="tr-TR" dirty="0"/>
        </a:p>
      </dgm:t>
    </dgm:pt>
    <dgm:pt modelId="{07EAEC77-922B-44F2-B0E8-D5E2CBAF97F0}" type="parTrans" cxnId="{B80539F9-E11E-4A71-A026-20B702773818}">
      <dgm:prSet/>
      <dgm:spPr/>
      <dgm:t>
        <a:bodyPr/>
        <a:lstStyle/>
        <a:p>
          <a:endParaRPr lang="tr-TR"/>
        </a:p>
      </dgm:t>
    </dgm:pt>
    <dgm:pt modelId="{BD643961-FF38-486C-84C6-355274650A41}" type="sibTrans" cxnId="{B80539F9-E11E-4A71-A026-20B702773818}">
      <dgm:prSet/>
      <dgm:spPr/>
      <dgm:t>
        <a:bodyPr/>
        <a:lstStyle/>
        <a:p>
          <a:endParaRPr lang="tr-TR"/>
        </a:p>
      </dgm:t>
    </dgm:pt>
    <dgm:pt modelId="{BA27A21B-3502-4595-9C7F-3EFCA02222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</a:t>
          </a:r>
          <a:r>
            <a:rPr lang="tr-TR" dirty="0"/>
            <a:t>s</a:t>
          </a:r>
          <a:r>
            <a:rPr lang="en-US" dirty="0"/>
            <a:t> a mnemonic</a:t>
          </a:r>
          <a:r>
            <a:rPr lang="tr-TR" dirty="0"/>
            <a:t> </a:t>
          </a:r>
          <a:r>
            <a:rPr lang="en-US" dirty="0"/>
            <a:t>and seed</a:t>
          </a:r>
          <a:endParaRPr lang="tr-TR" dirty="0"/>
        </a:p>
      </dgm:t>
    </dgm:pt>
    <dgm:pt modelId="{71CE0B76-4FC5-4DEE-A708-A212EC4E41C8}" type="parTrans" cxnId="{C29C8480-3748-4FEC-B94B-850F4A472ED7}">
      <dgm:prSet/>
      <dgm:spPr/>
      <dgm:t>
        <a:bodyPr/>
        <a:lstStyle/>
        <a:p>
          <a:endParaRPr lang="tr-TR"/>
        </a:p>
      </dgm:t>
    </dgm:pt>
    <dgm:pt modelId="{26A7A88E-3BF0-43DF-A834-2973950454A6}" type="sibTrans" cxnId="{C29C8480-3748-4FEC-B94B-850F4A472ED7}">
      <dgm:prSet/>
      <dgm:spPr/>
      <dgm:t>
        <a:bodyPr/>
        <a:lstStyle/>
        <a:p>
          <a:endParaRPr lang="tr-TR"/>
        </a:p>
      </dgm:t>
    </dgm:pt>
    <dgm:pt modelId="{49CCAFFD-3A6B-47B8-99CD-D2BAFB02DF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From</a:t>
          </a:r>
        </a:p>
      </dgm:t>
    </dgm:pt>
    <dgm:pt modelId="{2D0AF6C2-9016-4574-BB1A-BD898AA9EC5F}" type="parTrans" cxnId="{0F31D603-85EB-48A7-A2EF-AB4E457199E8}">
      <dgm:prSet/>
      <dgm:spPr/>
      <dgm:t>
        <a:bodyPr/>
        <a:lstStyle/>
        <a:p>
          <a:endParaRPr lang="tr-TR"/>
        </a:p>
      </dgm:t>
    </dgm:pt>
    <dgm:pt modelId="{FBB48138-6A95-4F01-B0D0-C1B5B6F3EA67}" type="sibTrans" cxnId="{0F31D603-85EB-48A7-A2EF-AB4E457199E8}">
      <dgm:prSet/>
      <dgm:spPr/>
      <dgm:t>
        <a:bodyPr/>
        <a:lstStyle/>
        <a:p>
          <a:endParaRPr lang="tr-TR"/>
        </a:p>
      </dgm:t>
    </dgm:pt>
    <dgm:pt modelId="{7F8DC4DE-59EF-4875-8B42-2F9232166D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hardware random number generator</a:t>
          </a:r>
          <a:endParaRPr lang="tr-TR" dirty="0"/>
        </a:p>
      </dgm:t>
    </dgm:pt>
    <dgm:pt modelId="{BA1FEC8E-A655-4901-A893-EBFCA788A31A}" type="parTrans" cxnId="{CCE53C2B-AC45-44A0-8DA3-2127EC99AF4C}">
      <dgm:prSet/>
      <dgm:spPr/>
      <dgm:t>
        <a:bodyPr/>
        <a:lstStyle/>
        <a:p>
          <a:endParaRPr lang="tr-TR"/>
        </a:p>
      </dgm:t>
    </dgm:pt>
    <dgm:pt modelId="{EA171609-E9D4-4DC5-8D87-A8F217F261B8}" type="sibTrans" cxnId="{CCE53C2B-AC45-44A0-8DA3-2127EC99AF4C}">
      <dgm:prSet/>
      <dgm:spPr/>
      <dgm:t>
        <a:bodyPr/>
        <a:lstStyle/>
        <a:p>
          <a:endParaRPr lang="tr-TR"/>
        </a:p>
      </dgm:t>
    </dgm:pt>
    <dgm:pt modelId="{01E21BBA-3F7F-41A6-9F32-8870136AA9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dirty="0"/>
            <a:t>numbered sequence of words</a:t>
          </a:r>
          <a:endParaRPr lang="tr-TR" dirty="0"/>
        </a:p>
      </dgm:t>
    </dgm:pt>
    <dgm:pt modelId="{D711A6D4-311B-4E07-ACFC-4A3F4BF72F14}" type="parTrans" cxnId="{1A4E1F7C-CB4C-4B41-9726-96B5F6461FE5}">
      <dgm:prSet/>
      <dgm:spPr/>
      <dgm:t>
        <a:bodyPr/>
        <a:lstStyle/>
        <a:p>
          <a:endParaRPr lang="tr-TR"/>
        </a:p>
      </dgm:t>
    </dgm:pt>
    <dgm:pt modelId="{C1BF82D8-383D-4B99-8D0B-D5BE474B3487}" type="sibTrans" cxnId="{1A4E1F7C-CB4C-4B41-9726-96B5F6461FE5}">
      <dgm:prSet/>
      <dgm:spPr/>
      <dgm:t>
        <a:bodyPr/>
        <a:lstStyle/>
        <a:p>
          <a:endParaRPr lang="tr-TR"/>
        </a:p>
      </dgm:t>
    </dgm:pt>
    <dgm:pt modelId="{F1018E10-9EEF-4C39-94B8-D7A27B8D0EB2}" type="pres">
      <dgm:prSet presAssocID="{18B78AE3-396B-4DE5-8DF5-ABC0DA391ECD}" presName="root" presStyleCnt="0">
        <dgm:presLayoutVars>
          <dgm:dir/>
          <dgm:resizeHandles val="exact"/>
        </dgm:presLayoutVars>
      </dgm:prSet>
      <dgm:spPr/>
    </dgm:pt>
    <dgm:pt modelId="{25EAE285-E52C-4311-80BB-51013BE49E77}" type="pres">
      <dgm:prSet presAssocID="{77A7C646-D98B-4F18-9A44-9024AC72D927}" presName="compNode" presStyleCnt="0"/>
      <dgm:spPr/>
    </dgm:pt>
    <dgm:pt modelId="{6CAB3AFE-F126-4D6F-9C27-A350CE27A183}" type="pres">
      <dgm:prSet presAssocID="{77A7C646-D98B-4F18-9A44-9024AC72D9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und(soft)"/>
        </a:ext>
      </dgm:extLst>
    </dgm:pt>
    <dgm:pt modelId="{0FB7BF4D-AAAF-4086-B573-AFA319E9BD25}" type="pres">
      <dgm:prSet presAssocID="{77A7C646-D98B-4F18-9A44-9024AC72D927}" presName="iconSpace" presStyleCnt="0"/>
      <dgm:spPr/>
    </dgm:pt>
    <dgm:pt modelId="{F2DF1634-B008-4A8D-A5A7-0B04CBDD70AE}" type="pres">
      <dgm:prSet presAssocID="{77A7C646-D98B-4F18-9A44-9024AC72D927}" presName="parTx" presStyleLbl="revTx" presStyleIdx="0" presStyleCnt="6">
        <dgm:presLayoutVars>
          <dgm:chMax val="0"/>
          <dgm:chPref val="0"/>
        </dgm:presLayoutVars>
      </dgm:prSet>
      <dgm:spPr/>
    </dgm:pt>
    <dgm:pt modelId="{6624CE6E-F3B3-4F50-8C28-FBCC64323B1D}" type="pres">
      <dgm:prSet presAssocID="{77A7C646-D98B-4F18-9A44-9024AC72D927}" presName="txSpace" presStyleCnt="0"/>
      <dgm:spPr/>
    </dgm:pt>
    <dgm:pt modelId="{1AD13D9A-4DB8-4B1F-8EAF-2199C6B63C50}" type="pres">
      <dgm:prSet presAssocID="{77A7C646-D98B-4F18-9A44-9024AC72D927}" presName="desTx" presStyleLbl="revTx" presStyleIdx="1" presStyleCnt="6">
        <dgm:presLayoutVars/>
      </dgm:prSet>
      <dgm:spPr/>
    </dgm:pt>
    <dgm:pt modelId="{4DDC055F-9466-42A8-A224-3B8241EF5B03}" type="pres">
      <dgm:prSet presAssocID="{3B303066-D21A-410C-9EF8-AD4AD60F8719}" presName="sibTrans" presStyleCnt="0"/>
      <dgm:spPr/>
    </dgm:pt>
    <dgm:pt modelId="{B852634F-2B35-4BA8-91F8-AA15BB47EAD0}" type="pres">
      <dgm:prSet presAssocID="{49CCAFFD-3A6B-47B8-99CD-D2BAFB02DF65}" presName="compNode" presStyleCnt="0"/>
      <dgm:spPr/>
    </dgm:pt>
    <dgm:pt modelId="{CD1F30DC-3899-4CEB-A833-4073148BCCA2}" type="pres">
      <dgm:prSet presAssocID="{49CCAFFD-3A6B-47B8-99CD-D2BAFB02DF6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4B6E8B5-96C7-44AC-8D12-C148E29796A8}" type="pres">
      <dgm:prSet presAssocID="{49CCAFFD-3A6B-47B8-99CD-D2BAFB02DF65}" presName="iconSpace" presStyleCnt="0"/>
      <dgm:spPr/>
    </dgm:pt>
    <dgm:pt modelId="{22BB711F-3C8E-4985-AE59-A65AF45DC017}" type="pres">
      <dgm:prSet presAssocID="{49CCAFFD-3A6B-47B8-99CD-D2BAFB02DF65}" presName="parTx" presStyleLbl="revTx" presStyleIdx="2" presStyleCnt="6">
        <dgm:presLayoutVars>
          <dgm:chMax val="0"/>
          <dgm:chPref val="0"/>
        </dgm:presLayoutVars>
      </dgm:prSet>
      <dgm:spPr/>
    </dgm:pt>
    <dgm:pt modelId="{DD23ADA4-96A5-4B7A-932D-E5A7CCC0DA77}" type="pres">
      <dgm:prSet presAssocID="{49CCAFFD-3A6B-47B8-99CD-D2BAFB02DF65}" presName="txSpace" presStyleCnt="0"/>
      <dgm:spPr/>
    </dgm:pt>
    <dgm:pt modelId="{38A23E36-3460-4C03-8CC1-5FDB4E59B81A}" type="pres">
      <dgm:prSet presAssocID="{49CCAFFD-3A6B-47B8-99CD-D2BAFB02DF65}" presName="desTx" presStyleLbl="revTx" presStyleIdx="3" presStyleCnt="6">
        <dgm:presLayoutVars/>
      </dgm:prSet>
      <dgm:spPr/>
    </dgm:pt>
    <dgm:pt modelId="{8350A3B2-5462-4AF9-9F68-E3C4B4B62B8B}" type="pres">
      <dgm:prSet presAssocID="{FBB48138-6A95-4F01-B0D0-C1B5B6F3EA67}" presName="sibTrans" presStyleCnt="0"/>
      <dgm:spPr/>
    </dgm:pt>
    <dgm:pt modelId="{69F61AC5-B42C-4496-841E-F8E976D2B9C7}" type="pres">
      <dgm:prSet presAssocID="{180F270D-D3AD-4A42-B130-B94DDC9FFAE4}" presName="compNode" presStyleCnt="0"/>
      <dgm:spPr/>
    </dgm:pt>
    <dgm:pt modelId="{2025DC0B-4FAC-47BB-BAED-41E2998086D2}" type="pres">
      <dgm:prSet presAssocID="{180F270D-D3AD-4A42-B130-B94DDC9FFA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0DD4412-8201-4649-AB93-F80165DA32A4}" type="pres">
      <dgm:prSet presAssocID="{180F270D-D3AD-4A42-B130-B94DDC9FFAE4}" presName="iconSpace" presStyleCnt="0"/>
      <dgm:spPr/>
    </dgm:pt>
    <dgm:pt modelId="{BE6575E3-57C9-4BA1-ABE7-F61720CB9D1F}" type="pres">
      <dgm:prSet presAssocID="{180F270D-D3AD-4A42-B130-B94DDC9FFAE4}" presName="parTx" presStyleLbl="revTx" presStyleIdx="4" presStyleCnt="6">
        <dgm:presLayoutVars>
          <dgm:chMax val="0"/>
          <dgm:chPref val="0"/>
        </dgm:presLayoutVars>
      </dgm:prSet>
      <dgm:spPr/>
    </dgm:pt>
    <dgm:pt modelId="{7C3AE7E6-06F7-47E7-93A3-8A82BA27652D}" type="pres">
      <dgm:prSet presAssocID="{180F270D-D3AD-4A42-B130-B94DDC9FFAE4}" presName="txSpace" presStyleCnt="0"/>
      <dgm:spPr/>
    </dgm:pt>
    <dgm:pt modelId="{8F751BD3-5BF8-4A7F-9E65-692E532D5A88}" type="pres">
      <dgm:prSet presAssocID="{180F270D-D3AD-4A42-B130-B94DDC9FFAE4}" presName="desTx" presStyleLbl="revTx" presStyleIdx="5" presStyleCnt="6">
        <dgm:presLayoutVars/>
      </dgm:prSet>
      <dgm:spPr/>
    </dgm:pt>
  </dgm:ptLst>
  <dgm:cxnLst>
    <dgm:cxn modelId="{0F31D603-85EB-48A7-A2EF-AB4E457199E8}" srcId="{18B78AE3-396B-4DE5-8DF5-ABC0DA391ECD}" destId="{49CCAFFD-3A6B-47B8-99CD-D2BAFB02DF65}" srcOrd="1" destOrd="0" parTransId="{2D0AF6C2-9016-4574-BB1A-BD898AA9EC5F}" sibTransId="{FBB48138-6A95-4F01-B0D0-C1B5B6F3EA67}"/>
    <dgm:cxn modelId="{E8AFA107-83BF-464B-B70F-9C48776BB226}" type="presOf" srcId="{49CCAFFD-3A6B-47B8-99CD-D2BAFB02DF65}" destId="{22BB711F-3C8E-4985-AE59-A65AF45DC017}" srcOrd="0" destOrd="0" presId="urn:microsoft.com/office/officeart/2018/5/layout/CenteredIconLabelDescriptionList"/>
    <dgm:cxn modelId="{CCE53C2B-AC45-44A0-8DA3-2127EC99AF4C}" srcId="{49CCAFFD-3A6B-47B8-99CD-D2BAFB02DF65}" destId="{7F8DC4DE-59EF-4875-8B42-2F9232166D63}" srcOrd="1" destOrd="0" parTransId="{BA1FEC8E-A655-4901-A893-EBFCA788A31A}" sibTransId="{EA171609-E9D4-4DC5-8D87-A8F217F261B8}"/>
    <dgm:cxn modelId="{C6F41E64-5ACE-4F5D-8ED8-49A29145E588}" type="presOf" srcId="{B0794729-FCB5-487A-ACD7-1D5CDF352D11}" destId="{38A23E36-3460-4C03-8CC1-5FDB4E59B81A}" srcOrd="0" destOrd="0" presId="urn:microsoft.com/office/officeart/2018/5/layout/CenteredIconLabelDescriptionList"/>
    <dgm:cxn modelId="{D72D7D65-F248-4F81-B29E-9A5369915F1E}" srcId="{180F270D-D3AD-4A42-B130-B94DDC9FFAE4}" destId="{0B7459A0-9AE0-4A88-A7C4-DAA7E64BF421}" srcOrd="0" destOrd="0" parTransId="{40E6A355-0BC3-4E05-97E7-AE24EF422ECF}" sibTransId="{5A316E2B-124B-4FEC-ADF1-EF63CE6CA6F4}"/>
    <dgm:cxn modelId="{AE6FEE66-9428-4526-AC0D-BABB863FD283}" type="presOf" srcId="{7F8DC4DE-59EF-4875-8B42-2F9232166D63}" destId="{38A23E36-3460-4C03-8CC1-5FDB4E59B81A}" srcOrd="0" destOrd="1" presId="urn:microsoft.com/office/officeart/2018/5/layout/CenteredIconLabelDescriptionList"/>
    <dgm:cxn modelId="{EC25C049-27FF-4B59-94F5-1ABF02566292}" srcId="{18B78AE3-396B-4DE5-8DF5-ABC0DA391ECD}" destId="{180F270D-D3AD-4A42-B130-B94DDC9FFAE4}" srcOrd="2" destOrd="0" parTransId="{1161820B-9EF0-428F-AD74-C51D55D0F802}" sibTransId="{4227D703-ECEC-4AE0-8E9E-C1238E76C4DD}"/>
    <dgm:cxn modelId="{5B430058-DAAC-4F4A-B962-DB3F3D8B391A}" type="presOf" srcId="{4CF46134-19D6-4D48-B2BA-486ACA1BF006}" destId="{8F751BD3-5BF8-4A7F-9E65-692E532D5A88}" srcOrd="0" destOrd="2" presId="urn:microsoft.com/office/officeart/2018/5/layout/CenteredIconLabelDescriptionList"/>
    <dgm:cxn modelId="{1A4E1F7C-CB4C-4B41-9726-96B5F6461FE5}" srcId="{180F270D-D3AD-4A42-B130-B94DDC9FFAE4}" destId="{01E21BBA-3F7F-41A6-9F32-8870136AA9BD}" srcOrd="1" destOrd="0" parTransId="{D711A6D4-311B-4E07-ACFC-4A3F4BF72F14}" sibTransId="{C1BF82D8-383D-4B99-8D0B-D5BE474B3487}"/>
    <dgm:cxn modelId="{C29C8480-3748-4FEC-B94B-850F4A472ED7}" srcId="{77A7C646-D98B-4F18-9A44-9024AC72D927}" destId="{BA27A21B-3502-4595-9C7F-3EFCA022229F}" srcOrd="1" destOrd="0" parTransId="{71CE0B76-4FC5-4DEE-A708-A212EC4E41C8}" sibTransId="{26A7A88E-3BF0-43DF-A834-2973950454A6}"/>
    <dgm:cxn modelId="{082DC794-7698-4270-9A02-0028FE765B83}" type="presOf" srcId="{180F270D-D3AD-4A42-B130-B94DDC9FFAE4}" destId="{BE6575E3-57C9-4BA1-ABE7-F61720CB9D1F}" srcOrd="0" destOrd="0" presId="urn:microsoft.com/office/officeart/2018/5/layout/CenteredIconLabelDescriptionList"/>
    <dgm:cxn modelId="{DCCF8B96-BB7E-4FA5-AC5B-CE98F162429F}" type="presOf" srcId="{BA27A21B-3502-4595-9C7F-3EFCA022229F}" destId="{1AD13D9A-4DB8-4B1F-8EAF-2199C6B63C50}" srcOrd="0" destOrd="1" presId="urn:microsoft.com/office/officeart/2018/5/layout/CenteredIconLabelDescriptionList"/>
    <dgm:cxn modelId="{10251EAE-DA83-4B4B-9072-959F4007E2BB}" srcId="{77A7C646-D98B-4F18-9A44-9024AC72D927}" destId="{7C2120AD-C680-47A0-87C9-BAE067C16CED}" srcOrd="0" destOrd="0" parTransId="{E557B913-2E9C-4A17-9144-8B024E6D9BA4}" sibTransId="{59E55C38-AFA0-4EE0-B7A1-666A042C4895}"/>
    <dgm:cxn modelId="{3C47B3B8-2BFA-4510-9EC8-349E1438DF8F}" type="presOf" srcId="{7C2120AD-C680-47A0-87C9-BAE067C16CED}" destId="{1AD13D9A-4DB8-4B1F-8EAF-2199C6B63C50}" srcOrd="0" destOrd="0" presId="urn:microsoft.com/office/officeart/2018/5/layout/CenteredIconLabelDescriptionList"/>
    <dgm:cxn modelId="{D6A832C1-BFC3-4D68-8F80-F9DD1E993504}" srcId="{49CCAFFD-3A6B-47B8-99CD-D2BAFB02DF65}" destId="{B0794729-FCB5-487A-ACD7-1D5CDF352D11}" srcOrd="0" destOrd="0" parTransId="{D0FFEBBA-0E0B-45F9-80F6-0418520C03E0}" sibTransId="{9B5E091A-8BA8-45CD-BF02-39B645A409C2}"/>
    <dgm:cxn modelId="{D1B647DC-A47B-4985-8690-E473804965DB}" srcId="{18B78AE3-396B-4DE5-8DF5-ABC0DA391ECD}" destId="{77A7C646-D98B-4F18-9A44-9024AC72D927}" srcOrd="0" destOrd="0" parTransId="{4CFA66BF-B398-4CDC-A077-12F41633FCB2}" sibTransId="{3B303066-D21A-410C-9EF8-AD4AD60F8719}"/>
    <dgm:cxn modelId="{C8D88DE1-FEEA-4D67-8551-FD173292403B}" type="presOf" srcId="{18B78AE3-396B-4DE5-8DF5-ABC0DA391ECD}" destId="{F1018E10-9EEF-4C39-94B8-D7A27B8D0EB2}" srcOrd="0" destOrd="0" presId="urn:microsoft.com/office/officeart/2018/5/layout/CenteredIconLabelDescriptionList"/>
    <dgm:cxn modelId="{7443FEED-5E8D-493C-9FFB-CB8EA28536B5}" type="presOf" srcId="{77A7C646-D98B-4F18-9A44-9024AC72D927}" destId="{F2DF1634-B008-4A8D-A5A7-0B04CBDD70AE}" srcOrd="0" destOrd="0" presId="urn:microsoft.com/office/officeart/2018/5/layout/CenteredIconLabelDescriptionList"/>
    <dgm:cxn modelId="{2B90B3F0-3440-4F5A-8A62-E43DA42EB829}" type="presOf" srcId="{01E21BBA-3F7F-41A6-9F32-8870136AA9BD}" destId="{8F751BD3-5BF8-4A7F-9E65-692E532D5A88}" srcOrd="0" destOrd="1" presId="urn:microsoft.com/office/officeart/2018/5/layout/CenteredIconLabelDescriptionList"/>
    <dgm:cxn modelId="{B80539F9-E11E-4A71-A026-20B702773818}" srcId="{180F270D-D3AD-4A42-B130-B94DDC9FFAE4}" destId="{4CF46134-19D6-4D48-B2BA-486ACA1BF006}" srcOrd="2" destOrd="0" parTransId="{07EAEC77-922B-44F2-B0E8-D5E2CBAF97F0}" sibTransId="{BD643961-FF38-486C-84C6-355274650A41}"/>
    <dgm:cxn modelId="{7D776FFF-EEB6-4132-BE20-517ED807B1A5}" type="presOf" srcId="{0B7459A0-9AE0-4A88-A7C4-DAA7E64BF421}" destId="{8F751BD3-5BF8-4A7F-9E65-692E532D5A88}" srcOrd="0" destOrd="0" presId="urn:microsoft.com/office/officeart/2018/5/layout/CenteredIconLabelDescriptionList"/>
    <dgm:cxn modelId="{01C3A9C0-D91E-4E4A-B69D-4530955B9526}" type="presParOf" srcId="{F1018E10-9EEF-4C39-94B8-D7A27B8D0EB2}" destId="{25EAE285-E52C-4311-80BB-51013BE49E77}" srcOrd="0" destOrd="0" presId="urn:microsoft.com/office/officeart/2018/5/layout/CenteredIconLabelDescriptionList"/>
    <dgm:cxn modelId="{AA3A8DCE-14F6-4852-8B18-075F535D10EB}" type="presParOf" srcId="{25EAE285-E52C-4311-80BB-51013BE49E77}" destId="{6CAB3AFE-F126-4D6F-9C27-A350CE27A183}" srcOrd="0" destOrd="0" presId="urn:microsoft.com/office/officeart/2018/5/layout/CenteredIconLabelDescriptionList"/>
    <dgm:cxn modelId="{2896BBF7-486B-4A28-A152-B9A35C9F380A}" type="presParOf" srcId="{25EAE285-E52C-4311-80BB-51013BE49E77}" destId="{0FB7BF4D-AAAF-4086-B573-AFA319E9BD25}" srcOrd="1" destOrd="0" presId="urn:microsoft.com/office/officeart/2018/5/layout/CenteredIconLabelDescriptionList"/>
    <dgm:cxn modelId="{8D6E556A-BB3A-47A5-A42A-A3C2B4E1A0F1}" type="presParOf" srcId="{25EAE285-E52C-4311-80BB-51013BE49E77}" destId="{F2DF1634-B008-4A8D-A5A7-0B04CBDD70AE}" srcOrd="2" destOrd="0" presId="urn:microsoft.com/office/officeart/2018/5/layout/CenteredIconLabelDescriptionList"/>
    <dgm:cxn modelId="{B3213D01-FD60-45D7-BBFD-26B8BBF17DC5}" type="presParOf" srcId="{25EAE285-E52C-4311-80BB-51013BE49E77}" destId="{6624CE6E-F3B3-4F50-8C28-FBCC64323B1D}" srcOrd="3" destOrd="0" presId="urn:microsoft.com/office/officeart/2018/5/layout/CenteredIconLabelDescriptionList"/>
    <dgm:cxn modelId="{8501774A-E1DE-47FA-A0B1-12FAB4747FE0}" type="presParOf" srcId="{25EAE285-E52C-4311-80BB-51013BE49E77}" destId="{1AD13D9A-4DB8-4B1F-8EAF-2199C6B63C50}" srcOrd="4" destOrd="0" presId="urn:microsoft.com/office/officeart/2018/5/layout/CenteredIconLabelDescriptionList"/>
    <dgm:cxn modelId="{29EF53C7-F3C6-4906-9772-4F48102E32B1}" type="presParOf" srcId="{F1018E10-9EEF-4C39-94B8-D7A27B8D0EB2}" destId="{4DDC055F-9466-42A8-A224-3B8241EF5B03}" srcOrd="1" destOrd="0" presId="urn:microsoft.com/office/officeart/2018/5/layout/CenteredIconLabelDescriptionList"/>
    <dgm:cxn modelId="{C2CC18EE-048F-45BD-B4AB-36BD8D2658D9}" type="presParOf" srcId="{F1018E10-9EEF-4C39-94B8-D7A27B8D0EB2}" destId="{B852634F-2B35-4BA8-91F8-AA15BB47EAD0}" srcOrd="2" destOrd="0" presId="urn:microsoft.com/office/officeart/2018/5/layout/CenteredIconLabelDescriptionList"/>
    <dgm:cxn modelId="{122A5F57-08F5-48B5-9D8F-4DDB3CC8B222}" type="presParOf" srcId="{B852634F-2B35-4BA8-91F8-AA15BB47EAD0}" destId="{CD1F30DC-3899-4CEB-A833-4073148BCCA2}" srcOrd="0" destOrd="0" presId="urn:microsoft.com/office/officeart/2018/5/layout/CenteredIconLabelDescriptionList"/>
    <dgm:cxn modelId="{BF46D0F3-82D1-488E-994B-195A088CDD4A}" type="presParOf" srcId="{B852634F-2B35-4BA8-91F8-AA15BB47EAD0}" destId="{94B6E8B5-96C7-44AC-8D12-C148E29796A8}" srcOrd="1" destOrd="0" presId="urn:microsoft.com/office/officeart/2018/5/layout/CenteredIconLabelDescriptionList"/>
    <dgm:cxn modelId="{F9307AD7-210A-4274-AACB-E5534B54C71F}" type="presParOf" srcId="{B852634F-2B35-4BA8-91F8-AA15BB47EAD0}" destId="{22BB711F-3C8E-4985-AE59-A65AF45DC017}" srcOrd="2" destOrd="0" presId="urn:microsoft.com/office/officeart/2018/5/layout/CenteredIconLabelDescriptionList"/>
    <dgm:cxn modelId="{7C32C17A-7A59-490E-8048-A3F6C872C205}" type="presParOf" srcId="{B852634F-2B35-4BA8-91F8-AA15BB47EAD0}" destId="{DD23ADA4-96A5-4B7A-932D-E5A7CCC0DA77}" srcOrd="3" destOrd="0" presId="urn:microsoft.com/office/officeart/2018/5/layout/CenteredIconLabelDescriptionList"/>
    <dgm:cxn modelId="{712AEE91-C371-453D-81F9-5594E7CBFA6C}" type="presParOf" srcId="{B852634F-2B35-4BA8-91F8-AA15BB47EAD0}" destId="{38A23E36-3460-4C03-8CC1-5FDB4E59B81A}" srcOrd="4" destOrd="0" presId="urn:microsoft.com/office/officeart/2018/5/layout/CenteredIconLabelDescriptionList"/>
    <dgm:cxn modelId="{9E0C820F-2348-43F5-85CE-B71ED518F4D1}" type="presParOf" srcId="{F1018E10-9EEF-4C39-94B8-D7A27B8D0EB2}" destId="{8350A3B2-5462-4AF9-9F68-E3C4B4B62B8B}" srcOrd="3" destOrd="0" presId="urn:microsoft.com/office/officeart/2018/5/layout/CenteredIconLabelDescriptionList"/>
    <dgm:cxn modelId="{5CA4599E-2A94-4D5F-9C23-B9C6FCA67C25}" type="presParOf" srcId="{F1018E10-9EEF-4C39-94B8-D7A27B8D0EB2}" destId="{69F61AC5-B42C-4496-841E-F8E976D2B9C7}" srcOrd="4" destOrd="0" presId="urn:microsoft.com/office/officeart/2018/5/layout/CenteredIconLabelDescriptionList"/>
    <dgm:cxn modelId="{D6C9688E-FCB3-4BA7-8678-2944245E571E}" type="presParOf" srcId="{69F61AC5-B42C-4496-841E-F8E976D2B9C7}" destId="{2025DC0B-4FAC-47BB-BAED-41E2998086D2}" srcOrd="0" destOrd="0" presId="urn:microsoft.com/office/officeart/2018/5/layout/CenteredIconLabelDescriptionList"/>
    <dgm:cxn modelId="{A52B91D5-A1D1-4DAF-BB84-F5D5BC4B93EB}" type="presParOf" srcId="{69F61AC5-B42C-4496-841E-F8E976D2B9C7}" destId="{C0DD4412-8201-4649-AB93-F80165DA32A4}" srcOrd="1" destOrd="0" presId="urn:microsoft.com/office/officeart/2018/5/layout/CenteredIconLabelDescriptionList"/>
    <dgm:cxn modelId="{E23594E7-5ABC-44EE-BF2C-D7355762FCE5}" type="presParOf" srcId="{69F61AC5-B42C-4496-841E-F8E976D2B9C7}" destId="{BE6575E3-57C9-4BA1-ABE7-F61720CB9D1F}" srcOrd="2" destOrd="0" presId="urn:microsoft.com/office/officeart/2018/5/layout/CenteredIconLabelDescriptionList"/>
    <dgm:cxn modelId="{81C1EAC4-E37D-4C4E-A3C6-44DE00D7D0B0}" type="presParOf" srcId="{69F61AC5-B42C-4496-841E-F8E976D2B9C7}" destId="{7C3AE7E6-06F7-47E7-93A3-8A82BA27652D}" srcOrd="3" destOrd="0" presId="urn:microsoft.com/office/officeart/2018/5/layout/CenteredIconLabelDescriptionList"/>
    <dgm:cxn modelId="{863FBBC7-5527-4E72-9881-26368ECC06F3}" type="presParOf" srcId="{69F61AC5-B42C-4496-841E-F8E976D2B9C7}" destId="{8F751BD3-5BF8-4A7F-9E65-692E532D5A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AC3FA5A-1A07-4E0A-A99C-C429EE81AB8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15E3B4-E59C-4472-A96B-0B0A945530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Create a </a:t>
          </a:r>
          <a:r>
            <a:rPr lang="en-US"/>
            <a:t>Backup</a:t>
          </a:r>
          <a:r>
            <a:rPr lang="tr-TR"/>
            <a:t> </a:t>
          </a:r>
          <a:endParaRPr lang="en-US"/>
        </a:p>
      </dgm:t>
    </dgm:pt>
    <dgm:pt modelId="{CD6C7EBD-DF1B-4456-880E-2A07FF3EC73F}" type="parTrans" cxnId="{0F8F68E6-E8D8-42DE-B965-F0A7F471366B}">
      <dgm:prSet/>
      <dgm:spPr/>
      <dgm:t>
        <a:bodyPr/>
        <a:lstStyle/>
        <a:p>
          <a:endParaRPr lang="en-US"/>
        </a:p>
      </dgm:t>
    </dgm:pt>
    <dgm:pt modelId="{6703923F-8DE0-4642-87A8-9446D98D42B0}" type="sibTrans" cxnId="{0F8F68E6-E8D8-42DE-B965-F0A7F471366B}">
      <dgm:prSet/>
      <dgm:spPr/>
      <dgm:t>
        <a:bodyPr/>
        <a:lstStyle/>
        <a:p>
          <a:endParaRPr lang="en-US"/>
        </a:p>
      </dgm:t>
    </dgm:pt>
    <dgm:pt modelId="{4469975A-9431-4C48-B47E-4DE181C09A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writing down </a:t>
          </a:r>
          <a:r>
            <a:rPr lang="tr-TR"/>
            <a:t>the</a:t>
          </a:r>
          <a:r>
            <a:rPr lang="en-US"/>
            <a:t> mnemonic</a:t>
          </a:r>
        </a:p>
      </dgm:t>
    </dgm:pt>
    <dgm:pt modelId="{28F296D2-8D29-46FC-B2EB-955E25DF2D2B}" type="parTrans" cxnId="{2B8E951F-7126-4386-BB7D-CB88C7F1C979}">
      <dgm:prSet/>
      <dgm:spPr/>
      <dgm:t>
        <a:bodyPr/>
        <a:lstStyle/>
        <a:p>
          <a:endParaRPr lang="en-US"/>
        </a:p>
      </dgm:t>
    </dgm:pt>
    <dgm:pt modelId="{53CBA81B-CE47-42A3-9C0F-6C85C0D2B57F}" type="sibTrans" cxnId="{2B8E951F-7126-4386-BB7D-CB88C7F1C979}">
      <dgm:prSet/>
      <dgm:spPr/>
      <dgm:t>
        <a:bodyPr/>
        <a:lstStyle/>
        <a:p>
          <a:endParaRPr lang="en-US"/>
        </a:p>
      </dgm:t>
    </dgm:pt>
    <dgm:pt modelId="{37D95077-94BF-41B3-9FDA-B388BB076B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 for recovery</a:t>
          </a:r>
          <a:endParaRPr lang="en-US"/>
        </a:p>
      </dgm:t>
    </dgm:pt>
    <dgm:pt modelId="{244680E7-E63C-4934-940D-92BE1A7D179C}" type="parTrans" cxnId="{9376263A-81F7-44E1-9EC6-7EFD6E53C342}">
      <dgm:prSet/>
      <dgm:spPr/>
      <dgm:t>
        <a:bodyPr/>
        <a:lstStyle/>
        <a:p>
          <a:endParaRPr lang="en-US"/>
        </a:p>
      </dgm:t>
    </dgm:pt>
    <dgm:pt modelId="{0268CF78-1071-40C6-B575-67F5DA2B5AD3}" type="sibTrans" cxnId="{9376263A-81F7-44E1-9EC6-7EFD6E53C342}">
      <dgm:prSet/>
      <dgm:spPr/>
      <dgm:t>
        <a:bodyPr/>
        <a:lstStyle/>
        <a:p>
          <a:endParaRPr lang="en-US"/>
        </a:p>
      </dgm:t>
    </dgm:pt>
    <dgm:pt modelId="{846AACAF-B261-4229-ACD6-8510431E25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recovery</a:t>
          </a:r>
        </a:p>
      </dgm:t>
    </dgm:pt>
    <dgm:pt modelId="{22454F13-8FF9-4518-86B9-2929894F98C0}" type="parTrans" cxnId="{F2BC2892-3DF1-40E1-B0CA-AA1172E8A6B2}">
      <dgm:prSet/>
      <dgm:spPr/>
      <dgm:t>
        <a:bodyPr/>
        <a:lstStyle/>
        <a:p>
          <a:endParaRPr lang="en-US"/>
        </a:p>
      </dgm:t>
    </dgm:pt>
    <dgm:pt modelId="{0E4B13E3-5EE5-4774-9D87-3F28BEA829DA}" type="sibTrans" cxnId="{F2BC2892-3DF1-40E1-B0CA-AA1172E8A6B2}">
      <dgm:prSet/>
      <dgm:spPr/>
      <dgm:t>
        <a:bodyPr/>
        <a:lstStyle/>
        <a:p>
          <a:endParaRPr lang="en-US"/>
        </a:p>
      </dgm:t>
    </dgm:pt>
    <dgm:pt modelId="{C2D1EC8F-ABC5-4DAD-AA39-E0D4903863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in compatible wallets</a:t>
          </a:r>
        </a:p>
      </dgm:t>
    </dgm:pt>
    <dgm:pt modelId="{3B7F0B30-EF4E-4D0D-8759-7C4C98CE10A2}" type="parTrans" cxnId="{6F87AB33-C8E8-4D78-A9B4-E4A2C7E4C235}">
      <dgm:prSet/>
      <dgm:spPr/>
      <dgm:t>
        <a:bodyPr/>
        <a:lstStyle/>
        <a:p>
          <a:endParaRPr lang="en-US"/>
        </a:p>
      </dgm:t>
    </dgm:pt>
    <dgm:pt modelId="{E562963F-7995-456B-B59F-7462F2B53899}" type="sibTrans" cxnId="{6F87AB33-C8E8-4D78-A9B4-E4A2C7E4C235}">
      <dgm:prSet/>
      <dgm:spPr/>
      <dgm:t>
        <a:bodyPr/>
        <a:lstStyle/>
        <a:p>
          <a:endParaRPr lang="en-US"/>
        </a:p>
      </dgm:t>
    </dgm:pt>
    <dgm:pt modelId="{CAB4555C-BECC-4E50-8E84-C166CB3459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Sequence</a:t>
          </a:r>
          <a:r>
            <a:rPr lang="tr-TR"/>
            <a:t> is </a:t>
          </a:r>
          <a:r>
            <a:rPr lang="tr-TR" err="1"/>
            <a:t>important</a:t>
          </a:r>
          <a:endParaRPr lang="en-US"/>
        </a:p>
      </dgm:t>
    </dgm:pt>
    <dgm:pt modelId="{01B3451F-7AE3-4164-819B-7E99A5F15DF0}" type="parTrans" cxnId="{187DA4D9-587D-41F9-BAE3-CEAD9F5BDE7E}">
      <dgm:prSet/>
      <dgm:spPr/>
      <dgm:t>
        <a:bodyPr/>
        <a:lstStyle/>
        <a:p>
          <a:endParaRPr lang="en-US"/>
        </a:p>
      </dgm:t>
    </dgm:pt>
    <dgm:pt modelId="{A4092041-525E-40B6-85AB-1131F64553A5}" type="sibTrans" cxnId="{187DA4D9-587D-41F9-BAE3-CEAD9F5BDE7E}">
      <dgm:prSet/>
      <dgm:spPr/>
      <dgm:t>
        <a:bodyPr/>
        <a:lstStyle/>
        <a:p>
          <a:endParaRPr lang="en-US"/>
        </a:p>
      </dgm:t>
    </dgm:pt>
    <dgm:pt modelId="{30FC4399-7F92-4C23-AB96-3B65DE0D1D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word in the numbered space</a:t>
          </a:r>
        </a:p>
      </dgm:t>
    </dgm:pt>
    <dgm:pt modelId="{87FB2D2B-76C5-457F-A844-8717A223DE9B}" type="parTrans" cxnId="{10A3A79D-3C2F-4C8F-A2CA-AA847EB8C9D2}">
      <dgm:prSet/>
      <dgm:spPr/>
      <dgm:t>
        <a:bodyPr/>
        <a:lstStyle/>
        <a:p>
          <a:endParaRPr lang="en-US"/>
        </a:p>
      </dgm:t>
    </dgm:pt>
    <dgm:pt modelId="{7CA4ACD4-B290-4DC3-B152-3EE75119836D}" type="sibTrans" cxnId="{10A3A79D-3C2F-4C8F-A2CA-AA847EB8C9D2}">
      <dgm:prSet/>
      <dgm:spPr/>
      <dgm:t>
        <a:bodyPr/>
        <a:lstStyle/>
        <a:p>
          <a:endParaRPr lang="en-US"/>
        </a:p>
      </dgm:t>
    </dgm:pt>
    <dgm:pt modelId="{D70B631A-CC01-41B1-A248-1AA8EF4D84F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in the </a:t>
          </a:r>
          <a:r>
            <a:rPr lang="en-US"/>
            <a:t>case of loss or damage </a:t>
          </a:r>
        </a:p>
      </dgm:t>
    </dgm:pt>
    <dgm:pt modelId="{EBB7F689-7426-4176-8A30-199410FA9471}" type="parTrans" cxnId="{C9DED969-1663-4E6B-80F1-A459B3C07691}">
      <dgm:prSet/>
      <dgm:spPr/>
      <dgm:t>
        <a:bodyPr/>
        <a:lstStyle/>
        <a:p>
          <a:endParaRPr lang="tr-TR"/>
        </a:p>
      </dgm:t>
    </dgm:pt>
    <dgm:pt modelId="{9F0413EE-0F22-4CD9-9FE3-AA01E96547E3}" type="sibTrans" cxnId="{C9DED969-1663-4E6B-80F1-A459B3C07691}">
      <dgm:prSet/>
      <dgm:spPr/>
      <dgm:t>
        <a:bodyPr/>
        <a:lstStyle/>
        <a:p>
          <a:endParaRPr lang="tr-TR"/>
        </a:p>
      </dgm:t>
    </dgm:pt>
    <dgm:pt modelId="{7A825370-826A-4443-86A5-0D6F6BD1B0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 new </a:t>
          </a:r>
          <a:r>
            <a:rPr lang="en-US" err="1"/>
            <a:t>Trezor</a:t>
          </a:r>
          <a:r>
            <a:rPr lang="en-US"/>
            <a:t> </a:t>
          </a:r>
        </a:p>
      </dgm:t>
    </dgm:pt>
    <dgm:pt modelId="{83E24601-6555-47C6-95D6-C488AD0EDB82}" type="parTrans" cxnId="{7EDAA51B-3920-4008-8B44-422E8F959B38}">
      <dgm:prSet/>
      <dgm:spPr/>
      <dgm:t>
        <a:bodyPr/>
        <a:lstStyle/>
        <a:p>
          <a:endParaRPr lang="tr-TR"/>
        </a:p>
      </dgm:t>
    </dgm:pt>
    <dgm:pt modelId="{DCE69572-17D6-4070-97D0-3F2E9C77AC8A}" type="sibTrans" cxnId="{7EDAA51B-3920-4008-8B44-422E8F959B38}">
      <dgm:prSet/>
      <dgm:spPr/>
      <dgm:t>
        <a:bodyPr/>
        <a:lstStyle/>
        <a:p>
          <a:endParaRPr lang="tr-TR"/>
        </a:p>
      </dgm:t>
    </dgm:pt>
    <dgm:pt modelId="{912AB597-B226-438A-96A9-76129FC715C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Preserve Sequence </a:t>
          </a:r>
          <a:r>
            <a:rPr lang="en-US"/>
            <a:t>of words </a:t>
          </a:r>
        </a:p>
      </dgm:t>
    </dgm:pt>
    <dgm:pt modelId="{A60F60E2-7036-477E-9FC7-0CB0E5637837}" type="parTrans" cxnId="{330E2869-236F-414C-9954-B91E71E3FF35}">
      <dgm:prSet/>
      <dgm:spPr/>
      <dgm:t>
        <a:bodyPr/>
        <a:lstStyle/>
        <a:p>
          <a:endParaRPr lang="tr-TR"/>
        </a:p>
      </dgm:t>
    </dgm:pt>
    <dgm:pt modelId="{449B4F6E-025D-459C-94E1-4712C97800D1}" type="sibTrans" cxnId="{330E2869-236F-414C-9954-B91E71E3FF35}">
      <dgm:prSet/>
      <dgm:spPr/>
      <dgm:t>
        <a:bodyPr/>
        <a:lstStyle/>
        <a:p>
          <a:endParaRPr lang="tr-TR"/>
        </a:p>
      </dgm:t>
    </dgm:pt>
    <dgm:pt modelId="{1C2CDC18-4BAB-43D7-B121-E3624D78F96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Recovery</a:t>
          </a:r>
        </a:p>
      </dgm:t>
    </dgm:pt>
    <dgm:pt modelId="{D2A3D18D-5375-49AE-9738-EA728218A366}" type="parTrans" cxnId="{FCACBB63-AC56-4F62-96C1-511903F09777}">
      <dgm:prSet/>
      <dgm:spPr/>
      <dgm:t>
        <a:bodyPr/>
        <a:lstStyle/>
        <a:p>
          <a:endParaRPr lang="tr-TR"/>
        </a:p>
      </dgm:t>
    </dgm:pt>
    <dgm:pt modelId="{99098F29-C203-46D2-A8CD-20FF1C0E714B}" type="sibTrans" cxnId="{FCACBB63-AC56-4F62-96C1-511903F09777}">
      <dgm:prSet/>
      <dgm:spPr/>
      <dgm:t>
        <a:bodyPr/>
        <a:lstStyle/>
        <a:p>
          <a:endParaRPr lang="tr-TR"/>
        </a:p>
      </dgm:t>
    </dgm:pt>
    <dgm:pt modelId="{6ADD783F-607B-4C08-B5FD-58E0676EAC8C}" type="pres">
      <dgm:prSet presAssocID="{9AC3FA5A-1A07-4E0A-A99C-C429EE81AB85}" presName="root" presStyleCnt="0">
        <dgm:presLayoutVars>
          <dgm:dir/>
          <dgm:resizeHandles val="exact"/>
        </dgm:presLayoutVars>
      </dgm:prSet>
      <dgm:spPr/>
    </dgm:pt>
    <dgm:pt modelId="{AC356DB5-0BAF-4A9C-836B-997B53E1F49C}" type="pres">
      <dgm:prSet presAssocID="{EF15E3B4-E59C-4472-A96B-0B0A9455305A}" presName="compNode" presStyleCnt="0"/>
      <dgm:spPr/>
    </dgm:pt>
    <dgm:pt modelId="{46B4A2B8-2B80-4CCA-9280-3FE410D377E8}" type="pres">
      <dgm:prSet presAssocID="{EF15E3B4-E59C-4472-A96B-0B0A945530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151C78E-32B9-4F85-8C1B-4CA842EA0AAC}" type="pres">
      <dgm:prSet presAssocID="{EF15E3B4-E59C-4472-A96B-0B0A9455305A}" presName="iconSpace" presStyleCnt="0"/>
      <dgm:spPr/>
    </dgm:pt>
    <dgm:pt modelId="{5710DF14-FCAA-4C29-AA01-DBD707A06A9D}" type="pres">
      <dgm:prSet presAssocID="{EF15E3B4-E59C-4472-A96B-0B0A9455305A}" presName="parTx" presStyleLbl="revTx" presStyleIdx="0" presStyleCnt="8">
        <dgm:presLayoutVars>
          <dgm:chMax val="0"/>
          <dgm:chPref val="0"/>
        </dgm:presLayoutVars>
      </dgm:prSet>
      <dgm:spPr/>
    </dgm:pt>
    <dgm:pt modelId="{25A05F19-A2CB-4CE9-A73A-AE338322943A}" type="pres">
      <dgm:prSet presAssocID="{EF15E3B4-E59C-4472-A96B-0B0A9455305A}" presName="txSpace" presStyleCnt="0"/>
      <dgm:spPr/>
    </dgm:pt>
    <dgm:pt modelId="{A3DCC32D-D1D1-4D90-9D57-ABA3C7BDE50F}" type="pres">
      <dgm:prSet presAssocID="{EF15E3B4-E59C-4472-A96B-0B0A9455305A}" presName="desTx" presStyleLbl="revTx" presStyleIdx="1" presStyleCnt="8">
        <dgm:presLayoutVars/>
      </dgm:prSet>
      <dgm:spPr/>
    </dgm:pt>
    <dgm:pt modelId="{106E207B-3A57-4DDA-9B31-496E401AD59D}" type="pres">
      <dgm:prSet presAssocID="{6703923F-8DE0-4642-87A8-9446D98D42B0}" presName="sibTrans" presStyleCnt="0"/>
      <dgm:spPr/>
    </dgm:pt>
    <dgm:pt modelId="{1BE14F0D-21B5-4F2F-A790-BDC70AE59149}" type="pres">
      <dgm:prSet presAssocID="{37D95077-94BF-41B3-9FDA-B388BB076B7C}" presName="compNode" presStyleCnt="0"/>
      <dgm:spPr/>
    </dgm:pt>
    <dgm:pt modelId="{B30F6955-8B54-4798-A387-0FED9E100B24}" type="pres">
      <dgm:prSet presAssocID="{37D95077-94BF-41B3-9FDA-B388BB076B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27A6939-08E9-4868-9575-23F279CFE15F}" type="pres">
      <dgm:prSet presAssocID="{37D95077-94BF-41B3-9FDA-B388BB076B7C}" presName="iconSpace" presStyleCnt="0"/>
      <dgm:spPr/>
    </dgm:pt>
    <dgm:pt modelId="{6149E96D-32AB-47D0-8B5E-CDCD2770AF32}" type="pres">
      <dgm:prSet presAssocID="{37D95077-94BF-41B3-9FDA-B388BB076B7C}" presName="parTx" presStyleLbl="revTx" presStyleIdx="2" presStyleCnt="8">
        <dgm:presLayoutVars>
          <dgm:chMax val="0"/>
          <dgm:chPref val="0"/>
        </dgm:presLayoutVars>
      </dgm:prSet>
      <dgm:spPr/>
    </dgm:pt>
    <dgm:pt modelId="{E9E44A5A-7A74-4711-AE7B-2500A4E5565C}" type="pres">
      <dgm:prSet presAssocID="{37D95077-94BF-41B3-9FDA-B388BB076B7C}" presName="txSpace" presStyleCnt="0"/>
      <dgm:spPr/>
    </dgm:pt>
    <dgm:pt modelId="{8A5B0534-4A82-4452-8258-04159BF43E84}" type="pres">
      <dgm:prSet presAssocID="{37D95077-94BF-41B3-9FDA-B388BB076B7C}" presName="desTx" presStyleLbl="revTx" presStyleIdx="3" presStyleCnt="8">
        <dgm:presLayoutVars/>
      </dgm:prSet>
      <dgm:spPr/>
    </dgm:pt>
    <dgm:pt modelId="{8FD80472-CF34-4437-BDD7-CBE7BEC6D051}" type="pres">
      <dgm:prSet presAssocID="{0268CF78-1071-40C6-B575-67F5DA2B5AD3}" presName="sibTrans" presStyleCnt="0"/>
      <dgm:spPr/>
    </dgm:pt>
    <dgm:pt modelId="{704D9045-AF86-4B84-A71C-B18CDA9742E0}" type="pres">
      <dgm:prSet presAssocID="{1C2CDC18-4BAB-43D7-B121-E3624D78F964}" presName="compNode" presStyleCnt="0"/>
      <dgm:spPr/>
    </dgm:pt>
    <dgm:pt modelId="{7FE105D6-95AC-4CB1-A20C-AFF61ABA1A7C}" type="pres">
      <dgm:prSet presAssocID="{1C2CDC18-4BAB-43D7-B121-E3624D78F9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D30167E3-AEFF-43A4-B83E-F812FCC47BDC}" type="pres">
      <dgm:prSet presAssocID="{1C2CDC18-4BAB-43D7-B121-E3624D78F964}" presName="iconSpace" presStyleCnt="0"/>
      <dgm:spPr/>
    </dgm:pt>
    <dgm:pt modelId="{A5FEF026-4D0B-4E58-BD45-9B7F6BDC0D0E}" type="pres">
      <dgm:prSet presAssocID="{1C2CDC18-4BAB-43D7-B121-E3624D78F964}" presName="parTx" presStyleLbl="revTx" presStyleIdx="4" presStyleCnt="8">
        <dgm:presLayoutVars>
          <dgm:chMax val="0"/>
          <dgm:chPref val="0"/>
        </dgm:presLayoutVars>
      </dgm:prSet>
      <dgm:spPr/>
    </dgm:pt>
    <dgm:pt modelId="{51070745-88BC-4FB9-BCDE-B4695FCE5E51}" type="pres">
      <dgm:prSet presAssocID="{1C2CDC18-4BAB-43D7-B121-E3624D78F964}" presName="txSpace" presStyleCnt="0"/>
      <dgm:spPr/>
    </dgm:pt>
    <dgm:pt modelId="{6D089BA2-640B-4250-A82A-AE769BDD2B33}" type="pres">
      <dgm:prSet presAssocID="{1C2CDC18-4BAB-43D7-B121-E3624D78F964}" presName="desTx" presStyleLbl="revTx" presStyleIdx="5" presStyleCnt="8">
        <dgm:presLayoutVars/>
      </dgm:prSet>
      <dgm:spPr/>
    </dgm:pt>
    <dgm:pt modelId="{D70FDD64-F6CA-4BEE-8967-648A7417582A}" type="pres">
      <dgm:prSet presAssocID="{99098F29-C203-46D2-A8CD-20FF1C0E714B}" presName="sibTrans" presStyleCnt="0"/>
      <dgm:spPr/>
    </dgm:pt>
    <dgm:pt modelId="{78D14CA0-F1A2-41B1-98A1-88BFC857E09A}" type="pres">
      <dgm:prSet presAssocID="{CAB4555C-BECC-4E50-8E84-C166CB34592C}" presName="compNode" presStyleCnt="0"/>
      <dgm:spPr/>
    </dgm:pt>
    <dgm:pt modelId="{8E30C46D-D053-42F3-AE5E-ABCD04F43285}" type="pres">
      <dgm:prSet presAssocID="{CAB4555C-BECC-4E50-8E84-C166CB3459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irme"/>
        </a:ext>
      </dgm:extLst>
    </dgm:pt>
    <dgm:pt modelId="{091856BD-538C-46F5-A8FE-6DBAE1F691D0}" type="pres">
      <dgm:prSet presAssocID="{CAB4555C-BECC-4E50-8E84-C166CB34592C}" presName="iconSpace" presStyleCnt="0"/>
      <dgm:spPr/>
    </dgm:pt>
    <dgm:pt modelId="{10FD5FE8-48D6-4C23-BCD0-C22B029C71B1}" type="pres">
      <dgm:prSet presAssocID="{CAB4555C-BECC-4E50-8E84-C166CB34592C}" presName="parTx" presStyleLbl="revTx" presStyleIdx="6" presStyleCnt="8">
        <dgm:presLayoutVars>
          <dgm:chMax val="0"/>
          <dgm:chPref val="0"/>
        </dgm:presLayoutVars>
      </dgm:prSet>
      <dgm:spPr/>
    </dgm:pt>
    <dgm:pt modelId="{E4852C18-4FE9-443B-BFCF-D9DFD68A45E1}" type="pres">
      <dgm:prSet presAssocID="{CAB4555C-BECC-4E50-8E84-C166CB34592C}" presName="txSpace" presStyleCnt="0"/>
      <dgm:spPr/>
    </dgm:pt>
    <dgm:pt modelId="{655D4481-8456-49C2-8E0F-3591562BA4BD}" type="pres">
      <dgm:prSet presAssocID="{CAB4555C-BECC-4E50-8E84-C166CB34592C}" presName="desTx" presStyleLbl="revTx" presStyleIdx="7" presStyleCnt="8">
        <dgm:presLayoutVars/>
      </dgm:prSet>
      <dgm:spPr/>
    </dgm:pt>
  </dgm:ptLst>
  <dgm:cxnLst>
    <dgm:cxn modelId="{4F0C8A15-066C-4E65-9DC0-9D4A2640A3DE}" type="presOf" srcId="{37D95077-94BF-41B3-9FDA-B388BB076B7C}" destId="{6149E96D-32AB-47D0-8B5E-CDCD2770AF32}" srcOrd="0" destOrd="0" presId="urn:microsoft.com/office/officeart/2018/2/layout/IconLabelDescriptionList"/>
    <dgm:cxn modelId="{7EDAA51B-3920-4008-8B44-422E8F959B38}" srcId="{1C2CDC18-4BAB-43D7-B121-E3624D78F964}" destId="{7A825370-826A-4443-86A5-0D6F6BD1B0CC}" srcOrd="0" destOrd="0" parTransId="{83E24601-6555-47C6-95D6-C488AD0EDB82}" sibTransId="{DCE69572-17D6-4070-97D0-3F2E9C77AC8A}"/>
    <dgm:cxn modelId="{2B8E951F-7126-4386-BB7D-CB88C7F1C979}" srcId="{EF15E3B4-E59C-4472-A96B-0B0A9455305A}" destId="{4469975A-9431-4C48-B47E-4DE181C09AF1}" srcOrd="0" destOrd="0" parTransId="{28F296D2-8D29-46FC-B2EB-955E25DF2D2B}" sibTransId="{53CBA81B-CE47-42A3-9C0F-6C85C0D2B57F}"/>
    <dgm:cxn modelId="{6F87AB33-C8E8-4D78-A9B4-E4A2C7E4C235}" srcId="{1C2CDC18-4BAB-43D7-B121-E3624D78F964}" destId="{C2D1EC8F-ABC5-4DAD-AA39-E0D490386377}" srcOrd="1" destOrd="0" parTransId="{3B7F0B30-EF4E-4D0D-8759-7C4C98CE10A2}" sibTransId="{E562963F-7995-456B-B59F-7462F2B53899}"/>
    <dgm:cxn modelId="{9376263A-81F7-44E1-9EC6-7EFD6E53C342}" srcId="{9AC3FA5A-1A07-4E0A-A99C-C429EE81AB85}" destId="{37D95077-94BF-41B3-9FDA-B388BB076B7C}" srcOrd="1" destOrd="0" parTransId="{244680E7-E63C-4934-940D-92BE1A7D179C}" sibTransId="{0268CF78-1071-40C6-B575-67F5DA2B5AD3}"/>
    <dgm:cxn modelId="{4BED763B-ECEC-4DD3-A0C2-7DDA0F24BDAE}" type="presOf" srcId="{912AB597-B226-438A-96A9-76129FC715C3}" destId="{655D4481-8456-49C2-8E0F-3591562BA4BD}" srcOrd="0" destOrd="0" presId="urn:microsoft.com/office/officeart/2018/2/layout/IconLabelDescriptionList"/>
    <dgm:cxn modelId="{FCACBB63-AC56-4F62-96C1-511903F09777}" srcId="{9AC3FA5A-1A07-4E0A-A99C-C429EE81AB85}" destId="{1C2CDC18-4BAB-43D7-B121-E3624D78F964}" srcOrd="2" destOrd="0" parTransId="{D2A3D18D-5375-49AE-9738-EA728218A366}" sibTransId="{99098F29-C203-46D2-A8CD-20FF1C0E714B}"/>
    <dgm:cxn modelId="{330E2869-236F-414C-9954-B91E71E3FF35}" srcId="{CAB4555C-BECC-4E50-8E84-C166CB34592C}" destId="{912AB597-B226-438A-96A9-76129FC715C3}" srcOrd="0" destOrd="0" parTransId="{A60F60E2-7036-477E-9FC7-0CB0E5637837}" sibTransId="{449B4F6E-025D-459C-94E1-4712C97800D1}"/>
    <dgm:cxn modelId="{C9DED969-1663-4E6B-80F1-A459B3C07691}" srcId="{37D95077-94BF-41B3-9FDA-B388BB076B7C}" destId="{D70B631A-CC01-41B1-A248-1AA8EF4D84F3}" srcOrd="0" destOrd="0" parTransId="{EBB7F689-7426-4176-8A30-199410FA9471}" sibTransId="{9F0413EE-0F22-4CD9-9FE3-AA01E96547E3}"/>
    <dgm:cxn modelId="{B3F7FC83-29A1-4E99-9797-63B96BDC691B}" type="presOf" srcId="{C2D1EC8F-ABC5-4DAD-AA39-E0D490386377}" destId="{6D089BA2-640B-4250-A82A-AE769BDD2B33}" srcOrd="0" destOrd="1" presId="urn:microsoft.com/office/officeart/2018/2/layout/IconLabelDescriptionList"/>
    <dgm:cxn modelId="{A0CAD289-90AA-4B7E-88C0-7D4178D2396C}" type="presOf" srcId="{9AC3FA5A-1A07-4E0A-A99C-C429EE81AB85}" destId="{6ADD783F-607B-4C08-B5FD-58E0676EAC8C}" srcOrd="0" destOrd="0" presId="urn:microsoft.com/office/officeart/2018/2/layout/IconLabelDescriptionList"/>
    <dgm:cxn modelId="{874DA98B-2431-40D4-A86A-239D65E73AEB}" type="presOf" srcId="{4469975A-9431-4C48-B47E-4DE181C09AF1}" destId="{A3DCC32D-D1D1-4D90-9D57-ABA3C7BDE50F}" srcOrd="0" destOrd="0" presId="urn:microsoft.com/office/officeart/2018/2/layout/IconLabelDescriptionList"/>
    <dgm:cxn modelId="{F2BC2892-3DF1-40E1-B0CA-AA1172E8A6B2}" srcId="{37D95077-94BF-41B3-9FDA-B388BB076B7C}" destId="{846AACAF-B261-4229-ACD6-8510431E252F}" srcOrd="1" destOrd="0" parTransId="{22454F13-8FF9-4518-86B9-2929894F98C0}" sibTransId="{0E4B13E3-5EE5-4774-9D87-3F28BEA829DA}"/>
    <dgm:cxn modelId="{D525BB92-EBA9-4C3D-8468-7DA7D468DE42}" type="presOf" srcId="{1C2CDC18-4BAB-43D7-B121-E3624D78F964}" destId="{A5FEF026-4D0B-4E58-BD45-9B7F6BDC0D0E}" srcOrd="0" destOrd="0" presId="urn:microsoft.com/office/officeart/2018/2/layout/IconLabelDescriptionList"/>
    <dgm:cxn modelId="{A028AF9A-64FF-419F-B5EE-27D5D358392B}" type="presOf" srcId="{7A825370-826A-4443-86A5-0D6F6BD1B0CC}" destId="{6D089BA2-640B-4250-A82A-AE769BDD2B33}" srcOrd="0" destOrd="0" presId="urn:microsoft.com/office/officeart/2018/2/layout/IconLabelDescriptionList"/>
    <dgm:cxn modelId="{10A3A79D-3C2F-4C8F-A2CA-AA847EB8C9D2}" srcId="{CAB4555C-BECC-4E50-8E84-C166CB34592C}" destId="{30FC4399-7F92-4C23-AB96-3B65DE0D1DDC}" srcOrd="1" destOrd="0" parTransId="{87FB2D2B-76C5-457F-A844-8717A223DE9B}" sibTransId="{7CA4ACD4-B290-4DC3-B152-3EE75119836D}"/>
    <dgm:cxn modelId="{208AD4AA-808B-4986-9515-CA42D65B8722}" type="presOf" srcId="{D70B631A-CC01-41B1-A248-1AA8EF4D84F3}" destId="{8A5B0534-4A82-4452-8258-04159BF43E84}" srcOrd="0" destOrd="0" presId="urn:microsoft.com/office/officeart/2018/2/layout/IconLabelDescriptionList"/>
    <dgm:cxn modelId="{5DB22EC0-7D7C-4BAA-AF97-C4AA4623F250}" type="presOf" srcId="{30FC4399-7F92-4C23-AB96-3B65DE0D1DDC}" destId="{655D4481-8456-49C2-8E0F-3591562BA4BD}" srcOrd="0" destOrd="1" presId="urn:microsoft.com/office/officeart/2018/2/layout/IconLabelDescriptionList"/>
    <dgm:cxn modelId="{E42DE1C9-A832-45A7-84F5-307EED939C2C}" type="presOf" srcId="{EF15E3B4-E59C-4472-A96B-0B0A9455305A}" destId="{5710DF14-FCAA-4C29-AA01-DBD707A06A9D}" srcOrd="0" destOrd="0" presId="urn:microsoft.com/office/officeart/2018/2/layout/IconLabelDescriptionList"/>
    <dgm:cxn modelId="{24F8AFD7-F347-43CE-A9BD-32587423874E}" type="presOf" srcId="{846AACAF-B261-4229-ACD6-8510431E252F}" destId="{8A5B0534-4A82-4452-8258-04159BF43E84}" srcOrd="0" destOrd="1" presId="urn:microsoft.com/office/officeart/2018/2/layout/IconLabelDescriptionList"/>
    <dgm:cxn modelId="{D8D28ED8-57D4-4FD0-98AE-8DC8A39984A9}" type="presOf" srcId="{CAB4555C-BECC-4E50-8E84-C166CB34592C}" destId="{10FD5FE8-48D6-4C23-BCD0-C22B029C71B1}" srcOrd="0" destOrd="0" presId="urn:microsoft.com/office/officeart/2018/2/layout/IconLabelDescriptionList"/>
    <dgm:cxn modelId="{187DA4D9-587D-41F9-BAE3-CEAD9F5BDE7E}" srcId="{9AC3FA5A-1A07-4E0A-A99C-C429EE81AB85}" destId="{CAB4555C-BECC-4E50-8E84-C166CB34592C}" srcOrd="3" destOrd="0" parTransId="{01B3451F-7AE3-4164-819B-7E99A5F15DF0}" sibTransId="{A4092041-525E-40B6-85AB-1131F64553A5}"/>
    <dgm:cxn modelId="{0F8F68E6-E8D8-42DE-B965-F0A7F471366B}" srcId="{9AC3FA5A-1A07-4E0A-A99C-C429EE81AB85}" destId="{EF15E3B4-E59C-4472-A96B-0B0A9455305A}" srcOrd="0" destOrd="0" parTransId="{CD6C7EBD-DF1B-4456-880E-2A07FF3EC73F}" sibTransId="{6703923F-8DE0-4642-87A8-9446D98D42B0}"/>
    <dgm:cxn modelId="{2E3A20A9-8222-4840-9B4F-DDDF08B83F3D}" type="presParOf" srcId="{6ADD783F-607B-4C08-B5FD-58E0676EAC8C}" destId="{AC356DB5-0BAF-4A9C-836B-997B53E1F49C}" srcOrd="0" destOrd="0" presId="urn:microsoft.com/office/officeart/2018/2/layout/IconLabelDescriptionList"/>
    <dgm:cxn modelId="{652FF43E-E012-4E3E-93A8-B27D61F4DDD0}" type="presParOf" srcId="{AC356DB5-0BAF-4A9C-836B-997B53E1F49C}" destId="{46B4A2B8-2B80-4CCA-9280-3FE410D377E8}" srcOrd="0" destOrd="0" presId="urn:microsoft.com/office/officeart/2018/2/layout/IconLabelDescriptionList"/>
    <dgm:cxn modelId="{62251D4A-9274-40A6-8049-694C649D7FD3}" type="presParOf" srcId="{AC356DB5-0BAF-4A9C-836B-997B53E1F49C}" destId="{E151C78E-32B9-4F85-8C1B-4CA842EA0AAC}" srcOrd="1" destOrd="0" presId="urn:microsoft.com/office/officeart/2018/2/layout/IconLabelDescriptionList"/>
    <dgm:cxn modelId="{7F8F6367-B7B5-4C07-BA61-2E9B965B361F}" type="presParOf" srcId="{AC356DB5-0BAF-4A9C-836B-997B53E1F49C}" destId="{5710DF14-FCAA-4C29-AA01-DBD707A06A9D}" srcOrd="2" destOrd="0" presId="urn:microsoft.com/office/officeart/2018/2/layout/IconLabelDescriptionList"/>
    <dgm:cxn modelId="{A40A182D-B945-4E8F-A049-D13B336765FC}" type="presParOf" srcId="{AC356DB5-0BAF-4A9C-836B-997B53E1F49C}" destId="{25A05F19-A2CB-4CE9-A73A-AE338322943A}" srcOrd="3" destOrd="0" presId="urn:microsoft.com/office/officeart/2018/2/layout/IconLabelDescriptionList"/>
    <dgm:cxn modelId="{C73EC819-F32B-4952-949C-12A6DC130C84}" type="presParOf" srcId="{AC356DB5-0BAF-4A9C-836B-997B53E1F49C}" destId="{A3DCC32D-D1D1-4D90-9D57-ABA3C7BDE50F}" srcOrd="4" destOrd="0" presId="urn:microsoft.com/office/officeart/2018/2/layout/IconLabelDescriptionList"/>
    <dgm:cxn modelId="{44CCC993-A3A4-4A10-B807-AE2EF8FC9852}" type="presParOf" srcId="{6ADD783F-607B-4C08-B5FD-58E0676EAC8C}" destId="{106E207B-3A57-4DDA-9B31-496E401AD59D}" srcOrd="1" destOrd="0" presId="urn:microsoft.com/office/officeart/2018/2/layout/IconLabelDescriptionList"/>
    <dgm:cxn modelId="{DA7C9724-E16D-43B3-B0A9-9F493C243120}" type="presParOf" srcId="{6ADD783F-607B-4C08-B5FD-58E0676EAC8C}" destId="{1BE14F0D-21B5-4F2F-A790-BDC70AE59149}" srcOrd="2" destOrd="0" presId="urn:microsoft.com/office/officeart/2018/2/layout/IconLabelDescriptionList"/>
    <dgm:cxn modelId="{B1AABC18-0394-4C6E-A01F-3558ECBF5188}" type="presParOf" srcId="{1BE14F0D-21B5-4F2F-A790-BDC70AE59149}" destId="{B30F6955-8B54-4798-A387-0FED9E100B24}" srcOrd="0" destOrd="0" presId="urn:microsoft.com/office/officeart/2018/2/layout/IconLabelDescriptionList"/>
    <dgm:cxn modelId="{68CF67FD-AB43-48B2-9A36-1CA738C9E667}" type="presParOf" srcId="{1BE14F0D-21B5-4F2F-A790-BDC70AE59149}" destId="{927A6939-08E9-4868-9575-23F279CFE15F}" srcOrd="1" destOrd="0" presId="urn:microsoft.com/office/officeart/2018/2/layout/IconLabelDescriptionList"/>
    <dgm:cxn modelId="{7167B214-7EE4-441B-B15C-F6479874576F}" type="presParOf" srcId="{1BE14F0D-21B5-4F2F-A790-BDC70AE59149}" destId="{6149E96D-32AB-47D0-8B5E-CDCD2770AF32}" srcOrd="2" destOrd="0" presId="urn:microsoft.com/office/officeart/2018/2/layout/IconLabelDescriptionList"/>
    <dgm:cxn modelId="{B54A0CA4-150C-4834-951E-D5C663081461}" type="presParOf" srcId="{1BE14F0D-21B5-4F2F-A790-BDC70AE59149}" destId="{E9E44A5A-7A74-4711-AE7B-2500A4E5565C}" srcOrd="3" destOrd="0" presId="urn:microsoft.com/office/officeart/2018/2/layout/IconLabelDescriptionList"/>
    <dgm:cxn modelId="{9F494340-01A5-4CBD-8EE8-1C0D016D5EE1}" type="presParOf" srcId="{1BE14F0D-21B5-4F2F-A790-BDC70AE59149}" destId="{8A5B0534-4A82-4452-8258-04159BF43E84}" srcOrd="4" destOrd="0" presId="urn:microsoft.com/office/officeart/2018/2/layout/IconLabelDescriptionList"/>
    <dgm:cxn modelId="{4A383B89-2635-4DAE-B2D0-8FDDE647D21D}" type="presParOf" srcId="{6ADD783F-607B-4C08-B5FD-58E0676EAC8C}" destId="{8FD80472-CF34-4437-BDD7-CBE7BEC6D051}" srcOrd="3" destOrd="0" presId="urn:microsoft.com/office/officeart/2018/2/layout/IconLabelDescriptionList"/>
    <dgm:cxn modelId="{1D127918-B924-4FFF-959F-BA6ACC2C6DCC}" type="presParOf" srcId="{6ADD783F-607B-4C08-B5FD-58E0676EAC8C}" destId="{704D9045-AF86-4B84-A71C-B18CDA9742E0}" srcOrd="4" destOrd="0" presId="urn:microsoft.com/office/officeart/2018/2/layout/IconLabelDescriptionList"/>
    <dgm:cxn modelId="{A66BDBF0-4623-4B15-B9AB-6AFE6C097C5A}" type="presParOf" srcId="{704D9045-AF86-4B84-A71C-B18CDA9742E0}" destId="{7FE105D6-95AC-4CB1-A20C-AFF61ABA1A7C}" srcOrd="0" destOrd="0" presId="urn:microsoft.com/office/officeart/2018/2/layout/IconLabelDescriptionList"/>
    <dgm:cxn modelId="{C82C9B4C-99C7-4505-9613-C2E69C52614C}" type="presParOf" srcId="{704D9045-AF86-4B84-A71C-B18CDA9742E0}" destId="{D30167E3-AEFF-43A4-B83E-F812FCC47BDC}" srcOrd="1" destOrd="0" presId="urn:microsoft.com/office/officeart/2018/2/layout/IconLabelDescriptionList"/>
    <dgm:cxn modelId="{E96279A5-582B-4689-8D85-B8DEA9E0E99A}" type="presParOf" srcId="{704D9045-AF86-4B84-A71C-B18CDA9742E0}" destId="{A5FEF026-4D0B-4E58-BD45-9B7F6BDC0D0E}" srcOrd="2" destOrd="0" presId="urn:microsoft.com/office/officeart/2018/2/layout/IconLabelDescriptionList"/>
    <dgm:cxn modelId="{10D30646-567A-4CA2-A948-D49C34EF07E3}" type="presParOf" srcId="{704D9045-AF86-4B84-A71C-B18CDA9742E0}" destId="{51070745-88BC-4FB9-BCDE-B4695FCE5E51}" srcOrd="3" destOrd="0" presId="urn:microsoft.com/office/officeart/2018/2/layout/IconLabelDescriptionList"/>
    <dgm:cxn modelId="{50F9F344-7654-4AC9-BB8A-0AA39D50FC63}" type="presParOf" srcId="{704D9045-AF86-4B84-A71C-B18CDA9742E0}" destId="{6D089BA2-640B-4250-A82A-AE769BDD2B33}" srcOrd="4" destOrd="0" presId="urn:microsoft.com/office/officeart/2018/2/layout/IconLabelDescriptionList"/>
    <dgm:cxn modelId="{F3C4CC7F-73CD-4190-8AE6-5C2149D3F65B}" type="presParOf" srcId="{6ADD783F-607B-4C08-B5FD-58E0676EAC8C}" destId="{D70FDD64-F6CA-4BEE-8967-648A7417582A}" srcOrd="5" destOrd="0" presId="urn:microsoft.com/office/officeart/2018/2/layout/IconLabelDescriptionList"/>
    <dgm:cxn modelId="{8D31EB88-7D2A-4D46-82F6-3219F4FBC4F2}" type="presParOf" srcId="{6ADD783F-607B-4C08-B5FD-58E0676EAC8C}" destId="{78D14CA0-F1A2-41B1-98A1-88BFC857E09A}" srcOrd="6" destOrd="0" presId="urn:microsoft.com/office/officeart/2018/2/layout/IconLabelDescriptionList"/>
    <dgm:cxn modelId="{55311D9E-4CBF-43BB-B714-6A717460460E}" type="presParOf" srcId="{78D14CA0-F1A2-41B1-98A1-88BFC857E09A}" destId="{8E30C46D-D053-42F3-AE5E-ABCD04F43285}" srcOrd="0" destOrd="0" presId="urn:microsoft.com/office/officeart/2018/2/layout/IconLabelDescriptionList"/>
    <dgm:cxn modelId="{8912BFDD-A5E5-4393-B269-C406D53957CA}" type="presParOf" srcId="{78D14CA0-F1A2-41B1-98A1-88BFC857E09A}" destId="{091856BD-538C-46F5-A8FE-6DBAE1F691D0}" srcOrd="1" destOrd="0" presId="urn:microsoft.com/office/officeart/2018/2/layout/IconLabelDescriptionList"/>
    <dgm:cxn modelId="{A0C39B15-D6DB-43F1-BF1D-980143DE9A2E}" type="presParOf" srcId="{78D14CA0-F1A2-41B1-98A1-88BFC857E09A}" destId="{10FD5FE8-48D6-4C23-BCD0-C22B029C71B1}" srcOrd="2" destOrd="0" presId="urn:microsoft.com/office/officeart/2018/2/layout/IconLabelDescriptionList"/>
    <dgm:cxn modelId="{37A0A10D-AD8E-47A0-9C71-B8F9FE31D3A0}" type="presParOf" srcId="{78D14CA0-F1A2-41B1-98A1-88BFC857E09A}" destId="{E4852C18-4FE9-443B-BFCF-D9DFD68A45E1}" srcOrd="3" destOrd="0" presId="urn:microsoft.com/office/officeart/2018/2/layout/IconLabelDescriptionList"/>
    <dgm:cxn modelId="{339E1CEC-BEFA-42F8-9715-E8FFBCFC23C4}" type="presParOf" srcId="{78D14CA0-F1A2-41B1-98A1-88BFC857E09A}" destId="{655D4481-8456-49C2-8E0F-3591562BA4B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EFCCF34-202E-494C-8B58-8BA0C299B69F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B7F0117E-68DF-46A9-B220-377E29197316}">
      <dgm:prSet/>
      <dgm:spPr/>
      <dgm:t>
        <a:bodyPr/>
        <a:lstStyle/>
        <a:p>
          <a:r>
            <a:rPr lang="tr-TR" dirty="0"/>
            <a:t>24 </a:t>
          </a:r>
          <a:r>
            <a:rPr lang="tr-TR" dirty="0" err="1"/>
            <a:t>Words</a:t>
          </a:r>
          <a:endParaRPr lang="tr-TR" dirty="0"/>
        </a:p>
      </dgm:t>
    </dgm:pt>
    <dgm:pt modelId="{EAE4BD1E-5864-4F5F-AE11-06AAFC15AD55}" type="parTrans" cxnId="{0F7C8856-979A-4FDB-A8F1-415BABC79F1D}">
      <dgm:prSet/>
      <dgm:spPr/>
      <dgm:t>
        <a:bodyPr/>
        <a:lstStyle/>
        <a:p>
          <a:endParaRPr lang="tr-TR"/>
        </a:p>
      </dgm:t>
    </dgm:pt>
    <dgm:pt modelId="{8E0BD23C-50D5-4B91-B744-244CEA4E310B}" type="sibTrans" cxnId="{0F7C8856-979A-4FDB-A8F1-415BABC79F1D}">
      <dgm:prSet/>
      <dgm:spPr/>
      <dgm:t>
        <a:bodyPr/>
        <a:lstStyle/>
        <a:p>
          <a:endParaRPr lang="tr-TR"/>
        </a:p>
      </dgm:t>
    </dgm:pt>
    <dgm:pt modelId="{8630DA4F-A6E5-4D10-AA72-D7B4A3638561}">
      <dgm:prSet/>
      <dgm:spPr/>
      <dgm:t>
        <a:bodyPr/>
        <a:lstStyle/>
        <a:p>
          <a:r>
            <a:rPr lang="tr-TR" dirty="0" err="1"/>
            <a:t>Usage</a:t>
          </a:r>
          <a:endParaRPr lang="tr-TR" dirty="0"/>
        </a:p>
      </dgm:t>
    </dgm:pt>
    <dgm:pt modelId="{F17D0B15-3E3A-48D5-B26C-A33DB30069AA}" type="parTrans" cxnId="{99BE93EE-7D4F-41B8-98D1-1F7E9957B26A}">
      <dgm:prSet/>
      <dgm:spPr/>
      <dgm:t>
        <a:bodyPr/>
        <a:lstStyle/>
        <a:p>
          <a:endParaRPr lang="tr-TR"/>
        </a:p>
      </dgm:t>
    </dgm:pt>
    <dgm:pt modelId="{3799A1C0-63CD-435E-BE31-54D37AEB94BD}" type="sibTrans" cxnId="{99BE93EE-7D4F-41B8-98D1-1F7E9957B26A}">
      <dgm:prSet/>
      <dgm:spPr/>
      <dgm:t>
        <a:bodyPr/>
        <a:lstStyle/>
        <a:p>
          <a:endParaRPr lang="tr-TR"/>
        </a:p>
      </dgm:t>
    </dgm:pt>
    <dgm:pt modelId="{D64A16AA-48E9-4BE1-A8C4-3D1D80984FD3}">
      <dgm:prSet/>
      <dgm:spPr/>
      <dgm:t>
        <a:bodyPr/>
        <a:lstStyle/>
        <a:p>
          <a:r>
            <a:rPr lang="en-US"/>
            <a:t>Most</a:t>
          </a:r>
          <a:r>
            <a:rPr lang="tr-TR"/>
            <a:t> </a:t>
          </a:r>
          <a:r>
            <a:rPr lang="en-US" dirty="0"/>
            <a:t>hardware wallets generate more secure 24-word mnemonic.</a:t>
          </a:r>
          <a:endParaRPr lang="tr-TR" dirty="0"/>
        </a:p>
      </dgm:t>
    </dgm:pt>
    <dgm:pt modelId="{2D5F6522-AFA0-4D20-9406-D7A365FB2110}" type="parTrans" cxnId="{EDAC765F-4047-4EC4-B5DB-023B20292899}">
      <dgm:prSet/>
      <dgm:spPr/>
      <dgm:t>
        <a:bodyPr/>
        <a:lstStyle/>
        <a:p>
          <a:endParaRPr lang="tr-TR"/>
        </a:p>
      </dgm:t>
    </dgm:pt>
    <dgm:pt modelId="{FFAD1E94-B94E-4C15-9B0D-F20D91923C95}" type="sibTrans" cxnId="{EDAC765F-4047-4EC4-B5DB-023B20292899}">
      <dgm:prSet/>
      <dgm:spPr/>
      <dgm:t>
        <a:bodyPr/>
        <a:lstStyle/>
        <a:p>
          <a:endParaRPr lang="tr-TR"/>
        </a:p>
      </dgm:t>
    </dgm:pt>
    <dgm:pt modelId="{80E384A7-76C3-4FB6-9707-3490B985C6AA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mnemonic is used</a:t>
          </a:r>
          <a:r>
            <a:rPr lang="tr-TR" dirty="0"/>
            <a:t> </a:t>
          </a:r>
          <a:r>
            <a:rPr lang="en-US" dirty="0"/>
            <a:t>in exactly the same way, regardless of</a:t>
          </a:r>
          <a:r>
            <a:rPr lang="tr-TR" dirty="0"/>
            <a:t> </a:t>
          </a:r>
          <a:r>
            <a:rPr lang="en-US" dirty="0"/>
            <a:t>length.</a:t>
          </a:r>
          <a:endParaRPr lang="tr-TR" dirty="0"/>
        </a:p>
      </dgm:t>
    </dgm:pt>
    <dgm:pt modelId="{8E074DE2-0EF6-49A2-A41A-549DCF76439A}" type="parTrans" cxnId="{FD0FF3DF-B8F8-4994-ADB6-E09FA3E6EF62}">
      <dgm:prSet/>
      <dgm:spPr/>
      <dgm:t>
        <a:bodyPr/>
        <a:lstStyle/>
        <a:p>
          <a:endParaRPr lang="tr-TR"/>
        </a:p>
      </dgm:t>
    </dgm:pt>
    <dgm:pt modelId="{41D6CF8F-FBAC-4623-80BE-3DE4EBE0CEDB}" type="sibTrans" cxnId="{FD0FF3DF-B8F8-4994-ADB6-E09FA3E6EF62}">
      <dgm:prSet/>
      <dgm:spPr/>
      <dgm:t>
        <a:bodyPr/>
        <a:lstStyle/>
        <a:p>
          <a:endParaRPr lang="tr-TR"/>
        </a:p>
      </dgm:t>
    </dgm:pt>
    <dgm:pt modelId="{23FB3E75-08F3-4566-A6D9-A281C592D38E}" type="pres">
      <dgm:prSet presAssocID="{FEFCCF34-202E-494C-8B58-8BA0C299B69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44FC187-ADED-479E-AD9F-86BB82BD712C}" type="pres">
      <dgm:prSet presAssocID="{B7F0117E-68DF-46A9-B220-377E29197316}" presName="vertOne" presStyleCnt="0"/>
      <dgm:spPr/>
    </dgm:pt>
    <dgm:pt modelId="{D77B9299-6212-4C6F-8DB0-68C24AF97A48}" type="pres">
      <dgm:prSet presAssocID="{B7F0117E-68DF-46A9-B220-377E29197316}" presName="txOne" presStyleLbl="node0" presStyleIdx="0" presStyleCnt="2">
        <dgm:presLayoutVars>
          <dgm:chPref val="3"/>
        </dgm:presLayoutVars>
      </dgm:prSet>
      <dgm:spPr/>
    </dgm:pt>
    <dgm:pt modelId="{F85CCE52-42AB-4397-B86A-53765B809D8C}" type="pres">
      <dgm:prSet presAssocID="{B7F0117E-68DF-46A9-B220-377E29197316}" presName="parTransOne" presStyleCnt="0"/>
      <dgm:spPr/>
    </dgm:pt>
    <dgm:pt modelId="{13274F4A-FD28-4A8E-9951-E604BBF3B049}" type="pres">
      <dgm:prSet presAssocID="{B7F0117E-68DF-46A9-B220-377E29197316}" presName="horzOne" presStyleCnt="0"/>
      <dgm:spPr/>
    </dgm:pt>
    <dgm:pt modelId="{F04F0B0E-2C97-4FAC-A8B2-5536E2940B37}" type="pres">
      <dgm:prSet presAssocID="{D64A16AA-48E9-4BE1-A8C4-3D1D80984FD3}" presName="vertTwo" presStyleCnt="0"/>
      <dgm:spPr/>
    </dgm:pt>
    <dgm:pt modelId="{612D1208-7AB2-4C62-B772-CBAF6FD0BEB9}" type="pres">
      <dgm:prSet presAssocID="{D64A16AA-48E9-4BE1-A8C4-3D1D80984FD3}" presName="txTwo" presStyleLbl="node2" presStyleIdx="0" presStyleCnt="2">
        <dgm:presLayoutVars>
          <dgm:chPref val="3"/>
        </dgm:presLayoutVars>
      </dgm:prSet>
      <dgm:spPr/>
    </dgm:pt>
    <dgm:pt modelId="{80DB6CBD-F7EA-4BA6-8702-8AB9FD0AE2D4}" type="pres">
      <dgm:prSet presAssocID="{D64A16AA-48E9-4BE1-A8C4-3D1D80984FD3}" presName="horzTwo" presStyleCnt="0"/>
      <dgm:spPr/>
    </dgm:pt>
    <dgm:pt modelId="{680319E1-3A46-44D4-8508-85B176020A4C}" type="pres">
      <dgm:prSet presAssocID="{8E0BD23C-50D5-4B91-B744-244CEA4E310B}" presName="sibSpaceOne" presStyleCnt="0"/>
      <dgm:spPr/>
    </dgm:pt>
    <dgm:pt modelId="{E06179B6-53F1-4215-BC96-06053AE9AA9B}" type="pres">
      <dgm:prSet presAssocID="{8630DA4F-A6E5-4D10-AA72-D7B4A3638561}" presName="vertOne" presStyleCnt="0"/>
      <dgm:spPr/>
    </dgm:pt>
    <dgm:pt modelId="{F348E8AF-693E-4884-9067-EDA2BF93E0EB}" type="pres">
      <dgm:prSet presAssocID="{8630DA4F-A6E5-4D10-AA72-D7B4A3638561}" presName="txOne" presStyleLbl="node0" presStyleIdx="1" presStyleCnt="2">
        <dgm:presLayoutVars>
          <dgm:chPref val="3"/>
        </dgm:presLayoutVars>
      </dgm:prSet>
      <dgm:spPr/>
    </dgm:pt>
    <dgm:pt modelId="{99B8F709-D42C-4934-9E42-5AD314684941}" type="pres">
      <dgm:prSet presAssocID="{8630DA4F-A6E5-4D10-AA72-D7B4A3638561}" presName="parTransOne" presStyleCnt="0"/>
      <dgm:spPr/>
    </dgm:pt>
    <dgm:pt modelId="{B53F2C2B-94C4-4514-BC1A-6E22462ABEE2}" type="pres">
      <dgm:prSet presAssocID="{8630DA4F-A6E5-4D10-AA72-D7B4A3638561}" presName="horzOne" presStyleCnt="0"/>
      <dgm:spPr/>
    </dgm:pt>
    <dgm:pt modelId="{25C8A7A7-95DC-4390-AECE-F4A849D07590}" type="pres">
      <dgm:prSet presAssocID="{80E384A7-76C3-4FB6-9707-3490B985C6AA}" presName="vertTwo" presStyleCnt="0"/>
      <dgm:spPr/>
    </dgm:pt>
    <dgm:pt modelId="{26986DAF-1C9A-4215-9A32-19772DD38E1F}" type="pres">
      <dgm:prSet presAssocID="{80E384A7-76C3-4FB6-9707-3490B985C6AA}" presName="txTwo" presStyleLbl="node2" presStyleIdx="1" presStyleCnt="2">
        <dgm:presLayoutVars>
          <dgm:chPref val="3"/>
        </dgm:presLayoutVars>
      </dgm:prSet>
      <dgm:spPr/>
    </dgm:pt>
    <dgm:pt modelId="{15E06C80-1977-49F0-91C0-820158DB13AF}" type="pres">
      <dgm:prSet presAssocID="{80E384A7-76C3-4FB6-9707-3490B985C6AA}" presName="horzTwo" presStyleCnt="0"/>
      <dgm:spPr/>
    </dgm:pt>
  </dgm:ptLst>
  <dgm:cxnLst>
    <dgm:cxn modelId="{9D7A330F-7B5A-4778-80E0-9C836376D668}" type="presOf" srcId="{80E384A7-76C3-4FB6-9707-3490B985C6AA}" destId="{26986DAF-1C9A-4215-9A32-19772DD38E1F}" srcOrd="0" destOrd="0" presId="urn:microsoft.com/office/officeart/2005/8/layout/hierarchy4"/>
    <dgm:cxn modelId="{6AC73439-0B3B-4E5C-B2F0-433D305D34D0}" type="presOf" srcId="{B7F0117E-68DF-46A9-B220-377E29197316}" destId="{D77B9299-6212-4C6F-8DB0-68C24AF97A48}" srcOrd="0" destOrd="0" presId="urn:microsoft.com/office/officeart/2005/8/layout/hierarchy4"/>
    <dgm:cxn modelId="{EDAC765F-4047-4EC4-B5DB-023B20292899}" srcId="{B7F0117E-68DF-46A9-B220-377E29197316}" destId="{D64A16AA-48E9-4BE1-A8C4-3D1D80984FD3}" srcOrd="0" destOrd="0" parTransId="{2D5F6522-AFA0-4D20-9406-D7A365FB2110}" sibTransId="{FFAD1E94-B94E-4C15-9B0D-F20D91923C95}"/>
    <dgm:cxn modelId="{0F7C8856-979A-4FDB-A8F1-415BABC79F1D}" srcId="{FEFCCF34-202E-494C-8B58-8BA0C299B69F}" destId="{B7F0117E-68DF-46A9-B220-377E29197316}" srcOrd="0" destOrd="0" parTransId="{EAE4BD1E-5864-4F5F-AE11-06AAFC15AD55}" sibTransId="{8E0BD23C-50D5-4B91-B744-244CEA4E310B}"/>
    <dgm:cxn modelId="{5112FB78-5E11-4D9F-B770-4698B296C862}" type="presOf" srcId="{8630DA4F-A6E5-4D10-AA72-D7B4A3638561}" destId="{F348E8AF-693E-4884-9067-EDA2BF93E0EB}" srcOrd="0" destOrd="0" presId="urn:microsoft.com/office/officeart/2005/8/layout/hierarchy4"/>
    <dgm:cxn modelId="{C7F7CBAF-5C99-4581-957F-6BE2FA88F36B}" type="presOf" srcId="{FEFCCF34-202E-494C-8B58-8BA0C299B69F}" destId="{23FB3E75-08F3-4566-A6D9-A281C592D38E}" srcOrd="0" destOrd="0" presId="urn:microsoft.com/office/officeart/2005/8/layout/hierarchy4"/>
    <dgm:cxn modelId="{FD0FF3DF-B8F8-4994-ADB6-E09FA3E6EF62}" srcId="{8630DA4F-A6E5-4D10-AA72-D7B4A3638561}" destId="{80E384A7-76C3-4FB6-9707-3490B985C6AA}" srcOrd="0" destOrd="0" parTransId="{8E074DE2-0EF6-49A2-A41A-549DCF76439A}" sibTransId="{41D6CF8F-FBAC-4623-80BE-3DE4EBE0CEDB}"/>
    <dgm:cxn modelId="{99BE93EE-7D4F-41B8-98D1-1F7E9957B26A}" srcId="{FEFCCF34-202E-494C-8B58-8BA0C299B69F}" destId="{8630DA4F-A6E5-4D10-AA72-D7B4A3638561}" srcOrd="1" destOrd="0" parTransId="{F17D0B15-3E3A-48D5-B26C-A33DB30069AA}" sibTransId="{3799A1C0-63CD-435E-BE31-54D37AEB94BD}"/>
    <dgm:cxn modelId="{14B521F1-D680-4436-BC74-5CDA98394954}" type="presOf" srcId="{D64A16AA-48E9-4BE1-A8C4-3D1D80984FD3}" destId="{612D1208-7AB2-4C62-B772-CBAF6FD0BEB9}" srcOrd="0" destOrd="0" presId="urn:microsoft.com/office/officeart/2005/8/layout/hierarchy4"/>
    <dgm:cxn modelId="{11F52551-B2AA-4064-8B15-4302332129BC}" type="presParOf" srcId="{23FB3E75-08F3-4566-A6D9-A281C592D38E}" destId="{A44FC187-ADED-479E-AD9F-86BB82BD712C}" srcOrd="0" destOrd="0" presId="urn:microsoft.com/office/officeart/2005/8/layout/hierarchy4"/>
    <dgm:cxn modelId="{16DF0B2F-42A4-4682-A192-CE9DB664B870}" type="presParOf" srcId="{A44FC187-ADED-479E-AD9F-86BB82BD712C}" destId="{D77B9299-6212-4C6F-8DB0-68C24AF97A48}" srcOrd="0" destOrd="0" presId="urn:microsoft.com/office/officeart/2005/8/layout/hierarchy4"/>
    <dgm:cxn modelId="{EC93E1BA-F4A3-460C-88BC-C178F74CBEFB}" type="presParOf" srcId="{A44FC187-ADED-479E-AD9F-86BB82BD712C}" destId="{F85CCE52-42AB-4397-B86A-53765B809D8C}" srcOrd="1" destOrd="0" presId="urn:microsoft.com/office/officeart/2005/8/layout/hierarchy4"/>
    <dgm:cxn modelId="{159ED84C-CACF-4851-8CCF-ED05379128F8}" type="presParOf" srcId="{A44FC187-ADED-479E-AD9F-86BB82BD712C}" destId="{13274F4A-FD28-4A8E-9951-E604BBF3B049}" srcOrd="2" destOrd="0" presId="urn:microsoft.com/office/officeart/2005/8/layout/hierarchy4"/>
    <dgm:cxn modelId="{879C6557-F804-44E5-A467-9572974EE4E2}" type="presParOf" srcId="{13274F4A-FD28-4A8E-9951-E604BBF3B049}" destId="{F04F0B0E-2C97-4FAC-A8B2-5536E2940B37}" srcOrd="0" destOrd="0" presId="urn:microsoft.com/office/officeart/2005/8/layout/hierarchy4"/>
    <dgm:cxn modelId="{ADA22CE7-92F4-44C3-95CC-C65B7BA06BE8}" type="presParOf" srcId="{F04F0B0E-2C97-4FAC-A8B2-5536E2940B37}" destId="{612D1208-7AB2-4C62-B772-CBAF6FD0BEB9}" srcOrd="0" destOrd="0" presId="urn:microsoft.com/office/officeart/2005/8/layout/hierarchy4"/>
    <dgm:cxn modelId="{24323397-73CE-4C72-A314-EB17AE19EBCF}" type="presParOf" srcId="{F04F0B0E-2C97-4FAC-A8B2-5536E2940B37}" destId="{80DB6CBD-F7EA-4BA6-8702-8AB9FD0AE2D4}" srcOrd="1" destOrd="0" presId="urn:microsoft.com/office/officeart/2005/8/layout/hierarchy4"/>
    <dgm:cxn modelId="{1A3CA56E-AFD0-4069-ACDF-EFE81A14EAFB}" type="presParOf" srcId="{23FB3E75-08F3-4566-A6D9-A281C592D38E}" destId="{680319E1-3A46-44D4-8508-85B176020A4C}" srcOrd="1" destOrd="0" presId="urn:microsoft.com/office/officeart/2005/8/layout/hierarchy4"/>
    <dgm:cxn modelId="{54745D3C-687F-4917-90CB-D3C204D05A2B}" type="presParOf" srcId="{23FB3E75-08F3-4566-A6D9-A281C592D38E}" destId="{E06179B6-53F1-4215-BC96-06053AE9AA9B}" srcOrd="2" destOrd="0" presId="urn:microsoft.com/office/officeart/2005/8/layout/hierarchy4"/>
    <dgm:cxn modelId="{EFD6913B-8086-4625-B791-379399F0701B}" type="presParOf" srcId="{E06179B6-53F1-4215-BC96-06053AE9AA9B}" destId="{F348E8AF-693E-4884-9067-EDA2BF93E0EB}" srcOrd="0" destOrd="0" presId="urn:microsoft.com/office/officeart/2005/8/layout/hierarchy4"/>
    <dgm:cxn modelId="{356FB1CB-E63E-417D-BC68-9F9927BEFD54}" type="presParOf" srcId="{E06179B6-53F1-4215-BC96-06053AE9AA9B}" destId="{99B8F709-D42C-4934-9E42-5AD314684941}" srcOrd="1" destOrd="0" presId="urn:microsoft.com/office/officeart/2005/8/layout/hierarchy4"/>
    <dgm:cxn modelId="{0CC33C41-BC47-4B68-AC8A-D0A6CEA89027}" type="presParOf" srcId="{E06179B6-53F1-4215-BC96-06053AE9AA9B}" destId="{B53F2C2B-94C4-4514-BC1A-6E22462ABEE2}" srcOrd="2" destOrd="0" presId="urn:microsoft.com/office/officeart/2005/8/layout/hierarchy4"/>
    <dgm:cxn modelId="{C9242AED-2E96-4B2B-B550-767981329B9E}" type="presParOf" srcId="{B53F2C2B-94C4-4514-BC1A-6E22462ABEE2}" destId="{25C8A7A7-95DC-4390-AECE-F4A849D07590}" srcOrd="0" destOrd="0" presId="urn:microsoft.com/office/officeart/2005/8/layout/hierarchy4"/>
    <dgm:cxn modelId="{08EDA49D-66F8-4B57-8EC1-251AFFC21704}" type="presParOf" srcId="{25C8A7A7-95DC-4390-AECE-F4A849D07590}" destId="{26986DAF-1C9A-4215-9A32-19772DD38E1F}" srcOrd="0" destOrd="0" presId="urn:microsoft.com/office/officeart/2005/8/layout/hierarchy4"/>
    <dgm:cxn modelId="{B59E8B18-6F51-4521-AF1A-595B30EEDA57}" type="presParOf" srcId="{25C8A7A7-95DC-4390-AECE-F4A849D07590}" destId="{15E06C80-1977-49F0-91C0-820158DB13A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E46F5A3-7B6A-4723-B553-18C7E0085C1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519B1CD-862F-4FED-A6D2-36C183DC346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Mnemonic Code Words (BIP-39)</a:t>
          </a:r>
          <a:endParaRPr lang="en-US"/>
        </a:p>
      </dgm:t>
    </dgm:pt>
    <dgm:pt modelId="{FAA07A48-2365-44B3-AFF8-7F599337DF92}" type="parTrans" cxnId="{B5F8CF27-25A8-4220-AA02-11197DD479B5}">
      <dgm:prSet/>
      <dgm:spPr/>
      <dgm:t>
        <a:bodyPr/>
        <a:lstStyle/>
        <a:p>
          <a:endParaRPr lang="en-US"/>
        </a:p>
      </dgm:t>
    </dgm:pt>
    <dgm:pt modelId="{33427183-CA62-4455-9E54-8F7CEB1096BE}" type="sibTrans" cxnId="{B5F8CF27-25A8-4220-AA02-11197DD479B5}">
      <dgm:prSet/>
      <dgm:spPr/>
      <dgm:t>
        <a:bodyPr/>
        <a:lstStyle/>
        <a:p>
          <a:endParaRPr lang="en-US"/>
        </a:p>
      </dgm:t>
    </dgm:pt>
    <dgm:pt modelId="{48062D7D-F5FB-44C7-85BD-1F749ADA8A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Creating an HD Wallet from the Seed</a:t>
          </a:r>
        </a:p>
      </dgm:t>
    </dgm:pt>
    <dgm:pt modelId="{A029FB4C-7211-431F-BE87-42F16FC3CC49}" type="parTrans" cxnId="{CF383FFB-7ED5-478C-AE6A-508099BD080F}">
      <dgm:prSet/>
      <dgm:spPr/>
      <dgm:t>
        <a:bodyPr/>
        <a:lstStyle/>
        <a:p>
          <a:endParaRPr lang="en-US"/>
        </a:p>
      </dgm:t>
    </dgm:pt>
    <dgm:pt modelId="{2183DC30-2598-4F8D-944F-0516633DAF46}" type="sibTrans" cxnId="{CF383FFB-7ED5-478C-AE6A-508099BD080F}">
      <dgm:prSet/>
      <dgm:spPr/>
      <dgm:t>
        <a:bodyPr/>
        <a:lstStyle/>
        <a:p>
          <a:endParaRPr lang="en-US"/>
        </a:p>
      </dgm:t>
    </dgm:pt>
    <dgm:pt modelId="{99F7391C-1744-4DA1-A7C2-04F809086E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an Extended Public Key on a Web Store</a:t>
          </a:r>
        </a:p>
      </dgm:t>
    </dgm:pt>
    <dgm:pt modelId="{6FB46A08-EA53-4EB0-AFAB-789198E7287E}" type="parTrans" cxnId="{18996D3D-3101-400C-9793-4CEFEBA24204}">
      <dgm:prSet/>
      <dgm:spPr/>
      <dgm:t>
        <a:bodyPr/>
        <a:lstStyle/>
        <a:p>
          <a:endParaRPr lang="en-US"/>
        </a:p>
      </dgm:t>
    </dgm:pt>
    <dgm:pt modelId="{515EC20E-C55A-4A72-9F38-D8DD8EF4F794}" type="sibTrans" cxnId="{18996D3D-3101-400C-9793-4CEFEBA24204}">
      <dgm:prSet/>
      <dgm:spPr/>
      <dgm:t>
        <a:bodyPr/>
        <a:lstStyle/>
        <a:p>
          <a:endParaRPr lang="en-US"/>
        </a:p>
      </dgm:t>
    </dgm:pt>
    <dgm:pt modelId="{593F30AE-050A-461D-B6D1-E3482674F219}" type="pres">
      <dgm:prSet presAssocID="{2E46F5A3-7B6A-4723-B553-18C7E0085C1C}" presName="root" presStyleCnt="0">
        <dgm:presLayoutVars>
          <dgm:dir/>
          <dgm:resizeHandles val="exact"/>
        </dgm:presLayoutVars>
      </dgm:prSet>
      <dgm:spPr/>
    </dgm:pt>
    <dgm:pt modelId="{1AB008AB-6915-457B-9DF0-FCDA550632BD}" type="pres">
      <dgm:prSet presAssocID="{F519B1CD-862F-4FED-A6D2-36C183DC3467}" presName="compNode" presStyleCnt="0"/>
      <dgm:spPr/>
    </dgm:pt>
    <dgm:pt modelId="{7201C0F8-4DD8-4BD5-8C36-ABABCD232574}" type="pres">
      <dgm:prSet presAssocID="{F519B1CD-862F-4FED-A6D2-36C183DC34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301827E-BA43-41B8-A6CF-2A3477310D42}" type="pres">
      <dgm:prSet presAssocID="{F519B1CD-862F-4FED-A6D2-36C183DC3467}" presName="spaceRect" presStyleCnt="0"/>
      <dgm:spPr/>
    </dgm:pt>
    <dgm:pt modelId="{1D842093-3D2B-4D19-8DEC-13F663486981}" type="pres">
      <dgm:prSet presAssocID="{F519B1CD-862F-4FED-A6D2-36C183DC3467}" presName="textRect" presStyleLbl="revTx" presStyleIdx="0" presStyleCnt="3">
        <dgm:presLayoutVars>
          <dgm:chMax val="1"/>
          <dgm:chPref val="1"/>
        </dgm:presLayoutVars>
      </dgm:prSet>
      <dgm:spPr/>
    </dgm:pt>
    <dgm:pt modelId="{285BAC29-A067-4809-A8AF-7C38519BFAF8}" type="pres">
      <dgm:prSet presAssocID="{33427183-CA62-4455-9E54-8F7CEB1096BE}" presName="sibTrans" presStyleCnt="0"/>
      <dgm:spPr/>
    </dgm:pt>
    <dgm:pt modelId="{53DB6FB9-41DF-44BE-8C49-EEC150D329D7}" type="pres">
      <dgm:prSet presAssocID="{48062D7D-F5FB-44C7-85BD-1F749ADA8A74}" presName="compNode" presStyleCnt="0"/>
      <dgm:spPr/>
    </dgm:pt>
    <dgm:pt modelId="{FF85A859-2E3B-4E45-ACD9-6F4E12246B34}" type="pres">
      <dgm:prSet presAssocID="{48062D7D-F5FB-44C7-85BD-1F749ADA8A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üzdan"/>
        </a:ext>
      </dgm:extLst>
    </dgm:pt>
    <dgm:pt modelId="{46BD5609-5931-4516-8238-CA2C3455DDA0}" type="pres">
      <dgm:prSet presAssocID="{48062D7D-F5FB-44C7-85BD-1F749ADA8A74}" presName="spaceRect" presStyleCnt="0"/>
      <dgm:spPr/>
    </dgm:pt>
    <dgm:pt modelId="{833547BA-C168-4F02-AB1F-FD33F82E0C87}" type="pres">
      <dgm:prSet presAssocID="{48062D7D-F5FB-44C7-85BD-1F749ADA8A74}" presName="textRect" presStyleLbl="revTx" presStyleIdx="1" presStyleCnt="3">
        <dgm:presLayoutVars>
          <dgm:chMax val="1"/>
          <dgm:chPref val="1"/>
        </dgm:presLayoutVars>
      </dgm:prSet>
      <dgm:spPr/>
    </dgm:pt>
    <dgm:pt modelId="{DC31C670-0A74-41B8-B379-18470461DC41}" type="pres">
      <dgm:prSet presAssocID="{2183DC30-2598-4F8D-944F-0516633DAF46}" presName="sibTrans" presStyleCnt="0"/>
      <dgm:spPr/>
    </dgm:pt>
    <dgm:pt modelId="{255DBFDB-1672-45E6-8022-89E249BC29DB}" type="pres">
      <dgm:prSet presAssocID="{99F7391C-1744-4DA1-A7C2-04F809086E16}" presName="compNode" presStyleCnt="0"/>
      <dgm:spPr/>
    </dgm:pt>
    <dgm:pt modelId="{052E85B3-91E0-4E9F-8E47-A9E45DCD0161}" type="pres">
      <dgm:prSet presAssocID="{99F7391C-1744-4DA1-A7C2-04F809086E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ahtar"/>
        </a:ext>
      </dgm:extLst>
    </dgm:pt>
    <dgm:pt modelId="{840D2BCD-6468-45BC-A03D-0C80C741441C}" type="pres">
      <dgm:prSet presAssocID="{99F7391C-1744-4DA1-A7C2-04F809086E16}" presName="spaceRect" presStyleCnt="0"/>
      <dgm:spPr/>
    </dgm:pt>
    <dgm:pt modelId="{965CD183-0487-40E8-B53D-04E9D155D737}" type="pres">
      <dgm:prSet presAssocID="{99F7391C-1744-4DA1-A7C2-04F809086E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8689A25-79EF-45BF-8523-D03468C7CCD6}" type="presOf" srcId="{99F7391C-1744-4DA1-A7C2-04F809086E16}" destId="{965CD183-0487-40E8-B53D-04E9D155D737}" srcOrd="0" destOrd="0" presId="urn:microsoft.com/office/officeart/2018/2/layout/IconLabelList"/>
    <dgm:cxn modelId="{B5F8CF27-25A8-4220-AA02-11197DD479B5}" srcId="{2E46F5A3-7B6A-4723-B553-18C7E0085C1C}" destId="{F519B1CD-862F-4FED-A6D2-36C183DC3467}" srcOrd="0" destOrd="0" parTransId="{FAA07A48-2365-44B3-AFF8-7F599337DF92}" sibTransId="{33427183-CA62-4455-9E54-8F7CEB1096BE}"/>
    <dgm:cxn modelId="{18996D3D-3101-400C-9793-4CEFEBA24204}" srcId="{2E46F5A3-7B6A-4723-B553-18C7E0085C1C}" destId="{99F7391C-1744-4DA1-A7C2-04F809086E16}" srcOrd="2" destOrd="0" parTransId="{6FB46A08-EA53-4EB0-AFAB-789198E7287E}" sibTransId="{515EC20E-C55A-4A72-9F38-D8DD8EF4F794}"/>
    <dgm:cxn modelId="{FCEEE074-C6EA-4981-AFB6-209DB34ED9A7}" type="presOf" srcId="{2E46F5A3-7B6A-4723-B553-18C7E0085C1C}" destId="{593F30AE-050A-461D-B6D1-E3482674F219}" srcOrd="0" destOrd="0" presId="urn:microsoft.com/office/officeart/2018/2/layout/IconLabelList"/>
    <dgm:cxn modelId="{38659588-D855-4B4A-BE6D-51E9F1D6B6E2}" type="presOf" srcId="{48062D7D-F5FB-44C7-85BD-1F749ADA8A74}" destId="{833547BA-C168-4F02-AB1F-FD33F82E0C87}" srcOrd="0" destOrd="0" presId="urn:microsoft.com/office/officeart/2018/2/layout/IconLabelList"/>
    <dgm:cxn modelId="{CF383FFB-7ED5-478C-AE6A-508099BD080F}" srcId="{2E46F5A3-7B6A-4723-B553-18C7E0085C1C}" destId="{48062D7D-F5FB-44C7-85BD-1F749ADA8A74}" srcOrd="1" destOrd="0" parTransId="{A029FB4C-7211-431F-BE87-42F16FC3CC49}" sibTransId="{2183DC30-2598-4F8D-944F-0516633DAF46}"/>
    <dgm:cxn modelId="{EF2D4DFF-DE2A-4007-AA82-A27E53F85FED}" type="presOf" srcId="{F519B1CD-862F-4FED-A6D2-36C183DC3467}" destId="{1D842093-3D2B-4D19-8DEC-13F663486981}" srcOrd="0" destOrd="0" presId="urn:microsoft.com/office/officeart/2018/2/layout/IconLabelList"/>
    <dgm:cxn modelId="{7B7D8C75-4830-46B3-B274-1C8B8426C180}" type="presParOf" srcId="{593F30AE-050A-461D-B6D1-E3482674F219}" destId="{1AB008AB-6915-457B-9DF0-FCDA550632BD}" srcOrd="0" destOrd="0" presId="urn:microsoft.com/office/officeart/2018/2/layout/IconLabelList"/>
    <dgm:cxn modelId="{A3494179-0AD7-412B-93BD-B71691403D34}" type="presParOf" srcId="{1AB008AB-6915-457B-9DF0-FCDA550632BD}" destId="{7201C0F8-4DD8-4BD5-8C36-ABABCD232574}" srcOrd="0" destOrd="0" presId="urn:microsoft.com/office/officeart/2018/2/layout/IconLabelList"/>
    <dgm:cxn modelId="{5E1C8327-73BC-4146-A236-F2593DD565C3}" type="presParOf" srcId="{1AB008AB-6915-457B-9DF0-FCDA550632BD}" destId="{1301827E-BA43-41B8-A6CF-2A3477310D42}" srcOrd="1" destOrd="0" presId="urn:microsoft.com/office/officeart/2018/2/layout/IconLabelList"/>
    <dgm:cxn modelId="{2BB8F9C2-2AAA-4EF1-B7F5-CFAC2ECDC6F0}" type="presParOf" srcId="{1AB008AB-6915-457B-9DF0-FCDA550632BD}" destId="{1D842093-3D2B-4D19-8DEC-13F663486981}" srcOrd="2" destOrd="0" presId="urn:microsoft.com/office/officeart/2018/2/layout/IconLabelList"/>
    <dgm:cxn modelId="{A761289B-9E3C-4335-97D6-50E853203578}" type="presParOf" srcId="{593F30AE-050A-461D-B6D1-E3482674F219}" destId="{285BAC29-A067-4809-A8AF-7C38519BFAF8}" srcOrd="1" destOrd="0" presId="urn:microsoft.com/office/officeart/2018/2/layout/IconLabelList"/>
    <dgm:cxn modelId="{83F8C252-A02D-49DF-B521-968E6AE4E85E}" type="presParOf" srcId="{593F30AE-050A-461D-B6D1-E3482674F219}" destId="{53DB6FB9-41DF-44BE-8C49-EEC150D329D7}" srcOrd="2" destOrd="0" presId="urn:microsoft.com/office/officeart/2018/2/layout/IconLabelList"/>
    <dgm:cxn modelId="{F6E59B75-FD38-469C-A5BB-693CC114A9ED}" type="presParOf" srcId="{53DB6FB9-41DF-44BE-8C49-EEC150D329D7}" destId="{FF85A859-2E3B-4E45-ACD9-6F4E12246B34}" srcOrd="0" destOrd="0" presId="urn:microsoft.com/office/officeart/2018/2/layout/IconLabelList"/>
    <dgm:cxn modelId="{3F65ACAE-8AA3-46F8-A12C-FDAEA5820D29}" type="presParOf" srcId="{53DB6FB9-41DF-44BE-8C49-EEC150D329D7}" destId="{46BD5609-5931-4516-8238-CA2C3455DDA0}" srcOrd="1" destOrd="0" presId="urn:microsoft.com/office/officeart/2018/2/layout/IconLabelList"/>
    <dgm:cxn modelId="{76D9B850-3C5F-4E5C-9268-13EA94EA2E44}" type="presParOf" srcId="{53DB6FB9-41DF-44BE-8C49-EEC150D329D7}" destId="{833547BA-C168-4F02-AB1F-FD33F82E0C87}" srcOrd="2" destOrd="0" presId="urn:microsoft.com/office/officeart/2018/2/layout/IconLabelList"/>
    <dgm:cxn modelId="{156888A8-DF3F-45AE-80DB-86812B92959E}" type="presParOf" srcId="{593F30AE-050A-461D-B6D1-E3482674F219}" destId="{DC31C670-0A74-41B8-B379-18470461DC41}" srcOrd="3" destOrd="0" presId="urn:microsoft.com/office/officeart/2018/2/layout/IconLabelList"/>
    <dgm:cxn modelId="{387C1825-7CAB-4EE1-AB8F-86E8199EE19C}" type="presParOf" srcId="{593F30AE-050A-461D-B6D1-E3482674F219}" destId="{255DBFDB-1672-45E6-8022-89E249BC29DB}" srcOrd="4" destOrd="0" presId="urn:microsoft.com/office/officeart/2018/2/layout/IconLabelList"/>
    <dgm:cxn modelId="{64A38D49-FCA1-48C4-9E78-13DAD823B54E}" type="presParOf" srcId="{255DBFDB-1672-45E6-8022-89E249BC29DB}" destId="{052E85B3-91E0-4E9F-8E47-A9E45DCD0161}" srcOrd="0" destOrd="0" presId="urn:microsoft.com/office/officeart/2018/2/layout/IconLabelList"/>
    <dgm:cxn modelId="{63BEA0CE-E92F-4D30-A3AF-1A226DE0B557}" type="presParOf" srcId="{255DBFDB-1672-45E6-8022-89E249BC29DB}" destId="{840D2BCD-6468-45BC-A03D-0C80C741441C}" srcOrd="1" destOrd="0" presId="urn:microsoft.com/office/officeart/2018/2/layout/IconLabelList"/>
    <dgm:cxn modelId="{0488256E-555E-4135-8492-B09077D71914}" type="presParOf" srcId="{255DBFDB-1672-45E6-8022-89E249BC29DB}" destId="{965CD183-0487-40E8-B53D-04E9D155D7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2AFA67B-EA85-4F0E-90F8-34159DE507E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D1F20B-4399-400F-8ED7-98397627FC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Mnemonic </a:t>
          </a:r>
          <a:r>
            <a:rPr lang="tr-TR"/>
            <a:t>code words</a:t>
          </a:r>
          <a:endParaRPr lang="en-US"/>
        </a:p>
      </dgm:t>
    </dgm:pt>
    <dgm:pt modelId="{FA580010-16FC-46DA-AD71-6DAD4766DDA7}" type="parTrans" cxnId="{9F1C616E-399E-4CD6-B26B-31060A3781B0}">
      <dgm:prSet/>
      <dgm:spPr/>
      <dgm:t>
        <a:bodyPr/>
        <a:lstStyle/>
        <a:p>
          <a:endParaRPr lang="en-US"/>
        </a:p>
      </dgm:t>
    </dgm:pt>
    <dgm:pt modelId="{1EF81B6A-F8F9-4933-AC78-E8D21C1E21F8}" type="sibTrans" cxnId="{9F1C616E-399E-4CD6-B26B-31060A3781B0}">
      <dgm:prSet/>
      <dgm:spPr/>
      <dgm:t>
        <a:bodyPr/>
        <a:lstStyle/>
        <a:p>
          <a:endParaRPr lang="en-US"/>
        </a:p>
      </dgm:t>
    </dgm:pt>
    <dgm:pt modelId="{5534BBA2-223A-4AF5-848F-C017115B0F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Mnemonic code words are word sequences </a:t>
          </a:r>
        </a:p>
      </dgm:t>
    </dgm:pt>
    <dgm:pt modelId="{6ECB1964-FE3A-4670-A8BA-F5FCD22BF01B}" type="parTrans" cxnId="{998BDBC8-D92C-4BD6-A655-70A091E513AA}">
      <dgm:prSet/>
      <dgm:spPr/>
      <dgm:t>
        <a:bodyPr/>
        <a:lstStyle/>
        <a:p>
          <a:endParaRPr lang="en-US"/>
        </a:p>
      </dgm:t>
    </dgm:pt>
    <dgm:pt modelId="{9D958898-5356-4078-BA27-968004995253}" type="sibTrans" cxnId="{998BDBC8-D92C-4BD6-A655-70A091E513AA}">
      <dgm:prSet/>
      <dgm:spPr/>
      <dgm:t>
        <a:bodyPr/>
        <a:lstStyle/>
        <a:p>
          <a:endParaRPr lang="en-US"/>
        </a:p>
      </dgm:t>
    </dgm:pt>
    <dgm:pt modelId="{B218C9F6-1198-4BE9-8635-D8A894A5334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</a:t>
          </a:r>
          <a:r>
            <a:rPr lang="en-US"/>
            <a:t>represent (encode) a random number</a:t>
          </a:r>
        </a:p>
      </dgm:t>
    </dgm:pt>
    <dgm:pt modelId="{B81EDA58-E9F5-4497-BCB8-6A57990854DE}" type="parTrans" cxnId="{F18132D2-8874-4FFA-9D03-FB4F9D24A59B}">
      <dgm:prSet/>
      <dgm:spPr/>
      <dgm:t>
        <a:bodyPr/>
        <a:lstStyle/>
        <a:p>
          <a:endParaRPr lang="en-US"/>
        </a:p>
      </dgm:t>
    </dgm:pt>
    <dgm:pt modelId="{E78E7FE0-8C66-4DAB-8C3C-B26AEBE9FE3E}" type="sibTrans" cxnId="{F18132D2-8874-4FFA-9D03-FB4F9D24A59B}">
      <dgm:prSet/>
      <dgm:spPr/>
      <dgm:t>
        <a:bodyPr/>
        <a:lstStyle/>
        <a:p>
          <a:endParaRPr lang="en-US"/>
        </a:p>
      </dgm:t>
    </dgm:pt>
    <dgm:pt modelId="{05E21B0B-BF13-4520-9F17-2F4C088B6C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 seed</a:t>
          </a:r>
          <a:endParaRPr lang="en-US"/>
        </a:p>
      </dgm:t>
    </dgm:pt>
    <dgm:pt modelId="{7C49EC32-0AF9-4E84-B2CD-9186DB6A8642}" type="parTrans" cxnId="{AECF65A4-0EB7-4FAA-BFF0-48FB98496C61}">
      <dgm:prSet/>
      <dgm:spPr/>
      <dgm:t>
        <a:bodyPr/>
        <a:lstStyle/>
        <a:p>
          <a:endParaRPr lang="en-US"/>
        </a:p>
      </dgm:t>
    </dgm:pt>
    <dgm:pt modelId="{B24F8887-90FD-48B7-827C-B9B7B4F85622}" type="sibTrans" cxnId="{AECF65A4-0EB7-4FAA-BFF0-48FB98496C61}">
      <dgm:prSet/>
      <dgm:spPr/>
      <dgm:t>
        <a:bodyPr/>
        <a:lstStyle/>
        <a:p>
          <a:endParaRPr lang="en-US"/>
        </a:p>
      </dgm:t>
    </dgm:pt>
    <dgm:pt modelId="{9B803FEF-7332-4327-A468-B8E63F88FC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as a seed to derive a deterministic wallet. </a:t>
          </a:r>
        </a:p>
      </dgm:t>
    </dgm:pt>
    <dgm:pt modelId="{E2ECBF2B-95C0-4B44-B5C0-16F45586E9BC}" type="parTrans" cxnId="{3A25849C-1906-40E3-B614-296835256045}">
      <dgm:prSet/>
      <dgm:spPr/>
      <dgm:t>
        <a:bodyPr/>
        <a:lstStyle/>
        <a:p>
          <a:endParaRPr lang="en-US"/>
        </a:p>
      </dgm:t>
    </dgm:pt>
    <dgm:pt modelId="{9235B4EF-44E7-41DF-83D6-E9A406AE6B91}" type="sibTrans" cxnId="{3A25849C-1906-40E3-B614-296835256045}">
      <dgm:prSet/>
      <dgm:spPr/>
      <dgm:t>
        <a:bodyPr/>
        <a:lstStyle/>
        <a:p>
          <a:endParaRPr lang="en-US"/>
        </a:p>
      </dgm:t>
    </dgm:pt>
    <dgm:pt modelId="{41205E8C-D5C3-40CD-B29A-C03464848DF7}" type="pres">
      <dgm:prSet presAssocID="{E2AFA67B-EA85-4F0E-90F8-34159DE507E6}" presName="root" presStyleCnt="0">
        <dgm:presLayoutVars>
          <dgm:dir/>
          <dgm:resizeHandles val="exact"/>
        </dgm:presLayoutVars>
      </dgm:prSet>
      <dgm:spPr/>
    </dgm:pt>
    <dgm:pt modelId="{13D439FD-5A30-4E27-BC11-CAD4B5B9AB1E}" type="pres">
      <dgm:prSet presAssocID="{CED1F20B-4399-400F-8ED7-98397627FCA2}" presName="compNode" presStyleCnt="0"/>
      <dgm:spPr/>
    </dgm:pt>
    <dgm:pt modelId="{1014A6CD-A060-4DB4-8124-2E043CF2F106}" type="pres">
      <dgm:prSet presAssocID="{CED1F20B-4399-400F-8ED7-98397627FC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265517EE-8226-43E5-9E85-769F6C93216C}" type="pres">
      <dgm:prSet presAssocID="{CED1F20B-4399-400F-8ED7-98397627FCA2}" presName="iconSpace" presStyleCnt="0"/>
      <dgm:spPr/>
    </dgm:pt>
    <dgm:pt modelId="{29B1BD3A-2583-4A42-A8CE-4E5A7CADD0F3}" type="pres">
      <dgm:prSet presAssocID="{CED1F20B-4399-400F-8ED7-98397627FCA2}" presName="parTx" presStyleLbl="revTx" presStyleIdx="0" presStyleCnt="4">
        <dgm:presLayoutVars>
          <dgm:chMax val="0"/>
          <dgm:chPref val="0"/>
        </dgm:presLayoutVars>
      </dgm:prSet>
      <dgm:spPr/>
    </dgm:pt>
    <dgm:pt modelId="{64B0069F-4510-4538-B866-0671E5913E99}" type="pres">
      <dgm:prSet presAssocID="{CED1F20B-4399-400F-8ED7-98397627FCA2}" presName="txSpace" presStyleCnt="0"/>
      <dgm:spPr/>
    </dgm:pt>
    <dgm:pt modelId="{112EC998-45FF-40F5-8982-71A0BCD33DFA}" type="pres">
      <dgm:prSet presAssocID="{CED1F20B-4399-400F-8ED7-98397627FCA2}" presName="desTx" presStyleLbl="revTx" presStyleIdx="1" presStyleCnt="4">
        <dgm:presLayoutVars/>
      </dgm:prSet>
      <dgm:spPr/>
    </dgm:pt>
    <dgm:pt modelId="{A691ED25-79B1-4E38-9437-8208018DD3D0}" type="pres">
      <dgm:prSet presAssocID="{1EF81B6A-F8F9-4933-AC78-E8D21C1E21F8}" presName="sibTrans" presStyleCnt="0"/>
      <dgm:spPr/>
    </dgm:pt>
    <dgm:pt modelId="{E1746CD1-13F1-432B-8CEB-643B2421DE71}" type="pres">
      <dgm:prSet presAssocID="{05E21B0B-BF13-4520-9F17-2F4C088B6C7C}" presName="compNode" presStyleCnt="0"/>
      <dgm:spPr/>
    </dgm:pt>
    <dgm:pt modelId="{F09EDE1B-D705-4638-9538-445D9CD13D40}" type="pres">
      <dgm:prSet presAssocID="{05E21B0B-BF13-4520-9F17-2F4C088B6C7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1693CDAF-DBA1-4ED9-9A87-248767AD9BF0}" type="pres">
      <dgm:prSet presAssocID="{05E21B0B-BF13-4520-9F17-2F4C088B6C7C}" presName="iconSpace" presStyleCnt="0"/>
      <dgm:spPr/>
    </dgm:pt>
    <dgm:pt modelId="{692A25A7-9B53-45A0-A9C2-F18DD4103E34}" type="pres">
      <dgm:prSet presAssocID="{05E21B0B-BF13-4520-9F17-2F4C088B6C7C}" presName="parTx" presStyleLbl="revTx" presStyleIdx="2" presStyleCnt="4">
        <dgm:presLayoutVars>
          <dgm:chMax val="0"/>
          <dgm:chPref val="0"/>
        </dgm:presLayoutVars>
      </dgm:prSet>
      <dgm:spPr/>
    </dgm:pt>
    <dgm:pt modelId="{ADCA225B-0A38-4297-9177-B2FA76FD636A}" type="pres">
      <dgm:prSet presAssocID="{05E21B0B-BF13-4520-9F17-2F4C088B6C7C}" presName="txSpace" presStyleCnt="0"/>
      <dgm:spPr/>
    </dgm:pt>
    <dgm:pt modelId="{66C29255-C7E8-450D-8D54-D6B0C9CEBB7E}" type="pres">
      <dgm:prSet presAssocID="{05E21B0B-BF13-4520-9F17-2F4C088B6C7C}" presName="desTx" presStyleLbl="revTx" presStyleIdx="3" presStyleCnt="4">
        <dgm:presLayoutVars/>
      </dgm:prSet>
      <dgm:spPr/>
    </dgm:pt>
  </dgm:ptLst>
  <dgm:cxnLst>
    <dgm:cxn modelId="{F7576A06-F9F8-4C57-9875-FA3807CD21A9}" type="presOf" srcId="{05E21B0B-BF13-4520-9F17-2F4C088B6C7C}" destId="{692A25A7-9B53-45A0-A9C2-F18DD4103E34}" srcOrd="0" destOrd="0" presId="urn:microsoft.com/office/officeart/2018/5/layout/CenteredIconLabelDescriptionList"/>
    <dgm:cxn modelId="{8B94971C-DEEB-4135-907E-035605F8CC76}" type="presOf" srcId="{5534BBA2-223A-4AF5-848F-C017115B0F78}" destId="{112EC998-45FF-40F5-8982-71A0BCD33DFA}" srcOrd="0" destOrd="0" presId="urn:microsoft.com/office/officeart/2018/5/layout/CenteredIconLabelDescriptionList"/>
    <dgm:cxn modelId="{9F1C616E-399E-4CD6-B26B-31060A3781B0}" srcId="{E2AFA67B-EA85-4F0E-90F8-34159DE507E6}" destId="{CED1F20B-4399-400F-8ED7-98397627FCA2}" srcOrd="0" destOrd="0" parTransId="{FA580010-16FC-46DA-AD71-6DAD4766DDA7}" sibTransId="{1EF81B6A-F8F9-4933-AC78-E8D21C1E21F8}"/>
    <dgm:cxn modelId="{40778698-CE82-49E9-AD6B-2A4522E63559}" type="presOf" srcId="{CED1F20B-4399-400F-8ED7-98397627FCA2}" destId="{29B1BD3A-2583-4A42-A8CE-4E5A7CADD0F3}" srcOrd="0" destOrd="0" presId="urn:microsoft.com/office/officeart/2018/5/layout/CenteredIconLabelDescriptionList"/>
    <dgm:cxn modelId="{3A25849C-1906-40E3-B614-296835256045}" srcId="{05E21B0B-BF13-4520-9F17-2F4C088B6C7C}" destId="{9B803FEF-7332-4327-A468-B8E63F88FC36}" srcOrd="0" destOrd="0" parTransId="{E2ECBF2B-95C0-4B44-B5C0-16F45586E9BC}" sibTransId="{9235B4EF-44E7-41DF-83D6-E9A406AE6B91}"/>
    <dgm:cxn modelId="{AECF65A4-0EB7-4FAA-BFF0-48FB98496C61}" srcId="{E2AFA67B-EA85-4F0E-90F8-34159DE507E6}" destId="{05E21B0B-BF13-4520-9F17-2F4C088B6C7C}" srcOrd="1" destOrd="0" parTransId="{7C49EC32-0AF9-4E84-B2CD-9186DB6A8642}" sibTransId="{B24F8887-90FD-48B7-827C-B9B7B4F85622}"/>
    <dgm:cxn modelId="{D75D70A9-76E0-405D-A29D-E74A4816A0E3}" type="presOf" srcId="{E2AFA67B-EA85-4F0E-90F8-34159DE507E6}" destId="{41205E8C-D5C3-40CD-B29A-C03464848DF7}" srcOrd="0" destOrd="0" presId="urn:microsoft.com/office/officeart/2018/5/layout/CenteredIconLabelDescriptionList"/>
    <dgm:cxn modelId="{92B2A9AD-8977-4BF2-A515-549AC11F30F6}" type="presOf" srcId="{9B803FEF-7332-4327-A468-B8E63F88FC36}" destId="{66C29255-C7E8-450D-8D54-D6B0C9CEBB7E}" srcOrd="0" destOrd="0" presId="urn:microsoft.com/office/officeart/2018/5/layout/CenteredIconLabelDescriptionList"/>
    <dgm:cxn modelId="{998BDBC8-D92C-4BD6-A655-70A091E513AA}" srcId="{CED1F20B-4399-400F-8ED7-98397627FCA2}" destId="{5534BBA2-223A-4AF5-848F-C017115B0F78}" srcOrd="0" destOrd="0" parTransId="{6ECB1964-FE3A-4670-A8BA-F5FCD22BF01B}" sibTransId="{9D958898-5356-4078-BA27-968004995253}"/>
    <dgm:cxn modelId="{F18132D2-8874-4FFA-9D03-FB4F9D24A59B}" srcId="{CED1F20B-4399-400F-8ED7-98397627FCA2}" destId="{B218C9F6-1198-4BE9-8635-D8A894A53347}" srcOrd="1" destOrd="0" parTransId="{B81EDA58-E9F5-4497-BCB8-6A57990854DE}" sibTransId="{E78E7FE0-8C66-4DAB-8C3C-B26AEBE9FE3E}"/>
    <dgm:cxn modelId="{D7E9D6DF-F1F8-427A-8EC4-5183A707951A}" type="presOf" srcId="{B218C9F6-1198-4BE9-8635-D8A894A53347}" destId="{112EC998-45FF-40F5-8982-71A0BCD33DFA}" srcOrd="0" destOrd="1" presId="urn:microsoft.com/office/officeart/2018/5/layout/CenteredIconLabelDescriptionList"/>
    <dgm:cxn modelId="{AD7B3B7C-ED3B-49FE-B4AA-C977244DD664}" type="presParOf" srcId="{41205E8C-D5C3-40CD-B29A-C03464848DF7}" destId="{13D439FD-5A30-4E27-BC11-CAD4B5B9AB1E}" srcOrd="0" destOrd="0" presId="urn:microsoft.com/office/officeart/2018/5/layout/CenteredIconLabelDescriptionList"/>
    <dgm:cxn modelId="{BB7AB470-6B45-4E2E-B4AE-B02388A9AB0D}" type="presParOf" srcId="{13D439FD-5A30-4E27-BC11-CAD4B5B9AB1E}" destId="{1014A6CD-A060-4DB4-8124-2E043CF2F106}" srcOrd="0" destOrd="0" presId="urn:microsoft.com/office/officeart/2018/5/layout/CenteredIconLabelDescriptionList"/>
    <dgm:cxn modelId="{F4B0F626-6487-40C2-8762-F399481E957E}" type="presParOf" srcId="{13D439FD-5A30-4E27-BC11-CAD4B5B9AB1E}" destId="{265517EE-8226-43E5-9E85-769F6C93216C}" srcOrd="1" destOrd="0" presId="urn:microsoft.com/office/officeart/2018/5/layout/CenteredIconLabelDescriptionList"/>
    <dgm:cxn modelId="{83DADDE5-7992-4E66-89AA-EEFA3FB9E0C2}" type="presParOf" srcId="{13D439FD-5A30-4E27-BC11-CAD4B5B9AB1E}" destId="{29B1BD3A-2583-4A42-A8CE-4E5A7CADD0F3}" srcOrd="2" destOrd="0" presId="urn:microsoft.com/office/officeart/2018/5/layout/CenteredIconLabelDescriptionList"/>
    <dgm:cxn modelId="{A1127C44-AD6B-4AD6-856F-978A8471B5F9}" type="presParOf" srcId="{13D439FD-5A30-4E27-BC11-CAD4B5B9AB1E}" destId="{64B0069F-4510-4538-B866-0671E5913E99}" srcOrd="3" destOrd="0" presId="urn:microsoft.com/office/officeart/2018/5/layout/CenteredIconLabelDescriptionList"/>
    <dgm:cxn modelId="{0861D301-3C36-4289-A22C-3EAFA9BA98D2}" type="presParOf" srcId="{13D439FD-5A30-4E27-BC11-CAD4B5B9AB1E}" destId="{112EC998-45FF-40F5-8982-71A0BCD33DFA}" srcOrd="4" destOrd="0" presId="urn:microsoft.com/office/officeart/2018/5/layout/CenteredIconLabelDescriptionList"/>
    <dgm:cxn modelId="{7F992E9C-7E93-4AA7-BAAE-59B936D40232}" type="presParOf" srcId="{41205E8C-D5C3-40CD-B29A-C03464848DF7}" destId="{A691ED25-79B1-4E38-9437-8208018DD3D0}" srcOrd="1" destOrd="0" presId="urn:microsoft.com/office/officeart/2018/5/layout/CenteredIconLabelDescriptionList"/>
    <dgm:cxn modelId="{A0348405-3F5D-4B43-A7EF-C953A74714A8}" type="presParOf" srcId="{41205E8C-D5C3-40CD-B29A-C03464848DF7}" destId="{E1746CD1-13F1-432B-8CEB-643B2421DE71}" srcOrd="2" destOrd="0" presId="urn:microsoft.com/office/officeart/2018/5/layout/CenteredIconLabelDescriptionList"/>
    <dgm:cxn modelId="{49C89A41-B66F-4CDD-8EA6-2C352519BB12}" type="presParOf" srcId="{E1746CD1-13F1-432B-8CEB-643B2421DE71}" destId="{F09EDE1B-D705-4638-9538-445D9CD13D40}" srcOrd="0" destOrd="0" presId="urn:microsoft.com/office/officeart/2018/5/layout/CenteredIconLabelDescriptionList"/>
    <dgm:cxn modelId="{6C77B236-6C7B-46A5-BABD-9CC95A95D02E}" type="presParOf" srcId="{E1746CD1-13F1-432B-8CEB-643B2421DE71}" destId="{1693CDAF-DBA1-4ED9-9A87-248767AD9BF0}" srcOrd="1" destOrd="0" presId="urn:microsoft.com/office/officeart/2018/5/layout/CenteredIconLabelDescriptionList"/>
    <dgm:cxn modelId="{10C5A260-688C-448F-BD15-A775C963617F}" type="presParOf" srcId="{E1746CD1-13F1-432B-8CEB-643B2421DE71}" destId="{692A25A7-9B53-45A0-A9C2-F18DD4103E34}" srcOrd="2" destOrd="0" presId="urn:microsoft.com/office/officeart/2018/5/layout/CenteredIconLabelDescriptionList"/>
    <dgm:cxn modelId="{97FD49CC-1103-462E-90F4-FDEA35CDFA11}" type="presParOf" srcId="{E1746CD1-13F1-432B-8CEB-643B2421DE71}" destId="{ADCA225B-0A38-4297-9177-B2FA76FD636A}" srcOrd="3" destOrd="0" presId="urn:microsoft.com/office/officeart/2018/5/layout/CenteredIconLabelDescriptionList"/>
    <dgm:cxn modelId="{D23B8BAE-7A62-4DF0-ACA6-7A97087F1D46}" type="presParOf" srcId="{E1746CD1-13F1-432B-8CEB-643B2421DE71}" destId="{66C29255-C7E8-450D-8D54-D6B0C9CEBB7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2AFA67B-EA85-4F0E-90F8-34159DE507E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D11128-6F1D-4F42-BAB3-65B05D8621C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re-create the </a:t>
          </a:r>
          <a:r>
            <a:rPr lang="tr-TR" dirty="0"/>
            <a:t>keys</a:t>
          </a:r>
          <a:endParaRPr lang="en-US" dirty="0"/>
        </a:p>
      </dgm:t>
    </dgm:pt>
    <dgm:pt modelId="{3C251C5A-42F9-487B-A19E-C94541DF0BDD}" type="parTrans" cxnId="{A743E362-7D55-426A-B7B3-762010D0F058}">
      <dgm:prSet/>
      <dgm:spPr/>
      <dgm:t>
        <a:bodyPr/>
        <a:lstStyle/>
        <a:p>
          <a:endParaRPr lang="en-US"/>
        </a:p>
      </dgm:t>
    </dgm:pt>
    <dgm:pt modelId="{0B86309D-B6DE-43D0-A252-27FF71266D23}" type="sibTrans" cxnId="{A743E362-7D55-426A-B7B3-762010D0F058}">
      <dgm:prSet/>
      <dgm:spPr/>
      <dgm:t>
        <a:bodyPr/>
        <a:lstStyle/>
        <a:p>
          <a:endParaRPr lang="en-US"/>
        </a:p>
      </dgm:t>
    </dgm:pt>
    <dgm:pt modelId="{C1FF5C1C-FC3D-439B-91FE-451B50BC6A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all the derived keys</a:t>
          </a:r>
        </a:p>
      </dgm:t>
    </dgm:pt>
    <dgm:pt modelId="{097FCE38-9C8F-4D90-BD9F-B86DC820FA10}" type="parTrans" cxnId="{D7239107-299D-4B6A-9A3E-6540DE0A7748}">
      <dgm:prSet/>
      <dgm:spPr/>
      <dgm:t>
        <a:bodyPr/>
        <a:lstStyle/>
        <a:p>
          <a:endParaRPr lang="en-US"/>
        </a:p>
      </dgm:t>
    </dgm:pt>
    <dgm:pt modelId="{4EB59AF5-F7A9-401F-92B9-7F80D78742EC}" type="sibTrans" cxnId="{D7239107-299D-4B6A-9A3E-6540DE0A7748}">
      <dgm:prSet/>
      <dgm:spPr/>
      <dgm:t>
        <a:bodyPr/>
        <a:lstStyle/>
        <a:p>
          <a:endParaRPr lang="en-US"/>
        </a:p>
      </dgm:t>
    </dgm:pt>
    <dgm:pt modelId="{F1DA6CE9-38F9-4CB6-9394-3757C7453B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# of Words to show</a:t>
          </a:r>
          <a:endParaRPr lang="en-US" dirty="0"/>
        </a:p>
      </dgm:t>
    </dgm:pt>
    <dgm:pt modelId="{7B10B9DA-BC3F-4516-9FC0-D2EF8782EA70}" type="parTrans" cxnId="{6104F3E7-D464-488A-9F41-B76847DE4E0D}">
      <dgm:prSet/>
      <dgm:spPr/>
      <dgm:t>
        <a:bodyPr/>
        <a:lstStyle/>
        <a:p>
          <a:endParaRPr lang="en-US"/>
        </a:p>
      </dgm:t>
    </dgm:pt>
    <dgm:pt modelId="{F39DC5C4-42D7-4A87-A547-F659BC1FD564}" type="sibTrans" cxnId="{6104F3E7-D464-488A-9F41-B76847DE4E0D}">
      <dgm:prSet/>
      <dgm:spPr/>
      <dgm:t>
        <a:bodyPr/>
        <a:lstStyle/>
        <a:p>
          <a:endParaRPr lang="en-US"/>
        </a:p>
      </dgm:t>
    </dgm:pt>
    <dgm:pt modelId="{5D4599CE-BC1E-43AF-9FEA-A8CAA4A9267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at</a:t>
          </a:r>
          <a:r>
            <a:rPr lang="en-US" dirty="0"/>
            <a:t> </a:t>
          </a:r>
          <a:r>
            <a:rPr lang="tr-TR" dirty="0"/>
            <a:t>first creation of</a:t>
          </a:r>
          <a:r>
            <a:rPr lang="en-US" dirty="0"/>
            <a:t> wallet</a:t>
          </a:r>
        </a:p>
      </dgm:t>
    </dgm:pt>
    <dgm:pt modelId="{1BBB9D5E-70A0-446A-9BBA-1CE3D790F1EE}" type="parTrans" cxnId="{2488BFA8-515D-4DBD-9624-79F6EBE356FC}">
      <dgm:prSet/>
      <dgm:spPr/>
      <dgm:t>
        <a:bodyPr/>
        <a:lstStyle/>
        <a:p>
          <a:endParaRPr lang="en-US"/>
        </a:p>
      </dgm:t>
    </dgm:pt>
    <dgm:pt modelId="{2F21E1F8-6206-494C-A416-B5F111D75183}" type="sibTrans" cxnId="{2488BFA8-515D-4DBD-9624-79F6EBE356FC}">
      <dgm:prSet/>
      <dgm:spPr/>
      <dgm:t>
        <a:bodyPr/>
        <a:lstStyle/>
        <a:p>
          <a:endParaRPr lang="en-US"/>
        </a:p>
      </dgm:t>
    </dgm:pt>
    <dgm:pt modelId="{654DF4A6-E2D0-4A41-9EEE-63247D14321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 the</a:t>
          </a:r>
          <a:r>
            <a:rPr lang="en-US" dirty="0"/>
            <a:t> sequence of words</a:t>
          </a:r>
        </a:p>
      </dgm:t>
    </dgm:pt>
    <dgm:pt modelId="{A30DD297-DA7D-4127-8512-594A611E2583}" type="parTrans" cxnId="{651DAEFA-CEAC-4A70-BD1A-2A5EC64780A2}">
      <dgm:prSet/>
      <dgm:spPr/>
    </dgm:pt>
    <dgm:pt modelId="{06821B83-8BC1-47D1-AC22-C48738416C54}" type="sibTrans" cxnId="{651DAEFA-CEAC-4A70-BD1A-2A5EC64780A2}">
      <dgm:prSet/>
      <dgm:spPr/>
    </dgm:pt>
    <dgm:pt modelId="{81DBE31B-0E47-4539-A2DF-B3CD95837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12 </a:t>
          </a:r>
          <a:r>
            <a:rPr lang="en-US" dirty="0"/>
            <a:t>to 24 </a:t>
          </a:r>
          <a:r>
            <a:rPr lang="tr-TR" dirty="0"/>
            <a:t>words</a:t>
          </a:r>
          <a:endParaRPr lang="en-US" dirty="0"/>
        </a:p>
      </dgm:t>
    </dgm:pt>
    <dgm:pt modelId="{D786D646-8550-456E-8201-7BC6E8987D82}" type="parTrans" cxnId="{F9CC8EF7-F0BB-4AD8-BE2B-41AAB638CE55}">
      <dgm:prSet/>
      <dgm:spPr/>
    </dgm:pt>
    <dgm:pt modelId="{705DA4D2-61BD-4A9C-BCCB-A28EBFB1AE2C}" type="sibTrans" cxnId="{F9CC8EF7-F0BB-4AD8-BE2B-41AAB638CE55}">
      <dgm:prSet/>
      <dgm:spPr/>
    </dgm:pt>
    <dgm:pt modelId="{41205E8C-D5C3-40CD-B29A-C03464848DF7}" type="pres">
      <dgm:prSet presAssocID="{E2AFA67B-EA85-4F0E-90F8-34159DE507E6}" presName="root" presStyleCnt="0">
        <dgm:presLayoutVars>
          <dgm:dir/>
          <dgm:resizeHandles val="exact"/>
        </dgm:presLayoutVars>
      </dgm:prSet>
      <dgm:spPr/>
    </dgm:pt>
    <dgm:pt modelId="{62B9D5EE-FA43-41EB-A5E1-5D05DC574988}" type="pres">
      <dgm:prSet presAssocID="{59D11128-6F1D-4F42-BAB3-65B05D8621C1}" presName="compNode" presStyleCnt="0"/>
      <dgm:spPr/>
    </dgm:pt>
    <dgm:pt modelId="{ED3E8AEF-B1F7-4E1E-A868-3F189A1756A0}" type="pres">
      <dgm:prSet presAssocID="{59D11128-6F1D-4F42-BAB3-65B05D8621C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08A18D-D294-4217-B63A-CC55ACD48DA5}" type="pres">
      <dgm:prSet presAssocID="{59D11128-6F1D-4F42-BAB3-65B05D8621C1}" presName="iconSpace" presStyleCnt="0"/>
      <dgm:spPr/>
    </dgm:pt>
    <dgm:pt modelId="{784351A4-5A44-49B5-B87A-1C8807E80526}" type="pres">
      <dgm:prSet presAssocID="{59D11128-6F1D-4F42-BAB3-65B05D8621C1}" presName="parTx" presStyleLbl="revTx" presStyleIdx="0" presStyleCnt="4">
        <dgm:presLayoutVars>
          <dgm:chMax val="0"/>
          <dgm:chPref val="0"/>
        </dgm:presLayoutVars>
      </dgm:prSet>
      <dgm:spPr/>
    </dgm:pt>
    <dgm:pt modelId="{5FD84A89-33D0-44D6-85A7-5137A48068D4}" type="pres">
      <dgm:prSet presAssocID="{59D11128-6F1D-4F42-BAB3-65B05D8621C1}" presName="txSpace" presStyleCnt="0"/>
      <dgm:spPr/>
    </dgm:pt>
    <dgm:pt modelId="{F26F5AB1-DE58-420B-9EF0-25DB6EC0EE9A}" type="pres">
      <dgm:prSet presAssocID="{59D11128-6F1D-4F42-BAB3-65B05D8621C1}" presName="desTx" presStyleLbl="revTx" presStyleIdx="1" presStyleCnt="4">
        <dgm:presLayoutVars/>
      </dgm:prSet>
      <dgm:spPr/>
    </dgm:pt>
    <dgm:pt modelId="{F06C84C6-DC68-40FF-A4D0-489764EA2BD9}" type="pres">
      <dgm:prSet presAssocID="{0B86309D-B6DE-43D0-A252-27FF71266D23}" presName="sibTrans" presStyleCnt="0"/>
      <dgm:spPr/>
    </dgm:pt>
    <dgm:pt modelId="{58E2C1B0-88FD-456D-8F62-D5B417311D10}" type="pres">
      <dgm:prSet presAssocID="{F1DA6CE9-38F9-4CB6-9394-3757C7453B5F}" presName="compNode" presStyleCnt="0"/>
      <dgm:spPr/>
    </dgm:pt>
    <dgm:pt modelId="{A66F19CD-A5AF-433B-9F54-F307C166556C}" type="pres">
      <dgm:prSet presAssocID="{F1DA6CE9-38F9-4CB6-9394-3757C7453B5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B086EA5-3338-44FC-B981-4B646CF796BA}" type="pres">
      <dgm:prSet presAssocID="{F1DA6CE9-38F9-4CB6-9394-3757C7453B5F}" presName="iconSpace" presStyleCnt="0"/>
      <dgm:spPr/>
    </dgm:pt>
    <dgm:pt modelId="{164E250B-621C-4291-B442-F7D63274A377}" type="pres">
      <dgm:prSet presAssocID="{F1DA6CE9-38F9-4CB6-9394-3757C7453B5F}" presName="parTx" presStyleLbl="revTx" presStyleIdx="2" presStyleCnt="4">
        <dgm:presLayoutVars>
          <dgm:chMax val="0"/>
          <dgm:chPref val="0"/>
        </dgm:presLayoutVars>
      </dgm:prSet>
      <dgm:spPr/>
    </dgm:pt>
    <dgm:pt modelId="{B310AE4E-917E-4B2F-8D0D-19DE7872B9BE}" type="pres">
      <dgm:prSet presAssocID="{F1DA6CE9-38F9-4CB6-9394-3757C7453B5F}" presName="txSpace" presStyleCnt="0"/>
      <dgm:spPr/>
    </dgm:pt>
    <dgm:pt modelId="{5CC24FE6-041C-4F71-8B3A-F2EC96DAEE0D}" type="pres">
      <dgm:prSet presAssocID="{F1DA6CE9-38F9-4CB6-9394-3757C7453B5F}" presName="desTx" presStyleLbl="revTx" presStyleIdx="3" presStyleCnt="4">
        <dgm:presLayoutVars/>
      </dgm:prSet>
      <dgm:spPr/>
    </dgm:pt>
  </dgm:ptLst>
  <dgm:cxnLst>
    <dgm:cxn modelId="{D7239107-299D-4B6A-9A3E-6540DE0A7748}" srcId="{59D11128-6F1D-4F42-BAB3-65B05D8621C1}" destId="{C1FF5C1C-FC3D-439B-91FE-451B50BC6A05}" srcOrd="0" destOrd="0" parTransId="{097FCE38-9C8F-4D90-BD9F-B86DC820FA10}" sibTransId="{4EB59AF5-F7A9-401F-92B9-7F80D78742EC}"/>
    <dgm:cxn modelId="{69818415-E655-42DD-9C71-1322DEB3FAA1}" type="presOf" srcId="{654DF4A6-E2D0-4A41-9EEE-63247D14321E}" destId="{F26F5AB1-DE58-420B-9EF0-25DB6EC0EE9A}" srcOrd="0" destOrd="1" presId="urn:microsoft.com/office/officeart/2018/5/layout/CenteredIconLabelDescriptionList"/>
    <dgm:cxn modelId="{A743E362-7D55-426A-B7B3-762010D0F058}" srcId="{E2AFA67B-EA85-4F0E-90F8-34159DE507E6}" destId="{59D11128-6F1D-4F42-BAB3-65B05D8621C1}" srcOrd="0" destOrd="0" parTransId="{3C251C5A-42F9-487B-A19E-C94541DF0BDD}" sibTransId="{0B86309D-B6DE-43D0-A252-27FF71266D23}"/>
    <dgm:cxn modelId="{6A39774F-4B9B-404A-B3BB-34048F139C55}" type="presOf" srcId="{59D11128-6F1D-4F42-BAB3-65B05D8621C1}" destId="{784351A4-5A44-49B5-B87A-1C8807E80526}" srcOrd="0" destOrd="0" presId="urn:microsoft.com/office/officeart/2018/5/layout/CenteredIconLabelDescriptionList"/>
    <dgm:cxn modelId="{3F58A470-5B18-4D89-BD21-53D8B727E55E}" type="presOf" srcId="{C1FF5C1C-FC3D-439B-91FE-451B50BC6A05}" destId="{F26F5AB1-DE58-420B-9EF0-25DB6EC0EE9A}" srcOrd="0" destOrd="0" presId="urn:microsoft.com/office/officeart/2018/5/layout/CenteredIconLabelDescriptionList"/>
    <dgm:cxn modelId="{7F519678-ADF4-42C1-8C76-4B3313FAF4FC}" type="presOf" srcId="{F1DA6CE9-38F9-4CB6-9394-3757C7453B5F}" destId="{164E250B-621C-4291-B442-F7D63274A377}" srcOrd="0" destOrd="0" presId="urn:microsoft.com/office/officeart/2018/5/layout/CenteredIconLabelDescriptionList"/>
    <dgm:cxn modelId="{2488BFA8-515D-4DBD-9624-79F6EBE356FC}" srcId="{F1DA6CE9-38F9-4CB6-9394-3757C7453B5F}" destId="{5D4599CE-BC1E-43AF-9FEA-A8CAA4A92677}" srcOrd="1" destOrd="0" parTransId="{1BBB9D5E-70A0-446A-9BBA-1CE3D790F1EE}" sibTransId="{2F21E1F8-6206-494C-A416-B5F111D75183}"/>
    <dgm:cxn modelId="{D75D70A9-76E0-405D-A29D-E74A4816A0E3}" type="presOf" srcId="{E2AFA67B-EA85-4F0E-90F8-34159DE507E6}" destId="{41205E8C-D5C3-40CD-B29A-C03464848DF7}" srcOrd="0" destOrd="0" presId="urn:microsoft.com/office/officeart/2018/5/layout/CenteredIconLabelDescriptionList"/>
    <dgm:cxn modelId="{72FEA3AA-B9C6-4B8E-AF2E-DEA16525E69D}" type="presOf" srcId="{81DBE31B-0E47-4539-A2DF-B3CD958373E4}" destId="{5CC24FE6-041C-4F71-8B3A-F2EC96DAEE0D}" srcOrd="0" destOrd="0" presId="urn:microsoft.com/office/officeart/2018/5/layout/CenteredIconLabelDescriptionList"/>
    <dgm:cxn modelId="{52535EB1-9B83-47AA-89A7-6718F6EC0C85}" type="presOf" srcId="{5D4599CE-BC1E-43AF-9FEA-A8CAA4A92677}" destId="{5CC24FE6-041C-4F71-8B3A-F2EC96DAEE0D}" srcOrd="0" destOrd="1" presId="urn:microsoft.com/office/officeart/2018/5/layout/CenteredIconLabelDescriptionList"/>
    <dgm:cxn modelId="{6104F3E7-D464-488A-9F41-B76847DE4E0D}" srcId="{E2AFA67B-EA85-4F0E-90F8-34159DE507E6}" destId="{F1DA6CE9-38F9-4CB6-9394-3757C7453B5F}" srcOrd="1" destOrd="0" parTransId="{7B10B9DA-BC3F-4516-9FC0-D2EF8782EA70}" sibTransId="{F39DC5C4-42D7-4A87-A547-F659BC1FD564}"/>
    <dgm:cxn modelId="{F9CC8EF7-F0BB-4AD8-BE2B-41AAB638CE55}" srcId="{F1DA6CE9-38F9-4CB6-9394-3757C7453B5F}" destId="{81DBE31B-0E47-4539-A2DF-B3CD958373E4}" srcOrd="0" destOrd="0" parTransId="{D786D646-8550-456E-8201-7BC6E8987D82}" sibTransId="{705DA4D2-61BD-4A9C-BCCB-A28EBFB1AE2C}"/>
    <dgm:cxn modelId="{651DAEFA-CEAC-4A70-BD1A-2A5EC64780A2}" srcId="{59D11128-6F1D-4F42-BAB3-65B05D8621C1}" destId="{654DF4A6-E2D0-4A41-9EEE-63247D14321E}" srcOrd="1" destOrd="0" parTransId="{A30DD297-DA7D-4127-8512-594A611E2583}" sibTransId="{06821B83-8BC1-47D1-AC22-C48738416C54}"/>
    <dgm:cxn modelId="{068E8209-302C-41A6-BCB7-2C24D8058629}" type="presParOf" srcId="{41205E8C-D5C3-40CD-B29A-C03464848DF7}" destId="{62B9D5EE-FA43-41EB-A5E1-5D05DC574988}" srcOrd="0" destOrd="0" presId="urn:microsoft.com/office/officeart/2018/5/layout/CenteredIconLabelDescriptionList"/>
    <dgm:cxn modelId="{BDCFCC83-4F2C-4E36-95B2-FE4E75BAA940}" type="presParOf" srcId="{62B9D5EE-FA43-41EB-A5E1-5D05DC574988}" destId="{ED3E8AEF-B1F7-4E1E-A868-3F189A1756A0}" srcOrd="0" destOrd="0" presId="urn:microsoft.com/office/officeart/2018/5/layout/CenteredIconLabelDescriptionList"/>
    <dgm:cxn modelId="{6CC13C3E-B78A-4AD9-8FFD-EB1ABCD8C802}" type="presParOf" srcId="{62B9D5EE-FA43-41EB-A5E1-5D05DC574988}" destId="{8C08A18D-D294-4217-B63A-CC55ACD48DA5}" srcOrd="1" destOrd="0" presId="urn:microsoft.com/office/officeart/2018/5/layout/CenteredIconLabelDescriptionList"/>
    <dgm:cxn modelId="{6B44B9D7-16F4-4252-B374-C97056DBD85F}" type="presParOf" srcId="{62B9D5EE-FA43-41EB-A5E1-5D05DC574988}" destId="{784351A4-5A44-49B5-B87A-1C8807E80526}" srcOrd="2" destOrd="0" presId="urn:microsoft.com/office/officeart/2018/5/layout/CenteredIconLabelDescriptionList"/>
    <dgm:cxn modelId="{17EBDAA1-B8CF-41B5-AE82-6B0E84789EBF}" type="presParOf" srcId="{62B9D5EE-FA43-41EB-A5E1-5D05DC574988}" destId="{5FD84A89-33D0-44D6-85A7-5137A48068D4}" srcOrd="3" destOrd="0" presId="urn:microsoft.com/office/officeart/2018/5/layout/CenteredIconLabelDescriptionList"/>
    <dgm:cxn modelId="{B01F2EC3-3A88-438D-B02B-D006C4A52712}" type="presParOf" srcId="{62B9D5EE-FA43-41EB-A5E1-5D05DC574988}" destId="{F26F5AB1-DE58-420B-9EF0-25DB6EC0EE9A}" srcOrd="4" destOrd="0" presId="urn:microsoft.com/office/officeart/2018/5/layout/CenteredIconLabelDescriptionList"/>
    <dgm:cxn modelId="{0115845A-D138-41EB-AE69-88068E1FBC1E}" type="presParOf" srcId="{41205E8C-D5C3-40CD-B29A-C03464848DF7}" destId="{F06C84C6-DC68-40FF-A4D0-489764EA2BD9}" srcOrd="1" destOrd="0" presId="urn:microsoft.com/office/officeart/2018/5/layout/CenteredIconLabelDescriptionList"/>
    <dgm:cxn modelId="{C61DDEFB-720D-4A32-A016-B46E07EEA975}" type="presParOf" srcId="{41205E8C-D5C3-40CD-B29A-C03464848DF7}" destId="{58E2C1B0-88FD-456D-8F62-D5B417311D10}" srcOrd="2" destOrd="0" presId="urn:microsoft.com/office/officeart/2018/5/layout/CenteredIconLabelDescriptionList"/>
    <dgm:cxn modelId="{174C69C2-02E6-4472-9607-F3CC15E56F19}" type="presParOf" srcId="{58E2C1B0-88FD-456D-8F62-D5B417311D10}" destId="{A66F19CD-A5AF-433B-9F54-F307C166556C}" srcOrd="0" destOrd="0" presId="urn:microsoft.com/office/officeart/2018/5/layout/CenteredIconLabelDescriptionList"/>
    <dgm:cxn modelId="{3FC4B6B5-6378-4CEF-933A-27396BD2A278}" type="presParOf" srcId="{58E2C1B0-88FD-456D-8F62-D5B417311D10}" destId="{4B086EA5-3338-44FC-B981-4B646CF796BA}" srcOrd="1" destOrd="0" presId="urn:microsoft.com/office/officeart/2018/5/layout/CenteredIconLabelDescriptionList"/>
    <dgm:cxn modelId="{80651DB3-236F-4FF1-B9E6-FE12A2619C40}" type="presParOf" srcId="{58E2C1B0-88FD-456D-8F62-D5B417311D10}" destId="{164E250B-621C-4291-B442-F7D63274A377}" srcOrd="2" destOrd="0" presId="urn:microsoft.com/office/officeart/2018/5/layout/CenteredIconLabelDescriptionList"/>
    <dgm:cxn modelId="{30269BE8-4D31-4224-B404-4D7FC364AFB1}" type="presParOf" srcId="{58E2C1B0-88FD-456D-8F62-D5B417311D10}" destId="{B310AE4E-917E-4B2F-8D0D-19DE7872B9BE}" srcOrd="3" destOrd="0" presId="urn:microsoft.com/office/officeart/2018/5/layout/CenteredIconLabelDescriptionList"/>
    <dgm:cxn modelId="{DB7EB4E4-39F8-44E4-B3AA-C8DED66D63FF}" type="presParOf" srcId="{58E2C1B0-88FD-456D-8F62-D5B417311D10}" destId="{5CC24FE6-041C-4F71-8B3A-F2EC96DAEE0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EF527A83-3DAE-4CCD-8BBE-B56FBF5C03A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4D7994A-0E53-42AC-85FF-7DBECE5AAE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Backup</a:t>
          </a:r>
          <a:endParaRPr lang="en-US"/>
        </a:p>
      </dgm:t>
    </dgm:pt>
    <dgm:pt modelId="{1660ACE0-839D-477C-BD5E-30B5F7695083}" type="parTrans" cxnId="{9B04C527-952F-4C7D-875F-4EA4D5CD65AE}">
      <dgm:prSet/>
      <dgm:spPr/>
      <dgm:t>
        <a:bodyPr/>
        <a:lstStyle/>
        <a:p>
          <a:endParaRPr lang="en-US"/>
        </a:p>
      </dgm:t>
    </dgm:pt>
    <dgm:pt modelId="{E1752516-2760-4B07-A081-B4B8A0A58A2B}" type="sibTrans" cxnId="{9B04C527-952F-4C7D-875F-4EA4D5CD65AE}">
      <dgm:prSet/>
      <dgm:spPr/>
      <dgm:t>
        <a:bodyPr/>
        <a:lstStyle/>
        <a:p>
          <a:endParaRPr lang="en-US"/>
        </a:p>
      </dgm:t>
    </dgm:pt>
    <dgm:pt modelId="{76890C99-2630-422D-A98B-F56C7051FF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</a:t>
          </a:r>
          <a:r>
            <a:rPr lang="tr-TR" dirty="0"/>
            <a:t>e </a:t>
          </a:r>
          <a:r>
            <a:rPr lang="en-US" dirty="0"/>
            <a:t>sequence of words</a:t>
          </a:r>
          <a:r>
            <a:rPr lang="tr-TR" dirty="0"/>
            <a:t> </a:t>
          </a:r>
        </a:p>
        <a:p>
          <a:pPr>
            <a:lnSpc>
              <a:spcPct val="100000"/>
            </a:lnSpc>
          </a:pPr>
          <a:r>
            <a:rPr lang="en-US" dirty="0"/>
            <a:t>is the wallet backup</a:t>
          </a:r>
        </a:p>
      </dgm:t>
    </dgm:pt>
    <dgm:pt modelId="{C2D57602-20C3-419E-9B67-54813478A330}" type="parTrans" cxnId="{AFFBA24E-B1C9-4E08-9DA1-B3DD8B96C251}">
      <dgm:prSet/>
      <dgm:spPr/>
      <dgm:t>
        <a:bodyPr/>
        <a:lstStyle/>
        <a:p>
          <a:endParaRPr lang="en-US"/>
        </a:p>
      </dgm:t>
    </dgm:pt>
    <dgm:pt modelId="{141C8A3B-96DF-486C-B0F3-3E9F4F5ADEE6}" type="sibTrans" cxnId="{AFFBA24E-B1C9-4E08-9DA1-B3DD8B96C251}">
      <dgm:prSet/>
      <dgm:spPr/>
      <dgm:t>
        <a:bodyPr/>
        <a:lstStyle/>
        <a:p>
          <a:endParaRPr lang="en-US"/>
        </a:p>
      </dgm:t>
    </dgm:pt>
    <dgm:pt modelId="{6F64CD34-D27A-4C08-8154-780792A01E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Recovery</a:t>
          </a:r>
          <a:endParaRPr lang="en-US"/>
        </a:p>
      </dgm:t>
    </dgm:pt>
    <dgm:pt modelId="{25DBE12E-81FE-44C0-964E-34218D3704BF}" type="parTrans" cxnId="{C7A49BC2-E450-42AD-88F1-A1D158B305EA}">
      <dgm:prSet/>
      <dgm:spPr/>
      <dgm:t>
        <a:bodyPr/>
        <a:lstStyle/>
        <a:p>
          <a:endParaRPr lang="en-US"/>
        </a:p>
      </dgm:t>
    </dgm:pt>
    <dgm:pt modelId="{168AAD40-5D31-4A5A-8D35-25DBFB125C38}" type="sibTrans" cxnId="{C7A49BC2-E450-42AD-88F1-A1D158B305EA}">
      <dgm:prSet/>
      <dgm:spPr/>
      <dgm:t>
        <a:bodyPr/>
        <a:lstStyle/>
        <a:p>
          <a:endParaRPr lang="en-US"/>
        </a:p>
      </dgm:t>
    </dgm:pt>
    <dgm:pt modelId="{BC65E426-B2FC-442A-84E7-8127324DB71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sequence of words</a:t>
          </a:r>
          <a:endParaRPr lang="en-US" dirty="0"/>
        </a:p>
      </dgm:t>
    </dgm:pt>
    <dgm:pt modelId="{D721E0E2-A191-476E-8F65-CF87F1D8E444}" type="parTrans" cxnId="{509687E9-74CD-4A6A-A33E-EB892335597D}">
      <dgm:prSet/>
      <dgm:spPr/>
      <dgm:t>
        <a:bodyPr/>
        <a:lstStyle/>
        <a:p>
          <a:endParaRPr lang="en-US"/>
        </a:p>
      </dgm:t>
    </dgm:pt>
    <dgm:pt modelId="{FAA9FAD9-A018-4852-B940-05199708780C}" type="sibTrans" cxnId="{509687E9-74CD-4A6A-A33E-EB892335597D}">
      <dgm:prSet/>
      <dgm:spPr/>
      <dgm:t>
        <a:bodyPr/>
        <a:lstStyle/>
        <a:p>
          <a:endParaRPr lang="en-US"/>
        </a:p>
      </dgm:t>
    </dgm:pt>
    <dgm:pt modelId="{CABA6796-4BFB-4554-8C1E-EA6EE07AAB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</a:t>
          </a:r>
          <a:r>
            <a:rPr lang="tr-TR" dirty="0"/>
            <a:t> </a:t>
          </a:r>
          <a:r>
            <a:rPr lang="en-US" dirty="0"/>
            <a:t>the keys</a:t>
          </a:r>
        </a:p>
      </dgm:t>
    </dgm:pt>
    <dgm:pt modelId="{B70E7A53-DD35-47DC-9B89-3F1ADC23FE39}" type="parTrans" cxnId="{90B9C6D3-3315-47FA-B679-5B6858D4AC69}">
      <dgm:prSet/>
      <dgm:spPr/>
      <dgm:t>
        <a:bodyPr/>
        <a:lstStyle/>
        <a:p>
          <a:endParaRPr lang="en-US"/>
        </a:p>
      </dgm:t>
    </dgm:pt>
    <dgm:pt modelId="{421CD030-02E1-40AB-A8DB-4ED6C0BB8CF6}" type="sibTrans" cxnId="{90B9C6D3-3315-47FA-B679-5B6858D4AC69}">
      <dgm:prSet/>
      <dgm:spPr/>
      <dgm:t>
        <a:bodyPr/>
        <a:lstStyle/>
        <a:p>
          <a:endParaRPr lang="en-US"/>
        </a:p>
      </dgm:t>
    </dgm:pt>
    <dgm:pt modelId="{9522D4C1-822C-444B-ADFA-C2E7EE2962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</a:t>
          </a:r>
          <a:r>
            <a:rPr lang="en-US" dirty="0"/>
            <a:t>be used to recover and re-create </a:t>
          </a:r>
        </a:p>
      </dgm:t>
    </dgm:pt>
    <dgm:pt modelId="{852A0600-D577-4549-8EBB-6F963FA42D29}" type="parTrans" cxnId="{D4E5ED42-D4D5-4EAB-AE9F-688A483F62CF}">
      <dgm:prSet/>
      <dgm:spPr/>
      <dgm:t>
        <a:bodyPr/>
        <a:lstStyle/>
        <a:p>
          <a:endParaRPr lang="tr-TR"/>
        </a:p>
      </dgm:t>
    </dgm:pt>
    <dgm:pt modelId="{4E6574B8-2B43-4133-B281-78D1823AA9E8}" type="sibTrans" cxnId="{D4E5ED42-D4D5-4EAB-AE9F-688A483F62CF}">
      <dgm:prSet/>
      <dgm:spPr/>
      <dgm:t>
        <a:bodyPr/>
        <a:lstStyle/>
        <a:p>
          <a:endParaRPr lang="tr-TR"/>
        </a:p>
      </dgm:t>
    </dgm:pt>
    <dgm:pt modelId="{7AA8F5F1-E348-46D3-90D8-90252824A0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in the same</a:t>
          </a:r>
          <a:r>
            <a:rPr lang="tr-TR" dirty="0"/>
            <a:t> technology</a:t>
          </a:r>
          <a:endParaRPr lang="en-US" dirty="0"/>
        </a:p>
      </dgm:t>
    </dgm:pt>
    <dgm:pt modelId="{8D497DBA-5593-4558-8B82-9AE5F0F75869}" type="parTrans" cxnId="{3C4965CB-621A-4D3A-8B5B-23BE98B08B93}">
      <dgm:prSet/>
      <dgm:spPr/>
      <dgm:t>
        <a:bodyPr/>
        <a:lstStyle/>
        <a:p>
          <a:endParaRPr lang="tr-TR"/>
        </a:p>
      </dgm:t>
    </dgm:pt>
    <dgm:pt modelId="{9DA7A928-9DB1-499A-A2A6-60C979F7C429}" type="sibTrans" cxnId="{3C4965CB-621A-4D3A-8B5B-23BE98B08B93}">
      <dgm:prSet/>
      <dgm:spPr/>
      <dgm:t>
        <a:bodyPr/>
        <a:lstStyle/>
        <a:p>
          <a:endParaRPr lang="tr-TR"/>
        </a:p>
      </dgm:t>
    </dgm:pt>
    <dgm:pt modelId="{F36DEB49-6034-481C-B228-4210678988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Options</a:t>
          </a:r>
          <a:endParaRPr lang="en-US" dirty="0"/>
        </a:p>
      </dgm:t>
    </dgm:pt>
    <dgm:pt modelId="{099EF19D-70FE-4241-8A54-DAA503A457AE}" type="parTrans" cxnId="{617108F6-E6EA-4FD4-84C1-D5A769B9BF3C}">
      <dgm:prSet/>
      <dgm:spPr/>
      <dgm:t>
        <a:bodyPr/>
        <a:lstStyle/>
        <a:p>
          <a:endParaRPr lang="tr-TR"/>
        </a:p>
      </dgm:t>
    </dgm:pt>
    <dgm:pt modelId="{20212AD1-E337-4937-8154-A8D36A2979F8}" type="sibTrans" cxnId="{617108F6-E6EA-4FD4-84C1-D5A769B9BF3C}">
      <dgm:prSet/>
      <dgm:spPr/>
      <dgm:t>
        <a:bodyPr/>
        <a:lstStyle/>
        <a:p>
          <a:endParaRPr lang="tr-TR"/>
        </a:p>
      </dgm:t>
    </dgm:pt>
    <dgm:pt modelId="{7C8709D0-3272-4DE2-B01A-5B28D3C4C6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any compatible wallet</a:t>
          </a:r>
        </a:p>
      </dgm:t>
    </dgm:pt>
    <dgm:pt modelId="{68DBE147-AA9F-45F3-A525-0F009ECC18AA}" type="parTrans" cxnId="{EAB16737-7EEB-4C2D-92F4-953994FA4728}">
      <dgm:prSet/>
      <dgm:spPr/>
      <dgm:t>
        <a:bodyPr/>
        <a:lstStyle/>
        <a:p>
          <a:endParaRPr lang="tr-TR"/>
        </a:p>
      </dgm:t>
    </dgm:pt>
    <dgm:pt modelId="{3B4344C7-7FAC-4258-839E-B3A030212366}" type="sibTrans" cxnId="{EAB16737-7EEB-4C2D-92F4-953994FA4728}">
      <dgm:prSet/>
      <dgm:spPr/>
      <dgm:t>
        <a:bodyPr/>
        <a:lstStyle/>
        <a:p>
          <a:endParaRPr lang="tr-TR"/>
        </a:p>
      </dgm:t>
    </dgm:pt>
    <dgm:pt modelId="{54B22A56-810C-4890-BAFB-B69B52CA722C}" type="pres">
      <dgm:prSet presAssocID="{EF527A83-3DAE-4CCD-8BBE-B56FBF5C03AD}" presName="root" presStyleCnt="0">
        <dgm:presLayoutVars>
          <dgm:dir/>
          <dgm:resizeHandles val="exact"/>
        </dgm:presLayoutVars>
      </dgm:prSet>
      <dgm:spPr/>
    </dgm:pt>
    <dgm:pt modelId="{6BEFCF9F-4A46-4D8A-9281-3950A8FE2030}" type="pres">
      <dgm:prSet presAssocID="{54D7994A-0E53-42AC-85FF-7DBECE5AAED7}" presName="compNode" presStyleCnt="0"/>
      <dgm:spPr/>
    </dgm:pt>
    <dgm:pt modelId="{25EF5FF9-F249-4BDE-AFB1-65B9EBEDE197}" type="pres">
      <dgm:prSet presAssocID="{54D7994A-0E53-42AC-85FF-7DBECE5AAE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2E7F3D7-C178-4742-AB08-F2F35E84BC84}" type="pres">
      <dgm:prSet presAssocID="{54D7994A-0E53-42AC-85FF-7DBECE5AAED7}" presName="iconSpace" presStyleCnt="0"/>
      <dgm:spPr/>
    </dgm:pt>
    <dgm:pt modelId="{C8FC9B38-5767-430B-95D4-B3293CE654D3}" type="pres">
      <dgm:prSet presAssocID="{54D7994A-0E53-42AC-85FF-7DBECE5AAED7}" presName="parTx" presStyleLbl="revTx" presStyleIdx="0" presStyleCnt="6">
        <dgm:presLayoutVars>
          <dgm:chMax val="0"/>
          <dgm:chPref val="0"/>
        </dgm:presLayoutVars>
      </dgm:prSet>
      <dgm:spPr/>
    </dgm:pt>
    <dgm:pt modelId="{B94BF561-6AEC-4B6D-A8D0-B32B4618BD8E}" type="pres">
      <dgm:prSet presAssocID="{54D7994A-0E53-42AC-85FF-7DBECE5AAED7}" presName="txSpace" presStyleCnt="0"/>
      <dgm:spPr/>
    </dgm:pt>
    <dgm:pt modelId="{7585EE77-097E-40E5-B27E-87029FA3CCE5}" type="pres">
      <dgm:prSet presAssocID="{54D7994A-0E53-42AC-85FF-7DBECE5AAED7}" presName="desTx" presStyleLbl="revTx" presStyleIdx="1" presStyleCnt="6">
        <dgm:presLayoutVars/>
      </dgm:prSet>
      <dgm:spPr/>
    </dgm:pt>
    <dgm:pt modelId="{7BCE8073-77FF-4772-85B9-9253C2801DC4}" type="pres">
      <dgm:prSet presAssocID="{E1752516-2760-4B07-A081-B4B8A0A58A2B}" presName="sibTrans" presStyleCnt="0"/>
      <dgm:spPr/>
    </dgm:pt>
    <dgm:pt modelId="{15B9E490-077E-4F04-9376-8534950AF141}" type="pres">
      <dgm:prSet presAssocID="{6F64CD34-D27A-4C08-8154-780792A01E7D}" presName="compNode" presStyleCnt="0"/>
      <dgm:spPr/>
    </dgm:pt>
    <dgm:pt modelId="{66C4C7C2-494A-4885-BFF7-38F0D8C58A5F}" type="pres">
      <dgm:prSet presAssocID="{6F64CD34-D27A-4C08-8154-780792A01E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F729BA5-3D13-4179-B4A1-2661209249EE}" type="pres">
      <dgm:prSet presAssocID="{6F64CD34-D27A-4C08-8154-780792A01E7D}" presName="iconSpace" presStyleCnt="0"/>
      <dgm:spPr/>
    </dgm:pt>
    <dgm:pt modelId="{822877C0-3881-481C-A685-4943B57509D8}" type="pres">
      <dgm:prSet presAssocID="{6F64CD34-D27A-4C08-8154-780792A01E7D}" presName="parTx" presStyleLbl="revTx" presStyleIdx="2" presStyleCnt="6">
        <dgm:presLayoutVars>
          <dgm:chMax val="0"/>
          <dgm:chPref val="0"/>
        </dgm:presLayoutVars>
      </dgm:prSet>
      <dgm:spPr/>
    </dgm:pt>
    <dgm:pt modelId="{C04E772B-BC75-440C-BBBD-80B9B44EE35D}" type="pres">
      <dgm:prSet presAssocID="{6F64CD34-D27A-4C08-8154-780792A01E7D}" presName="txSpace" presStyleCnt="0"/>
      <dgm:spPr/>
    </dgm:pt>
    <dgm:pt modelId="{292A0DA1-7B50-4C85-9154-C720E8811AEA}" type="pres">
      <dgm:prSet presAssocID="{6F64CD34-D27A-4C08-8154-780792A01E7D}" presName="desTx" presStyleLbl="revTx" presStyleIdx="3" presStyleCnt="6">
        <dgm:presLayoutVars/>
      </dgm:prSet>
      <dgm:spPr/>
    </dgm:pt>
    <dgm:pt modelId="{884D200B-E62F-4E04-BB33-1FB4C9A2B2DF}" type="pres">
      <dgm:prSet presAssocID="{168AAD40-5D31-4A5A-8D35-25DBFB125C38}" presName="sibTrans" presStyleCnt="0"/>
      <dgm:spPr/>
    </dgm:pt>
    <dgm:pt modelId="{010EC0E5-3C76-4B1B-B7B5-328887DC2C71}" type="pres">
      <dgm:prSet presAssocID="{F36DEB49-6034-481C-B228-421067898846}" presName="compNode" presStyleCnt="0"/>
      <dgm:spPr/>
    </dgm:pt>
    <dgm:pt modelId="{30E43F37-60AF-40BE-9430-DBA6ECF4DA3F}" type="pres">
      <dgm:prSet presAssocID="{F36DEB49-6034-481C-B228-4210678988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3A72A600-46F6-49D7-999B-84EFFDC673E0}" type="pres">
      <dgm:prSet presAssocID="{F36DEB49-6034-481C-B228-421067898846}" presName="iconSpace" presStyleCnt="0"/>
      <dgm:spPr/>
    </dgm:pt>
    <dgm:pt modelId="{E2F8B0F7-3C01-483B-B4E4-0E435EC856B1}" type="pres">
      <dgm:prSet presAssocID="{F36DEB49-6034-481C-B228-421067898846}" presName="parTx" presStyleLbl="revTx" presStyleIdx="4" presStyleCnt="6">
        <dgm:presLayoutVars>
          <dgm:chMax val="0"/>
          <dgm:chPref val="0"/>
        </dgm:presLayoutVars>
      </dgm:prSet>
      <dgm:spPr/>
    </dgm:pt>
    <dgm:pt modelId="{11B7FAE7-35E3-45AF-9FA1-06EED5FFB43D}" type="pres">
      <dgm:prSet presAssocID="{F36DEB49-6034-481C-B228-421067898846}" presName="txSpace" presStyleCnt="0"/>
      <dgm:spPr/>
    </dgm:pt>
    <dgm:pt modelId="{A94CE69D-9D20-48D5-BD7E-699FDDD087BA}" type="pres">
      <dgm:prSet presAssocID="{F36DEB49-6034-481C-B228-421067898846}" presName="desTx" presStyleLbl="revTx" presStyleIdx="5" presStyleCnt="6">
        <dgm:presLayoutVars/>
      </dgm:prSet>
      <dgm:spPr/>
    </dgm:pt>
  </dgm:ptLst>
  <dgm:cxnLst>
    <dgm:cxn modelId="{9B04C527-952F-4C7D-875F-4EA4D5CD65AE}" srcId="{EF527A83-3DAE-4CCD-8BBE-B56FBF5C03AD}" destId="{54D7994A-0E53-42AC-85FF-7DBECE5AAED7}" srcOrd="0" destOrd="0" parTransId="{1660ACE0-839D-477C-BD5E-30B5F7695083}" sibTransId="{E1752516-2760-4B07-A081-B4B8A0A58A2B}"/>
    <dgm:cxn modelId="{43DFC430-5D2D-44B2-BD62-159AD611D5F6}" type="presOf" srcId="{76890C99-2630-422D-A98B-F56C7051FFF4}" destId="{7585EE77-097E-40E5-B27E-87029FA3CCE5}" srcOrd="0" destOrd="0" presId="urn:microsoft.com/office/officeart/2018/5/layout/CenteredIconLabelDescriptionList"/>
    <dgm:cxn modelId="{EAB16737-7EEB-4C2D-92F4-953994FA4728}" srcId="{F36DEB49-6034-481C-B228-421067898846}" destId="{7C8709D0-3272-4DE2-B01A-5B28D3C4C6D3}" srcOrd="1" destOrd="0" parTransId="{68DBE147-AA9F-45F3-A525-0F009ECC18AA}" sibTransId="{3B4344C7-7FAC-4258-839E-B3A030212366}"/>
    <dgm:cxn modelId="{96C02A60-7B88-4CF1-ABEB-52128950A8CA}" type="presOf" srcId="{54D7994A-0E53-42AC-85FF-7DBECE5AAED7}" destId="{C8FC9B38-5767-430B-95D4-B3293CE654D3}" srcOrd="0" destOrd="0" presId="urn:microsoft.com/office/officeart/2018/5/layout/CenteredIconLabelDescriptionList"/>
    <dgm:cxn modelId="{D4E5ED42-D4D5-4EAB-AE9F-688A483F62CF}" srcId="{6F64CD34-D27A-4C08-8154-780792A01E7D}" destId="{9522D4C1-822C-444B-ADFA-C2E7EE296257}" srcOrd="1" destOrd="0" parTransId="{852A0600-D577-4549-8EBB-6F963FA42D29}" sibTransId="{4E6574B8-2B43-4133-B281-78D1823AA9E8}"/>
    <dgm:cxn modelId="{AFFBA24E-B1C9-4E08-9DA1-B3DD8B96C251}" srcId="{54D7994A-0E53-42AC-85FF-7DBECE5AAED7}" destId="{76890C99-2630-422D-A98B-F56C7051FFF4}" srcOrd="0" destOrd="0" parTransId="{C2D57602-20C3-419E-9B67-54813478A330}" sibTransId="{141C8A3B-96DF-486C-B0F3-3E9F4F5ADEE6}"/>
    <dgm:cxn modelId="{0ECCEF73-CABA-42E4-A8B1-1F6BA402BE17}" type="presOf" srcId="{BC65E426-B2FC-442A-84E7-8127324DB718}" destId="{292A0DA1-7B50-4C85-9154-C720E8811AEA}" srcOrd="0" destOrd="0" presId="urn:microsoft.com/office/officeart/2018/5/layout/CenteredIconLabelDescriptionList"/>
    <dgm:cxn modelId="{C9778D87-F155-436E-9A2A-2713C777D5CD}" type="presOf" srcId="{6F64CD34-D27A-4C08-8154-780792A01E7D}" destId="{822877C0-3881-481C-A685-4943B57509D8}" srcOrd="0" destOrd="0" presId="urn:microsoft.com/office/officeart/2018/5/layout/CenteredIconLabelDescriptionList"/>
    <dgm:cxn modelId="{0F0D568D-2D4D-445C-8B12-CADF17E2BCB6}" type="presOf" srcId="{7C8709D0-3272-4DE2-B01A-5B28D3C4C6D3}" destId="{A94CE69D-9D20-48D5-BD7E-699FDDD087BA}" srcOrd="0" destOrd="1" presId="urn:microsoft.com/office/officeart/2018/5/layout/CenteredIconLabelDescriptionList"/>
    <dgm:cxn modelId="{85C27893-F671-4DE6-AFB0-C15F6F2AC54E}" type="presOf" srcId="{9522D4C1-822C-444B-ADFA-C2E7EE296257}" destId="{292A0DA1-7B50-4C85-9154-C720E8811AEA}" srcOrd="0" destOrd="1" presId="urn:microsoft.com/office/officeart/2018/5/layout/CenteredIconLabelDescriptionList"/>
    <dgm:cxn modelId="{7D431D95-94B3-4104-89E0-B4446F08A22A}" type="presOf" srcId="{CABA6796-4BFB-4554-8C1E-EA6EE07AAB6B}" destId="{292A0DA1-7B50-4C85-9154-C720E8811AEA}" srcOrd="0" destOrd="2" presId="urn:microsoft.com/office/officeart/2018/5/layout/CenteredIconLabelDescriptionList"/>
    <dgm:cxn modelId="{C7A49BC2-E450-42AD-88F1-A1D158B305EA}" srcId="{EF527A83-3DAE-4CCD-8BBE-B56FBF5C03AD}" destId="{6F64CD34-D27A-4C08-8154-780792A01E7D}" srcOrd="1" destOrd="0" parTransId="{25DBE12E-81FE-44C0-964E-34218D3704BF}" sibTransId="{168AAD40-5D31-4A5A-8D35-25DBFB125C38}"/>
    <dgm:cxn modelId="{3C4965CB-621A-4D3A-8B5B-23BE98B08B93}" srcId="{F36DEB49-6034-481C-B228-421067898846}" destId="{7AA8F5F1-E348-46D3-90D8-90252824A084}" srcOrd="0" destOrd="0" parTransId="{8D497DBA-5593-4558-8B82-9AE5F0F75869}" sibTransId="{9DA7A928-9DB1-499A-A2A6-60C979F7C429}"/>
    <dgm:cxn modelId="{90B9C6D3-3315-47FA-B679-5B6858D4AC69}" srcId="{6F64CD34-D27A-4C08-8154-780792A01E7D}" destId="{CABA6796-4BFB-4554-8C1E-EA6EE07AAB6B}" srcOrd="2" destOrd="0" parTransId="{B70E7A53-DD35-47DC-9B89-3F1ADC23FE39}" sibTransId="{421CD030-02E1-40AB-A8DB-4ED6C0BB8CF6}"/>
    <dgm:cxn modelId="{944AB1D5-7483-47C8-9411-E22FA4339675}" type="presOf" srcId="{F36DEB49-6034-481C-B228-421067898846}" destId="{E2F8B0F7-3C01-483B-B4E4-0E435EC856B1}" srcOrd="0" destOrd="0" presId="urn:microsoft.com/office/officeart/2018/5/layout/CenteredIconLabelDescriptionList"/>
    <dgm:cxn modelId="{D77D88D7-34C2-4B01-83BF-4F300EA0DA53}" type="presOf" srcId="{EF527A83-3DAE-4CCD-8BBE-B56FBF5C03AD}" destId="{54B22A56-810C-4890-BAFB-B69B52CA722C}" srcOrd="0" destOrd="0" presId="urn:microsoft.com/office/officeart/2018/5/layout/CenteredIconLabelDescriptionList"/>
    <dgm:cxn modelId="{509687E9-74CD-4A6A-A33E-EB892335597D}" srcId="{6F64CD34-D27A-4C08-8154-780792A01E7D}" destId="{BC65E426-B2FC-442A-84E7-8127324DB718}" srcOrd="0" destOrd="0" parTransId="{D721E0E2-A191-476E-8F65-CF87F1D8E444}" sibTransId="{FAA9FAD9-A018-4852-B940-05199708780C}"/>
    <dgm:cxn modelId="{617108F6-E6EA-4FD4-84C1-D5A769B9BF3C}" srcId="{EF527A83-3DAE-4CCD-8BBE-B56FBF5C03AD}" destId="{F36DEB49-6034-481C-B228-421067898846}" srcOrd="2" destOrd="0" parTransId="{099EF19D-70FE-4241-8A54-DAA503A457AE}" sibTransId="{20212AD1-E337-4937-8154-A8D36A2979F8}"/>
    <dgm:cxn modelId="{41A8BAF6-5512-48A4-AB76-231D63C4CF4B}" type="presOf" srcId="{7AA8F5F1-E348-46D3-90D8-90252824A084}" destId="{A94CE69D-9D20-48D5-BD7E-699FDDD087BA}" srcOrd="0" destOrd="0" presId="urn:microsoft.com/office/officeart/2018/5/layout/CenteredIconLabelDescriptionList"/>
    <dgm:cxn modelId="{7FB9421A-5ED3-43FE-A111-68570613A696}" type="presParOf" srcId="{54B22A56-810C-4890-BAFB-B69B52CA722C}" destId="{6BEFCF9F-4A46-4D8A-9281-3950A8FE2030}" srcOrd="0" destOrd="0" presId="urn:microsoft.com/office/officeart/2018/5/layout/CenteredIconLabelDescriptionList"/>
    <dgm:cxn modelId="{BB4C9B71-1D2C-45EC-AC4A-033768848D13}" type="presParOf" srcId="{6BEFCF9F-4A46-4D8A-9281-3950A8FE2030}" destId="{25EF5FF9-F249-4BDE-AFB1-65B9EBEDE197}" srcOrd="0" destOrd="0" presId="urn:microsoft.com/office/officeart/2018/5/layout/CenteredIconLabelDescriptionList"/>
    <dgm:cxn modelId="{237FE049-53D8-4F25-9376-455EC0384C97}" type="presParOf" srcId="{6BEFCF9F-4A46-4D8A-9281-3950A8FE2030}" destId="{F2E7F3D7-C178-4742-AB08-F2F35E84BC84}" srcOrd="1" destOrd="0" presId="urn:microsoft.com/office/officeart/2018/5/layout/CenteredIconLabelDescriptionList"/>
    <dgm:cxn modelId="{F842621A-85B5-402F-9A3F-97FAD5843878}" type="presParOf" srcId="{6BEFCF9F-4A46-4D8A-9281-3950A8FE2030}" destId="{C8FC9B38-5767-430B-95D4-B3293CE654D3}" srcOrd="2" destOrd="0" presId="urn:microsoft.com/office/officeart/2018/5/layout/CenteredIconLabelDescriptionList"/>
    <dgm:cxn modelId="{C69548B3-A442-458F-B976-8320C82675F9}" type="presParOf" srcId="{6BEFCF9F-4A46-4D8A-9281-3950A8FE2030}" destId="{B94BF561-6AEC-4B6D-A8D0-B32B4618BD8E}" srcOrd="3" destOrd="0" presId="urn:microsoft.com/office/officeart/2018/5/layout/CenteredIconLabelDescriptionList"/>
    <dgm:cxn modelId="{73A7B412-05D2-4111-BFE9-E70FA55D46D5}" type="presParOf" srcId="{6BEFCF9F-4A46-4D8A-9281-3950A8FE2030}" destId="{7585EE77-097E-40E5-B27E-87029FA3CCE5}" srcOrd="4" destOrd="0" presId="urn:microsoft.com/office/officeart/2018/5/layout/CenteredIconLabelDescriptionList"/>
    <dgm:cxn modelId="{D6E8B27A-C9E0-4CB2-8A9D-2E54AA6B1D6A}" type="presParOf" srcId="{54B22A56-810C-4890-BAFB-B69B52CA722C}" destId="{7BCE8073-77FF-4772-85B9-9253C2801DC4}" srcOrd="1" destOrd="0" presId="urn:microsoft.com/office/officeart/2018/5/layout/CenteredIconLabelDescriptionList"/>
    <dgm:cxn modelId="{E4DB67EB-4708-4BCE-B070-24E915D7AD1F}" type="presParOf" srcId="{54B22A56-810C-4890-BAFB-B69B52CA722C}" destId="{15B9E490-077E-4F04-9376-8534950AF141}" srcOrd="2" destOrd="0" presId="urn:microsoft.com/office/officeart/2018/5/layout/CenteredIconLabelDescriptionList"/>
    <dgm:cxn modelId="{BFDA2156-E6C3-4B67-8832-BE45A9434C93}" type="presParOf" srcId="{15B9E490-077E-4F04-9376-8534950AF141}" destId="{66C4C7C2-494A-4885-BFF7-38F0D8C58A5F}" srcOrd="0" destOrd="0" presId="urn:microsoft.com/office/officeart/2018/5/layout/CenteredIconLabelDescriptionList"/>
    <dgm:cxn modelId="{18A6B992-83E4-43AF-A851-9902E0720643}" type="presParOf" srcId="{15B9E490-077E-4F04-9376-8534950AF141}" destId="{0F729BA5-3D13-4179-B4A1-2661209249EE}" srcOrd="1" destOrd="0" presId="urn:microsoft.com/office/officeart/2018/5/layout/CenteredIconLabelDescriptionList"/>
    <dgm:cxn modelId="{902BB87A-DAE2-4EEB-BA55-74F7512388EE}" type="presParOf" srcId="{15B9E490-077E-4F04-9376-8534950AF141}" destId="{822877C0-3881-481C-A685-4943B57509D8}" srcOrd="2" destOrd="0" presId="urn:microsoft.com/office/officeart/2018/5/layout/CenteredIconLabelDescriptionList"/>
    <dgm:cxn modelId="{B66B87F8-899C-4246-AF0B-C4501DB8B893}" type="presParOf" srcId="{15B9E490-077E-4F04-9376-8534950AF141}" destId="{C04E772B-BC75-440C-BBBD-80B9B44EE35D}" srcOrd="3" destOrd="0" presId="urn:microsoft.com/office/officeart/2018/5/layout/CenteredIconLabelDescriptionList"/>
    <dgm:cxn modelId="{43C9890A-CB00-42DF-99B9-FE77B040F533}" type="presParOf" srcId="{15B9E490-077E-4F04-9376-8534950AF141}" destId="{292A0DA1-7B50-4C85-9154-C720E8811AEA}" srcOrd="4" destOrd="0" presId="urn:microsoft.com/office/officeart/2018/5/layout/CenteredIconLabelDescriptionList"/>
    <dgm:cxn modelId="{BA6D7AFC-B1D2-411D-A39B-DDC1FE138A93}" type="presParOf" srcId="{54B22A56-810C-4890-BAFB-B69B52CA722C}" destId="{884D200B-E62F-4E04-BB33-1FB4C9A2B2DF}" srcOrd="3" destOrd="0" presId="urn:microsoft.com/office/officeart/2018/5/layout/CenteredIconLabelDescriptionList"/>
    <dgm:cxn modelId="{4E203153-77FA-4A2F-989A-F8F45F853D29}" type="presParOf" srcId="{54B22A56-810C-4890-BAFB-B69B52CA722C}" destId="{010EC0E5-3C76-4B1B-B7B5-328887DC2C71}" srcOrd="4" destOrd="0" presId="urn:microsoft.com/office/officeart/2018/5/layout/CenteredIconLabelDescriptionList"/>
    <dgm:cxn modelId="{376FF755-67D9-433B-957A-DC2509ACADAD}" type="presParOf" srcId="{010EC0E5-3C76-4B1B-B7B5-328887DC2C71}" destId="{30E43F37-60AF-40BE-9430-DBA6ECF4DA3F}" srcOrd="0" destOrd="0" presId="urn:microsoft.com/office/officeart/2018/5/layout/CenteredIconLabelDescriptionList"/>
    <dgm:cxn modelId="{FF8FBF62-F29C-4BF9-AFF0-2D2B6CE73C3A}" type="presParOf" srcId="{010EC0E5-3C76-4B1B-B7B5-328887DC2C71}" destId="{3A72A600-46F6-49D7-999B-84EFFDC673E0}" srcOrd="1" destOrd="0" presId="urn:microsoft.com/office/officeart/2018/5/layout/CenteredIconLabelDescriptionList"/>
    <dgm:cxn modelId="{44842FE9-716A-42CA-A7A7-B139DA4687D9}" type="presParOf" srcId="{010EC0E5-3C76-4B1B-B7B5-328887DC2C71}" destId="{E2F8B0F7-3C01-483B-B4E4-0E435EC856B1}" srcOrd="2" destOrd="0" presId="urn:microsoft.com/office/officeart/2018/5/layout/CenteredIconLabelDescriptionList"/>
    <dgm:cxn modelId="{95E89117-3915-4321-960A-8EB2141336D0}" type="presParOf" srcId="{010EC0E5-3C76-4B1B-B7B5-328887DC2C71}" destId="{11B7FAE7-35E3-45AF-9FA1-06EED5FFB43D}" srcOrd="3" destOrd="0" presId="urn:microsoft.com/office/officeart/2018/5/layout/CenteredIconLabelDescriptionList"/>
    <dgm:cxn modelId="{DDD06CC4-5124-40AA-AD16-3D01E9FA24D0}" type="presParOf" srcId="{010EC0E5-3C76-4B1B-B7B5-328887DC2C71}" destId="{A94CE69D-9D20-48D5-BD7E-699FDDD087B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EF527A83-3DAE-4CCD-8BBE-B56FBF5C03A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407F490-2F23-472A-9714-664A397DB3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Mnemonic words </a:t>
          </a:r>
        </a:p>
      </dgm:t>
    </dgm:pt>
    <dgm:pt modelId="{97581BFA-8BA7-4BCE-A906-5C7DA45F2D26}" type="parTrans" cxnId="{8EE6014D-5283-4E29-AAF9-14DA84B6F8CD}">
      <dgm:prSet/>
      <dgm:spPr/>
      <dgm:t>
        <a:bodyPr/>
        <a:lstStyle/>
        <a:p>
          <a:endParaRPr lang="en-US"/>
        </a:p>
      </dgm:t>
    </dgm:pt>
    <dgm:pt modelId="{52ACD966-6993-4638-9207-A53C4F1CD07F}" type="sibTrans" cxnId="{8EE6014D-5283-4E29-AAF9-14DA84B6F8CD}">
      <dgm:prSet/>
      <dgm:spPr/>
      <dgm:t>
        <a:bodyPr/>
        <a:lstStyle/>
        <a:p>
          <a:endParaRPr lang="en-US"/>
        </a:p>
      </dgm:t>
    </dgm:pt>
    <dgm:pt modelId="{3B039C8A-21BD-42CB-8948-2F853D0A4A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easier for users</a:t>
          </a:r>
        </a:p>
      </dgm:t>
    </dgm:pt>
    <dgm:pt modelId="{7A83975A-B541-47B7-9AF4-6642BC8F4B61}" type="parTrans" cxnId="{579C71DE-BE0F-4ECA-8974-8617C236984D}">
      <dgm:prSet/>
      <dgm:spPr/>
      <dgm:t>
        <a:bodyPr/>
        <a:lstStyle/>
        <a:p>
          <a:endParaRPr lang="en-US"/>
        </a:p>
      </dgm:t>
    </dgm:pt>
    <dgm:pt modelId="{3E0C9ADB-E986-4519-8262-7B0396716046}" type="sibTrans" cxnId="{579C71DE-BE0F-4ECA-8974-8617C236984D}">
      <dgm:prSet/>
      <dgm:spPr/>
      <dgm:t>
        <a:bodyPr/>
        <a:lstStyle/>
        <a:p>
          <a:endParaRPr lang="en-US"/>
        </a:p>
      </dgm:t>
    </dgm:pt>
    <dgm:pt modelId="{93E7F5C0-BFD5-4951-9A98-9DCBBF61C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back up wallets </a:t>
          </a:r>
        </a:p>
      </dgm:t>
    </dgm:pt>
    <dgm:pt modelId="{04C74A16-1BB7-4330-86A6-B8F5FEAD17AC}" type="parTrans" cxnId="{1EB25712-94E7-4703-8C66-EFFAAE75D6EF}">
      <dgm:prSet/>
      <dgm:spPr/>
      <dgm:t>
        <a:bodyPr/>
        <a:lstStyle/>
        <a:p>
          <a:endParaRPr lang="en-US"/>
        </a:p>
      </dgm:t>
    </dgm:pt>
    <dgm:pt modelId="{482EA3B3-BB2B-4F19-8DA7-3B463A212D55}" type="sibTrans" cxnId="{1EB25712-94E7-4703-8C66-EFFAAE75D6EF}">
      <dgm:prSet/>
      <dgm:spPr/>
      <dgm:t>
        <a:bodyPr/>
        <a:lstStyle/>
        <a:p>
          <a:endParaRPr lang="en-US"/>
        </a:p>
      </dgm:t>
    </dgm:pt>
    <dgm:pt modelId="{87C68B39-5A45-4F17-8FD1-CF001CEE66E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random</a:t>
          </a:r>
          <a:r>
            <a:rPr lang="tr-TR" dirty="0"/>
            <a:t> </a:t>
          </a:r>
          <a:r>
            <a:rPr lang="tr-TR" dirty="0" err="1"/>
            <a:t>seeds</a:t>
          </a:r>
          <a:r>
            <a:rPr lang="tr-TR" dirty="0"/>
            <a:t> </a:t>
          </a:r>
          <a:r>
            <a:rPr lang="tr-TR" dirty="0" err="1"/>
            <a:t>vs</a:t>
          </a:r>
          <a:r>
            <a:rPr lang="tr-TR" dirty="0"/>
            <a:t> </a:t>
          </a:r>
          <a:r>
            <a:rPr lang="tr-TR" dirty="0" err="1"/>
            <a:t>mnemonic</a:t>
          </a:r>
          <a:endParaRPr lang="en-US" dirty="0"/>
        </a:p>
      </dgm:t>
    </dgm:pt>
    <dgm:pt modelId="{8BF5C290-B4A3-4D36-A800-ABD28F0DD53D}" type="parTrans" cxnId="{BECBE1FE-E48B-4C1A-BE9B-B5EF939EB086}">
      <dgm:prSet/>
      <dgm:spPr/>
      <dgm:t>
        <a:bodyPr/>
        <a:lstStyle/>
        <a:p>
          <a:endParaRPr lang="en-US"/>
        </a:p>
      </dgm:t>
    </dgm:pt>
    <dgm:pt modelId="{65D4597F-FB24-4C21-8015-5DAB43179EC4}" type="sibTrans" cxnId="{BECBE1FE-E48B-4C1A-BE9B-B5EF939EB086}">
      <dgm:prSet/>
      <dgm:spPr/>
      <dgm:t>
        <a:bodyPr/>
        <a:lstStyle/>
        <a:p>
          <a:endParaRPr lang="en-US"/>
        </a:p>
      </dgm:t>
    </dgm:pt>
    <dgm:pt modelId="{C79E2F71-F047-4F06-9D0E-9045E1E64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easy to read</a:t>
          </a:r>
        </a:p>
      </dgm:t>
    </dgm:pt>
    <dgm:pt modelId="{97BD8EFD-ED80-4168-8CF1-6506ABFA80DC}" type="parTrans" cxnId="{A8BEBD16-426F-4D62-883E-3B4F341EE4EA}">
      <dgm:prSet/>
      <dgm:spPr/>
      <dgm:t>
        <a:bodyPr/>
        <a:lstStyle/>
        <a:p>
          <a:endParaRPr lang="en-US"/>
        </a:p>
      </dgm:t>
    </dgm:pt>
    <dgm:pt modelId="{B612473D-1EC1-48FD-8E49-BB26237488EA}" type="sibTrans" cxnId="{A8BEBD16-426F-4D62-883E-3B4F341EE4EA}">
      <dgm:prSet/>
      <dgm:spPr/>
      <dgm:t>
        <a:bodyPr/>
        <a:lstStyle/>
        <a:p>
          <a:endParaRPr lang="en-US"/>
        </a:p>
      </dgm:t>
    </dgm:pt>
    <dgm:pt modelId="{8DD47A80-84D3-4BD1-A987-C5EF2D9A458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and </a:t>
          </a:r>
          <a:r>
            <a:rPr lang="en-US"/>
            <a:t>correctly transcribe</a:t>
          </a:r>
          <a:endParaRPr lang="en-US" dirty="0"/>
        </a:p>
      </dgm:t>
    </dgm:pt>
    <dgm:pt modelId="{EB7D170E-BBE0-4122-A34C-8ED3C34CCE5E}" type="parTrans" cxnId="{7FB3F8B6-BC8F-45FF-A4B0-3E0EC67D9A7F}">
      <dgm:prSet/>
      <dgm:spPr/>
      <dgm:t>
        <a:bodyPr/>
        <a:lstStyle/>
        <a:p>
          <a:endParaRPr lang="tr-TR"/>
        </a:p>
      </dgm:t>
    </dgm:pt>
    <dgm:pt modelId="{D835CEB7-B1C2-4421-8C19-DF1D571D7A72}" type="sibTrans" cxnId="{7FB3F8B6-BC8F-45FF-A4B0-3E0EC67D9A7F}">
      <dgm:prSet/>
      <dgm:spPr/>
      <dgm:t>
        <a:bodyPr/>
        <a:lstStyle/>
        <a:p>
          <a:endParaRPr lang="tr-TR"/>
        </a:p>
      </dgm:t>
    </dgm:pt>
    <dgm:pt modelId="{54B22A56-810C-4890-BAFB-B69B52CA722C}" type="pres">
      <dgm:prSet presAssocID="{EF527A83-3DAE-4CCD-8BBE-B56FBF5C03AD}" presName="root" presStyleCnt="0">
        <dgm:presLayoutVars>
          <dgm:dir/>
          <dgm:resizeHandles val="exact"/>
        </dgm:presLayoutVars>
      </dgm:prSet>
      <dgm:spPr/>
    </dgm:pt>
    <dgm:pt modelId="{1D85A102-B606-4C5E-AF08-3227846EB574}" type="pres">
      <dgm:prSet presAssocID="{5407F490-2F23-472A-9714-664A397DB30F}" presName="compNode" presStyleCnt="0"/>
      <dgm:spPr/>
    </dgm:pt>
    <dgm:pt modelId="{405441BD-7E53-43CA-82BC-91BACF487E68}" type="pres">
      <dgm:prSet presAssocID="{5407F490-2F23-472A-9714-664A397DB3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Add1"/>
        </a:ext>
      </dgm:extLst>
    </dgm:pt>
    <dgm:pt modelId="{A950AB55-3F12-4E5F-AFF0-FBA185DDCD8C}" type="pres">
      <dgm:prSet presAssocID="{5407F490-2F23-472A-9714-664A397DB30F}" presName="iconSpace" presStyleCnt="0"/>
      <dgm:spPr/>
    </dgm:pt>
    <dgm:pt modelId="{196DE577-3066-4E0B-9A3E-7D1B9C42982F}" type="pres">
      <dgm:prSet presAssocID="{5407F490-2F23-472A-9714-664A397DB30F}" presName="parTx" presStyleLbl="revTx" presStyleIdx="0" presStyleCnt="4">
        <dgm:presLayoutVars>
          <dgm:chMax val="0"/>
          <dgm:chPref val="0"/>
        </dgm:presLayoutVars>
      </dgm:prSet>
      <dgm:spPr/>
    </dgm:pt>
    <dgm:pt modelId="{337C0CDA-ABEE-4473-9972-86412BBA0083}" type="pres">
      <dgm:prSet presAssocID="{5407F490-2F23-472A-9714-664A397DB30F}" presName="txSpace" presStyleCnt="0"/>
      <dgm:spPr/>
    </dgm:pt>
    <dgm:pt modelId="{7DD2D782-34D3-42D2-A920-D8415136C848}" type="pres">
      <dgm:prSet presAssocID="{5407F490-2F23-472A-9714-664A397DB30F}" presName="desTx" presStyleLbl="revTx" presStyleIdx="1" presStyleCnt="4">
        <dgm:presLayoutVars/>
      </dgm:prSet>
      <dgm:spPr/>
    </dgm:pt>
    <dgm:pt modelId="{DC462A5F-13D4-40C5-837A-3534CED15C59}" type="pres">
      <dgm:prSet presAssocID="{52ACD966-6993-4638-9207-A53C4F1CD07F}" presName="sibTrans" presStyleCnt="0"/>
      <dgm:spPr/>
    </dgm:pt>
    <dgm:pt modelId="{EE0B3E89-6B53-4383-AD93-EE7C71FD7633}" type="pres">
      <dgm:prSet presAssocID="{87C68B39-5A45-4F17-8FD1-CF001CEE66EE}" presName="compNode" presStyleCnt="0"/>
      <dgm:spPr/>
    </dgm:pt>
    <dgm:pt modelId="{4F41B22C-2782-486F-A7ED-2623133975A9}" type="pres">
      <dgm:prSet presAssocID="{87C68B39-5A45-4F17-8FD1-CF001CEE66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2261C41-873C-4FFA-89FC-392127C82FD4}" type="pres">
      <dgm:prSet presAssocID="{87C68B39-5A45-4F17-8FD1-CF001CEE66EE}" presName="iconSpace" presStyleCnt="0"/>
      <dgm:spPr/>
    </dgm:pt>
    <dgm:pt modelId="{FCCBE400-6EFF-480D-956A-92C1276539C2}" type="pres">
      <dgm:prSet presAssocID="{87C68B39-5A45-4F17-8FD1-CF001CEE66EE}" presName="parTx" presStyleLbl="revTx" presStyleIdx="2" presStyleCnt="4">
        <dgm:presLayoutVars>
          <dgm:chMax val="0"/>
          <dgm:chPref val="0"/>
        </dgm:presLayoutVars>
      </dgm:prSet>
      <dgm:spPr/>
    </dgm:pt>
    <dgm:pt modelId="{25C389BB-B655-40B5-8CC3-7CF848DE22F7}" type="pres">
      <dgm:prSet presAssocID="{87C68B39-5A45-4F17-8FD1-CF001CEE66EE}" presName="txSpace" presStyleCnt="0"/>
      <dgm:spPr/>
    </dgm:pt>
    <dgm:pt modelId="{8266803F-4EA9-4235-A9C3-0DC4DDAEC4B9}" type="pres">
      <dgm:prSet presAssocID="{87C68B39-5A45-4F17-8FD1-CF001CEE66EE}" presName="desTx" presStyleLbl="revTx" presStyleIdx="3" presStyleCnt="4">
        <dgm:presLayoutVars/>
      </dgm:prSet>
      <dgm:spPr/>
    </dgm:pt>
  </dgm:ptLst>
  <dgm:cxnLst>
    <dgm:cxn modelId="{B52ABA08-13BB-464E-9C8A-232EC00C05F7}" type="presOf" srcId="{3B039C8A-21BD-42CB-8948-2F853D0A4A22}" destId="{7DD2D782-34D3-42D2-A920-D8415136C848}" srcOrd="0" destOrd="0" presId="urn:microsoft.com/office/officeart/2018/5/layout/CenteredIconLabelDescriptionList"/>
    <dgm:cxn modelId="{4313B80F-ABC0-4E59-9207-BD68655C1DEE}" type="presOf" srcId="{87C68B39-5A45-4F17-8FD1-CF001CEE66EE}" destId="{FCCBE400-6EFF-480D-956A-92C1276539C2}" srcOrd="0" destOrd="0" presId="urn:microsoft.com/office/officeart/2018/5/layout/CenteredIconLabelDescriptionList"/>
    <dgm:cxn modelId="{1EB25712-94E7-4703-8C66-EFFAAE75D6EF}" srcId="{5407F490-2F23-472A-9714-664A397DB30F}" destId="{93E7F5C0-BFD5-4951-9A98-9DCBBF61C473}" srcOrd="1" destOrd="0" parTransId="{04C74A16-1BB7-4330-86A6-B8F5FEAD17AC}" sibTransId="{482EA3B3-BB2B-4F19-8DA7-3B463A212D55}"/>
    <dgm:cxn modelId="{A8BEBD16-426F-4D62-883E-3B4F341EE4EA}" srcId="{87C68B39-5A45-4F17-8FD1-CF001CEE66EE}" destId="{C79E2F71-F047-4F06-9D0E-9045E1E647FF}" srcOrd="0" destOrd="0" parTransId="{97BD8EFD-ED80-4168-8CF1-6506ABFA80DC}" sibTransId="{B612473D-1EC1-48FD-8E49-BB26237488EA}"/>
    <dgm:cxn modelId="{82B8F51F-2F4E-45FE-84BF-27CA37703B87}" type="presOf" srcId="{8DD47A80-84D3-4BD1-A987-C5EF2D9A458A}" destId="{8266803F-4EA9-4235-A9C3-0DC4DDAEC4B9}" srcOrd="0" destOrd="1" presId="urn:microsoft.com/office/officeart/2018/5/layout/CenteredIconLabelDescriptionList"/>
    <dgm:cxn modelId="{8EE6014D-5283-4E29-AAF9-14DA84B6F8CD}" srcId="{EF527A83-3DAE-4CCD-8BBE-B56FBF5C03AD}" destId="{5407F490-2F23-472A-9714-664A397DB30F}" srcOrd="0" destOrd="0" parTransId="{97581BFA-8BA7-4BCE-A906-5C7DA45F2D26}" sibTransId="{52ACD966-6993-4638-9207-A53C4F1CD07F}"/>
    <dgm:cxn modelId="{DCE7B55A-219D-479D-A99B-2620F468D5E4}" type="presOf" srcId="{93E7F5C0-BFD5-4951-9A98-9DCBBF61C473}" destId="{7DD2D782-34D3-42D2-A920-D8415136C848}" srcOrd="0" destOrd="1" presId="urn:microsoft.com/office/officeart/2018/5/layout/CenteredIconLabelDescriptionList"/>
    <dgm:cxn modelId="{7FB3F8B6-BC8F-45FF-A4B0-3E0EC67D9A7F}" srcId="{87C68B39-5A45-4F17-8FD1-CF001CEE66EE}" destId="{8DD47A80-84D3-4BD1-A987-C5EF2D9A458A}" srcOrd="1" destOrd="0" parTransId="{EB7D170E-BBE0-4122-A34C-8ED3C34CCE5E}" sibTransId="{D835CEB7-B1C2-4421-8C19-DF1D571D7A72}"/>
    <dgm:cxn modelId="{6124E3B7-369F-479A-81F6-6E0823B744C9}" type="presOf" srcId="{C79E2F71-F047-4F06-9D0E-9045E1E647FF}" destId="{8266803F-4EA9-4235-A9C3-0DC4DDAEC4B9}" srcOrd="0" destOrd="0" presId="urn:microsoft.com/office/officeart/2018/5/layout/CenteredIconLabelDescriptionList"/>
    <dgm:cxn modelId="{F15E89C7-B8E9-4CE5-BF66-487691E19336}" type="presOf" srcId="{5407F490-2F23-472A-9714-664A397DB30F}" destId="{196DE577-3066-4E0B-9A3E-7D1B9C42982F}" srcOrd="0" destOrd="0" presId="urn:microsoft.com/office/officeart/2018/5/layout/CenteredIconLabelDescriptionList"/>
    <dgm:cxn modelId="{D77D88D7-34C2-4B01-83BF-4F300EA0DA53}" type="presOf" srcId="{EF527A83-3DAE-4CCD-8BBE-B56FBF5C03AD}" destId="{54B22A56-810C-4890-BAFB-B69B52CA722C}" srcOrd="0" destOrd="0" presId="urn:microsoft.com/office/officeart/2018/5/layout/CenteredIconLabelDescriptionList"/>
    <dgm:cxn modelId="{579C71DE-BE0F-4ECA-8974-8617C236984D}" srcId="{5407F490-2F23-472A-9714-664A397DB30F}" destId="{3B039C8A-21BD-42CB-8948-2F853D0A4A22}" srcOrd="0" destOrd="0" parTransId="{7A83975A-B541-47B7-9AF4-6642BC8F4B61}" sibTransId="{3E0C9ADB-E986-4519-8262-7B0396716046}"/>
    <dgm:cxn modelId="{BECBE1FE-E48B-4C1A-BE9B-B5EF939EB086}" srcId="{EF527A83-3DAE-4CCD-8BBE-B56FBF5C03AD}" destId="{87C68B39-5A45-4F17-8FD1-CF001CEE66EE}" srcOrd="1" destOrd="0" parTransId="{8BF5C290-B4A3-4D36-A800-ABD28F0DD53D}" sibTransId="{65D4597F-FB24-4C21-8015-5DAB43179EC4}"/>
    <dgm:cxn modelId="{49B4288E-C78D-4D1D-AA42-1C6FB8F7670B}" type="presParOf" srcId="{54B22A56-810C-4890-BAFB-B69B52CA722C}" destId="{1D85A102-B606-4C5E-AF08-3227846EB574}" srcOrd="0" destOrd="0" presId="urn:microsoft.com/office/officeart/2018/5/layout/CenteredIconLabelDescriptionList"/>
    <dgm:cxn modelId="{7C77F5DF-3E28-4E30-8546-C727B3E91528}" type="presParOf" srcId="{1D85A102-B606-4C5E-AF08-3227846EB574}" destId="{405441BD-7E53-43CA-82BC-91BACF487E68}" srcOrd="0" destOrd="0" presId="urn:microsoft.com/office/officeart/2018/5/layout/CenteredIconLabelDescriptionList"/>
    <dgm:cxn modelId="{4ECD942F-FA94-4FB4-BF78-D25806633AEB}" type="presParOf" srcId="{1D85A102-B606-4C5E-AF08-3227846EB574}" destId="{A950AB55-3F12-4E5F-AFF0-FBA185DDCD8C}" srcOrd="1" destOrd="0" presId="urn:microsoft.com/office/officeart/2018/5/layout/CenteredIconLabelDescriptionList"/>
    <dgm:cxn modelId="{673A5C64-B80D-4078-A9B2-FF278F566D82}" type="presParOf" srcId="{1D85A102-B606-4C5E-AF08-3227846EB574}" destId="{196DE577-3066-4E0B-9A3E-7D1B9C42982F}" srcOrd="2" destOrd="0" presId="urn:microsoft.com/office/officeart/2018/5/layout/CenteredIconLabelDescriptionList"/>
    <dgm:cxn modelId="{47343E9B-399E-41DB-B28A-0C3A565CBA08}" type="presParOf" srcId="{1D85A102-B606-4C5E-AF08-3227846EB574}" destId="{337C0CDA-ABEE-4473-9972-86412BBA0083}" srcOrd="3" destOrd="0" presId="urn:microsoft.com/office/officeart/2018/5/layout/CenteredIconLabelDescriptionList"/>
    <dgm:cxn modelId="{67BAC0D0-0C53-44E3-89BD-ACD4814BA39B}" type="presParOf" srcId="{1D85A102-B606-4C5E-AF08-3227846EB574}" destId="{7DD2D782-34D3-42D2-A920-D8415136C848}" srcOrd="4" destOrd="0" presId="urn:microsoft.com/office/officeart/2018/5/layout/CenteredIconLabelDescriptionList"/>
    <dgm:cxn modelId="{A1847453-6CAF-4970-9DF1-0ABAED643B63}" type="presParOf" srcId="{54B22A56-810C-4890-BAFB-B69B52CA722C}" destId="{DC462A5F-13D4-40C5-837A-3534CED15C59}" srcOrd="1" destOrd="0" presId="urn:microsoft.com/office/officeart/2018/5/layout/CenteredIconLabelDescriptionList"/>
    <dgm:cxn modelId="{D3BE83A1-A167-45E2-ABC5-9A70B5FE5D85}" type="presParOf" srcId="{54B22A56-810C-4890-BAFB-B69B52CA722C}" destId="{EE0B3E89-6B53-4383-AD93-EE7C71FD7633}" srcOrd="2" destOrd="0" presId="urn:microsoft.com/office/officeart/2018/5/layout/CenteredIconLabelDescriptionList"/>
    <dgm:cxn modelId="{D36EB8EC-9DC6-496E-B13F-0CAA9ABE1A00}" type="presParOf" srcId="{EE0B3E89-6B53-4383-AD93-EE7C71FD7633}" destId="{4F41B22C-2782-486F-A7ED-2623133975A9}" srcOrd="0" destOrd="0" presId="urn:microsoft.com/office/officeart/2018/5/layout/CenteredIconLabelDescriptionList"/>
    <dgm:cxn modelId="{AA39CC7E-9C04-4FF2-AF1F-CE29926A6508}" type="presParOf" srcId="{EE0B3E89-6B53-4383-AD93-EE7C71FD7633}" destId="{32261C41-873C-4FFA-89FC-392127C82FD4}" srcOrd="1" destOrd="0" presId="urn:microsoft.com/office/officeart/2018/5/layout/CenteredIconLabelDescriptionList"/>
    <dgm:cxn modelId="{9E893C6B-002F-4096-BB09-23D5566295E9}" type="presParOf" srcId="{EE0B3E89-6B53-4383-AD93-EE7C71FD7633}" destId="{FCCBE400-6EFF-480D-956A-92C1276539C2}" srcOrd="2" destOrd="0" presId="urn:microsoft.com/office/officeart/2018/5/layout/CenteredIconLabelDescriptionList"/>
    <dgm:cxn modelId="{4797E60F-C172-4927-8876-5F262A038B72}" type="presParOf" srcId="{EE0B3E89-6B53-4383-AD93-EE7C71FD7633}" destId="{25C389BB-B655-40B5-8CC3-7CF848DE22F7}" srcOrd="3" destOrd="0" presId="urn:microsoft.com/office/officeart/2018/5/layout/CenteredIconLabelDescriptionList"/>
    <dgm:cxn modelId="{62042416-6003-485A-8FD6-CC7154A4466B}" type="presParOf" srcId="{EE0B3E89-6B53-4383-AD93-EE7C71FD7633}" destId="{8266803F-4EA9-4235-A9C3-0DC4DDAEC4B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475DB47-2495-4F53-899C-EBEE088A750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7FE7C29-26E3-497C-8025-9F86A7F61C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Brainwallets</a:t>
          </a:r>
          <a:r>
            <a:rPr lang="tr-TR"/>
            <a:t> vs </a:t>
          </a:r>
          <a:r>
            <a:rPr lang="en-US"/>
            <a:t>Mnemonic words </a:t>
          </a:r>
        </a:p>
      </dgm:t>
    </dgm:pt>
    <dgm:pt modelId="{C943E034-6ACF-4491-AEEF-84E6E0CCC0E8}" type="parTrans" cxnId="{C1D591F3-9801-41C8-8D59-7BFBE559FCF8}">
      <dgm:prSet/>
      <dgm:spPr/>
      <dgm:t>
        <a:bodyPr/>
        <a:lstStyle/>
        <a:p>
          <a:endParaRPr lang="en-US"/>
        </a:p>
      </dgm:t>
    </dgm:pt>
    <dgm:pt modelId="{F094F2EB-1053-4FE9-8CE5-47564AF40BCC}" type="sibTrans" cxnId="{C1D591F3-9801-41C8-8D59-7BFBE559FCF8}">
      <dgm:prSet/>
      <dgm:spPr/>
      <dgm:t>
        <a:bodyPr/>
        <a:lstStyle/>
        <a:p>
          <a:endParaRPr lang="en-US"/>
        </a:p>
      </dgm:t>
    </dgm:pt>
    <dgm:pt modelId="{7308291C-CE09-44E6-86F7-07A7BB1FEE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often confused with “brainwallets.” </a:t>
          </a:r>
        </a:p>
      </dgm:t>
    </dgm:pt>
    <dgm:pt modelId="{554FEA48-0471-4855-B1BA-2A4E7DF7369E}" type="parTrans" cxnId="{512DC756-DCAE-4FF6-A02E-976999FD42C2}">
      <dgm:prSet/>
      <dgm:spPr/>
      <dgm:t>
        <a:bodyPr/>
        <a:lstStyle/>
        <a:p>
          <a:endParaRPr lang="en-US"/>
        </a:p>
      </dgm:t>
    </dgm:pt>
    <dgm:pt modelId="{1E91959C-00BE-41BB-8506-0BF2EB06CEDE}" type="sibTrans" cxnId="{512DC756-DCAE-4FF6-A02E-976999FD42C2}">
      <dgm:prSet/>
      <dgm:spPr/>
      <dgm:t>
        <a:bodyPr/>
        <a:lstStyle/>
        <a:p>
          <a:endParaRPr lang="en-US"/>
        </a:p>
      </dgm:t>
    </dgm:pt>
    <dgm:pt modelId="{A4AE08A3-4703-4E53-B790-EF8E2C2EE4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Brainwallet</a:t>
          </a:r>
        </a:p>
      </dgm:t>
    </dgm:pt>
    <dgm:pt modelId="{E7EFC96E-832E-47A3-8DDF-7CC75AEDF90D}" type="parTrans" cxnId="{15822300-AEB6-48AD-AE93-2457E1CB009E}">
      <dgm:prSet/>
      <dgm:spPr/>
      <dgm:t>
        <a:bodyPr/>
        <a:lstStyle/>
        <a:p>
          <a:endParaRPr lang="en-US"/>
        </a:p>
      </dgm:t>
    </dgm:pt>
    <dgm:pt modelId="{86770FA4-40E7-4B61-8B1F-9B43C39AF7E5}" type="sibTrans" cxnId="{15822300-AEB6-48AD-AE93-2457E1CB009E}">
      <dgm:prSet/>
      <dgm:spPr/>
      <dgm:t>
        <a:bodyPr/>
        <a:lstStyle/>
        <a:p>
          <a:endParaRPr lang="en-US"/>
        </a:p>
      </dgm:t>
    </dgm:pt>
    <dgm:pt modelId="{3AF8DA30-6FA3-4D26-98C7-B7BD0C1D4B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consists</a:t>
          </a:r>
          <a:r>
            <a:rPr lang="tr-TR" dirty="0"/>
            <a:t> </a:t>
          </a:r>
          <a:r>
            <a:rPr lang="en-US" dirty="0"/>
            <a:t>of words chosen by the user </a:t>
          </a:r>
        </a:p>
      </dgm:t>
    </dgm:pt>
    <dgm:pt modelId="{4352A201-423F-4A93-B6F0-9BD11563F822}" type="parTrans" cxnId="{D42E0E75-D029-4FC2-A36C-3690D7C6E0E3}">
      <dgm:prSet/>
      <dgm:spPr/>
      <dgm:t>
        <a:bodyPr/>
        <a:lstStyle/>
        <a:p>
          <a:endParaRPr lang="en-US"/>
        </a:p>
      </dgm:t>
    </dgm:pt>
    <dgm:pt modelId="{039AB0B4-BD61-43B5-8ED9-672BC2B7BB86}" type="sibTrans" cxnId="{D42E0E75-D029-4FC2-A36C-3690D7C6E0E3}">
      <dgm:prSet/>
      <dgm:spPr/>
      <dgm:t>
        <a:bodyPr/>
        <a:lstStyle/>
        <a:p>
          <a:endParaRPr lang="en-US"/>
        </a:p>
      </dgm:t>
    </dgm:pt>
    <dgm:pt modelId="{3A77D2BF-279C-483F-B624-3929EE372F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Mnemonic</a:t>
          </a:r>
          <a:r>
            <a:rPr lang="tr-TR"/>
            <a:t> </a:t>
          </a:r>
          <a:r>
            <a:rPr lang="en-US"/>
            <a:t>words</a:t>
          </a:r>
        </a:p>
      </dgm:t>
    </dgm:pt>
    <dgm:pt modelId="{341F43ED-B6E6-4BD5-A57E-5BEE2A583774}" type="parTrans" cxnId="{ACE7BF33-792A-4294-AE7E-6D63FD4AED3E}">
      <dgm:prSet/>
      <dgm:spPr/>
      <dgm:t>
        <a:bodyPr/>
        <a:lstStyle/>
        <a:p>
          <a:endParaRPr lang="en-US"/>
        </a:p>
      </dgm:t>
    </dgm:pt>
    <dgm:pt modelId="{6C697FD7-39A9-49C6-A18E-4906B26A7A4F}" type="sibTrans" cxnId="{ACE7BF33-792A-4294-AE7E-6D63FD4AED3E}">
      <dgm:prSet/>
      <dgm:spPr/>
      <dgm:t>
        <a:bodyPr/>
        <a:lstStyle/>
        <a:p>
          <a:endParaRPr lang="en-US"/>
        </a:p>
      </dgm:t>
    </dgm:pt>
    <dgm:pt modelId="{CEA6591F-9C26-4729-9A0E-7D614C19DE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created</a:t>
          </a:r>
          <a:r>
            <a:rPr lang="tr-TR" dirty="0"/>
            <a:t> </a:t>
          </a:r>
          <a:r>
            <a:rPr lang="en-US" dirty="0"/>
            <a:t>randomly by the wallet</a:t>
          </a:r>
        </a:p>
      </dgm:t>
    </dgm:pt>
    <dgm:pt modelId="{E4232029-01E0-40E6-9487-B527996DBF4F}" type="parTrans" cxnId="{BE5D6A90-C18C-4A8F-A7BA-D79068821E5B}">
      <dgm:prSet/>
      <dgm:spPr/>
      <dgm:t>
        <a:bodyPr/>
        <a:lstStyle/>
        <a:p>
          <a:endParaRPr lang="en-US"/>
        </a:p>
      </dgm:t>
    </dgm:pt>
    <dgm:pt modelId="{FAA93E9E-3234-44E9-B16B-01E3A10E34E0}" type="sibTrans" cxnId="{BE5D6A90-C18C-4A8F-A7BA-D79068821E5B}">
      <dgm:prSet/>
      <dgm:spPr/>
      <dgm:t>
        <a:bodyPr/>
        <a:lstStyle/>
        <a:p>
          <a:endParaRPr lang="en-US"/>
        </a:p>
      </dgm:t>
    </dgm:pt>
    <dgm:pt modelId="{37B2021D-15B0-4EF1-9448-4BCD9C42B4B4}" type="pres">
      <dgm:prSet presAssocID="{F475DB47-2495-4F53-899C-EBEE088A7500}" presName="root" presStyleCnt="0">
        <dgm:presLayoutVars>
          <dgm:dir/>
          <dgm:resizeHandles val="exact"/>
        </dgm:presLayoutVars>
      </dgm:prSet>
      <dgm:spPr/>
    </dgm:pt>
    <dgm:pt modelId="{F1680459-E6C3-43EF-AEED-435FD4D95A01}" type="pres">
      <dgm:prSet presAssocID="{17FE7C29-26E3-497C-8025-9F86A7F61CBB}" presName="compNode" presStyleCnt="0"/>
      <dgm:spPr/>
    </dgm:pt>
    <dgm:pt modelId="{CE5FD60F-4FC1-4422-9F30-21B6BB43607C}" type="pres">
      <dgm:prSet presAssocID="{17FE7C29-26E3-497C-8025-9F86A7F61C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E48C725-9B77-4436-ABD2-BD2A61D18FCE}" type="pres">
      <dgm:prSet presAssocID="{17FE7C29-26E3-497C-8025-9F86A7F61CBB}" presName="iconSpace" presStyleCnt="0"/>
      <dgm:spPr/>
    </dgm:pt>
    <dgm:pt modelId="{57D7912E-0E52-4145-B525-ABD5C37019C7}" type="pres">
      <dgm:prSet presAssocID="{17FE7C29-26E3-497C-8025-9F86A7F61CBB}" presName="parTx" presStyleLbl="revTx" presStyleIdx="0" presStyleCnt="6">
        <dgm:presLayoutVars>
          <dgm:chMax val="0"/>
          <dgm:chPref val="0"/>
        </dgm:presLayoutVars>
      </dgm:prSet>
      <dgm:spPr/>
    </dgm:pt>
    <dgm:pt modelId="{6AB0282A-B88B-4947-B72F-CB9B70BBA531}" type="pres">
      <dgm:prSet presAssocID="{17FE7C29-26E3-497C-8025-9F86A7F61CBB}" presName="txSpace" presStyleCnt="0"/>
      <dgm:spPr/>
    </dgm:pt>
    <dgm:pt modelId="{6D2D291C-29E0-4BFB-B207-897A99AFDA17}" type="pres">
      <dgm:prSet presAssocID="{17FE7C29-26E3-497C-8025-9F86A7F61CBB}" presName="desTx" presStyleLbl="revTx" presStyleIdx="1" presStyleCnt="6">
        <dgm:presLayoutVars/>
      </dgm:prSet>
      <dgm:spPr/>
    </dgm:pt>
    <dgm:pt modelId="{96F1EC3B-D74D-40AF-B2A6-A8565A16B86B}" type="pres">
      <dgm:prSet presAssocID="{F094F2EB-1053-4FE9-8CE5-47564AF40BCC}" presName="sibTrans" presStyleCnt="0"/>
      <dgm:spPr/>
    </dgm:pt>
    <dgm:pt modelId="{C8297E5C-7786-4221-9D78-9BE188BEBB91}" type="pres">
      <dgm:prSet presAssocID="{A4AE08A3-4703-4E53-B790-EF8E2C2EE447}" presName="compNode" presStyleCnt="0"/>
      <dgm:spPr/>
    </dgm:pt>
    <dgm:pt modelId="{43AD8A6E-330B-4EAC-AD4A-5B5D8B2C88C6}" type="pres">
      <dgm:prSet presAssocID="{A4AE08A3-4703-4E53-B790-EF8E2C2EE4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9241EDD-9915-40D9-AE3B-4238A345EC8E}" type="pres">
      <dgm:prSet presAssocID="{A4AE08A3-4703-4E53-B790-EF8E2C2EE447}" presName="iconSpace" presStyleCnt="0"/>
      <dgm:spPr/>
    </dgm:pt>
    <dgm:pt modelId="{22F7D381-3652-4E4F-A56B-539108B0258F}" type="pres">
      <dgm:prSet presAssocID="{A4AE08A3-4703-4E53-B790-EF8E2C2EE447}" presName="parTx" presStyleLbl="revTx" presStyleIdx="2" presStyleCnt="6">
        <dgm:presLayoutVars>
          <dgm:chMax val="0"/>
          <dgm:chPref val="0"/>
        </dgm:presLayoutVars>
      </dgm:prSet>
      <dgm:spPr/>
    </dgm:pt>
    <dgm:pt modelId="{7035FB5D-5646-4C00-81D7-61BC240AF756}" type="pres">
      <dgm:prSet presAssocID="{A4AE08A3-4703-4E53-B790-EF8E2C2EE447}" presName="txSpace" presStyleCnt="0"/>
      <dgm:spPr/>
    </dgm:pt>
    <dgm:pt modelId="{3790454E-B6E0-4FBA-83D1-60F97C240EBC}" type="pres">
      <dgm:prSet presAssocID="{A4AE08A3-4703-4E53-B790-EF8E2C2EE447}" presName="desTx" presStyleLbl="revTx" presStyleIdx="3" presStyleCnt="6">
        <dgm:presLayoutVars/>
      </dgm:prSet>
      <dgm:spPr/>
    </dgm:pt>
    <dgm:pt modelId="{077DC624-8B65-421D-94B6-13C084BF34F3}" type="pres">
      <dgm:prSet presAssocID="{86770FA4-40E7-4B61-8B1F-9B43C39AF7E5}" presName="sibTrans" presStyleCnt="0"/>
      <dgm:spPr/>
    </dgm:pt>
    <dgm:pt modelId="{9F6C7D78-0F39-48EC-ABEC-A4781D054272}" type="pres">
      <dgm:prSet presAssocID="{3A77D2BF-279C-483F-B624-3929EE372F0D}" presName="compNode" presStyleCnt="0"/>
      <dgm:spPr/>
    </dgm:pt>
    <dgm:pt modelId="{754EB224-2032-4BCF-AD7E-63F923777E7C}" type="pres">
      <dgm:prSet presAssocID="{3A77D2BF-279C-483F-B624-3929EE372F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7EA5FC6-0F84-4891-880D-393EE121D64A}" type="pres">
      <dgm:prSet presAssocID="{3A77D2BF-279C-483F-B624-3929EE372F0D}" presName="iconSpace" presStyleCnt="0"/>
      <dgm:spPr/>
    </dgm:pt>
    <dgm:pt modelId="{F9E62609-A75F-44A0-987C-A4EFA6892BB4}" type="pres">
      <dgm:prSet presAssocID="{3A77D2BF-279C-483F-B624-3929EE372F0D}" presName="parTx" presStyleLbl="revTx" presStyleIdx="4" presStyleCnt="6">
        <dgm:presLayoutVars>
          <dgm:chMax val="0"/>
          <dgm:chPref val="0"/>
        </dgm:presLayoutVars>
      </dgm:prSet>
      <dgm:spPr/>
    </dgm:pt>
    <dgm:pt modelId="{B1169F11-232F-4483-8EA4-CEEC640218B3}" type="pres">
      <dgm:prSet presAssocID="{3A77D2BF-279C-483F-B624-3929EE372F0D}" presName="txSpace" presStyleCnt="0"/>
      <dgm:spPr/>
    </dgm:pt>
    <dgm:pt modelId="{59F053DA-2237-4CE3-A231-5BBEF0B95F7A}" type="pres">
      <dgm:prSet presAssocID="{3A77D2BF-279C-483F-B624-3929EE372F0D}" presName="desTx" presStyleLbl="revTx" presStyleIdx="5" presStyleCnt="6">
        <dgm:presLayoutVars/>
      </dgm:prSet>
      <dgm:spPr/>
    </dgm:pt>
  </dgm:ptLst>
  <dgm:cxnLst>
    <dgm:cxn modelId="{15822300-AEB6-48AD-AE93-2457E1CB009E}" srcId="{F475DB47-2495-4F53-899C-EBEE088A7500}" destId="{A4AE08A3-4703-4E53-B790-EF8E2C2EE447}" srcOrd="1" destOrd="0" parTransId="{E7EFC96E-832E-47A3-8DDF-7CC75AEDF90D}" sibTransId="{86770FA4-40E7-4B61-8B1F-9B43C39AF7E5}"/>
    <dgm:cxn modelId="{A0B35E01-54AF-42F4-886C-2F8AA0EF3E09}" type="presOf" srcId="{F475DB47-2495-4F53-899C-EBEE088A7500}" destId="{37B2021D-15B0-4EF1-9448-4BCD9C42B4B4}" srcOrd="0" destOrd="0" presId="urn:microsoft.com/office/officeart/2018/5/layout/CenteredIconLabelDescriptionList"/>
    <dgm:cxn modelId="{19524B14-03F9-4C59-9397-E4F5337B086F}" type="presOf" srcId="{3A77D2BF-279C-483F-B624-3929EE372F0D}" destId="{F9E62609-A75F-44A0-987C-A4EFA6892BB4}" srcOrd="0" destOrd="0" presId="urn:microsoft.com/office/officeart/2018/5/layout/CenteredIconLabelDescriptionList"/>
    <dgm:cxn modelId="{ACE7BF33-792A-4294-AE7E-6D63FD4AED3E}" srcId="{F475DB47-2495-4F53-899C-EBEE088A7500}" destId="{3A77D2BF-279C-483F-B624-3929EE372F0D}" srcOrd="2" destOrd="0" parTransId="{341F43ED-B6E6-4BD5-A57E-5BEE2A583774}" sibTransId="{6C697FD7-39A9-49C6-A18E-4906B26A7A4F}"/>
    <dgm:cxn modelId="{CFBB5D46-5C12-4E9E-931E-207B42BC7108}" type="presOf" srcId="{7308291C-CE09-44E6-86F7-07A7BB1FEE66}" destId="{6D2D291C-29E0-4BFB-B207-897A99AFDA17}" srcOrd="0" destOrd="0" presId="urn:microsoft.com/office/officeart/2018/5/layout/CenteredIconLabelDescriptionList"/>
    <dgm:cxn modelId="{D42E0E75-D029-4FC2-A36C-3690D7C6E0E3}" srcId="{A4AE08A3-4703-4E53-B790-EF8E2C2EE447}" destId="{3AF8DA30-6FA3-4D26-98C7-B7BD0C1D4B57}" srcOrd="0" destOrd="0" parTransId="{4352A201-423F-4A93-B6F0-9BD11563F822}" sibTransId="{039AB0B4-BD61-43B5-8ED9-672BC2B7BB86}"/>
    <dgm:cxn modelId="{512DC756-DCAE-4FF6-A02E-976999FD42C2}" srcId="{17FE7C29-26E3-497C-8025-9F86A7F61CBB}" destId="{7308291C-CE09-44E6-86F7-07A7BB1FEE66}" srcOrd="0" destOrd="0" parTransId="{554FEA48-0471-4855-B1BA-2A4E7DF7369E}" sibTransId="{1E91959C-00BE-41BB-8506-0BF2EB06CEDE}"/>
    <dgm:cxn modelId="{BE5D6A90-C18C-4A8F-A7BA-D79068821E5B}" srcId="{3A77D2BF-279C-483F-B624-3929EE372F0D}" destId="{CEA6591F-9C26-4729-9A0E-7D614C19DE09}" srcOrd="0" destOrd="0" parTransId="{E4232029-01E0-40E6-9487-B527996DBF4F}" sibTransId="{FAA93E9E-3234-44E9-B16B-01E3A10E34E0}"/>
    <dgm:cxn modelId="{3116F994-7332-4E15-BBFA-5439DC6CE8D1}" type="presOf" srcId="{3AF8DA30-6FA3-4D26-98C7-B7BD0C1D4B57}" destId="{3790454E-B6E0-4FBA-83D1-60F97C240EBC}" srcOrd="0" destOrd="0" presId="urn:microsoft.com/office/officeart/2018/5/layout/CenteredIconLabelDescriptionList"/>
    <dgm:cxn modelId="{9511BE9D-8452-4FA7-96F0-6968EA9D34C2}" type="presOf" srcId="{17FE7C29-26E3-497C-8025-9F86A7F61CBB}" destId="{57D7912E-0E52-4145-B525-ABD5C37019C7}" srcOrd="0" destOrd="0" presId="urn:microsoft.com/office/officeart/2018/5/layout/CenteredIconLabelDescriptionList"/>
    <dgm:cxn modelId="{F230F9CD-FA2D-4A00-9266-7D2E033DF2F9}" type="presOf" srcId="{A4AE08A3-4703-4E53-B790-EF8E2C2EE447}" destId="{22F7D381-3652-4E4F-A56B-539108B0258F}" srcOrd="0" destOrd="0" presId="urn:microsoft.com/office/officeart/2018/5/layout/CenteredIconLabelDescriptionList"/>
    <dgm:cxn modelId="{C1D591F3-9801-41C8-8D59-7BFBE559FCF8}" srcId="{F475DB47-2495-4F53-899C-EBEE088A7500}" destId="{17FE7C29-26E3-497C-8025-9F86A7F61CBB}" srcOrd="0" destOrd="0" parTransId="{C943E034-6ACF-4491-AEEF-84E6E0CCC0E8}" sibTransId="{F094F2EB-1053-4FE9-8CE5-47564AF40BCC}"/>
    <dgm:cxn modelId="{EB1E04F8-504A-47FD-A31B-5D3F8CB92373}" type="presOf" srcId="{CEA6591F-9C26-4729-9A0E-7D614C19DE09}" destId="{59F053DA-2237-4CE3-A231-5BBEF0B95F7A}" srcOrd="0" destOrd="0" presId="urn:microsoft.com/office/officeart/2018/5/layout/CenteredIconLabelDescriptionList"/>
    <dgm:cxn modelId="{D62A8120-8790-4BDE-88FE-D23E565AE048}" type="presParOf" srcId="{37B2021D-15B0-4EF1-9448-4BCD9C42B4B4}" destId="{F1680459-E6C3-43EF-AEED-435FD4D95A01}" srcOrd="0" destOrd="0" presId="urn:microsoft.com/office/officeart/2018/5/layout/CenteredIconLabelDescriptionList"/>
    <dgm:cxn modelId="{CB96DE03-3650-42BF-880C-F5D8BB9B12BF}" type="presParOf" srcId="{F1680459-E6C3-43EF-AEED-435FD4D95A01}" destId="{CE5FD60F-4FC1-4422-9F30-21B6BB43607C}" srcOrd="0" destOrd="0" presId="urn:microsoft.com/office/officeart/2018/5/layout/CenteredIconLabelDescriptionList"/>
    <dgm:cxn modelId="{E974D5A8-CD0A-4AF7-B42E-9221B7018034}" type="presParOf" srcId="{F1680459-E6C3-43EF-AEED-435FD4D95A01}" destId="{EE48C725-9B77-4436-ABD2-BD2A61D18FCE}" srcOrd="1" destOrd="0" presId="urn:microsoft.com/office/officeart/2018/5/layout/CenteredIconLabelDescriptionList"/>
    <dgm:cxn modelId="{9D64FB8D-05D7-4B93-AF54-11A9E0185AF5}" type="presParOf" srcId="{F1680459-E6C3-43EF-AEED-435FD4D95A01}" destId="{57D7912E-0E52-4145-B525-ABD5C37019C7}" srcOrd="2" destOrd="0" presId="urn:microsoft.com/office/officeart/2018/5/layout/CenteredIconLabelDescriptionList"/>
    <dgm:cxn modelId="{28E5CA0D-0936-42B2-8A36-CD12E59FC1E3}" type="presParOf" srcId="{F1680459-E6C3-43EF-AEED-435FD4D95A01}" destId="{6AB0282A-B88B-4947-B72F-CB9B70BBA531}" srcOrd="3" destOrd="0" presId="urn:microsoft.com/office/officeart/2018/5/layout/CenteredIconLabelDescriptionList"/>
    <dgm:cxn modelId="{42341C9D-17AD-45E8-8CC2-8F48491A7F08}" type="presParOf" srcId="{F1680459-E6C3-43EF-AEED-435FD4D95A01}" destId="{6D2D291C-29E0-4BFB-B207-897A99AFDA17}" srcOrd="4" destOrd="0" presId="urn:microsoft.com/office/officeart/2018/5/layout/CenteredIconLabelDescriptionList"/>
    <dgm:cxn modelId="{ACDE5E63-5C55-4D19-9A3E-DBC7EBD24DA7}" type="presParOf" srcId="{37B2021D-15B0-4EF1-9448-4BCD9C42B4B4}" destId="{96F1EC3B-D74D-40AF-B2A6-A8565A16B86B}" srcOrd="1" destOrd="0" presId="urn:microsoft.com/office/officeart/2018/5/layout/CenteredIconLabelDescriptionList"/>
    <dgm:cxn modelId="{E3F3B158-20F4-4ADB-88A1-76BF32C3F689}" type="presParOf" srcId="{37B2021D-15B0-4EF1-9448-4BCD9C42B4B4}" destId="{C8297E5C-7786-4221-9D78-9BE188BEBB91}" srcOrd="2" destOrd="0" presId="urn:microsoft.com/office/officeart/2018/5/layout/CenteredIconLabelDescriptionList"/>
    <dgm:cxn modelId="{6311AB85-C02F-4672-BE5C-B3F8C5D8983E}" type="presParOf" srcId="{C8297E5C-7786-4221-9D78-9BE188BEBB91}" destId="{43AD8A6E-330B-4EAC-AD4A-5B5D8B2C88C6}" srcOrd="0" destOrd="0" presId="urn:microsoft.com/office/officeart/2018/5/layout/CenteredIconLabelDescriptionList"/>
    <dgm:cxn modelId="{311CDD7D-B132-4DBB-96D8-4DF1E7982130}" type="presParOf" srcId="{C8297E5C-7786-4221-9D78-9BE188BEBB91}" destId="{C9241EDD-9915-40D9-AE3B-4238A345EC8E}" srcOrd="1" destOrd="0" presId="urn:microsoft.com/office/officeart/2018/5/layout/CenteredIconLabelDescriptionList"/>
    <dgm:cxn modelId="{D6E6FCF6-6310-421E-AB4F-1EA6B297D52A}" type="presParOf" srcId="{C8297E5C-7786-4221-9D78-9BE188BEBB91}" destId="{22F7D381-3652-4E4F-A56B-539108B0258F}" srcOrd="2" destOrd="0" presId="urn:microsoft.com/office/officeart/2018/5/layout/CenteredIconLabelDescriptionList"/>
    <dgm:cxn modelId="{29167A8F-1F1C-4F5C-8DB6-3B8C6D2B18E6}" type="presParOf" srcId="{C8297E5C-7786-4221-9D78-9BE188BEBB91}" destId="{7035FB5D-5646-4C00-81D7-61BC240AF756}" srcOrd="3" destOrd="0" presId="urn:microsoft.com/office/officeart/2018/5/layout/CenteredIconLabelDescriptionList"/>
    <dgm:cxn modelId="{E511506C-F5E3-471E-A83D-4645711A0CBE}" type="presParOf" srcId="{C8297E5C-7786-4221-9D78-9BE188BEBB91}" destId="{3790454E-B6E0-4FBA-83D1-60F97C240EBC}" srcOrd="4" destOrd="0" presId="urn:microsoft.com/office/officeart/2018/5/layout/CenteredIconLabelDescriptionList"/>
    <dgm:cxn modelId="{AD15580A-526E-4C2D-B26A-561524BF45B4}" type="presParOf" srcId="{37B2021D-15B0-4EF1-9448-4BCD9C42B4B4}" destId="{077DC624-8B65-421D-94B6-13C084BF34F3}" srcOrd="3" destOrd="0" presId="urn:microsoft.com/office/officeart/2018/5/layout/CenteredIconLabelDescriptionList"/>
    <dgm:cxn modelId="{5BF466E6-25EB-4BA2-BC0B-08F0E067F998}" type="presParOf" srcId="{37B2021D-15B0-4EF1-9448-4BCD9C42B4B4}" destId="{9F6C7D78-0F39-48EC-ABEC-A4781D054272}" srcOrd="4" destOrd="0" presId="urn:microsoft.com/office/officeart/2018/5/layout/CenteredIconLabelDescriptionList"/>
    <dgm:cxn modelId="{50F02AFA-CE29-4D13-9244-A524749EA3B7}" type="presParOf" srcId="{9F6C7D78-0F39-48EC-ABEC-A4781D054272}" destId="{754EB224-2032-4BCF-AD7E-63F923777E7C}" srcOrd="0" destOrd="0" presId="urn:microsoft.com/office/officeart/2018/5/layout/CenteredIconLabelDescriptionList"/>
    <dgm:cxn modelId="{4883234B-F16D-45B0-B1CF-9511BD800D69}" type="presParOf" srcId="{9F6C7D78-0F39-48EC-ABEC-A4781D054272}" destId="{17EA5FC6-0F84-4891-880D-393EE121D64A}" srcOrd="1" destOrd="0" presId="urn:microsoft.com/office/officeart/2018/5/layout/CenteredIconLabelDescriptionList"/>
    <dgm:cxn modelId="{9F7F4C48-E0CC-415F-8C1E-DA96602513D4}" type="presParOf" srcId="{9F6C7D78-0F39-48EC-ABEC-A4781D054272}" destId="{F9E62609-A75F-44A0-987C-A4EFA6892BB4}" srcOrd="2" destOrd="0" presId="urn:microsoft.com/office/officeart/2018/5/layout/CenteredIconLabelDescriptionList"/>
    <dgm:cxn modelId="{F53AC517-C4D1-4D7C-BB5C-FA8B52D6D60D}" type="presParOf" srcId="{9F6C7D78-0F39-48EC-ABEC-A4781D054272}" destId="{B1169F11-232F-4483-8EA4-CEEC640218B3}" srcOrd="3" destOrd="0" presId="urn:microsoft.com/office/officeart/2018/5/layout/CenteredIconLabelDescriptionList"/>
    <dgm:cxn modelId="{3F4CEDEA-630E-49C0-93C0-06ED929F853D}" type="presParOf" srcId="{9F6C7D78-0F39-48EC-ABEC-A4781D054272}" destId="{59F053DA-2237-4CE3-A231-5BBEF0B95F7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475DB47-2495-4F53-899C-EBEE088A750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4A476E7-32CA-4F93-A431-619C424CB1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ED0D6FCB-B030-4F7B-9063-774E89E21366}" type="parTrans" cxnId="{D1E2307A-8017-43E6-9195-BF6AE65CF6DA}">
      <dgm:prSet/>
      <dgm:spPr/>
      <dgm:t>
        <a:bodyPr/>
        <a:lstStyle/>
        <a:p>
          <a:endParaRPr lang="en-US"/>
        </a:p>
      </dgm:t>
    </dgm:pt>
    <dgm:pt modelId="{1A8DF41F-7362-4914-944A-82F658B91C9A}" type="sibTrans" cxnId="{D1E2307A-8017-43E6-9195-BF6AE65CF6DA}">
      <dgm:prSet/>
      <dgm:spPr/>
      <dgm:t>
        <a:bodyPr/>
        <a:lstStyle/>
        <a:p>
          <a:endParaRPr lang="en-US"/>
        </a:p>
      </dgm:t>
    </dgm:pt>
    <dgm:pt modelId="{55A3119A-1577-4287-9E98-B91742B150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mnemonic words</a:t>
          </a:r>
        </a:p>
      </dgm:t>
    </dgm:pt>
    <dgm:pt modelId="{A40EEBAC-48B8-40D8-818A-8E8F1D0A12CB}" type="parTrans" cxnId="{A250CC5C-A7C7-43E6-B298-00AB3B83075F}">
      <dgm:prSet/>
      <dgm:spPr/>
      <dgm:t>
        <a:bodyPr/>
        <a:lstStyle/>
        <a:p>
          <a:endParaRPr lang="en-US"/>
        </a:p>
      </dgm:t>
    </dgm:pt>
    <dgm:pt modelId="{76411CF4-8A96-4D64-B7C3-D280D22BA8BA}" type="sibTrans" cxnId="{A250CC5C-A7C7-43E6-B298-00AB3B83075F}">
      <dgm:prSet/>
      <dgm:spPr/>
      <dgm:t>
        <a:bodyPr/>
        <a:lstStyle/>
        <a:p>
          <a:endParaRPr lang="en-US"/>
        </a:p>
      </dgm:t>
    </dgm:pt>
    <dgm:pt modelId="{5943695F-19BC-4D08-BF21-0881EB5E4A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  <a:endParaRPr lang="en-US"/>
        </a:p>
      </dgm:t>
    </dgm:pt>
    <dgm:pt modelId="{4B0835C9-8F3B-42E4-9286-00F6DC68348A}" type="parTrans" cxnId="{74E82264-F397-48A7-902C-FBB828A424AA}">
      <dgm:prSet/>
      <dgm:spPr/>
      <dgm:t>
        <a:bodyPr/>
        <a:lstStyle/>
        <a:p>
          <a:endParaRPr lang="en-US"/>
        </a:p>
      </dgm:t>
    </dgm:pt>
    <dgm:pt modelId="{DAB1FC6E-FB26-4796-BFE7-F9B75B65F688}" type="sibTrans" cxnId="{74E82264-F397-48A7-902C-FBB828A424AA}">
      <dgm:prSet/>
      <dgm:spPr/>
      <dgm:t>
        <a:bodyPr/>
        <a:lstStyle/>
        <a:p>
          <a:endParaRPr lang="en-US"/>
        </a:p>
      </dgm:t>
    </dgm:pt>
    <dgm:pt modelId="{3DB78AD8-202E-4BC5-838D-E70577C88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humans are very poor sources</a:t>
          </a:r>
        </a:p>
      </dgm:t>
    </dgm:pt>
    <dgm:pt modelId="{0F0A9539-3BD4-499B-84E1-89CC23A47E6A}" type="parTrans" cxnId="{133BC549-B812-4BCC-93F6-769B6A85AE16}">
      <dgm:prSet/>
      <dgm:spPr/>
      <dgm:t>
        <a:bodyPr/>
        <a:lstStyle/>
        <a:p>
          <a:endParaRPr lang="en-US"/>
        </a:p>
      </dgm:t>
    </dgm:pt>
    <dgm:pt modelId="{58E54445-AFAA-4337-B839-4C0697CE76A6}" type="sibTrans" cxnId="{133BC549-B812-4BCC-93F6-769B6A85AE16}">
      <dgm:prSet/>
      <dgm:spPr/>
      <dgm:t>
        <a:bodyPr/>
        <a:lstStyle/>
        <a:p>
          <a:endParaRPr lang="en-US"/>
        </a:p>
      </dgm:t>
    </dgm:pt>
    <dgm:pt modelId="{C03F3090-CCC8-45ED-A334-455A906917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much more secure</a:t>
          </a:r>
        </a:p>
      </dgm:t>
    </dgm:pt>
    <dgm:pt modelId="{730A223C-45AC-42FD-B07C-6740110D00D3}" type="parTrans" cxnId="{AD0096EE-8FA5-4F7E-BD80-5ED2BEED155A}">
      <dgm:prSet/>
      <dgm:spPr/>
      <dgm:t>
        <a:bodyPr/>
        <a:lstStyle/>
        <a:p>
          <a:endParaRPr lang="tr-TR"/>
        </a:p>
      </dgm:t>
    </dgm:pt>
    <dgm:pt modelId="{A9F0FC47-9BC5-4A6D-ABC1-4D91847FB55A}" type="sibTrans" cxnId="{AD0096EE-8FA5-4F7E-BD80-5ED2BEED155A}">
      <dgm:prSet/>
      <dgm:spPr/>
      <dgm:t>
        <a:bodyPr/>
        <a:lstStyle/>
        <a:p>
          <a:endParaRPr lang="tr-TR"/>
        </a:p>
      </dgm:t>
    </dgm:pt>
    <dgm:pt modelId="{789E6143-54DD-4408-B80B-0033BAFFEC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 randomness</a:t>
          </a:r>
        </a:p>
      </dgm:t>
    </dgm:pt>
    <dgm:pt modelId="{0A4D5D1F-B6C0-4C55-870E-FECC9348EF79}" type="parTrans" cxnId="{ED5BEA84-645E-4E40-B5DD-27D561223245}">
      <dgm:prSet/>
      <dgm:spPr/>
      <dgm:t>
        <a:bodyPr/>
        <a:lstStyle/>
        <a:p>
          <a:endParaRPr lang="tr-TR"/>
        </a:p>
      </dgm:t>
    </dgm:pt>
    <dgm:pt modelId="{18A8C367-3993-4EF1-8C6D-57CB78477A56}" type="sibTrans" cxnId="{ED5BEA84-645E-4E40-B5DD-27D561223245}">
      <dgm:prSet/>
      <dgm:spPr/>
      <dgm:t>
        <a:bodyPr/>
        <a:lstStyle/>
        <a:p>
          <a:endParaRPr lang="tr-TR"/>
        </a:p>
      </dgm:t>
    </dgm:pt>
    <dgm:pt modelId="{37B2021D-15B0-4EF1-9448-4BCD9C42B4B4}" type="pres">
      <dgm:prSet presAssocID="{F475DB47-2495-4F53-899C-EBEE088A7500}" presName="root" presStyleCnt="0">
        <dgm:presLayoutVars>
          <dgm:dir/>
          <dgm:resizeHandles val="exact"/>
        </dgm:presLayoutVars>
      </dgm:prSet>
      <dgm:spPr/>
    </dgm:pt>
    <dgm:pt modelId="{10580A36-D8D9-43B8-8902-1206AFAF3B43}" type="pres">
      <dgm:prSet presAssocID="{F4A476E7-32CA-4F93-A431-619C424CB152}" presName="compNode" presStyleCnt="0"/>
      <dgm:spPr/>
    </dgm:pt>
    <dgm:pt modelId="{3EA34E66-99B4-4D1F-9C7E-6A98BCB36344}" type="pres">
      <dgm:prSet presAssocID="{F4A476E7-32CA-4F93-A431-619C424CB15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A295DE8-36D7-4B7F-A5AB-5512E9036F7C}" type="pres">
      <dgm:prSet presAssocID="{F4A476E7-32CA-4F93-A431-619C424CB152}" presName="iconSpace" presStyleCnt="0"/>
      <dgm:spPr/>
    </dgm:pt>
    <dgm:pt modelId="{811291BC-A4BB-4321-867B-EC5475B143BB}" type="pres">
      <dgm:prSet presAssocID="{F4A476E7-32CA-4F93-A431-619C424CB152}" presName="parTx" presStyleLbl="revTx" presStyleIdx="0" presStyleCnt="4">
        <dgm:presLayoutVars>
          <dgm:chMax val="0"/>
          <dgm:chPref val="0"/>
        </dgm:presLayoutVars>
      </dgm:prSet>
      <dgm:spPr/>
    </dgm:pt>
    <dgm:pt modelId="{FB9F5856-A473-4A4F-BA84-E8AA50A49BE4}" type="pres">
      <dgm:prSet presAssocID="{F4A476E7-32CA-4F93-A431-619C424CB152}" presName="txSpace" presStyleCnt="0"/>
      <dgm:spPr/>
    </dgm:pt>
    <dgm:pt modelId="{5B69CECE-02EB-4DC7-B962-EA99197F86EC}" type="pres">
      <dgm:prSet presAssocID="{F4A476E7-32CA-4F93-A431-619C424CB152}" presName="desTx" presStyleLbl="revTx" presStyleIdx="1" presStyleCnt="4">
        <dgm:presLayoutVars/>
      </dgm:prSet>
      <dgm:spPr/>
    </dgm:pt>
    <dgm:pt modelId="{9A578FD3-33DE-4013-AD35-70A1160D6AF2}" type="pres">
      <dgm:prSet presAssocID="{1A8DF41F-7362-4914-944A-82F658B91C9A}" presName="sibTrans" presStyleCnt="0"/>
      <dgm:spPr/>
    </dgm:pt>
    <dgm:pt modelId="{0384FA4F-E79E-4BCC-BAF7-80863C30A60B}" type="pres">
      <dgm:prSet presAssocID="{5943695F-19BC-4D08-BF21-0881EB5E4A41}" presName="compNode" presStyleCnt="0"/>
      <dgm:spPr/>
    </dgm:pt>
    <dgm:pt modelId="{536CB77F-7107-4954-A69E-57CAB1D146DD}" type="pres">
      <dgm:prSet presAssocID="{5943695F-19BC-4D08-BF21-0881EB5E4A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116411C0-623A-4FCC-A5CF-53E516E69AD9}" type="pres">
      <dgm:prSet presAssocID="{5943695F-19BC-4D08-BF21-0881EB5E4A41}" presName="iconSpace" presStyleCnt="0"/>
      <dgm:spPr/>
    </dgm:pt>
    <dgm:pt modelId="{0DB05888-5EE8-4A2E-BB99-3E8420F50BF2}" type="pres">
      <dgm:prSet presAssocID="{5943695F-19BC-4D08-BF21-0881EB5E4A41}" presName="parTx" presStyleLbl="revTx" presStyleIdx="2" presStyleCnt="4">
        <dgm:presLayoutVars>
          <dgm:chMax val="0"/>
          <dgm:chPref val="0"/>
        </dgm:presLayoutVars>
      </dgm:prSet>
      <dgm:spPr/>
    </dgm:pt>
    <dgm:pt modelId="{B63C66C2-F16C-4020-95EB-9391A8D21923}" type="pres">
      <dgm:prSet presAssocID="{5943695F-19BC-4D08-BF21-0881EB5E4A41}" presName="txSpace" presStyleCnt="0"/>
      <dgm:spPr/>
    </dgm:pt>
    <dgm:pt modelId="{D1DA3955-1EA2-4ECF-9ACA-33BA1034900F}" type="pres">
      <dgm:prSet presAssocID="{5943695F-19BC-4D08-BF21-0881EB5E4A41}" presName="desTx" presStyleLbl="revTx" presStyleIdx="3" presStyleCnt="4">
        <dgm:presLayoutVars/>
      </dgm:prSet>
      <dgm:spPr/>
    </dgm:pt>
  </dgm:ptLst>
  <dgm:cxnLst>
    <dgm:cxn modelId="{A0B35E01-54AF-42F4-886C-2F8AA0EF3E09}" type="presOf" srcId="{F475DB47-2495-4F53-899C-EBEE088A7500}" destId="{37B2021D-15B0-4EF1-9448-4BCD9C42B4B4}" srcOrd="0" destOrd="0" presId="urn:microsoft.com/office/officeart/2018/5/layout/CenteredIconLabelDescriptionList"/>
    <dgm:cxn modelId="{A250CC5C-A7C7-43E6-B298-00AB3B83075F}" srcId="{F4A476E7-32CA-4F93-A431-619C424CB152}" destId="{55A3119A-1577-4287-9E98-B91742B15013}" srcOrd="0" destOrd="0" parTransId="{A40EEBAC-48B8-40D8-818A-8E8F1D0A12CB}" sibTransId="{76411CF4-8A96-4D64-B7C3-D280D22BA8BA}"/>
    <dgm:cxn modelId="{74E82264-F397-48A7-902C-FBB828A424AA}" srcId="{F475DB47-2495-4F53-899C-EBEE088A7500}" destId="{5943695F-19BC-4D08-BF21-0881EB5E4A41}" srcOrd="1" destOrd="0" parTransId="{4B0835C9-8F3B-42E4-9286-00F6DC68348A}" sibTransId="{DAB1FC6E-FB26-4796-BFE7-F9B75B65F688}"/>
    <dgm:cxn modelId="{9CA5AA46-FB88-469D-9A13-7E47E5CB7545}" type="presOf" srcId="{55A3119A-1577-4287-9E98-B91742B15013}" destId="{5B69CECE-02EB-4DC7-B962-EA99197F86EC}" srcOrd="0" destOrd="0" presId="urn:microsoft.com/office/officeart/2018/5/layout/CenteredIconLabelDescriptionList"/>
    <dgm:cxn modelId="{133BC549-B812-4BCC-93F6-769B6A85AE16}" srcId="{5943695F-19BC-4D08-BF21-0881EB5E4A41}" destId="{3DB78AD8-202E-4BC5-838D-E70577C88D4A}" srcOrd="0" destOrd="0" parTransId="{0F0A9539-3BD4-499B-84E1-89CC23A47E6A}" sibTransId="{58E54445-AFAA-4337-B839-4C0697CE76A6}"/>
    <dgm:cxn modelId="{37563B54-9559-4CA5-B0CA-7F52105A1B36}" type="presOf" srcId="{789E6143-54DD-4408-B80B-0033BAFFEC3A}" destId="{D1DA3955-1EA2-4ECF-9ACA-33BA1034900F}" srcOrd="0" destOrd="1" presId="urn:microsoft.com/office/officeart/2018/5/layout/CenteredIconLabelDescriptionList"/>
    <dgm:cxn modelId="{60AF5B56-F691-4C3A-9BDC-C5830EBF5200}" type="presOf" srcId="{3DB78AD8-202E-4BC5-838D-E70577C88D4A}" destId="{D1DA3955-1EA2-4ECF-9ACA-33BA1034900F}" srcOrd="0" destOrd="0" presId="urn:microsoft.com/office/officeart/2018/5/layout/CenteredIconLabelDescriptionList"/>
    <dgm:cxn modelId="{4F8BAF56-19B9-4EFE-80B9-D0DC86BFC3ED}" type="presOf" srcId="{5943695F-19BC-4D08-BF21-0881EB5E4A41}" destId="{0DB05888-5EE8-4A2E-BB99-3E8420F50BF2}" srcOrd="0" destOrd="0" presId="urn:microsoft.com/office/officeart/2018/5/layout/CenteredIconLabelDescriptionList"/>
    <dgm:cxn modelId="{D1E2307A-8017-43E6-9195-BF6AE65CF6DA}" srcId="{F475DB47-2495-4F53-899C-EBEE088A7500}" destId="{F4A476E7-32CA-4F93-A431-619C424CB152}" srcOrd="0" destOrd="0" parTransId="{ED0D6FCB-B030-4F7B-9063-774E89E21366}" sibTransId="{1A8DF41F-7362-4914-944A-82F658B91C9A}"/>
    <dgm:cxn modelId="{ED5BEA84-645E-4E40-B5DD-27D561223245}" srcId="{5943695F-19BC-4D08-BF21-0881EB5E4A41}" destId="{789E6143-54DD-4408-B80B-0033BAFFEC3A}" srcOrd="1" destOrd="0" parTransId="{0A4D5D1F-B6C0-4C55-870E-FECC9348EF79}" sibTransId="{18A8C367-3993-4EF1-8C6D-57CB78477A56}"/>
    <dgm:cxn modelId="{75B7ACA1-A045-4BDC-9CFA-503E4CA78EFE}" type="presOf" srcId="{C03F3090-CCC8-45ED-A334-455A906917A7}" destId="{5B69CECE-02EB-4DC7-B962-EA99197F86EC}" srcOrd="0" destOrd="1" presId="urn:microsoft.com/office/officeart/2018/5/layout/CenteredIconLabelDescriptionList"/>
    <dgm:cxn modelId="{C3377FE0-77EC-40AF-9BD7-5C33E9019714}" type="presOf" srcId="{F4A476E7-32CA-4F93-A431-619C424CB152}" destId="{811291BC-A4BB-4321-867B-EC5475B143BB}" srcOrd="0" destOrd="0" presId="urn:microsoft.com/office/officeart/2018/5/layout/CenteredIconLabelDescriptionList"/>
    <dgm:cxn modelId="{AD0096EE-8FA5-4F7E-BD80-5ED2BEED155A}" srcId="{F4A476E7-32CA-4F93-A431-619C424CB152}" destId="{C03F3090-CCC8-45ED-A334-455A906917A7}" srcOrd="1" destOrd="0" parTransId="{730A223C-45AC-42FD-B07C-6740110D00D3}" sibTransId="{A9F0FC47-9BC5-4A6D-ABC1-4D91847FB55A}"/>
    <dgm:cxn modelId="{45773865-2FC7-4E3C-A11A-3C80BF751952}" type="presParOf" srcId="{37B2021D-15B0-4EF1-9448-4BCD9C42B4B4}" destId="{10580A36-D8D9-43B8-8902-1206AFAF3B43}" srcOrd="0" destOrd="0" presId="urn:microsoft.com/office/officeart/2018/5/layout/CenteredIconLabelDescriptionList"/>
    <dgm:cxn modelId="{04A407FF-BF05-4C7D-8DCF-D08BC38126A3}" type="presParOf" srcId="{10580A36-D8D9-43B8-8902-1206AFAF3B43}" destId="{3EA34E66-99B4-4D1F-9C7E-6A98BCB36344}" srcOrd="0" destOrd="0" presId="urn:microsoft.com/office/officeart/2018/5/layout/CenteredIconLabelDescriptionList"/>
    <dgm:cxn modelId="{A205B75B-E499-4B95-8FC8-943D86E7D274}" type="presParOf" srcId="{10580A36-D8D9-43B8-8902-1206AFAF3B43}" destId="{0A295DE8-36D7-4B7F-A5AB-5512E9036F7C}" srcOrd="1" destOrd="0" presId="urn:microsoft.com/office/officeart/2018/5/layout/CenteredIconLabelDescriptionList"/>
    <dgm:cxn modelId="{ECAFE90C-3C01-49A3-A3E2-A375F5B40C8D}" type="presParOf" srcId="{10580A36-D8D9-43B8-8902-1206AFAF3B43}" destId="{811291BC-A4BB-4321-867B-EC5475B143BB}" srcOrd="2" destOrd="0" presId="urn:microsoft.com/office/officeart/2018/5/layout/CenteredIconLabelDescriptionList"/>
    <dgm:cxn modelId="{6BD3506E-0990-4DC7-84EE-D2D4A486139B}" type="presParOf" srcId="{10580A36-D8D9-43B8-8902-1206AFAF3B43}" destId="{FB9F5856-A473-4A4F-BA84-E8AA50A49BE4}" srcOrd="3" destOrd="0" presId="urn:microsoft.com/office/officeart/2018/5/layout/CenteredIconLabelDescriptionList"/>
    <dgm:cxn modelId="{60272673-D8FA-458D-8BC7-B8808FEC5872}" type="presParOf" srcId="{10580A36-D8D9-43B8-8902-1206AFAF3B43}" destId="{5B69CECE-02EB-4DC7-B962-EA99197F86EC}" srcOrd="4" destOrd="0" presId="urn:microsoft.com/office/officeart/2018/5/layout/CenteredIconLabelDescriptionList"/>
    <dgm:cxn modelId="{1F9B90C3-8C58-42C4-BB95-58A1FB9448A8}" type="presParOf" srcId="{37B2021D-15B0-4EF1-9448-4BCD9C42B4B4}" destId="{9A578FD3-33DE-4013-AD35-70A1160D6AF2}" srcOrd="1" destOrd="0" presId="urn:microsoft.com/office/officeart/2018/5/layout/CenteredIconLabelDescriptionList"/>
    <dgm:cxn modelId="{FE48087E-D5C1-4FD6-9942-F75C93E04C87}" type="presParOf" srcId="{37B2021D-15B0-4EF1-9448-4BCD9C42B4B4}" destId="{0384FA4F-E79E-4BCC-BAF7-80863C30A60B}" srcOrd="2" destOrd="0" presId="urn:microsoft.com/office/officeart/2018/5/layout/CenteredIconLabelDescriptionList"/>
    <dgm:cxn modelId="{D30EED75-CC33-4D2D-8FF3-84AD2FED5414}" type="presParOf" srcId="{0384FA4F-E79E-4BCC-BAF7-80863C30A60B}" destId="{536CB77F-7107-4954-A69E-57CAB1D146DD}" srcOrd="0" destOrd="0" presId="urn:microsoft.com/office/officeart/2018/5/layout/CenteredIconLabelDescriptionList"/>
    <dgm:cxn modelId="{1E5E293E-D6E8-41F6-9799-CBB9C3A35FB0}" type="presParOf" srcId="{0384FA4F-E79E-4BCC-BAF7-80863C30A60B}" destId="{116411C0-623A-4FCC-A5CF-53E516E69AD9}" srcOrd="1" destOrd="0" presId="urn:microsoft.com/office/officeart/2018/5/layout/CenteredIconLabelDescriptionList"/>
    <dgm:cxn modelId="{76409EF9-B51C-4703-8BF7-FDF6F3ACCE6C}" type="presParOf" srcId="{0384FA4F-E79E-4BCC-BAF7-80863C30A60B}" destId="{0DB05888-5EE8-4A2E-BB99-3E8420F50BF2}" srcOrd="2" destOrd="0" presId="urn:microsoft.com/office/officeart/2018/5/layout/CenteredIconLabelDescriptionList"/>
    <dgm:cxn modelId="{85BE7605-E563-42A7-8098-2B965437AA84}" type="presParOf" srcId="{0384FA4F-E79E-4BCC-BAF7-80863C30A60B}" destId="{B63C66C2-F16C-4020-95EB-9391A8D21923}" srcOrd="3" destOrd="0" presId="urn:microsoft.com/office/officeart/2018/5/layout/CenteredIconLabelDescriptionList"/>
    <dgm:cxn modelId="{510D835B-9C95-44D3-87B9-90F30DBCC942}" type="presParOf" srcId="{0384FA4F-E79E-4BCC-BAF7-80863C30A60B}" destId="{D1DA3955-1EA2-4ECF-9ACA-33BA1034900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C9B306B5-905D-4264-9C2D-6B9F48943FD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42A6F47-DD58-46E2-AAD4-2351EA1054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BIP-39</a:t>
          </a:r>
        </a:p>
      </dgm:t>
    </dgm:pt>
    <dgm:pt modelId="{19165064-A817-4571-BAD0-662CE2216EBD}" type="parTrans" cxnId="{44CD90D3-548D-4EF2-90CD-319AEE59C2C4}">
      <dgm:prSet/>
      <dgm:spPr/>
      <dgm:t>
        <a:bodyPr/>
        <a:lstStyle/>
        <a:p>
          <a:endParaRPr lang="en-US"/>
        </a:p>
      </dgm:t>
    </dgm:pt>
    <dgm:pt modelId="{2C830C56-4EBF-4685-81B5-8539CA014798}" type="sibTrans" cxnId="{44CD90D3-548D-4EF2-90CD-319AEE59C2C4}">
      <dgm:prSet/>
      <dgm:spPr/>
      <dgm:t>
        <a:bodyPr/>
        <a:lstStyle/>
        <a:p>
          <a:endParaRPr lang="en-US"/>
        </a:p>
      </dgm:t>
    </dgm:pt>
    <dgm:pt modelId="{D2A07E4D-CDD5-4B00-BC3E-C2541C0E3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was</a:t>
          </a:r>
          <a:r>
            <a:rPr lang="tr-TR"/>
            <a:t> </a:t>
          </a:r>
          <a:r>
            <a:rPr lang="en-US"/>
            <a:t>proposed by the company </a:t>
          </a:r>
        </a:p>
      </dgm:t>
    </dgm:pt>
    <dgm:pt modelId="{6540CDA4-AC37-44EC-B142-229D760F8FFC}" type="parTrans" cxnId="{4F7C66D1-90A2-4947-82B8-9D2BFF139119}">
      <dgm:prSet/>
      <dgm:spPr/>
      <dgm:t>
        <a:bodyPr/>
        <a:lstStyle/>
        <a:p>
          <a:endParaRPr lang="en-US"/>
        </a:p>
      </dgm:t>
    </dgm:pt>
    <dgm:pt modelId="{EC65AA99-F431-48EC-830A-EE27CEE41E1D}" type="sibTrans" cxnId="{4F7C66D1-90A2-4947-82B8-9D2BFF139119}">
      <dgm:prSet/>
      <dgm:spPr/>
      <dgm:t>
        <a:bodyPr/>
        <a:lstStyle/>
        <a:p>
          <a:endParaRPr lang="en-US"/>
        </a:p>
      </dgm:t>
    </dgm:pt>
    <dgm:pt modelId="{D4E55440-4A9F-450D-B9CA-AF6EDD9657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behind the Trezor hardware wallet </a:t>
          </a:r>
        </a:p>
      </dgm:t>
    </dgm:pt>
    <dgm:pt modelId="{87782CDB-C580-4F71-B8F3-30EC4C4A8AA5}" type="parTrans" cxnId="{7FBB217A-A8C0-4E03-A99D-902F5AA6A364}">
      <dgm:prSet/>
      <dgm:spPr/>
      <dgm:t>
        <a:bodyPr/>
        <a:lstStyle/>
        <a:p>
          <a:endParaRPr lang="en-US"/>
        </a:p>
      </dgm:t>
    </dgm:pt>
    <dgm:pt modelId="{BD3F9961-AF84-4D0C-89AF-74EF028D0BE7}" type="sibTrans" cxnId="{7FBB217A-A8C0-4E03-A99D-902F5AA6A364}">
      <dgm:prSet/>
      <dgm:spPr/>
      <dgm:t>
        <a:bodyPr/>
        <a:lstStyle/>
        <a:p>
          <a:endParaRPr lang="en-US"/>
        </a:p>
      </dgm:t>
    </dgm:pt>
    <dgm:pt modelId="{37ECBC17-68B0-4394-8351-E36B8D1EFC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BIP-39</a:t>
          </a:r>
          <a:r>
            <a:rPr lang="tr-TR" dirty="0"/>
            <a:t> vs Electrum</a:t>
          </a:r>
          <a:endParaRPr lang="en-US" dirty="0"/>
        </a:p>
      </dgm:t>
    </dgm:pt>
    <dgm:pt modelId="{4E13A228-3BE3-41B2-A88A-CE9CECA955E9}" type="parTrans" cxnId="{4C66AAC8-D427-4C90-8CA3-30EA34EEC47B}">
      <dgm:prSet/>
      <dgm:spPr/>
      <dgm:t>
        <a:bodyPr/>
        <a:lstStyle/>
        <a:p>
          <a:endParaRPr lang="en-US"/>
        </a:p>
      </dgm:t>
    </dgm:pt>
    <dgm:pt modelId="{3F9369D5-D3B6-4B02-8DF2-16A3C5AEA499}" type="sibTrans" cxnId="{4C66AAC8-D427-4C90-8CA3-30EA34EEC47B}">
      <dgm:prSet/>
      <dgm:spPr/>
      <dgm:t>
        <a:bodyPr/>
        <a:lstStyle/>
        <a:p>
          <a:endParaRPr lang="en-US"/>
        </a:p>
      </dgm:t>
    </dgm:pt>
    <dgm:pt modelId="{A83BBDBD-5D38-4DD8-82C7-6B3011E8FE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incompatible</a:t>
          </a:r>
          <a:r>
            <a:rPr lang="tr-TR" dirty="0"/>
            <a:t> </a:t>
          </a:r>
          <a:r>
            <a:rPr lang="en-US" dirty="0"/>
            <a:t>with</a:t>
          </a:r>
        </a:p>
      </dgm:t>
    </dgm:pt>
    <dgm:pt modelId="{D09011F9-18EE-45FF-8DD3-3B121FC154AB}" type="parTrans" cxnId="{0AF1D481-6B56-4717-9581-BEA41A739C80}">
      <dgm:prSet/>
      <dgm:spPr/>
      <dgm:t>
        <a:bodyPr/>
        <a:lstStyle/>
        <a:p>
          <a:endParaRPr lang="en-US"/>
        </a:p>
      </dgm:t>
    </dgm:pt>
    <dgm:pt modelId="{53989461-39B2-46F4-A160-F95705D97E06}" type="sibTrans" cxnId="{0AF1D481-6B56-4717-9581-BEA41A739C80}">
      <dgm:prSet/>
      <dgm:spPr/>
      <dgm:t>
        <a:bodyPr/>
        <a:lstStyle/>
        <a:p>
          <a:endParaRPr lang="en-US"/>
        </a:p>
      </dgm:t>
    </dgm:pt>
    <dgm:pt modelId="{08007B32-9D12-4114-8F31-0A9E52071C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Electrum</a:t>
          </a:r>
        </a:p>
      </dgm:t>
    </dgm:pt>
    <dgm:pt modelId="{C336849A-57CA-47F9-9833-3E09EF37FD54}" type="parTrans" cxnId="{1316DAB8-C577-481B-98F8-0D0652EFBD19}">
      <dgm:prSet/>
      <dgm:spPr/>
      <dgm:t>
        <a:bodyPr/>
        <a:lstStyle/>
        <a:p>
          <a:endParaRPr lang="en-US"/>
        </a:p>
      </dgm:t>
    </dgm:pt>
    <dgm:pt modelId="{AC8CAC3A-87B5-4AA4-982E-0ED12AA53CAF}" type="sibTrans" cxnId="{1316DAB8-C577-481B-98F8-0D0652EFBD19}">
      <dgm:prSet/>
      <dgm:spPr/>
      <dgm:t>
        <a:bodyPr/>
        <a:lstStyle/>
        <a:p>
          <a:endParaRPr lang="en-US"/>
        </a:p>
      </dgm:t>
    </dgm:pt>
    <dgm:pt modelId="{B8E7B49E-FC2C-4EDB-A48D-9DF5906D31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different standard</a:t>
          </a:r>
        </a:p>
      </dgm:t>
    </dgm:pt>
    <dgm:pt modelId="{EC68CF05-0F79-4C92-978B-61DD4D051570}" type="parTrans" cxnId="{EAE69584-AE57-435E-BABB-DB3A570ACA3E}">
      <dgm:prSet/>
      <dgm:spPr/>
      <dgm:t>
        <a:bodyPr/>
        <a:lstStyle/>
        <a:p>
          <a:endParaRPr lang="en-US"/>
        </a:p>
      </dgm:t>
    </dgm:pt>
    <dgm:pt modelId="{6DA46870-1E15-4F96-B8D6-78DF4D750BBE}" type="sibTrans" cxnId="{EAE69584-AE57-435E-BABB-DB3A570ACA3E}">
      <dgm:prSet/>
      <dgm:spPr/>
      <dgm:t>
        <a:bodyPr/>
        <a:lstStyle/>
        <a:p>
          <a:endParaRPr lang="en-US"/>
        </a:p>
      </dgm:t>
    </dgm:pt>
    <dgm:pt modelId="{6C4B6114-6A20-4809-BD18-D44532D085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 facto standard</a:t>
          </a:r>
          <a:endParaRPr lang="en-US" dirty="0"/>
        </a:p>
      </dgm:t>
    </dgm:pt>
    <dgm:pt modelId="{D90CE32D-FD16-46F3-BC20-544B441EAB46}" type="parTrans" cxnId="{5EB34B5C-9982-4E77-95EA-7566B8B2ECD2}">
      <dgm:prSet/>
      <dgm:spPr/>
      <dgm:t>
        <a:bodyPr/>
        <a:lstStyle/>
        <a:p>
          <a:endParaRPr lang="en-US"/>
        </a:p>
      </dgm:t>
    </dgm:pt>
    <dgm:pt modelId="{4F1F40C9-C669-4A0E-A52E-D3139760887A}" type="sibTrans" cxnId="{5EB34B5C-9982-4E77-95EA-7566B8B2ECD2}">
      <dgm:prSet/>
      <dgm:spPr/>
      <dgm:t>
        <a:bodyPr/>
        <a:lstStyle/>
        <a:p>
          <a:endParaRPr lang="en-US"/>
        </a:p>
      </dgm:t>
    </dgm:pt>
    <dgm:pt modelId="{3862E5FB-50ED-434A-BF6B-C33881C2C2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BIP-39</a:t>
          </a:r>
          <a:r>
            <a:rPr lang="tr-TR" dirty="0"/>
            <a:t> is </a:t>
          </a:r>
          <a:r>
            <a:rPr lang="en-US" dirty="0"/>
            <a:t>achieved broad industry</a:t>
          </a:r>
          <a:r>
            <a:rPr lang="tr-TR" dirty="0"/>
            <a:t> </a:t>
          </a:r>
          <a:r>
            <a:rPr lang="en-US" dirty="0"/>
            <a:t>support </a:t>
          </a:r>
        </a:p>
      </dgm:t>
    </dgm:pt>
    <dgm:pt modelId="{2ACD0D95-2093-426B-9F33-72940A1B5153}" type="parTrans" cxnId="{F810694C-9AEB-4EBE-8824-3DA306BE7130}">
      <dgm:prSet/>
      <dgm:spPr/>
      <dgm:t>
        <a:bodyPr/>
        <a:lstStyle/>
        <a:p>
          <a:endParaRPr lang="en-US"/>
        </a:p>
      </dgm:t>
    </dgm:pt>
    <dgm:pt modelId="{739900DF-D595-4794-B698-B64FCF28170F}" type="sibTrans" cxnId="{F810694C-9AEB-4EBE-8824-3DA306BE7130}">
      <dgm:prSet/>
      <dgm:spPr/>
      <dgm:t>
        <a:bodyPr/>
        <a:lstStyle/>
        <a:p>
          <a:endParaRPr lang="en-US"/>
        </a:p>
      </dgm:t>
    </dgm:pt>
    <dgm:pt modelId="{4DE1CECD-CF07-4A6E-AC41-BFF87E520C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dozens of interoperable implementations </a:t>
          </a:r>
        </a:p>
      </dgm:t>
    </dgm:pt>
    <dgm:pt modelId="{C21FC3E6-33A2-44F8-8916-CA58FF998A95}" type="parTrans" cxnId="{3B84EDBF-6F5C-43C1-B649-56EA21D019A5}">
      <dgm:prSet/>
      <dgm:spPr/>
      <dgm:t>
        <a:bodyPr/>
        <a:lstStyle/>
        <a:p>
          <a:endParaRPr lang="en-US"/>
        </a:p>
      </dgm:t>
    </dgm:pt>
    <dgm:pt modelId="{CFD66C65-2039-458B-93CF-28B48ED56933}" type="sibTrans" cxnId="{3B84EDBF-6F5C-43C1-B649-56EA21D019A5}">
      <dgm:prSet/>
      <dgm:spPr/>
      <dgm:t>
        <a:bodyPr/>
        <a:lstStyle/>
        <a:p>
          <a:endParaRPr lang="en-US"/>
        </a:p>
      </dgm:t>
    </dgm:pt>
    <dgm:pt modelId="{FBF79F95-D151-4628-B59B-0EB657A78D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Electrum’s </a:t>
          </a:r>
          <a:r>
            <a:rPr lang="en-US" dirty="0"/>
            <a:t>implementation. </a:t>
          </a:r>
        </a:p>
      </dgm:t>
    </dgm:pt>
    <dgm:pt modelId="{7C4A9108-6655-465F-AA2C-F3A3B5D12059}" type="parTrans" cxnId="{2640420E-5192-4420-B000-DECD847798D7}">
      <dgm:prSet/>
      <dgm:spPr/>
      <dgm:t>
        <a:bodyPr/>
        <a:lstStyle/>
        <a:p>
          <a:endParaRPr lang="tr-TR"/>
        </a:p>
      </dgm:t>
    </dgm:pt>
    <dgm:pt modelId="{25B7A463-AE21-45C0-809B-3BAB46394855}" type="sibTrans" cxnId="{2640420E-5192-4420-B000-DECD847798D7}">
      <dgm:prSet/>
      <dgm:spPr/>
      <dgm:t>
        <a:bodyPr/>
        <a:lstStyle/>
        <a:p>
          <a:endParaRPr lang="tr-TR"/>
        </a:p>
      </dgm:t>
    </dgm:pt>
    <dgm:pt modelId="{90774BD8-564F-4686-855F-90569B0236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</a:t>
          </a:r>
          <a:r>
            <a:rPr lang="tr-TR" dirty="0"/>
            <a:t> </a:t>
          </a:r>
          <a:r>
            <a:rPr lang="en-US" dirty="0"/>
            <a:t>different set of words</a:t>
          </a:r>
        </a:p>
      </dgm:t>
    </dgm:pt>
    <dgm:pt modelId="{9480306D-4397-4D1A-B9E1-55862023751D}" type="parTrans" cxnId="{F3F2C786-F0F1-4E40-88C8-86E56CBCC714}">
      <dgm:prSet/>
      <dgm:spPr/>
      <dgm:t>
        <a:bodyPr/>
        <a:lstStyle/>
        <a:p>
          <a:endParaRPr lang="tr-TR"/>
        </a:p>
      </dgm:t>
    </dgm:pt>
    <dgm:pt modelId="{6DA8B329-0443-489B-8756-79966764D4C8}" type="sibTrans" cxnId="{F3F2C786-F0F1-4E40-88C8-86E56CBCC714}">
      <dgm:prSet/>
      <dgm:spPr/>
      <dgm:t>
        <a:bodyPr/>
        <a:lstStyle/>
        <a:p>
          <a:endParaRPr lang="tr-TR"/>
        </a:p>
      </dgm:t>
    </dgm:pt>
    <dgm:pt modelId="{B7D836CB-CE8E-41A7-9BC9-EED05374BC80}" type="pres">
      <dgm:prSet presAssocID="{C9B306B5-905D-4264-9C2D-6B9F48943FD9}" presName="root" presStyleCnt="0">
        <dgm:presLayoutVars>
          <dgm:dir/>
          <dgm:resizeHandles val="exact"/>
        </dgm:presLayoutVars>
      </dgm:prSet>
      <dgm:spPr/>
    </dgm:pt>
    <dgm:pt modelId="{B10532B0-FDE6-46D2-8900-2D4CE0E9802F}" type="pres">
      <dgm:prSet presAssocID="{C42A6F47-DD58-46E2-AAD4-2351EA10540E}" presName="compNode" presStyleCnt="0"/>
      <dgm:spPr/>
    </dgm:pt>
    <dgm:pt modelId="{63EA4567-3DE1-4903-A0B4-8ECE731F2732}" type="pres">
      <dgm:prSet presAssocID="{C42A6F47-DD58-46E2-AAD4-2351EA1054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B80E3F1-D23A-4225-81CD-11FC7D656C54}" type="pres">
      <dgm:prSet presAssocID="{C42A6F47-DD58-46E2-AAD4-2351EA10540E}" presName="iconSpace" presStyleCnt="0"/>
      <dgm:spPr/>
    </dgm:pt>
    <dgm:pt modelId="{D4D236AE-6621-4A32-9DA1-50F8EB12B1AE}" type="pres">
      <dgm:prSet presAssocID="{C42A6F47-DD58-46E2-AAD4-2351EA10540E}" presName="parTx" presStyleLbl="revTx" presStyleIdx="0" presStyleCnt="8">
        <dgm:presLayoutVars>
          <dgm:chMax val="0"/>
          <dgm:chPref val="0"/>
        </dgm:presLayoutVars>
      </dgm:prSet>
      <dgm:spPr/>
    </dgm:pt>
    <dgm:pt modelId="{9A8D5B0E-19BF-4F38-A483-66698DA674B4}" type="pres">
      <dgm:prSet presAssocID="{C42A6F47-DD58-46E2-AAD4-2351EA10540E}" presName="txSpace" presStyleCnt="0"/>
      <dgm:spPr/>
    </dgm:pt>
    <dgm:pt modelId="{DBEA8CAF-232E-4A00-A85D-E81F075C5EC9}" type="pres">
      <dgm:prSet presAssocID="{C42A6F47-DD58-46E2-AAD4-2351EA10540E}" presName="desTx" presStyleLbl="revTx" presStyleIdx="1" presStyleCnt="8">
        <dgm:presLayoutVars/>
      </dgm:prSet>
      <dgm:spPr/>
    </dgm:pt>
    <dgm:pt modelId="{40C83DA0-2FDF-49E9-B0B9-7AF41F545E41}" type="pres">
      <dgm:prSet presAssocID="{2C830C56-4EBF-4685-81B5-8539CA014798}" presName="sibTrans" presStyleCnt="0"/>
      <dgm:spPr/>
    </dgm:pt>
    <dgm:pt modelId="{87C799E3-DAB9-401B-B64A-11ED276020C1}" type="pres">
      <dgm:prSet presAssocID="{37ECBC17-68B0-4394-8351-E36B8D1EFCBA}" presName="compNode" presStyleCnt="0"/>
      <dgm:spPr/>
    </dgm:pt>
    <dgm:pt modelId="{F12057C7-4B15-4C13-90EB-6B6A93AF0919}" type="pres">
      <dgm:prSet presAssocID="{37ECBC17-68B0-4394-8351-E36B8D1EFC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11CB8C3C-4040-4ACD-B6F8-AC50C5ECA3E8}" type="pres">
      <dgm:prSet presAssocID="{37ECBC17-68B0-4394-8351-E36B8D1EFCBA}" presName="iconSpace" presStyleCnt="0"/>
      <dgm:spPr/>
    </dgm:pt>
    <dgm:pt modelId="{4CF34302-C786-4C81-8456-90CA0992104C}" type="pres">
      <dgm:prSet presAssocID="{37ECBC17-68B0-4394-8351-E36B8D1EFCBA}" presName="parTx" presStyleLbl="revTx" presStyleIdx="2" presStyleCnt="8">
        <dgm:presLayoutVars>
          <dgm:chMax val="0"/>
          <dgm:chPref val="0"/>
        </dgm:presLayoutVars>
      </dgm:prSet>
      <dgm:spPr/>
    </dgm:pt>
    <dgm:pt modelId="{808ECAE2-46ED-452A-8947-A382BAB2809B}" type="pres">
      <dgm:prSet presAssocID="{37ECBC17-68B0-4394-8351-E36B8D1EFCBA}" presName="txSpace" presStyleCnt="0"/>
      <dgm:spPr/>
    </dgm:pt>
    <dgm:pt modelId="{FECDCD70-AB15-4E44-A7B8-4D9DADEC8630}" type="pres">
      <dgm:prSet presAssocID="{37ECBC17-68B0-4394-8351-E36B8D1EFCBA}" presName="desTx" presStyleLbl="revTx" presStyleIdx="3" presStyleCnt="8">
        <dgm:presLayoutVars/>
      </dgm:prSet>
      <dgm:spPr/>
    </dgm:pt>
    <dgm:pt modelId="{7FCC666D-D1B5-4B73-8609-3F696F1E1546}" type="pres">
      <dgm:prSet presAssocID="{3F9369D5-D3B6-4B02-8DF2-16A3C5AEA499}" presName="sibTrans" presStyleCnt="0"/>
      <dgm:spPr/>
    </dgm:pt>
    <dgm:pt modelId="{37BF20D9-9B2D-4790-A036-DD73532B6CD6}" type="pres">
      <dgm:prSet presAssocID="{08007B32-9D12-4114-8F31-0A9E52071C9C}" presName="compNode" presStyleCnt="0"/>
      <dgm:spPr/>
    </dgm:pt>
    <dgm:pt modelId="{E873D797-6451-4A55-B9B1-248F66B5031A}" type="pres">
      <dgm:prSet presAssocID="{08007B32-9D12-4114-8F31-0A9E52071C9C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6000" r="-36000"/>
          </a:stretch>
        </a:blipFill>
        <a:ln>
          <a:noFill/>
        </a:ln>
      </dgm:spPr>
    </dgm:pt>
    <dgm:pt modelId="{18E50DF8-6AAE-427A-9ADE-3F1A70B401BB}" type="pres">
      <dgm:prSet presAssocID="{08007B32-9D12-4114-8F31-0A9E52071C9C}" presName="iconSpace" presStyleCnt="0"/>
      <dgm:spPr/>
    </dgm:pt>
    <dgm:pt modelId="{1B1A78FC-2A1E-4914-B10C-7637B95936A9}" type="pres">
      <dgm:prSet presAssocID="{08007B32-9D12-4114-8F31-0A9E52071C9C}" presName="parTx" presStyleLbl="revTx" presStyleIdx="4" presStyleCnt="8">
        <dgm:presLayoutVars>
          <dgm:chMax val="0"/>
          <dgm:chPref val="0"/>
        </dgm:presLayoutVars>
      </dgm:prSet>
      <dgm:spPr/>
    </dgm:pt>
    <dgm:pt modelId="{F20F418F-B117-4EB7-8EB8-27DF18DD2D51}" type="pres">
      <dgm:prSet presAssocID="{08007B32-9D12-4114-8F31-0A9E52071C9C}" presName="txSpace" presStyleCnt="0"/>
      <dgm:spPr/>
    </dgm:pt>
    <dgm:pt modelId="{DB9FEBAF-F33A-4F31-A1A1-6AE1CA9F21F3}" type="pres">
      <dgm:prSet presAssocID="{08007B32-9D12-4114-8F31-0A9E52071C9C}" presName="desTx" presStyleLbl="revTx" presStyleIdx="5" presStyleCnt="8">
        <dgm:presLayoutVars/>
      </dgm:prSet>
      <dgm:spPr/>
    </dgm:pt>
    <dgm:pt modelId="{ED621567-E4E6-4109-8791-33216425D54C}" type="pres">
      <dgm:prSet presAssocID="{AC8CAC3A-87B5-4AA4-982E-0ED12AA53CAF}" presName="sibTrans" presStyleCnt="0"/>
      <dgm:spPr/>
    </dgm:pt>
    <dgm:pt modelId="{F3284AAF-67CF-4315-87A4-3F039D8C6384}" type="pres">
      <dgm:prSet presAssocID="{6C4B6114-6A20-4809-BD18-D44532D085D0}" presName="compNode" presStyleCnt="0"/>
      <dgm:spPr/>
    </dgm:pt>
    <dgm:pt modelId="{2FC3C491-E76C-49F0-95D4-B01A3471D26F}" type="pres">
      <dgm:prSet presAssocID="{6C4B6114-6A20-4809-BD18-D44532D085D0}" presName="iconRect" presStyleLbl="node1" presStyleIdx="3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D297AA42-A607-4703-9757-C654D5D285E7}" type="pres">
      <dgm:prSet presAssocID="{6C4B6114-6A20-4809-BD18-D44532D085D0}" presName="iconSpace" presStyleCnt="0"/>
      <dgm:spPr/>
    </dgm:pt>
    <dgm:pt modelId="{4894773D-104E-4300-9ECB-521B7BD2480D}" type="pres">
      <dgm:prSet presAssocID="{6C4B6114-6A20-4809-BD18-D44532D085D0}" presName="parTx" presStyleLbl="revTx" presStyleIdx="6" presStyleCnt="8">
        <dgm:presLayoutVars>
          <dgm:chMax val="0"/>
          <dgm:chPref val="0"/>
        </dgm:presLayoutVars>
      </dgm:prSet>
      <dgm:spPr/>
    </dgm:pt>
    <dgm:pt modelId="{850B4A52-DF7A-4C42-A093-55999ACF0D69}" type="pres">
      <dgm:prSet presAssocID="{6C4B6114-6A20-4809-BD18-D44532D085D0}" presName="txSpace" presStyleCnt="0"/>
      <dgm:spPr/>
    </dgm:pt>
    <dgm:pt modelId="{3B8D2705-6AFD-40EC-B48F-D680A74786F2}" type="pres">
      <dgm:prSet presAssocID="{6C4B6114-6A20-4809-BD18-D44532D085D0}" presName="desTx" presStyleLbl="revTx" presStyleIdx="7" presStyleCnt="8">
        <dgm:presLayoutVars/>
      </dgm:prSet>
      <dgm:spPr/>
    </dgm:pt>
  </dgm:ptLst>
  <dgm:cxnLst>
    <dgm:cxn modelId="{5EE36805-5354-4761-AD49-D12F799C1C04}" type="presOf" srcId="{90774BD8-564F-4686-855F-90569B02361C}" destId="{DB9FEBAF-F33A-4F31-A1A1-6AE1CA9F21F3}" srcOrd="0" destOrd="1" presId="urn:microsoft.com/office/officeart/2018/5/layout/CenteredIconLabelDescriptionList"/>
    <dgm:cxn modelId="{2640420E-5192-4420-B000-DECD847798D7}" srcId="{37ECBC17-68B0-4394-8351-E36B8D1EFCBA}" destId="{FBF79F95-D151-4628-B59B-0EB657A78D02}" srcOrd="1" destOrd="0" parTransId="{7C4A9108-6655-465F-AA2C-F3A3B5D12059}" sibTransId="{25B7A463-AE21-45C0-809B-3BAB46394855}"/>
    <dgm:cxn modelId="{D13F2514-4295-448C-8D6C-0EE551D5D618}" type="presOf" srcId="{D2A07E4D-CDD5-4B00-BC3E-C2541C0E3DB8}" destId="{DBEA8CAF-232E-4A00-A85D-E81F075C5EC9}" srcOrd="0" destOrd="0" presId="urn:microsoft.com/office/officeart/2018/5/layout/CenteredIconLabelDescriptionList"/>
    <dgm:cxn modelId="{579CBA40-8210-45D3-8E38-69DA6E23C930}" type="presOf" srcId="{FBF79F95-D151-4628-B59B-0EB657A78D02}" destId="{FECDCD70-AB15-4E44-A7B8-4D9DADEC8630}" srcOrd="0" destOrd="1" presId="urn:microsoft.com/office/officeart/2018/5/layout/CenteredIconLabelDescriptionList"/>
    <dgm:cxn modelId="{5EB34B5C-9982-4E77-95EA-7566B8B2ECD2}" srcId="{C9B306B5-905D-4264-9C2D-6B9F48943FD9}" destId="{6C4B6114-6A20-4809-BD18-D44532D085D0}" srcOrd="3" destOrd="0" parTransId="{D90CE32D-FD16-46F3-BC20-544B441EAB46}" sibTransId="{4F1F40C9-C669-4A0E-A52E-D3139760887A}"/>
    <dgm:cxn modelId="{F810694C-9AEB-4EBE-8824-3DA306BE7130}" srcId="{6C4B6114-6A20-4809-BD18-D44532D085D0}" destId="{3862E5FB-50ED-434A-BF6B-C33881C2C2B3}" srcOrd="0" destOrd="0" parTransId="{2ACD0D95-2093-426B-9F33-72940A1B5153}" sibTransId="{739900DF-D595-4794-B698-B64FCF28170F}"/>
    <dgm:cxn modelId="{C8329A56-D6FC-4710-ABD6-019EFA84232F}" type="presOf" srcId="{37ECBC17-68B0-4394-8351-E36B8D1EFCBA}" destId="{4CF34302-C786-4C81-8456-90CA0992104C}" srcOrd="0" destOrd="0" presId="urn:microsoft.com/office/officeart/2018/5/layout/CenteredIconLabelDescriptionList"/>
    <dgm:cxn modelId="{7FBB217A-A8C0-4E03-A99D-902F5AA6A364}" srcId="{C42A6F47-DD58-46E2-AAD4-2351EA10540E}" destId="{D4E55440-4A9F-450D-B9CA-AF6EDD965743}" srcOrd="1" destOrd="0" parTransId="{87782CDB-C580-4F71-B8F3-30EC4C4A8AA5}" sibTransId="{BD3F9961-AF84-4D0C-89AF-74EF028D0BE7}"/>
    <dgm:cxn modelId="{8E95FD5A-AD36-490B-B985-D4BA04DCBD44}" type="presOf" srcId="{D4E55440-4A9F-450D-B9CA-AF6EDD965743}" destId="{DBEA8CAF-232E-4A00-A85D-E81F075C5EC9}" srcOrd="0" destOrd="1" presId="urn:microsoft.com/office/officeart/2018/5/layout/CenteredIconLabelDescriptionList"/>
    <dgm:cxn modelId="{0AF1D481-6B56-4717-9581-BEA41A739C80}" srcId="{37ECBC17-68B0-4394-8351-E36B8D1EFCBA}" destId="{A83BBDBD-5D38-4DD8-82C7-6B3011E8FEE2}" srcOrd="0" destOrd="0" parTransId="{D09011F9-18EE-45FF-8DD3-3B121FC154AB}" sibTransId="{53989461-39B2-46F4-A160-F95705D97E06}"/>
    <dgm:cxn modelId="{EAE69584-AE57-435E-BABB-DB3A570ACA3E}" srcId="{08007B32-9D12-4114-8F31-0A9E52071C9C}" destId="{B8E7B49E-FC2C-4EDB-A48D-9DF5906D31BD}" srcOrd="0" destOrd="0" parTransId="{EC68CF05-0F79-4C92-978B-61DD4D051570}" sibTransId="{6DA46870-1E15-4F96-B8D6-78DF4D750BBE}"/>
    <dgm:cxn modelId="{6FA9C384-C66D-46E3-944F-24D45670F03C}" type="presOf" srcId="{6C4B6114-6A20-4809-BD18-D44532D085D0}" destId="{4894773D-104E-4300-9ECB-521B7BD2480D}" srcOrd="0" destOrd="0" presId="urn:microsoft.com/office/officeart/2018/5/layout/CenteredIconLabelDescriptionList"/>
    <dgm:cxn modelId="{F3F2C786-F0F1-4E40-88C8-86E56CBCC714}" srcId="{08007B32-9D12-4114-8F31-0A9E52071C9C}" destId="{90774BD8-564F-4686-855F-90569B02361C}" srcOrd="1" destOrd="0" parTransId="{9480306D-4397-4D1A-B9E1-55862023751D}" sibTransId="{6DA8B329-0443-489B-8756-79966764D4C8}"/>
    <dgm:cxn modelId="{1316DAB8-C577-481B-98F8-0D0652EFBD19}" srcId="{C9B306B5-905D-4264-9C2D-6B9F48943FD9}" destId="{08007B32-9D12-4114-8F31-0A9E52071C9C}" srcOrd="2" destOrd="0" parTransId="{C336849A-57CA-47F9-9833-3E09EF37FD54}" sibTransId="{AC8CAC3A-87B5-4AA4-982E-0ED12AA53CAF}"/>
    <dgm:cxn modelId="{3B84EDBF-6F5C-43C1-B649-56EA21D019A5}" srcId="{6C4B6114-6A20-4809-BD18-D44532D085D0}" destId="{4DE1CECD-CF07-4A6E-AC41-BFF87E520CBE}" srcOrd="1" destOrd="0" parTransId="{C21FC3E6-33A2-44F8-8916-CA58FF998A95}" sibTransId="{CFD66C65-2039-458B-93CF-28B48ED56933}"/>
    <dgm:cxn modelId="{860E1CC5-60B0-4DAF-83A8-15158F6C6470}" type="presOf" srcId="{B8E7B49E-FC2C-4EDB-A48D-9DF5906D31BD}" destId="{DB9FEBAF-F33A-4F31-A1A1-6AE1CA9F21F3}" srcOrd="0" destOrd="0" presId="urn:microsoft.com/office/officeart/2018/5/layout/CenteredIconLabelDescriptionList"/>
    <dgm:cxn modelId="{4C66AAC8-D427-4C90-8CA3-30EA34EEC47B}" srcId="{C9B306B5-905D-4264-9C2D-6B9F48943FD9}" destId="{37ECBC17-68B0-4394-8351-E36B8D1EFCBA}" srcOrd="1" destOrd="0" parTransId="{4E13A228-3BE3-41B2-A88A-CE9CECA955E9}" sibTransId="{3F9369D5-D3B6-4B02-8DF2-16A3C5AEA499}"/>
    <dgm:cxn modelId="{8C6209CA-7D12-4084-8095-58448C456F82}" type="presOf" srcId="{4DE1CECD-CF07-4A6E-AC41-BFF87E520CBE}" destId="{3B8D2705-6AFD-40EC-B48F-D680A74786F2}" srcOrd="0" destOrd="1" presId="urn:microsoft.com/office/officeart/2018/5/layout/CenteredIconLabelDescriptionList"/>
    <dgm:cxn modelId="{C37A0DCF-83FB-4DB8-A223-F52ABA0C7357}" type="presOf" srcId="{3862E5FB-50ED-434A-BF6B-C33881C2C2B3}" destId="{3B8D2705-6AFD-40EC-B48F-D680A74786F2}" srcOrd="0" destOrd="0" presId="urn:microsoft.com/office/officeart/2018/5/layout/CenteredIconLabelDescriptionList"/>
    <dgm:cxn modelId="{4F7C66D1-90A2-4947-82B8-9D2BFF139119}" srcId="{C42A6F47-DD58-46E2-AAD4-2351EA10540E}" destId="{D2A07E4D-CDD5-4B00-BC3E-C2541C0E3DB8}" srcOrd="0" destOrd="0" parTransId="{6540CDA4-AC37-44EC-B142-229D760F8FFC}" sibTransId="{EC65AA99-F431-48EC-830A-EE27CEE41E1D}"/>
    <dgm:cxn modelId="{44CD90D3-548D-4EF2-90CD-319AEE59C2C4}" srcId="{C9B306B5-905D-4264-9C2D-6B9F48943FD9}" destId="{C42A6F47-DD58-46E2-AAD4-2351EA10540E}" srcOrd="0" destOrd="0" parTransId="{19165064-A817-4571-BAD0-662CE2216EBD}" sibTransId="{2C830C56-4EBF-4685-81B5-8539CA014798}"/>
    <dgm:cxn modelId="{8FD7E3E7-7975-4B70-AEC6-8982EDA15A19}" type="presOf" srcId="{08007B32-9D12-4114-8F31-0A9E52071C9C}" destId="{1B1A78FC-2A1E-4914-B10C-7637B95936A9}" srcOrd="0" destOrd="0" presId="urn:microsoft.com/office/officeart/2018/5/layout/CenteredIconLabelDescriptionList"/>
    <dgm:cxn modelId="{0858E8EE-374A-4F12-A26A-F7E0D92B7DA3}" type="presOf" srcId="{A83BBDBD-5D38-4DD8-82C7-6B3011E8FEE2}" destId="{FECDCD70-AB15-4E44-A7B8-4D9DADEC8630}" srcOrd="0" destOrd="0" presId="urn:microsoft.com/office/officeart/2018/5/layout/CenteredIconLabelDescriptionList"/>
    <dgm:cxn modelId="{23F2F2F9-1557-42C8-B14D-551DDDBD300F}" type="presOf" srcId="{C42A6F47-DD58-46E2-AAD4-2351EA10540E}" destId="{D4D236AE-6621-4A32-9DA1-50F8EB12B1AE}" srcOrd="0" destOrd="0" presId="urn:microsoft.com/office/officeart/2018/5/layout/CenteredIconLabelDescriptionList"/>
    <dgm:cxn modelId="{870A70FC-34DC-4055-8EE1-EC9B3E1C1F55}" type="presOf" srcId="{C9B306B5-905D-4264-9C2D-6B9F48943FD9}" destId="{B7D836CB-CE8E-41A7-9BC9-EED05374BC80}" srcOrd="0" destOrd="0" presId="urn:microsoft.com/office/officeart/2018/5/layout/CenteredIconLabelDescriptionList"/>
    <dgm:cxn modelId="{818DAF0E-503A-4FD3-BC60-874CE0E91A40}" type="presParOf" srcId="{B7D836CB-CE8E-41A7-9BC9-EED05374BC80}" destId="{B10532B0-FDE6-46D2-8900-2D4CE0E9802F}" srcOrd="0" destOrd="0" presId="urn:microsoft.com/office/officeart/2018/5/layout/CenteredIconLabelDescriptionList"/>
    <dgm:cxn modelId="{AC78F9C4-0879-4686-B7D1-54F76240467B}" type="presParOf" srcId="{B10532B0-FDE6-46D2-8900-2D4CE0E9802F}" destId="{63EA4567-3DE1-4903-A0B4-8ECE731F2732}" srcOrd="0" destOrd="0" presId="urn:microsoft.com/office/officeart/2018/5/layout/CenteredIconLabelDescriptionList"/>
    <dgm:cxn modelId="{7AD6D26B-69DD-4E35-A2D1-E4B783129F7C}" type="presParOf" srcId="{B10532B0-FDE6-46D2-8900-2D4CE0E9802F}" destId="{3B80E3F1-D23A-4225-81CD-11FC7D656C54}" srcOrd="1" destOrd="0" presId="urn:microsoft.com/office/officeart/2018/5/layout/CenteredIconLabelDescriptionList"/>
    <dgm:cxn modelId="{76DC6793-670F-41A0-8A1C-F5FDA35DE43D}" type="presParOf" srcId="{B10532B0-FDE6-46D2-8900-2D4CE0E9802F}" destId="{D4D236AE-6621-4A32-9DA1-50F8EB12B1AE}" srcOrd="2" destOrd="0" presId="urn:microsoft.com/office/officeart/2018/5/layout/CenteredIconLabelDescriptionList"/>
    <dgm:cxn modelId="{648F552F-96A9-4D73-BD37-36B27C14CD18}" type="presParOf" srcId="{B10532B0-FDE6-46D2-8900-2D4CE0E9802F}" destId="{9A8D5B0E-19BF-4F38-A483-66698DA674B4}" srcOrd="3" destOrd="0" presId="urn:microsoft.com/office/officeart/2018/5/layout/CenteredIconLabelDescriptionList"/>
    <dgm:cxn modelId="{12AE428C-BE79-4E1B-8C87-32A434DBC67D}" type="presParOf" srcId="{B10532B0-FDE6-46D2-8900-2D4CE0E9802F}" destId="{DBEA8CAF-232E-4A00-A85D-E81F075C5EC9}" srcOrd="4" destOrd="0" presId="urn:microsoft.com/office/officeart/2018/5/layout/CenteredIconLabelDescriptionList"/>
    <dgm:cxn modelId="{67611977-3C39-4BB0-B7E5-FFFA6E9D8005}" type="presParOf" srcId="{B7D836CB-CE8E-41A7-9BC9-EED05374BC80}" destId="{40C83DA0-2FDF-49E9-B0B9-7AF41F545E41}" srcOrd="1" destOrd="0" presId="urn:microsoft.com/office/officeart/2018/5/layout/CenteredIconLabelDescriptionList"/>
    <dgm:cxn modelId="{B02FC3CB-2414-4626-B37B-D484BD8599E6}" type="presParOf" srcId="{B7D836CB-CE8E-41A7-9BC9-EED05374BC80}" destId="{87C799E3-DAB9-401B-B64A-11ED276020C1}" srcOrd="2" destOrd="0" presId="urn:microsoft.com/office/officeart/2018/5/layout/CenteredIconLabelDescriptionList"/>
    <dgm:cxn modelId="{FDAB59A2-AB59-4F6C-8521-6FCC9ADCF825}" type="presParOf" srcId="{87C799E3-DAB9-401B-B64A-11ED276020C1}" destId="{F12057C7-4B15-4C13-90EB-6B6A93AF0919}" srcOrd="0" destOrd="0" presId="urn:microsoft.com/office/officeart/2018/5/layout/CenteredIconLabelDescriptionList"/>
    <dgm:cxn modelId="{91EC7DFE-0369-4851-A6B8-308D89F36C54}" type="presParOf" srcId="{87C799E3-DAB9-401B-B64A-11ED276020C1}" destId="{11CB8C3C-4040-4ACD-B6F8-AC50C5ECA3E8}" srcOrd="1" destOrd="0" presId="urn:microsoft.com/office/officeart/2018/5/layout/CenteredIconLabelDescriptionList"/>
    <dgm:cxn modelId="{4B280FFD-8754-490C-B81A-2683040AA36D}" type="presParOf" srcId="{87C799E3-DAB9-401B-B64A-11ED276020C1}" destId="{4CF34302-C786-4C81-8456-90CA0992104C}" srcOrd="2" destOrd="0" presId="urn:microsoft.com/office/officeart/2018/5/layout/CenteredIconLabelDescriptionList"/>
    <dgm:cxn modelId="{B94D3C35-49E5-484B-B07E-EBB6C540FDC8}" type="presParOf" srcId="{87C799E3-DAB9-401B-B64A-11ED276020C1}" destId="{808ECAE2-46ED-452A-8947-A382BAB2809B}" srcOrd="3" destOrd="0" presId="urn:microsoft.com/office/officeart/2018/5/layout/CenteredIconLabelDescriptionList"/>
    <dgm:cxn modelId="{1A7C0051-E466-400B-9B16-901E906AE6BB}" type="presParOf" srcId="{87C799E3-DAB9-401B-B64A-11ED276020C1}" destId="{FECDCD70-AB15-4E44-A7B8-4D9DADEC8630}" srcOrd="4" destOrd="0" presId="urn:microsoft.com/office/officeart/2018/5/layout/CenteredIconLabelDescriptionList"/>
    <dgm:cxn modelId="{4904107D-A6FE-4943-B3BC-72C3F2BD2F73}" type="presParOf" srcId="{B7D836CB-CE8E-41A7-9BC9-EED05374BC80}" destId="{7FCC666D-D1B5-4B73-8609-3F696F1E1546}" srcOrd="3" destOrd="0" presId="urn:microsoft.com/office/officeart/2018/5/layout/CenteredIconLabelDescriptionList"/>
    <dgm:cxn modelId="{C0B66974-A554-4067-90C4-0E62F92ED028}" type="presParOf" srcId="{B7D836CB-CE8E-41A7-9BC9-EED05374BC80}" destId="{37BF20D9-9B2D-4790-A036-DD73532B6CD6}" srcOrd="4" destOrd="0" presId="urn:microsoft.com/office/officeart/2018/5/layout/CenteredIconLabelDescriptionList"/>
    <dgm:cxn modelId="{103F0CCB-1DB1-4FCC-9C79-7ED4E6EA7C48}" type="presParOf" srcId="{37BF20D9-9B2D-4790-A036-DD73532B6CD6}" destId="{E873D797-6451-4A55-B9B1-248F66B5031A}" srcOrd="0" destOrd="0" presId="urn:microsoft.com/office/officeart/2018/5/layout/CenteredIconLabelDescriptionList"/>
    <dgm:cxn modelId="{53EE8348-9A46-4CF3-B315-95E20EC1CDE7}" type="presParOf" srcId="{37BF20D9-9B2D-4790-A036-DD73532B6CD6}" destId="{18E50DF8-6AAE-427A-9ADE-3F1A70B401BB}" srcOrd="1" destOrd="0" presId="urn:microsoft.com/office/officeart/2018/5/layout/CenteredIconLabelDescriptionList"/>
    <dgm:cxn modelId="{2FE372D3-65A0-47FE-86DA-333B09C05B87}" type="presParOf" srcId="{37BF20D9-9B2D-4790-A036-DD73532B6CD6}" destId="{1B1A78FC-2A1E-4914-B10C-7637B95936A9}" srcOrd="2" destOrd="0" presId="urn:microsoft.com/office/officeart/2018/5/layout/CenteredIconLabelDescriptionList"/>
    <dgm:cxn modelId="{B2197E88-3728-4FEE-8C0B-A72C67FAD0F7}" type="presParOf" srcId="{37BF20D9-9B2D-4790-A036-DD73532B6CD6}" destId="{F20F418F-B117-4EB7-8EB8-27DF18DD2D51}" srcOrd="3" destOrd="0" presId="urn:microsoft.com/office/officeart/2018/5/layout/CenteredIconLabelDescriptionList"/>
    <dgm:cxn modelId="{3DCDA49B-CF3A-48FC-A794-7859AA22761F}" type="presParOf" srcId="{37BF20D9-9B2D-4790-A036-DD73532B6CD6}" destId="{DB9FEBAF-F33A-4F31-A1A1-6AE1CA9F21F3}" srcOrd="4" destOrd="0" presId="urn:microsoft.com/office/officeart/2018/5/layout/CenteredIconLabelDescriptionList"/>
    <dgm:cxn modelId="{E127C36E-55C3-4278-B1D6-DDCE481EC67B}" type="presParOf" srcId="{B7D836CB-CE8E-41A7-9BC9-EED05374BC80}" destId="{ED621567-E4E6-4109-8791-33216425D54C}" srcOrd="5" destOrd="0" presId="urn:microsoft.com/office/officeart/2018/5/layout/CenteredIconLabelDescriptionList"/>
    <dgm:cxn modelId="{7D8348CE-FD4D-4588-BE90-2CC758ABEDB3}" type="presParOf" srcId="{B7D836CB-CE8E-41A7-9BC9-EED05374BC80}" destId="{F3284AAF-67CF-4315-87A4-3F039D8C6384}" srcOrd="6" destOrd="0" presId="urn:microsoft.com/office/officeart/2018/5/layout/CenteredIconLabelDescriptionList"/>
    <dgm:cxn modelId="{AD4EC3DE-FDFA-4206-8D7C-90DEA40BB076}" type="presParOf" srcId="{F3284AAF-67CF-4315-87A4-3F039D8C6384}" destId="{2FC3C491-E76C-49F0-95D4-B01A3471D26F}" srcOrd="0" destOrd="0" presId="urn:microsoft.com/office/officeart/2018/5/layout/CenteredIconLabelDescriptionList"/>
    <dgm:cxn modelId="{E0B0B355-0F3F-42C1-90B5-1F4A75274680}" type="presParOf" srcId="{F3284AAF-67CF-4315-87A4-3F039D8C6384}" destId="{D297AA42-A607-4703-9757-C654D5D285E7}" srcOrd="1" destOrd="0" presId="urn:microsoft.com/office/officeart/2018/5/layout/CenteredIconLabelDescriptionList"/>
    <dgm:cxn modelId="{A84BA1BF-1CE8-4097-9176-CFDB151477CC}" type="presParOf" srcId="{F3284AAF-67CF-4315-87A4-3F039D8C6384}" destId="{4894773D-104E-4300-9ECB-521B7BD2480D}" srcOrd="2" destOrd="0" presId="urn:microsoft.com/office/officeart/2018/5/layout/CenteredIconLabelDescriptionList"/>
    <dgm:cxn modelId="{11160D7C-86AE-4997-B8B9-8F360DBDC74C}" type="presParOf" srcId="{F3284AAF-67CF-4315-87A4-3F039D8C6384}" destId="{850B4A52-DF7A-4C42-A093-55999ACF0D69}" srcOrd="3" destOrd="0" presId="urn:microsoft.com/office/officeart/2018/5/layout/CenteredIconLabelDescriptionList"/>
    <dgm:cxn modelId="{CDAF21CB-DBD7-4D9E-A778-6E6CA373334C}" type="presParOf" srcId="{F3284AAF-67CF-4315-87A4-3F039D8C6384}" destId="{3B8D2705-6AFD-40EC-B48F-D680A74786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2330A43-6913-49ED-8901-BD3A87D47D7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F41894C-1AF0-4E81-845E-B44BDDB307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Automated</a:t>
          </a:r>
          <a:endParaRPr lang="en-US" dirty="0"/>
        </a:p>
      </dgm:t>
    </dgm:pt>
    <dgm:pt modelId="{0F2E3BCD-664E-46A4-AAB4-3CDC049D8C33}" type="parTrans" cxnId="{114163D4-D6AE-47A0-89F8-F37DAA31AD39}">
      <dgm:prSet/>
      <dgm:spPr/>
      <dgm:t>
        <a:bodyPr/>
        <a:lstStyle/>
        <a:p>
          <a:endParaRPr lang="en-US"/>
        </a:p>
      </dgm:t>
    </dgm:pt>
    <dgm:pt modelId="{9531E357-7327-41C4-BDE0-D394E805B90B}" type="sibTrans" cxnId="{114163D4-D6AE-47A0-89F8-F37DAA31AD39}">
      <dgm:prSet/>
      <dgm:spPr/>
      <dgm:t>
        <a:bodyPr/>
        <a:lstStyle/>
        <a:p>
          <a:endParaRPr lang="en-US"/>
        </a:p>
      </dgm:t>
    </dgm:pt>
    <dgm:pt modelId="{74AEF495-5C87-4671-91D2-70EE478D2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Mnemonic words</a:t>
          </a:r>
          <a:r>
            <a:rPr lang="tr-TR" dirty="0"/>
            <a:t> </a:t>
          </a:r>
          <a:r>
            <a:rPr lang="en-US" dirty="0"/>
            <a:t>automatically </a:t>
          </a:r>
        </a:p>
      </dgm:t>
    </dgm:pt>
    <dgm:pt modelId="{9EFCE35D-116C-41AD-A1C0-EF1B145528F2}" type="parTrans" cxnId="{2D9C104A-1B5F-4A92-B47C-9F2701B3B8C5}">
      <dgm:prSet/>
      <dgm:spPr/>
      <dgm:t>
        <a:bodyPr/>
        <a:lstStyle/>
        <a:p>
          <a:endParaRPr lang="en-US"/>
        </a:p>
      </dgm:t>
    </dgm:pt>
    <dgm:pt modelId="{CA4ADCD7-5C1C-4B51-B917-D5A015472934}" type="sibTrans" cxnId="{2D9C104A-1B5F-4A92-B47C-9F2701B3B8C5}">
      <dgm:prSet/>
      <dgm:spPr/>
      <dgm:t>
        <a:bodyPr/>
        <a:lstStyle/>
        <a:p>
          <a:endParaRPr lang="en-US"/>
        </a:p>
      </dgm:t>
    </dgm:pt>
    <dgm:pt modelId="{8558B701-C0DD-47C6-8806-377D4D17FA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BIP-39</a:t>
          </a:r>
          <a:r>
            <a:rPr lang="tr-TR" dirty="0"/>
            <a:t> Compliant</a:t>
          </a:r>
          <a:endParaRPr lang="en-US" dirty="0"/>
        </a:p>
      </dgm:t>
    </dgm:pt>
    <dgm:pt modelId="{58EC4737-5F9E-49FC-8D1D-DF61D578280C}" type="parTrans" cxnId="{B2C58C5A-86C4-4E87-97BC-13B9E8D07982}">
      <dgm:prSet/>
      <dgm:spPr/>
      <dgm:t>
        <a:bodyPr/>
        <a:lstStyle/>
        <a:p>
          <a:endParaRPr lang="en-US"/>
        </a:p>
      </dgm:t>
    </dgm:pt>
    <dgm:pt modelId="{C1D60209-88A9-49C6-86CD-5E6094746E92}" type="sibTrans" cxnId="{B2C58C5A-86C4-4E87-97BC-13B9E8D07982}">
      <dgm:prSet/>
      <dgm:spPr/>
      <dgm:t>
        <a:bodyPr/>
        <a:lstStyle/>
        <a:p>
          <a:endParaRPr lang="en-US"/>
        </a:p>
      </dgm:t>
    </dgm:pt>
    <dgm:pt modelId="{63F18C77-94AF-4EC1-8510-03B5A01E6C0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Word generation</a:t>
          </a:r>
        </a:p>
        <a:p>
          <a:pPr>
            <a:lnSpc>
              <a:spcPct val="100000"/>
            </a:lnSpc>
          </a:pPr>
          <a:r>
            <a:rPr lang="tr-TR" dirty="0"/>
            <a:t>Compliant to </a:t>
          </a:r>
          <a:r>
            <a:rPr lang="en-US" dirty="0"/>
            <a:t>BIP-39</a:t>
          </a:r>
        </a:p>
      </dgm:t>
    </dgm:pt>
    <dgm:pt modelId="{68FCB44C-8D34-404E-82E9-349294D24975}" type="parTrans" cxnId="{80097D2D-CA3D-4467-94DE-BB998E494BEC}">
      <dgm:prSet/>
      <dgm:spPr/>
      <dgm:t>
        <a:bodyPr/>
        <a:lstStyle/>
        <a:p>
          <a:endParaRPr lang="en-US"/>
        </a:p>
      </dgm:t>
    </dgm:pt>
    <dgm:pt modelId="{417928DF-C7A4-4431-B9BA-B88628A19517}" type="sibTrans" cxnId="{80097D2D-CA3D-4467-94DE-BB998E494BEC}">
      <dgm:prSet/>
      <dgm:spPr/>
      <dgm:t>
        <a:bodyPr/>
        <a:lstStyle/>
        <a:p>
          <a:endParaRPr lang="en-US"/>
        </a:p>
      </dgm:t>
    </dgm:pt>
    <dgm:pt modelId="{0C06CED0-F591-4AB7-8D26-08FEC7F70C1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by the wallet</a:t>
          </a:r>
          <a:endParaRPr lang="en-US" dirty="0"/>
        </a:p>
      </dgm:t>
    </dgm:pt>
    <dgm:pt modelId="{72FAC6F6-4F71-4D91-BC03-EAA9EAC9CF12}" type="parTrans" cxnId="{8A6076E4-8475-42C7-B3AD-ADDC1699C0B4}">
      <dgm:prSet/>
      <dgm:spPr/>
      <dgm:t>
        <a:bodyPr/>
        <a:lstStyle/>
        <a:p>
          <a:endParaRPr lang="tr-TR"/>
        </a:p>
      </dgm:t>
    </dgm:pt>
    <dgm:pt modelId="{F18397E2-E244-40F9-88C1-1FBD888DEAAD}" type="sibTrans" cxnId="{8A6076E4-8475-42C7-B3AD-ADDC1699C0B4}">
      <dgm:prSet/>
      <dgm:spPr/>
      <dgm:t>
        <a:bodyPr/>
        <a:lstStyle/>
        <a:p>
          <a:endParaRPr lang="tr-TR"/>
        </a:p>
      </dgm:t>
    </dgm:pt>
    <dgm:pt modelId="{F118C454-D726-4714-99C1-639051A561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generated</a:t>
          </a:r>
          <a:endParaRPr lang="en-US" dirty="0"/>
        </a:p>
      </dgm:t>
    </dgm:pt>
    <dgm:pt modelId="{A4D594FD-C4D8-495B-8B2C-DBB6673757F5}" type="parTrans" cxnId="{4799C6E8-09A1-4901-AC39-1BC7A73343C8}">
      <dgm:prSet/>
      <dgm:spPr/>
      <dgm:t>
        <a:bodyPr/>
        <a:lstStyle/>
        <a:p>
          <a:endParaRPr lang="tr-TR"/>
        </a:p>
      </dgm:t>
    </dgm:pt>
    <dgm:pt modelId="{C2E1BDC6-CDDE-4D71-A654-121ED8055622}" type="sibTrans" cxnId="{4799C6E8-09A1-4901-AC39-1BC7A73343C8}">
      <dgm:prSet/>
      <dgm:spPr/>
      <dgm:t>
        <a:bodyPr/>
        <a:lstStyle/>
        <a:p>
          <a:endParaRPr lang="tr-TR"/>
        </a:p>
      </dgm:t>
    </dgm:pt>
    <dgm:pt modelId="{50D5445A-EE59-4E68-A9AD-8493D92D8A04}" type="pres">
      <dgm:prSet presAssocID="{A2330A43-6913-49ED-8901-BD3A87D47D7B}" presName="root" presStyleCnt="0">
        <dgm:presLayoutVars>
          <dgm:dir/>
          <dgm:resizeHandles val="exact"/>
        </dgm:presLayoutVars>
      </dgm:prSet>
      <dgm:spPr/>
    </dgm:pt>
    <dgm:pt modelId="{5DC606E7-192D-4048-A0B6-0DDC81208975}" type="pres">
      <dgm:prSet presAssocID="{3F41894C-1AF0-4E81-845E-B44BDDB3072D}" presName="compNode" presStyleCnt="0"/>
      <dgm:spPr/>
    </dgm:pt>
    <dgm:pt modelId="{4580E69B-AF93-4316-AB52-48A81B0203D6}" type="pres">
      <dgm:prSet presAssocID="{3F41894C-1AF0-4E81-845E-B44BDDB3072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5B5D035-7C64-4F38-9078-10780118F614}" type="pres">
      <dgm:prSet presAssocID="{3F41894C-1AF0-4E81-845E-B44BDDB3072D}" presName="iconSpace" presStyleCnt="0"/>
      <dgm:spPr/>
    </dgm:pt>
    <dgm:pt modelId="{2B4C9A58-FF4C-4807-822E-41A94D82A8BD}" type="pres">
      <dgm:prSet presAssocID="{3F41894C-1AF0-4E81-845E-B44BDDB3072D}" presName="parTx" presStyleLbl="revTx" presStyleIdx="0" presStyleCnt="4">
        <dgm:presLayoutVars>
          <dgm:chMax val="0"/>
          <dgm:chPref val="0"/>
        </dgm:presLayoutVars>
      </dgm:prSet>
      <dgm:spPr/>
    </dgm:pt>
    <dgm:pt modelId="{061F0816-A95F-4AFA-A42A-33F0E7F6C7CF}" type="pres">
      <dgm:prSet presAssocID="{3F41894C-1AF0-4E81-845E-B44BDDB3072D}" presName="txSpace" presStyleCnt="0"/>
      <dgm:spPr/>
    </dgm:pt>
    <dgm:pt modelId="{0E5D07A7-D302-4BC7-A2B7-0B07D79BEFBC}" type="pres">
      <dgm:prSet presAssocID="{3F41894C-1AF0-4E81-845E-B44BDDB3072D}" presName="desTx" presStyleLbl="revTx" presStyleIdx="1" presStyleCnt="4">
        <dgm:presLayoutVars/>
      </dgm:prSet>
      <dgm:spPr/>
    </dgm:pt>
    <dgm:pt modelId="{F68BA791-70D9-47FB-A599-BC147311E953}" type="pres">
      <dgm:prSet presAssocID="{9531E357-7327-41C4-BDE0-D394E805B90B}" presName="sibTrans" presStyleCnt="0"/>
      <dgm:spPr/>
    </dgm:pt>
    <dgm:pt modelId="{F7DD85BE-D921-44AD-AC9C-90E789B93E63}" type="pres">
      <dgm:prSet presAssocID="{8558B701-C0DD-47C6-8806-377D4D17FA22}" presName="compNode" presStyleCnt="0"/>
      <dgm:spPr/>
    </dgm:pt>
    <dgm:pt modelId="{654A1E9A-D1B8-4ED2-A1FF-C7E130B6DE6E}" type="pres">
      <dgm:prSet presAssocID="{8558B701-C0DD-47C6-8806-377D4D17FA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75E163D-F146-4A54-8965-210E312CA1F7}" type="pres">
      <dgm:prSet presAssocID="{8558B701-C0DD-47C6-8806-377D4D17FA22}" presName="iconSpace" presStyleCnt="0"/>
      <dgm:spPr/>
    </dgm:pt>
    <dgm:pt modelId="{954B726D-D70C-4998-9EEC-EF3682D6511D}" type="pres">
      <dgm:prSet presAssocID="{8558B701-C0DD-47C6-8806-377D4D17FA22}" presName="parTx" presStyleLbl="revTx" presStyleIdx="2" presStyleCnt="4">
        <dgm:presLayoutVars>
          <dgm:chMax val="0"/>
          <dgm:chPref val="0"/>
        </dgm:presLayoutVars>
      </dgm:prSet>
      <dgm:spPr/>
    </dgm:pt>
    <dgm:pt modelId="{3902F0DF-89BD-4888-BB80-DE3CEBB9DBCF}" type="pres">
      <dgm:prSet presAssocID="{8558B701-C0DD-47C6-8806-377D4D17FA22}" presName="txSpace" presStyleCnt="0"/>
      <dgm:spPr/>
    </dgm:pt>
    <dgm:pt modelId="{253FD39F-F05F-4CDF-A2AF-7267DE62E0A3}" type="pres">
      <dgm:prSet presAssocID="{8558B701-C0DD-47C6-8806-377D4D17FA22}" presName="desTx" presStyleLbl="revTx" presStyleIdx="3" presStyleCnt="4">
        <dgm:presLayoutVars/>
      </dgm:prSet>
      <dgm:spPr/>
    </dgm:pt>
  </dgm:ptLst>
  <dgm:cxnLst>
    <dgm:cxn modelId="{85FD4F02-C10E-4229-A0AF-C6799E81E10C}" type="presOf" srcId="{0C06CED0-F591-4AB7-8D26-08FEC7F70C16}" destId="{0E5D07A7-D302-4BC7-A2B7-0B07D79BEFBC}" srcOrd="0" destOrd="2" presId="urn:microsoft.com/office/officeart/2018/5/layout/CenteredIconLabelDescriptionList"/>
    <dgm:cxn modelId="{E7A9FC19-D2F6-40F4-ABAB-C4595651903B}" type="presOf" srcId="{8558B701-C0DD-47C6-8806-377D4D17FA22}" destId="{954B726D-D70C-4998-9EEC-EF3682D6511D}" srcOrd="0" destOrd="0" presId="urn:microsoft.com/office/officeart/2018/5/layout/CenteredIconLabelDescriptionList"/>
    <dgm:cxn modelId="{80097D2D-CA3D-4467-94DE-BB998E494BEC}" srcId="{8558B701-C0DD-47C6-8806-377D4D17FA22}" destId="{63F18C77-94AF-4EC1-8510-03B5A01E6C06}" srcOrd="0" destOrd="0" parTransId="{68FCB44C-8D34-404E-82E9-349294D24975}" sibTransId="{417928DF-C7A4-4431-B9BA-B88628A19517}"/>
    <dgm:cxn modelId="{24A9C95E-2FA0-45A6-AEEF-7A35498C67BC}" type="presOf" srcId="{A2330A43-6913-49ED-8901-BD3A87D47D7B}" destId="{50D5445A-EE59-4E68-A9AD-8493D92D8A04}" srcOrd="0" destOrd="0" presId="urn:microsoft.com/office/officeart/2018/5/layout/CenteredIconLabelDescriptionList"/>
    <dgm:cxn modelId="{EA2CB942-5FC2-4A00-A53F-D02B3C68DE3B}" type="presOf" srcId="{F118C454-D726-4714-99C1-639051A56166}" destId="{0E5D07A7-D302-4BC7-A2B7-0B07D79BEFBC}" srcOrd="0" destOrd="1" presId="urn:microsoft.com/office/officeart/2018/5/layout/CenteredIconLabelDescriptionList"/>
    <dgm:cxn modelId="{2D9C104A-1B5F-4A92-B47C-9F2701B3B8C5}" srcId="{3F41894C-1AF0-4E81-845E-B44BDDB3072D}" destId="{74AEF495-5C87-4671-91D2-70EE478D2F2B}" srcOrd="0" destOrd="0" parTransId="{9EFCE35D-116C-41AD-A1C0-EF1B145528F2}" sibTransId="{CA4ADCD7-5C1C-4B51-B917-D5A015472934}"/>
    <dgm:cxn modelId="{F1FAA14C-1F9B-4E5E-80AD-4D8DB23D0636}" type="presOf" srcId="{63F18C77-94AF-4EC1-8510-03B5A01E6C06}" destId="{253FD39F-F05F-4CDF-A2AF-7267DE62E0A3}" srcOrd="0" destOrd="0" presId="urn:microsoft.com/office/officeart/2018/5/layout/CenteredIconLabelDescriptionList"/>
    <dgm:cxn modelId="{B2C58C5A-86C4-4E87-97BC-13B9E8D07982}" srcId="{A2330A43-6913-49ED-8901-BD3A87D47D7B}" destId="{8558B701-C0DD-47C6-8806-377D4D17FA22}" srcOrd="1" destOrd="0" parTransId="{58EC4737-5F9E-49FC-8D1D-DF61D578280C}" sibTransId="{C1D60209-88A9-49C6-86CD-5E6094746E92}"/>
    <dgm:cxn modelId="{114163D4-D6AE-47A0-89F8-F37DAA31AD39}" srcId="{A2330A43-6913-49ED-8901-BD3A87D47D7B}" destId="{3F41894C-1AF0-4E81-845E-B44BDDB3072D}" srcOrd="0" destOrd="0" parTransId="{0F2E3BCD-664E-46A4-AAB4-3CDC049D8C33}" sibTransId="{9531E357-7327-41C4-BDE0-D394E805B90B}"/>
    <dgm:cxn modelId="{8A6076E4-8475-42C7-B3AD-ADDC1699C0B4}" srcId="{3F41894C-1AF0-4E81-845E-B44BDDB3072D}" destId="{0C06CED0-F591-4AB7-8D26-08FEC7F70C16}" srcOrd="2" destOrd="0" parTransId="{72FAC6F6-4F71-4D91-BC03-EAA9EAC9CF12}" sibTransId="{F18397E2-E244-40F9-88C1-1FBD888DEAAD}"/>
    <dgm:cxn modelId="{F47365E6-C50F-45A3-BAD8-326CEB78D1BD}" type="presOf" srcId="{74AEF495-5C87-4671-91D2-70EE478D2F2B}" destId="{0E5D07A7-D302-4BC7-A2B7-0B07D79BEFBC}" srcOrd="0" destOrd="0" presId="urn:microsoft.com/office/officeart/2018/5/layout/CenteredIconLabelDescriptionList"/>
    <dgm:cxn modelId="{4799C6E8-09A1-4901-AC39-1BC7A73343C8}" srcId="{3F41894C-1AF0-4E81-845E-B44BDDB3072D}" destId="{F118C454-D726-4714-99C1-639051A56166}" srcOrd="1" destOrd="0" parTransId="{A4D594FD-C4D8-495B-8B2C-DBB6673757F5}" sibTransId="{C2E1BDC6-CDDE-4D71-A654-121ED8055622}"/>
    <dgm:cxn modelId="{834658EC-F897-429D-973B-606BC7BF77C3}" type="presOf" srcId="{3F41894C-1AF0-4E81-845E-B44BDDB3072D}" destId="{2B4C9A58-FF4C-4807-822E-41A94D82A8BD}" srcOrd="0" destOrd="0" presId="urn:microsoft.com/office/officeart/2018/5/layout/CenteredIconLabelDescriptionList"/>
    <dgm:cxn modelId="{A46D3075-C2CA-4A8A-A745-385381A61C93}" type="presParOf" srcId="{50D5445A-EE59-4E68-A9AD-8493D92D8A04}" destId="{5DC606E7-192D-4048-A0B6-0DDC81208975}" srcOrd="0" destOrd="0" presId="urn:microsoft.com/office/officeart/2018/5/layout/CenteredIconLabelDescriptionList"/>
    <dgm:cxn modelId="{B515612E-842F-4C28-A4C8-777645E4411E}" type="presParOf" srcId="{5DC606E7-192D-4048-A0B6-0DDC81208975}" destId="{4580E69B-AF93-4316-AB52-48A81B0203D6}" srcOrd="0" destOrd="0" presId="urn:microsoft.com/office/officeart/2018/5/layout/CenteredIconLabelDescriptionList"/>
    <dgm:cxn modelId="{E568A205-A41E-40C0-8859-7922A3E85B23}" type="presParOf" srcId="{5DC606E7-192D-4048-A0B6-0DDC81208975}" destId="{E5B5D035-7C64-4F38-9078-10780118F614}" srcOrd="1" destOrd="0" presId="urn:microsoft.com/office/officeart/2018/5/layout/CenteredIconLabelDescriptionList"/>
    <dgm:cxn modelId="{91118404-1162-473B-ABC2-E5CE1579CD69}" type="presParOf" srcId="{5DC606E7-192D-4048-A0B6-0DDC81208975}" destId="{2B4C9A58-FF4C-4807-822E-41A94D82A8BD}" srcOrd="2" destOrd="0" presId="urn:microsoft.com/office/officeart/2018/5/layout/CenteredIconLabelDescriptionList"/>
    <dgm:cxn modelId="{B1EF1C50-39AE-4F91-AB45-1E4F77884413}" type="presParOf" srcId="{5DC606E7-192D-4048-A0B6-0DDC81208975}" destId="{061F0816-A95F-4AFA-A42A-33F0E7F6C7CF}" srcOrd="3" destOrd="0" presId="urn:microsoft.com/office/officeart/2018/5/layout/CenteredIconLabelDescriptionList"/>
    <dgm:cxn modelId="{D9206802-AE1D-4C70-B73B-FE0117A6E550}" type="presParOf" srcId="{5DC606E7-192D-4048-A0B6-0DDC81208975}" destId="{0E5D07A7-D302-4BC7-A2B7-0B07D79BEFBC}" srcOrd="4" destOrd="0" presId="urn:microsoft.com/office/officeart/2018/5/layout/CenteredIconLabelDescriptionList"/>
    <dgm:cxn modelId="{A516CAB0-D0EF-41AB-A0DB-45E4EF7D71A5}" type="presParOf" srcId="{50D5445A-EE59-4E68-A9AD-8493D92D8A04}" destId="{F68BA791-70D9-47FB-A599-BC147311E953}" srcOrd="1" destOrd="0" presId="urn:microsoft.com/office/officeart/2018/5/layout/CenteredIconLabelDescriptionList"/>
    <dgm:cxn modelId="{C49F91D8-5318-4D1C-B935-172CFDDF2D04}" type="presParOf" srcId="{50D5445A-EE59-4E68-A9AD-8493D92D8A04}" destId="{F7DD85BE-D921-44AD-AC9C-90E789B93E63}" srcOrd="2" destOrd="0" presId="urn:microsoft.com/office/officeart/2018/5/layout/CenteredIconLabelDescriptionList"/>
    <dgm:cxn modelId="{D28F1357-A420-413F-89E4-E5D5746DCD37}" type="presParOf" srcId="{F7DD85BE-D921-44AD-AC9C-90E789B93E63}" destId="{654A1E9A-D1B8-4ED2-A1FF-C7E130B6DE6E}" srcOrd="0" destOrd="0" presId="urn:microsoft.com/office/officeart/2018/5/layout/CenteredIconLabelDescriptionList"/>
    <dgm:cxn modelId="{58D141D4-8391-45F9-834A-6B18CEE826C8}" type="presParOf" srcId="{F7DD85BE-D921-44AD-AC9C-90E789B93E63}" destId="{D75E163D-F146-4A54-8965-210E312CA1F7}" srcOrd="1" destOrd="0" presId="urn:microsoft.com/office/officeart/2018/5/layout/CenteredIconLabelDescriptionList"/>
    <dgm:cxn modelId="{696446A3-B28E-4EEE-B516-8A0238DD4F57}" type="presParOf" srcId="{F7DD85BE-D921-44AD-AC9C-90E789B93E63}" destId="{954B726D-D70C-4998-9EEC-EF3682D6511D}" srcOrd="2" destOrd="0" presId="urn:microsoft.com/office/officeart/2018/5/layout/CenteredIconLabelDescriptionList"/>
    <dgm:cxn modelId="{60235B5D-B9A1-4A20-8FDD-1B51D40E63CB}" type="presParOf" srcId="{F7DD85BE-D921-44AD-AC9C-90E789B93E63}" destId="{3902F0DF-89BD-4888-BB80-DE3CEBB9DBCF}" srcOrd="3" destOrd="0" presId="urn:microsoft.com/office/officeart/2018/5/layout/CenteredIconLabelDescriptionList"/>
    <dgm:cxn modelId="{8FBF2A3F-850D-40C9-9DBD-D10A72418532}" type="presParOf" srcId="{F7DD85BE-D921-44AD-AC9C-90E789B93E63}" destId="{253FD39F-F05F-4CDF-A2AF-7267DE62E0A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A2330A43-6913-49ED-8901-BD3A87D47D7B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F41894C-1AF0-4E81-845E-B44BDDB3072D}">
      <dgm:prSet/>
      <dgm:spPr/>
      <dgm:t>
        <a:bodyPr/>
        <a:lstStyle/>
        <a:p>
          <a:r>
            <a:rPr lang="en-US"/>
            <a:t>start</a:t>
          </a:r>
        </a:p>
      </dgm:t>
    </dgm:pt>
    <dgm:pt modelId="{0F2E3BCD-664E-46A4-AAB4-3CDC049D8C33}" type="parTrans" cxnId="{114163D4-D6AE-47A0-89F8-F37DAA31AD39}">
      <dgm:prSet/>
      <dgm:spPr/>
      <dgm:t>
        <a:bodyPr/>
        <a:lstStyle/>
        <a:p>
          <a:endParaRPr lang="en-US"/>
        </a:p>
      </dgm:t>
    </dgm:pt>
    <dgm:pt modelId="{9531E357-7327-41C4-BDE0-D394E805B90B}" type="sibTrans" cxnId="{114163D4-D6AE-47A0-89F8-F37DAA31AD39}">
      <dgm:prSet/>
      <dgm:spPr/>
      <dgm:t>
        <a:bodyPr/>
        <a:lstStyle/>
        <a:p>
          <a:endParaRPr lang="en-US"/>
        </a:p>
      </dgm:t>
    </dgm:pt>
    <dgm:pt modelId="{8558B701-C0DD-47C6-8806-377D4D17FA22}">
      <dgm:prSet/>
      <dgm:spPr/>
      <dgm:t>
        <a:bodyPr/>
        <a:lstStyle/>
        <a:p>
          <a:r>
            <a:rPr lang="en-US"/>
            <a:t>Add</a:t>
          </a:r>
        </a:p>
      </dgm:t>
    </dgm:pt>
    <dgm:pt modelId="{58EC4737-5F9E-49FC-8D1D-DF61D578280C}" type="parTrans" cxnId="{B2C58C5A-86C4-4E87-97BC-13B9E8D07982}">
      <dgm:prSet/>
      <dgm:spPr/>
      <dgm:t>
        <a:bodyPr/>
        <a:lstStyle/>
        <a:p>
          <a:endParaRPr lang="en-US"/>
        </a:p>
      </dgm:t>
    </dgm:pt>
    <dgm:pt modelId="{C1D60209-88A9-49C6-86CD-5E6094746E92}" type="sibTrans" cxnId="{B2C58C5A-86C4-4E87-97BC-13B9E8D07982}">
      <dgm:prSet/>
      <dgm:spPr/>
      <dgm:t>
        <a:bodyPr/>
        <a:lstStyle/>
        <a:p>
          <a:endParaRPr lang="en-US"/>
        </a:p>
      </dgm:t>
    </dgm:pt>
    <dgm:pt modelId="{A3757363-AD75-46C9-B3FA-19C74529EC48}">
      <dgm:prSet/>
      <dgm:spPr/>
      <dgm:t>
        <a:bodyPr/>
        <a:lstStyle/>
        <a:p>
          <a:r>
            <a:rPr lang="en-US"/>
            <a:t>map</a:t>
          </a:r>
        </a:p>
      </dgm:t>
    </dgm:pt>
    <dgm:pt modelId="{19D7091A-13D7-4818-B2AA-1E2C8F429D0C}" type="parTrans" cxnId="{90D4B7D6-7AC2-4AD4-AC90-F140DA15D89F}">
      <dgm:prSet/>
      <dgm:spPr/>
      <dgm:t>
        <a:bodyPr/>
        <a:lstStyle/>
        <a:p>
          <a:endParaRPr lang="en-US"/>
        </a:p>
      </dgm:t>
    </dgm:pt>
    <dgm:pt modelId="{D6707191-A911-4815-9B86-C6E6C8B1676A}" type="sibTrans" cxnId="{90D4B7D6-7AC2-4AD4-AC90-F140DA15D89F}">
      <dgm:prSet/>
      <dgm:spPr/>
      <dgm:t>
        <a:bodyPr/>
        <a:lstStyle/>
        <a:p>
          <a:endParaRPr lang="en-US"/>
        </a:p>
      </dgm:t>
    </dgm:pt>
    <dgm:pt modelId="{54F0B3E0-DA15-4026-89AB-D4DED3DA7AF5}">
      <dgm:prSet/>
      <dgm:spPr/>
      <dgm:t>
        <a:bodyPr/>
        <a:lstStyle/>
        <a:p>
          <a:r>
            <a:rPr lang="en-US"/>
            <a:t>to a word list</a:t>
          </a:r>
        </a:p>
      </dgm:t>
    </dgm:pt>
    <dgm:pt modelId="{2EF2A026-3924-4B51-943A-7C50AFB25487}" type="parTrans" cxnId="{799E0CCC-2415-49FB-81CB-09BF89D5BDA0}">
      <dgm:prSet/>
      <dgm:spPr/>
      <dgm:t>
        <a:bodyPr/>
        <a:lstStyle/>
        <a:p>
          <a:endParaRPr lang="en-US"/>
        </a:p>
      </dgm:t>
    </dgm:pt>
    <dgm:pt modelId="{D372365D-913D-46EA-B6B5-C7EDF14546F0}" type="sibTrans" cxnId="{799E0CCC-2415-49FB-81CB-09BF89D5BDA0}">
      <dgm:prSet/>
      <dgm:spPr/>
      <dgm:t>
        <a:bodyPr/>
        <a:lstStyle/>
        <a:p>
          <a:endParaRPr lang="en-US"/>
        </a:p>
      </dgm:t>
    </dgm:pt>
    <dgm:pt modelId="{C97E0BB7-37E6-4893-8630-0BB09DFCFDC2}">
      <dgm:prSet/>
      <dgm:spPr/>
      <dgm:t>
        <a:bodyPr/>
        <a:lstStyle/>
        <a:p>
          <a:r>
            <a:rPr lang="en-US"/>
            <a:t>from a source of entropy</a:t>
          </a:r>
        </a:p>
      </dgm:t>
    </dgm:pt>
    <dgm:pt modelId="{7C9D4A18-88F3-47CC-B033-0EF978354BFF}" type="parTrans" cxnId="{BBD33197-C0FF-4DC0-A24D-1C6C55BA5147}">
      <dgm:prSet/>
      <dgm:spPr/>
      <dgm:t>
        <a:bodyPr/>
        <a:lstStyle/>
        <a:p>
          <a:endParaRPr lang="tr-TR"/>
        </a:p>
      </dgm:t>
    </dgm:pt>
    <dgm:pt modelId="{79B2ABE1-61DD-4C6B-8658-5C29EAAB5D0A}" type="sibTrans" cxnId="{BBD33197-C0FF-4DC0-A24D-1C6C55BA5147}">
      <dgm:prSet/>
      <dgm:spPr/>
      <dgm:t>
        <a:bodyPr/>
        <a:lstStyle/>
        <a:p>
          <a:endParaRPr lang="tr-TR"/>
        </a:p>
      </dgm:t>
    </dgm:pt>
    <dgm:pt modelId="{CD96C2D3-2F82-4DA4-BA84-69B4069580E1}">
      <dgm:prSet/>
      <dgm:spPr/>
      <dgm:t>
        <a:bodyPr/>
        <a:lstStyle/>
        <a:p>
          <a:r>
            <a:rPr lang="en-US"/>
            <a:t>a checksum</a:t>
          </a:r>
        </a:p>
      </dgm:t>
    </dgm:pt>
    <dgm:pt modelId="{447C19CA-440C-430D-A24B-6ABC67096877}" type="parTrans" cxnId="{3A890EBA-9CED-4B35-ADD8-A129916B98BF}">
      <dgm:prSet/>
      <dgm:spPr/>
      <dgm:t>
        <a:bodyPr/>
        <a:lstStyle/>
        <a:p>
          <a:endParaRPr lang="tr-TR"/>
        </a:p>
      </dgm:t>
    </dgm:pt>
    <dgm:pt modelId="{755B03C1-BD5E-451D-9C42-C1B703B2B20C}" type="sibTrans" cxnId="{3A890EBA-9CED-4B35-ADD8-A129916B98BF}">
      <dgm:prSet/>
      <dgm:spPr/>
      <dgm:t>
        <a:bodyPr/>
        <a:lstStyle/>
        <a:p>
          <a:endParaRPr lang="tr-TR"/>
        </a:p>
      </dgm:t>
    </dgm:pt>
    <dgm:pt modelId="{E45CEF3D-2600-4E5D-B003-A8F4F3327F3F}">
      <dgm:prSet/>
      <dgm:spPr/>
      <dgm:t>
        <a:bodyPr/>
        <a:lstStyle/>
        <a:p>
          <a:r>
            <a:rPr lang="en-US"/>
            <a:t>the entropy</a:t>
          </a:r>
        </a:p>
      </dgm:t>
    </dgm:pt>
    <dgm:pt modelId="{07AC7A81-0DF9-4AA3-A4B8-580EB1BD9C69}" type="parTrans" cxnId="{B6566A04-0C9F-4154-B8C2-E37E597F55CC}">
      <dgm:prSet/>
      <dgm:spPr/>
      <dgm:t>
        <a:bodyPr/>
        <a:lstStyle/>
        <a:p>
          <a:endParaRPr lang="tr-TR"/>
        </a:p>
      </dgm:t>
    </dgm:pt>
    <dgm:pt modelId="{C3CFC732-8E27-4A9D-942B-6470B0467989}" type="sibTrans" cxnId="{B6566A04-0C9F-4154-B8C2-E37E597F55CC}">
      <dgm:prSet/>
      <dgm:spPr/>
      <dgm:t>
        <a:bodyPr/>
        <a:lstStyle/>
        <a:p>
          <a:endParaRPr lang="tr-TR"/>
        </a:p>
      </dgm:t>
    </dgm:pt>
    <dgm:pt modelId="{E4AF3D72-9AF7-44B2-AD57-CEA37F2871DD}" type="pres">
      <dgm:prSet presAssocID="{A2330A43-6913-49ED-8901-BD3A87D47D7B}" presName="Name0" presStyleCnt="0">
        <dgm:presLayoutVars>
          <dgm:dir/>
          <dgm:resizeHandles val="exact"/>
        </dgm:presLayoutVars>
      </dgm:prSet>
      <dgm:spPr/>
    </dgm:pt>
    <dgm:pt modelId="{1C0766CB-31AB-488B-B1C4-4F3D5B550A54}" type="pres">
      <dgm:prSet presAssocID="{3F41894C-1AF0-4E81-845E-B44BDDB3072D}" presName="node" presStyleLbl="node1" presStyleIdx="0" presStyleCnt="3">
        <dgm:presLayoutVars>
          <dgm:bulletEnabled val="1"/>
        </dgm:presLayoutVars>
      </dgm:prSet>
      <dgm:spPr/>
    </dgm:pt>
    <dgm:pt modelId="{2BB1E340-9E40-493E-9CA7-F2A29B0A8175}" type="pres">
      <dgm:prSet presAssocID="{9531E357-7327-41C4-BDE0-D394E805B90B}" presName="sibTrans" presStyleLbl="sibTrans2D1" presStyleIdx="0" presStyleCnt="2"/>
      <dgm:spPr/>
    </dgm:pt>
    <dgm:pt modelId="{0FAFA30C-E324-4CFA-AE13-D3502F3415FD}" type="pres">
      <dgm:prSet presAssocID="{9531E357-7327-41C4-BDE0-D394E805B90B}" presName="connectorText" presStyleLbl="sibTrans2D1" presStyleIdx="0" presStyleCnt="2"/>
      <dgm:spPr/>
    </dgm:pt>
    <dgm:pt modelId="{05F979FE-C7DB-44D1-B381-69C936590E8C}" type="pres">
      <dgm:prSet presAssocID="{8558B701-C0DD-47C6-8806-377D4D17FA22}" presName="node" presStyleLbl="node1" presStyleIdx="1" presStyleCnt="3">
        <dgm:presLayoutVars>
          <dgm:bulletEnabled val="1"/>
        </dgm:presLayoutVars>
      </dgm:prSet>
      <dgm:spPr/>
    </dgm:pt>
    <dgm:pt modelId="{8295E797-1AE2-444B-A2EB-0F1FD288B4C3}" type="pres">
      <dgm:prSet presAssocID="{C1D60209-88A9-49C6-86CD-5E6094746E92}" presName="sibTrans" presStyleLbl="sibTrans2D1" presStyleIdx="1" presStyleCnt="2"/>
      <dgm:spPr/>
    </dgm:pt>
    <dgm:pt modelId="{6D0549BE-1EF7-4A0C-B06F-C1E75B1E59F5}" type="pres">
      <dgm:prSet presAssocID="{C1D60209-88A9-49C6-86CD-5E6094746E92}" presName="connectorText" presStyleLbl="sibTrans2D1" presStyleIdx="1" presStyleCnt="2"/>
      <dgm:spPr/>
    </dgm:pt>
    <dgm:pt modelId="{3B22DAD2-C19A-42DF-9355-A1164A064AD6}" type="pres">
      <dgm:prSet presAssocID="{A3757363-AD75-46C9-B3FA-19C74529EC48}" presName="node" presStyleLbl="node1" presStyleIdx="2" presStyleCnt="3">
        <dgm:presLayoutVars>
          <dgm:bulletEnabled val="1"/>
        </dgm:presLayoutVars>
      </dgm:prSet>
      <dgm:spPr/>
    </dgm:pt>
  </dgm:ptLst>
  <dgm:cxnLst>
    <dgm:cxn modelId="{B6566A04-0C9F-4154-B8C2-E37E597F55CC}" srcId="{A3757363-AD75-46C9-B3FA-19C74529EC48}" destId="{E45CEF3D-2600-4E5D-B003-A8F4F3327F3F}" srcOrd="0" destOrd="0" parTransId="{07AC7A81-0DF9-4AA3-A4B8-580EB1BD9C69}" sibTransId="{C3CFC732-8E27-4A9D-942B-6470B0467989}"/>
    <dgm:cxn modelId="{43299D31-00E2-4AB7-94F8-1F7A50AD613D}" type="presOf" srcId="{C1D60209-88A9-49C6-86CD-5E6094746E92}" destId="{8295E797-1AE2-444B-A2EB-0F1FD288B4C3}" srcOrd="0" destOrd="0" presId="urn:microsoft.com/office/officeart/2005/8/layout/process1"/>
    <dgm:cxn modelId="{F2E8A042-7EF7-438A-81D7-D7E5F85C70E7}" type="presOf" srcId="{E45CEF3D-2600-4E5D-B003-A8F4F3327F3F}" destId="{3B22DAD2-C19A-42DF-9355-A1164A064AD6}" srcOrd="0" destOrd="1" presId="urn:microsoft.com/office/officeart/2005/8/layout/process1"/>
    <dgm:cxn modelId="{024BB454-42AD-4234-B0BF-D91DF23DE695}" type="presOf" srcId="{A3757363-AD75-46C9-B3FA-19C74529EC48}" destId="{3B22DAD2-C19A-42DF-9355-A1164A064AD6}" srcOrd="0" destOrd="0" presId="urn:microsoft.com/office/officeart/2005/8/layout/process1"/>
    <dgm:cxn modelId="{E8C87057-BE3F-4E80-9A61-7C58911733AF}" type="presOf" srcId="{CD96C2D3-2F82-4DA4-BA84-69B4069580E1}" destId="{05F979FE-C7DB-44D1-B381-69C936590E8C}" srcOrd="0" destOrd="1" presId="urn:microsoft.com/office/officeart/2005/8/layout/process1"/>
    <dgm:cxn modelId="{B2C58C5A-86C4-4E87-97BC-13B9E8D07982}" srcId="{A2330A43-6913-49ED-8901-BD3A87D47D7B}" destId="{8558B701-C0DD-47C6-8806-377D4D17FA22}" srcOrd="1" destOrd="0" parTransId="{58EC4737-5F9E-49FC-8D1D-DF61D578280C}" sibTransId="{C1D60209-88A9-49C6-86CD-5E6094746E92}"/>
    <dgm:cxn modelId="{FFB2A98C-83A6-4518-9EB0-3595DA3E5590}" type="presOf" srcId="{9531E357-7327-41C4-BDE0-D394E805B90B}" destId="{2BB1E340-9E40-493E-9CA7-F2A29B0A8175}" srcOrd="0" destOrd="0" presId="urn:microsoft.com/office/officeart/2005/8/layout/process1"/>
    <dgm:cxn modelId="{BBD33197-C0FF-4DC0-A24D-1C6C55BA5147}" srcId="{3F41894C-1AF0-4E81-845E-B44BDDB3072D}" destId="{C97E0BB7-37E6-4893-8630-0BB09DFCFDC2}" srcOrd="0" destOrd="0" parTransId="{7C9D4A18-88F3-47CC-B033-0EF978354BFF}" sibTransId="{79B2ABE1-61DD-4C6B-8658-5C29EAAB5D0A}"/>
    <dgm:cxn modelId="{811D2998-DCF4-452C-82E5-EEA2744C55CC}" type="presOf" srcId="{8558B701-C0DD-47C6-8806-377D4D17FA22}" destId="{05F979FE-C7DB-44D1-B381-69C936590E8C}" srcOrd="0" destOrd="0" presId="urn:microsoft.com/office/officeart/2005/8/layout/process1"/>
    <dgm:cxn modelId="{11A679A2-3FE5-44C8-B60D-76529E4F4A70}" type="presOf" srcId="{C1D60209-88A9-49C6-86CD-5E6094746E92}" destId="{6D0549BE-1EF7-4A0C-B06F-C1E75B1E59F5}" srcOrd="1" destOrd="0" presId="urn:microsoft.com/office/officeart/2005/8/layout/process1"/>
    <dgm:cxn modelId="{B9F29AA7-A808-48D8-9E1A-25783164F865}" type="presOf" srcId="{C97E0BB7-37E6-4893-8630-0BB09DFCFDC2}" destId="{1C0766CB-31AB-488B-B1C4-4F3D5B550A54}" srcOrd="0" destOrd="1" presId="urn:microsoft.com/office/officeart/2005/8/layout/process1"/>
    <dgm:cxn modelId="{3A890EBA-9CED-4B35-ADD8-A129916B98BF}" srcId="{8558B701-C0DD-47C6-8806-377D4D17FA22}" destId="{CD96C2D3-2F82-4DA4-BA84-69B4069580E1}" srcOrd="0" destOrd="0" parTransId="{447C19CA-440C-430D-A24B-6ABC67096877}" sibTransId="{755B03C1-BD5E-451D-9C42-C1B703B2B20C}"/>
    <dgm:cxn modelId="{799E0CCC-2415-49FB-81CB-09BF89D5BDA0}" srcId="{A3757363-AD75-46C9-B3FA-19C74529EC48}" destId="{54F0B3E0-DA15-4026-89AB-D4DED3DA7AF5}" srcOrd="1" destOrd="0" parTransId="{2EF2A026-3924-4B51-943A-7C50AFB25487}" sibTransId="{D372365D-913D-46EA-B6B5-C7EDF14546F0}"/>
    <dgm:cxn modelId="{9BD68CCC-B27A-4BB5-A6A6-1BC91688AAF8}" type="presOf" srcId="{54F0B3E0-DA15-4026-89AB-D4DED3DA7AF5}" destId="{3B22DAD2-C19A-42DF-9355-A1164A064AD6}" srcOrd="0" destOrd="2" presId="urn:microsoft.com/office/officeart/2005/8/layout/process1"/>
    <dgm:cxn modelId="{114163D4-D6AE-47A0-89F8-F37DAA31AD39}" srcId="{A2330A43-6913-49ED-8901-BD3A87D47D7B}" destId="{3F41894C-1AF0-4E81-845E-B44BDDB3072D}" srcOrd="0" destOrd="0" parTransId="{0F2E3BCD-664E-46A4-AAB4-3CDC049D8C33}" sibTransId="{9531E357-7327-41C4-BDE0-D394E805B90B}"/>
    <dgm:cxn modelId="{90D4B7D6-7AC2-4AD4-AC90-F140DA15D89F}" srcId="{A2330A43-6913-49ED-8901-BD3A87D47D7B}" destId="{A3757363-AD75-46C9-B3FA-19C74529EC48}" srcOrd="2" destOrd="0" parTransId="{19D7091A-13D7-4818-B2AA-1E2C8F429D0C}" sibTransId="{D6707191-A911-4815-9B86-C6E6C8B1676A}"/>
    <dgm:cxn modelId="{71E83CD8-7501-4A0D-88D8-7B8AE1FDFD84}" type="presOf" srcId="{A2330A43-6913-49ED-8901-BD3A87D47D7B}" destId="{E4AF3D72-9AF7-44B2-AD57-CEA37F2871DD}" srcOrd="0" destOrd="0" presId="urn:microsoft.com/office/officeart/2005/8/layout/process1"/>
    <dgm:cxn modelId="{E5E955E4-B78B-431E-A0B7-FCF54FDDBF93}" type="presOf" srcId="{9531E357-7327-41C4-BDE0-D394E805B90B}" destId="{0FAFA30C-E324-4CFA-AE13-D3502F3415FD}" srcOrd="1" destOrd="0" presId="urn:microsoft.com/office/officeart/2005/8/layout/process1"/>
    <dgm:cxn modelId="{73BD57F0-9B30-4E39-AC7D-BE0500BA0955}" type="presOf" srcId="{3F41894C-1AF0-4E81-845E-B44BDDB3072D}" destId="{1C0766CB-31AB-488B-B1C4-4F3D5B550A54}" srcOrd="0" destOrd="0" presId="urn:microsoft.com/office/officeart/2005/8/layout/process1"/>
    <dgm:cxn modelId="{FF33E997-7768-4A18-8F4C-42B277AC2524}" type="presParOf" srcId="{E4AF3D72-9AF7-44B2-AD57-CEA37F2871DD}" destId="{1C0766CB-31AB-488B-B1C4-4F3D5B550A54}" srcOrd="0" destOrd="0" presId="urn:microsoft.com/office/officeart/2005/8/layout/process1"/>
    <dgm:cxn modelId="{0BBB5231-6CF3-44A0-83F4-3FE0D29DAF1B}" type="presParOf" srcId="{E4AF3D72-9AF7-44B2-AD57-CEA37F2871DD}" destId="{2BB1E340-9E40-493E-9CA7-F2A29B0A8175}" srcOrd="1" destOrd="0" presId="urn:microsoft.com/office/officeart/2005/8/layout/process1"/>
    <dgm:cxn modelId="{284FFCD7-AD82-4E89-84D1-77560C289C4B}" type="presParOf" srcId="{2BB1E340-9E40-493E-9CA7-F2A29B0A8175}" destId="{0FAFA30C-E324-4CFA-AE13-D3502F3415FD}" srcOrd="0" destOrd="0" presId="urn:microsoft.com/office/officeart/2005/8/layout/process1"/>
    <dgm:cxn modelId="{92CB21BE-81F4-4781-A99A-25A30FEEFCBE}" type="presParOf" srcId="{E4AF3D72-9AF7-44B2-AD57-CEA37F2871DD}" destId="{05F979FE-C7DB-44D1-B381-69C936590E8C}" srcOrd="2" destOrd="0" presId="urn:microsoft.com/office/officeart/2005/8/layout/process1"/>
    <dgm:cxn modelId="{9DEE3A4D-66B7-4002-89D7-E484B59660C2}" type="presParOf" srcId="{E4AF3D72-9AF7-44B2-AD57-CEA37F2871DD}" destId="{8295E797-1AE2-444B-A2EB-0F1FD288B4C3}" srcOrd="3" destOrd="0" presId="urn:microsoft.com/office/officeart/2005/8/layout/process1"/>
    <dgm:cxn modelId="{E34851D7-8B24-4892-851F-315785959522}" type="presParOf" srcId="{8295E797-1AE2-444B-A2EB-0F1FD288B4C3}" destId="{6D0549BE-1EF7-4A0C-B06F-C1E75B1E59F5}" srcOrd="0" destOrd="0" presId="urn:microsoft.com/office/officeart/2005/8/layout/process1"/>
    <dgm:cxn modelId="{0E774911-ABC1-4EFE-A775-AB9CC71635BD}" type="presParOf" srcId="{E4AF3D72-9AF7-44B2-AD57-CEA37F2871DD}" destId="{3B22DAD2-C19A-42DF-9355-A1164A064AD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7E952FCB-EB7C-425C-9AA5-53E71B663BB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45F838-35C0-430A-8F42-8B40933B11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 sequence</a:t>
          </a:r>
          <a:endParaRPr lang="en-US"/>
        </a:p>
      </dgm:t>
    </dgm:pt>
    <dgm:pt modelId="{7BD56AA0-4BFB-45B5-8EF8-68BCF0877B9B}" type="parTrans" cxnId="{4B52253D-BB7F-4A82-94B2-92CDDB31B5FE}">
      <dgm:prSet/>
      <dgm:spPr/>
      <dgm:t>
        <a:bodyPr/>
        <a:lstStyle/>
        <a:p>
          <a:endParaRPr lang="en-US" sz="3200"/>
        </a:p>
      </dgm:t>
    </dgm:pt>
    <dgm:pt modelId="{F62A4805-B9E4-4504-9890-DBDC3A92B66E}" type="sibTrans" cxnId="{4B52253D-BB7F-4A82-94B2-92CDDB31B5FE}">
      <dgm:prSet phldrT="1"/>
      <dgm:spPr/>
      <dgm:t>
        <a:bodyPr/>
        <a:lstStyle/>
        <a:p>
          <a:endParaRPr lang="en-US"/>
        </a:p>
      </dgm:t>
    </dgm:pt>
    <dgm:pt modelId="{E1E6537B-7538-44D9-960D-C23B25EBAE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Checksum</a:t>
          </a:r>
          <a:endParaRPr lang="en-US"/>
        </a:p>
      </dgm:t>
    </dgm:pt>
    <dgm:pt modelId="{1636F406-D441-4B3E-B839-6C2B5D4168E3}" type="parTrans" cxnId="{18D18058-6587-4C4D-9B64-00B7FFBD8DDA}">
      <dgm:prSet/>
      <dgm:spPr/>
      <dgm:t>
        <a:bodyPr/>
        <a:lstStyle/>
        <a:p>
          <a:endParaRPr lang="en-US" sz="3200"/>
        </a:p>
      </dgm:t>
    </dgm:pt>
    <dgm:pt modelId="{01862BC3-99F4-47E1-A889-64139667F3D8}" type="sibTrans" cxnId="{18D18058-6587-4C4D-9B64-00B7FFBD8DDA}">
      <dgm:prSet phldrT="2"/>
      <dgm:spPr/>
      <dgm:t>
        <a:bodyPr/>
        <a:lstStyle/>
        <a:p>
          <a:endParaRPr lang="en-US"/>
        </a:p>
      </dgm:t>
    </dgm:pt>
    <dgm:pt modelId="{748917BB-183E-4C9D-90A1-D14E25AFDE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to the end of the sequence</a:t>
          </a:r>
        </a:p>
      </dgm:t>
    </dgm:pt>
    <dgm:pt modelId="{1617BB4D-9AD5-4672-B85C-D1FB30F29A45}" type="parTrans" cxnId="{5190AAC1-0EFA-4825-B771-354C0A09F079}">
      <dgm:prSet/>
      <dgm:spPr/>
      <dgm:t>
        <a:bodyPr/>
        <a:lstStyle/>
        <a:p>
          <a:endParaRPr lang="en-US" sz="3200"/>
        </a:p>
      </dgm:t>
    </dgm:pt>
    <dgm:pt modelId="{4294CF34-39F5-4F55-B2A6-FDF736B9A78C}" type="sibTrans" cxnId="{5190AAC1-0EFA-4825-B771-354C0A09F079}">
      <dgm:prSet phldrT="3"/>
      <dgm:spPr/>
      <dgm:t>
        <a:bodyPr/>
        <a:lstStyle/>
        <a:p>
          <a:endParaRPr lang="en-US"/>
        </a:p>
      </dgm:t>
    </dgm:pt>
    <dgm:pt modelId="{CE403170-9396-47E5-90FD-457DE8EAC22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11 bits sections</a:t>
          </a:r>
          <a:endParaRPr lang="en-US"/>
        </a:p>
      </dgm:t>
    </dgm:pt>
    <dgm:pt modelId="{D41CA568-3E42-4A6C-AAFC-F3DF8733EC9C}" type="parTrans" cxnId="{549E6D10-9EF6-46DC-9072-F35ACDE8ECCE}">
      <dgm:prSet/>
      <dgm:spPr/>
      <dgm:t>
        <a:bodyPr/>
        <a:lstStyle/>
        <a:p>
          <a:endParaRPr lang="en-US" sz="3200"/>
        </a:p>
      </dgm:t>
    </dgm:pt>
    <dgm:pt modelId="{79DA0888-1A45-4AFE-A37A-E0B994AB4790}" type="sibTrans" cxnId="{549E6D10-9EF6-46DC-9072-F35ACDE8ECCE}">
      <dgm:prSet phldrT="4"/>
      <dgm:spPr/>
      <dgm:t>
        <a:bodyPr/>
        <a:lstStyle/>
        <a:p>
          <a:endParaRPr lang="en-US"/>
        </a:p>
      </dgm:t>
    </dgm:pt>
    <dgm:pt modelId="{4FB9CA42-5825-4591-B5D8-884D03B0A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Map each 11-bit value</a:t>
          </a:r>
        </a:p>
      </dgm:t>
    </dgm:pt>
    <dgm:pt modelId="{2AF2224B-7BE6-4D0C-82FE-48E788DF9F1A}" type="parTrans" cxnId="{B469B16B-7788-4E6C-862B-70D66D972872}">
      <dgm:prSet/>
      <dgm:spPr/>
      <dgm:t>
        <a:bodyPr/>
        <a:lstStyle/>
        <a:p>
          <a:endParaRPr lang="en-US" sz="3200"/>
        </a:p>
      </dgm:t>
    </dgm:pt>
    <dgm:pt modelId="{2F9DB571-0B74-4C42-8464-864C4F603BFD}" type="sibTrans" cxnId="{B469B16B-7788-4E6C-862B-70D66D972872}">
      <dgm:prSet phldrT="5"/>
      <dgm:spPr/>
      <dgm:t>
        <a:bodyPr/>
        <a:lstStyle/>
        <a:p>
          <a:endParaRPr lang="en-US"/>
        </a:p>
      </dgm:t>
    </dgm:pt>
    <dgm:pt modelId="{4D93202C-C161-4A3F-B8DF-42F1E880B2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2</a:t>
          </a:r>
          <a:r>
            <a:rPr lang="tr-TR" baseline="30000" dirty="0"/>
            <a:t>11</a:t>
          </a:r>
          <a:endParaRPr lang="en-US" baseline="30000" dirty="0"/>
        </a:p>
      </dgm:t>
    </dgm:pt>
    <dgm:pt modelId="{D4965095-773E-432C-BA59-ECF773FA78F4}" type="parTrans" cxnId="{25732861-F24F-47C6-858A-89ABF80047A1}">
      <dgm:prSet/>
      <dgm:spPr/>
      <dgm:t>
        <a:bodyPr/>
        <a:lstStyle/>
        <a:p>
          <a:endParaRPr lang="en-US" sz="3200"/>
        </a:p>
      </dgm:t>
    </dgm:pt>
    <dgm:pt modelId="{B666FBDE-03F1-4CC3-B455-73DCA33CA17D}" type="sibTrans" cxnId="{25732861-F24F-47C6-858A-89ABF80047A1}">
      <dgm:prSet phldrT="6"/>
      <dgm:spPr/>
      <dgm:t>
        <a:bodyPr/>
        <a:lstStyle/>
        <a:p>
          <a:endParaRPr lang="en-US"/>
        </a:p>
      </dgm:t>
    </dgm:pt>
    <dgm:pt modelId="{F61C90BF-CC60-4C5F-9EE2-66EF0C5A2C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 random sequence</a:t>
          </a:r>
        </a:p>
      </dgm:t>
    </dgm:pt>
    <dgm:pt modelId="{D3F13D49-DF14-43F0-AF9F-0CC0072BA797}" type="parTrans" cxnId="{E93B596D-CA7F-4470-846B-2D54DB74FB1C}">
      <dgm:prSet/>
      <dgm:spPr/>
      <dgm:t>
        <a:bodyPr/>
        <a:lstStyle/>
        <a:p>
          <a:endParaRPr lang="tr-TR"/>
        </a:p>
      </dgm:t>
    </dgm:pt>
    <dgm:pt modelId="{9D6C4847-AF0E-41E8-8B6F-A137BE62344F}" type="sibTrans" cxnId="{E93B596D-CA7F-4470-846B-2D54DB74FB1C}">
      <dgm:prSet/>
      <dgm:spPr/>
      <dgm:t>
        <a:bodyPr/>
        <a:lstStyle/>
        <a:p>
          <a:endParaRPr lang="tr-TR"/>
        </a:p>
      </dgm:t>
    </dgm:pt>
    <dgm:pt modelId="{C16817B5-D2A1-4A37-8C91-9BA9A1B1971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</a:t>
          </a:r>
          <a:r>
            <a:rPr lang="en-US" dirty="0"/>
            <a:t> 128 to 256 bits</a:t>
          </a:r>
        </a:p>
      </dgm:t>
    </dgm:pt>
    <dgm:pt modelId="{DA22F7BC-948F-4599-AA1A-B145E42215D3}" type="parTrans" cxnId="{98A8D2EE-4CCB-437A-9D3A-20449F06183C}">
      <dgm:prSet/>
      <dgm:spPr/>
      <dgm:t>
        <a:bodyPr/>
        <a:lstStyle/>
        <a:p>
          <a:endParaRPr lang="tr-TR"/>
        </a:p>
      </dgm:t>
    </dgm:pt>
    <dgm:pt modelId="{35B96E18-71BF-4536-9C74-9600C4936BBC}" type="sibTrans" cxnId="{98A8D2EE-4CCB-437A-9D3A-20449F06183C}">
      <dgm:prSet/>
      <dgm:spPr/>
      <dgm:t>
        <a:bodyPr/>
        <a:lstStyle/>
        <a:p>
          <a:endParaRPr lang="tr-TR"/>
        </a:p>
      </dgm:t>
    </dgm:pt>
    <dgm:pt modelId="{94C34D75-9E9E-498B-870F-222831703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Take its </a:t>
          </a:r>
          <a:r>
            <a:rPr lang="en-US" dirty="0"/>
            <a:t>first 32 bits</a:t>
          </a:r>
        </a:p>
      </dgm:t>
    </dgm:pt>
    <dgm:pt modelId="{D9F1BCF0-E0D1-4C1F-8C94-49173E7731DD}" type="parTrans" cxnId="{6512524B-FBF4-4A78-96D0-778ABB397EA0}">
      <dgm:prSet/>
      <dgm:spPr/>
      <dgm:t>
        <a:bodyPr/>
        <a:lstStyle/>
        <a:p>
          <a:endParaRPr lang="tr-TR"/>
        </a:p>
      </dgm:t>
    </dgm:pt>
    <dgm:pt modelId="{377E9550-E261-4675-9C7A-5A270134C83C}" type="sibTrans" cxnId="{6512524B-FBF4-4A78-96D0-778ABB397EA0}">
      <dgm:prSet/>
      <dgm:spPr/>
      <dgm:t>
        <a:bodyPr/>
        <a:lstStyle/>
        <a:p>
          <a:endParaRPr lang="tr-TR"/>
        </a:p>
      </dgm:t>
    </dgm:pt>
    <dgm:pt modelId="{BD807255-8163-4F37-A760-472A8B6A11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SHA256 hash</a:t>
          </a:r>
          <a:r>
            <a:rPr lang="tr-TR" dirty="0"/>
            <a:t> of sequence</a:t>
          </a:r>
          <a:endParaRPr lang="en-US" dirty="0"/>
        </a:p>
      </dgm:t>
    </dgm:pt>
    <dgm:pt modelId="{7444ED70-122F-4C27-BDBB-D60718071AD0}" type="parTrans" cxnId="{A8C520AF-BBD7-48F2-AF6C-4AEBF4474A33}">
      <dgm:prSet/>
      <dgm:spPr/>
      <dgm:t>
        <a:bodyPr/>
        <a:lstStyle/>
        <a:p>
          <a:endParaRPr lang="tr-TR"/>
        </a:p>
      </dgm:t>
    </dgm:pt>
    <dgm:pt modelId="{83ED8752-503C-46DD-BE35-2724B1B18E97}" type="sibTrans" cxnId="{A8C520AF-BBD7-48F2-AF6C-4AEBF4474A33}">
      <dgm:prSet/>
      <dgm:spPr/>
      <dgm:t>
        <a:bodyPr/>
        <a:lstStyle/>
        <a:p>
          <a:endParaRPr lang="tr-TR"/>
        </a:p>
      </dgm:t>
    </dgm:pt>
    <dgm:pt modelId="{AE7B8BFF-5357-4297-8162-86913F8537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Divide the sequence</a:t>
          </a:r>
        </a:p>
      </dgm:t>
    </dgm:pt>
    <dgm:pt modelId="{320119F3-D72E-4E20-BF10-B6B4177ACFB4}" type="parTrans" cxnId="{D7A17132-F23D-4505-81C0-BE899FD42D18}">
      <dgm:prSet/>
      <dgm:spPr/>
      <dgm:t>
        <a:bodyPr/>
        <a:lstStyle/>
        <a:p>
          <a:endParaRPr lang="tr-TR"/>
        </a:p>
      </dgm:t>
    </dgm:pt>
    <dgm:pt modelId="{E369590B-7BDB-4186-A9B7-473B21D9A83C}" type="sibTrans" cxnId="{D7A17132-F23D-4505-81C0-BE899FD42D18}">
      <dgm:prSet/>
      <dgm:spPr/>
      <dgm:t>
        <a:bodyPr/>
        <a:lstStyle/>
        <a:p>
          <a:endParaRPr lang="tr-TR"/>
        </a:p>
      </dgm:t>
    </dgm:pt>
    <dgm:pt modelId="{F27C33DD-4C77-48AE-9755-5528EF177E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into sections of 11 bits.</a:t>
          </a:r>
        </a:p>
      </dgm:t>
    </dgm:pt>
    <dgm:pt modelId="{533E29C5-18B5-40BD-8724-3F4660E274E7}" type="parTrans" cxnId="{850E8B8A-3D92-42DD-88B2-F2CA025D8597}">
      <dgm:prSet/>
      <dgm:spPr/>
      <dgm:t>
        <a:bodyPr/>
        <a:lstStyle/>
        <a:p>
          <a:endParaRPr lang="tr-TR"/>
        </a:p>
      </dgm:t>
    </dgm:pt>
    <dgm:pt modelId="{995371CA-6FA1-446C-83DF-988990C41676}" type="sibTrans" cxnId="{850E8B8A-3D92-42DD-88B2-F2CA025D8597}">
      <dgm:prSet/>
      <dgm:spPr/>
      <dgm:t>
        <a:bodyPr/>
        <a:lstStyle/>
        <a:p>
          <a:endParaRPr lang="tr-TR"/>
        </a:p>
      </dgm:t>
    </dgm:pt>
    <dgm:pt modelId="{E04467BA-FD75-4CE8-8C99-3F5A6F4555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2048 words</a:t>
          </a:r>
          <a:endParaRPr lang="en-US"/>
        </a:p>
      </dgm:t>
    </dgm:pt>
    <dgm:pt modelId="{8874A006-4F09-43D7-B859-5BA94E83474C}" type="parTrans" cxnId="{BB47E5B1-EE26-47D9-A4F6-1AF7FBE3E14E}">
      <dgm:prSet/>
      <dgm:spPr/>
      <dgm:t>
        <a:bodyPr/>
        <a:lstStyle/>
        <a:p>
          <a:endParaRPr lang="tr-TR"/>
        </a:p>
      </dgm:t>
    </dgm:pt>
    <dgm:pt modelId="{AA6C2085-B277-4B2D-A5F4-0D69BFFE90D0}" type="sibTrans" cxnId="{BB47E5B1-EE26-47D9-A4F6-1AF7FBE3E14E}">
      <dgm:prSet/>
      <dgm:spPr/>
      <dgm:t>
        <a:bodyPr/>
        <a:lstStyle/>
        <a:p>
          <a:endParaRPr lang="tr-TR"/>
        </a:p>
      </dgm:t>
    </dgm:pt>
    <dgm:pt modelId="{CEA4CE43-A9A1-46F5-9FD0-5CCF2FF039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 word</a:t>
          </a:r>
        </a:p>
      </dgm:t>
    </dgm:pt>
    <dgm:pt modelId="{F4DEB7AE-FD7E-4558-8A15-CC097BA6299E}" type="parTrans" cxnId="{7CF8FB81-2CF2-4C60-8FD9-8424B7775E02}">
      <dgm:prSet/>
      <dgm:spPr/>
      <dgm:t>
        <a:bodyPr/>
        <a:lstStyle/>
        <a:p>
          <a:endParaRPr lang="tr-TR"/>
        </a:p>
      </dgm:t>
    </dgm:pt>
    <dgm:pt modelId="{E4E856E6-075F-4DCF-9495-1448B1118E98}" type="sibTrans" cxnId="{7CF8FB81-2CF2-4C60-8FD9-8424B7775E02}">
      <dgm:prSet/>
      <dgm:spPr/>
      <dgm:t>
        <a:bodyPr/>
        <a:lstStyle/>
        <a:p>
          <a:endParaRPr lang="tr-TR"/>
        </a:p>
      </dgm:t>
    </dgm:pt>
    <dgm:pt modelId="{ED1B3318-112E-4D01-8054-DF47F2B56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</a:t>
          </a:r>
          <a:r>
            <a:rPr lang="tr-TR" dirty="0"/>
            <a:t>a</a:t>
          </a:r>
          <a:r>
            <a:rPr lang="en-US" dirty="0"/>
            <a:t> predefined 2048 words.</a:t>
          </a:r>
        </a:p>
      </dgm:t>
    </dgm:pt>
    <dgm:pt modelId="{0636ADDC-63BF-4975-AFDA-109420235BAE}" type="parTrans" cxnId="{48B44F62-6600-4BFE-A83F-A1D3A024B2B9}">
      <dgm:prSet/>
      <dgm:spPr/>
      <dgm:t>
        <a:bodyPr/>
        <a:lstStyle/>
        <a:p>
          <a:endParaRPr lang="tr-TR"/>
        </a:p>
      </dgm:t>
    </dgm:pt>
    <dgm:pt modelId="{F7C85583-9171-4FEF-A52E-C40C936718FC}" type="sibTrans" cxnId="{48B44F62-6600-4BFE-A83F-A1D3A024B2B9}">
      <dgm:prSet/>
      <dgm:spPr/>
      <dgm:t>
        <a:bodyPr/>
        <a:lstStyle/>
        <a:p>
          <a:endParaRPr lang="tr-TR"/>
        </a:p>
      </dgm:t>
    </dgm:pt>
    <dgm:pt modelId="{95BB2FD3-4D53-4634-9977-83E88343F3D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=2048</a:t>
          </a:r>
          <a:endParaRPr lang="en-US" dirty="0"/>
        </a:p>
      </dgm:t>
    </dgm:pt>
    <dgm:pt modelId="{720CA871-2262-4A2D-85AA-8B8BACE6FE6A}" type="parTrans" cxnId="{56D5DB7B-5C31-43B8-8302-EFB18E78A69A}">
      <dgm:prSet/>
      <dgm:spPr/>
      <dgm:t>
        <a:bodyPr/>
        <a:lstStyle/>
        <a:p>
          <a:endParaRPr lang="tr-TR"/>
        </a:p>
      </dgm:t>
    </dgm:pt>
    <dgm:pt modelId="{AE6F240A-87D1-4E3F-94CA-0512775DB350}" type="sibTrans" cxnId="{56D5DB7B-5C31-43B8-8302-EFB18E78A69A}">
      <dgm:prSet/>
      <dgm:spPr/>
      <dgm:t>
        <a:bodyPr/>
        <a:lstStyle/>
        <a:p>
          <a:endParaRPr lang="tr-TR"/>
        </a:p>
      </dgm:t>
    </dgm:pt>
    <dgm:pt modelId="{5DBD80C3-2D46-427F-9F6E-AF3F18D22C72}" type="pres">
      <dgm:prSet presAssocID="{7E952FCB-EB7C-425C-9AA5-53E71B663BBE}" presName="root" presStyleCnt="0">
        <dgm:presLayoutVars>
          <dgm:dir/>
          <dgm:resizeHandles val="exact"/>
        </dgm:presLayoutVars>
      </dgm:prSet>
      <dgm:spPr/>
    </dgm:pt>
    <dgm:pt modelId="{C9EDD42B-FF17-4C86-9A75-1A6F013BC8DF}" type="pres">
      <dgm:prSet presAssocID="{F945F838-35C0-430A-8F42-8B40933B11C2}" presName="compNode" presStyleCnt="0"/>
      <dgm:spPr/>
    </dgm:pt>
    <dgm:pt modelId="{57C5830B-9F71-4A9E-AF8D-1847C3D785B8}" type="pres">
      <dgm:prSet presAssocID="{F945F838-35C0-430A-8F42-8B40933B11C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9968913-2AD0-4EEE-AB27-6A9347248B27}" type="pres">
      <dgm:prSet presAssocID="{F945F838-35C0-430A-8F42-8B40933B11C2}" presName="iconSpace" presStyleCnt="0"/>
      <dgm:spPr/>
    </dgm:pt>
    <dgm:pt modelId="{7E3BEFFA-67A5-457A-B541-FF7A8F7C2E88}" type="pres">
      <dgm:prSet presAssocID="{F945F838-35C0-430A-8F42-8B40933B11C2}" presName="parTx" presStyleLbl="revTx" presStyleIdx="0" presStyleCnt="10">
        <dgm:presLayoutVars>
          <dgm:chMax val="0"/>
          <dgm:chPref val="0"/>
        </dgm:presLayoutVars>
      </dgm:prSet>
      <dgm:spPr/>
    </dgm:pt>
    <dgm:pt modelId="{911E18C7-7496-4982-A8AE-5217A83B59EC}" type="pres">
      <dgm:prSet presAssocID="{F945F838-35C0-430A-8F42-8B40933B11C2}" presName="txSpace" presStyleCnt="0"/>
      <dgm:spPr/>
    </dgm:pt>
    <dgm:pt modelId="{0BA1AA5F-6744-4A04-ACEE-1E1BB674911B}" type="pres">
      <dgm:prSet presAssocID="{F945F838-35C0-430A-8F42-8B40933B11C2}" presName="desTx" presStyleLbl="revTx" presStyleIdx="1" presStyleCnt="10">
        <dgm:presLayoutVars/>
      </dgm:prSet>
      <dgm:spPr/>
    </dgm:pt>
    <dgm:pt modelId="{E240D86F-5494-4861-B623-B5849E8A9B1A}" type="pres">
      <dgm:prSet presAssocID="{F62A4805-B9E4-4504-9890-DBDC3A92B66E}" presName="sibTrans" presStyleCnt="0"/>
      <dgm:spPr/>
    </dgm:pt>
    <dgm:pt modelId="{F8AEECEB-AAB1-48CD-8DAD-33312386AAA9}" type="pres">
      <dgm:prSet presAssocID="{E1E6537B-7538-44D9-960D-C23B25EBAEF9}" presName="compNode" presStyleCnt="0"/>
      <dgm:spPr/>
    </dgm:pt>
    <dgm:pt modelId="{4BD4BF9B-E619-49FA-A97C-F23B72818EE5}" type="pres">
      <dgm:prSet presAssocID="{E1E6537B-7538-44D9-960D-C23B25EBAEF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715D32A-8C97-434B-B3C6-1BFA3BE19295}" type="pres">
      <dgm:prSet presAssocID="{E1E6537B-7538-44D9-960D-C23B25EBAEF9}" presName="iconSpace" presStyleCnt="0"/>
      <dgm:spPr/>
    </dgm:pt>
    <dgm:pt modelId="{D9AEFACE-5EDB-4684-A6FD-446AD32AF1E5}" type="pres">
      <dgm:prSet presAssocID="{E1E6537B-7538-44D9-960D-C23B25EBAEF9}" presName="parTx" presStyleLbl="revTx" presStyleIdx="2" presStyleCnt="10">
        <dgm:presLayoutVars>
          <dgm:chMax val="0"/>
          <dgm:chPref val="0"/>
        </dgm:presLayoutVars>
      </dgm:prSet>
      <dgm:spPr/>
    </dgm:pt>
    <dgm:pt modelId="{1ABDB036-2951-4EDD-B90C-2142197CB58D}" type="pres">
      <dgm:prSet presAssocID="{E1E6537B-7538-44D9-960D-C23B25EBAEF9}" presName="txSpace" presStyleCnt="0"/>
      <dgm:spPr/>
    </dgm:pt>
    <dgm:pt modelId="{817CDD00-FD3B-4B40-BF15-59F52A84842D}" type="pres">
      <dgm:prSet presAssocID="{E1E6537B-7538-44D9-960D-C23B25EBAEF9}" presName="desTx" presStyleLbl="revTx" presStyleIdx="3" presStyleCnt="10">
        <dgm:presLayoutVars/>
      </dgm:prSet>
      <dgm:spPr/>
    </dgm:pt>
    <dgm:pt modelId="{5F1F23B7-983A-421F-920A-704C753F6F88}" type="pres">
      <dgm:prSet presAssocID="{01862BC3-99F4-47E1-A889-64139667F3D8}" presName="sibTrans" presStyleCnt="0"/>
      <dgm:spPr/>
    </dgm:pt>
    <dgm:pt modelId="{4F7EF239-A2D0-4765-9ABE-E9A4DFABFCDA}" type="pres">
      <dgm:prSet presAssocID="{CE403170-9396-47E5-90FD-457DE8EAC228}" presName="compNode" presStyleCnt="0"/>
      <dgm:spPr/>
    </dgm:pt>
    <dgm:pt modelId="{01684107-5052-417C-9806-E1772A408A0C}" type="pres">
      <dgm:prSet presAssocID="{CE403170-9396-47E5-90FD-457DE8EAC22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61E6406-5EF8-464A-960A-67058C84A01B}" type="pres">
      <dgm:prSet presAssocID="{CE403170-9396-47E5-90FD-457DE8EAC228}" presName="iconSpace" presStyleCnt="0"/>
      <dgm:spPr/>
    </dgm:pt>
    <dgm:pt modelId="{1419A47F-ED98-4B67-864E-4DC2619B5B15}" type="pres">
      <dgm:prSet presAssocID="{CE403170-9396-47E5-90FD-457DE8EAC228}" presName="parTx" presStyleLbl="revTx" presStyleIdx="4" presStyleCnt="10">
        <dgm:presLayoutVars>
          <dgm:chMax val="0"/>
          <dgm:chPref val="0"/>
        </dgm:presLayoutVars>
      </dgm:prSet>
      <dgm:spPr/>
    </dgm:pt>
    <dgm:pt modelId="{8BC7C12F-55E8-48B0-8F35-F78F8F37F2DC}" type="pres">
      <dgm:prSet presAssocID="{CE403170-9396-47E5-90FD-457DE8EAC228}" presName="txSpace" presStyleCnt="0"/>
      <dgm:spPr/>
    </dgm:pt>
    <dgm:pt modelId="{EFAB0A8D-A120-4A0E-B7AB-8D8D9D2BA8EA}" type="pres">
      <dgm:prSet presAssocID="{CE403170-9396-47E5-90FD-457DE8EAC228}" presName="desTx" presStyleLbl="revTx" presStyleIdx="5" presStyleCnt="10">
        <dgm:presLayoutVars/>
      </dgm:prSet>
      <dgm:spPr/>
    </dgm:pt>
    <dgm:pt modelId="{83F29E46-4932-4325-93CF-DB19678869C7}" type="pres">
      <dgm:prSet presAssocID="{79DA0888-1A45-4AFE-A37A-E0B994AB4790}" presName="sibTrans" presStyleCnt="0"/>
      <dgm:spPr/>
    </dgm:pt>
    <dgm:pt modelId="{7BC9E9B7-6B27-4355-A511-BD93F8A64845}" type="pres">
      <dgm:prSet presAssocID="{E04467BA-FD75-4CE8-8C99-3F5A6F455532}" presName="compNode" presStyleCnt="0"/>
      <dgm:spPr/>
    </dgm:pt>
    <dgm:pt modelId="{FCC73949-E0EB-4559-AEE8-5A540275DB28}" type="pres">
      <dgm:prSet presAssocID="{E04467BA-FD75-4CE8-8C99-3F5A6F45553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5512163-0C50-4F29-9529-1E1F0D9B7EB3}" type="pres">
      <dgm:prSet presAssocID="{E04467BA-FD75-4CE8-8C99-3F5A6F455532}" presName="iconSpace" presStyleCnt="0"/>
      <dgm:spPr/>
    </dgm:pt>
    <dgm:pt modelId="{71A20617-3594-4431-A1FD-A5DB7B33F47D}" type="pres">
      <dgm:prSet presAssocID="{E04467BA-FD75-4CE8-8C99-3F5A6F455532}" presName="parTx" presStyleLbl="revTx" presStyleIdx="6" presStyleCnt="10">
        <dgm:presLayoutVars>
          <dgm:chMax val="0"/>
          <dgm:chPref val="0"/>
        </dgm:presLayoutVars>
      </dgm:prSet>
      <dgm:spPr/>
    </dgm:pt>
    <dgm:pt modelId="{2D7EE8A2-2919-43A5-AE94-237A367AA0B9}" type="pres">
      <dgm:prSet presAssocID="{E04467BA-FD75-4CE8-8C99-3F5A6F455532}" presName="txSpace" presStyleCnt="0"/>
      <dgm:spPr/>
    </dgm:pt>
    <dgm:pt modelId="{B724C2B3-C750-402B-9EDB-12603B23AD27}" type="pres">
      <dgm:prSet presAssocID="{E04467BA-FD75-4CE8-8C99-3F5A6F455532}" presName="desTx" presStyleLbl="revTx" presStyleIdx="7" presStyleCnt="10">
        <dgm:presLayoutVars/>
      </dgm:prSet>
      <dgm:spPr/>
    </dgm:pt>
    <dgm:pt modelId="{F9F3853E-3761-4986-A142-095ECF3B2994}" type="pres">
      <dgm:prSet presAssocID="{AA6C2085-B277-4B2D-A5F4-0D69BFFE90D0}" presName="sibTrans" presStyleCnt="0"/>
      <dgm:spPr/>
    </dgm:pt>
    <dgm:pt modelId="{35D095F6-5ED0-4302-9C98-6D014B500DB3}" type="pres">
      <dgm:prSet presAssocID="{4D93202C-C161-4A3F-B8DF-42F1E880B25C}" presName="compNode" presStyleCnt="0"/>
      <dgm:spPr/>
    </dgm:pt>
    <dgm:pt modelId="{59D6F63E-2961-4FFA-8337-9FDE0D6B0701}" type="pres">
      <dgm:prSet presAssocID="{4D93202C-C161-4A3F-B8DF-42F1E880B25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urşun kalem"/>
        </a:ext>
      </dgm:extLst>
    </dgm:pt>
    <dgm:pt modelId="{2901344C-E17A-4A66-A576-BAC37BED9527}" type="pres">
      <dgm:prSet presAssocID="{4D93202C-C161-4A3F-B8DF-42F1E880B25C}" presName="iconSpace" presStyleCnt="0"/>
      <dgm:spPr/>
    </dgm:pt>
    <dgm:pt modelId="{E80BC0C6-BF97-4B36-9443-DDF9F68DDECA}" type="pres">
      <dgm:prSet presAssocID="{4D93202C-C161-4A3F-B8DF-42F1E880B25C}" presName="parTx" presStyleLbl="revTx" presStyleIdx="8" presStyleCnt="10">
        <dgm:presLayoutVars>
          <dgm:chMax val="0"/>
          <dgm:chPref val="0"/>
        </dgm:presLayoutVars>
      </dgm:prSet>
      <dgm:spPr/>
    </dgm:pt>
    <dgm:pt modelId="{28299E95-F352-4565-A4C1-DF8DBFFEA1D3}" type="pres">
      <dgm:prSet presAssocID="{4D93202C-C161-4A3F-B8DF-42F1E880B25C}" presName="txSpace" presStyleCnt="0"/>
      <dgm:spPr/>
    </dgm:pt>
    <dgm:pt modelId="{28E7F9EA-250D-4158-A34D-D8367E58E529}" type="pres">
      <dgm:prSet presAssocID="{4D93202C-C161-4A3F-B8DF-42F1E880B25C}" presName="desTx" presStyleLbl="revTx" presStyleIdx="9" presStyleCnt="10">
        <dgm:presLayoutVars/>
      </dgm:prSet>
      <dgm:spPr/>
    </dgm:pt>
  </dgm:ptLst>
  <dgm:cxnLst>
    <dgm:cxn modelId="{660EA80D-9B5C-49E6-9164-0A73A53E4695}" type="presOf" srcId="{C16817B5-D2A1-4A37-8C91-9BA9A1B1971E}" destId="{0BA1AA5F-6744-4A04-ACEE-1E1BB674911B}" srcOrd="0" destOrd="1" presId="urn:microsoft.com/office/officeart/2018/2/layout/IconLabelDescriptionList"/>
    <dgm:cxn modelId="{549E6D10-9EF6-46DC-9072-F35ACDE8ECCE}" srcId="{7E952FCB-EB7C-425C-9AA5-53E71B663BBE}" destId="{CE403170-9396-47E5-90FD-457DE8EAC228}" srcOrd="2" destOrd="0" parTransId="{D41CA568-3E42-4A6C-AAFC-F3DF8733EC9C}" sibTransId="{79DA0888-1A45-4AFE-A37A-E0B994AB4790}"/>
    <dgm:cxn modelId="{A6432116-21F7-4211-866D-0477987A0AE2}" type="presOf" srcId="{F61C90BF-CC60-4C5F-9EE2-66EF0C5A2C5E}" destId="{0BA1AA5F-6744-4A04-ACEE-1E1BB674911B}" srcOrd="0" destOrd="0" presId="urn:microsoft.com/office/officeart/2018/2/layout/IconLabelDescriptionList"/>
    <dgm:cxn modelId="{D768F417-3E39-4786-B312-01776B40B7BA}" type="presOf" srcId="{4D93202C-C161-4A3F-B8DF-42F1E880B25C}" destId="{E80BC0C6-BF97-4B36-9443-DDF9F68DDECA}" srcOrd="0" destOrd="0" presId="urn:microsoft.com/office/officeart/2018/2/layout/IconLabelDescriptionList"/>
    <dgm:cxn modelId="{25E32C1A-BA67-4FCE-802B-ADF276DF06CC}" type="presOf" srcId="{BD807255-8163-4F37-A760-472A8B6A119D}" destId="{817CDD00-FD3B-4B40-BF15-59F52A84842D}" srcOrd="0" destOrd="0" presId="urn:microsoft.com/office/officeart/2018/2/layout/IconLabelDescriptionList"/>
    <dgm:cxn modelId="{5765931E-F24E-4114-B922-BC96C05B0455}" type="presOf" srcId="{7E952FCB-EB7C-425C-9AA5-53E71B663BBE}" destId="{5DBD80C3-2D46-427F-9F6E-AF3F18D22C72}" srcOrd="0" destOrd="0" presId="urn:microsoft.com/office/officeart/2018/2/layout/IconLabelDescriptionList"/>
    <dgm:cxn modelId="{F33B9D20-BF5B-4912-B8DB-18A9C09FA9B3}" type="presOf" srcId="{E1E6537B-7538-44D9-960D-C23B25EBAEF9}" destId="{D9AEFACE-5EDB-4684-A6FD-446AD32AF1E5}" srcOrd="0" destOrd="0" presId="urn:microsoft.com/office/officeart/2018/2/layout/IconLabelDescriptionList"/>
    <dgm:cxn modelId="{38938F2C-07C3-4E42-81FD-68042C1B3BBE}" type="presOf" srcId="{748917BB-183E-4C9D-90A1-D14E25AFDE78}" destId="{817CDD00-FD3B-4B40-BF15-59F52A84842D}" srcOrd="0" destOrd="2" presId="urn:microsoft.com/office/officeart/2018/2/layout/IconLabelDescriptionList"/>
    <dgm:cxn modelId="{D7A17132-F23D-4505-81C0-BE899FD42D18}" srcId="{CE403170-9396-47E5-90FD-457DE8EAC228}" destId="{AE7B8BFF-5357-4297-8162-86913F853781}" srcOrd="0" destOrd="0" parTransId="{320119F3-D72E-4E20-BF10-B6B4177ACFB4}" sibTransId="{E369590B-7BDB-4186-A9B7-473B21D9A83C}"/>
    <dgm:cxn modelId="{4B52253D-BB7F-4A82-94B2-92CDDB31B5FE}" srcId="{7E952FCB-EB7C-425C-9AA5-53E71B663BBE}" destId="{F945F838-35C0-430A-8F42-8B40933B11C2}" srcOrd="0" destOrd="0" parTransId="{7BD56AA0-4BFB-45B5-8EF8-68BCF0877B9B}" sibTransId="{F62A4805-B9E4-4504-9890-DBDC3A92B66E}"/>
    <dgm:cxn modelId="{25732861-F24F-47C6-858A-89ABF80047A1}" srcId="{7E952FCB-EB7C-425C-9AA5-53E71B663BBE}" destId="{4D93202C-C161-4A3F-B8DF-42F1E880B25C}" srcOrd="4" destOrd="0" parTransId="{D4965095-773E-432C-BA59-ECF773FA78F4}" sibTransId="{B666FBDE-03F1-4CC3-B455-73DCA33CA17D}"/>
    <dgm:cxn modelId="{48B44F62-6600-4BFE-A83F-A1D3A024B2B9}" srcId="{E04467BA-FD75-4CE8-8C99-3F5A6F455532}" destId="{ED1B3318-112E-4D01-8054-DF47F2B56AF5}" srcOrd="2" destOrd="0" parTransId="{0636ADDC-63BF-4975-AFDA-109420235BAE}" sibTransId="{F7C85583-9171-4FEF-A52E-C40C936718FC}"/>
    <dgm:cxn modelId="{6512524B-FBF4-4A78-96D0-778ABB397EA0}" srcId="{E1E6537B-7538-44D9-960D-C23B25EBAEF9}" destId="{94C34D75-9E9E-498B-870F-222831703B4A}" srcOrd="1" destOrd="0" parTransId="{D9F1BCF0-E0D1-4C1F-8C94-49173E7731DD}" sibTransId="{377E9550-E261-4675-9C7A-5A270134C83C}"/>
    <dgm:cxn modelId="{B469B16B-7788-4E6C-862B-70D66D972872}" srcId="{E04467BA-FD75-4CE8-8C99-3F5A6F455532}" destId="{4FB9CA42-5825-4591-B5D8-884D03B0AD09}" srcOrd="0" destOrd="0" parTransId="{2AF2224B-7BE6-4D0C-82FE-48E788DF9F1A}" sibTransId="{2F9DB571-0B74-4C42-8464-864C4F603BFD}"/>
    <dgm:cxn modelId="{E93B596D-CA7F-4470-846B-2D54DB74FB1C}" srcId="{F945F838-35C0-430A-8F42-8B40933B11C2}" destId="{F61C90BF-CC60-4C5F-9EE2-66EF0C5A2C5E}" srcOrd="0" destOrd="0" parTransId="{D3F13D49-DF14-43F0-AF9F-0CC0072BA797}" sibTransId="{9D6C4847-AF0E-41E8-8B6F-A137BE62344F}"/>
    <dgm:cxn modelId="{4799924D-6183-44D1-997B-D8279F9615D4}" type="presOf" srcId="{F27C33DD-4C77-48AE-9755-5528EF177EA3}" destId="{EFAB0A8D-A120-4A0E-B7AB-8D8D9D2BA8EA}" srcOrd="0" destOrd="1" presId="urn:microsoft.com/office/officeart/2018/2/layout/IconLabelDescriptionList"/>
    <dgm:cxn modelId="{45D33A4F-99A7-4B7F-8E51-F6C43360AB06}" type="presOf" srcId="{95BB2FD3-4D53-4634-9977-83E88343F3D2}" destId="{28E7F9EA-250D-4158-A34D-D8367E58E529}" srcOrd="0" destOrd="0" presId="urn:microsoft.com/office/officeart/2018/2/layout/IconLabelDescriptionList"/>
    <dgm:cxn modelId="{54589277-063F-4229-8CC2-816331AE56DE}" type="presOf" srcId="{CEA4CE43-A9A1-46F5-9FD0-5CCF2FF039B1}" destId="{B724C2B3-C750-402B-9EDB-12603B23AD27}" srcOrd="0" destOrd="1" presId="urn:microsoft.com/office/officeart/2018/2/layout/IconLabelDescriptionList"/>
    <dgm:cxn modelId="{18D18058-6587-4C4D-9B64-00B7FFBD8DDA}" srcId="{7E952FCB-EB7C-425C-9AA5-53E71B663BBE}" destId="{E1E6537B-7538-44D9-960D-C23B25EBAEF9}" srcOrd="1" destOrd="0" parTransId="{1636F406-D441-4B3E-B839-6C2B5D4168E3}" sibTransId="{01862BC3-99F4-47E1-A889-64139667F3D8}"/>
    <dgm:cxn modelId="{56D5DB7B-5C31-43B8-8302-EFB18E78A69A}" srcId="{4D93202C-C161-4A3F-B8DF-42F1E880B25C}" destId="{95BB2FD3-4D53-4634-9977-83E88343F3D2}" srcOrd="0" destOrd="0" parTransId="{720CA871-2262-4A2D-85AA-8B8BACE6FE6A}" sibTransId="{AE6F240A-87D1-4E3F-94CA-0512775DB350}"/>
    <dgm:cxn modelId="{7CF8FB81-2CF2-4C60-8FD9-8424B7775E02}" srcId="{E04467BA-FD75-4CE8-8C99-3F5A6F455532}" destId="{CEA4CE43-A9A1-46F5-9FD0-5CCF2FF039B1}" srcOrd="1" destOrd="0" parTransId="{F4DEB7AE-FD7E-4558-8A15-CC097BA6299E}" sibTransId="{E4E856E6-075F-4DCF-9495-1448B1118E98}"/>
    <dgm:cxn modelId="{5E1D7885-58FE-45DD-983F-FD45FE643BD1}" type="presOf" srcId="{94C34D75-9E9E-498B-870F-222831703B4A}" destId="{817CDD00-FD3B-4B40-BF15-59F52A84842D}" srcOrd="0" destOrd="1" presId="urn:microsoft.com/office/officeart/2018/2/layout/IconLabelDescriptionList"/>
    <dgm:cxn modelId="{5FE2A886-D3B2-4A76-A1CA-AD3D139F6B1F}" type="presOf" srcId="{CE403170-9396-47E5-90FD-457DE8EAC228}" destId="{1419A47F-ED98-4B67-864E-4DC2619B5B15}" srcOrd="0" destOrd="0" presId="urn:microsoft.com/office/officeart/2018/2/layout/IconLabelDescriptionList"/>
    <dgm:cxn modelId="{850E8B8A-3D92-42DD-88B2-F2CA025D8597}" srcId="{CE403170-9396-47E5-90FD-457DE8EAC228}" destId="{F27C33DD-4C77-48AE-9755-5528EF177EA3}" srcOrd="1" destOrd="0" parTransId="{533E29C5-18B5-40BD-8724-3F4660E274E7}" sibTransId="{995371CA-6FA1-446C-83DF-988990C41676}"/>
    <dgm:cxn modelId="{59BE8C9B-5E1D-4D58-90CF-614D16705B0B}" type="presOf" srcId="{E04467BA-FD75-4CE8-8C99-3F5A6F455532}" destId="{71A20617-3594-4431-A1FD-A5DB7B33F47D}" srcOrd="0" destOrd="0" presId="urn:microsoft.com/office/officeart/2018/2/layout/IconLabelDescriptionList"/>
    <dgm:cxn modelId="{1C8C2BA6-7B59-46E3-82A8-496969B5EE06}" type="presOf" srcId="{ED1B3318-112E-4D01-8054-DF47F2B56AF5}" destId="{B724C2B3-C750-402B-9EDB-12603B23AD27}" srcOrd="0" destOrd="2" presId="urn:microsoft.com/office/officeart/2018/2/layout/IconLabelDescriptionList"/>
    <dgm:cxn modelId="{A8C520AF-BBD7-48F2-AF6C-4AEBF4474A33}" srcId="{E1E6537B-7538-44D9-960D-C23B25EBAEF9}" destId="{BD807255-8163-4F37-A760-472A8B6A119D}" srcOrd="0" destOrd="0" parTransId="{7444ED70-122F-4C27-BDBB-D60718071AD0}" sibTransId="{83ED8752-503C-46DD-BE35-2724B1B18E97}"/>
    <dgm:cxn modelId="{BB47E5B1-EE26-47D9-A4F6-1AF7FBE3E14E}" srcId="{7E952FCB-EB7C-425C-9AA5-53E71B663BBE}" destId="{E04467BA-FD75-4CE8-8C99-3F5A6F455532}" srcOrd="3" destOrd="0" parTransId="{8874A006-4F09-43D7-B859-5BA94E83474C}" sibTransId="{AA6C2085-B277-4B2D-A5F4-0D69BFFE90D0}"/>
    <dgm:cxn modelId="{5190AAC1-0EFA-4825-B771-354C0A09F079}" srcId="{E1E6537B-7538-44D9-960D-C23B25EBAEF9}" destId="{748917BB-183E-4C9D-90A1-D14E25AFDE78}" srcOrd="2" destOrd="0" parTransId="{1617BB4D-9AD5-4672-B85C-D1FB30F29A45}" sibTransId="{4294CF34-39F5-4F55-B2A6-FDF736B9A78C}"/>
    <dgm:cxn modelId="{DEAC6DCB-F952-4584-9412-D1EA46B376FB}" type="presOf" srcId="{4FB9CA42-5825-4591-B5D8-884D03B0AD09}" destId="{B724C2B3-C750-402B-9EDB-12603B23AD27}" srcOrd="0" destOrd="0" presId="urn:microsoft.com/office/officeart/2018/2/layout/IconLabelDescriptionList"/>
    <dgm:cxn modelId="{F5B2F1D2-B461-4270-9BD6-7F15A53EED28}" type="presOf" srcId="{F945F838-35C0-430A-8F42-8B40933B11C2}" destId="{7E3BEFFA-67A5-457A-B541-FF7A8F7C2E88}" srcOrd="0" destOrd="0" presId="urn:microsoft.com/office/officeart/2018/2/layout/IconLabelDescriptionList"/>
    <dgm:cxn modelId="{98A8D2EE-4CCB-437A-9D3A-20449F06183C}" srcId="{F945F838-35C0-430A-8F42-8B40933B11C2}" destId="{C16817B5-D2A1-4A37-8C91-9BA9A1B1971E}" srcOrd="1" destOrd="0" parTransId="{DA22F7BC-948F-4599-AA1A-B145E42215D3}" sibTransId="{35B96E18-71BF-4536-9C74-9600C4936BBC}"/>
    <dgm:cxn modelId="{D88589F4-9A8D-4170-AF62-CDB8D1A3ACA4}" type="presOf" srcId="{AE7B8BFF-5357-4297-8162-86913F853781}" destId="{EFAB0A8D-A120-4A0E-B7AB-8D8D9D2BA8EA}" srcOrd="0" destOrd="0" presId="urn:microsoft.com/office/officeart/2018/2/layout/IconLabelDescriptionList"/>
    <dgm:cxn modelId="{A6F4B3A2-A7C0-43E5-B59D-00BEE6F30F27}" type="presParOf" srcId="{5DBD80C3-2D46-427F-9F6E-AF3F18D22C72}" destId="{C9EDD42B-FF17-4C86-9A75-1A6F013BC8DF}" srcOrd="0" destOrd="0" presId="urn:microsoft.com/office/officeart/2018/2/layout/IconLabelDescriptionList"/>
    <dgm:cxn modelId="{AF3472EB-938D-48AB-B91F-96D994D05297}" type="presParOf" srcId="{C9EDD42B-FF17-4C86-9A75-1A6F013BC8DF}" destId="{57C5830B-9F71-4A9E-AF8D-1847C3D785B8}" srcOrd="0" destOrd="0" presId="urn:microsoft.com/office/officeart/2018/2/layout/IconLabelDescriptionList"/>
    <dgm:cxn modelId="{C2B9BEA9-9202-47CB-830F-4EFA67929574}" type="presParOf" srcId="{C9EDD42B-FF17-4C86-9A75-1A6F013BC8DF}" destId="{29968913-2AD0-4EEE-AB27-6A9347248B27}" srcOrd="1" destOrd="0" presId="urn:microsoft.com/office/officeart/2018/2/layout/IconLabelDescriptionList"/>
    <dgm:cxn modelId="{06A6235C-83D5-4036-8D9D-40735D7B707D}" type="presParOf" srcId="{C9EDD42B-FF17-4C86-9A75-1A6F013BC8DF}" destId="{7E3BEFFA-67A5-457A-B541-FF7A8F7C2E88}" srcOrd="2" destOrd="0" presId="urn:microsoft.com/office/officeart/2018/2/layout/IconLabelDescriptionList"/>
    <dgm:cxn modelId="{93C93DC3-34E8-490B-BE4B-989210EB4F05}" type="presParOf" srcId="{C9EDD42B-FF17-4C86-9A75-1A6F013BC8DF}" destId="{911E18C7-7496-4982-A8AE-5217A83B59EC}" srcOrd="3" destOrd="0" presId="urn:microsoft.com/office/officeart/2018/2/layout/IconLabelDescriptionList"/>
    <dgm:cxn modelId="{165B9B59-FDC9-473E-AD79-369BF0AC5D26}" type="presParOf" srcId="{C9EDD42B-FF17-4C86-9A75-1A6F013BC8DF}" destId="{0BA1AA5F-6744-4A04-ACEE-1E1BB674911B}" srcOrd="4" destOrd="0" presId="urn:microsoft.com/office/officeart/2018/2/layout/IconLabelDescriptionList"/>
    <dgm:cxn modelId="{2BCA2C5A-C111-4575-A544-75D4C7CA8626}" type="presParOf" srcId="{5DBD80C3-2D46-427F-9F6E-AF3F18D22C72}" destId="{E240D86F-5494-4861-B623-B5849E8A9B1A}" srcOrd="1" destOrd="0" presId="urn:microsoft.com/office/officeart/2018/2/layout/IconLabelDescriptionList"/>
    <dgm:cxn modelId="{27626A80-461F-4A8E-9585-D11F71EF79D3}" type="presParOf" srcId="{5DBD80C3-2D46-427F-9F6E-AF3F18D22C72}" destId="{F8AEECEB-AAB1-48CD-8DAD-33312386AAA9}" srcOrd="2" destOrd="0" presId="urn:microsoft.com/office/officeart/2018/2/layout/IconLabelDescriptionList"/>
    <dgm:cxn modelId="{73C99771-FF70-4884-BE6E-8EECE0553C52}" type="presParOf" srcId="{F8AEECEB-AAB1-48CD-8DAD-33312386AAA9}" destId="{4BD4BF9B-E619-49FA-A97C-F23B72818EE5}" srcOrd="0" destOrd="0" presId="urn:microsoft.com/office/officeart/2018/2/layout/IconLabelDescriptionList"/>
    <dgm:cxn modelId="{5A6FB5AE-858F-44E6-9782-CB194BDD2A7A}" type="presParOf" srcId="{F8AEECEB-AAB1-48CD-8DAD-33312386AAA9}" destId="{6715D32A-8C97-434B-B3C6-1BFA3BE19295}" srcOrd="1" destOrd="0" presId="urn:microsoft.com/office/officeart/2018/2/layout/IconLabelDescriptionList"/>
    <dgm:cxn modelId="{3D770567-5E17-44C6-8B1A-CD70A2C99B19}" type="presParOf" srcId="{F8AEECEB-AAB1-48CD-8DAD-33312386AAA9}" destId="{D9AEFACE-5EDB-4684-A6FD-446AD32AF1E5}" srcOrd="2" destOrd="0" presId="urn:microsoft.com/office/officeart/2018/2/layout/IconLabelDescriptionList"/>
    <dgm:cxn modelId="{DACC6D3E-C0EC-4F43-BFFC-292706B3E414}" type="presParOf" srcId="{F8AEECEB-AAB1-48CD-8DAD-33312386AAA9}" destId="{1ABDB036-2951-4EDD-B90C-2142197CB58D}" srcOrd="3" destOrd="0" presId="urn:microsoft.com/office/officeart/2018/2/layout/IconLabelDescriptionList"/>
    <dgm:cxn modelId="{1789B1AC-1160-463C-9338-AD0D7CB436A8}" type="presParOf" srcId="{F8AEECEB-AAB1-48CD-8DAD-33312386AAA9}" destId="{817CDD00-FD3B-4B40-BF15-59F52A84842D}" srcOrd="4" destOrd="0" presId="urn:microsoft.com/office/officeart/2018/2/layout/IconLabelDescriptionList"/>
    <dgm:cxn modelId="{A2254983-5EFF-4E54-9738-0B02DE192750}" type="presParOf" srcId="{5DBD80C3-2D46-427F-9F6E-AF3F18D22C72}" destId="{5F1F23B7-983A-421F-920A-704C753F6F88}" srcOrd="3" destOrd="0" presId="urn:microsoft.com/office/officeart/2018/2/layout/IconLabelDescriptionList"/>
    <dgm:cxn modelId="{1CCA85B3-805C-4492-9FCB-D6759FEABDC0}" type="presParOf" srcId="{5DBD80C3-2D46-427F-9F6E-AF3F18D22C72}" destId="{4F7EF239-A2D0-4765-9ABE-E9A4DFABFCDA}" srcOrd="4" destOrd="0" presId="urn:microsoft.com/office/officeart/2018/2/layout/IconLabelDescriptionList"/>
    <dgm:cxn modelId="{0C81F3CF-E297-4C9F-BC19-F1037872329C}" type="presParOf" srcId="{4F7EF239-A2D0-4765-9ABE-E9A4DFABFCDA}" destId="{01684107-5052-417C-9806-E1772A408A0C}" srcOrd="0" destOrd="0" presId="urn:microsoft.com/office/officeart/2018/2/layout/IconLabelDescriptionList"/>
    <dgm:cxn modelId="{23D71129-B4D4-4924-BA4B-31C371FBED4C}" type="presParOf" srcId="{4F7EF239-A2D0-4765-9ABE-E9A4DFABFCDA}" destId="{961E6406-5EF8-464A-960A-67058C84A01B}" srcOrd="1" destOrd="0" presId="urn:microsoft.com/office/officeart/2018/2/layout/IconLabelDescriptionList"/>
    <dgm:cxn modelId="{37AE8A23-5651-4F9A-97FF-B38F4A069340}" type="presParOf" srcId="{4F7EF239-A2D0-4765-9ABE-E9A4DFABFCDA}" destId="{1419A47F-ED98-4B67-864E-4DC2619B5B15}" srcOrd="2" destOrd="0" presId="urn:microsoft.com/office/officeart/2018/2/layout/IconLabelDescriptionList"/>
    <dgm:cxn modelId="{D4A59177-BB77-4A6D-8912-1AA0A8343E2A}" type="presParOf" srcId="{4F7EF239-A2D0-4765-9ABE-E9A4DFABFCDA}" destId="{8BC7C12F-55E8-48B0-8F35-F78F8F37F2DC}" srcOrd="3" destOrd="0" presId="urn:microsoft.com/office/officeart/2018/2/layout/IconLabelDescriptionList"/>
    <dgm:cxn modelId="{51D3E140-33A7-40B5-8886-22D14D171A2A}" type="presParOf" srcId="{4F7EF239-A2D0-4765-9ABE-E9A4DFABFCDA}" destId="{EFAB0A8D-A120-4A0E-B7AB-8D8D9D2BA8EA}" srcOrd="4" destOrd="0" presId="urn:microsoft.com/office/officeart/2018/2/layout/IconLabelDescriptionList"/>
    <dgm:cxn modelId="{3B48043B-F026-4E3F-9CED-D68BCDC5E736}" type="presParOf" srcId="{5DBD80C3-2D46-427F-9F6E-AF3F18D22C72}" destId="{83F29E46-4932-4325-93CF-DB19678869C7}" srcOrd="5" destOrd="0" presId="urn:microsoft.com/office/officeart/2018/2/layout/IconLabelDescriptionList"/>
    <dgm:cxn modelId="{A350F594-C0AD-40AD-A1C6-F827B96BBF8E}" type="presParOf" srcId="{5DBD80C3-2D46-427F-9F6E-AF3F18D22C72}" destId="{7BC9E9B7-6B27-4355-A511-BD93F8A64845}" srcOrd="6" destOrd="0" presId="urn:microsoft.com/office/officeart/2018/2/layout/IconLabelDescriptionList"/>
    <dgm:cxn modelId="{4D6711FE-8A4D-49D4-865D-A79695C0A7FD}" type="presParOf" srcId="{7BC9E9B7-6B27-4355-A511-BD93F8A64845}" destId="{FCC73949-E0EB-4559-AEE8-5A540275DB28}" srcOrd="0" destOrd="0" presId="urn:microsoft.com/office/officeart/2018/2/layout/IconLabelDescriptionList"/>
    <dgm:cxn modelId="{2F62AD93-CD79-49EE-9E8C-9BB783AAC9CA}" type="presParOf" srcId="{7BC9E9B7-6B27-4355-A511-BD93F8A64845}" destId="{D5512163-0C50-4F29-9529-1E1F0D9B7EB3}" srcOrd="1" destOrd="0" presId="urn:microsoft.com/office/officeart/2018/2/layout/IconLabelDescriptionList"/>
    <dgm:cxn modelId="{5F937249-7AD1-415F-89F9-4B7B78D9BC96}" type="presParOf" srcId="{7BC9E9B7-6B27-4355-A511-BD93F8A64845}" destId="{71A20617-3594-4431-A1FD-A5DB7B33F47D}" srcOrd="2" destOrd="0" presId="urn:microsoft.com/office/officeart/2018/2/layout/IconLabelDescriptionList"/>
    <dgm:cxn modelId="{6935BF04-8005-48D5-B775-A40EA0AE2264}" type="presParOf" srcId="{7BC9E9B7-6B27-4355-A511-BD93F8A64845}" destId="{2D7EE8A2-2919-43A5-AE94-237A367AA0B9}" srcOrd="3" destOrd="0" presId="urn:microsoft.com/office/officeart/2018/2/layout/IconLabelDescriptionList"/>
    <dgm:cxn modelId="{1DF6CB9E-E795-4AEB-B0E5-8D28DEB65CF0}" type="presParOf" srcId="{7BC9E9B7-6B27-4355-A511-BD93F8A64845}" destId="{B724C2B3-C750-402B-9EDB-12603B23AD27}" srcOrd="4" destOrd="0" presId="urn:microsoft.com/office/officeart/2018/2/layout/IconLabelDescriptionList"/>
    <dgm:cxn modelId="{4F85D59F-8917-467A-A4F6-D2A8E840825A}" type="presParOf" srcId="{5DBD80C3-2D46-427F-9F6E-AF3F18D22C72}" destId="{F9F3853E-3761-4986-A142-095ECF3B2994}" srcOrd="7" destOrd="0" presId="urn:microsoft.com/office/officeart/2018/2/layout/IconLabelDescriptionList"/>
    <dgm:cxn modelId="{09BB75D0-8A3B-431D-9F64-B032592257E3}" type="presParOf" srcId="{5DBD80C3-2D46-427F-9F6E-AF3F18D22C72}" destId="{35D095F6-5ED0-4302-9C98-6D014B500DB3}" srcOrd="8" destOrd="0" presId="urn:microsoft.com/office/officeart/2018/2/layout/IconLabelDescriptionList"/>
    <dgm:cxn modelId="{292016D7-A772-4454-AE32-BA540EA24DE0}" type="presParOf" srcId="{35D095F6-5ED0-4302-9C98-6D014B500DB3}" destId="{59D6F63E-2961-4FFA-8337-9FDE0D6B0701}" srcOrd="0" destOrd="0" presId="urn:microsoft.com/office/officeart/2018/2/layout/IconLabelDescriptionList"/>
    <dgm:cxn modelId="{32E477DA-883D-43AA-B980-8F4AC7967FB8}" type="presParOf" srcId="{35D095F6-5ED0-4302-9C98-6D014B500DB3}" destId="{2901344C-E17A-4A66-A576-BAC37BED9527}" srcOrd="1" destOrd="0" presId="urn:microsoft.com/office/officeart/2018/2/layout/IconLabelDescriptionList"/>
    <dgm:cxn modelId="{78A6DBEA-B0B0-4593-9B5E-8AD3BFC2EBFF}" type="presParOf" srcId="{35D095F6-5ED0-4302-9C98-6D014B500DB3}" destId="{E80BC0C6-BF97-4B36-9443-DDF9F68DDECA}" srcOrd="2" destOrd="0" presId="urn:microsoft.com/office/officeart/2018/2/layout/IconLabelDescriptionList"/>
    <dgm:cxn modelId="{4D572B7F-07AF-4D6A-B951-96D2D4585569}" type="presParOf" srcId="{35D095F6-5ED0-4302-9C98-6D014B500DB3}" destId="{28299E95-F352-4565-A4C1-DF8DBFFEA1D3}" srcOrd="3" destOrd="0" presId="urn:microsoft.com/office/officeart/2018/2/layout/IconLabelDescriptionList"/>
    <dgm:cxn modelId="{994A0592-4652-4EC9-9799-EBE3A06C2EBA}" type="presParOf" srcId="{35D095F6-5ED0-4302-9C98-6D014B500DB3}" destId="{28E7F9EA-250D-4158-A34D-D8367E58E52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D0AEEB2A-966D-4E14-8A07-9672837CE1B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B10643A-CD8F-4B98-991A-BFA5C50D64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 words</a:t>
          </a:r>
          <a:endParaRPr lang="en-US"/>
        </a:p>
      </dgm:t>
    </dgm:pt>
    <dgm:pt modelId="{CA5B9F25-56FB-4497-BBD4-9E3372CE065C}" type="parTrans" cxnId="{0C8DB3E2-55BF-4301-BD54-C618144E5E1B}">
      <dgm:prSet/>
      <dgm:spPr/>
      <dgm:t>
        <a:bodyPr/>
        <a:lstStyle/>
        <a:p>
          <a:endParaRPr lang="en-US"/>
        </a:p>
      </dgm:t>
    </dgm:pt>
    <dgm:pt modelId="{767F790B-72B0-484B-B733-306F78866A6D}" type="sibTrans" cxnId="{0C8DB3E2-55BF-4301-BD54-C618144E5E1B}">
      <dgm:prSet/>
      <dgm:spPr/>
      <dgm:t>
        <a:bodyPr/>
        <a:lstStyle/>
        <a:p>
          <a:endParaRPr lang="en-US"/>
        </a:p>
      </dgm:t>
    </dgm:pt>
    <dgm:pt modelId="{3EE65F8B-12D9-4D72-85B4-2E96CB801C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words represent entropy </a:t>
          </a:r>
        </a:p>
      </dgm:t>
    </dgm:pt>
    <dgm:pt modelId="{517588E7-0B66-4346-8C66-8ED5B89E06D0}" type="parTrans" cxnId="{C274880E-09BE-4B9E-9FCA-893C0E0CE754}">
      <dgm:prSet/>
      <dgm:spPr/>
      <dgm:t>
        <a:bodyPr/>
        <a:lstStyle/>
        <a:p>
          <a:endParaRPr lang="en-US"/>
        </a:p>
      </dgm:t>
    </dgm:pt>
    <dgm:pt modelId="{BA3E5572-1C20-467A-9C49-C1BC3B05054F}" type="sibTrans" cxnId="{C274880E-09BE-4B9E-9FCA-893C0E0CE754}">
      <dgm:prSet/>
      <dgm:spPr/>
      <dgm:t>
        <a:bodyPr/>
        <a:lstStyle/>
        <a:p>
          <a:endParaRPr lang="en-US"/>
        </a:p>
      </dgm:t>
    </dgm:pt>
    <dgm:pt modelId="{4ED5FA1B-5B8A-435C-B733-CBD84A2E0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length of 128 to 256 bits. </a:t>
          </a:r>
        </a:p>
      </dgm:t>
    </dgm:pt>
    <dgm:pt modelId="{77DF7665-F622-4372-8E69-243B7278C90E}" type="parTrans" cxnId="{8CC5E6F7-BADE-4C77-8188-62CFDD8C1E37}">
      <dgm:prSet/>
      <dgm:spPr/>
      <dgm:t>
        <a:bodyPr/>
        <a:lstStyle/>
        <a:p>
          <a:endParaRPr lang="en-US"/>
        </a:p>
      </dgm:t>
    </dgm:pt>
    <dgm:pt modelId="{C4AFA45D-2370-477B-B0CE-566E7B7817A0}" type="sibTrans" cxnId="{8CC5E6F7-BADE-4C77-8188-62CFDD8C1E37}">
      <dgm:prSet/>
      <dgm:spPr/>
      <dgm:t>
        <a:bodyPr/>
        <a:lstStyle/>
        <a:p>
          <a:endParaRPr lang="en-US"/>
        </a:p>
      </dgm:t>
    </dgm:pt>
    <dgm:pt modelId="{0B2D4F83-7D03-40B3-BB9F-18E35D49DA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Seed</a:t>
          </a:r>
          <a:endParaRPr lang="en-US"/>
        </a:p>
      </dgm:t>
    </dgm:pt>
    <dgm:pt modelId="{70EEFE70-0D46-43CD-8D4A-E46004546E1D}" type="parTrans" cxnId="{21816DBA-23E5-45D6-80D7-75F53431D4B8}">
      <dgm:prSet/>
      <dgm:spPr/>
      <dgm:t>
        <a:bodyPr/>
        <a:lstStyle/>
        <a:p>
          <a:endParaRPr lang="en-US"/>
        </a:p>
      </dgm:t>
    </dgm:pt>
    <dgm:pt modelId="{1B00E45C-4F27-431F-95FE-FEE068A379E8}" type="sibTrans" cxnId="{21816DBA-23E5-45D6-80D7-75F53431D4B8}">
      <dgm:prSet/>
      <dgm:spPr/>
      <dgm:t>
        <a:bodyPr/>
        <a:lstStyle/>
        <a:p>
          <a:endParaRPr lang="en-US"/>
        </a:p>
      </dgm:t>
    </dgm:pt>
    <dgm:pt modelId="{E765F323-975A-45B4-AB8F-1E44F2244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entropy</a:t>
          </a:r>
          <a:r>
            <a:rPr lang="tr-TR" dirty="0"/>
            <a:t> </a:t>
          </a:r>
          <a:r>
            <a:rPr lang="en-US" dirty="0"/>
            <a:t>is used </a:t>
          </a:r>
        </a:p>
      </dgm:t>
    </dgm:pt>
    <dgm:pt modelId="{D53ADCE6-D31A-45E6-B2B1-89F729EBB5C5}" type="parTrans" cxnId="{F5103FB5-B7D0-495A-908F-60BB07D4C077}">
      <dgm:prSet/>
      <dgm:spPr/>
      <dgm:t>
        <a:bodyPr/>
        <a:lstStyle/>
        <a:p>
          <a:endParaRPr lang="en-US"/>
        </a:p>
      </dgm:t>
    </dgm:pt>
    <dgm:pt modelId="{03EE8737-3C1A-4C51-98F4-9DF5B8D75FA5}" type="sibTrans" cxnId="{F5103FB5-B7D0-495A-908F-60BB07D4C077}">
      <dgm:prSet/>
      <dgm:spPr/>
      <dgm:t>
        <a:bodyPr/>
        <a:lstStyle/>
        <a:p>
          <a:endParaRPr lang="en-US"/>
        </a:p>
      </dgm:t>
    </dgm:pt>
    <dgm:pt modelId="{2E1C6B48-6E9E-439F-AA79-6DA6077F4F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derive a 512-bit seed </a:t>
          </a:r>
        </a:p>
      </dgm:t>
    </dgm:pt>
    <dgm:pt modelId="{6110D655-5B0C-4898-A2B1-688944FFE676}" type="parTrans" cxnId="{8098A813-4F70-49DB-AA8B-7478E8B72AF9}">
      <dgm:prSet/>
      <dgm:spPr/>
      <dgm:t>
        <a:bodyPr/>
        <a:lstStyle/>
        <a:p>
          <a:endParaRPr lang="en-US"/>
        </a:p>
      </dgm:t>
    </dgm:pt>
    <dgm:pt modelId="{C4564580-7A11-41C2-9154-A7BE57B9D229}" type="sibTrans" cxnId="{8098A813-4F70-49DB-AA8B-7478E8B72AF9}">
      <dgm:prSet/>
      <dgm:spPr/>
      <dgm:t>
        <a:bodyPr/>
        <a:lstStyle/>
        <a:p>
          <a:endParaRPr lang="en-US"/>
        </a:p>
      </dgm:t>
    </dgm:pt>
    <dgm:pt modelId="{11FA8775-F9CF-404A-B55D-D097A03D59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Keys from Seed</a:t>
          </a:r>
          <a:endParaRPr lang="en-US"/>
        </a:p>
      </dgm:t>
    </dgm:pt>
    <dgm:pt modelId="{25854B09-A1E0-4099-A918-4351C2B942C3}" type="parTrans" cxnId="{FDB23407-C636-4008-8B18-984C87FF2BB7}">
      <dgm:prSet/>
      <dgm:spPr/>
      <dgm:t>
        <a:bodyPr/>
        <a:lstStyle/>
        <a:p>
          <a:endParaRPr lang="en-US"/>
        </a:p>
      </dgm:t>
    </dgm:pt>
    <dgm:pt modelId="{B9D65733-6FB1-41F3-9632-4ACD8A1FA75C}" type="sibTrans" cxnId="{FDB23407-C636-4008-8B18-984C87FF2BB7}">
      <dgm:prSet/>
      <dgm:spPr/>
      <dgm:t>
        <a:bodyPr/>
        <a:lstStyle/>
        <a:p>
          <a:endParaRPr lang="en-US"/>
        </a:p>
      </dgm:t>
    </dgm:pt>
    <dgm:pt modelId="{1A3E9906-5D67-416E-9CD0-E9E2E2AC14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derive </a:t>
          </a:r>
          <a:r>
            <a:rPr lang="tr-TR"/>
            <a:t>HD wallet</a:t>
          </a:r>
          <a:r>
            <a:rPr lang="en-US"/>
            <a:t> keys</a:t>
          </a:r>
        </a:p>
      </dgm:t>
    </dgm:pt>
    <dgm:pt modelId="{BC080CCB-A002-4DCB-8C66-4C3B7A7FE74D}" type="parTrans" cxnId="{D0F1D079-DA7E-4391-BAA4-AD01F0EC0E87}">
      <dgm:prSet/>
      <dgm:spPr/>
      <dgm:t>
        <a:bodyPr/>
        <a:lstStyle/>
        <a:p>
          <a:endParaRPr lang="en-US"/>
        </a:p>
      </dgm:t>
    </dgm:pt>
    <dgm:pt modelId="{54018AD3-7F01-43A2-AE7A-A45B5618E8A9}" type="sibTrans" cxnId="{D0F1D079-DA7E-4391-BAA4-AD01F0EC0E87}">
      <dgm:prSet/>
      <dgm:spPr/>
      <dgm:t>
        <a:bodyPr/>
        <a:lstStyle/>
        <a:p>
          <a:endParaRPr lang="en-US"/>
        </a:p>
      </dgm:t>
    </dgm:pt>
    <dgm:pt modelId="{EA836533-CEDD-43C8-8D8F-1FAB0DDB523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 the seed</a:t>
          </a:r>
          <a:endParaRPr lang="en-US" dirty="0"/>
        </a:p>
      </dgm:t>
    </dgm:pt>
    <dgm:pt modelId="{7C60E73D-8A25-4D2C-A546-8E13156AA96F}" type="parTrans" cxnId="{32580882-AE17-4535-8BEE-6517B4898CD7}">
      <dgm:prSet/>
      <dgm:spPr/>
      <dgm:t>
        <a:bodyPr/>
        <a:lstStyle/>
        <a:p>
          <a:endParaRPr lang="tr-TR"/>
        </a:p>
      </dgm:t>
    </dgm:pt>
    <dgm:pt modelId="{A3618538-6549-4104-AC25-41009A422A0D}" type="sibTrans" cxnId="{32580882-AE17-4535-8BEE-6517B4898CD7}">
      <dgm:prSet/>
      <dgm:spPr/>
      <dgm:t>
        <a:bodyPr/>
        <a:lstStyle/>
        <a:p>
          <a:endParaRPr lang="tr-TR"/>
        </a:p>
      </dgm:t>
    </dgm:pt>
    <dgm:pt modelId="{91EC3A0E-138D-413A-A78F-D4B0280549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stretching</a:t>
          </a:r>
          <a:endParaRPr lang="en-US"/>
        </a:p>
      </dgm:t>
    </dgm:pt>
    <dgm:pt modelId="{B8C66519-83F3-4E82-A2C5-B0A22E30273A}" type="parTrans" cxnId="{3A3E54E7-D0C6-4EDF-A167-AD0C553F98BB}">
      <dgm:prSet/>
      <dgm:spPr/>
      <dgm:t>
        <a:bodyPr/>
        <a:lstStyle/>
        <a:p>
          <a:endParaRPr lang="tr-TR"/>
        </a:p>
      </dgm:t>
    </dgm:pt>
    <dgm:pt modelId="{3DABF8B0-9F8A-4B3B-BEFA-4A266F4C8A0B}" type="sibTrans" cxnId="{3A3E54E7-D0C6-4EDF-A167-AD0C553F98BB}">
      <dgm:prSet/>
      <dgm:spPr/>
      <dgm:t>
        <a:bodyPr/>
        <a:lstStyle/>
        <a:p>
          <a:endParaRPr lang="tr-TR"/>
        </a:p>
      </dgm:t>
    </dgm:pt>
    <dgm:pt modelId="{285B887B-10C6-42D7-BE5B-1727FF5EE4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PBKDF2</a:t>
          </a:r>
          <a:r>
            <a:rPr lang="tr-TR" dirty="0"/>
            <a:t>: </a:t>
          </a:r>
          <a:r>
            <a:rPr lang="tr-TR" b="1" dirty="0"/>
            <a:t>P</a:t>
          </a:r>
          <a:r>
            <a:rPr lang="tr-TR" dirty="0"/>
            <a:t>assword-</a:t>
          </a:r>
          <a:r>
            <a:rPr lang="tr-TR" b="1" dirty="0"/>
            <a:t>B</a:t>
          </a:r>
          <a:r>
            <a:rPr lang="tr-TR" dirty="0"/>
            <a:t>ased </a:t>
          </a:r>
          <a:r>
            <a:rPr lang="tr-TR" b="1" dirty="0"/>
            <a:t>K</a:t>
          </a:r>
          <a:r>
            <a:rPr lang="tr-TR" dirty="0"/>
            <a:t>ey </a:t>
          </a:r>
          <a:r>
            <a:rPr lang="tr-TR" b="1" dirty="0"/>
            <a:t>D</a:t>
          </a:r>
          <a:r>
            <a:rPr lang="tr-TR" dirty="0"/>
            <a:t>erivation </a:t>
          </a:r>
          <a:r>
            <a:rPr lang="tr-TR" b="1" dirty="0"/>
            <a:t>F</a:t>
          </a:r>
          <a:r>
            <a:rPr lang="tr-TR" dirty="0"/>
            <a:t>unction</a:t>
          </a:r>
          <a:endParaRPr lang="en-US" dirty="0"/>
        </a:p>
      </dgm:t>
    </dgm:pt>
    <dgm:pt modelId="{7C4BBD81-8B7D-4B27-8731-8B19E6C283B6}" type="parTrans" cxnId="{F3475D4C-C516-4DEF-B261-06ABCBB2E5EF}">
      <dgm:prSet/>
      <dgm:spPr/>
      <dgm:t>
        <a:bodyPr/>
        <a:lstStyle/>
        <a:p>
          <a:endParaRPr lang="tr-TR"/>
        </a:p>
      </dgm:t>
    </dgm:pt>
    <dgm:pt modelId="{434A9655-902A-4950-A1BD-980A54A71586}" type="sibTrans" cxnId="{F3475D4C-C516-4DEF-B261-06ABCBB2E5EF}">
      <dgm:prSet/>
      <dgm:spPr/>
      <dgm:t>
        <a:bodyPr/>
        <a:lstStyle/>
        <a:p>
          <a:endParaRPr lang="tr-TR"/>
        </a:p>
      </dgm:t>
    </dgm:pt>
    <dgm:pt modelId="{A24B4134-AA69-4BA8-AB01-E64B9A5AEB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key-stretching</a:t>
          </a:r>
          <a:r>
            <a:rPr lang="tr-TR" dirty="0"/>
            <a:t> </a:t>
          </a:r>
          <a:r>
            <a:rPr lang="en-US" dirty="0"/>
            <a:t>function </a:t>
          </a:r>
        </a:p>
      </dgm:t>
    </dgm:pt>
    <dgm:pt modelId="{10EA8128-4A61-4FDA-9691-DD04C2AD72E8}" type="parTrans" cxnId="{889B6ABF-4E23-41FE-AAE0-4B666C1828C1}">
      <dgm:prSet/>
      <dgm:spPr/>
      <dgm:t>
        <a:bodyPr/>
        <a:lstStyle/>
        <a:p>
          <a:endParaRPr lang="tr-TR"/>
        </a:p>
      </dgm:t>
    </dgm:pt>
    <dgm:pt modelId="{FAAF7C94-C428-41F1-BBE2-3081BE687453}" type="sibTrans" cxnId="{889B6ABF-4E23-41FE-AAE0-4B666C1828C1}">
      <dgm:prSet/>
      <dgm:spPr/>
      <dgm:t>
        <a:bodyPr/>
        <a:lstStyle/>
        <a:p>
          <a:endParaRPr lang="tr-TR"/>
        </a:p>
      </dgm:t>
    </dgm:pt>
    <dgm:pt modelId="{08190AB4-5760-4D6E-B16B-8BB747659941}" type="pres">
      <dgm:prSet presAssocID="{D0AEEB2A-966D-4E14-8A07-9672837CE1BD}" presName="root" presStyleCnt="0">
        <dgm:presLayoutVars>
          <dgm:dir/>
          <dgm:resizeHandles val="exact"/>
        </dgm:presLayoutVars>
      </dgm:prSet>
      <dgm:spPr/>
    </dgm:pt>
    <dgm:pt modelId="{45F4C8B1-82E0-4B53-BD52-8E51D9877554}" type="pres">
      <dgm:prSet presAssocID="{EB10643A-CD8F-4B98-991A-BFA5C50D647E}" presName="compNode" presStyleCnt="0"/>
      <dgm:spPr/>
    </dgm:pt>
    <dgm:pt modelId="{E924CDF4-D86E-46A6-856A-1FEC72534313}" type="pres">
      <dgm:prSet presAssocID="{EB10643A-CD8F-4B98-991A-BFA5C50D64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1D2E0DDF-513B-4119-98D4-1960F411025F}" type="pres">
      <dgm:prSet presAssocID="{EB10643A-CD8F-4B98-991A-BFA5C50D647E}" presName="iconSpace" presStyleCnt="0"/>
      <dgm:spPr/>
    </dgm:pt>
    <dgm:pt modelId="{BB99E6B8-F381-4FA0-AEE2-5AF1E845CF70}" type="pres">
      <dgm:prSet presAssocID="{EB10643A-CD8F-4B98-991A-BFA5C50D647E}" presName="parTx" presStyleLbl="revTx" presStyleIdx="0" presStyleCnt="8">
        <dgm:presLayoutVars>
          <dgm:chMax val="0"/>
          <dgm:chPref val="0"/>
        </dgm:presLayoutVars>
      </dgm:prSet>
      <dgm:spPr/>
    </dgm:pt>
    <dgm:pt modelId="{FC932FF9-651D-4C23-9F42-16C4D474286E}" type="pres">
      <dgm:prSet presAssocID="{EB10643A-CD8F-4B98-991A-BFA5C50D647E}" presName="txSpace" presStyleCnt="0"/>
      <dgm:spPr/>
    </dgm:pt>
    <dgm:pt modelId="{80A0F5FD-700A-48CA-98B1-946AA493C23D}" type="pres">
      <dgm:prSet presAssocID="{EB10643A-CD8F-4B98-991A-BFA5C50D647E}" presName="desTx" presStyleLbl="revTx" presStyleIdx="1" presStyleCnt="8">
        <dgm:presLayoutVars/>
      </dgm:prSet>
      <dgm:spPr/>
    </dgm:pt>
    <dgm:pt modelId="{8E2C3BA7-29E7-4292-A207-5F27F10ADA22}" type="pres">
      <dgm:prSet presAssocID="{767F790B-72B0-484B-B733-306F78866A6D}" presName="sibTrans" presStyleCnt="0"/>
      <dgm:spPr/>
    </dgm:pt>
    <dgm:pt modelId="{460C4141-13F5-4F85-94C0-EA54AFAEAE3B}" type="pres">
      <dgm:prSet presAssocID="{0B2D4F83-7D03-40B3-BB9F-18E35D49DA59}" presName="compNode" presStyleCnt="0"/>
      <dgm:spPr/>
    </dgm:pt>
    <dgm:pt modelId="{4BE55498-799D-45C3-A6A4-8C9BFC86EA5C}" type="pres">
      <dgm:prSet presAssocID="{0B2D4F83-7D03-40B3-BB9F-18E35D49DA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CA75DB6C-9514-47B4-BC64-861259D8E3B6}" type="pres">
      <dgm:prSet presAssocID="{0B2D4F83-7D03-40B3-BB9F-18E35D49DA59}" presName="iconSpace" presStyleCnt="0"/>
      <dgm:spPr/>
    </dgm:pt>
    <dgm:pt modelId="{3FC1D478-7F61-46E6-BABD-00EDE5FF582C}" type="pres">
      <dgm:prSet presAssocID="{0B2D4F83-7D03-40B3-BB9F-18E35D49DA59}" presName="parTx" presStyleLbl="revTx" presStyleIdx="2" presStyleCnt="8">
        <dgm:presLayoutVars>
          <dgm:chMax val="0"/>
          <dgm:chPref val="0"/>
        </dgm:presLayoutVars>
      </dgm:prSet>
      <dgm:spPr/>
    </dgm:pt>
    <dgm:pt modelId="{77C210FD-25E5-4394-8943-9FDF30E62BD8}" type="pres">
      <dgm:prSet presAssocID="{0B2D4F83-7D03-40B3-BB9F-18E35D49DA59}" presName="txSpace" presStyleCnt="0"/>
      <dgm:spPr/>
    </dgm:pt>
    <dgm:pt modelId="{02FC1649-6340-4477-9F58-FAD7FEE08DBB}" type="pres">
      <dgm:prSet presAssocID="{0B2D4F83-7D03-40B3-BB9F-18E35D49DA59}" presName="desTx" presStyleLbl="revTx" presStyleIdx="3" presStyleCnt="8">
        <dgm:presLayoutVars/>
      </dgm:prSet>
      <dgm:spPr/>
    </dgm:pt>
    <dgm:pt modelId="{B7ED4D68-CDD7-4520-8E2E-A27A0FF7A921}" type="pres">
      <dgm:prSet presAssocID="{1B00E45C-4F27-431F-95FE-FEE068A379E8}" presName="sibTrans" presStyleCnt="0"/>
      <dgm:spPr/>
    </dgm:pt>
    <dgm:pt modelId="{6EF7FDA6-E215-42D4-9024-C8236003FE30}" type="pres">
      <dgm:prSet presAssocID="{11FA8775-F9CF-404A-B55D-D097A03D59FF}" presName="compNode" presStyleCnt="0"/>
      <dgm:spPr/>
    </dgm:pt>
    <dgm:pt modelId="{D6062C50-D6EB-47AA-9CAD-96046D79B266}" type="pres">
      <dgm:prSet presAssocID="{11FA8775-F9CF-404A-B55D-D097A03D59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4CF5B45-3C9C-499F-B852-126155F2EF18}" type="pres">
      <dgm:prSet presAssocID="{11FA8775-F9CF-404A-B55D-D097A03D59FF}" presName="iconSpace" presStyleCnt="0"/>
      <dgm:spPr/>
    </dgm:pt>
    <dgm:pt modelId="{5532AF9A-B325-4E6A-A340-023162D07899}" type="pres">
      <dgm:prSet presAssocID="{11FA8775-F9CF-404A-B55D-D097A03D59FF}" presName="parTx" presStyleLbl="revTx" presStyleIdx="4" presStyleCnt="8">
        <dgm:presLayoutVars>
          <dgm:chMax val="0"/>
          <dgm:chPref val="0"/>
        </dgm:presLayoutVars>
      </dgm:prSet>
      <dgm:spPr/>
    </dgm:pt>
    <dgm:pt modelId="{5AFD7525-E462-4FD4-86E5-0E8C17D7AD73}" type="pres">
      <dgm:prSet presAssocID="{11FA8775-F9CF-404A-B55D-D097A03D59FF}" presName="txSpace" presStyleCnt="0"/>
      <dgm:spPr/>
    </dgm:pt>
    <dgm:pt modelId="{964E9175-88E7-4524-9BBB-D3009374FA9B}" type="pres">
      <dgm:prSet presAssocID="{11FA8775-F9CF-404A-B55D-D097A03D59FF}" presName="desTx" presStyleLbl="revTx" presStyleIdx="5" presStyleCnt="8">
        <dgm:presLayoutVars/>
      </dgm:prSet>
      <dgm:spPr/>
    </dgm:pt>
    <dgm:pt modelId="{EE77754A-D589-493B-AE4C-E1054FAF04F5}" type="pres">
      <dgm:prSet presAssocID="{B9D65733-6FB1-41F3-9632-4ACD8A1FA75C}" presName="sibTrans" presStyleCnt="0"/>
      <dgm:spPr/>
    </dgm:pt>
    <dgm:pt modelId="{6CCDD8AA-4501-4239-8C73-D534B4201786}" type="pres">
      <dgm:prSet presAssocID="{91EC3A0E-138D-413A-A78F-D4B02805495E}" presName="compNode" presStyleCnt="0"/>
      <dgm:spPr/>
    </dgm:pt>
    <dgm:pt modelId="{244D2898-F2E3-4CA1-8A17-018CBD49F591}" type="pres">
      <dgm:prSet presAssocID="{91EC3A0E-138D-413A-A78F-D4B02805495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4E61DEDC-C990-4572-8F57-DDAF8E8934E8}" type="pres">
      <dgm:prSet presAssocID="{91EC3A0E-138D-413A-A78F-D4B02805495E}" presName="iconSpace" presStyleCnt="0"/>
      <dgm:spPr/>
    </dgm:pt>
    <dgm:pt modelId="{BEDA3C53-0C0B-4291-87D5-1C6E12726001}" type="pres">
      <dgm:prSet presAssocID="{91EC3A0E-138D-413A-A78F-D4B02805495E}" presName="parTx" presStyleLbl="revTx" presStyleIdx="6" presStyleCnt="8">
        <dgm:presLayoutVars>
          <dgm:chMax val="0"/>
          <dgm:chPref val="0"/>
        </dgm:presLayoutVars>
      </dgm:prSet>
      <dgm:spPr/>
    </dgm:pt>
    <dgm:pt modelId="{B551D192-0895-4702-B871-E66A6B5F44BD}" type="pres">
      <dgm:prSet presAssocID="{91EC3A0E-138D-413A-A78F-D4B02805495E}" presName="txSpace" presStyleCnt="0"/>
      <dgm:spPr/>
    </dgm:pt>
    <dgm:pt modelId="{35F9347C-9CB6-429A-B58E-45391C1BC3C4}" type="pres">
      <dgm:prSet presAssocID="{91EC3A0E-138D-413A-A78F-D4B02805495E}" presName="desTx" presStyleLbl="revTx" presStyleIdx="7" presStyleCnt="8">
        <dgm:presLayoutVars/>
      </dgm:prSet>
      <dgm:spPr/>
    </dgm:pt>
  </dgm:ptLst>
  <dgm:cxnLst>
    <dgm:cxn modelId="{FDB23407-C636-4008-8B18-984C87FF2BB7}" srcId="{D0AEEB2A-966D-4E14-8A07-9672837CE1BD}" destId="{11FA8775-F9CF-404A-B55D-D097A03D59FF}" srcOrd="2" destOrd="0" parTransId="{25854B09-A1E0-4099-A918-4351C2B942C3}" sibTransId="{B9D65733-6FB1-41F3-9632-4ACD8A1FA75C}"/>
    <dgm:cxn modelId="{C274880E-09BE-4B9E-9FCA-893C0E0CE754}" srcId="{EB10643A-CD8F-4B98-991A-BFA5C50D647E}" destId="{3EE65F8B-12D9-4D72-85B4-2E96CB801C62}" srcOrd="0" destOrd="0" parTransId="{517588E7-0B66-4346-8C66-8ED5B89E06D0}" sibTransId="{BA3E5572-1C20-467A-9C49-C1BC3B05054F}"/>
    <dgm:cxn modelId="{78002E12-678F-406B-A425-DFBBC3F51F0B}" type="presOf" srcId="{2E1C6B48-6E9E-439F-AA79-6DA6077F4F05}" destId="{02FC1649-6340-4477-9F58-FAD7FEE08DBB}" srcOrd="0" destOrd="1" presId="urn:microsoft.com/office/officeart/2018/5/layout/CenteredIconLabelDescriptionList"/>
    <dgm:cxn modelId="{8098A813-4F70-49DB-AA8B-7478E8B72AF9}" srcId="{0B2D4F83-7D03-40B3-BB9F-18E35D49DA59}" destId="{2E1C6B48-6E9E-439F-AA79-6DA6077F4F05}" srcOrd="1" destOrd="0" parTransId="{6110D655-5B0C-4898-A2B1-688944FFE676}" sibTransId="{C4564580-7A11-41C2-9154-A7BE57B9D229}"/>
    <dgm:cxn modelId="{2A1A0D20-53E7-41A6-A1BB-C814FEA7A0A1}" type="presOf" srcId="{285B887B-10C6-42D7-BE5B-1727FF5EE43A}" destId="{35F9347C-9CB6-429A-B58E-45391C1BC3C4}" srcOrd="0" destOrd="0" presId="urn:microsoft.com/office/officeart/2018/5/layout/CenteredIconLabelDescriptionList"/>
    <dgm:cxn modelId="{CF7DD45E-2DD6-4C0B-A039-08F655C1DD8A}" type="presOf" srcId="{11FA8775-F9CF-404A-B55D-D097A03D59FF}" destId="{5532AF9A-B325-4E6A-A340-023162D07899}" srcOrd="0" destOrd="0" presId="urn:microsoft.com/office/officeart/2018/5/layout/CenteredIconLabelDescriptionList"/>
    <dgm:cxn modelId="{CF56FD41-F7E8-4A36-BF23-C30B04D7223B}" type="presOf" srcId="{1A3E9906-5D67-416E-9CD0-E9E2E2AC14E4}" destId="{964E9175-88E7-4524-9BBB-D3009374FA9B}" srcOrd="0" destOrd="0" presId="urn:microsoft.com/office/officeart/2018/5/layout/CenteredIconLabelDescriptionList"/>
    <dgm:cxn modelId="{F3475D4C-C516-4DEF-B261-06ABCBB2E5EF}" srcId="{91EC3A0E-138D-413A-A78F-D4B02805495E}" destId="{285B887B-10C6-42D7-BE5B-1727FF5EE43A}" srcOrd="0" destOrd="0" parTransId="{7C4BBD81-8B7D-4B27-8731-8B19E6C283B6}" sibTransId="{434A9655-902A-4950-A1BD-980A54A71586}"/>
    <dgm:cxn modelId="{2227BA6C-4D14-42E5-A93F-3B53F70AC5E2}" type="presOf" srcId="{A24B4134-AA69-4BA8-AB01-E64B9A5AEB09}" destId="{35F9347C-9CB6-429A-B58E-45391C1BC3C4}" srcOrd="0" destOrd="1" presId="urn:microsoft.com/office/officeart/2018/5/layout/CenteredIconLabelDescriptionList"/>
    <dgm:cxn modelId="{D0F1D079-DA7E-4391-BAA4-AD01F0EC0E87}" srcId="{11FA8775-F9CF-404A-B55D-D097A03D59FF}" destId="{1A3E9906-5D67-416E-9CD0-E9E2E2AC14E4}" srcOrd="0" destOrd="0" parTransId="{BC080CCB-A002-4DCB-8C66-4C3B7A7FE74D}" sibTransId="{54018AD3-7F01-43A2-AE7A-A45B5618E8A9}"/>
    <dgm:cxn modelId="{32580882-AE17-4535-8BEE-6517B4898CD7}" srcId="{11FA8775-F9CF-404A-B55D-D097A03D59FF}" destId="{EA836533-CEDD-43C8-8D8F-1FAB0DDB523A}" srcOrd="1" destOrd="0" parTransId="{7C60E73D-8A25-4D2C-A546-8E13156AA96F}" sibTransId="{A3618538-6549-4104-AC25-41009A422A0D}"/>
    <dgm:cxn modelId="{FCAC2A8E-C458-415D-A4C2-C6401637725D}" type="presOf" srcId="{D0AEEB2A-966D-4E14-8A07-9672837CE1BD}" destId="{08190AB4-5760-4D6E-B16B-8BB747659941}" srcOrd="0" destOrd="0" presId="urn:microsoft.com/office/officeart/2018/5/layout/CenteredIconLabelDescriptionList"/>
    <dgm:cxn modelId="{CC46E28F-B89F-4F8A-B054-AC9063CA5066}" type="presOf" srcId="{EB10643A-CD8F-4B98-991A-BFA5C50D647E}" destId="{BB99E6B8-F381-4FA0-AEE2-5AF1E845CF70}" srcOrd="0" destOrd="0" presId="urn:microsoft.com/office/officeart/2018/5/layout/CenteredIconLabelDescriptionList"/>
    <dgm:cxn modelId="{55B5EC99-BE4E-46DD-9380-AF934953D597}" type="presOf" srcId="{EA836533-CEDD-43C8-8D8F-1FAB0DDB523A}" destId="{964E9175-88E7-4524-9BBB-D3009374FA9B}" srcOrd="0" destOrd="1" presId="urn:microsoft.com/office/officeart/2018/5/layout/CenteredIconLabelDescriptionList"/>
    <dgm:cxn modelId="{F5103FB5-B7D0-495A-908F-60BB07D4C077}" srcId="{0B2D4F83-7D03-40B3-BB9F-18E35D49DA59}" destId="{E765F323-975A-45B4-AB8F-1E44F22449F3}" srcOrd="0" destOrd="0" parTransId="{D53ADCE6-D31A-45E6-B2B1-89F729EBB5C5}" sibTransId="{03EE8737-3C1A-4C51-98F4-9DF5B8D75FA5}"/>
    <dgm:cxn modelId="{21816DBA-23E5-45D6-80D7-75F53431D4B8}" srcId="{D0AEEB2A-966D-4E14-8A07-9672837CE1BD}" destId="{0B2D4F83-7D03-40B3-BB9F-18E35D49DA59}" srcOrd="1" destOrd="0" parTransId="{70EEFE70-0D46-43CD-8D4A-E46004546E1D}" sibTransId="{1B00E45C-4F27-431F-95FE-FEE068A379E8}"/>
    <dgm:cxn modelId="{889B6ABF-4E23-41FE-AAE0-4B666C1828C1}" srcId="{91EC3A0E-138D-413A-A78F-D4B02805495E}" destId="{A24B4134-AA69-4BA8-AB01-E64B9A5AEB09}" srcOrd="1" destOrd="0" parTransId="{10EA8128-4A61-4FDA-9691-DD04C2AD72E8}" sibTransId="{FAAF7C94-C428-41F1-BBE2-3081BE687453}"/>
    <dgm:cxn modelId="{BB6151C8-3048-4479-B55E-76EF8C491612}" type="presOf" srcId="{E765F323-975A-45B4-AB8F-1E44F22449F3}" destId="{02FC1649-6340-4477-9F58-FAD7FEE08DBB}" srcOrd="0" destOrd="0" presId="urn:microsoft.com/office/officeart/2018/5/layout/CenteredIconLabelDescriptionList"/>
    <dgm:cxn modelId="{785AF3DA-70C2-4580-98C6-A36FFAFCD8BA}" type="presOf" srcId="{0B2D4F83-7D03-40B3-BB9F-18E35D49DA59}" destId="{3FC1D478-7F61-46E6-BABD-00EDE5FF582C}" srcOrd="0" destOrd="0" presId="urn:microsoft.com/office/officeart/2018/5/layout/CenteredIconLabelDescriptionList"/>
    <dgm:cxn modelId="{96DFAADC-8123-40FB-89C2-F214FFC61C2A}" type="presOf" srcId="{4ED5FA1B-5B8A-435C-B733-CBD84A2E09E3}" destId="{80A0F5FD-700A-48CA-98B1-946AA493C23D}" srcOrd="0" destOrd="1" presId="urn:microsoft.com/office/officeart/2018/5/layout/CenteredIconLabelDescriptionList"/>
    <dgm:cxn modelId="{0C8DB3E2-55BF-4301-BD54-C618144E5E1B}" srcId="{D0AEEB2A-966D-4E14-8A07-9672837CE1BD}" destId="{EB10643A-CD8F-4B98-991A-BFA5C50D647E}" srcOrd="0" destOrd="0" parTransId="{CA5B9F25-56FB-4497-BBD4-9E3372CE065C}" sibTransId="{767F790B-72B0-484B-B733-306F78866A6D}"/>
    <dgm:cxn modelId="{3A3E54E7-D0C6-4EDF-A167-AD0C553F98BB}" srcId="{D0AEEB2A-966D-4E14-8A07-9672837CE1BD}" destId="{91EC3A0E-138D-413A-A78F-D4B02805495E}" srcOrd="3" destOrd="0" parTransId="{B8C66519-83F3-4E82-A2C5-B0A22E30273A}" sibTransId="{3DABF8B0-9F8A-4B3B-BEFA-4A266F4C8A0B}"/>
    <dgm:cxn modelId="{378A59F7-4F21-4EF8-B60F-80962747CAA8}" type="presOf" srcId="{3EE65F8B-12D9-4D72-85B4-2E96CB801C62}" destId="{80A0F5FD-700A-48CA-98B1-946AA493C23D}" srcOrd="0" destOrd="0" presId="urn:microsoft.com/office/officeart/2018/5/layout/CenteredIconLabelDescriptionList"/>
    <dgm:cxn modelId="{8CC5E6F7-BADE-4C77-8188-62CFDD8C1E37}" srcId="{EB10643A-CD8F-4B98-991A-BFA5C50D647E}" destId="{4ED5FA1B-5B8A-435C-B733-CBD84A2E09E3}" srcOrd="1" destOrd="0" parTransId="{77DF7665-F622-4372-8E69-243B7278C90E}" sibTransId="{C4AFA45D-2370-477B-B0CE-566E7B7817A0}"/>
    <dgm:cxn modelId="{79B346FE-6169-44BC-A4BD-3E70B7BB313B}" type="presOf" srcId="{91EC3A0E-138D-413A-A78F-D4B02805495E}" destId="{BEDA3C53-0C0B-4291-87D5-1C6E12726001}" srcOrd="0" destOrd="0" presId="urn:microsoft.com/office/officeart/2018/5/layout/CenteredIconLabelDescriptionList"/>
    <dgm:cxn modelId="{4FA83B8D-CC7A-4A45-97A6-DFFE4F27C56C}" type="presParOf" srcId="{08190AB4-5760-4D6E-B16B-8BB747659941}" destId="{45F4C8B1-82E0-4B53-BD52-8E51D9877554}" srcOrd="0" destOrd="0" presId="urn:microsoft.com/office/officeart/2018/5/layout/CenteredIconLabelDescriptionList"/>
    <dgm:cxn modelId="{B6E65180-E26E-494D-9C1A-6884C69954BA}" type="presParOf" srcId="{45F4C8B1-82E0-4B53-BD52-8E51D9877554}" destId="{E924CDF4-D86E-46A6-856A-1FEC72534313}" srcOrd="0" destOrd="0" presId="urn:microsoft.com/office/officeart/2018/5/layout/CenteredIconLabelDescriptionList"/>
    <dgm:cxn modelId="{85090619-8682-4BEC-A18A-2F40C01319A3}" type="presParOf" srcId="{45F4C8B1-82E0-4B53-BD52-8E51D9877554}" destId="{1D2E0DDF-513B-4119-98D4-1960F411025F}" srcOrd="1" destOrd="0" presId="urn:microsoft.com/office/officeart/2018/5/layout/CenteredIconLabelDescriptionList"/>
    <dgm:cxn modelId="{F76723F7-2608-435C-88EB-3B94C12B2EB0}" type="presParOf" srcId="{45F4C8B1-82E0-4B53-BD52-8E51D9877554}" destId="{BB99E6B8-F381-4FA0-AEE2-5AF1E845CF70}" srcOrd="2" destOrd="0" presId="urn:microsoft.com/office/officeart/2018/5/layout/CenteredIconLabelDescriptionList"/>
    <dgm:cxn modelId="{B760A969-A6C6-4E08-81CE-21C0AD75FA64}" type="presParOf" srcId="{45F4C8B1-82E0-4B53-BD52-8E51D9877554}" destId="{FC932FF9-651D-4C23-9F42-16C4D474286E}" srcOrd="3" destOrd="0" presId="urn:microsoft.com/office/officeart/2018/5/layout/CenteredIconLabelDescriptionList"/>
    <dgm:cxn modelId="{B268D354-FD88-4DFF-961A-B0282C855BEA}" type="presParOf" srcId="{45F4C8B1-82E0-4B53-BD52-8E51D9877554}" destId="{80A0F5FD-700A-48CA-98B1-946AA493C23D}" srcOrd="4" destOrd="0" presId="urn:microsoft.com/office/officeart/2018/5/layout/CenteredIconLabelDescriptionList"/>
    <dgm:cxn modelId="{093DD821-0BE6-419E-979C-4AF0D8C63793}" type="presParOf" srcId="{08190AB4-5760-4D6E-B16B-8BB747659941}" destId="{8E2C3BA7-29E7-4292-A207-5F27F10ADA22}" srcOrd="1" destOrd="0" presId="urn:microsoft.com/office/officeart/2018/5/layout/CenteredIconLabelDescriptionList"/>
    <dgm:cxn modelId="{6E3802C7-7932-4E0D-A0B8-7E860CF6E385}" type="presParOf" srcId="{08190AB4-5760-4D6E-B16B-8BB747659941}" destId="{460C4141-13F5-4F85-94C0-EA54AFAEAE3B}" srcOrd="2" destOrd="0" presId="urn:microsoft.com/office/officeart/2018/5/layout/CenteredIconLabelDescriptionList"/>
    <dgm:cxn modelId="{4E8B7D21-FF1E-4410-97DF-D6E5E206D38D}" type="presParOf" srcId="{460C4141-13F5-4F85-94C0-EA54AFAEAE3B}" destId="{4BE55498-799D-45C3-A6A4-8C9BFC86EA5C}" srcOrd="0" destOrd="0" presId="urn:microsoft.com/office/officeart/2018/5/layout/CenteredIconLabelDescriptionList"/>
    <dgm:cxn modelId="{D2A5B038-AAB4-4880-9053-AAFCE3834F44}" type="presParOf" srcId="{460C4141-13F5-4F85-94C0-EA54AFAEAE3B}" destId="{CA75DB6C-9514-47B4-BC64-861259D8E3B6}" srcOrd="1" destOrd="0" presId="urn:microsoft.com/office/officeart/2018/5/layout/CenteredIconLabelDescriptionList"/>
    <dgm:cxn modelId="{ABA357F6-1C4C-4152-89E3-29425464D968}" type="presParOf" srcId="{460C4141-13F5-4F85-94C0-EA54AFAEAE3B}" destId="{3FC1D478-7F61-46E6-BABD-00EDE5FF582C}" srcOrd="2" destOrd="0" presId="urn:microsoft.com/office/officeart/2018/5/layout/CenteredIconLabelDescriptionList"/>
    <dgm:cxn modelId="{D66B796F-BE09-47EB-8C66-089EBC2E355C}" type="presParOf" srcId="{460C4141-13F5-4F85-94C0-EA54AFAEAE3B}" destId="{77C210FD-25E5-4394-8943-9FDF30E62BD8}" srcOrd="3" destOrd="0" presId="urn:microsoft.com/office/officeart/2018/5/layout/CenteredIconLabelDescriptionList"/>
    <dgm:cxn modelId="{BF06E9A6-A765-4E7B-B619-67E622804468}" type="presParOf" srcId="{460C4141-13F5-4F85-94C0-EA54AFAEAE3B}" destId="{02FC1649-6340-4477-9F58-FAD7FEE08DBB}" srcOrd="4" destOrd="0" presId="urn:microsoft.com/office/officeart/2018/5/layout/CenteredIconLabelDescriptionList"/>
    <dgm:cxn modelId="{84F7F1D9-BC2A-422D-B0C8-8BAE3A8D7FFC}" type="presParOf" srcId="{08190AB4-5760-4D6E-B16B-8BB747659941}" destId="{B7ED4D68-CDD7-4520-8E2E-A27A0FF7A921}" srcOrd="3" destOrd="0" presId="urn:microsoft.com/office/officeart/2018/5/layout/CenteredIconLabelDescriptionList"/>
    <dgm:cxn modelId="{F8291194-572C-4B56-8674-5D3A7EC326ED}" type="presParOf" srcId="{08190AB4-5760-4D6E-B16B-8BB747659941}" destId="{6EF7FDA6-E215-42D4-9024-C8236003FE30}" srcOrd="4" destOrd="0" presId="urn:microsoft.com/office/officeart/2018/5/layout/CenteredIconLabelDescriptionList"/>
    <dgm:cxn modelId="{7891234D-1DD9-42C4-B132-DCE076717BBF}" type="presParOf" srcId="{6EF7FDA6-E215-42D4-9024-C8236003FE30}" destId="{D6062C50-D6EB-47AA-9CAD-96046D79B266}" srcOrd="0" destOrd="0" presId="urn:microsoft.com/office/officeart/2018/5/layout/CenteredIconLabelDescriptionList"/>
    <dgm:cxn modelId="{97D8A093-4617-4E51-A061-C0FF69E73082}" type="presParOf" srcId="{6EF7FDA6-E215-42D4-9024-C8236003FE30}" destId="{D4CF5B45-3C9C-499F-B852-126155F2EF18}" srcOrd="1" destOrd="0" presId="urn:microsoft.com/office/officeart/2018/5/layout/CenteredIconLabelDescriptionList"/>
    <dgm:cxn modelId="{BE9355EF-100D-4D12-B83B-C28E39E6DA8E}" type="presParOf" srcId="{6EF7FDA6-E215-42D4-9024-C8236003FE30}" destId="{5532AF9A-B325-4E6A-A340-023162D07899}" srcOrd="2" destOrd="0" presId="urn:microsoft.com/office/officeart/2018/5/layout/CenteredIconLabelDescriptionList"/>
    <dgm:cxn modelId="{DF3BF8D0-4012-435F-8360-1A600502586F}" type="presParOf" srcId="{6EF7FDA6-E215-42D4-9024-C8236003FE30}" destId="{5AFD7525-E462-4FD4-86E5-0E8C17D7AD73}" srcOrd="3" destOrd="0" presId="urn:microsoft.com/office/officeart/2018/5/layout/CenteredIconLabelDescriptionList"/>
    <dgm:cxn modelId="{729DD9EA-D28F-47A5-8679-954EC078A489}" type="presParOf" srcId="{6EF7FDA6-E215-42D4-9024-C8236003FE30}" destId="{964E9175-88E7-4524-9BBB-D3009374FA9B}" srcOrd="4" destOrd="0" presId="urn:microsoft.com/office/officeart/2018/5/layout/CenteredIconLabelDescriptionList"/>
    <dgm:cxn modelId="{5ED91644-904E-409E-BAC5-CDD5DDFB90EB}" type="presParOf" srcId="{08190AB4-5760-4D6E-B16B-8BB747659941}" destId="{EE77754A-D589-493B-AE4C-E1054FAF04F5}" srcOrd="5" destOrd="0" presId="urn:microsoft.com/office/officeart/2018/5/layout/CenteredIconLabelDescriptionList"/>
    <dgm:cxn modelId="{FA4F51DF-B5F0-40D7-AE3A-D5926E890E2F}" type="presParOf" srcId="{08190AB4-5760-4D6E-B16B-8BB747659941}" destId="{6CCDD8AA-4501-4239-8C73-D534B4201786}" srcOrd="6" destOrd="0" presId="urn:microsoft.com/office/officeart/2018/5/layout/CenteredIconLabelDescriptionList"/>
    <dgm:cxn modelId="{83658518-BEEC-46B7-9116-4009E43C33CE}" type="presParOf" srcId="{6CCDD8AA-4501-4239-8C73-D534B4201786}" destId="{244D2898-F2E3-4CA1-8A17-018CBD49F591}" srcOrd="0" destOrd="0" presId="urn:microsoft.com/office/officeart/2018/5/layout/CenteredIconLabelDescriptionList"/>
    <dgm:cxn modelId="{B5992D81-0C83-4FD5-8E01-749B4452D19F}" type="presParOf" srcId="{6CCDD8AA-4501-4239-8C73-D534B4201786}" destId="{4E61DEDC-C990-4572-8F57-DDAF8E8934E8}" srcOrd="1" destOrd="0" presId="urn:microsoft.com/office/officeart/2018/5/layout/CenteredIconLabelDescriptionList"/>
    <dgm:cxn modelId="{4C9C055E-490C-4DF3-A671-D9E251F8BE59}" type="presParOf" srcId="{6CCDD8AA-4501-4239-8C73-D534B4201786}" destId="{BEDA3C53-0C0B-4291-87D5-1C6E12726001}" srcOrd="2" destOrd="0" presId="urn:microsoft.com/office/officeart/2018/5/layout/CenteredIconLabelDescriptionList"/>
    <dgm:cxn modelId="{0DC08838-0F82-4F46-B40A-C2EE5227AE90}" type="presParOf" srcId="{6CCDD8AA-4501-4239-8C73-D534B4201786}" destId="{B551D192-0895-4702-B871-E66A6B5F44BD}" srcOrd="3" destOrd="0" presId="urn:microsoft.com/office/officeart/2018/5/layout/CenteredIconLabelDescriptionList"/>
    <dgm:cxn modelId="{45D8E3AA-C098-4D16-BD8F-B72D3A2E33BB}" type="presParOf" srcId="{6CCDD8AA-4501-4239-8C73-D534B4201786}" destId="{35F9347C-9CB6-429A-B58E-45391C1BC3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B2B4D47E-35B9-432F-9485-6D1C5578203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CF1D6DF-AF70-4837-8C9C-DFDEA65327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key-stretching function</a:t>
          </a:r>
        </a:p>
      </dgm:t>
    </dgm:pt>
    <dgm:pt modelId="{FE437A3D-8073-4F3F-9572-6E1BD34722E9}" type="parTrans" cxnId="{0412A51B-32A3-47D9-A327-876B34CEF7E8}">
      <dgm:prSet/>
      <dgm:spPr/>
      <dgm:t>
        <a:bodyPr/>
        <a:lstStyle/>
        <a:p>
          <a:endParaRPr lang="en-US"/>
        </a:p>
      </dgm:t>
    </dgm:pt>
    <dgm:pt modelId="{AB2FBB1E-521C-436A-8664-AD1C03B84877}" type="sibTrans" cxnId="{0412A51B-32A3-47D9-A327-876B34CEF7E8}">
      <dgm:prSet/>
      <dgm:spPr/>
      <dgm:t>
        <a:bodyPr/>
        <a:lstStyle/>
        <a:p>
          <a:endParaRPr lang="en-US"/>
        </a:p>
      </dgm:t>
    </dgm:pt>
    <dgm:pt modelId="{4FE50942-29B2-4529-AA2D-B2565198D2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takes two parameters: </a:t>
          </a:r>
        </a:p>
      </dgm:t>
    </dgm:pt>
    <dgm:pt modelId="{C4CC2159-1A76-4A89-9F25-94E8C1095BCF}" type="parTrans" cxnId="{62903D55-5C6D-450B-B06E-6B96AE8C2D64}">
      <dgm:prSet/>
      <dgm:spPr/>
      <dgm:t>
        <a:bodyPr/>
        <a:lstStyle/>
        <a:p>
          <a:endParaRPr lang="en-US"/>
        </a:p>
      </dgm:t>
    </dgm:pt>
    <dgm:pt modelId="{C4F3AE07-09EF-4C93-B46E-B52CF5E69EB2}" type="sibTrans" cxnId="{62903D55-5C6D-450B-B06E-6B96AE8C2D64}">
      <dgm:prSet/>
      <dgm:spPr/>
      <dgm:t>
        <a:bodyPr/>
        <a:lstStyle/>
        <a:p>
          <a:endParaRPr lang="en-US"/>
        </a:p>
      </dgm:t>
    </dgm:pt>
    <dgm:pt modelId="{13D81155-B3C2-4F1D-8153-37BC574E98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mnemonic and a salt</a:t>
          </a:r>
        </a:p>
      </dgm:t>
    </dgm:pt>
    <dgm:pt modelId="{CF11EDCE-13EB-46CF-B7C4-86A06396EF3B}" type="parTrans" cxnId="{BB561601-2DC3-4E2E-8618-94706D95FFB4}">
      <dgm:prSet/>
      <dgm:spPr/>
      <dgm:t>
        <a:bodyPr/>
        <a:lstStyle/>
        <a:p>
          <a:endParaRPr lang="en-US"/>
        </a:p>
      </dgm:t>
    </dgm:pt>
    <dgm:pt modelId="{59034444-64C6-4E4F-A817-DB8AB7C2E23E}" type="sibTrans" cxnId="{BB561601-2DC3-4E2E-8618-94706D95FFB4}">
      <dgm:prSet/>
      <dgm:spPr/>
      <dgm:t>
        <a:bodyPr/>
        <a:lstStyle/>
        <a:p>
          <a:endParaRPr lang="en-US"/>
        </a:p>
      </dgm:t>
    </dgm:pt>
    <dgm:pt modelId="{361F9794-2DC5-4F0C-B587-F49ED599E3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Salt</a:t>
          </a:r>
          <a:endParaRPr lang="en-US"/>
        </a:p>
      </dgm:t>
    </dgm:pt>
    <dgm:pt modelId="{832100D9-3637-4B45-ACEC-6927E0981E78}" type="parTrans" cxnId="{4D61D482-3936-4EEE-93EE-5E06874C49D4}">
      <dgm:prSet/>
      <dgm:spPr/>
      <dgm:t>
        <a:bodyPr/>
        <a:lstStyle/>
        <a:p>
          <a:endParaRPr lang="en-US"/>
        </a:p>
      </dgm:t>
    </dgm:pt>
    <dgm:pt modelId="{F88C7F2D-72BF-42A5-9747-0F3B9E1355A1}" type="sibTrans" cxnId="{4D61D482-3936-4EEE-93EE-5E06874C49D4}">
      <dgm:prSet/>
      <dgm:spPr/>
      <dgm:t>
        <a:bodyPr/>
        <a:lstStyle/>
        <a:p>
          <a:endParaRPr lang="en-US"/>
        </a:p>
      </dgm:t>
    </dgm:pt>
    <dgm:pt modelId="{5D74D481-BA5F-4190-8010-5CF37A4578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make it difficult</a:t>
          </a:r>
        </a:p>
      </dgm:t>
    </dgm:pt>
    <dgm:pt modelId="{0D4B59C7-FFC3-463D-8878-238C9F36E499}" type="parTrans" cxnId="{45E17D79-3860-4C8F-8E50-D32FB118EF43}">
      <dgm:prSet/>
      <dgm:spPr/>
      <dgm:t>
        <a:bodyPr/>
        <a:lstStyle/>
        <a:p>
          <a:endParaRPr lang="en-US"/>
        </a:p>
      </dgm:t>
    </dgm:pt>
    <dgm:pt modelId="{C7453DA8-A25C-442E-9317-9485D52581F1}" type="sibTrans" cxnId="{45E17D79-3860-4C8F-8E50-D32FB118EF43}">
      <dgm:prSet/>
      <dgm:spPr/>
      <dgm:t>
        <a:bodyPr/>
        <a:lstStyle/>
        <a:p>
          <a:endParaRPr lang="en-US"/>
        </a:p>
      </dgm:t>
    </dgm:pt>
    <dgm:pt modelId="{6450D9EC-2C44-4379-9724-4D778D723B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Passphares</a:t>
          </a:r>
          <a:endParaRPr lang="en-US" dirty="0"/>
        </a:p>
      </dgm:t>
    </dgm:pt>
    <dgm:pt modelId="{08F4FE6F-EF15-46C0-8963-653A1FCA604F}" type="parTrans" cxnId="{1D8D47E6-EB28-44BF-B5DB-F66CF82E2E00}">
      <dgm:prSet/>
      <dgm:spPr/>
      <dgm:t>
        <a:bodyPr/>
        <a:lstStyle/>
        <a:p>
          <a:endParaRPr lang="en-US"/>
        </a:p>
      </dgm:t>
    </dgm:pt>
    <dgm:pt modelId="{5E66B9EA-B5BD-45F5-B4C1-9BA14FF7FE8E}" type="sibTrans" cxnId="{1D8D47E6-EB28-44BF-B5DB-F66CF82E2E00}">
      <dgm:prSet/>
      <dgm:spPr/>
      <dgm:t>
        <a:bodyPr/>
        <a:lstStyle/>
        <a:p>
          <a:endParaRPr lang="en-US"/>
        </a:p>
      </dgm:t>
    </dgm:pt>
    <dgm:pt modelId="{340FEB69-1E87-427C-85C4-2EA48DD56B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additional security factor</a:t>
          </a:r>
        </a:p>
      </dgm:t>
    </dgm:pt>
    <dgm:pt modelId="{C2E51EAA-67E5-4A45-983F-EEFE679CCB6B}" type="parTrans" cxnId="{CB2E79AB-00DD-4396-94FA-1DA2F3FCB354}">
      <dgm:prSet/>
      <dgm:spPr/>
      <dgm:t>
        <a:bodyPr/>
        <a:lstStyle/>
        <a:p>
          <a:endParaRPr lang="en-US"/>
        </a:p>
      </dgm:t>
    </dgm:pt>
    <dgm:pt modelId="{3EEF1622-A969-46B4-9169-E74F0F03CB8F}" type="sibTrans" cxnId="{CB2E79AB-00DD-4396-94FA-1DA2F3FCB354}">
      <dgm:prSet/>
      <dgm:spPr/>
      <dgm:t>
        <a:bodyPr/>
        <a:lstStyle/>
        <a:p>
          <a:endParaRPr lang="en-US"/>
        </a:p>
      </dgm:t>
    </dgm:pt>
    <dgm:pt modelId="{39B1BC69-5C0F-4AC3-B71F-09122894CC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build a </a:t>
          </a:r>
          <a:r>
            <a:rPr lang="en-US"/>
            <a:t>lookup table</a:t>
          </a:r>
          <a:endParaRPr lang="en-US" dirty="0"/>
        </a:p>
      </dgm:t>
    </dgm:pt>
    <dgm:pt modelId="{5766DEF4-52E6-483B-BD2D-86EAFEBCAE87}" type="parTrans" cxnId="{AD42C1AF-6666-4E33-8094-DDC50FCE7FD4}">
      <dgm:prSet/>
      <dgm:spPr/>
      <dgm:t>
        <a:bodyPr/>
        <a:lstStyle/>
        <a:p>
          <a:endParaRPr lang="tr-TR"/>
        </a:p>
      </dgm:t>
    </dgm:pt>
    <dgm:pt modelId="{B64738C2-B5CA-4C90-90E5-B2AC06C6A8C9}" type="sibTrans" cxnId="{AD42C1AF-6666-4E33-8094-DDC50FCE7FD4}">
      <dgm:prSet/>
      <dgm:spPr/>
      <dgm:t>
        <a:bodyPr/>
        <a:lstStyle/>
        <a:p>
          <a:endParaRPr lang="tr-TR"/>
        </a:p>
      </dgm:t>
    </dgm:pt>
    <dgm:pt modelId="{7487A5CC-0FC7-418C-A12B-F0EC8AC8C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protecting </a:t>
          </a:r>
          <a:r>
            <a:rPr lang="en-US" dirty="0"/>
            <a:t>the seed</a:t>
          </a:r>
        </a:p>
      </dgm:t>
    </dgm:pt>
    <dgm:pt modelId="{9D0F4072-2442-4C74-8FA9-FEA9DE44825B}" type="parTrans" cxnId="{F9EDB2CD-A950-41FD-920C-570AA6C04CDE}">
      <dgm:prSet/>
      <dgm:spPr/>
      <dgm:t>
        <a:bodyPr/>
        <a:lstStyle/>
        <a:p>
          <a:endParaRPr lang="tr-TR"/>
        </a:p>
      </dgm:t>
    </dgm:pt>
    <dgm:pt modelId="{3CA205EB-BC9A-49B5-9137-B4C34BFA9B9E}" type="sibTrans" cxnId="{F9EDB2CD-A950-41FD-920C-570AA6C04CDE}">
      <dgm:prSet/>
      <dgm:spPr/>
      <dgm:t>
        <a:bodyPr/>
        <a:lstStyle/>
        <a:p>
          <a:endParaRPr lang="tr-TR"/>
        </a:p>
      </dgm:t>
    </dgm:pt>
    <dgm:pt modelId="{0AD19053-D315-47F2-9F48-7B24E4FD09B3}" type="pres">
      <dgm:prSet presAssocID="{B2B4D47E-35B9-432F-9485-6D1C55782036}" presName="root" presStyleCnt="0">
        <dgm:presLayoutVars>
          <dgm:dir/>
          <dgm:resizeHandles val="exact"/>
        </dgm:presLayoutVars>
      </dgm:prSet>
      <dgm:spPr/>
    </dgm:pt>
    <dgm:pt modelId="{C806D1E7-F0C7-4058-8241-9C3F1509B72A}" type="pres">
      <dgm:prSet presAssocID="{3CF1D6DF-AF70-4837-8C9C-DFDEA653273B}" presName="compNode" presStyleCnt="0"/>
      <dgm:spPr/>
    </dgm:pt>
    <dgm:pt modelId="{4332D060-8F75-4A20-A893-ECCB1D609B7C}" type="pres">
      <dgm:prSet presAssocID="{3CF1D6DF-AF70-4837-8C9C-DFDEA65327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164DB304-8D92-417C-83F1-C1A6592DE95F}" type="pres">
      <dgm:prSet presAssocID="{3CF1D6DF-AF70-4837-8C9C-DFDEA653273B}" presName="iconSpace" presStyleCnt="0"/>
      <dgm:spPr/>
    </dgm:pt>
    <dgm:pt modelId="{A557BD61-DFED-4102-B339-9E67E0D5A741}" type="pres">
      <dgm:prSet presAssocID="{3CF1D6DF-AF70-4837-8C9C-DFDEA653273B}" presName="parTx" presStyleLbl="revTx" presStyleIdx="0" presStyleCnt="6">
        <dgm:presLayoutVars>
          <dgm:chMax val="0"/>
          <dgm:chPref val="0"/>
        </dgm:presLayoutVars>
      </dgm:prSet>
      <dgm:spPr/>
    </dgm:pt>
    <dgm:pt modelId="{959DCC2F-BAA2-4BFE-A035-7CE6B79214E9}" type="pres">
      <dgm:prSet presAssocID="{3CF1D6DF-AF70-4837-8C9C-DFDEA653273B}" presName="txSpace" presStyleCnt="0"/>
      <dgm:spPr/>
    </dgm:pt>
    <dgm:pt modelId="{0A04F5E7-0437-4A8E-9172-539C967E5183}" type="pres">
      <dgm:prSet presAssocID="{3CF1D6DF-AF70-4837-8C9C-DFDEA653273B}" presName="desTx" presStyleLbl="revTx" presStyleIdx="1" presStyleCnt="6">
        <dgm:presLayoutVars/>
      </dgm:prSet>
      <dgm:spPr/>
    </dgm:pt>
    <dgm:pt modelId="{1A739A92-324B-444A-AFB8-B3E52BDDA600}" type="pres">
      <dgm:prSet presAssocID="{AB2FBB1E-521C-436A-8664-AD1C03B84877}" presName="sibTrans" presStyleCnt="0"/>
      <dgm:spPr/>
    </dgm:pt>
    <dgm:pt modelId="{192D496A-825D-4B69-A8CF-AB32DA50E5E6}" type="pres">
      <dgm:prSet presAssocID="{361F9794-2DC5-4F0C-B587-F49ED599E3CC}" presName="compNode" presStyleCnt="0"/>
      <dgm:spPr/>
    </dgm:pt>
    <dgm:pt modelId="{A885CE8C-8162-4F9E-AF4A-0ABB1F2B1F2E}" type="pres">
      <dgm:prSet presAssocID="{361F9794-2DC5-4F0C-B587-F49ED599E3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ightsUneven"/>
        </a:ext>
      </dgm:extLst>
    </dgm:pt>
    <dgm:pt modelId="{549C6E1F-02ED-40F9-9565-7C8D754C8F5E}" type="pres">
      <dgm:prSet presAssocID="{361F9794-2DC5-4F0C-B587-F49ED599E3CC}" presName="iconSpace" presStyleCnt="0"/>
      <dgm:spPr/>
    </dgm:pt>
    <dgm:pt modelId="{F81C5A78-2E74-445E-B78C-A773DF3EB2D6}" type="pres">
      <dgm:prSet presAssocID="{361F9794-2DC5-4F0C-B587-F49ED599E3CC}" presName="parTx" presStyleLbl="revTx" presStyleIdx="2" presStyleCnt="6">
        <dgm:presLayoutVars>
          <dgm:chMax val="0"/>
          <dgm:chPref val="0"/>
        </dgm:presLayoutVars>
      </dgm:prSet>
      <dgm:spPr/>
    </dgm:pt>
    <dgm:pt modelId="{37B5765B-517F-4996-A1BD-C46398C5D53D}" type="pres">
      <dgm:prSet presAssocID="{361F9794-2DC5-4F0C-B587-F49ED599E3CC}" presName="txSpace" presStyleCnt="0"/>
      <dgm:spPr/>
    </dgm:pt>
    <dgm:pt modelId="{DA26FDBE-7700-4440-B73C-FA543A042F6C}" type="pres">
      <dgm:prSet presAssocID="{361F9794-2DC5-4F0C-B587-F49ED599E3CC}" presName="desTx" presStyleLbl="revTx" presStyleIdx="3" presStyleCnt="6">
        <dgm:presLayoutVars/>
      </dgm:prSet>
      <dgm:spPr/>
    </dgm:pt>
    <dgm:pt modelId="{CD0012D7-F417-4528-BE87-C2F77C98DCBC}" type="pres">
      <dgm:prSet presAssocID="{F88C7F2D-72BF-42A5-9747-0F3B9E1355A1}" presName="sibTrans" presStyleCnt="0"/>
      <dgm:spPr/>
    </dgm:pt>
    <dgm:pt modelId="{1F89A9C0-A074-4961-9EEB-19AC00EBBAFA}" type="pres">
      <dgm:prSet presAssocID="{6450D9EC-2C44-4379-9724-4D778D723B0F}" presName="compNode" presStyleCnt="0"/>
      <dgm:spPr/>
    </dgm:pt>
    <dgm:pt modelId="{8EF19400-2D01-4D14-B881-87E2E225EBCE}" type="pres">
      <dgm:prSet presAssocID="{6450D9EC-2C44-4379-9724-4D778D723B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3A8967-5C3B-43A4-B436-AF1DCB2A4835}" type="pres">
      <dgm:prSet presAssocID="{6450D9EC-2C44-4379-9724-4D778D723B0F}" presName="iconSpace" presStyleCnt="0"/>
      <dgm:spPr/>
    </dgm:pt>
    <dgm:pt modelId="{3D506413-1C74-4BF9-9F78-661EC268DE3A}" type="pres">
      <dgm:prSet presAssocID="{6450D9EC-2C44-4379-9724-4D778D723B0F}" presName="parTx" presStyleLbl="revTx" presStyleIdx="4" presStyleCnt="6">
        <dgm:presLayoutVars>
          <dgm:chMax val="0"/>
          <dgm:chPref val="0"/>
        </dgm:presLayoutVars>
      </dgm:prSet>
      <dgm:spPr/>
    </dgm:pt>
    <dgm:pt modelId="{67201B0D-3D17-4AFE-B85A-CD4E6322BF28}" type="pres">
      <dgm:prSet presAssocID="{6450D9EC-2C44-4379-9724-4D778D723B0F}" presName="txSpace" presStyleCnt="0"/>
      <dgm:spPr/>
    </dgm:pt>
    <dgm:pt modelId="{6E668B7B-9B7F-41DA-9ACA-5B2D63806DDD}" type="pres">
      <dgm:prSet presAssocID="{6450D9EC-2C44-4379-9724-4D778D723B0F}" presName="desTx" presStyleLbl="revTx" presStyleIdx="5" presStyleCnt="6">
        <dgm:presLayoutVars/>
      </dgm:prSet>
      <dgm:spPr/>
    </dgm:pt>
  </dgm:ptLst>
  <dgm:cxnLst>
    <dgm:cxn modelId="{BB561601-2DC3-4E2E-8618-94706D95FFB4}" srcId="{3CF1D6DF-AF70-4837-8C9C-DFDEA653273B}" destId="{13D81155-B3C2-4F1D-8153-37BC574E986F}" srcOrd="1" destOrd="0" parTransId="{CF11EDCE-13EB-46CF-B7C4-86A06396EF3B}" sibTransId="{59034444-64C6-4E4F-A817-DB8AB7C2E23E}"/>
    <dgm:cxn modelId="{8CECE213-0456-45E0-B9ED-6069277A7BF0}" type="presOf" srcId="{B2B4D47E-35B9-432F-9485-6D1C55782036}" destId="{0AD19053-D315-47F2-9F48-7B24E4FD09B3}" srcOrd="0" destOrd="0" presId="urn:microsoft.com/office/officeart/2018/5/layout/CenteredIconLabelDescriptionList"/>
    <dgm:cxn modelId="{0412A51B-32A3-47D9-A327-876B34CEF7E8}" srcId="{B2B4D47E-35B9-432F-9485-6D1C55782036}" destId="{3CF1D6DF-AF70-4837-8C9C-DFDEA653273B}" srcOrd="0" destOrd="0" parTransId="{FE437A3D-8073-4F3F-9572-6E1BD34722E9}" sibTransId="{AB2FBB1E-521C-436A-8664-AD1C03B84877}"/>
    <dgm:cxn modelId="{70270128-94FC-45E0-9C57-7FAE49A59575}" type="presOf" srcId="{361F9794-2DC5-4F0C-B587-F49ED599E3CC}" destId="{F81C5A78-2E74-445E-B78C-A773DF3EB2D6}" srcOrd="0" destOrd="0" presId="urn:microsoft.com/office/officeart/2018/5/layout/CenteredIconLabelDescriptionList"/>
    <dgm:cxn modelId="{B2A23044-0D9A-4AD9-B685-6302B9DB2832}" type="presOf" srcId="{7487A5CC-0FC7-418C-A12B-F0EC8AC8CEDA}" destId="{6E668B7B-9B7F-41DA-9ACA-5B2D63806DDD}" srcOrd="0" destOrd="1" presId="urn:microsoft.com/office/officeart/2018/5/layout/CenteredIconLabelDescriptionList"/>
    <dgm:cxn modelId="{EDAFA664-0A96-488A-ACE7-BEC9770C479F}" type="presOf" srcId="{39B1BC69-5C0F-4AC3-B71F-09122894CCE3}" destId="{DA26FDBE-7700-4440-B73C-FA543A042F6C}" srcOrd="0" destOrd="1" presId="urn:microsoft.com/office/officeart/2018/5/layout/CenteredIconLabelDescriptionList"/>
    <dgm:cxn modelId="{BA417647-DA76-4EBD-92C2-062A2A72953B}" type="presOf" srcId="{13D81155-B3C2-4F1D-8153-37BC574E986F}" destId="{0A04F5E7-0437-4A8E-9172-539C967E5183}" srcOrd="0" destOrd="1" presId="urn:microsoft.com/office/officeart/2018/5/layout/CenteredIconLabelDescriptionList"/>
    <dgm:cxn modelId="{62903D55-5C6D-450B-B06E-6B96AE8C2D64}" srcId="{3CF1D6DF-AF70-4837-8C9C-DFDEA653273B}" destId="{4FE50942-29B2-4529-AA2D-B2565198D2E2}" srcOrd="0" destOrd="0" parTransId="{C4CC2159-1A76-4A89-9F25-94E8C1095BCF}" sibTransId="{C4F3AE07-09EF-4C93-B46E-B52CF5E69EB2}"/>
    <dgm:cxn modelId="{5DB7FB56-E5B6-49E6-98D9-1A71CF830DBB}" type="presOf" srcId="{6450D9EC-2C44-4379-9724-4D778D723B0F}" destId="{3D506413-1C74-4BF9-9F78-661EC268DE3A}" srcOrd="0" destOrd="0" presId="urn:microsoft.com/office/officeart/2018/5/layout/CenteredIconLabelDescriptionList"/>
    <dgm:cxn modelId="{45E17D79-3860-4C8F-8E50-D32FB118EF43}" srcId="{361F9794-2DC5-4F0C-B587-F49ED599E3CC}" destId="{5D74D481-BA5F-4190-8010-5CF37A45787F}" srcOrd="0" destOrd="0" parTransId="{0D4B59C7-FFC3-463D-8878-238C9F36E499}" sibTransId="{C7453DA8-A25C-442E-9317-9485D52581F1}"/>
    <dgm:cxn modelId="{4D61D482-3936-4EEE-93EE-5E06874C49D4}" srcId="{B2B4D47E-35B9-432F-9485-6D1C55782036}" destId="{361F9794-2DC5-4F0C-B587-F49ED599E3CC}" srcOrd="1" destOrd="0" parTransId="{832100D9-3637-4B45-ACEC-6927E0981E78}" sibTransId="{F88C7F2D-72BF-42A5-9747-0F3B9E1355A1}"/>
    <dgm:cxn modelId="{6C46F396-4BA7-4891-8309-637186DE141D}" type="presOf" srcId="{5D74D481-BA5F-4190-8010-5CF37A45787F}" destId="{DA26FDBE-7700-4440-B73C-FA543A042F6C}" srcOrd="0" destOrd="0" presId="urn:microsoft.com/office/officeart/2018/5/layout/CenteredIconLabelDescriptionList"/>
    <dgm:cxn modelId="{6095BDA8-1FEE-4E57-80B2-DA084950B820}" type="presOf" srcId="{4FE50942-29B2-4529-AA2D-B2565198D2E2}" destId="{0A04F5E7-0437-4A8E-9172-539C967E5183}" srcOrd="0" destOrd="0" presId="urn:microsoft.com/office/officeart/2018/5/layout/CenteredIconLabelDescriptionList"/>
    <dgm:cxn modelId="{CB2E79AB-00DD-4396-94FA-1DA2F3FCB354}" srcId="{6450D9EC-2C44-4379-9724-4D778D723B0F}" destId="{340FEB69-1E87-427C-85C4-2EA48DD56B69}" srcOrd="0" destOrd="0" parTransId="{C2E51EAA-67E5-4A45-983F-EEFE679CCB6B}" sibTransId="{3EEF1622-A969-46B4-9169-E74F0F03CB8F}"/>
    <dgm:cxn modelId="{AD42C1AF-6666-4E33-8094-DDC50FCE7FD4}" srcId="{361F9794-2DC5-4F0C-B587-F49ED599E3CC}" destId="{39B1BC69-5C0F-4AC3-B71F-09122894CCE3}" srcOrd="1" destOrd="0" parTransId="{5766DEF4-52E6-483B-BD2D-86EAFEBCAE87}" sibTransId="{B64738C2-B5CA-4C90-90E5-B2AC06C6A8C9}"/>
    <dgm:cxn modelId="{51EE2AB0-DD66-4F8C-A781-D0CF1939AFBE}" type="presOf" srcId="{3CF1D6DF-AF70-4837-8C9C-DFDEA653273B}" destId="{A557BD61-DFED-4102-B339-9E67E0D5A741}" srcOrd="0" destOrd="0" presId="urn:microsoft.com/office/officeart/2018/5/layout/CenteredIconLabelDescriptionList"/>
    <dgm:cxn modelId="{F9EDB2CD-A950-41FD-920C-570AA6C04CDE}" srcId="{6450D9EC-2C44-4379-9724-4D778D723B0F}" destId="{7487A5CC-0FC7-418C-A12B-F0EC8AC8CEDA}" srcOrd="1" destOrd="0" parTransId="{9D0F4072-2442-4C74-8FA9-FEA9DE44825B}" sibTransId="{3CA205EB-BC9A-49B5-9137-B4C34BFA9B9E}"/>
    <dgm:cxn modelId="{4BD88EE2-0BF4-44E1-B6BC-8B354BB8A896}" type="presOf" srcId="{340FEB69-1E87-427C-85C4-2EA48DD56B69}" destId="{6E668B7B-9B7F-41DA-9ACA-5B2D63806DDD}" srcOrd="0" destOrd="0" presId="urn:microsoft.com/office/officeart/2018/5/layout/CenteredIconLabelDescriptionList"/>
    <dgm:cxn modelId="{1D8D47E6-EB28-44BF-B5DB-F66CF82E2E00}" srcId="{B2B4D47E-35B9-432F-9485-6D1C55782036}" destId="{6450D9EC-2C44-4379-9724-4D778D723B0F}" srcOrd="2" destOrd="0" parTransId="{08F4FE6F-EF15-46C0-8963-653A1FCA604F}" sibTransId="{5E66B9EA-B5BD-45F5-B4C1-9BA14FF7FE8E}"/>
    <dgm:cxn modelId="{67B79F3B-6099-4CBB-8C67-0BD354A18245}" type="presParOf" srcId="{0AD19053-D315-47F2-9F48-7B24E4FD09B3}" destId="{C806D1E7-F0C7-4058-8241-9C3F1509B72A}" srcOrd="0" destOrd="0" presId="urn:microsoft.com/office/officeart/2018/5/layout/CenteredIconLabelDescriptionList"/>
    <dgm:cxn modelId="{FCB6DA03-7654-49D9-A9AD-BA6960B38332}" type="presParOf" srcId="{C806D1E7-F0C7-4058-8241-9C3F1509B72A}" destId="{4332D060-8F75-4A20-A893-ECCB1D609B7C}" srcOrd="0" destOrd="0" presId="urn:microsoft.com/office/officeart/2018/5/layout/CenteredIconLabelDescriptionList"/>
    <dgm:cxn modelId="{4A614E5D-B074-4FE8-BCB1-D99F74D0A1C6}" type="presParOf" srcId="{C806D1E7-F0C7-4058-8241-9C3F1509B72A}" destId="{164DB304-8D92-417C-83F1-C1A6592DE95F}" srcOrd="1" destOrd="0" presId="urn:microsoft.com/office/officeart/2018/5/layout/CenteredIconLabelDescriptionList"/>
    <dgm:cxn modelId="{BCE44CDF-21F9-4593-A2EB-867987608B34}" type="presParOf" srcId="{C806D1E7-F0C7-4058-8241-9C3F1509B72A}" destId="{A557BD61-DFED-4102-B339-9E67E0D5A741}" srcOrd="2" destOrd="0" presId="urn:microsoft.com/office/officeart/2018/5/layout/CenteredIconLabelDescriptionList"/>
    <dgm:cxn modelId="{FDDCF27F-D3AA-4124-BA6C-9954EC2E7527}" type="presParOf" srcId="{C806D1E7-F0C7-4058-8241-9C3F1509B72A}" destId="{959DCC2F-BAA2-4BFE-A035-7CE6B79214E9}" srcOrd="3" destOrd="0" presId="urn:microsoft.com/office/officeart/2018/5/layout/CenteredIconLabelDescriptionList"/>
    <dgm:cxn modelId="{5D4F1BDD-C9C5-4981-88D0-1C80B54968BE}" type="presParOf" srcId="{C806D1E7-F0C7-4058-8241-9C3F1509B72A}" destId="{0A04F5E7-0437-4A8E-9172-539C967E5183}" srcOrd="4" destOrd="0" presId="urn:microsoft.com/office/officeart/2018/5/layout/CenteredIconLabelDescriptionList"/>
    <dgm:cxn modelId="{B2848738-E505-49A4-98BD-70EDCA91B1A1}" type="presParOf" srcId="{0AD19053-D315-47F2-9F48-7B24E4FD09B3}" destId="{1A739A92-324B-444A-AFB8-B3E52BDDA600}" srcOrd="1" destOrd="0" presId="urn:microsoft.com/office/officeart/2018/5/layout/CenteredIconLabelDescriptionList"/>
    <dgm:cxn modelId="{5ED949C3-4505-4FCF-B52E-E4EA1CD5E35F}" type="presParOf" srcId="{0AD19053-D315-47F2-9F48-7B24E4FD09B3}" destId="{192D496A-825D-4B69-A8CF-AB32DA50E5E6}" srcOrd="2" destOrd="0" presId="urn:microsoft.com/office/officeart/2018/5/layout/CenteredIconLabelDescriptionList"/>
    <dgm:cxn modelId="{385F19F0-E5A7-4310-BBE6-C3A65DBB4A0A}" type="presParOf" srcId="{192D496A-825D-4B69-A8CF-AB32DA50E5E6}" destId="{A885CE8C-8162-4F9E-AF4A-0ABB1F2B1F2E}" srcOrd="0" destOrd="0" presId="urn:microsoft.com/office/officeart/2018/5/layout/CenteredIconLabelDescriptionList"/>
    <dgm:cxn modelId="{5FA47DF5-96C8-4D55-BC72-9642E707A685}" type="presParOf" srcId="{192D496A-825D-4B69-A8CF-AB32DA50E5E6}" destId="{549C6E1F-02ED-40F9-9565-7C8D754C8F5E}" srcOrd="1" destOrd="0" presId="urn:microsoft.com/office/officeart/2018/5/layout/CenteredIconLabelDescriptionList"/>
    <dgm:cxn modelId="{843980FF-0950-4C4D-AD5D-03C20D4AB07C}" type="presParOf" srcId="{192D496A-825D-4B69-A8CF-AB32DA50E5E6}" destId="{F81C5A78-2E74-445E-B78C-A773DF3EB2D6}" srcOrd="2" destOrd="0" presId="urn:microsoft.com/office/officeart/2018/5/layout/CenteredIconLabelDescriptionList"/>
    <dgm:cxn modelId="{B66D84C4-F845-4682-B9F5-57A2EDDC7485}" type="presParOf" srcId="{192D496A-825D-4B69-A8CF-AB32DA50E5E6}" destId="{37B5765B-517F-4996-A1BD-C46398C5D53D}" srcOrd="3" destOrd="0" presId="urn:microsoft.com/office/officeart/2018/5/layout/CenteredIconLabelDescriptionList"/>
    <dgm:cxn modelId="{01AB74FF-25A8-46B8-A410-1EC7A00BFD70}" type="presParOf" srcId="{192D496A-825D-4B69-A8CF-AB32DA50E5E6}" destId="{DA26FDBE-7700-4440-B73C-FA543A042F6C}" srcOrd="4" destOrd="0" presId="urn:microsoft.com/office/officeart/2018/5/layout/CenteredIconLabelDescriptionList"/>
    <dgm:cxn modelId="{FF75F298-222E-4D67-B63C-1C68FA8C045C}" type="presParOf" srcId="{0AD19053-D315-47F2-9F48-7B24E4FD09B3}" destId="{CD0012D7-F417-4528-BE87-C2F77C98DCBC}" srcOrd="3" destOrd="0" presId="urn:microsoft.com/office/officeart/2018/5/layout/CenteredIconLabelDescriptionList"/>
    <dgm:cxn modelId="{AE33F341-130A-4B70-9CA8-B5803592FD85}" type="presParOf" srcId="{0AD19053-D315-47F2-9F48-7B24E4FD09B3}" destId="{1F89A9C0-A074-4961-9EEB-19AC00EBBAFA}" srcOrd="4" destOrd="0" presId="urn:microsoft.com/office/officeart/2018/5/layout/CenteredIconLabelDescriptionList"/>
    <dgm:cxn modelId="{5DCE91B2-E80A-4BD9-B322-B141A67C73A8}" type="presParOf" srcId="{1F89A9C0-A074-4961-9EEB-19AC00EBBAFA}" destId="{8EF19400-2D01-4D14-B881-87E2E225EBCE}" srcOrd="0" destOrd="0" presId="urn:microsoft.com/office/officeart/2018/5/layout/CenteredIconLabelDescriptionList"/>
    <dgm:cxn modelId="{DF45E8E3-8EB4-4423-B041-61A0A0DD9EC9}" type="presParOf" srcId="{1F89A9C0-A074-4961-9EEB-19AC00EBBAFA}" destId="{093A8967-5C3B-43A4-B436-AF1DCB2A4835}" srcOrd="1" destOrd="0" presId="urn:microsoft.com/office/officeart/2018/5/layout/CenteredIconLabelDescriptionList"/>
    <dgm:cxn modelId="{65738735-D9F7-417E-A315-DDA70115F4F5}" type="presParOf" srcId="{1F89A9C0-A074-4961-9EEB-19AC00EBBAFA}" destId="{3D506413-1C74-4BF9-9F78-661EC268DE3A}" srcOrd="2" destOrd="0" presId="urn:microsoft.com/office/officeart/2018/5/layout/CenteredIconLabelDescriptionList"/>
    <dgm:cxn modelId="{CA769792-325C-482B-A211-A8E550937319}" type="presParOf" srcId="{1F89A9C0-A074-4961-9EEB-19AC00EBBAFA}" destId="{67201B0D-3D17-4AFE-B85A-CD4E6322BF28}" srcOrd="3" destOrd="0" presId="urn:microsoft.com/office/officeart/2018/5/layout/CenteredIconLabelDescriptionList"/>
    <dgm:cxn modelId="{75FB9504-ECE1-42D8-9079-FC9E0B515DCA}" type="presParOf" srcId="{1F89A9C0-A074-4961-9EEB-19AC00EBBAFA}" destId="{6E668B7B-9B7F-41DA-9ACA-5B2D63806D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CADFE4A5-954B-4515-9616-2F9D98B8E95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F834C86D-618B-4A03-A766-62EF584E08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PBKDF2</a:t>
          </a:r>
          <a:endParaRPr lang="tr-TR" dirty="0"/>
        </a:p>
      </dgm:t>
    </dgm:pt>
    <dgm:pt modelId="{EFCE4C8B-B321-4BC1-9512-48D45FE5D8B4}" type="parTrans" cxnId="{8B8518E3-90F6-48ED-8686-DDC6EAA1645C}">
      <dgm:prSet/>
      <dgm:spPr/>
      <dgm:t>
        <a:bodyPr/>
        <a:lstStyle/>
        <a:p>
          <a:endParaRPr lang="tr-TR"/>
        </a:p>
      </dgm:t>
    </dgm:pt>
    <dgm:pt modelId="{88727430-A4E4-4768-B6D2-4DD3D1A48050}" type="sibTrans" cxnId="{8B8518E3-90F6-48ED-8686-DDC6EAA1645C}">
      <dgm:prSet/>
      <dgm:spPr/>
      <dgm:t>
        <a:bodyPr/>
        <a:lstStyle/>
        <a:p>
          <a:endParaRPr lang="tr-TR"/>
        </a:p>
      </dgm:t>
    </dgm:pt>
    <dgm:pt modelId="{E3130853-384E-4AD1-8877-7AA371BA8A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2048 rounds of hashing</a:t>
          </a:r>
          <a:r>
            <a:rPr lang="tr-TR" dirty="0"/>
            <a:t> </a:t>
          </a:r>
        </a:p>
      </dgm:t>
    </dgm:pt>
    <dgm:pt modelId="{371A082C-751D-4535-979A-77FFBD2DF06A}" type="parTrans" cxnId="{A4B73AA0-470C-4563-A6E4-C4D7DA70724F}">
      <dgm:prSet/>
      <dgm:spPr/>
      <dgm:t>
        <a:bodyPr/>
        <a:lstStyle/>
        <a:p>
          <a:endParaRPr lang="tr-TR"/>
        </a:p>
      </dgm:t>
    </dgm:pt>
    <dgm:pt modelId="{E115B888-73C4-457C-8D24-6EFE778B8AB1}" type="sibTrans" cxnId="{A4B73AA0-470C-4563-A6E4-C4D7DA70724F}">
      <dgm:prSet/>
      <dgm:spPr/>
      <dgm:t>
        <a:bodyPr/>
        <a:lstStyle/>
        <a:p>
          <a:endParaRPr lang="tr-TR"/>
        </a:p>
      </dgm:t>
    </dgm:pt>
    <dgm:pt modelId="{A4919C75-845B-43FF-92A0-9A9E74768B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Produces</a:t>
          </a:r>
        </a:p>
      </dgm:t>
    </dgm:pt>
    <dgm:pt modelId="{B4F00FCE-BF1B-4F2F-A8CA-96A80F738789}" type="parTrans" cxnId="{19AE5F06-29DB-4CAB-A0A9-C08781CB548E}">
      <dgm:prSet/>
      <dgm:spPr/>
      <dgm:t>
        <a:bodyPr/>
        <a:lstStyle/>
        <a:p>
          <a:endParaRPr lang="tr-TR"/>
        </a:p>
      </dgm:t>
    </dgm:pt>
    <dgm:pt modelId="{5D44EFB8-433D-4C69-8DF5-BC5B944C2E2A}" type="sibTrans" cxnId="{19AE5F06-29DB-4CAB-A0A9-C08781CB548E}">
      <dgm:prSet/>
      <dgm:spPr/>
      <dgm:t>
        <a:bodyPr/>
        <a:lstStyle/>
        <a:p>
          <a:endParaRPr lang="tr-TR"/>
        </a:p>
      </dgm:t>
    </dgm:pt>
    <dgm:pt modelId="{5A56851B-3DF2-492E-96E7-A32BD77EC3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Seed</a:t>
          </a:r>
        </a:p>
      </dgm:t>
    </dgm:pt>
    <dgm:pt modelId="{4B84DEC8-D81A-4841-850F-94443E314303}" type="parTrans" cxnId="{F0190D4B-7158-491A-BACE-6E1A853786C5}">
      <dgm:prSet/>
      <dgm:spPr/>
      <dgm:t>
        <a:bodyPr/>
        <a:lstStyle/>
        <a:p>
          <a:endParaRPr lang="tr-TR"/>
        </a:p>
      </dgm:t>
    </dgm:pt>
    <dgm:pt modelId="{6D651DC2-B4D1-482D-A5C4-230C9C255F40}" type="sibTrans" cxnId="{F0190D4B-7158-491A-BACE-6E1A853786C5}">
      <dgm:prSet/>
      <dgm:spPr/>
      <dgm:t>
        <a:bodyPr/>
        <a:lstStyle/>
        <a:p>
          <a:endParaRPr lang="tr-TR"/>
        </a:p>
      </dgm:t>
    </dgm:pt>
    <dgm:pt modelId="{F6090C37-D102-42AF-9EC3-F1B65D0720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stretches the mnemonic</a:t>
          </a:r>
          <a:endParaRPr lang="tr-TR" dirty="0"/>
        </a:p>
      </dgm:t>
    </dgm:pt>
    <dgm:pt modelId="{3003AE1F-8246-4C33-9023-B60CE0FBE09D}" type="parTrans" cxnId="{334B75A2-DBAB-4AD2-83DD-A17F1A364ED7}">
      <dgm:prSet/>
      <dgm:spPr/>
      <dgm:t>
        <a:bodyPr/>
        <a:lstStyle/>
        <a:p>
          <a:endParaRPr lang="tr-TR"/>
        </a:p>
      </dgm:t>
    </dgm:pt>
    <dgm:pt modelId="{94E19D46-BFBA-4197-88A5-BAB3C166C5F5}" type="sibTrans" cxnId="{334B75A2-DBAB-4AD2-83DD-A17F1A364ED7}">
      <dgm:prSet/>
      <dgm:spPr/>
      <dgm:t>
        <a:bodyPr/>
        <a:lstStyle/>
        <a:p>
          <a:endParaRPr lang="tr-TR"/>
        </a:p>
      </dgm:t>
    </dgm:pt>
    <dgm:pt modelId="{C84C0E29-CBA1-44F8-9F58-0E657114882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HMAC-SHA512 </a:t>
          </a:r>
          <a:endParaRPr lang="tr-TR" dirty="0"/>
        </a:p>
      </dgm:t>
    </dgm:pt>
    <dgm:pt modelId="{310FB855-2524-4EAA-A859-26B2F5919632}" type="parTrans" cxnId="{3F819802-A069-4F11-9DD6-B4F5C9B5849F}">
      <dgm:prSet/>
      <dgm:spPr/>
      <dgm:t>
        <a:bodyPr/>
        <a:lstStyle/>
        <a:p>
          <a:endParaRPr lang="tr-TR"/>
        </a:p>
      </dgm:t>
    </dgm:pt>
    <dgm:pt modelId="{F3859AF1-A89A-4102-A426-3CAAE89CDA1D}" type="sibTrans" cxnId="{3F819802-A069-4F11-9DD6-B4F5C9B5849F}">
      <dgm:prSet/>
      <dgm:spPr/>
      <dgm:t>
        <a:bodyPr/>
        <a:lstStyle/>
        <a:p>
          <a:endParaRPr lang="tr-TR"/>
        </a:p>
      </dgm:t>
    </dgm:pt>
    <dgm:pt modelId="{F87A030A-CE6B-4EBD-AF5E-0860092615A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</a:t>
          </a:r>
          <a:r>
            <a:rPr lang="en-US" dirty="0"/>
            <a:t> 512-bit value</a:t>
          </a:r>
          <a:endParaRPr lang="tr-TR" dirty="0"/>
        </a:p>
      </dgm:t>
    </dgm:pt>
    <dgm:pt modelId="{4BF2E24D-E77D-4982-9DFB-B322918925EA}" type="parTrans" cxnId="{6FFC873E-8142-4146-A472-1066266D1C89}">
      <dgm:prSet/>
      <dgm:spPr/>
      <dgm:t>
        <a:bodyPr/>
        <a:lstStyle/>
        <a:p>
          <a:endParaRPr lang="tr-TR"/>
        </a:p>
      </dgm:t>
    </dgm:pt>
    <dgm:pt modelId="{9FC5F20D-8C38-4AC5-B337-69127FCCF207}" type="sibTrans" cxnId="{6FFC873E-8142-4146-A472-1066266D1C89}">
      <dgm:prSet/>
      <dgm:spPr/>
      <dgm:t>
        <a:bodyPr/>
        <a:lstStyle/>
        <a:p>
          <a:endParaRPr lang="tr-TR"/>
        </a:p>
      </dgm:t>
    </dgm:pt>
    <dgm:pt modelId="{FB86CD71-9C66-4913-8C5E-DC22CD4E4D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That 512-bit value</a:t>
          </a:r>
          <a:endParaRPr lang="tr-TR" dirty="0"/>
        </a:p>
      </dgm:t>
    </dgm:pt>
    <dgm:pt modelId="{FCDD79C6-465F-4FCD-9171-A46696F10E62}" type="parTrans" cxnId="{67A75412-F687-4C30-8C3D-78166EEAE34B}">
      <dgm:prSet/>
      <dgm:spPr/>
      <dgm:t>
        <a:bodyPr/>
        <a:lstStyle/>
        <a:p>
          <a:endParaRPr lang="tr-TR"/>
        </a:p>
      </dgm:t>
    </dgm:pt>
    <dgm:pt modelId="{703E2EC9-796B-443E-93C9-AC4F4EA4377E}" type="sibTrans" cxnId="{67A75412-F687-4C30-8C3D-78166EEAE34B}">
      <dgm:prSet/>
      <dgm:spPr/>
      <dgm:t>
        <a:bodyPr/>
        <a:lstStyle/>
        <a:p>
          <a:endParaRPr lang="tr-TR"/>
        </a:p>
      </dgm:t>
    </dgm:pt>
    <dgm:pt modelId="{77EE922F-9BF4-49F2-A9CC-4F779A1A34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</a:t>
          </a:r>
          <a:r>
            <a:rPr lang="en-US" dirty="0"/>
            <a:t>the seed.</a:t>
          </a:r>
          <a:endParaRPr lang="tr-TR" dirty="0"/>
        </a:p>
      </dgm:t>
    </dgm:pt>
    <dgm:pt modelId="{568D30CD-4EE9-47ED-B569-5DDB1AF5C2C1}" type="parTrans" cxnId="{F597BD44-557B-4B7D-BD89-C391CCF5BE4B}">
      <dgm:prSet/>
      <dgm:spPr/>
      <dgm:t>
        <a:bodyPr/>
        <a:lstStyle/>
        <a:p>
          <a:endParaRPr lang="tr-TR"/>
        </a:p>
      </dgm:t>
    </dgm:pt>
    <dgm:pt modelId="{FDB1F85A-B80A-40AC-BFC5-D1053C7EF911}" type="sibTrans" cxnId="{F597BD44-557B-4B7D-BD89-C391CCF5BE4B}">
      <dgm:prSet/>
      <dgm:spPr/>
      <dgm:t>
        <a:bodyPr/>
        <a:lstStyle/>
        <a:p>
          <a:endParaRPr lang="tr-TR"/>
        </a:p>
      </dgm:t>
    </dgm:pt>
    <dgm:pt modelId="{E5D72A9F-C0D7-4FB8-A4E7-958BAB2EB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</a:t>
          </a:r>
          <a:r>
            <a:rPr lang="en-US" dirty="0"/>
            <a:t>salt parameters</a:t>
          </a:r>
          <a:endParaRPr lang="tr-TR" dirty="0"/>
        </a:p>
      </dgm:t>
    </dgm:pt>
    <dgm:pt modelId="{08D7ECE9-CF4F-4179-AFBF-B836FCC83C34}" type="parTrans" cxnId="{F5847092-DA05-4D6C-B648-3C51CB76801B}">
      <dgm:prSet/>
      <dgm:spPr/>
      <dgm:t>
        <a:bodyPr/>
        <a:lstStyle/>
        <a:p>
          <a:endParaRPr lang="tr-TR"/>
        </a:p>
      </dgm:t>
    </dgm:pt>
    <dgm:pt modelId="{49BCDD22-04E1-41FA-851B-05DE54819677}" type="sibTrans" cxnId="{F5847092-DA05-4D6C-B648-3C51CB76801B}">
      <dgm:prSet/>
      <dgm:spPr/>
      <dgm:t>
        <a:bodyPr/>
        <a:lstStyle/>
        <a:p>
          <a:endParaRPr lang="tr-TR"/>
        </a:p>
      </dgm:t>
    </dgm:pt>
    <dgm:pt modelId="{57FDC857-9CD7-4876-94F6-6A4831B7E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</a:t>
          </a:r>
          <a:r>
            <a:rPr lang="en-US" dirty="0"/>
            <a:t>its final</a:t>
          </a:r>
          <a:r>
            <a:rPr lang="tr-TR" dirty="0"/>
            <a:t> </a:t>
          </a:r>
          <a:r>
            <a:rPr lang="en-US" dirty="0"/>
            <a:t>output</a:t>
          </a:r>
          <a:endParaRPr lang="tr-TR" dirty="0"/>
        </a:p>
      </dgm:t>
    </dgm:pt>
    <dgm:pt modelId="{07731C69-2ECA-4D8A-81DB-78CF4B022BE0}" type="parTrans" cxnId="{3F02DC1A-7E03-49B4-B960-70BBB082E09D}">
      <dgm:prSet/>
      <dgm:spPr/>
      <dgm:t>
        <a:bodyPr/>
        <a:lstStyle/>
        <a:p>
          <a:endParaRPr lang="tr-TR"/>
        </a:p>
      </dgm:t>
    </dgm:pt>
    <dgm:pt modelId="{3CB2BF2C-C034-4B79-B313-2E6E7A3986C0}" type="sibTrans" cxnId="{3F02DC1A-7E03-49B4-B960-70BBB082E09D}">
      <dgm:prSet/>
      <dgm:spPr/>
      <dgm:t>
        <a:bodyPr/>
        <a:lstStyle/>
        <a:p>
          <a:endParaRPr lang="tr-TR"/>
        </a:p>
      </dgm:t>
    </dgm:pt>
    <dgm:pt modelId="{83AFC857-36A4-48B0-BC0F-3643438653E0}" type="pres">
      <dgm:prSet presAssocID="{CADFE4A5-954B-4515-9616-2F9D98B8E956}" presName="root" presStyleCnt="0">
        <dgm:presLayoutVars>
          <dgm:dir/>
          <dgm:resizeHandles val="exact"/>
        </dgm:presLayoutVars>
      </dgm:prSet>
      <dgm:spPr/>
    </dgm:pt>
    <dgm:pt modelId="{CF9046B0-CCC4-4227-9D2A-6EE708283ADA}" type="pres">
      <dgm:prSet presAssocID="{F834C86D-618B-4A03-A766-62EF584E0877}" presName="compNode" presStyleCnt="0"/>
      <dgm:spPr/>
    </dgm:pt>
    <dgm:pt modelId="{933F52CF-98EC-40B6-8413-AC9ADE1F6F5F}" type="pres">
      <dgm:prSet presAssocID="{F834C86D-618B-4A03-A766-62EF584E08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4209B82E-7791-4A28-9E4C-4D8B5B00D9D5}" type="pres">
      <dgm:prSet presAssocID="{F834C86D-618B-4A03-A766-62EF584E0877}" presName="iconSpace" presStyleCnt="0"/>
      <dgm:spPr/>
    </dgm:pt>
    <dgm:pt modelId="{00C6F241-4E95-4682-B11E-6A9709A4D7AE}" type="pres">
      <dgm:prSet presAssocID="{F834C86D-618B-4A03-A766-62EF584E0877}" presName="parTx" presStyleLbl="revTx" presStyleIdx="0" presStyleCnt="8">
        <dgm:presLayoutVars>
          <dgm:chMax val="0"/>
          <dgm:chPref val="0"/>
        </dgm:presLayoutVars>
      </dgm:prSet>
      <dgm:spPr/>
    </dgm:pt>
    <dgm:pt modelId="{8E555C6C-13B7-4CE6-B7CD-59E29B36279E}" type="pres">
      <dgm:prSet presAssocID="{F834C86D-618B-4A03-A766-62EF584E0877}" presName="txSpace" presStyleCnt="0"/>
      <dgm:spPr/>
    </dgm:pt>
    <dgm:pt modelId="{5B7A6534-4895-472F-9BF9-1B5F074083DF}" type="pres">
      <dgm:prSet presAssocID="{F834C86D-618B-4A03-A766-62EF584E0877}" presName="desTx" presStyleLbl="revTx" presStyleIdx="1" presStyleCnt="8">
        <dgm:presLayoutVars/>
      </dgm:prSet>
      <dgm:spPr/>
    </dgm:pt>
    <dgm:pt modelId="{36F6E044-8A15-4306-91AF-4860D5E72E1D}" type="pres">
      <dgm:prSet presAssocID="{88727430-A4E4-4768-B6D2-4DD3D1A48050}" presName="sibTrans" presStyleCnt="0"/>
      <dgm:spPr/>
    </dgm:pt>
    <dgm:pt modelId="{5050A510-D444-42D3-ABFA-37BD0F4F1440}" type="pres">
      <dgm:prSet presAssocID="{C84C0E29-CBA1-44F8-9F58-0E6571148828}" presName="compNode" presStyleCnt="0"/>
      <dgm:spPr/>
    </dgm:pt>
    <dgm:pt modelId="{79A455F7-8037-43EB-8C0B-3CA690E39DF4}" type="pres">
      <dgm:prSet presAssocID="{C84C0E29-CBA1-44F8-9F58-0E65711488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15AF44FC-CFC9-4155-8572-B252CC18F822}" type="pres">
      <dgm:prSet presAssocID="{C84C0E29-CBA1-44F8-9F58-0E6571148828}" presName="iconSpace" presStyleCnt="0"/>
      <dgm:spPr/>
    </dgm:pt>
    <dgm:pt modelId="{AF70D383-A4EE-4771-B319-4F8585EEF8DB}" type="pres">
      <dgm:prSet presAssocID="{C84C0E29-CBA1-44F8-9F58-0E6571148828}" presName="parTx" presStyleLbl="revTx" presStyleIdx="2" presStyleCnt="8">
        <dgm:presLayoutVars>
          <dgm:chMax val="0"/>
          <dgm:chPref val="0"/>
        </dgm:presLayoutVars>
      </dgm:prSet>
      <dgm:spPr/>
    </dgm:pt>
    <dgm:pt modelId="{C7A3D079-B5DF-4F7A-B659-2E6E32FED33E}" type="pres">
      <dgm:prSet presAssocID="{C84C0E29-CBA1-44F8-9F58-0E6571148828}" presName="txSpace" presStyleCnt="0"/>
      <dgm:spPr/>
    </dgm:pt>
    <dgm:pt modelId="{F15A0094-0624-4F46-8259-982F39A285A6}" type="pres">
      <dgm:prSet presAssocID="{C84C0E29-CBA1-44F8-9F58-0E6571148828}" presName="desTx" presStyleLbl="revTx" presStyleIdx="3" presStyleCnt="8">
        <dgm:presLayoutVars/>
      </dgm:prSet>
      <dgm:spPr/>
    </dgm:pt>
    <dgm:pt modelId="{EFC50B52-3756-4704-9882-EBE782E00F30}" type="pres">
      <dgm:prSet presAssocID="{F3859AF1-A89A-4102-A426-3CAAE89CDA1D}" presName="sibTrans" presStyleCnt="0"/>
      <dgm:spPr/>
    </dgm:pt>
    <dgm:pt modelId="{9EB7AF12-BBD3-4364-9BB5-A8A3B49AA6ED}" type="pres">
      <dgm:prSet presAssocID="{A4919C75-845B-43FF-92A0-9A9E74768BAA}" presName="compNode" presStyleCnt="0"/>
      <dgm:spPr/>
    </dgm:pt>
    <dgm:pt modelId="{0DD8F860-C28A-472F-9C5F-F04A9F797EE6}" type="pres">
      <dgm:prSet presAssocID="{A4919C75-845B-43FF-92A0-9A9E74768B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D4A79D3D-5A4F-4247-9310-9528F82451F2}" type="pres">
      <dgm:prSet presAssocID="{A4919C75-845B-43FF-92A0-9A9E74768BAA}" presName="iconSpace" presStyleCnt="0"/>
      <dgm:spPr/>
    </dgm:pt>
    <dgm:pt modelId="{125BE656-F90F-46C9-824C-D7A135FFFF4E}" type="pres">
      <dgm:prSet presAssocID="{A4919C75-845B-43FF-92A0-9A9E74768BAA}" presName="parTx" presStyleLbl="revTx" presStyleIdx="4" presStyleCnt="8">
        <dgm:presLayoutVars>
          <dgm:chMax val="0"/>
          <dgm:chPref val="0"/>
        </dgm:presLayoutVars>
      </dgm:prSet>
      <dgm:spPr/>
    </dgm:pt>
    <dgm:pt modelId="{55D50243-DE39-410A-B25F-F3E4254D2AFF}" type="pres">
      <dgm:prSet presAssocID="{A4919C75-845B-43FF-92A0-9A9E74768BAA}" presName="txSpace" presStyleCnt="0"/>
      <dgm:spPr/>
    </dgm:pt>
    <dgm:pt modelId="{40C807F2-FCCF-472E-B1F1-6F32186DCFD6}" type="pres">
      <dgm:prSet presAssocID="{A4919C75-845B-43FF-92A0-9A9E74768BAA}" presName="desTx" presStyleLbl="revTx" presStyleIdx="5" presStyleCnt="8">
        <dgm:presLayoutVars/>
      </dgm:prSet>
      <dgm:spPr/>
    </dgm:pt>
    <dgm:pt modelId="{AC996ADF-DF76-492A-84EB-DE0DAABC86A3}" type="pres">
      <dgm:prSet presAssocID="{5D44EFB8-433D-4C69-8DF5-BC5B944C2E2A}" presName="sibTrans" presStyleCnt="0"/>
      <dgm:spPr/>
    </dgm:pt>
    <dgm:pt modelId="{DD02AF40-C2E9-4181-B08F-0E6CECE01431}" type="pres">
      <dgm:prSet presAssocID="{5A56851B-3DF2-492E-96E7-A32BD77EC37B}" presName="compNode" presStyleCnt="0"/>
      <dgm:spPr/>
    </dgm:pt>
    <dgm:pt modelId="{8D37D8F0-B8A9-4B2B-8E7C-B2C03CD532F9}" type="pres">
      <dgm:prSet presAssocID="{5A56851B-3DF2-492E-96E7-A32BD77EC37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8B8F0D58-C23B-4DB0-9263-A0AB691B4D48}" type="pres">
      <dgm:prSet presAssocID="{5A56851B-3DF2-492E-96E7-A32BD77EC37B}" presName="iconSpace" presStyleCnt="0"/>
      <dgm:spPr/>
    </dgm:pt>
    <dgm:pt modelId="{1F726BD0-9AF3-44F6-873C-BC33E86532E5}" type="pres">
      <dgm:prSet presAssocID="{5A56851B-3DF2-492E-96E7-A32BD77EC37B}" presName="parTx" presStyleLbl="revTx" presStyleIdx="6" presStyleCnt="8">
        <dgm:presLayoutVars>
          <dgm:chMax val="0"/>
          <dgm:chPref val="0"/>
        </dgm:presLayoutVars>
      </dgm:prSet>
      <dgm:spPr/>
    </dgm:pt>
    <dgm:pt modelId="{1809307A-904E-41B4-94DF-C96572FC6A7F}" type="pres">
      <dgm:prSet presAssocID="{5A56851B-3DF2-492E-96E7-A32BD77EC37B}" presName="txSpace" presStyleCnt="0"/>
      <dgm:spPr/>
    </dgm:pt>
    <dgm:pt modelId="{36B8869B-E16F-4C81-B1EC-A491083F1C55}" type="pres">
      <dgm:prSet presAssocID="{5A56851B-3DF2-492E-96E7-A32BD77EC37B}" presName="desTx" presStyleLbl="revTx" presStyleIdx="7" presStyleCnt="8">
        <dgm:presLayoutVars/>
      </dgm:prSet>
      <dgm:spPr/>
    </dgm:pt>
  </dgm:ptLst>
  <dgm:cxnLst>
    <dgm:cxn modelId="{3F819802-A069-4F11-9DD6-B4F5C9B5849F}" srcId="{CADFE4A5-954B-4515-9616-2F9D98B8E956}" destId="{C84C0E29-CBA1-44F8-9F58-0E6571148828}" srcOrd="1" destOrd="0" parTransId="{310FB855-2524-4EAA-A859-26B2F5919632}" sibTransId="{F3859AF1-A89A-4102-A426-3CAAE89CDA1D}"/>
    <dgm:cxn modelId="{19AE5F06-29DB-4CAB-A0A9-C08781CB548E}" srcId="{CADFE4A5-954B-4515-9616-2F9D98B8E956}" destId="{A4919C75-845B-43FF-92A0-9A9E74768BAA}" srcOrd="2" destOrd="0" parTransId="{B4F00FCE-BF1B-4F2F-A8CA-96A80F738789}" sibTransId="{5D44EFB8-433D-4C69-8DF5-BC5B944C2E2A}"/>
    <dgm:cxn modelId="{47D7E007-128E-482A-8596-C5B7E78D00D1}" type="presOf" srcId="{5A56851B-3DF2-492E-96E7-A32BD77EC37B}" destId="{1F726BD0-9AF3-44F6-873C-BC33E86532E5}" srcOrd="0" destOrd="0" presId="urn:microsoft.com/office/officeart/2018/5/layout/CenteredIconLabelDescriptionList"/>
    <dgm:cxn modelId="{67A75412-F687-4C30-8C3D-78166EEAE34B}" srcId="{5A56851B-3DF2-492E-96E7-A32BD77EC37B}" destId="{FB86CD71-9C66-4913-8C5E-DC22CD4E4DFE}" srcOrd="0" destOrd="0" parTransId="{FCDD79C6-465F-4FCD-9171-A46696F10E62}" sibTransId="{703E2EC9-796B-443E-93C9-AC4F4EA4377E}"/>
    <dgm:cxn modelId="{3F02DC1A-7E03-49B4-B960-70BBB082E09D}" srcId="{A4919C75-845B-43FF-92A0-9A9E74768BAA}" destId="{57FDC857-9CD7-4876-94F6-6A4831B7E0D8}" srcOrd="1" destOrd="0" parTransId="{07731C69-2ECA-4D8A-81DB-78CF4B022BE0}" sibTransId="{3CB2BF2C-C034-4B79-B313-2E6E7A3986C0}"/>
    <dgm:cxn modelId="{2EBD751B-A8F8-47A0-A7CB-7238AA065C6D}" type="presOf" srcId="{F834C86D-618B-4A03-A766-62EF584E0877}" destId="{00C6F241-4E95-4682-B11E-6A9709A4D7AE}" srcOrd="0" destOrd="0" presId="urn:microsoft.com/office/officeart/2018/5/layout/CenteredIconLabelDescriptionList"/>
    <dgm:cxn modelId="{1B51201F-D6B0-4A39-A48B-BF6EADA71F56}" type="presOf" srcId="{57FDC857-9CD7-4876-94F6-6A4831B7E0D8}" destId="{40C807F2-FCCF-472E-B1F1-6F32186DCFD6}" srcOrd="0" destOrd="1" presId="urn:microsoft.com/office/officeart/2018/5/layout/CenteredIconLabelDescriptionList"/>
    <dgm:cxn modelId="{53F83020-4177-454B-959E-07183E3A1FF4}" type="presOf" srcId="{F87A030A-CE6B-4EBD-AF5E-0860092615A9}" destId="{40C807F2-FCCF-472E-B1F1-6F32186DCFD6}" srcOrd="0" destOrd="0" presId="urn:microsoft.com/office/officeart/2018/5/layout/CenteredIconLabelDescriptionList"/>
    <dgm:cxn modelId="{8E1AA835-1220-4212-9B4C-6A2FBBED5F6E}" type="presOf" srcId="{CADFE4A5-954B-4515-9616-2F9D98B8E956}" destId="{83AFC857-36A4-48B0-BC0F-3643438653E0}" srcOrd="0" destOrd="0" presId="urn:microsoft.com/office/officeart/2018/5/layout/CenteredIconLabelDescriptionList"/>
    <dgm:cxn modelId="{42F3A036-F70B-4D7F-976F-258B5BA3A896}" type="presOf" srcId="{A4919C75-845B-43FF-92A0-9A9E74768BAA}" destId="{125BE656-F90F-46C9-824C-D7A135FFFF4E}" srcOrd="0" destOrd="0" presId="urn:microsoft.com/office/officeart/2018/5/layout/CenteredIconLabelDescriptionList"/>
    <dgm:cxn modelId="{6FFC873E-8142-4146-A472-1066266D1C89}" srcId="{A4919C75-845B-43FF-92A0-9A9E74768BAA}" destId="{F87A030A-CE6B-4EBD-AF5E-0860092615A9}" srcOrd="0" destOrd="0" parTransId="{4BF2E24D-E77D-4982-9DFB-B322918925EA}" sibTransId="{9FC5F20D-8C38-4AC5-B337-69127FCCF207}"/>
    <dgm:cxn modelId="{F597BD44-557B-4B7D-BD89-C391CCF5BE4B}" srcId="{5A56851B-3DF2-492E-96E7-A32BD77EC37B}" destId="{77EE922F-9BF4-49F2-A9CC-4F779A1A34F1}" srcOrd="1" destOrd="0" parTransId="{568D30CD-4EE9-47ED-B569-5DDB1AF5C2C1}" sibTransId="{FDB1F85A-B80A-40AC-BFC5-D1053C7EF911}"/>
    <dgm:cxn modelId="{C945DD48-E441-4BEA-ADD4-77EA3FD7458E}" type="presOf" srcId="{FB86CD71-9C66-4913-8C5E-DC22CD4E4DFE}" destId="{36B8869B-E16F-4C81-B1EC-A491083F1C55}" srcOrd="0" destOrd="0" presId="urn:microsoft.com/office/officeart/2018/5/layout/CenteredIconLabelDescriptionList"/>
    <dgm:cxn modelId="{F0190D4B-7158-491A-BACE-6E1A853786C5}" srcId="{CADFE4A5-954B-4515-9616-2F9D98B8E956}" destId="{5A56851B-3DF2-492E-96E7-A32BD77EC37B}" srcOrd="3" destOrd="0" parTransId="{4B84DEC8-D81A-4841-850F-94443E314303}" sibTransId="{6D651DC2-B4D1-482D-A5C4-230C9C255F40}"/>
    <dgm:cxn modelId="{7C32DC6B-6ADB-4B68-B48C-DDF2EAE4B4F3}" type="presOf" srcId="{E3130853-384E-4AD1-8877-7AA371BA8A38}" destId="{F15A0094-0624-4F46-8259-982F39A285A6}" srcOrd="0" destOrd="0" presId="urn:microsoft.com/office/officeart/2018/5/layout/CenteredIconLabelDescriptionList"/>
    <dgm:cxn modelId="{129C5557-6512-4641-BEC7-48EE8E48737B}" type="presOf" srcId="{77EE922F-9BF4-49F2-A9CC-4F779A1A34F1}" destId="{36B8869B-E16F-4C81-B1EC-A491083F1C55}" srcOrd="0" destOrd="1" presId="urn:microsoft.com/office/officeart/2018/5/layout/CenteredIconLabelDescriptionList"/>
    <dgm:cxn modelId="{F5847092-DA05-4D6C-B648-3C51CB76801B}" srcId="{F834C86D-618B-4A03-A766-62EF584E0877}" destId="{E5D72A9F-C0D7-4FB8-A4E7-958BAB2EBD3D}" srcOrd="1" destOrd="0" parTransId="{08D7ECE9-CF4F-4179-AFBF-B836FCC83C34}" sibTransId="{49BCDD22-04E1-41FA-851B-05DE54819677}"/>
    <dgm:cxn modelId="{10603B9F-E985-4D73-B215-5DFFD2208D50}" type="presOf" srcId="{E5D72A9F-C0D7-4FB8-A4E7-958BAB2EBD3D}" destId="{5B7A6534-4895-472F-9BF9-1B5F074083DF}" srcOrd="0" destOrd="1" presId="urn:microsoft.com/office/officeart/2018/5/layout/CenteredIconLabelDescriptionList"/>
    <dgm:cxn modelId="{A4B73AA0-470C-4563-A6E4-C4D7DA70724F}" srcId="{C84C0E29-CBA1-44F8-9F58-0E6571148828}" destId="{E3130853-384E-4AD1-8877-7AA371BA8A38}" srcOrd="0" destOrd="0" parTransId="{371A082C-751D-4535-979A-77FFBD2DF06A}" sibTransId="{E115B888-73C4-457C-8D24-6EFE778B8AB1}"/>
    <dgm:cxn modelId="{334B75A2-DBAB-4AD2-83DD-A17F1A364ED7}" srcId="{F834C86D-618B-4A03-A766-62EF584E0877}" destId="{F6090C37-D102-42AF-9EC3-F1B65D072040}" srcOrd="0" destOrd="0" parTransId="{3003AE1F-8246-4C33-9023-B60CE0FBE09D}" sibTransId="{94E19D46-BFBA-4197-88A5-BAB3C166C5F5}"/>
    <dgm:cxn modelId="{F21736AA-77B1-42E9-9F1F-6F3A7A23CCF2}" type="presOf" srcId="{C84C0E29-CBA1-44F8-9F58-0E6571148828}" destId="{AF70D383-A4EE-4771-B319-4F8585EEF8DB}" srcOrd="0" destOrd="0" presId="urn:microsoft.com/office/officeart/2018/5/layout/CenteredIconLabelDescriptionList"/>
    <dgm:cxn modelId="{8B8518E3-90F6-48ED-8686-DDC6EAA1645C}" srcId="{CADFE4A5-954B-4515-9616-2F9D98B8E956}" destId="{F834C86D-618B-4A03-A766-62EF584E0877}" srcOrd="0" destOrd="0" parTransId="{EFCE4C8B-B321-4BC1-9512-48D45FE5D8B4}" sibTransId="{88727430-A4E4-4768-B6D2-4DD3D1A48050}"/>
    <dgm:cxn modelId="{9E3AC1E4-AB65-4345-B2D3-3642589A2AA0}" type="presOf" srcId="{F6090C37-D102-42AF-9EC3-F1B65D072040}" destId="{5B7A6534-4895-472F-9BF9-1B5F074083DF}" srcOrd="0" destOrd="0" presId="urn:microsoft.com/office/officeart/2018/5/layout/CenteredIconLabelDescriptionList"/>
    <dgm:cxn modelId="{801AF9D1-6714-4B76-83DC-450807CEB9CB}" type="presParOf" srcId="{83AFC857-36A4-48B0-BC0F-3643438653E0}" destId="{CF9046B0-CCC4-4227-9D2A-6EE708283ADA}" srcOrd="0" destOrd="0" presId="urn:microsoft.com/office/officeart/2018/5/layout/CenteredIconLabelDescriptionList"/>
    <dgm:cxn modelId="{29BB79A8-D637-4145-B364-301E91CA6234}" type="presParOf" srcId="{CF9046B0-CCC4-4227-9D2A-6EE708283ADA}" destId="{933F52CF-98EC-40B6-8413-AC9ADE1F6F5F}" srcOrd="0" destOrd="0" presId="urn:microsoft.com/office/officeart/2018/5/layout/CenteredIconLabelDescriptionList"/>
    <dgm:cxn modelId="{D056C070-9A14-4B21-B072-CC8DC82C991D}" type="presParOf" srcId="{CF9046B0-CCC4-4227-9D2A-6EE708283ADA}" destId="{4209B82E-7791-4A28-9E4C-4D8B5B00D9D5}" srcOrd="1" destOrd="0" presId="urn:microsoft.com/office/officeart/2018/5/layout/CenteredIconLabelDescriptionList"/>
    <dgm:cxn modelId="{72514E0B-6CA8-454C-A1C4-9EBFB0CABA82}" type="presParOf" srcId="{CF9046B0-CCC4-4227-9D2A-6EE708283ADA}" destId="{00C6F241-4E95-4682-B11E-6A9709A4D7AE}" srcOrd="2" destOrd="0" presId="urn:microsoft.com/office/officeart/2018/5/layout/CenteredIconLabelDescriptionList"/>
    <dgm:cxn modelId="{E9F4E656-405E-448D-9A46-914E36C8AF89}" type="presParOf" srcId="{CF9046B0-CCC4-4227-9D2A-6EE708283ADA}" destId="{8E555C6C-13B7-4CE6-B7CD-59E29B36279E}" srcOrd="3" destOrd="0" presId="urn:microsoft.com/office/officeart/2018/5/layout/CenteredIconLabelDescriptionList"/>
    <dgm:cxn modelId="{9027DEC4-52ED-4F8C-B305-B1332380CC99}" type="presParOf" srcId="{CF9046B0-CCC4-4227-9D2A-6EE708283ADA}" destId="{5B7A6534-4895-472F-9BF9-1B5F074083DF}" srcOrd="4" destOrd="0" presId="urn:microsoft.com/office/officeart/2018/5/layout/CenteredIconLabelDescriptionList"/>
    <dgm:cxn modelId="{B18C4F80-FD95-499F-ABA2-A7EA177C34EE}" type="presParOf" srcId="{83AFC857-36A4-48B0-BC0F-3643438653E0}" destId="{36F6E044-8A15-4306-91AF-4860D5E72E1D}" srcOrd="1" destOrd="0" presId="urn:microsoft.com/office/officeart/2018/5/layout/CenteredIconLabelDescriptionList"/>
    <dgm:cxn modelId="{A195C6DF-0A3A-4EBA-AEA4-4F9D0314FFB1}" type="presParOf" srcId="{83AFC857-36A4-48B0-BC0F-3643438653E0}" destId="{5050A510-D444-42D3-ABFA-37BD0F4F1440}" srcOrd="2" destOrd="0" presId="urn:microsoft.com/office/officeart/2018/5/layout/CenteredIconLabelDescriptionList"/>
    <dgm:cxn modelId="{36AE33C5-E273-49C0-9D29-024D1C0E436E}" type="presParOf" srcId="{5050A510-D444-42D3-ABFA-37BD0F4F1440}" destId="{79A455F7-8037-43EB-8C0B-3CA690E39DF4}" srcOrd="0" destOrd="0" presId="urn:microsoft.com/office/officeart/2018/5/layout/CenteredIconLabelDescriptionList"/>
    <dgm:cxn modelId="{F55A0251-D115-4140-B1C2-3575A72AECD2}" type="presParOf" srcId="{5050A510-D444-42D3-ABFA-37BD0F4F1440}" destId="{15AF44FC-CFC9-4155-8572-B252CC18F822}" srcOrd="1" destOrd="0" presId="urn:microsoft.com/office/officeart/2018/5/layout/CenteredIconLabelDescriptionList"/>
    <dgm:cxn modelId="{B55CB790-3758-48C1-AC3E-A83DED55CAA0}" type="presParOf" srcId="{5050A510-D444-42D3-ABFA-37BD0F4F1440}" destId="{AF70D383-A4EE-4771-B319-4F8585EEF8DB}" srcOrd="2" destOrd="0" presId="urn:microsoft.com/office/officeart/2018/5/layout/CenteredIconLabelDescriptionList"/>
    <dgm:cxn modelId="{A65AAB9D-49B1-44A8-8546-1A8239BD3243}" type="presParOf" srcId="{5050A510-D444-42D3-ABFA-37BD0F4F1440}" destId="{C7A3D079-B5DF-4F7A-B659-2E6E32FED33E}" srcOrd="3" destOrd="0" presId="urn:microsoft.com/office/officeart/2018/5/layout/CenteredIconLabelDescriptionList"/>
    <dgm:cxn modelId="{34C253F3-BACE-4059-8AD3-4E696EFE5C25}" type="presParOf" srcId="{5050A510-D444-42D3-ABFA-37BD0F4F1440}" destId="{F15A0094-0624-4F46-8259-982F39A285A6}" srcOrd="4" destOrd="0" presId="urn:microsoft.com/office/officeart/2018/5/layout/CenteredIconLabelDescriptionList"/>
    <dgm:cxn modelId="{192E1CB3-7DBB-42CA-9172-2DA612776714}" type="presParOf" srcId="{83AFC857-36A4-48B0-BC0F-3643438653E0}" destId="{EFC50B52-3756-4704-9882-EBE782E00F30}" srcOrd="3" destOrd="0" presId="urn:microsoft.com/office/officeart/2018/5/layout/CenteredIconLabelDescriptionList"/>
    <dgm:cxn modelId="{7B03557C-8970-4AFA-A8A4-60ECCE6CF45D}" type="presParOf" srcId="{83AFC857-36A4-48B0-BC0F-3643438653E0}" destId="{9EB7AF12-BBD3-4364-9BB5-A8A3B49AA6ED}" srcOrd="4" destOrd="0" presId="urn:microsoft.com/office/officeart/2018/5/layout/CenteredIconLabelDescriptionList"/>
    <dgm:cxn modelId="{2C7E13E6-D97A-4998-8F8E-A89F67EC88B3}" type="presParOf" srcId="{9EB7AF12-BBD3-4364-9BB5-A8A3B49AA6ED}" destId="{0DD8F860-C28A-472F-9C5F-F04A9F797EE6}" srcOrd="0" destOrd="0" presId="urn:microsoft.com/office/officeart/2018/5/layout/CenteredIconLabelDescriptionList"/>
    <dgm:cxn modelId="{D68CE004-F689-43C3-AD50-A7FB20066DCC}" type="presParOf" srcId="{9EB7AF12-BBD3-4364-9BB5-A8A3B49AA6ED}" destId="{D4A79D3D-5A4F-4247-9310-9528F82451F2}" srcOrd="1" destOrd="0" presId="urn:microsoft.com/office/officeart/2018/5/layout/CenteredIconLabelDescriptionList"/>
    <dgm:cxn modelId="{7879936F-DEDE-4C19-B085-8549B9F6B6E5}" type="presParOf" srcId="{9EB7AF12-BBD3-4364-9BB5-A8A3B49AA6ED}" destId="{125BE656-F90F-46C9-824C-D7A135FFFF4E}" srcOrd="2" destOrd="0" presId="urn:microsoft.com/office/officeart/2018/5/layout/CenteredIconLabelDescriptionList"/>
    <dgm:cxn modelId="{44683B42-7083-4D4E-9263-AFA71410BBFD}" type="presParOf" srcId="{9EB7AF12-BBD3-4364-9BB5-A8A3B49AA6ED}" destId="{55D50243-DE39-410A-B25F-F3E4254D2AFF}" srcOrd="3" destOrd="0" presId="urn:microsoft.com/office/officeart/2018/5/layout/CenteredIconLabelDescriptionList"/>
    <dgm:cxn modelId="{B899635D-935A-4AF1-A894-C313D0C821E0}" type="presParOf" srcId="{9EB7AF12-BBD3-4364-9BB5-A8A3B49AA6ED}" destId="{40C807F2-FCCF-472E-B1F1-6F32186DCFD6}" srcOrd="4" destOrd="0" presId="urn:microsoft.com/office/officeart/2018/5/layout/CenteredIconLabelDescriptionList"/>
    <dgm:cxn modelId="{30CB0FF2-F3DE-4A31-B3BF-C13DE95C4826}" type="presParOf" srcId="{83AFC857-36A4-48B0-BC0F-3643438653E0}" destId="{AC996ADF-DF76-492A-84EB-DE0DAABC86A3}" srcOrd="5" destOrd="0" presId="urn:microsoft.com/office/officeart/2018/5/layout/CenteredIconLabelDescriptionList"/>
    <dgm:cxn modelId="{286C1CCB-0B26-4115-B6F3-5A8BA7ABB842}" type="presParOf" srcId="{83AFC857-36A4-48B0-BC0F-3643438653E0}" destId="{DD02AF40-C2E9-4181-B08F-0E6CECE01431}" srcOrd="6" destOrd="0" presId="urn:microsoft.com/office/officeart/2018/5/layout/CenteredIconLabelDescriptionList"/>
    <dgm:cxn modelId="{24AC13A7-8407-4898-BAE9-7AE4C8CF8689}" type="presParOf" srcId="{DD02AF40-C2E9-4181-B08F-0E6CECE01431}" destId="{8D37D8F0-B8A9-4B2B-8E7C-B2C03CD532F9}" srcOrd="0" destOrd="0" presId="urn:microsoft.com/office/officeart/2018/5/layout/CenteredIconLabelDescriptionList"/>
    <dgm:cxn modelId="{4BDEEA46-F3A3-4FC2-95B5-318607EAE6E7}" type="presParOf" srcId="{DD02AF40-C2E9-4181-B08F-0E6CECE01431}" destId="{8B8F0D58-C23B-4DB0-9263-A0AB691B4D48}" srcOrd="1" destOrd="0" presId="urn:microsoft.com/office/officeart/2018/5/layout/CenteredIconLabelDescriptionList"/>
    <dgm:cxn modelId="{D04AC136-D05A-41BF-B606-49532EB1271A}" type="presParOf" srcId="{DD02AF40-C2E9-4181-B08F-0E6CECE01431}" destId="{1F726BD0-9AF3-44F6-873C-BC33E86532E5}" srcOrd="2" destOrd="0" presId="urn:microsoft.com/office/officeart/2018/5/layout/CenteredIconLabelDescriptionList"/>
    <dgm:cxn modelId="{C41C07B2-7B70-4E80-BCBC-D2B2F5AB0CD9}" type="presParOf" srcId="{DD02AF40-C2E9-4181-B08F-0E6CECE01431}" destId="{1809307A-904E-41B4-94DF-C96572FC6A7F}" srcOrd="3" destOrd="0" presId="urn:microsoft.com/office/officeart/2018/5/layout/CenteredIconLabelDescriptionList"/>
    <dgm:cxn modelId="{6CC4B84D-E05A-43E2-895E-8FB9AF198C56}" type="presParOf" srcId="{DD02AF40-C2E9-4181-B08F-0E6CECE01431}" destId="{36B8869B-E16F-4C81-B1EC-A491083F1C5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13AF8FE9-7092-4B31-99D4-888EF3AAA27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1F35623-A1E1-407C-85B3-DFA00E9EF2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key-stretching function</a:t>
          </a:r>
        </a:p>
      </dgm:t>
    </dgm:pt>
    <dgm:pt modelId="{538ADC69-5E02-4F80-8D8D-7FFF6653DF01}" type="parTrans" cxnId="{C12323B2-0A45-4A5D-AB93-DFB7F4694EE9}">
      <dgm:prSet/>
      <dgm:spPr/>
      <dgm:t>
        <a:bodyPr/>
        <a:lstStyle/>
        <a:p>
          <a:endParaRPr lang="en-US"/>
        </a:p>
      </dgm:t>
    </dgm:pt>
    <dgm:pt modelId="{E1714045-9A45-4A8C-966A-D0B79B518B51}" type="sibTrans" cxnId="{C12323B2-0A45-4A5D-AB93-DFB7F4694EE9}">
      <dgm:prSet/>
      <dgm:spPr/>
      <dgm:t>
        <a:bodyPr/>
        <a:lstStyle/>
        <a:p>
          <a:endParaRPr lang="en-US"/>
        </a:p>
      </dgm:t>
    </dgm:pt>
    <dgm:pt modelId="{9498DFCB-359E-4538-8D22-944F5BC401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Against breach</a:t>
          </a:r>
          <a:endParaRPr lang="en-US" dirty="0"/>
        </a:p>
      </dgm:t>
    </dgm:pt>
    <dgm:pt modelId="{E23DAE6E-49FC-4D8C-8869-D8B7F43987DE}" type="parTrans" cxnId="{04C71C40-F63F-494A-ACDE-AFDB2DA04264}">
      <dgm:prSet/>
      <dgm:spPr/>
      <dgm:t>
        <a:bodyPr/>
        <a:lstStyle/>
        <a:p>
          <a:endParaRPr lang="en-US"/>
        </a:p>
      </dgm:t>
    </dgm:pt>
    <dgm:pt modelId="{799065D3-A61F-45E9-8A0F-7E07F5094EE6}" type="sibTrans" cxnId="{04C71C40-F63F-494A-ACDE-AFDB2DA04264}">
      <dgm:prSet/>
      <dgm:spPr/>
      <dgm:t>
        <a:bodyPr/>
        <a:lstStyle/>
        <a:p>
          <a:endParaRPr lang="en-US"/>
        </a:p>
      </dgm:t>
    </dgm:pt>
    <dgm:pt modelId="{8B40A85D-FF7E-48B0-832C-392FE1A3C6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mnemonic</a:t>
          </a:r>
        </a:p>
      </dgm:t>
    </dgm:pt>
    <dgm:pt modelId="{46BF2DD6-41C0-4350-B72F-0BB28C766539}" type="parTrans" cxnId="{1155EFC4-1826-4EA9-8CFC-D410222F2B12}">
      <dgm:prSet/>
      <dgm:spPr/>
      <dgm:t>
        <a:bodyPr/>
        <a:lstStyle/>
        <a:p>
          <a:endParaRPr lang="en-US"/>
        </a:p>
      </dgm:t>
    </dgm:pt>
    <dgm:pt modelId="{83DA71BE-60DC-407B-9D4B-F5DAB783334D}" type="sibTrans" cxnId="{1155EFC4-1826-4EA9-8CFC-D410222F2B12}">
      <dgm:prSet/>
      <dgm:spPr/>
      <dgm:t>
        <a:bodyPr/>
        <a:lstStyle/>
        <a:p>
          <a:endParaRPr lang="en-US"/>
        </a:p>
      </dgm:t>
    </dgm:pt>
    <dgm:pt modelId="{4470142D-C3EE-49E7-A664-AAB1935A3E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makes it </a:t>
          </a:r>
          <a:r>
            <a:rPr lang="tr-TR"/>
            <a:t>computationally</a:t>
          </a:r>
          <a:r>
            <a:rPr lang="en-US"/>
            <a:t> costly</a:t>
          </a:r>
        </a:p>
      </dgm:t>
    </dgm:pt>
    <dgm:pt modelId="{3D15A3B3-BF11-47AD-AF19-4E7D444AD45E}" type="parTrans" cxnId="{0C2C9B2A-8674-4B0D-A879-C4ECAC46DCD7}">
      <dgm:prSet/>
      <dgm:spPr/>
      <dgm:t>
        <a:bodyPr/>
        <a:lstStyle/>
        <a:p>
          <a:endParaRPr lang="en-US"/>
        </a:p>
      </dgm:t>
    </dgm:pt>
    <dgm:pt modelId="{E428BE38-5427-4058-BE6D-D552F317384D}" type="sibTrans" cxnId="{0C2C9B2A-8674-4B0D-A879-C4ECAC46DCD7}">
      <dgm:prSet/>
      <dgm:spPr/>
      <dgm:t>
        <a:bodyPr/>
        <a:lstStyle/>
        <a:p>
          <a:endParaRPr lang="en-US"/>
        </a:p>
      </dgm:t>
    </dgm:pt>
    <dgm:pt modelId="{743D9686-E5BA-4866-9A2E-C8FE37C7A1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# of Possible Seeds</a:t>
          </a:r>
          <a:endParaRPr lang="en-US"/>
        </a:p>
      </dgm:t>
    </dgm:pt>
    <dgm:pt modelId="{80FC4293-779F-4D88-B6C5-04CBF68E71E7}" type="parTrans" cxnId="{A924C194-0C50-462A-9D43-AFE851A1FAF2}">
      <dgm:prSet/>
      <dgm:spPr/>
      <dgm:t>
        <a:bodyPr/>
        <a:lstStyle/>
        <a:p>
          <a:endParaRPr lang="en-US"/>
        </a:p>
      </dgm:t>
    </dgm:pt>
    <dgm:pt modelId="{961369CC-2050-490D-B4A2-B8D662887BB8}" type="sibTrans" cxnId="{A924C194-0C50-462A-9D43-AFE851A1FAF2}">
      <dgm:prSet/>
      <dgm:spPr/>
      <dgm:t>
        <a:bodyPr/>
        <a:lstStyle/>
        <a:p>
          <a:endParaRPr lang="en-US"/>
        </a:p>
      </dgm:t>
    </dgm:pt>
    <dgm:pt modelId="{DE4EF5B8-4498-41BF-B673-5941EEF6EF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Cost of Attack</a:t>
          </a:r>
          <a:endParaRPr lang="en-US"/>
        </a:p>
      </dgm:t>
    </dgm:pt>
    <dgm:pt modelId="{671FB354-8BEC-43F5-B81C-DE0A9424ADBE}" type="sibTrans" cxnId="{09388D54-6F9C-406C-A7D7-7CCBE66F0172}">
      <dgm:prSet/>
      <dgm:spPr/>
      <dgm:t>
        <a:bodyPr/>
        <a:lstStyle/>
        <a:p>
          <a:endParaRPr lang="en-US"/>
        </a:p>
      </dgm:t>
    </dgm:pt>
    <dgm:pt modelId="{72D45E86-D3B6-4D74-A872-0520A9BE1599}" type="parTrans" cxnId="{09388D54-6F9C-406C-A7D7-7CCBE66F0172}">
      <dgm:prSet/>
      <dgm:spPr/>
      <dgm:t>
        <a:bodyPr/>
        <a:lstStyle/>
        <a:p>
          <a:endParaRPr lang="en-US"/>
        </a:p>
      </dgm:t>
    </dgm:pt>
    <dgm:pt modelId="{1748C68B-110B-4EE8-9204-4595325059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the passphrase</a:t>
          </a:r>
        </a:p>
      </dgm:t>
    </dgm:pt>
    <dgm:pt modelId="{419D8D7C-0208-4AB3-96CF-6F63F4C40456}" type="parTrans" cxnId="{C98B8B9F-AC69-4DC1-8844-0C3B2C0A5EFA}">
      <dgm:prSet/>
      <dgm:spPr/>
      <dgm:t>
        <a:bodyPr/>
        <a:lstStyle/>
        <a:p>
          <a:endParaRPr lang="tr-TR"/>
        </a:p>
      </dgm:t>
    </dgm:pt>
    <dgm:pt modelId="{8F248A7D-B112-4104-A437-2965C502829D}" type="sibTrans" cxnId="{C98B8B9F-AC69-4DC1-8844-0C3B2C0A5EFA}">
      <dgm:prSet/>
      <dgm:spPr/>
      <dgm:t>
        <a:bodyPr/>
        <a:lstStyle/>
        <a:p>
          <a:endParaRPr lang="tr-TR"/>
        </a:p>
      </dgm:t>
    </dgm:pt>
    <dgm:pt modelId="{7BED19EE-5E41-47EF-B412-2C17B5806A5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</a:t>
          </a:r>
          <a:r>
            <a:rPr lang="en-US" dirty="0"/>
            <a:t>s</a:t>
          </a:r>
          <a:r>
            <a:rPr lang="tr-TR" dirty="0"/>
            <a:t> </a:t>
          </a:r>
          <a:r>
            <a:rPr lang="en-US" b="1" dirty="0"/>
            <a:t>2</a:t>
          </a:r>
          <a:r>
            <a:rPr lang="en-US" b="1" baseline="30000" dirty="0"/>
            <a:t>512</a:t>
          </a:r>
          <a:endParaRPr lang="en-US" b="1" dirty="0"/>
        </a:p>
      </dgm:t>
    </dgm:pt>
    <dgm:pt modelId="{0A16E105-851D-4BED-85BA-86257908D2AD}" type="parTrans" cxnId="{44154EFB-12FE-454D-A19E-BC649A607F5D}">
      <dgm:prSet/>
      <dgm:spPr/>
      <dgm:t>
        <a:bodyPr/>
        <a:lstStyle/>
        <a:p>
          <a:endParaRPr lang="tr-TR"/>
        </a:p>
      </dgm:t>
    </dgm:pt>
    <dgm:pt modelId="{13B0F6F1-44AA-4F0A-9A2E-CE384A849FA2}" type="sibTrans" cxnId="{44154EFB-12FE-454D-A19E-BC649A607F5D}">
      <dgm:prSet/>
      <dgm:spPr/>
      <dgm:t>
        <a:bodyPr/>
        <a:lstStyle/>
        <a:p>
          <a:endParaRPr lang="tr-TR"/>
        </a:p>
      </dgm:t>
    </dgm:pt>
    <dgm:pt modelId="{58463977-ACFB-4E19-AB7C-11AEA11D98D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protect against brute-force attacks</a:t>
          </a:r>
          <a:endParaRPr lang="en-US" dirty="0"/>
        </a:p>
      </dgm:t>
    </dgm:pt>
    <dgm:pt modelId="{D0BB1479-9F5A-44DF-832A-766290B95D1D}" type="parTrans" cxnId="{D9B3B805-88C0-4657-89E5-4CA7462333A5}">
      <dgm:prSet/>
      <dgm:spPr/>
      <dgm:t>
        <a:bodyPr/>
        <a:lstStyle/>
        <a:p>
          <a:endParaRPr lang="tr-TR"/>
        </a:p>
      </dgm:t>
    </dgm:pt>
    <dgm:pt modelId="{59C7495D-A173-4263-A4EF-1D751962EE32}" type="sibTrans" cxnId="{D9B3B805-88C0-4657-89E5-4CA7462333A5}">
      <dgm:prSet/>
      <dgm:spPr/>
      <dgm:t>
        <a:bodyPr/>
        <a:lstStyle/>
        <a:p>
          <a:endParaRPr lang="tr-TR"/>
        </a:p>
      </dgm:t>
    </dgm:pt>
    <dgm:pt modelId="{A00B03F9-ECE7-4ECA-B495-250689310E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2048 rounds </a:t>
          </a:r>
          <a:r>
            <a:rPr lang="en-US"/>
            <a:t>of hashing</a:t>
          </a:r>
          <a:endParaRPr lang="en-US" dirty="0"/>
        </a:p>
      </dgm:t>
    </dgm:pt>
    <dgm:pt modelId="{DFF106AB-20CD-4209-ABCB-185525D38586}" type="parTrans" cxnId="{FA856276-CF26-4FDE-9E0A-5F1D2E2197D8}">
      <dgm:prSet/>
      <dgm:spPr/>
      <dgm:t>
        <a:bodyPr/>
        <a:lstStyle/>
        <a:p>
          <a:endParaRPr lang="tr-TR"/>
        </a:p>
      </dgm:t>
    </dgm:pt>
    <dgm:pt modelId="{97E3859D-A848-49FC-9BF9-7A19BB412395}" type="sibTrans" cxnId="{FA856276-CF26-4FDE-9E0A-5F1D2E2197D8}">
      <dgm:prSet/>
      <dgm:spPr/>
      <dgm:t>
        <a:bodyPr/>
        <a:lstStyle/>
        <a:p>
          <a:endParaRPr lang="tr-TR"/>
        </a:p>
      </dgm:t>
    </dgm:pt>
    <dgm:pt modelId="{5D9DD75B-A165-4B15-B0B2-9D63D0EBF58B}" type="pres">
      <dgm:prSet presAssocID="{13AF8FE9-7092-4B31-99D4-888EF3AAA279}" presName="root" presStyleCnt="0">
        <dgm:presLayoutVars>
          <dgm:dir/>
          <dgm:resizeHandles val="exact"/>
        </dgm:presLayoutVars>
      </dgm:prSet>
      <dgm:spPr/>
    </dgm:pt>
    <dgm:pt modelId="{53DE1793-5529-443F-B9CA-E4FA91FDBAA7}" type="pres">
      <dgm:prSet presAssocID="{B1F35623-A1E1-407C-85B3-DFA00E9EF25B}" presName="compNode" presStyleCnt="0"/>
      <dgm:spPr/>
    </dgm:pt>
    <dgm:pt modelId="{4BCA051A-E3C6-4EB0-AF41-4CDEB512AE84}" type="pres">
      <dgm:prSet presAssocID="{B1F35623-A1E1-407C-85B3-DFA00E9EF2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9AE32E1-0806-481E-AC7E-31FFF3DEE354}" type="pres">
      <dgm:prSet presAssocID="{B1F35623-A1E1-407C-85B3-DFA00E9EF25B}" presName="iconSpace" presStyleCnt="0"/>
      <dgm:spPr/>
    </dgm:pt>
    <dgm:pt modelId="{D54E2FFB-6D2B-4A68-A3CC-81B74D7C0726}" type="pres">
      <dgm:prSet presAssocID="{B1F35623-A1E1-407C-85B3-DFA00E9EF25B}" presName="parTx" presStyleLbl="revTx" presStyleIdx="0" presStyleCnt="8">
        <dgm:presLayoutVars>
          <dgm:chMax val="0"/>
          <dgm:chPref val="0"/>
        </dgm:presLayoutVars>
      </dgm:prSet>
      <dgm:spPr/>
    </dgm:pt>
    <dgm:pt modelId="{B6B516DD-4815-435C-B610-73A5D1EB4133}" type="pres">
      <dgm:prSet presAssocID="{B1F35623-A1E1-407C-85B3-DFA00E9EF25B}" presName="txSpace" presStyleCnt="0"/>
      <dgm:spPr/>
    </dgm:pt>
    <dgm:pt modelId="{C72EDCD3-EF0A-4C59-8171-C9D2FA5D57C0}" type="pres">
      <dgm:prSet presAssocID="{B1F35623-A1E1-407C-85B3-DFA00E9EF25B}" presName="desTx" presStyleLbl="revTx" presStyleIdx="1" presStyleCnt="8">
        <dgm:presLayoutVars/>
      </dgm:prSet>
      <dgm:spPr/>
    </dgm:pt>
    <dgm:pt modelId="{EC0DD112-CDCE-499B-B0E8-C77930D29399}" type="pres">
      <dgm:prSet presAssocID="{E1714045-9A45-4A8C-966A-D0B79B518B51}" presName="sibTrans" presStyleCnt="0"/>
      <dgm:spPr/>
    </dgm:pt>
    <dgm:pt modelId="{1DAF252A-2DC7-437D-8A9A-64CABFED8B2A}" type="pres">
      <dgm:prSet presAssocID="{9498DFCB-359E-4538-8D22-944F5BC40190}" presName="compNode" presStyleCnt="0"/>
      <dgm:spPr/>
    </dgm:pt>
    <dgm:pt modelId="{EADCA2F8-E0D0-4B1E-B148-26389662F10B}" type="pres">
      <dgm:prSet presAssocID="{9498DFCB-359E-4538-8D22-944F5BC401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39E23E6B-C644-4637-828B-B3231DCF3283}" type="pres">
      <dgm:prSet presAssocID="{9498DFCB-359E-4538-8D22-944F5BC40190}" presName="iconSpace" presStyleCnt="0"/>
      <dgm:spPr/>
    </dgm:pt>
    <dgm:pt modelId="{E155A97C-C0D9-4F29-91D7-104C188BCDB8}" type="pres">
      <dgm:prSet presAssocID="{9498DFCB-359E-4538-8D22-944F5BC40190}" presName="parTx" presStyleLbl="revTx" presStyleIdx="2" presStyleCnt="8">
        <dgm:presLayoutVars>
          <dgm:chMax val="0"/>
          <dgm:chPref val="0"/>
        </dgm:presLayoutVars>
      </dgm:prSet>
      <dgm:spPr/>
    </dgm:pt>
    <dgm:pt modelId="{AA533BC8-557A-47AB-87FB-66ECD76D3BC6}" type="pres">
      <dgm:prSet presAssocID="{9498DFCB-359E-4538-8D22-944F5BC40190}" presName="txSpace" presStyleCnt="0"/>
      <dgm:spPr/>
    </dgm:pt>
    <dgm:pt modelId="{9A4F3972-F741-4830-B8E1-E22559820C17}" type="pres">
      <dgm:prSet presAssocID="{9498DFCB-359E-4538-8D22-944F5BC40190}" presName="desTx" presStyleLbl="revTx" presStyleIdx="3" presStyleCnt="8">
        <dgm:presLayoutVars/>
      </dgm:prSet>
      <dgm:spPr/>
    </dgm:pt>
    <dgm:pt modelId="{174B5910-AFFE-4148-91CD-3D955886BCFA}" type="pres">
      <dgm:prSet presAssocID="{799065D3-A61F-45E9-8A0F-7E07F5094EE6}" presName="sibTrans" presStyleCnt="0"/>
      <dgm:spPr/>
    </dgm:pt>
    <dgm:pt modelId="{D7235FFF-C4AF-4956-BDFD-6A0C224CA1B4}" type="pres">
      <dgm:prSet presAssocID="{DE4EF5B8-4498-41BF-B673-5941EEF6EF53}" presName="compNode" presStyleCnt="0"/>
      <dgm:spPr/>
    </dgm:pt>
    <dgm:pt modelId="{C6404337-3CB1-4B7D-848F-8E96DC7CFBA4}" type="pres">
      <dgm:prSet presAssocID="{DE4EF5B8-4498-41BF-B673-5941EEF6EF5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melon"/>
        </a:ext>
      </dgm:extLst>
    </dgm:pt>
    <dgm:pt modelId="{5C6D8447-436B-4FE3-B078-FB01AD744254}" type="pres">
      <dgm:prSet presAssocID="{DE4EF5B8-4498-41BF-B673-5941EEF6EF53}" presName="iconSpace" presStyleCnt="0"/>
      <dgm:spPr/>
    </dgm:pt>
    <dgm:pt modelId="{76DCAD19-BF2C-4659-A9C5-5FBBF6C43113}" type="pres">
      <dgm:prSet presAssocID="{DE4EF5B8-4498-41BF-B673-5941EEF6EF53}" presName="parTx" presStyleLbl="revTx" presStyleIdx="4" presStyleCnt="8">
        <dgm:presLayoutVars>
          <dgm:chMax val="0"/>
          <dgm:chPref val="0"/>
        </dgm:presLayoutVars>
      </dgm:prSet>
      <dgm:spPr/>
    </dgm:pt>
    <dgm:pt modelId="{34A4C44F-CBB7-439C-B870-9B23B76B1F13}" type="pres">
      <dgm:prSet presAssocID="{DE4EF5B8-4498-41BF-B673-5941EEF6EF53}" presName="txSpace" presStyleCnt="0"/>
      <dgm:spPr/>
    </dgm:pt>
    <dgm:pt modelId="{45145D13-87A0-43EB-90AD-DCC4667095F6}" type="pres">
      <dgm:prSet presAssocID="{DE4EF5B8-4498-41BF-B673-5941EEF6EF53}" presName="desTx" presStyleLbl="revTx" presStyleIdx="5" presStyleCnt="8">
        <dgm:presLayoutVars/>
      </dgm:prSet>
      <dgm:spPr/>
    </dgm:pt>
    <dgm:pt modelId="{9FBDEED2-083A-4548-BF00-8EBB6076BF35}" type="pres">
      <dgm:prSet presAssocID="{671FB354-8BEC-43F5-B81C-DE0A9424ADBE}" presName="sibTrans" presStyleCnt="0"/>
      <dgm:spPr/>
    </dgm:pt>
    <dgm:pt modelId="{F6858469-029C-41CE-BEB4-B5C7FA603BB0}" type="pres">
      <dgm:prSet presAssocID="{743D9686-E5BA-4866-9A2E-C8FE37C7A188}" presName="compNode" presStyleCnt="0"/>
      <dgm:spPr/>
    </dgm:pt>
    <dgm:pt modelId="{49174E94-2264-43CF-A13E-E692B2143557}" type="pres">
      <dgm:prSet presAssocID="{743D9686-E5BA-4866-9A2E-C8FE37C7A18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58AC66B-D2CE-4016-BC11-260D336BAF11}" type="pres">
      <dgm:prSet presAssocID="{743D9686-E5BA-4866-9A2E-C8FE37C7A188}" presName="iconSpace" presStyleCnt="0"/>
      <dgm:spPr/>
    </dgm:pt>
    <dgm:pt modelId="{BDC75500-40BA-4058-87AC-F4A729AEDE2F}" type="pres">
      <dgm:prSet presAssocID="{743D9686-E5BA-4866-9A2E-C8FE37C7A188}" presName="parTx" presStyleLbl="revTx" presStyleIdx="6" presStyleCnt="8">
        <dgm:presLayoutVars>
          <dgm:chMax val="0"/>
          <dgm:chPref val="0"/>
        </dgm:presLayoutVars>
      </dgm:prSet>
      <dgm:spPr/>
    </dgm:pt>
    <dgm:pt modelId="{8ABC9D4B-2371-416D-B94A-C92C6C2FC8A7}" type="pres">
      <dgm:prSet presAssocID="{743D9686-E5BA-4866-9A2E-C8FE37C7A188}" presName="txSpace" presStyleCnt="0"/>
      <dgm:spPr/>
    </dgm:pt>
    <dgm:pt modelId="{15E56007-A85B-40C0-8394-1EBB6C43B3B4}" type="pres">
      <dgm:prSet presAssocID="{743D9686-E5BA-4866-9A2E-C8FE37C7A188}" presName="desTx" presStyleLbl="revTx" presStyleIdx="7" presStyleCnt="8">
        <dgm:presLayoutVars/>
      </dgm:prSet>
      <dgm:spPr/>
    </dgm:pt>
  </dgm:ptLst>
  <dgm:cxnLst>
    <dgm:cxn modelId="{FF73E300-E5BB-413A-BC86-E77982A8400F}" type="presOf" srcId="{9498DFCB-359E-4538-8D22-944F5BC40190}" destId="{E155A97C-C0D9-4F29-91D7-104C188BCDB8}" srcOrd="0" destOrd="0" presId="urn:microsoft.com/office/officeart/2018/5/layout/CenteredIconLabelDescriptionList"/>
    <dgm:cxn modelId="{B6E81A05-6469-4FB5-802E-78345C5D566B}" type="presOf" srcId="{743D9686-E5BA-4866-9A2E-C8FE37C7A188}" destId="{BDC75500-40BA-4058-87AC-F4A729AEDE2F}" srcOrd="0" destOrd="0" presId="urn:microsoft.com/office/officeart/2018/5/layout/CenteredIconLabelDescriptionList"/>
    <dgm:cxn modelId="{D9B3B805-88C0-4657-89E5-4CA7462333A5}" srcId="{B1F35623-A1E1-407C-85B3-DFA00E9EF25B}" destId="{58463977-ACFB-4E19-AB7C-11AEA11D98D9}" srcOrd="0" destOrd="0" parTransId="{D0BB1479-9F5A-44DF-832A-766290B95D1D}" sibTransId="{59C7495D-A173-4263-A4EF-1D751962EE32}"/>
    <dgm:cxn modelId="{0C2C9B2A-8674-4B0D-A879-C4ECAC46DCD7}" srcId="{DE4EF5B8-4498-41BF-B673-5941EEF6EF53}" destId="{4470142D-C3EE-49E7-A664-AAB1935A3E7E}" srcOrd="0" destOrd="0" parTransId="{3D15A3B3-BF11-47AD-AF19-4E7D444AD45E}" sibTransId="{E428BE38-5427-4058-BE6D-D552F317384D}"/>
    <dgm:cxn modelId="{23A54930-4D0B-449C-A9AE-FA967F6EE912}" type="presOf" srcId="{13AF8FE9-7092-4B31-99D4-888EF3AAA279}" destId="{5D9DD75B-A165-4B15-B0B2-9D63D0EBF58B}" srcOrd="0" destOrd="0" presId="urn:microsoft.com/office/officeart/2018/5/layout/CenteredIconLabelDescriptionList"/>
    <dgm:cxn modelId="{9C5FC330-2938-429A-B649-52CDD1D6736F}" type="presOf" srcId="{A00B03F9-ECE7-4ECA-B495-250689310E92}" destId="{C72EDCD3-EF0A-4C59-8171-C9D2FA5D57C0}" srcOrd="0" destOrd="1" presId="urn:microsoft.com/office/officeart/2018/5/layout/CenteredIconLabelDescriptionList"/>
    <dgm:cxn modelId="{F59CAB3F-4AC8-4055-B78D-7485205C2F0D}" type="presOf" srcId="{7BED19EE-5E41-47EF-B412-2C17B5806A53}" destId="{15E56007-A85B-40C0-8394-1EBB6C43B3B4}" srcOrd="0" destOrd="0" presId="urn:microsoft.com/office/officeart/2018/5/layout/CenteredIconLabelDescriptionList"/>
    <dgm:cxn modelId="{04C71C40-F63F-494A-ACDE-AFDB2DA04264}" srcId="{13AF8FE9-7092-4B31-99D4-888EF3AAA279}" destId="{9498DFCB-359E-4538-8D22-944F5BC40190}" srcOrd="1" destOrd="0" parTransId="{E23DAE6E-49FC-4D8C-8869-D8B7F43987DE}" sibTransId="{799065D3-A61F-45E9-8A0F-7E07F5094EE6}"/>
    <dgm:cxn modelId="{55FA3F6E-1BCF-4755-9D22-A47C3A13BDCC}" type="presOf" srcId="{1748C68B-110B-4EE8-9204-4595325059F2}" destId="{9A4F3972-F741-4830-B8E1-E22559820C17}" srcOrd="0" destOrd="1" presId="urn:microsoft.com/office/officeart/2018/5/layout/CenteredIconLabelDescriptionList"/>
    <dgm:cxn modelId="{09388D54-6F9C-406C-A7D7-7CCBE66F0172}" srcId="{13AF8FE9-7092-4B31-99D4-888EF3AAA279}" destId="{DE4EF5B8-4498-41BF-B673-5941EEF6EF53}" srcOrd="2" destOrd="0" parTransId="{72D45E86-D3B6-4D74-A872-0520A9BE1599}" sibTransId="{671FB354-8BEC-43F5-B81C-DE0A9424ADBE}"/>
    <dgm:cxn modelId="{FA856276-CF26-4FDE-9E0A-5F1D2E2197D8}" srcId="{B1F35623-A1E1-407C-85B3-DFA00E9EF25B}" destId="{A00B03F9-ECE7-4ECA-B495-250689310E92}" srcOrd="1" destOrd="0" parTransId="{DFF106AB-20CD-4209-ABCB-185525D38586}" sibTransId="{97E3859D-A848-49FC-9BF9-7A19BB412395}"/>
    <dgm:cxn modelId="{38871D90-6879-48AC-BD1C-CAEBE9A3145F}" type="presOf" srcId="{B1F35623-A1E1-407C-85B3-DFA00E9EF25B}" destId="{D54E2FFB-6D2B-4A68-A3CC-81B74D7C0726}" srcOrd="0" destOrd="0" presId="urn:microsoft.com/office/officeart/2018/5/layout/CenteredIconLabelDescriptionList"/>
    <dgm:cxn modelId="{A924C194-0C50-462A-9D43-AFE851A1FAF2}" srcId="{13AF8FE9-7092-4B31-99D4-888EF3AAA279}" destId="{743D9686-E5BA-4866-9A2E-C8FE37C7A188}" srcOrd="3" destOrd="0" parTransId="{80FC4293-779F-4D88-B6C5-04CBF68E71E7}" sibTransId="{961369CC-2050-490D-B4A2-B8D662887BB8}"/>
    <dgm:cxn modelId="{C98B8B9F-AC69-4DC1-8844-0C3B2C0A5EFA}" srcId="{9498DFCB-359E-4538-8D22-944F5BC40190}" destId="{1748C68B-110B-4EE8-9204-4595325059F2}" srcOrd="1" destOrd="0" parTransId="{419D8D7C-0208-4AB3-96CF-6F63F4C40456}" sibTransId="{8F248A7D-B112-4104-A437-2965C502829D}"/>
    <dgm:cxn modelId="{4924AFAE-259A-4731-BBB5-62BCD7AE2ABD}" type="presOf" srcId="{DE4EF5B8-4498-41BF-B673-5941EEF6EF53}" destId="{76DCAD19-BF2C-4659-A9C5-5FBBF6C43113}" srcOrd="0" destOrd="0" presId="urn:microsoft.com/office/officeart/2018/5/layout/CenteredIconLabelDescriptionList"/>
    <dgm:cxn modelId="{C12323B2-0A45-4A5D-AB93-DFB7F4694EE9}" srcId="{13AF8FE9-7092-4B31-99D4-888EF3AAA279}" destId="{B1F35623-A1E1-407C-85B3-DFA00E9EF25B}" srcOrd="0" destOrd="0" parTransId="{538ADC69-5E02-4F80-8D8D-7FFF6653DF01}" sibTransId="{E1714045-9A45-4A8C-966A-D0B79B518B51}"/>
    <dgm:cxn modelId="{1155EFC4-1826-4EA9-8CFC-D410222F2B12}" srcId="{9498DFCB-359E-4538-8D22-944F5BC40190}" destId="{8B40A85D-FF7E-48B0-832C-392FE1A3C6D2}" srcOrd="0" destOrd="0" parTransId="{46BF2DD6-41C0-4350-B72F-0BB28C766539}" sibTransId="{83DA71BE-60DC-407B-9D4B-F5DAB783334D}"/>
    <dgm:cxn modelId="{C5A4D3C8-652C-4E7D-95A5-D477CD45D46D}" type="presOf" srcId="{8B40A85D-FF7E-48B0-832C-392FE1A3C6D2}" destId="{9A4F3972-F741-4830-B8E1-E22559820C17}" srcOrd="0" destOrd="0" presId="urn:microsoft.com/office/officeart/2018/5/layout/CenteredIconLabelDescriptionList"/>
    <dgm:cxn modelId="{0E71F1DE-26AA-4C8F-8A5D-B6DA96613DD6}" type="presOf" srcId="{58463977-ACFB-4E19-AB7C-11AEA11D98D9}" destId="{C72EDCD3-EF0A-4C59-8171-C9D2FA5D57C0}" srcOrd="0" destOrd="0" presId="urn:microsoft.com/office/officeart/2018/5/layout/CenteredIconLabelDescriptionList"/>
    <dgm:cxn modelId="{57478EE8-514B-49CF-8185-0445CCA1DCEC}" type="presOf" srcId="{4470142D-C3EE-49E7-A664-AAB1935A3E7E}" destId="{45145D13-87A0-43EB-90AD-DCC4667095F6}" srcOrd="0" destOrd="0" presId="urn:microsoft.com/office/officeart/2018/5/layout/CenteredIconLabelDescriptionList"/>
    <dgm:cxn modelId="{44154EFB-12FE-454D-A19E-BC649A607F5D}" srcId="{743D9686-E5BA-4866-9A2E-C8FE37C7A188}" destId="{7BED19EE-5E41-47EF-B412-2C17B5806A53}" srcOrd="0" destOrd="0" parTransId="{0A16E105-851D-4BED-85BA-86257908D2AD}" sibTransId="{13B0F6F1-44AA-4F0A-9A2E-CE384A849FA2}"/>
    <dgm:cxn modelId="{3265F946-D4EE-4C7A-9094-FEB58D0DB680}" type="presParOf" srcId="{5D9DD75B-A165-4B15-B0B2-9D63D0EBF58B}" destId="{53DE1793-5529-443F-B9CA-E4FA91FDBAA7}" srcOrd="0" destOrd="0" presId="urn:microsoft.com/office/officeart/2018/5/layout/CenteredIconLabelDescriptionList"/>
    <dgm:cxn modelId="{4144BA87-E4FE-46AE-837C-3AD1C0276013}" type="presParOf" srcId="{53DE1793-5529-443F-B9CA-E4FA91FDBAA7}" destId="{4BCA051A-E3C6-4EB0-AF41-4CDEB512AE84}" srcOrd="0" destOrd="0" presId="urn:microsoft.com/office/officeart/2018/5/layout/CenteredIconLabelDescriptionList"/>
    <dgm:cxn modelId="{181B1786-4DCF-46CD-B4EE-683B6003426E}" type="presParOf" srcId="{53DE1793-5529-443F-B9CA-E4FA91FDBAA7}" destId="{F9AE32E1-0806-481E-AC7E-31FFF3DEE354}" srcOrd="1" destOrd="0" presId="urn:microsoft.com/office/officeart/2018/5/layout/CenteredIconLabelDescriptionList"/>
    <dgm:cxn modelId="{EC4A375A-AF7F-431D-A1A9-B896747CF314}" type="presParOf" srcId="{53DE1793-5529-443F-B9CA-E4FA91FDBAA7}" destId="{D54E2FFB-6D2B-4A68-A3CC-81B74D7C0726}" srcOrd="2" destOrd="0" presId="urn:microsoft.com/office/officeart/2018/5/layout/CenteredIconLabelDescriptionList"/>
    <dgm:cxn modelId="{49A26F4C-765A-4355-A14E-9BCB26E8439C}" type="presParOf" srcId="{53DE1793-5529-443F-B9CA-E4FA91FDBAA7}" destId="{B6B516DD-4815-435C-B610-73A5D1EB4133}" srcOrd="3" destOrd="0" presId="urn:microsoft.com/office/officeart/2018/5/layout/CenteredIconLabelDescriptionList"/>
    <dgm:cxn modelId="{8A20192D-8910-49E0-BBD8-E1C8615875D1}" type="presParOf" srcId="{53DE1793-5529-443F-B9CA-E4FA91FDBAA7}" destId="{C72EDCD3-EF0A-4C59-8171-C9D2FA5D57C0}" srcOrd="4" destOrd="0" presId="urn:microsoft.com/office/officeart/2018/5/layout/CenteredIconLabelDescriptionList"/>
    <dgm:cxn modelId="{26F34E3F-7202-45F9-8558-0679F8BF4FB3}" type="presParOf" srcId="{5D9DD75B-A165-4B15-B0B2-9D63D0EBF58B}" destId="{EC0DD112-CDCE-499B-B0E8-C77930D29399}" srcOrd="1" destOrd="0" presId="urn:microsoft.com/office/officeart/2018/5/layout/CenteredIconLabelDescriptionList"/>
    <dgm:cxn modelId="{BD9A200F-9A94-48A5-A0C9-D503D8662509}" type="presParOf" srcId="{5D9DD75B-A165-4B15-B0B2-9D63D0EBF58B}" destId="{1DAF252A-2DC7-437D-8A9A-64CABFED8B2A}" srcOrd="2" destOrd="0" presId="urn:microsoft.com/office/officeart/2018/5/layout/CenteredIconLabelDescriptionList"/>
    <dgm:cxn modelId="{2B948848-B122-4D04-BD09-79DCB9534DC9}" type="presParOf" srcId="{1DAF252A-2DC7-437D-8A9A-64CABFED8B2A}" destId="{EADCA2F8-E0D0-4B1E-B148-26389662F10B}" srcOrd="0" destOrd="0" presId="urn:microsoft.com/office/officeart/2018/5/layout/CenteredIconLabelDescriptionList"/>
    <dgm:cxn modelId="{D2A8ED0E-9124-4D34-8060-5414AD27F430}" type="presParOf" srcId="{1DAF252A-2DC7-437D-8A9A-64CABFED8B2A}" destId="{39E23E6B-C644-4637-828B-B3231DCF3283}" srcOrd="1" destOrd="0" presId="urn:microsoft.com/office/officeart/2018/5/layout/CenteredIconLabelDescriptionList"/>
    <dgm:cxn modelId="{79B13D5C-E8B0-4D89-94D3-184C503160F5}" type="presParOf" srcId="{1DAF252A-2DC7-437D-8A9A-64CABFED8B2A}" destId="{E155A97C-C0D9-4F29-91D7-104C188BCDB8}" srcOrd="2" destOrd="0" presId="urn:microsoft.com/office/officeart/2018/5/layout/CenteredIconLabelDescriptionList"/>
    <dgm:cxn modelId="{879D73F2-F94A-46D9-BBF1-FF349761E6C0}" type="presParOf" srcId="{1DAF252A-2DC7-437D-8A9A-64CABFED8B2A}" destId="{AA533BC8-557A-47AB-87FB-66ECD76D3BC6}" srcOrd="3" destOrd="0" presId="urn:microsoft.com/office/officeart/2018/5/layout/CenteredIconLabelDescriptionList"/>
    <dgm:cxn modelId="{23C530D2-B5D4-44CD-B9CD-4768EAEC9A6F}" type="presParOf" srcId="{1DAF252A-2DC7-437D-8A9A-64CABFED8B2A}" destId="{9A4F3972-F741-4830-B8E1-E22559820C17}" srcOrd="4" destOrd="0" presId="urn:microsoft.com/office/officeart/2018/5/layout/CenteredIconLabelDescriptionList"/>
    <dgm:cxn modelId="{14D96862-5A13-4DEC-958D-8A97AAFC5E53}" type="presParOf" srcId="{5D9DD75B-A165-4B15-B0B2-9D63D0EBF58B}" destId="{174B5910-AFFE-4148-91CD-3D955886BCFA}" srcOrd="3" destOrd="0" presId="urn:microsoft.com/office/officeart/2018/5/layout/CenteredIconLabelDescriptionList"/>
    <dgm:cxn modelId="{C8018218-D6D9-4AD2-A210-350A74DDEFD5}" type="presParOf" srcId="{5D9DD75B-A165-4B15-B0B2-9D63D0EBF58B}" destId="{D7235FFF-C4AF-4956-BDFD-6A0C224CA1B4}" srcOrd="4" destOrd="0" presId="urn:microsoft.com/office/officeart/2018/5/layout/CenteredIconLabelDescriptionList"/>
    <dgm:cxn modelId="{DB088397-F3DD-4EC7-91F3-6C6CC306224F}" type="presParOf" srcId="{D7235FFF-C4AF-4956-BDFD-6A0C224CA1B4}" destId="{C6404337-3CB1-4B7D-848F-8E96DC7CFBA4}" srcOrd="0" destOrd="0" presId="urn:microsoft.com/office/officeart/2018/5/layout/CenteredIconLabelDescriptionList"/>
    <dgm:cxn modelId="{3D59AE0C-967A-4438-8338-7572A4F20334}" type="presParOf" srcId="{D7235FFF-C4AF-4956-BDFD-6A0C224CA1B4}" destId="{5C6D8447-436B-4FE3-B078-FB01AD744254}" srcOrd="1" destOrd="0" presId="urn:microsoft.com/office/officeart/2018/5/layout/CenteredIconLabelDescriptionList"/>
    <dgm:cxn modelId="{A01D603C-317C-433E-AB61-E188F506F198}" type="presParOf" srcId="{D7235FFF-C4AF-4956-BDFD-6A0C224CA1B4}" destId="{76DCAD19-BF2C-4659-A9C5-5FBBF6C43113}" srcOrd="2" destOrd="0" presId="urn:microsoft.com/office/officeart/2018/5/layout/CenteredIconLabelDescriptionList"/>
    <dgm:cxn modelId="{89ABCF08-3C55-4A5C-A950-37EB76D4E329}" type="presParOf" srcId="{D7235FFF-C4AF-4956-BDFD-6A0C224CA1B4}" destId="{34A4C44F-CBB7-439C-B870-9B23B76B1F13}" srcOrd="3" destOrd="0" presId="urn:microsoft.com/office/officeart/2018/5/layout/CenteredIconLabelDescriptionList"/>
    <dgm:cxn modelId="{4B014CE1-67FF-42C8-8CFB-6324C09927F3}" type="presParOf" srcId="{D7235FFF-C4AF-4956-BDFD-6A0C224CA1B4}" destId="{45145D13-87A0-43EB-90AD-DCC4667095F6}" srcOrd="4" destOrd="0" presId="urn:microsoft.com/office/officeart/2018/5/layout/CenteredIconLabelDescriptionList"/>
    <dgm:cxn modelId="{F0DE55C0-9D95-499F-9761-3A8D749792F3}" type="presParOf" srcId="{5D9DD75B-A165-4B15-B0B2-9D63D0EBF58B}" destId="{9FBDEED2-083A-4548-BF00-8EBB6076BF35}" srcOrd="5" destOrd="0" presId="urn:microsoft.com/office/officeart/2018/5/layout/CenteredIconLabelDescriptionList"/>
    <dgm:cxn modelId="{EC167CB1-DD46-490A-AFC9-12E073B04BF3}" type="presParOf" srcId="{5D9DD75B-A165-4B15-B0B2-9D63D0EBF58B}" destId="{F6858469-029C-41CE-BEB4-B5C7FA603BB0}" srcOrd="6" destOrd="0" presId="urn:microsoft.com/office/officeart/2018/5/layout/CenteredIconLabelDescriptionList"/>
    <dgm:cxn modelId="{58BB2A24-39A7-49F6-9CA9-8FE0736E8C4E}" type="presParOf" srcId="{F6858469-029C-41CE-BEB4-B5C7FA603BB0}" destId="{49174E94-2264-43CF-A13E-E692B2143557}" srcOrd="0" destOrd="0" presId="urn:microsoft.com/office/officeart/2018/5/layout/CenteredIconLabelDescriptionList"/>
    <dgm:cxn modelId="{78F6F32F-3513-498B-843A-A8C919AEEE1D}" type="presParOf" srcId="{F6858469-029C-41CE-BEB4-B5C7FA603BB0}" destId="{858AC66B-D2CE-4016-BC11-260D336BAF11}" srcOrd="1" destOrd="0" presId="urn:microsoft.com/office/officeart/2018/5/layout/CenteredIconLabelDescriptionList"/>
    <dgm:cxn modelId="{58E52364-9560-4656-811F-9E00DDA7679B}" type="presParOf" srcId="{F6858469-029C-41CE-BEB4-B5C7FA603BB0}" destId="{BDC75500-40BA-4058-87AC-F4A729AEDE2F}" srcOrd="2" destOrd="0" presId="urn:microsoft.com/office/officeart/2018/5/layout/CenteredIconLabelDescriptionList"/>
    <dgm:cxn modelId="{09B49362-5CB5-49EC-ADB0-A45EFDB0A619}" type="presParOf" srcId="{F6858469-029C-41CE-BEB4-B5C7FA603BB0}" destId="{8ABC9D4B-2371-416D-B94A-C92C6C2FC8A7}" srcOrd="3" destOrd="0" presId="urn:microsoft.com/office/officeart/2018/5/layout/CenteredIconLabelDescriptionList"/>
    <dgm:cxn modelId="{C7FC3A3D-1D82-4328-97F7-3A3B9AD20A82}" type="presParOf" srcId="{F6858469-029C-41CE-BEB4-B5C7FA603BB0}" destId="{15E56007-A85B-40C0-8394-1EBB6C43B3B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32674E4E-5CE1-43BB-BCE1-137361580D7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4E3EB88-7D38-4C9B-B267-2F8FB2AD43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BIP-39</a:t>
          </a:r>
        </a:p>
      </dgm:t>
    </dgm:pt>
    <dgm:pt modelId="{4E95A3F8-4A3B-4632-964C-3404238A4F60}" type="parTrans" cxnId="{5C13E471-2BF0-4191-9593-324DDAB69B6A}">
      <dgm:prSet/>
      <dgm:spPr/>
      <dgm:t>
        <a:bodyPr/>
        <a:lstStyle/>
        <a:p>
          <a:endParaRPr lang="en-US"/>
        </a:p>
      </dgm:t>
    </dgm:pt>
    <dgm:pt modelId="{EC535BDB-2A7C-4309-ACE7-ED8F0ABABC61}" type="sibTrans" cxnId="{5C13E471-2BF0-4191-9593-324DDAB69B6A}">
      <dgm:prSet/>
      <dgm:spPr/>
      <dgm:t>
        <a:bodyPr/>
        <a:lstStyle/>
        <a:p>
          <a:endParaRPr lang="en-US"/>
        </a:p>
      </dgm:t>
    </dgm:pt>
    <dgm:pt modelId="{E7F3007C-82E6-491A-8E4D-4ABA0A7178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</a:t>
          </a:r>
          <a:r>
            <a:rPr lang="tr-TR" dirty="0"/>
            <a:t> </a:t>
          </a:r>
          <a:r>
            <a:rPr lang="en-US" dirty="0"/>
            <a:t>allows </a:t>
          </a:r>
          <a:r>
            <a:rPr lang="tr-TR" dirty="0"/>
            <a:t>use of</a:t>
          </a:r>
          <a:endParaRPr lang="en-US" dirty="0"/>
        </a:p>
      </dgm:t>
    </dgm:pt>
    <dgm:pt modelId="{E4FE229C-B6CC-4CFC-9118-F356F2442329}" type="parTrans" cxnId="{37B76B3D-36D8-4AC5-880D-78AE5597802C}">
      <dgm:prSet/>
      <dgm:spPr/>
      <dgm:t>
        <a:bodyPr/>
        <a:lstStyle/>
        <a:p>
          <a:endParaRPr lang="en-US"/>
        </a:p>
      </dgm:t>
    </dgm:pt>
    <dgm:pt modelId="{6CE0D5A4-569D-4BF6-B703-76BCE46B0BE7}" type="sibTrans" cxnId="{37B76B3D-36D8-4AC5-880D-78AE5597802C}">
      <dgm:prSet/>
      <dgm:spPr/>
      <dgm:t>
        <a:bodyPr/>
        <a:lstStyle/>
        <a:p>
          <a:endParaRPr lang="en-US"/>
        </a:p>
      </dgm:t>
    </dgm:pt>
    <dgm:pt modelId="{4A3C97E4-8F14-465B-8B74-15EB2CDA9C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If no phrase</a:t>
          </a:r>
          <a:endParaRPr lang="en-US" dirty="0"/>
        </a:p>
      </dgm:t>
    </dgm:pt>
    <dgm:pt modelId="{FE906A4C-71D0-47E8-A881-D73B4466CD93}" type="parTrans" cxnId="{84CD056C-680F-49B3-880B-304B6CF94518}">
      <dgm:prSet/>
      <dgm:spPr/>
      <dgm:t>
        <a:bodyPr/>
        <a:lstStyle/>
        <a:p>
          <a:endParaRPr lang="en-US"/>
        </a:p>
      </dgm:t>
    </dgm:pt>
    <dgm:pt modelId="{DA4E7E15-AE9E-4853-946C-4D4274F902D9}" type="sibTrans" cxnId="{84CD056C-680F-49B3-880B-304B6CF94518}">
      <dgm:prSet/>
      <dgm:spPr/>
      <dgm:t>
        <a:bodyPr/>
        <a:lstStyle/>
        <a:p>
          <a:endParaRPr lang="en-US"/>
        </a:p>
      </dgm:t>
    </dgm:pt>
    <dgm:pt modelId="{B4C1E7AF-D9F9-480D-9041-35191406B3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mnemonic is stretched</a:t>
          </a:r>
        </a:p>
      </dgm:t>
    </dgm:pt>
    <dgm:pt modelId="{EC138FE8-02DD-4BCF-B14B-8D622B3505E0}" type="parTrans" cxnId="{3F5A55AE-C92A-43B5-8159-AA8FC22471B8}">
      <dgm:prSet/>
      <dgm:spPr/>
      <dgm:t>
        <a:bodyPr/>
        <a:lstStyle/>
        <a:p>
          <a:endParaRPr lang="en-US"/>
        </a:p>
      </dgm:t>
    </dgm:pt>
    <dgm:pt modelId="{2E49351A-F01D-4030-B88D-99DDE08816F8}" type="sibTrans" cxnId="{3F5A55AE-C92A-43B5-8159-AA8FC22471B8}">
      <dgm:prSet/>
      <dgm:spPr/>
      <dgm:t>
        <a:bodyPr/>
        <a:lstStyle/>
        <a:p>
          <a:endParaRPr lang="en-US"/>
        </a:p>
      </dgm:t>
    </dgm:pt>
    <dgm:pt modelId="{5C44CBC7-1AFA-4E2E-A953-0433F5AC8C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</a:t>
          </a:r>
          <a:endParaRPr lang="en-US"/>
        </a:p>
      </dgm:t>
    </dgm:pt>
    <dgm:pt modelId="{2E95440F-A075-402C-A027-A1DB459221A4}" type="parTrans" cxnId="{32CEBB20-9227-4FD7-8E46-9FC82C6CF252}">
      <dgm:prSet/>
      <dgm:spPr/>
      <dgm:t>
        <a:bodyPr/>
        <a:lstStyle/>
        <a:p>
          <a:endParaRPr lang="en-US"/>
        </a:p>
      </dgm:t>
    </dgm:pt>
    <dgm:pt modelId="{FCBFF3DE-1A31-46D8-97F8-4A265D203DB8}" type="sibTrans" cxnId="{32CEBB20-9227-4FD7-8E46-9FC82C6CF252}">
      <dgm:prSet/>
      <dgm:spPr/>
      <dgm:t>
        <a:bodyPr/>
        <a:lstStyle/>
        <a:p>
          <a:endParaRPr lang="en-US"/>
        </a:p>
      </dgm:t>
    </dgm:pt>
    <dgm:pt modelId="{8FE28599-B9FA-4629-88C5-99E8C19B28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producing a specific 512-bit seed </a:t>
          </a:r>
        </a:p>
      </dgm:t>
    </dgm:pt>
    <dgm:pt modelId="{9E63F241-32D8-4B78-9F9A-A2D332C275BC}" type="parTrans" cxnId="{805295F4-458A-4B00-ABE4-FE89D879CD8E}">
      <dgm:prSet/>
      <dgm:spPr/>
      <dgm:t>
        <a:bodyPr/>
        <a:lstStyle/>
        <a:p>
          <a:endParaRPr lang="en-US"/>
        </a:p>
      </dgm:t>
    </dgm:pt>
    <dgm:pt modelId="{BA290AC7-423F-4924-BA16-E384702D778D}" type="sibTrans" cxnId="{805295F4-458A-4B00-ABE4-FE89D879CD8E}">
      <dgm:prSet/>
      <dgm:spPr/>
      <dgm:t>
        <a:bodyPr/>
        <a:lstStyle/>
        <a:p>
          <a:endParaRPr lang="en-US"/>
        </a:p>
      </dgm:t>
    </dgm:pt>
    <dgm:pt modelId="{640077E8-E119-46FC-A9EF-509BAF0F20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any given</a:t>
          </a:r>
          <a:r>
            <a:rPr lang="tr-TR"/>
            <a:t> </a:t>
          </a:r>
          <a:r>
            <a:rPr lang="en-US"/>
            <a:t>mnemonic </a:t>
          </a:r>
        </a:p>
      </dgm:t>
    </dgm:pt>
    <dgm:pt modelId="{EBC12C7C-045C-4028-B1B6-2DF21DEA58A8}" type="parTrans" cxnId="{FD865AD4-4903-4169-ADE2-A719071531ED}">
      <dgm:prSet/>
      <dgm:spPr/>
      <dgm:t>
        <a:bodyPr/>
        <a:lstStyle/>
        <a:p>
          <a:endParaRPr lang="en-US"/>
        </a:p>
      </dgm:t>
    </dgm:pt>
    <dgm:pt modelId="{29D48647-F0DA-4D2C-AA8D-0C977421D9EC}" type="sibTrans" cxnId="{FD865AD4-4903-4169-ADE2-A719071531ED}">
      <dgm:prSet/>
      <dgm:spPr/>
      <dgm:t>
        <a:bodyPr/>
        <a:lstStyle/>
        <a:p>
          <a:endParaRPr lang="en-US"/>
        </a:p>
      </dgm:t>
    </dgm:pt>
    <dgm:pt modelId="{8A0F9E6A-880E-4E8D-BD3C-720964833C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optional </a:t>
          </a:r>
          <a:r>
            <a:rPr lang="en-US" dirty="0"/>
            <a:t>passphrase </a:t>
          </a:r>
        </a:p>
      </dgm:t>
    </dgm:pt>
    <dgm:pt modelId="{CDE23042-84D1-4809-94EB-C9A203B16A3A}" type="parTrans" cxnId="{2F6F5340-DE2F-4832-BF51-F2BA8A314184}">
      <dgm:prSet/>
      <dgm:spPr/>
      <dgm:t>
        <a:bodyPr/>
        <a:lstStyle/>
        <a:p>
          <a:endParaRPr lang="tr-TR"/>
        </a:p>
      </dgm:t>
    </dgm:pt>
    <dgm:pt modelId="{99FB686A-CEA2-4288-B43E-EB96406EB39C}" type="sibTrans" cxnId="{2F6F5340-DE2F-4832-BF51-F2BA8A314184}">
      <dgm:prSet/>
      <dgm:spPr/>
      <dgm:t>
        <a:bodyPr/>
        <a:lstStyle/>
        <a:p>
          <a:endParaRPr lang="tr-TR"/>
        </a:p>
      </dgm:t>
    </dgm:pt>
    <dgm:pt modelId="{8086D188-6FB0-4120-805E-CCC1993DEE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 salt "mnemonic"</a:t>
          </a:r>
        </a:p>
      </dgm:t>
    </dgm:pt>
    <dgm:pt modelId="{DCF6505B-779B-43C7-AFE5-16E6E8EB0DBD}" type="parTrans" cxnId="{F93CEA1A-BA9C-4A90-8327-7F96D2A483D5}">
      <dgm:prSet/>
      <dgm:spPr/>
      <dgm:t>
        <a:bodyPr/>
        <a:lstStyle/>
        <a:p>
          <a:endParaRPr lang="tr-TR"/>
        </a:p>
      </dgm:t>
    </dgm:pt>
    <dgm:pt modelId="{F6C1A0A1-0E21-4A3B-9610-CABC5ADDCC53}" type="sibTrans" cxnId="{F93CEA1A-BA9C-4A90-8327-7F96D2A483D5}">
      <dgm:prSet/>
      <dgm:spPr/>
      <dgm:t>
        <a:bodyPr/>
        <a:lstStyle/>
        <a:p>
          <a:endParaRPr lang="tr-TR"/>
        </a:p>
      </dgm:t>
    </dgm:pt>
    <dgm:pt modelId="{6C36FDDC-09FA-4FE0-A4A6-660A59F12B80}" type="pres">
      <dgm:prSet presAssocID="{32674E4E-5CE1-43BB-BCE1-137361580D78}" presName="root" presStyleCnt="0">
        <dgm:presLayoutVars>
          <dgm:dir/>
          <dgm:resizeHandles val="exact"/>
        </dgm:presLayoutVars>
      </dgm:prSet>
      <dgm:spPr/>
    </dgm:pt>
    <dgm:pt modelId="{D81D6660-03E1-427F-8E83-1A97BF42B0F7}" type="pres">
      <dgm:prSet presAssocID="{B4E3EB88-7D38-4C9B-B267-2F8FB2AD4338}" presName="compNode" presStyleCnt="0"/>
      <dgm:spPr/>
    </dgm:pt>
    <dgm:pt modelId="{1A4BD163-7C51-4EB0-AE33-D181B60DEA62}" type="pres">
      <dgm:prSet presAssocID="{B4E3EB88-7D38-4C9B-B267-2F8FB2AD43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022B78F-778B-46D8-A980-1F754760842B}" type="pres">
      <dgm:prSet presAssocID="{B4E3EB88-7D38-4C9B-B267-2F8FB2AD4338}" presName="iconSpace" presStyleCnt="0"/>
      <dgm:spPr/>
    </dgm:pt>
    <dgm:pt modelId="{43B24BAB-C79E-4FAD-A2F9-07224E0B0B24}" type="pres">
      <dgm:prSet presAssocID="{B4E3EB88-7D38-4C9B-B267-2F8FB2AD4338}" presName="parTx" presStyleLbl="revTx" presStyleIdx="0" presStyleCnt="6">
        <dgm:presLayoutVars>
          <dgm:chMax val="0"/>
          <dgm:chPref val="0"/>
        </dgm:presLayoutVars>
      </dgm:prSet>
      <dgm:spPr/>
    </dgm:pt>
    <dgm:pt modelId="{F744143F-F420-458F-8EEE-62A27913469B}" type="pres">
      <dgm:prSet presAssocID="{B4E3EB88-7D38-4C9B-B267-2F8FB2AD4338}" presName="txSpace" presStyleCnt="0"/>
      <dgm:spPr/>
    </dgm:pt>
    <dgm:pt modelId="{636D7E22-1AC5-4919-BB3D-B160375D0BA9}" type="pres">
      <dgm:prSet presAssocID="{B4E3EB88-7D38-4C9B-B267-2F8FB2AD4338}" presName="desTx" presStyleLbl="revTx" presStyleIdx="1" presStyleCnt="6">
        <dgm:presLayoutVars/>
      </dgm:prSet>
      <dgm:spPr/>
    </dgm:pt>
    <dgm:pt modelId="{CE428264-4720-4295-804B-2C91B41DF60B}" type="pres">
      <dgm:prSet presAssocID="{EC535BDB-2A7C-4309-ACE7-ED8F0ABABC61}" presName="sibTrans" presStyleCnt="0"/>
      <dgm:spPr/>
    </dgm:pt>
    <dgm:pt modelId="{E7581F4D-A436-4623-9286-4A654AF166B1}" type="pres">
      <dgm:prSet presAssocID="{4A3C97E4-8F14-465B-8B74-15EB2CDA9C31}" presName="compNode" presStyleCnt="0"/>
      <dgm:spPr/>
    </dgm:pt>
    <dgm:pt modelId="{27A159C1-3805-4598-9F84-16CBFEDCFE1E}" type="pres">
      <dgm:prSet presAssocID="{4A3C97E4-8F14-465B-8B74-15EB2CDA9C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6A1A0C93-CCC6-46CA-B5C4-F07C432D5004}" type="pres">
      <dgm:prSet presAssocID="{4A3C97E4-8F14-465B-8B74-15EB2CDA9C31}" presName="iconSpace" presStyleCnt="0"/>
      <dgm:spPr/>
    </dgm:pt>
    <dgm:pt modelId="{0AFFC2D2-3EBD-4CE1-A5D3-4FC1CDEBA828}" type="pres">
      <dgm:prSet presAssocID="{4A3C97E4-8F14-465B-8B74-15EB2CDA9C31}" presName="parTx" presStyleLbl="revTx" presStyleIdx="2" presStyleCnt="6">
        <dgm:presLayoutVars>
          <dgm:chMax val="0"/>
          <dgm:chPref val="0"/>
        </dgm:presLayoutVars>
      </dgm:prSet>
      <dgm:spPr/>
    </dgm:pt>
    <dgm:pt modelId="{BB3A9366-7567-4660-9976-FEA3315CF96D}" type="pres">
      <dgm:prSet presAssocID="{4A3C97E4-8F14-465B-8B74-15EB2CDA9C31}" presName="txSpace" presStyleCnt="0"/>
      <dgm:spPr/>
    </dgm:pt>
    <dgm:pt modelId="{B3EAF796-5BBB-42D2-A59B-5BC8A1DAF7A8}" type="pres">
      <dgm:prSet presAssocID="{4A3C97E4-8F14-465B-8B74-15EB2CDA9C31}" presName="desTx" presStyleLbl="revTx" presStyleIdx="3" presStyleCnt="6">
        <dgm:presLayoutVars/>
      </dgm:prSet>
      <dgm:spPr/>
    </dgm:pt>
    <dgm:pt modelId="{0A15DFFB-A920-434E-91BD-1FC42AE41D81}" type="pres">
      <dgm:prSet presAssocID="{DA4E7E15-AE9E-4853-946C-4D4274F902D9}" presName="sibTrans" presStyleCnt="0"/>
      <dgm:spPr/>
    </dgm:pt>
    <dgm:pt modelId="{3303E561-C69A-4D79-B1B4-4E65F4D03509}" type="pres">
      <dgm:prSet presAssocID="{5C44CBC7-1AFA-4E2E-A953-0433F5AC8C80}" presName="compNode" presStyleCnt="0"/>
      <dgm:spPr/>
    </dgm:pt>
    <dgm:pt modelId="{E35B1320-A5C2-4CE7-A2D6-A61B3727418C}" type="pres">
      <dgm:prSet presAssocID="{5C44CBC7-1AFA-4E2E-A953-0433F5AC8C8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C0E2BE91-0581-4F22-803C-DD11D47B3F11}" type="pres">
      <dgm:prSet presAssocID="{5C44CBC7-1AFA-4E2E-A953-0433F5AC8C80}" presName="iconSpace" presStyleCnt="0"/>
      <dgm:spPr/>
    </dgm:pt>
    <dgm:pt modelId="{2DE09D0E-340A-433B-9DDD-B8D630CB8D7D}" type="pres">
      <dgm:prSet presAssocID="{5C44CBC7-1AFA-4E2E-A953-0433F5AC8C80}" presName="parTx" presStyleLbl="revTx" presStyleIdx="4" presStyleCnt="6">
        <dgm:presLayoutVars>
          <dgm:chMax val="0"/>
          <dgm:chPref val="0"/>
        </dgm:presLayoutVars>
      </dgm:prSet>
      <dgm:spPr/>
    </dgm:pt>
    <dgm:pt modelId="{E7A49C72-3C4C-4450-A4CC-23536ABEF028}" type="pres">
      <dgm:prSet presAssocID="{5C44CBC7-1AFA-4E2E-A953-0433F5AC8C80}" presName="txSpace" presStyleCnt="0"/>
      <dgm:spPr/>
    </dgm:pt>
    <dgm:pt modelId="{6D8D4A23-0950-4A04-875C-FAB017F710D4}" type="pres">
      <dgm:prSet presAssocID="{5C44CBC7-1AFA-4E2E-A953-0433F5AC8C80}" presName="desTx" presStyleLbl="revTx" presStyleIdx="5" presStyleCnt="6">
        <dgm:presLayoutVars/>
      </dgm:prSet>
      <dgm:spPr/>
    </dgm:pt>
  </dgm:ptLst>
  <dgm:cxnLst>
    <dgm:cxn modelId="{9DA4EB02-8180-475C-9472-42E679DEA70A}" type="presOf" srcId="{4A3C97E4-8F14-465B-8B74-15EB2CDA9C31}" destId="{0AFFC2D2-3EBD-4CE1-A5D3-4FC1CDEBA828}" srcOrd="0" destOrd="0" presId="urn:microsoft.com/office/officeart/2018/5/layout/CenteredIconLabelDescriptionList"/>
    <dgm:cxn modelId="{9483F30F-1DF4-4D23-B4E1-4A6F0AD3F67B}" type="presOf" srcId="{5C44CBC7-1AFA-4E2E-A953-0433F5AC8C80}" destId="{2DE09D0E-340A-433B-9DDD-B8D630CB8D7D}" srcOrd="0" destOrd="0" presId="urn:microsoft.com/office/officeart/2018/5/layout/CenteredIconLabelDescriptionList"/>
    <dgm:cxn modelId="{F93CEA1A-BA9C-4A90-8327-7F96D2A483D5}" srcId="{4A3C97E4-8F14-465B-8B74-15EB2CDA9C31}" destId="{8086D188-6FB0-4120-805E-CCC1993DEEAF}" srcOrd="1" destOrd="0" parTransId="{DCF6505B-779B-43C7-AFE5-16E6E8EB0DBD}" sibTransId="{F6C1A0A1-0E21-4A3B-9610-CABC5ADDCC53}"/>
    <dgm:cxn modelId="{32CEBB20-9227-4FD7-8E46-9FC82C6CF252}" srcId="{32674E4E-5CE1-43BB-BCE1-137361580D78}" destId="{5C44CBC7-1AFA-4E2E-A953-0433F5AC8C80}" srcOrd="2" destOrd="0" parTransId="{2E95440F-A075-402C-A027-A1DB459221A4}" sibTransId="{FCBFF3DE-1A31-46D8-97F8-4A265D203DB8}"/>
    <dgm:cxn modelId="{E5EBDF27-8A14-4F81-9A21-1DC55FBF96E0}" type="presOf" srcId="{640077E8-E119-46FC-A9EF-509BAF0F2020}" destId="{6D8D4A23-0950-4A04-875C-FAB017F710D4}" srcOrd="0" destOrd="1" presId="urn:microsoft.com/office/officeart/2018/5/layout/CenteredIconLabelDescriptionList"/>
    <dgm:cxn modelId="{2933562A-1B42-4AFC-8821-71C86C96BC9A}" type="presOf" srcId="{B4C1E7AF-D9F9-480D-9041-35191406B3EA}" destId="{B3EAF796-5BBB-42D2-A59B-5BC8A1DAF7A8}" srcOrd="0" destOrd="0" presId="urn:microsoft.com/office/officeart/2018/5/layout/CenteredIconLabelDescriptionList"/>
    <dgm:cxn modelId="{B7401530-8B1F-401B-8F1C-622515BCC531}" type="presOf" srcId="{B4E3EB88-7D38-4C9B-B267-2F8FB2AD4338}" destId="{43B24BAB-C79E-4FAD-A2F9-07224E0B0B24}" srcOrd="0" destOrd="0" presId="urn:microsoft.com/office/officeart/2018/5/layout/CenteredIconLabelDescriptionList"/>
    <dgm:cxn modelId="{37B76B3D-36D8-4AC5-880D-78AE5597802C}" srcId="{B4E3EB88-7D38-4C9B-B267-2F8FB2AD4338}" destId="{E7F3007C-82E6-491A-8E4D-4ABA0A71783F}" srcOrd="0" destOrd="0" parTransId="{E4FE229C-B6CC-4CFC-9118-F356F2442329}" sibTransId="{6CE0D5A4-569D-4BF6-B703-76BCE46B0BE7}"/>
    <dgm:cxn modelId="{2F6F5340-DE2F-4832-BF51-F2BA8A314184}" srcId="{B4E3EB88-7D38-4C9B-B267-2F8FB2AD4338}" destId="{8A0F9E6A-880E-4E8D-BD3C-720964833C33}" srcOrd="1" destOrd="0" parTransId="{CDE23042-84D1-4809-94EB-C9A203B16A3A}" sibTransId="{99FB686A-CEA2-4288-B43E-EB96406EB39C}"/>
    <dgm:cxn modelId="{7A226043-1830-465D-B886-89EB6E37EA06}" type="presOf" srcId="{8FE28599-B9FA-4629-88C5-99E8C19B280C}" destId="{6D8D4A23-0950-4A04-875C-FAB017F710D4}" srcOrd="0" destOrd="0" presId="urn:microsoft.com/office/officeart/2018/5/layout/CenteredIconLabelDescriptionList"/>
    <dgm:cxn modelId="{84CD056C-680F-49B3-880B-304B6CF94518}" srcId="{32674E4E-5CE1-43BB-BCE1-137361580D78}" destId="{4A3C97E4-8F14-465B-8B74-15EB2CDA9C31}" srcOrd="1" destOrd="0" parTransId="{FE906A4C-71D0-47E8-A881-D73B4466CD93}" sibTransId="{DA4E7E15-AE9E-4853-946C-4D4274F902D9}"/>
    <dgm:cxn modelId="{5C13E471-2BF0-4191-9593-324DDAB69B6A}" srcId="{32674E4E-5CE1-43BB-BCE1-137361580D78}" destId="{B4E3EB88-7D38-4C9B-B267-2F8FB2AD4338}" srcOrd="0" destOrd="0" parTransId="{4E95A3F8-4A3B-4632-964C-3404238A4F60}" sibTransId="{EC535BDB-2A7C-4309-ACE7-ED8F0ABABC61}"/>
    <dgm:cxn modelId="{1BC4D5A7-ADFA-48C0-AE0B-9ACBEDDFE941}" type="presOf" srcId="{32674E4E-5CE1-43BB-BCE1-137361580D78}" destId="{6C36FDDC-09FA-4FE0-A4A6-660A59F12B80}" srcOrd="0" destOrd="0" presId="urn:microsoft.com/office/officeart/2018/5/layout/CenteredIconLabelDescriptionList"/>
    <dgm:cxn modelId="{3F5A55AE-C92A-43B5-8159-AA8FC22471B8}" srcId="{4A3C97E4-8F14-465B-8B74-15EB2CDA9C31}" destId="{B4C1E7AF-D9F9-480D-9041-35191406B3EA}" srcOrd="0" destOrd="0" parTransId="{EC138FE8-02DD-4BCF-B14B-8D622B3505E0}" sibTransId="{2E49351A-F01D-4030-B88D-99DDE08816F8}"/>
    <dgm:cxn modelId="{CE331EC1-EFB0-476F-AC8B-E4562E02F28C}" type="presOf" srcId="{8A0F9E6A-880E-4E8D-BD3C-720964833C33}" destId="{636D7E22-1AC5-4919-BB3D-B160375D0BA9}" srcOrd="0" destOrd="1" presId="urn:microsoft.com/office/officeart/2018/5/layout/CenteredIconLabelDescriptionList"/>
    <dgm:cxn modelId="{FD865AD4-4903-4169-ADE2-A719071531ED}" srcId="{5C44CBC7-1AFA-4E2E-A953-0433F5AC8C80}" destId="{640077E8-E119-46FC-A9EF-509BAF0F2020}" srcOrd="1" destOrd="0" parTransId="{EBC12C7C-045C-4028-B1B6-2DF21DEA58A8}" sibTransId="{29D48647-F0DA-4D2C-AA8D-0C977421D9EC}"/>
    <dgm:cxn modelId="{082FF3E3-3C2A-4195-A94B-1413A9078BBA}" type="presOf" srcId="{E7F3007C-82E6-491A-8E4D-4ABA0A71783F}" destId="{636D7E22-1AC5-4919-BB3D-B160375D0BA9}" srcOrd="0" destOrd="0" presId="urn:microsoft.com/office/officeart/2018/5/layout/CenteredIconLabelDescriptionList"/>
    <dgm:cxn modelId="{805295F4-458A-4B00-ABE4-FE89D879CD8E}" srcId="{5C44CBC7-1AFA-4E2E-A953-0433F5AC8C80}" destId="{8FE28599-B9FA-4629-88C5-99E8C19B280C}" srcOrd="0" destOrd="0" parTransId="{9E63F241-32D8-4B78-9F9A-A2D332C275BC}" sibTransId="{BA290AC7-423F-4924-BA16-E384702D778D}"/>
    <dgm:cxn modelId="{79C79DF9-1304-4BB0-897D-7BC5F66ADFE7}" type="presOf" srcId="{8086D188-6FB0-4120-805E-CCC1993DEEAF}" destId="{B3EAF796-5BBB-42D2-A59B-5BC8A1DAF7A8}" srcOrd="0" destOrd="1" presId="urn:microsoft.com/office/officeart/2018/5/layout/CenteredIconLabelDescriptionList"/>
    <dgm:cxn modelId="{F955F906-197A-4C2F-AE68-5C4869C2A213}" type="presParOf" srcId="{6C36FDDC-09FA-4FE0-A4A6-660A59F12B80}" destId="{D81D6660-03E1-427F-8E83-1A97BF42B0F7}" srcOrd="0" destOrd="0" presId="urn:microsoft.com/office/officeart/2018/5/layout/CenteredIconLabelDescriptionList"/>
    <dgm:cxn modelId="{7BA13145-5C67-4751-851C-07B10E5DF4B9}" type="presParOf" srcId="{D81D6660-03E1-427F-8E83-1A97BF42B0F7}" destId="{1A4BD163-7C51-4EB0-AE33-D181B60DEA62}" srcOrd="0" destOrd="0" presId="urn:microsoft.com/office/officeart/2018/5/layout/CenteredIconLabelDescriptionList"/>
    <dgm:cxn modelId="{BF3F53DD-C572-4CAE-9F9D-283B7951FFED}" type="presParOf" srcId="{D81D6660-03E1-427F-8E83-1A97BF42B0F7}" destId="{8022B78F-778B-46D8-A980-1F754760842B}" srcOrd="1" destOrd="0" presId="urn:microsoft.com/office/officeart/2018/5/layout/CenteredIconLabelDescriptionList"/>
    <dgm:cxn modelId="{EBCF9789-C985-441D-8A9C-B859CB379060}" type="presParOf" srcId="{D81D6660-03E1-427F-8E83-1A97BF42B0F7}" destId="{43B24BAB-C79E-4FAD-A2F9-07224E0B0B24}" srcOrd="2" destOrd="0" presId="urn:microsoft.com/office/officeart/2018/5/layout/CenteredIconLabelDescriptionList"/>
    <dgm:cxn modelId="{156B96B2-2F4F-4B92-822D-1ACC527C4522}" type="presParOf" srcId="{D81D6660-03E1-427F-8E83-1A97BF42B0F7}" destId="{F744143F-F420-458F-8EEE-62A27913469B}" srcOrd="3" destOrd="0" presId="urn:microsoft.com/office/officeart/2018/5/layout/CenteredIconLabelDescriptionList"/>
    <dgm:cxn modelId="{05B5EDCB-69B4-43EA-86C6-1FC29732A97B}" type="presParOf" srcId="{D81D6660-03E1-427F-8E83-1A97BF42B0F7}" destId="{636D7E22-1AC5-4919-BB3D-B160375D0BA9}" srcOrd="4" destOrd="0" presId="urn:microsoft.com/office/officeart/2018/5/layout/CenteredIconLabelDescriptionList"/>
    <dgm:cxn modelId="{0E19AD0C-ED00-4896-B455-96F04036E4CB}" type="presParOf" srcId="{6C36FDDC-09FA-4FE0-A4A6-660A59F12B80}" destId="{CE428264-4720-4295-804B-2C91B41DF60B}" srcOrd="1" destOrd="0" presId="urn:microsoft.com/office/officeart/2018/5/layout/CenteredIconLabelDescriptionList"/>
    <dgm:cxn modelId="{56AFAFF6-8B6E-429F-935D-50F8EFA31321}" type="presParOf" srcId="{6C36FDDC-09FA-4FE0-A4A6-660A59F12B80}" destId="{E7581F4D-A436-4623-9286-4A654AF166B1}" srcOrd="2" destOrd="0" presId="urn:microsoft.com/office/officeart/2018/5/layout/CenteredIconLabelDescriptionList"/>
    <dgm:cxn modelId="{2BFE3D17-C6EF-46AF-9B30-8F9CB78A5734}" type="presParOf" srcId="{E7581F4D-A436-4623-9286-4A654AF166B1}" destId="{27A159C1-3805-4598-9F84-16CBFEDCFE1E}" srcOrd="0" destOrd="0" presId="urn:microsoft.com/office/officeart/2018/5/layout/CenteredIconLabelDescriptionList"/>
    <dgm:cxn modelId="{78B610DE-8207-476E-AA38-7693D6871393}" type="presParOf" srcId="{E7581F4D-A436-4623-9286-4A654AF166B1}" destId="{6A1A0C93-CCC6-46CA-B5C4-F07C432D5004}" srcOrd="1" destOrd="0" presId="urn:microsoft.com/office/officeart/2018/5/layout/CenteredIconLabelDescriptionList"/>
    <dgm:cxn modelId="{E56D8181-6722-484F-84DE-DCC5A465CFCD}" type="presParOf" srcId="{E7581F4D-A436-4623-9286-4A654AF166B1}" destId="{0AFFC2D2-3EBD-4CE1-A5D3-4FC1CDEBA828}" srcOrd="2" destOrd="0" presId="urn:microsoft.com/office/officeart/2018/5/layout/CenteredIconLabelDescriptionList"/>
    <dgm:cxn modelId="{75D22B53-ADA5-4155-B9C9-412C061C16D6}" type="presParOf" srcId="{E7581F4D-A436-4623-9286-4A654AF166B1}" destId="{BB3A9366-7567-4660-9976-FEA3315CF96D}" srcOrd="3" destOrd="0" presId="urn:microsoft.com/office/officeart/2018/5/layout/CenteredIconLabelDescriptionList"/>
    <dgm:cxn modelId="{A5AF37EA-4EBD-47EA-BC7C-5D2DC1341E95}" type="presParOf" srcId="{E7581F4D-A436-4623-9286-4A654AF166B1}" destId="{B3EAF796-5BBB-42D2-A59B-5BC8A1DAF7A8}" srcOrd="4" destOrd="0" presId="urn:microsoft.com/office/officeart/2018/5/layout/CenteredIconLabelDescriptionList"/>
    <dgm:cxn modelId="{207B2552-817A-45D7-9735-BDBFD6F6E670}" type="presParOf" srcId="{6C36FDDC-09FA-4FE0-A4A6-660A59F12B80}" destId="{0A15DFFB-A920-434E-91BD-1FC42AE41D81}" srcOrd="3" destOrd="0" presId="urn:microsoft.com/office/officeart/2018/5/layout/CenteredIconLabelDescriptionList"/>
    <dgm:cxn modelId="{637C6956-73CC-4385-86EA-344A0FE2EB16}" type="presParOf" srcId="{6C36FDDC-09FA-4FE0-A4A6-660A59F12B80}" destId="{3303E561-C69A-4D79-B1B4-4E65F4D03509}" srcOrd="4" destOrd="0" presId="urn:microsoft.com/office/officeart/2018/5/layout/CenteredIconLabelDescriptionList"/>
    <dgm:cxn modelId="{51DC0CC4-CA90-4FB5-9237-2097BE4270FB}" type="presParOf" srcId="{3303E561-C69A-4D79-B1B4-4E65F4D03509}" destId="{E35B1320-A5C2-4CE7-A2D6-A61B3727418C}" srcOrd="0" destOrd="0" presId="urn:microsoft.com/office/officeart/2018/5/layout/CenteredIconLabelDescriptionList"/>
    <dgm:cxn modelId="{B638A389-4B40-46B2-BFE4-25631F7A3660}" type="presParOf" srcId="{3303E561-C69A-4D79-B1B4-4E65F4D03509}" destId="{C0E2BE91-0581-4F22-803C-DD11D47B3F11}" srcOrd="1" destOrd="0" presId="urn:microsoft.com/office/officeart/2018/5/layout/CenteredIconLabelDescriptionList"/>
    <dgm:cxn modelId="{2E291C66-5F43-405D-B748-7BC11BCCFFAA}" type="presParOf" srcId="{3303E561-C69A-4D79-B1B4-4E65F4D03509}" destId="{2DE09D0E-340A-433B-9DDD-B8D630CB8D7D}" srcOrd="2" destOrd="0" presId="urn:microsoft.com/office/officeart/2018/5/layout/CenteredIconLabelDescriptionList"/>
    <dgm:cxn modelId="{3CDF6999-85D8-4F33-8E80-E2F8FB9D4101}" type="presParOf" srcId="{3303E561-C69A-4D79-B1B4-4E65F4D03509}" destId="{E7A49C72-3C4C-4450-A4CC-23536ABEF028}" srcOrd="3" destOrd="0" presId="urn:microsoft.com/office/officeart/2018/5/layout/CenteredIconLabelDescriptionList"/>
    <dgm:cxn modelId="{310C0F4F-DA96-40F7-86F7-9FDF3E053B49}" type="presParOf" srcId="{3303E561-C69A-4D79-B1B4-4E65F4D03509}" destId="{6D8D4A23-0950-4A04-875C-FAB017F710D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A42A71C4-CE0E-47E8-9C43-17D5E7409A2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FAE62B90-F022-4503-95D4-E0E378A362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Passphrase affect</a:t>
          </a:r>
          <a:endParaRPr lang="en-US" dirty="0"/>
        </a:p>
      </dgm:t>
    </dgm:pt>
    <dgm:pt modelId="{398907B7-0194-4303-B6EA-ED693A6A65FB}" type="parTrans" cxnId="{AD42567B-F9C9-4A15-837C-3194161E50A1}">
      <dgm:prSet/>
      <dgm:spPr/>
      <dgm:t>
        <a:bodyPr/>
        <a:lstStyle/>
        <a:p>
          <a:endParaRPr lang="en-US"/>
        </a:p>
      </dgm:t>
    </dgm:pt>
    <dgm:pt modelId="{F3DA90FC-0C18-4D73-92F6-AC3DF1410262}" type="sibTrans" cxnId="{AD42567B-F9C9-4A15-837C-3194161E50A1}">
      <dgm:prSet/>
      <dgm:spPr/>
      <dgm:t>
        <a:bodyPr/>
        <a:lstStyle/>
        <a:p>
          <a:endParaRPr lang="en-US"/>
        </a:p>
      </dgm:t>
    </dgm:pt>
    <dgm:pt modelId="{81AD2F7B-F27E-4590-82F4-04E90527D1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passphrase</a:t>
          </a:r>
          <a:r>
            <a:rPr lang="tr-TR" dirty="0"/>
            <a:t> leads to</a:t>
          </a:r>
          <a:endParaRPr lang="en-US" dirty="0"/>
        </a:p>
      </dgm:t>
    </dgm:pt>
    <dgm:pt modelId="{F23329B8-3936-4051-9A74-4A1905439216}" type="parTrans" cxnId="{95CECC8E-FC98-426C-AD71-5919499468A6}">
      <dgm:prSet/>
      <dgm:spPr/>
      <dgm:t>
        <a:bodyPr/>
        <a:lstStyle/>
        <a:p>
          <a:endParaRPr lang="en-US"/>
        </a:p>
      </dgm:t>
    </dgm:pt>
    <dgm:pt modelId="{0FD9C7FC-7AB8-44AB-B980-416C9ADC8F41}" type="sibTrans" cxnId="{95CECC8E-FC98-426C-AD71-5919499468A6}">
      <dgm:prSet/>
      <dgm:spPr/>
      <dgm:t>
        <a:bodyPr/>
        <a:lstStyle/>
        <a:p>
          <a:endParaRPr lang="en-US"/>
        </a:p>
      </dgm:t>
    </dgm:pt>
    <dgm:pt modelId="{089561C0-8DE1-43F2-A2D6-F25F4C405F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Seed entropy</a:t>
          </a:r>
          <a:endParaRPr lang="en-US" dirty="0"/>
        </a:p>
      </dgm:t>
    </dgm:pt>
    <dgm:pt modelId="{F6522944-E990-460B-BFBB-0FA6B81605F1}" type="parTrans" cxnId="{4EA29990-5B2D-42E3-B376-FEA2D743CCA8}">
      <dgm:prSet/>
      <dgm:spPr/>
      <dgm:t>
        <a:bodyPr/>
        <a:lstStyle/>
        <a:p>
          <a:endParaRPr lang="en-US"/>
        </a:p>
      </dgm:t>
    </dgm:pt>
    <dgm:pt modelId="{44178722-D308-401D-87BF-3CFFF2625ADA}" type="sibTrans" cxnId="{4EA29990-5B2D-42E3-B376-FEA2D743CCA8}">
      <dgm:prSet/>
      <dgm:spPr/>
      <dgm:t>
        <a:bodyPr/>
        <a:lstStyle/>
        <a:p>
          <a:endParaRPr lang="en-US"/>
        </a:p>
      </dgm:t>
    </dgm:pt>
    <dgm:pt modelId="{25B30CA8-58BF-4BCC-A4B1-2AD2FFCFAE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every possible passphrase</a:t>
          </a:r>
        </a:p>
      </dgm:t>
    </dgm:pt>
    <dgm:pt modelId="{B8683896-C4D7-460C-9701-B574D7D8EFF6}" type="parTrans" cxnId="{28353A13-DDEF-41A1-8DD5-BB3358867B2B}">
      <dgm:prSet/>
      <dgm:spPr/>
      <dgm:t>
        <a:bodyPr/>
        <a:lstStyle/>
        <a:p>
          <a:endParaRPr lang="en-US"/>
        </a:p>
      </dgm:t>
    </dgm:pt>
    <dgm:pt modelId="{F5313422-62CE-4187-81F3-1533D338DC7D}" type="sibTrans" cxnId="{28353A13-DDEF-41A1-8DD5-BB3358867B2B}">
      <dgm:prSet/>
      <dgm:spPr/>
      <dgm:t>
        <a:bodyPr/>
        <a:lstStyle/>
        <a:p>
          <a:endParaRPr lang="en-US"/>
        </a:p>
      </dgm:t>
    </dgm:pt>
    <dgm:pt modelId="{277A1E32-8FAE-40CB-A459-3CE7FF3AA3B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 different </a:t>
          </a:r>
          <a:r>
            <a:rPr lang="tr-TR" b="1" dirty="0"/>
            <a:t>seed</a:t>
          </a:r>
          <a:endParaRPr lang="en-US" b="1" dirty="0"/>
        </a:p>
      </dgm:t>
    </dgm:pt>
    <dgm:pt modelId="{7B2214D5-3D36-4745-BB3E-995028BFCAFA}" type="parTrans" cxnId="{84016D76-CABD-49FB-900C-0CB9AA567D25}">
      <dgm:prSet/>
      <dgm:spPr/>
      <dgm:t>
        <a:bodyPr/>
        <a:lstStyle/>
        <a:p>
          <a:endParaRPr lang="tr-TR"/>
        </a:p>
      </dgm:t>
    </dgm:pt>
    <dgm:pt modelId="{C2C36826-B4C1-4124-A11C-8BF8F3196C3D}" type="sibTrans" cxnId="{84016D76-CABD-49FB-900C-0CB9AA567D25}">
      <dgm:prSet/>
      <dgm:spPr/>
      <dgm:t>
        <a:bodyPr/>
        <a:lstStyle/>
        <a:p>
          <a:endParaRPr lang="tr-TR"/>
        </a:p>
      </dgm:t>
    </dgm:pt>
    <dgm:pt modelId="{FF07CF08-A18D-4650-BF34-73F853749C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leads to a different seed</a:t>
          </a:r>
        </a:p>
      </dgm:t>
    </dgm:pt>
    <dgm:pt modelId="{9B069FD5-4559-4B9A-828E-8F3064B8F0EC}" type="parTrans" cxnId="{CD98EBFD-5315-45FA-ACC7-8C9F799AEE19}">
      <dgm:prSet/>
      <dgm:spPr/>
      <dgm:t>
        <a:bodyPr/>
        <a:lstStyle/>
        <a:p>
          <a:endParaRPr lang="tr-TR"/>
        </a:p>
      </dgm:t>
    </dgm:pt>
    <dgm:pt modelId="{DF5BACBF-9684-45B8-B4C8-D79E50A54EDE}" type="sibTrans" cxnId="{CD98EBFD-5315-45FA-ACC7-8C9F799AEE19}">
      <dgm:prSet/>
      <dgm:spPr/>
      <dgm:t>
        <a:bodyPr/>
        <a:lstStyle/>
        <a:p>
          <a:endParaRPr lang="tr-TR"/>
        </a:p>
      </dgm:t>
    </dgm:pt>
    <dgm:pt modelId="{2F2A5D26-D375-4AA7-9C87-73AF050038BB}" type="pres">
      <dgm:prSet presAssocID="{A42A71C4-CE0E-47E8-9C43-17D5E7409A2C}" presName="root" presStyleCnt="0">
        <dgm:presLayoutVars>
          <dgm:dir/>
          <dgm:resizeHandles val="exact"/>
        </dgm:presLayoutVars>
      </dgm:prSet>
      <dgm:spPr/>
    </dgm:pt>
    <dgm:pt modelId="{54E640E3-C1AE-46D4-9BB2-F6407EDE92ED}" type="pres">
      <dgm:prSet presAssocID="{FAE62B90-F022-4503-95D4-E0E378A36271}" presName="compNode" presStyleCnt="0"/>
      <dgm:spPr/>
    </dgm:pt>
    <dgm:pt modelId="{9C98FE40-BFB7-4435-B562-91AAE05C8B4E}" type="pres">
      <dgm:prSet presAssocID="{FAE62B90-F022-4503-95D4-E0E378A3627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mpkin"/>
        </a:ext>
      </dgm:extLst>
    </dgm:pt>
    <dgm:pt modelId="{AB31F68C-132C-42DE-B81D-91155A3A1F3B}" type="pres">
      <dgm:prSet presAssocID="{FAE62B90-F022-4503-95D4-E0E378A36271}" presName="iconSpace" presStyleCnt="0"/>
      <dgm:spPr/>
    </dgm:pt>
    <dgm:pt modelId="{42041AA1-0781-4482-B026-FB0E1C547EEE}" type="pres">
      <dgm:prSet presAssocID="{FAE62B90-F022-4503-95D4-E0E378A36271}" presName="parTx" presStyleLbl="revTx" presStyleIdx="0" presStyleCnt="4">
        <dgm:presLayoutVars>
          <dgm:chMax val="0"/>
          <dgm:chPref val="0"/>
        </dgm:presLayoutVars>
      </dgm:prSet>
      <dgm:spPr/>
    </dgm:pt>
    <dgm:pt modelId="{61AF1021-4967-4E8E-B06E-2E489EF399A5}" type="pres">
      <dgm:prSet presAssocID="{FAE62B90-F022-4503-95D4-E0E378A36271}" presName="txSpace" presStyleCnt="0"/>
      <dgm:spPr/>
    </dgm:pt>
    <dgm:pt modelId="{97BAB9E2-ABF8-4AB9-B266-522F38C9763C}" type="pres">
      <dgm:prSet presAssocID="{FAE62B90-F022-4503-95D4-E0E378A36271}" presName="desTx" presStyleLbl="revTx" presStyleIdx="1" presStyleCnt="4">
        <dgm:presLayoutVars/>
      </dgm:prSet>
      <dgm:spPr/>
    </dgm:pt>
    <dgm:pt modelId="{2B89291A-052F-483B-9C10-758FCFB09767}" type="pres">
      <dgm:prSet presAssocID="{F3DA90FC-0C18-4D73-92F6-AC3DF1410262}" presName="sibTrans" presStyleCnt="0"/>
      <dgm:spPr/>
    </dgm:pt>
    <dgm:pt modelId="{FFF12C11-6F6A-444D-8F3B-23173B09B5CE}" type="pres">
      <dgm:prSet presAssocID="{089561C0-8DE1-43F2-A2D6-F25F4C405F87}" presName="compNode" presStyleCnt="0"/>
      <dgm:spPr/>
    </dgm:pt>
    <dgm:pt modelId="{4C10696C-6AD9-4678-989F-18DD23697651}" type="pres">
      <dgm:prSet presAssocID="{089561C0-8DE1-43F2-A2D6-F25F4C405F8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616C93B2-24F0-4CE0-A407-E34A05EE20D8}" type="pres">
      <dgm:prSet presAssocID="{089561C0-8DE1-43F2-A2D6-F25F4C405F87}" presName="iconSpace" presStyleCnt="0"/>
      <dgm:spPr/>
    </dgm:pt>
    <dgm:pt modelId="{0091A713-C882-44AA-A1D8-7286D06AB271}" type="pres">
      <dgm:prSet presAssocID="{089561C0-8DE1-43F2-A2D6-F25F4C405F87}" presName="parTx" presStyleLbl="revTx" presStyleIdx="2" presStyleCnt="4">
        <dgm:presLayoutVars>
          <dgm:chMax val="0"/>
          <dgm:chPref val="0"/>
        </dgm:presLayoutVars>
      </dgm:prSet>
      <dgm:spPr/>
    </dgm:pt>
    <dgm:pt modelId="{0DA9663D-E87C-40FE-9AE7-85FE887CF01C}" type="pres">
      <dgm:prSet presAssocID="{089561C0-8DE1-43F2-A2D6-F25F4C405F87}" presName="txSpace" presStyleCnt="0"/>
      <dgm:spPr/>
    </dgm:pt>
    <dgm:pt modelId="{C8D14F2C-E780-486F-9107-F5665F407B46}" type="pres">
      <dgm:prSet presAssocID="{089561C0-8DE1-43F2-A2D6-F25F4C405F87}" presName="desTx" presStyleLbl="revTx" presStyleIdx="3" presStyleCnt="4">
        <dgm:presLayoutVars/>
      </dgm:prSet>
      <dgm:spPr/>
    </dgm:pt>
  </dgm:ptLst>
  <dgm:cxnLst>
    <dgm:cxn modelId="{28353A13-DDEF-41A1-8DD5-BB3358867B2B}" srcId="{089561C0-8DE1-43F2-A2D6-F25F4C405F87}" destId="{25B30CA8-58BF-4BCC-A4B1-2AD2FFCFAE6A}" srcOrd="0" destOrd="0" parTransId="{B8683896-C4D7-460C-9701-B574D7D8EFF6}" sibTransId="{F5313422-62CE-4187-81F3-1533D338DC7D}"/>
    <dgm:cxn modelId="{98978147-9F81-4CB2-A7A9-0C86DCE27EA9}" type="presOf" srcId="{FF07CF08-A18D-4650-BF34-73F853749CB7}" destId="{C8D14F2C-E780-486F-9107-F5665F407B46}" srcOrd="0" destOrd="1" presId="urn:microsoft.com/office/officeart/2018/5/layout/CenteredIconLabelDescriptionList"/>
    <dgm:cxn modelId="{3C83364C-DA9D-4D08-BDF0-2D708D6C0479}" type="presOf" srcId="{25B30CA8-58BF-4BCC-A4B1-2AD2FFCFAE6A}" destId="{C8D14F2C-E780-486F-9107-F5665F407B46}" srcOrd="0" destOrd="0" presId="urn:microsoft.com/office/officeart/2018/5/layout/CenteredIconLabelDescriptionList"/>
    <dgm:cxn modelId="{84016D76-CABD-49FB-900C-0CB9AA567D25}" srcId="{FAE62B90-F022-4503-95D4-E0E378A36271}" destId="{277A1E32-8FAE-40CB-A459-3CE7FF3AA3BD}" srcOrd="1" destOrd="0" parTransId="{7B2214D5-3D36-4745-BB3E-995028BFCAFA}" sibTransId="{C2C36826-B4C1-4124-A11C-8BF8F3196C3D}"/>
    <dgm:cxn modelId="{AD42567B-F9C9-4A15-837C-3194161E50A1}" srcId="{A42A71C4-CE0E-47E8-9C43-17D5E7409A2C}" destId="{FAE62B90-F022-4503-95D4-E0E378A36271}" srcOrd="0" destOrd="0" parTransId="{398907B7-0194-4303-B6EA-ED693A6A65FB}" sibTransId="{F3DA90FC-0C18-4D73-92F6-AC3DF1410262}"/>
    <dgm:cxn modelId="{95CECC8E-FC98-426C-AD71-5919499468A6}" srcId="{FAE62B90-F022-4503-95D4-E0E378A36271}" destId="{81AD2F7B-F27E-4590-82F4-04E90527D1C1}" srcOrd="0" destOrd="0" parTransId="{F23329B8-3936-4051-9A74-4A1905439216}" sibTransId="{0FD9C7FC-7AB8-44AB-B980-416C9ADC8F41}"/>
    <dgm:cxn modelId="{4EA29990-5B2D-42E3-B376-FEA2D743CCA8}" srcId="{A42A71C4-CE0E-47E8-9C43-17D5E7409A2C}" destId="{089561C0-8DE1-43F2-A2D6-F25F4C405F87}" srcOrd="1" destOrd="0" parTransId="{F6522944-E990-460B-BFBB-0FA6B81605F1}" sibTransId="{44178722-D308-401D-87BF-3CFFF2625ADA}"/>
    <dgm:cxn modelId="{863A3B9D-269F-4F3E-9ADD-EB8EB7821410}" type="presOf" srcId="{089561C0-8DE1-43F2-A2D6-F25F4C405F87}" destId="{0091A713-C882-44AA-A1D8-7286D06AB271}" srcOrd="0" destOrd="0" presId="urn:microsoft.com/office/officeart/2018/5/layout/CenteredIconLabelDescriptionList"/>
    <dgm:cxn modelId="{F5C574C4-7251-4B36-A6B2-CADEE2354F50}" type="presOf" srcId="{81AD2F7B-F27E-4590-82F4-04E90527D1C1}" destId="{97BAB9E2-ABF8-4AB9-B266-522F38C9763C}" srcOrd="0" destOrd="0" presId="urn:microsoft.com/office/officeart/2018/5/layout/CenteredIconLabelDescriptionList"/>
    <dgm:cxn modelId="{B85449E1-0F43-406F-87DE-6EB516C8A69D}" type="presOf" srcId="{FAE62B90-F022-4503-95D4-E0E378A36271}" destId="{42041AA1-0781-4482-B026-FB0E1C547EEE}" srcOrd="0" destOrd="0" presId="urn:microsoft.com/office/officeart/2018/5/layout/CenteredIconLabelDescriptionList"/>
    <dgm:cxn modelId="{43E5DDE2-E90C-465F-A21C-D40B3BB60267}" type="presOf" srcId="{A42A71C4-CE0E-47E8-9C43-17D5E7409A2C}" destId="{2F2A5D26-D375-4AA7-9C87-73AF050038BB}" srcOrd="0" destOrd="0" presId="urn:microsoft.com/office/officeart/2018/5/layout/CenteredIconLabelDescriptionList"/>
    <dgm:cxn modelId="{5E9F29E5-57CB-4D4F-B12A-09B42B7DB199}" type="presOf" srcId="{277A1E32-8FAE-40CB-A459-3CE7FF3AA3BD}" destId="{97BAB9E2-ABF8-4AB9-B266-522F38C9763C}" srcOrd="0" destOrd="1" presId="urn:microsoft.com/office/officeart/2018/5/layout/CenteredIconLabelDescriptionList"/>
    <dgm:cxn modelId="{CD98EBFD-5315-45FA-ACC7-8C9F799AEE19}" srcId="{089561C0-8DE1-43F2-A2D6-F25F4C405F87}" destId="{FF07CF08-A18D-4650-BF34-73F853749CB7}" srcOrd="1" destOrd="0" parTransId="{9B069FD5-4559-4B9A-828E-8F3064B8F0EC}" sibTransId="{DF5BACBF-9684-45B8-B4C8-D79E50A54EDE}"/>
    <dgm:cxn modelId="{453F1830-E152-4350-9F35-B2CCD3D1042D}" type="presParOf" srcId="{2F2A5D26-D375-4AA7-9C87-73AF050038BB}" destId="{54E640E3-C1AE-46D4-9BB2-F6407EDE92ED}" srcOrd="0" destOrd="0" presId="urn:microsoft.com/office/officeart/2018/5/layout/CenteredIconLabelDescriptionList"/>
    <dgm:cxn modelId="{83730789-ABCF-49AE-9992-7E3278B8DC1A}" type="presParOf" srcId="{54E640E3-C1AE-46D4-9BB2-F6407EDE92ED}" destId="{9C98FE40-BFB7-4435-B562-91AAE05C8B4E}" srcOrd="0" destOrd="0" presId="urn:microsoft.com/office/officeart/2018/5/layout/CenteredIconLabelDescriptionList"/>
    <dgm:cxn modelId="{C0DF1051-A0EF-4921-B15B-0D475F84F088}" type="presParOf" srcId="{54E640E3-C1AE-46D4-9BB2-F6407EDE92ED}" destId="{AB31F68C-132C-42DE-B81D-91155A3A1F3B}" srcOrd="1" destOrd="0" presId="urn:microsoft.com/office/officeart/2018/5/layout/CenteredIconLabelDescriptionList"/>
    <dgm:cxn modelId="{773D4CB4-D4EF-4B75-BE8A-AEE747DCFB6C}" type="presParOf" srcId="{54E640E3-C1AE-46D4-9BB2-F6407EDE92ED}" destId="{42041AA1-0781-4482-B026-FB0E1C547EEE}" srcOrd="2" destOrd="0" presId="urn:microsoft.com/office/officeart/2018/5/layout/CenteredIconLabelDescriptionList"/>
    <dgm:cxn modelId="{87F7B6D7-B418-44AE-85AE-9F98F1538B5B}" type="presParOf" srcId="{54E640E3-C1AE-46D4-9BB2-F6407EDE92ED}" destId="{61AF1021-4967-4E8E-B06E-2E489EF399A5}" srcOrd="3" destOrd="0" presId="urn:microsoft.com/office/officeart/2018/5/layout/CenteredIconLabelDescriptionList"/>
    <dgm:cxn modelId="{25C0498A-27A5-43F1-994D-F3826C3DBED0}" type="presParOf" srcId="{54E640E3-C1AE-46D4-9BB2-F6407EDE92ED}" destId="{97BAB9E2-ABF8-4AB9-B266-522F38C9763C}" srcOrd="4" destOrd="0" presId="urn:microsoft.com/office/officeart/2018/5/layout/CenteredIconLabelDescriptionList"/>
    <dgm:cxn modelId="{79E0C3A8-4B52-4554-9535-BB90B727FB8F}" type="presParOf" srcId="{2F2A5D26-D375-4AA7-9C87-73AF050038BB}" destId="{2B89291A-052F-483B-9C10-758FCFB09767}" srcOrd="1" destOrd="0" presId="urn:microsoft.com/office/officeart/2018/5/layout/CenteredIconLabelDescriptionList"/>
    <dgm:cxn modelId="{2D4F0C52-AEB9-4CB6-BCF4-63ABC61902B0}" type="presParOf" srcId="{2F2A5D26-D375-4AA7-9C87-73AF050038BB}" destId="{FFF12C11-6F6A-444D-8F3B-23173B09B5CE}" srcOrd="2" destOrd="0" presId="urn:microsoft.com/office/officeart/2018/5/layout/CenteredIconLabelDescriptionList"/>
    <dgm:cxn modelId="{5D9E62A8-B69A-43C5-A589-997C692492C1}" type="presParOf" srcId="{FFF12C11-6F6A-444D-8F3B-23173B09B5CE}" destId="{4C10696C-6AD9-4678-989F-18DD23697651}" srcOrd="0" destOrd="0" presId="urn:microsoft.com/office/officeart/2018/5/layout/CenteredIconLabelDescriptionList"/>
    <dgm:cxn modelId="{D4EFA57F-9355-466F-80DE-8DF11EB18BC7}" type="presParOf" srcId="{FFF12C11-6F6A-444D-8F3B-23173B09B5CE}" destId="{616C93B2-24F0-4CE0-A407-E34A05EE20D8}" srcOrd="1" destOrd="0" presId="urn:microsoft.com/office/officeart/2018/5/layout/CenteredIconLabelDescriptionList"/>
    <dgm:cxn modelId="{8325C1ED-5EB8-45C3-ABF1-BD495EB1589F}" type="presParOf" srcId="{FFF12C11-6F6A-444D-8F3B-23173B09B5CE}" destId="{0091A713-C882-44AA-A1D8-7286D06AB271}" srcOrd="2" destOrd="0" presId="urn:microsoft.com/office/officeart/2018/5/layout/CenteredIconLabelDescriptionList"/>
    <dgm:cxn modelId="{372988C0-F490-4287-BD9D-9311BAF3BB33}" type="presParOf" srcId="{FFF12C11-6F6A-444D-8F3B-23173B09B5CE}" destId="{0DA9663D-E87C-40FE-9AE7-85FE887CF01C}" srcOrd="3" destOrd="0" presId="urn:microsoft.com/office/officeart/2018/5/layout/CenteredIconLabelDescriptionList"/>
    <dgm:cxn modelId="{D6BB071B-F8A1-4BF2-BB2E-2E453F673267}" type="presParOf" srcId="{FFF12C11-6F6A-444D-8F3B-23173B09B5CE}" destId="{C8D14F2C-E780-486F-9107-F5665F407B4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FFCD8F7-9B10-4585-92F3-2FFD75F637E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191B59-281C-4EBC-B940-94B5C87478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passphrase</a:t>
          </a:r>
        </a:p>
      </dgm:t>
    </dgm:pt>
    <dgm:pt modelId="{D8EE3B78-9B13-45ED-A2A9-FE4694126AA3}" type="parTrans" cxnId="{5A0FC14F-D8FC-49B5-AB01-A0BB94ABD264}">
      <dgm:prSet/>
      <dgm:spPr/>
      <dgm:t>
        <a:bodyPr/>
        <a:lstStyle/>
        <a:p>
          <a:endParaRPr lang="en-US" sz="3200"/>
        </a:p>
      </dgm:t>
    </dgm:pt>
    <dgm:pt modelId="{A6C6DB5E-627B-4DB6-B722-AEB23333B630}" type="sibTrans" cxnId="{5A0FC14F-D8FC-49B5-AB01-A0BB94ABD264}">
      <dgm:prSet/>
      <dgm:spPr/>
      <dgm:t>
        <a:bodyPr/>
        <a:lstStyle/>
        <a:p>
          <a:endParaRPr lang="en-US"/>
        </a:p>
      </dgm:t>
    </dgm:pt>
    <dgm:pt modelId="{FBD5C1E6-5829-41AB-B7C3-49C0BF2EF3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Protect backup</a:t>
          </a:r>
          <a:endParaRPr lang="en-US" dirty="0"/>
        </a:p>
      </dgm:t>
    </dgm:pt>
    <dgm:pt modelId="{A39D8EC6-96DA-4C3B-B31D-E561FCD7658A}" type="parTrans" cxnId="{3E7DEFB9-DEC6-4549-9946-D93ED69603AD}">
      <dgm:prSet/>
      <dgm:spPr/>
      <dgm:t>
        <a:bodyPr/>
        <a:lstStyle/>
        <a:p>
          <a:endParaRPr lang="en-US" sz="3200"/>
        </a:p>
      </dgm:t>
    </dgm:pt>
    <dgm:pt modelId="{2ABB3C63-CFA1-45FA-B670-C1BE2B5258BA}" type="sibTrans" cxnId="{3E7DEFB9-DEC6-4549-9946-D93ED69603AD}">
      <dgm:prSet/>
      <dgm:spPr/>
      <dgm:t>
        <a:bodyPr/>
        <a:lstStyle/>
        <a:p>
          <a:endParaRPr lang="en-US"/>
        </a:p>
      </dgm:t>
    </dgm:pt>
    <dgm:pt modelId="{C5DC9BD5-B1C5-4487-AE70-5F15EBDD5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protect mnemonic backups</a:t>
          </a:r>
        </a:p>
      </dgm:t>
    </dgm:pt>
    <dgm:pt modelId="{52F4FADC-7BB5-4983-A9CC-4E281AB59EEC}" type="parTrans" cxnId="{2D3E6128-AC94-403D-B038-1E2FB69A550A}">
      <dgm:prSet/>
      <dgm:spPr/>
      <dgm:t>
        <a:bodyPr/>
        <a:lstStyle/>
        <a:p>
          <a:endParaRPr lang="en-US" sz="3200"/>
        </a:p>
      </dgm:t>
    </dgm:pt>
    <dgm:pt modelId="{9EEA6970-B73E-4BA1-A5AD-B6617AE1C9AB}" type="sibTrans" cxnId="{2D3E6128-AC94-403D-B038-1E2FB69A550A}">
      <dgm:prSet/>
      <dgm:spPr/>
      <dgm:t>
        <a:bodyPr/>
        <a:lstStyle/>
        <a:p>
          <a:endParaRPr lang="en-US"/>
        </a:p>
      </dgm:t>
    </dgm:pt>
    <dgm:pt modelId="{40CBBE30-D04F-4A74-9EFA-8B6CFBFC3C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Distract attacker</a:t>
          </a:r>
          <a:endParaRPr lang="en-US" dirty="0"/>
        </a:p>
      </dgm:t>
    </dgm:pt>
    <dgm:pt modelId="{24391373-7E59-42EE-B0A3-153E67E11891}" type="parTrans" cxnId="{0EDF99A0-07A4-4E7E-AABC-3AA17887C447}">
      <dgm:prSet/>
      <dgm:spPr/>
      <dgm:t>
        <a:bodyPr/>
        <a:lstStyle/>
        <a:p>
          <a:endParaRPr lang="en-US" sz="3200"/>
        </a:p>
      </dgm:t>
    </dgm:pt>
    <dgm:pt modelId="{30081334-1DD6-4569-9BC5-AE4B32302145}" type="sibTrans" cxnId="{0EDF99A0-07A4-4E7E-AABC-3AA17887C447}">
      <dgm:prSet/>
      <dgm:spPr/>
      <dgm:t>
        <a:bodyPr/>
        <a:lstStyle/>
        <a:p>
          <a:endParaRPr lang="en-US"/>
        </a:p>
      </dgm:t>
    </dgm:pt>
    <dgm:pt modelId="{94A6C53E-FA0C-4A99-BBCA-FF3C1B98E5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 important features</a:t>
          </a:r>
        </a:p>
      </dgm:t>
    </dgm:pt>
    <dgm:pt modelId="{E38172F0-178C-4D77-A262-9693B4E0E1A6}" type="parTrans" cxnId="{6C111BA3-6685-405B-A434-C2367847278E}">
      <dgm:prSet/>
      <dgm:spPr/>
      <dgm:t>
        <a:bodyPr/>
        <a:lstStyle/>
        <a:p>
          <a:endParaRPr lang="tr-TR"/>
        </a:p>
      </dgm:t>
    </dgm:pt>
    <dgm:pt modelId="{098E1CAA-7E1A-40C4-A8B7-A13A5EB87648}" type="sibTrans" cxnId="{6C111BA3-6685-405B-A434-C2367847278E}">
      <dgm:prSet/>
      <dgm:spPr/>
      <dgm:t>
        <a:bodyPr/>
        <a:lstStyle/>
        <a:p>
          <a:endParaRPr lang="tr-TR"/>
        </a:p>
      </dgm:t>
    </dgm:pt>
    <dgm:pt modelId="{A27FEC16-5D91-4FB4-B9F6-19AF06516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creates</a:t>
          </a:r>
        </a:p>
      </dgm:t>
    </dgm:pt>
    <dgm:pt modelId="{D3944AA9-7CB5-46F1-BA58-3F6BCEF0BE6F}" type="parTrans" cxnId="{BBF158EC-CF71-4F2F-91BA-0B81C7FF736C}">
      <dgm:prSet/>
      <dgm:spPr/>
      <dgm:t>
        <a:bodyPr/>
        <a:lstStyle/>
        <a:p>
          <a:endParaRPr lang="tr-TR"/>
        </a:p>
      </dgm:t>
    </dgm:pt>
    <dgm:pt modelId="{5AEDA991-7385-47B1-A5A4-D2C62F4889EF}" type="sibTrans" cxnId="{BBF158EC-CF71-4F2F-91BA-0B81C7FF736C}">
      <dgm:prSet/>
      <dgm:spPr/>
      <dgm:t>
        <a:bodyPr/>
        <a:lstStyle/>
        <a:p>
          <a:endParaRPr lang="tr-TR"/>
        </a:p>
      </dgm:t>
    </dgm:pt>
    <dgm:pt modelId="{FD74462A-4539-4466-952C-AA5086839F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compromise by a thief</a:t>
          </a:r>
        </a:p>
      </dgm:t>
    </dgm:pt>
    <dgm:pt modelId="{2B82EA7A-24A5-421A-BE7E-42B059F8CC4E}" type="parTrans" cxnId="{524ECC29-52C4-4976-BEE0-281B25C41A1F}">
      <dgm:prSet/>
      <dgm:spPr/>
      <dgm:t>
        <a:bodyPr/>
        <a:lstStyle/>
        <a:p>
          <a:endParaRPr lang="tr-TR"/>
        </a:p>
      </dgm:t>
    </dgm:pt>
    <dgm:pt modelId="{A9CBA95C-E131-4B0A-A811-F684234C3BA4}" type="sibTrans" cxnId="{524ECC29-52C4-4976-BEE0-281B25C41A1F}">
      <dgm:prSet/>
      <dgm:spPr/>
      <dgm:t>
        <a:bodyPr/>
        <a:lstStyle/>
        <a:p>
          <a:endParaRPr lang="tr-TR"/>
        </a:p>
      </dgm:t>
    </dgm:pt>
    <dgm:pt modelId="{29CE25AE-059D-499D-8112-B57505D415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</a:t>
          </a:r>
          <a:r>
            <a:rPr lang="tr-TR" dirty="0"/>
            <a:t> </a:t>
          </a:r>
          <a:r>
            <a:rPr lang="en-US" dirty="0"/>
            <a:t>the “real” wallet</a:t>
          </a:r>
        </a:p>
      </dgm:t>
    </dgm:pt>
    <dgm:pt modelId="{AE8270FB-6D15-4A63-8BEC-B7E8236F27CD}" type="parTrans" cxnId="{9F711945-047B-465C-B5F9-4DB3D5AE7C7A}">
      <dgm:prSet/>
      <dgm:spPr/>
      <dgm:t>
        <a:bodyPr/>
        <a:lstStyle/>
        <a:p>
          <a:endParaRPr lang="tr-TR"/>
        </a:p>
      </dgm:t>
    </dgm:pt>
    <dgm:pt modelId="{7183FAF5-A0A2-4D1E-A181-57B1A286909C}" type="sibTrans" cxnId="{9F711945-047B-465C-B5F9-4DB3D5AE7C7A}">
      <dgm:prSet/>
      <dgm:spPr/>
      <dgm:t>
        <a:bodyPr/>
        <a:lstStyle/>
        <a:p>
          <a:endParaRPr lang="tr-TR"/>
        </a:p>
      </dgm:t>
    </dgm:pt>
    <dgm:pt modelId="{7A408FFB-8D2C-421A-886B-351F60450C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</a:t>
          </a:r>
          <a:r>
            <a:rPr lang="tr-TR"/>
            <a:t>ing</a:t>
          </a:r>
          <a:r>
            <a:rPr lang="en-US"/>
            <a:t> the majority of funds</a:t>
          </a:r>
        </a:p>
      </dgm:t>
    </dgm:pt>
    <dgm:pt modelId="{3CF4A983-B63B-4084-9E71-92B988523D5D}" type="parTrans" cxnId="{FC42AB92-5F7A-413C-8E4E-5CF54FF7A61B}">
      <dgm:prSet/>
      <dgm:spPr/>
      <dgm:t>
        <a:bodyPr/>
        <a:lstStyle/>
        <a:p>
          <a:endParaRPr lang="tr-TR"/>
        </a:p>
      </dgm:t>
    </dgm:pt>
    <dgm:pt modelId="{9085AEBD-3D44-483C-93F0-99DDCAB59123}" type="sibTrans" cxnId="{FC42AB92-5F7A-413C-8E4E-5CF54FF7A61B}">
      <dgm:prSet/>
      <dgm:spPr/>
      <dgm:t>
        <a:bodyPr/>
        <a:lstStyle/>
        <a:p>
          <a:endParaRPr lang="tr-TR"/>
        </a:p>
      </dgm:t>
    </dgm:pt>
    <dgm:pt modelId="{1F8BDCE2-45B7-4CB7-93E9-1578935116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“duress wallet”</a:t>
          </a:r>
        </a:p>
      </dgm:t>
    </dgm:pt>
    <dgm:pt modelId="{0932831B-95B9-4053-A56E-163DC6564D45}" type="parTrans" cxnId="{108F2E30-14A3-49AA-8F15-A7D81F016867}">
      <dgm:prSet/>
      <dgm:spPr/>
      <dgm:t>
        <a:bodyPr/>
        <a:lstStyle/>
        <a:p>
          <a:endParaRPr lang="tr-TR"/>
        </a:p>
      </dgm:t>
    </dgm:pt>
    <dgm:pt modelId="{B5331645-4671-437E-BBA8-FDD4B933F965}" type="sibTrans" cxnId="{108F2E30-14A3-49AA-8F15-A7D81F016867}">
      <dgm:prSet/>
      <dgm:spPr/>
      <dgm:t>
        <a:bodyPr/>
        <a:lstStyle/>
        <a:p>
          <a:endParaRPr lang="tr-TR"/>
        </a:p>
      </dgm:t>
    </dgm:pt>
    <dgm:pt modelId="{86F4D9B5-4F49-4AC9-8D16-4BD297F7E13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wallet </a:t>
          </a:r>
          <a:r>
            <a:rPr lang="en-US"/>
            <a:t>with small amount of funds</a:t>
          </a:r>
        </a:p>
      </dgm:t>
    </dgm:pt>
    <dgm:pt modelId="{34658B13-6E7E-4B59-BE3D-8EEE10EC36D8}" type="parTrans" cxnId="{C462E65A-F05E-4855-831E-34582E775774}">
      <dgm:prSet/>
      <dgm:spPr/>
      <dgm:t>
        <a:bodyPr/>
        <a:lstStyle/>
        <a:p>
          <a:endParaRPr lang="tr-TR"/>
        </a:p>
      </dgm:t>
    </dgm:pt>
    <dgm:pt modelId="{6921C540-A6C3-4291-9C4E-59C89EDE06BB}" type="sibTrans" cxnId="{C462E65A-F05E-4855-831E-34582E775774}">
      <dgm:prSet/>
      <dgm:spPr/>
      <dgm:t>
        <a:bodyPr/>
        <a:lstStyle/>
        <a:p>
          <a:endParaRPr lang="tr-TR"/>
        </a:p>
      </dgm:t>
    </dgm:pt>
    <dgm:pt modelId="{89A6B5D4-42C7-4A92-9775-3BBF5D03736D}" type="pres">
      <dgm:prSet presAssocID="{4FFCD8F7-9B10-4585-92F3-2FFD75F637E2}" presName="root" presStyleCnt="0">
        <dgm:presLayoutVars>
          <dgm:dir/>
          <dgm:resizeHandles val="exact"/>
        </dgm:presLayoutVars>
      </dgm:prSet>
      <dgm:spPr/>
    </dgm:pt>
    <dgm:pt modelId="{0C718D96-0350-4A12-94CE-B7471BB26B70}" type="pres">
      <dgm:prSet presAssocID="{90191B59-281C-4EBC-B940-94B5C87478B8}" presName="compNode" presStyleCnt="0"/>
      <dgm:spPr/>
    </dgm:pt>
    <dgm:pt modelId="{4B1449CE-86C9-4BA7-AF6E-67A7B21D5DA9}" type="pres">
      <dgm:prSet presAssocID="{90191B59-281C-4EBC-B940-94B5C87478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C54B7C0-37EE-41C0-8AB1-F148DD512549}" type="pres">
      <dgm:prSet presAssocID="{90191B59-281C-4EBC-B940-94B5C87478B8}" presName="iconSpace" presStyleCnt="0"/>
      <dgm:spPr/>
    </dgm:pt>
    <dgm:pt modelId="{D786BA4B-916A-4383-9C85-111A610D3FE5}" type="pres">
      <dgm:prSet presAssocID="{90191B59-281C-4EBC-B940-94B5C87478B8}" presName="parTx" presStyleLbl="revTx" presStyleIdx="0" presStyleCnt="8">
        <dgm:presLayoutVars>
          <dgm:chMax val="0"/>
          <dgm:chPref val="0"/>
        </dgm:presLayoutVars>
      </dgm:prSet>
      <dgm:spPr/>
    </dgm:pt>
    <dgm:pt modelId="{F083E7BD-9E46-4637-80B2-8AC5995C4EF9}" type="pres">
      <dgm:prSet presAssocID="{90191B59-281C-4EBC-B940-94B5C87478B8}" presName="txSpace" presStyleCnt="0"/>
      <dgm:spPr/>
    </dgm:pt>
    <dgm:pt modelId="{2392D765-3E8F-48B4-B021-C459FEC8AEB6}" type="pres">
      <dgm:prSet presAssocID="{90191B59-281C-4EBC-B940-94B5C87478B8}" presName="desTx" presStyleLbl="revTx" presStyleIdx="1" presStyleCnt="8">
        <dgm:presLayoutVars/>
      </dgm:prSet>
      <dgm:spPr/>
    </dgm:pt>
    <dgm:pt modelId="{BB9738EE-9E59-472F-BD52-AD4568B9D881}" type="pres">
      <dgm:prSet presAssocID="{A6C6DB5E-627B-4DB6-B722-AEB23333B630}" presName="sibTrans" presStyleCnt="0"/>
      <dgm:spPr/>
    </dgm:pt>
    <dgm:pt modelId="{8999D80D-85B0-41EC-AD9F-01E9F8394036}" type="pres">
      <dgm:prSet presAssocID="{FBD5C1E6-5829-41AB-B7C3-49C0BF2EF39D}" presName="compNode" presStyleCnt="0"/>
      <dgm:spPr/>
    </dgm:pt>
    <dgm:pt modelId="{52CAD622-4597-4E51-B507-06A7C92F9BD1}" type="pres">
      <dgm:prSet presAssocID="{FBD5C1E6-5829-41AB-B7C3-49C0BF2EF3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5157CA3-A532-49DB-AC68-F0E4CCDD1D79}" type="pres">
      <dgm:prSet presAssocID="{FBD5C1E6-5829-41AB-B7C3-49C0BF2EF39D}" presName="iconSpace" presStyleCnt="0"/>
      <dgm:spPr/>
    </dgm:pt>
    <dgm:pt modelId="{DD43A1C9-FAB3-49C7-B93D-A5C35C429F05}" type="pres">
      <dgm:prSet presAssocID="{FBD5C1E6-5829-41AB-B7C3-49C0BF2EF39D}" presName="parTx" presStyleLbl="revTx" presStyleIdx="2" presStyleCnt="8">
        <dgm:presLayoutVars>
          <dgm:chMax val="0"/>
          <dgm:chPref val="0"/>
        </dgm:presLayoutVars>
      </dgm:prSet>
      <dgm:spPr/>
    </dgm:pt>
    <dgm:pt modelId="{0491FFD1-503D-4C72-BF9F-00C3733A178C}" type="pres">
      <dgm:prSet presAssocID="{FBD5C1E6-5829-41AB-B7C3-49C0BF2EF39D}" presName="txSpace" presStyleCnt="0"/>
      <dgm:spPr/>
    </dgm:pt>
    <dgm:pt modelId="{B257F675-374E-4224-908C-008690A74B5D}" type="pres">
      <dgm:prSet presAssocID="{FBD5C1E6-5829-41AB-B7C3-49C0BF2EF39D}" presName="desTx" presStyleLbl="revTx" presStyleIdx="3" presStyleCnt="8">
        <dgm:presLayoutVars/>
      </dgm:prSet>
      <dgm:spPr/>
    </dgm:pt>
    <dgm:pt modelId="{E88CB2DD-E317-477E-8B16-4A7CDC5BDFDF}" type="pres">
      <dgm:prSet presAssocID="{2ABB3C63-CFA1-45FA-B670-C1BE2B5258BA}" presName="sibTrans" presStyleCnt="0"/>
      <dgm:spPr/>
    </dgm:pt>
    <dgm:pt modelId="{9D02FFE2-AD06-426D-816B-579007E96CB3}" type="pres">
      <dgm:prSet presAssocID="{40CBBE30-D04F-4A74-9EFA-8B6CFBFC3C55}" presName="compNode" presStyleCnt="0"/>
      <dgm:spPr/>
    </dgm:pt>
    <dgm:pt modelId="{4DD13D4F-CCB3-49F1-B6FE-F7EDDD516063}" type="pres">
      <dgm:prSet presAssocID="{40CBBE30-D04F-4A74-9EFA-8B6CFBFC3C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F6DBD19-68B6-4E5A-8D17-ACCFCA8226ED}" type="pres">
      <dgm:prSet presAssocID="{40CBBE30-D04F-4A74-9EFA-8B6CFBFC3C55}" presName="iconSpace" presStyleCnt="0"/>
      <dgm:spPr/>
    </dgm:pt>
    <dgm:pt modelId="{D343316F-995F-4065-9046-83C6A045ED7A}" type="pres">
      <dgm:prSet presAssocID="{40CBBE30-D04F-4A74-9EFA-8B6CFBFC3C55}" presName="parTx" presStyleLbl="revTx" presStyleIdx="4" presStyleCnt="8">
        <dgm:presLayoutVars>
          <dgm:chMax val="0"/>
          <dgm:chPref val="0"/>
        </dgm:presLayoutVars>
      </dgm:prSet>
      <dgm:spPr/>
    </dgm:pt>
    <dgm:pt modelId="{25802B9C-6526-45C0-BD7D-4BF90098818A}" type="pres">
      <dgm:prSet presAssocID="{40CBBE30-D04F-4A74-9EFA-8B6CFBFC3C55}" presName="txSpace" presStyleCnt="0"/>
      <dgm:spPr/>
    </dgm:pt>
    <dgm:pt modelId="{EC1C9128-5FAC-4E8F-8BF1-FAF0166D8252}" type="pres">
      <dgm:prSet presAssocID="{40CBBE30-D04F-4A74-9EFA-8B6CFBFC3C55}" presName="desTx" presStyleLbl="revTx" presStyleIdx="5" presStyleCnt="8">
        <dgm:presLayoutVars/>
      </dgm:prSet>
      <dgm:spPr/>
    </dgm:pt>
    <dgm:pt modelId="{C6DEE579-441E-493D-A922-5BE9D467DCF4}" type="pres">
      <dgm:prSet presAssocID="{30081334-1DD6-4569-9BC5-AE4B32302145}" presName="sibTrans" presStyleCnt="0"/>
      <dgm:spPr/>
    </dgm:pt>
    <dgm:pt modelId="{2A623467-6854-4028-B10B-A1DB54770F57}" type="pres">
      <dgm:prSet presAssocID="{1F8BDCE2-45B7-4CB7-93E9-157893511670}" presName="compNode" presStyleCnt="0"/>
      <dgm:spPr/>
    </dgm:pt>
    <dgm:pt modelId="{9501F92A-ACDE-4CE1-BA2A-BEECF17160B1}" type="pres">
      <dgm:prSet presAssocID="{1F8BDCE2-45B7-4CB7-93E9-1578935116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9293688C-8060-4831-8C46-6FB725AD0E92}" type="pres">
      <dgm:prSet presAssocID="{1F8BDCE2-45B7-4CB7-93E9-157893511670}" presName="iconSpace" presStyleCnt="0"/>
      <dgm:spPr/>
    </dgm:pt>
    <dgm:pt modelId="{0A4703AC-B0AB-4BB3-8824-F8C56C5F79D2}" type="pres">
      <dgm:prSet presAssocID="{1F8BDCE2-45B7-4CB7-93E9-157893511670}" presName="parTx" presStyleLbl="revTx" presStyleIdx="6" presStyleCnt="8">
        <dgm:presLayoutVars>
          <dgm:chMax val="0"/>
          <dgm:chPref val="0"/>
        </dgm:presLayoutVars>
      </dgm:prSet>
      <dgm:spPr/>
    </dgm:pt>
    <dgm:pt modelId="{8BDB7D37-D6A0-4DAE-982A-96250EC375E2}" type="pres">
      <dgm:prSet presAssocID="{1F8BDCE2-45B7-4CB7-93E9-157893511670}" presName="txSpace" presStyleCnt="0"/>
      <dgm:spPr/>
    </dgm:pt>
    <dgm:pt modelId="{009DA352-1FAF-4D3B-B705-2526E478E2C7}" type="pres">
      <dgm:prSet presAssocID="{1F8BDCE2-45B7-4CB7-93E9-157893511670}" presName="desTx" presStyleLbl="revTx" presStyleIdx="7" presStyleCnt="8">
        <dgm:presLayoutVars/>
      </dgm:prSet>
      <dgm:spPr/>
    </dgm:pt>
  </dgm:ptLst>
  <dgm:cxnLst>
    <dgm:cxn modelId="{00B03F0A-43D1-45C5-BD31-E97E23061570}" type="presOf" srcId="{94A6C53E-FA0C-4A99-BBCA-FF3C1B98E535}" destId="{2392D765-3E8F-48B4-B021-C459FEC8AEB6}" srcOrd="0" destOrd="1" presId="urn:microsoft.com/office/officeart/2018/5/layout/CenteredIconLabelDescriptionList"/>
    <dgm:cxn modelId="{DCB8E627-DF40-4666-ADE3-AA7772EFE26E}" type="presOf" srcId="{4FFCD8F7-9B10-4585-92F3-2FFD75F637E2}" destId="{89A6B5D4-42C7-4A92-9775-3BBF5D03736D}" srcOrd="0" destOrd="0" presId="urn:microsoft.com/office/officeart/2018/5/layout/CenteredIconLabelDescriptionList"/>
    <dgm:cxn modelId="{2D3E6128-AC94-403D-B038-1E2FB69A550A}" srcId="{FBD5C1E6-5829-41AB-B7C3-49C0BF2EF39D}" destId="{C5DC9BD5-B1C5-4487-AE70-5F15EBDD5618}" srcOrd="0" destOrd="0" parTransId="{52F4FADC-7BB5-4983-A9CC-4E281AB59EEC}" sibTransId="{9EEA6970-B73E-4BA1-A5AD-B6617AE1C9AB}"/>
    <dgm:cxn modelId="{524ECC29-52C4-4976-BEE0-281B25C41A1F}" srcId="{FBD5C1E6-5829-41AB-B7C3-49C0BF2EF39D}" destId="{FD74462A-4539-4466-952C-AA5086839FB2}" srcOrd="1" destOrd="0" parTransId="{2B82EA7A-24A5-421A-BE7E-42B059F8CC4E}" sibTransId="{A9CBA95C-E131-4B0A-A811-F684234C3BA4}"/>
    <dgm:cxn modelId="{8298FA2D-90A4-4F10-8663-E918105F5B5C}" type="presOf" srcId="{A27FEC16-5D91-4FB4-B9F6-19AF06516AFB}" destId="{2392D765-3E8F-48B4-B021-C459FEC8AEB6}" srcOrd="0" destOrd="0" presId="urn:microsoft.com/office/officeart/2018/5/layout/CenteredIconLabelDescriptionList"/>
    <dgm:cxn modelId="{108F2E30-14A3-49AA-8F15-A7D81F016867}" srcId="{4FFCD8F7-9B10-4585-92F3-2FFD75F637E2}" destId="{1F8BDCE2-45B7-4CB7-93E9-157893511670}" srcOrd="3" destOrd="0" parTransId="{0932831B-95B9-4053-A56E-163DC6564D45}" sibTransId="{B5331645-4671-437E-BBA8-FDD4B933F965}"/>
    <dgm:cxn modelId="{D363DA3B-A58A-4C8E-940B-465571C42BA2}" type="presOf" srcId="{FBD5C1E6-5829-41AB-B7C3-49C0BF2EF39D}" destId="{DD43A1C9-FAB3-49C7-B93D-A5C35C429F05}" srcOrd="0" destOrd="0" presId="urn:microsoft.com/office/officeart/2018/5/layout/CenteredIconLabelDescriptionList"/>
    <dgm:cxn modelId="{2B61CF3F-95B0-46D1-8484-F0754F2E475F}" type="presOf" srcId="{40CBBE30-D04F-4A74-9EFA-8B6CFBFC3C55}" destId="{D343316F-995F-4065-9046-83C6A045ED7A}" srcOrd="0" destOrd="0" presId="urn:microsoft.com/office/officeart/2018/5/layout/CenteredIconLabelDescriptionList"/>
    <dgm:cxn modelId="{9F711945-047B-465C-B5F9-4DB3D5AE7C7A}" srcId="{40CBBE30-D04F-4A74-9EFA-8B6CFBFC3C55}" destId="{29CE25AE-059D-499D-8112-B57505D415DF}" srcOrd="0" destOrd="0" parTransId="{AE8270FB-6D15-4A63-8BEC-B7E8236F27CD}" sibTransId="{7183FAF5-A0A2-4D1E-A181-57B1A286909C}"/>
    <dgm:cxn modelId="{5A0FC14F-D8FC-49B5-AB01-A0BB94ABD264}" srcId="{4FFCD8F7-9B10-4585-92F3-2FFD75F637E2}" destId="{90191B59-281C-4EBC-B940-94B5C87478B8}" srcOrd="0" destOrd="0" parTransId="{D8EE3B78-9B13-45ED-A2A9-FE4694126AA3}" sibTransId="{A6C6DB5E-627B-4DB6-B722-AEB23333B630}"/>
    <dgm:cxn modelId="{C462E65A-F05E-4855-831E-34582E775774}" srcId="{1F8BDCE2-45B7-4CB7-93E9-157893511670}" destId="{86F4D9B5-4F49-4AC9-8D16-4BD297F7E130}" srcOrd="0" destOrd="0" parTransId="{34658B13-6E7E-4B59-BE3D-8EEE10EC36D8}" sibTransId="{6921C540-A6C3-4291-9C4E-59C89EDE06BB}"/>
    <dgm:cxn modelId="{0CDB6184-7289-4A0D-A23F-931CFD7CD0DD}" type="presOf" srcId="{1F8BDCE2-45B7-4CB7-93E9-157893511670}" destId="{0A4703AC-B0AB-4BB3-8824-F8C56C5F79D2}" srcOrd="0" destOrd="0" presId="urn:microsoft.com/office/officeart/2018/5/layout/CenteredIconLabelDescriptionList"/>
    <dgm:cxn modelId="{FC42AB92-5F7A-413C-8E4E-5CF54FF7A61B}" srcId="{40CBBE30-D04F-4A74-9EFA-8B6CFBFC3C55}" destId="{7A408FFB-8D2C-421A-886B-351F60450CE9}" srcOrd="1" destOrd="0" parTransId="{3CF4A983-B63B-4084-9E71-92B988523D5D}" sibTransId="{9085AEBD-3D44-483C-93F0-99DDCAB59123}"/>
    <dgm:cxn modelId="{0EDF99A0-07A4-4E7E-AABC-3AA17887C447}" srcId="{4FFCD8F7-9B10-4585-92F3-2FFD75F637E2}" destId="{40CBBE30-D04F-4A74-9EFA-8B6CFBFC3C55}" srcOrd="2" destOrd="0" parTransId="{24391373-7E59-42EE-B0A3-153E67E11891}" sibTransId="{30081334-1DD6-4569-9BC5-AE4B32302145}"/>
    <dgm:cxn modelId="{6C111BA3-6685-405B-A434-C2367847278E}" srcId="{90191B59-281C-4EBC-B940-94B5C87478B8}" destId="{94A6C53E-FA0C-4A99-BBCA-FF3C1B98E535}" srcOrd="1" destOrd="0" parTransId="{E38172F0-178C-4D77-A262-9693B4E0E1A6}" sibTransId="{098E1CAA-7E1A-40C4-A8B7-A13A5EB87648}"/>
    <dgm:cxn modelId="{3E7DEFB9-DEC6-4549-9946-D93ED69603AD}" srcId="{4FFCD8F7-9B10-4585-92F3-2FFD75F637E2}" destId="{FBD5C1E6-5829-41AB-B7C3-49C0BF2EF39D}" srcOrd="1" destOrd="0" parTransId="{A39D8EC6-96DA-4C3B-B31D-E561FCD7658A}" sibTransId="{2ABB3C63-CFA1-45FA-B670-C1BE2B5258BA}"/>
    <dgm:cxn modelId="{DC2673BA-8853-4E68-94F8-4AED8ECB92D1}" type="presOf" srcId="{90191B59-281C-4EBC-B940-94B5C87478B8}" destId="{D786BA4B-916A-4383-9C85-111A610D3FE5}" srcOrd="0" destOrd="0" presId="urn:microsoft.com/office/officeart/2018/5/layout/CenteredIconLabelDescriptionList"/>
    <dgm:cxn modelId="{A50AB2C2-A161-44E6-9A0C-B9C280EE36A0}" type="presOf" srcId="{86F4D9B5-4F49-4AC9-8D16-4BD297F7E130}" destId="{009DA352-1FAF-4D3B-B705-2526E478E2C7}" srcOrd="0" destOrd="0" presId="urn:microsoft.com/office/officeart/2018/5/layout/CenteredIconLabelDescriptionList"/>
    <dgm:cxn modelId="{8A3645C3-3654-47C8-9A59-AA19DA45A10A}" type="presOf" srcId="{FD74462A-4539-4466-952C-AA5086839FB2}" destId="{B257F675-374E-4224-908C-008690A74B5D}" srcOrd="0" destOrd="1" presId="urn:microsoft.com/office/officeart/2018/5/layout/CenteredIconLabelDescriptionList"/>
    <dgm:cxn modelId="{6F7C90DA-1EA0-49B4-83DC-78B387CA3C96}" type="presOf" srcId="{7A408FFB-8D2C-421A-886B-351F60450CE9}" destId="{EC1C9128-5FAC-4E8F-8BF1-FAF0166D8252}" srcOrd="0" destOrd="1" presId="urn:microsoft.com/office/officeart/2018/5/layout/CenteredIconLabelDescriptionList"/>
    <dgm:cxn modelId="{BBF158EC-CF71-4F2F-91BA-0B81C7FF736C}" srcId="{90191B59-281C-4EBC-B940-94B5C87478B8}" destId="{A27FEC16-5D91-4FB4-B9F6-19AF06516AFB}" srcOrd="0" destOrd="0" parTransId="{D3944AA9-7CB5-46F1-BA58-3F6BCEF0BE6F}" sibTransId="{5AEDA991-7385-47B1-A5A4-D2C62F4889EF}"/>
    <dgm:cxn modelId="{75376DED-C3BF-4D3E-AD11-B022DDDF7040}" type="presOf" srcId="{29CE25AE-059D-499D-8112-B57505D415DF}" destId="{EC1C9128-5FAC-4E8F-8BF1-FAF0166D8252}" srcOrd="0" destOrd="0" presId="urn:microsoft.com/office/officeart/2018/5/layout/CenteredIconLabelDescriptionList"/>
    <dgm:cxn modelId="{9B08A6F3-5C12-44D1-9AF2-ED137D9359BE}" type="presOf" srcId="{C5DC9BD5-B1C5-4487-AE70-5F15EBDD5618}" destId="{B257F675-374E-4224-908C-008690A74B5D}" srcOrd="0" destOrd="0" presId="urn:microsoft.com/office/officeart/2018/5/layout/CenteredIconLabelDescriptionList"/>
    <dgm:cxn modelId="{DCA29F98-C3F5-4311-8049-AB11F917C0B2}" type="presParOf" srcId="{89A6B5D4-42C7-4A92-9775-3BBF5D03736D}" destId="{0C718D96-0350-4A12-94CE-B7471BB26B70}" srcOrd="0" destOrd="0" presId="urn:microsoft.com/office/officeart/2018/5/layout/CenteredIconLabelDescriptionList"/>
    <dgm:cxn modelId="{AA2952D5-8ED7-4CC2-8381-0F4D79E1D124}" type="presParOf" srcId="{0C718D96-0350-4A12-94CE-B7471BB26B70}" destId="{4B1449CE-86C9-4BA7-AF6E-67A7B21D5DA9}" srcOrd="0" destOrd="0" presId="urn:microsoft.com/office/officeart/2018/5/layout/CenteredIconLabelDescriptionList"/>
    <dgm:cxn modelId="{CE0FAA19-7632-4492-A8C5-719932499584}" type="presParOf" srcId="{0C718D96-0350-4A12-94CE-B7471BB26B70}" destId="{3C54B7C0-37EE-41C0-8AB1-F148DD512549}" srcOrd="1" destOrd="0" presId="urn:microsoft.com/office/officeart/2018/5/layout/CenteredIconLabelDescriptionList"/>
    <dgm:cxn modelId="{F51022E2-1FEC-4CFC-8630-DD4089EEAEC6}" type="presParOf" srcId="{0C718D96-0350-4A12-94CE-B7471BB26B70}" destId="{D786BA4B-916A-4383-9C85-111A610D3FE5}" srcOrd="2" destOrd="0" presId="urn:microsoft.com/office/officeart/2018/5/layout/CenteredIconLabelDescriptionList"/>
    <dgm:cxn modelId="{2E9B46E9-4A9C-47F3-92C1-E223F00F6AA4}" type="presParOf" srcId="{0C718D96-0350-4A12-94CE-B7471BB26B70}" destId="{F083E7BD-9E46-4637-80B2-8AC5995C4EF9}" srcOrd="3" destOrd="0" presId="urn:microsoft.com/office/officeart/2018/5/layout/CenteredIconLabelDescriptionList"/>
    <dgm:cxn modelId="{51055AF2-B466-4FFA-81FD-2A6EDEA0FF38}" type="presParOf" srcId="{0C718D96-0350-4A12-94CE-B7471BB26B70}" destId="{2392D765-3E8F-48B4-B021-C459FEC8AEB6}" srcOrd="4" destOrd="0" presId="urn:microsoft.com/office/officeart/2018/5/layout/CenteredIconLabelDescriptionList"/>
    <dgm:cxn modelId="{AAADB1FC-682A-477F-B4A7-AB73B73737EE}" type="presParOf" srcId="{89A6B5D4-42C7-4A92-9775-3BBF5D03736D}" destId="{BB9738EE-9E59-472F-BD52-AD4568B9D881}" srcOrd="1" destOrd="0" presId="urn:microsoft.com/office/officeart/2018/5/layout/CenteredIconLabelDescriptionList"/>
    <dgm:cxn modelId="{2CB42413-1F4D-457F-94FD-3807A6D52611}" type="presParOf" srcId="{89A6B5D4-42C7-4A92-9775-3BBF5D03736D}" destId="{8999D80D-85B0-41EC-AD9F-01E9F8394036}" srcOrd="2" destOrd="0" presId="urn:microsoft.com/office/officeart/2018/5/layout/CenteredIconLabelDescriptionList"/>
    <dgm:cxn modelId="{11C747AC-F0A7-40C3-B198-FA21A9318575}" type="presParOf" srcId="{8999D80D-85B0-41EC-AD9F-01E9F8394036}" destId="{52CAD622-4597-4E51-B507-06A7C92F9BD1}" srcOrd="0" destOrd="0" presId="urn:microsoft.com/office/officeart/2018/5/layout/CenteredIconLabelDescriptionList"/>
    <dgm:cxn modelId="{48D08027-5C94-453B-9B17-D62885C909F3}" type="presParOf" srcId="{8999D80D-85B0-41EC-AD9F-01E9F8394036}" destId="{25157CA3-A532-49DB-AC68-F0E4CCDD1D79}" srcOrd="1" destOrd="0" presId="urn:microsoft.com/office/officeart/2018/5/layout/CenteredIconLabelDescriptionList"/>
    <dgm:cxn modelId="{D67AB571-67CF-4F7D-B0F5-F0A83F23F7F9}" type="presParOf" srcId="{8999D80D-85B0-41EC-AD9F-01E9F8394036}" destId="{DD43A1C9-FAB3-49C7-B93D-A5C35C429F05}" srcOrd="2" destOrd="0" presId="urn:microsoft.com/office/officeart/2018/5/layout/CenteredIconLabelDescriptionList"/>
    <dgm:cxn modelId="{C172522C-556B-48A4-999B-BB4470DA218A}" type="presParOf" srcId="{8999D80D-85B0-41EC-AD9F-01E9F8394036}" destId="{0491FFD1-503D-4C72-BF9F-00C3733A178C}" srcOrd="3" destOrd="0" presId="urn:microsoft.com/office/officeart/2018/5/layout/CenteredIconLabelDescriptionList"/>
    <dgm:cxn modelId="{FC2F7F06-2AC5-4265-BB17-FE84165448C3}" type="presParOf" srcId="{8999D80D-85B0-41EC-AD9F-01E9F8394036}" destId="{B257F675-374E-4224-908C-008690A74B5D}" srcOrd="4" destOrd="0" presId="urn:microsoft.com/office/officeart/2018/5/layout/CenteredIconLabelDescriptionList"/>
    <dgm:cxn modelId="{97802D60-F0F1-49D7-9F86-3F4A6E943A61}" type="presParOf" srcId="{89A6B5D4-42C7-4A92-9775-3BBF5D03736D}" destId="{E88CB2DD-E317-477E-8B16-4A7CDC5BDFDF}" srcOrd="3" destOrd="0" presId="urn:microsoft.com/office/officeart/2018/5/layout/CenteredIconLabelDescriptionList"/>
    <dgm:cxn modelId="{98D70A25-5963-4667-A0EB-512CB8D0FDFC}" type="presParOf" srcId="{89A6B5D4-42C7-4A92-9775-3BBF5D03736D}" destId="{9D02FFE2-AD06-426D-816B-579007E96CB3}" srcOrd="4" destOrd="0" presId="urn:microsoft.com/office/officeart/2018/5/layout/CenteredIconLabelDescriptionList"/>
    <dgm:cxn modelId="{2A516213-B03C-4363-8E1C-4327B271713A}" type="presParOf" srcId="{9D02FFE2-AD06-426D-816B-579007E96CB3}" destId="{4DD13D4F-CCB3-49F1-B6FE-F7EDDD516063}" srcOrd="0" destOrd="0" presId="urn:microsoft.com/office/officeart/2018/5/layout/CenteredIconLabelDescriptionList"/>
    <dgm:cxn modelId="{34C2E839-D617-411C-9808-F7D882226561}" type="presParOf" srcId="{9D02FFE2-AD06-426D-816B-579007E96CB3}" destId="{8F6DBD19-68B6-4E5A-8D17-ACCFCA8226ED}" srcOrd="1" destOrd="0" presId="urn:microsoft.com/office/officeart/2018/5/layout/CenteredIconLabelDescriptionList"/>
    <dgm:cxn modelId="{43D28C88-AA50-414B-8A76-A823B479550B}" type="presParOf" srcId="{9D02FFE2-AD06-426D-816B-579007E96CB3}" destId="{D343316F-995F-4065-9046-83C6A045ED7A}" srcOrd="2" destOrd="0" presId="urn:microsoft.com/office/officeart/2018/5/layout/CenteredIconLabelDescriptionList"/>
    <dgm:cxn modelId="{1447ABC3-AB6F-4B8F-9416-A77BB5D19329}" type="presParOf" srcId="{9D02FFE2-AD06-426D-816B-579007E96CB3}" destId="{25802B9C-6526-45C0-BD7D-4BF90098818A}" srcOrd="3" destOrd="0" presId="urn:microsoft.com/office/officeart/2018/5/layout/CenteredIconLabelDescriptionList"/>
    <dgm:cxn modelId="{A195ACDB-5D0D-4ABA-99ED-89C418411C6C}" type="presParOf" srcId="{9D02FFE2-AD06-426D-816B-579007E96CB3}" destId="{EC1C9128-5FAC-4E8F-8BF1-FAF0166D8252}" srcOrd="4" destOrd="0" presId="urn:microsoft.com/office/officeart/2018/5/layout/CenteredIconLabelDescriptionList"/>
    <dgm:cxn modelId="{F0B2DC45-314C-4A29-8538-672099BA0F84}" type="presParOf" srcId="{89A6B5D4-42C7-4A92-9775-3BBF5D03736D}" destId="{C6DEE579-441E-493D-A922-5BE9D467DCF4}" srcOrd="5" destOrd="0" presId="urn:microsoft.com/office/officeart/2018/5/layout/CenteredIconLabelDescriptionList"/>
    <dgm:cxn modelId="{3A7C036E-E096-4427-8878-C1162268359F}" type="presParOf" srcId="{89A6B5D4-42C7-4A92-9775-3BBF5D03736D}" destId="{2A623467-6854-4028-B10B-A1DB54770F57}" srcOrd="6" destOrd="0" presId="urn:microsoft.com/office/officeart/2018/5/layout/CenteredIconLabelDescriptionList"/>
    <dgm:cxn modelId="{03927299-04D3-4A50-8642-25E5D80FDD1D}" type="presParOf" srcId="{2A623467-6854-4028-B10B-A1DB54770F57}" destId="{9501F92A-ACDE-4CE1-BA2A-BEECF17160B1}" srcOrd="0" destOrd="0" presId="urn:microsoft.com/office/officeart/2018/5/layout/CenteredIconLabelDescriptionList"/>
    <dgm:cxn modelId="{62CA83F7-80AE-450A-9DB0-441A121630EF}" type="presParOf" srcId="{2A623467-6854-4028-B10B-A1DB54770F57}" destId="{9293688C-8060-4831-8C46-6FB725AD0E92}" srcOrd="1" destOrd="0" presId="urn:microsoft.com/office/officeart/2018/5/layout/CenteredIconLabelDescriptionList"/>
    <dgm:cxn modelId="{D0CA72AA-3782-4261-B1CB-08D3DBA99D5D}" type="presParOf" srcId="{2A623467-6854-4028-B10B-A1DB54770F57}" destId="{0A4703AC-B0AB-4BB3-8824-F8C56C5F79D2}" srcOrd="2" destOrd="0" presId="urn:microsoft.com/office/officeart/2018/5/layout/CenteredIconLabelDescriptionList"/>
    <dgm:cxn modelId="{362FB0C6-FE72-4985-A459-978AE304C829}" type="presParOf" srcId="{2A623467-6854-4028-B10B-A1DB54770F57}" destId="{8BDB7D37-D6A0-4DAE-982A-96250EC375E2}" srcOrd="3" destOrd="0" presId="urn:microsoft.com/office/officeart/2018/5/layout/CenteredIconLabelDescriptionList"/>
    <dgm:cxn modelId="{745C0F56-24E6-4E33-9544-6947A37E4F1A}" type="presParOf" srcId="{2A623467-6854-4028-B10B-A1DB54770F57}" destId="{009DA352-1FAF-4D3B-B705-2526E478E2C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EE6794DF-0F50-49B2-9473-A3DB4257043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BA189D9C-4E1A-4E59-8E3F-11D0E54662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Risks</a:t>
          </a:r>
          <a:endParaRPr lang="en-US"/>
        </a:p>
      </dgm:t>
    </dgm:pt>
    <dgm:pt modelId="{5E400081-B114-4DC0-B821-388A152E549B}" type="parTrans" cxnId="{44538256-067F-4D35-90F5-702B6B9E1C4C}">
      <dgm:prSet/>
      <dgm:spPr/>
      <dgm:t>
        <a:bodyPr/>
        <a:lstStyle/>
        <a:p>
          <a:endParaRPr lang="en-US"/>
        </a:p>
      </dgm:t>
    </dgm:pt>
    <dgm:pt modelId="{CC21E907-247C-41E4-935E-3B967E8E7038}" type="sibTrans" cxnId="{44538256-067F-4D35-90F5-702B6B9E1C4C}">
      <dgm:prSet/>
      <dgm:spPr/>
      <dgm:t>
        <a:bodyPr/>
        <a:lstStyle/>
        <a:p>
          <a:endParaRPr lang="en-US"/>
        </a:p>
      </dgm:t>
    </dgm:pt>
    <dgm:pt modelId="{9F264B37-32EB-4524-8E61-4038B193DF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of passphrase </a:t>
          </a:r>
        </a:p>
      </dgm:t>
    </dgm:pt>
    <dgm:pt modelId="{DE0DB552-F989-4B58-8AEF-12C3EFA7385D}" type="parTrans" cxnId="{67D9B248-78BF-43DF-AAF9-0E054A8510B7}">
      <dgm:prSet/>
      <dgm:spPr/>
      <dgm:t>
        <a:bodyPr/>
        <a:lstStyle/>
        <a:p>
          <a:endParaRPr lang="en-US"/>
        </a:p>
      </dgm:t>
    </dgm:pt>
    <dgm:pt modelId="{8943EE05-9577-4CFD-BDFD-A7FC5C8F4930}" type="sibTrans" cxnId="{67D9B248-78BF-43DF-AAF9-0E054A8510B7}">
      <dgm:prSet/>
      <dgm:spPr/>
      <dgm:t>
        <a:bodyPr/>
        <a:lstStyle/>
        <a:p>
          <a:endParaRPr lang="en-US"/>
        </a:p>
      </dgm:t>
    </dgm:pt>
    <dgm:pt modelId="{93EECC58-699B-4E35-9358-0B6EF9D964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introduces risk</a:t>
          </a:r>
          <a:r>
            <a:rPr lang="tr-TR" dirty="0"/>
            <a:t>s of loss</a:t>
          </a:r>
          <a:endParaRPr lang="en-US" dirty="0"/>
        </a:p>
      </dgm:t>
    </dgm:pt>
    <dgm:pt modelId="{9EACEE2C-FD71-407F-A875-D459141A2EED}" type="parTrans" cxnId="{1ADAD821-5E86-4752-8E62-A6CDF31C8270}">
      <dgm:prSet/>
      <dgm:spPr/>
      <dgm:t>
        <a:bodyPr/>
        <a:lstStyle/>
        <a:p>
          <a:endParaRPr lang="en-US"/>
        </a:p>
      </dgm:t>
    </dgm:pt>
    <dgm:pt modelId="{C6BA6712-9D82-405C-9878-D748DCC87D11}" type="sibTrans" cxnId="{1ADAD821-5E86-4752-8E62-A6CDF31C8270}">
      <dgm:prSet/>
      <dgm:spPr/>
      <dgm:t>
        <a:bodyPr/>
        <a:lstStyle/>
        <a:p>
          <a:endParaRPr lang="en-US"/>
        </a:p>
      </dgm:t>
    </dgm:pt>
    <dgm:pt modelId="{41E12738-40FA-46F4-83A9-644922A1A7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Owner’s safety</a:t>
          </a:r>
          <a:endParaRPr lang="en-US" dirty="0"/>
        </a:p>
      </dgm:t>
    </dgm:pt>
    <dgm:pt modelId="{30F0E67E-6315-4926-8B71-FFC1A17991E0}" type="parTrans" cxnId="{D4D128B1-1AAD-4321-BD4B-33F441AE4AA6}">
      <dgm:prSet/>
      <dgm:spPr/>
      <dgm:t>
        <a:bodyPr/>
        <a:lstStyle/>
        <a:p>
          <a:endParaRPr lang="en-US"/>
        </a:p>
      </dgm:t>
    </dgm:pt>
    <dgm:pt modelId="{A8E8FA49-1B29-4AF5-904F-ED9F7AC62F04}" type="sibTrans" cxnId="{D4D128B1-1AAD-4321-BD4B-33F441AE4AA6}">
      <dgm:prSet/>
      <dgm:spPr/>
      <dgm:t>
        <a:bodyPr/>
        <a:lstStyle/>
        <a:p>
          <a:endParaRPr lang="en-US"/>
        </a:p>
      </dgm:t>
    </dgm:pt>
    <dgm:pt modelId="{9EC3702A-F577-455D-9AC7-C4B165AA42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wallet owner is incapacitated</a:t>
          </a:r>
        </a:p>
      </dgm:t>
    </dgm:pt>
    <dgm:pt modelId="{50124C8A-405E-4255-AE0F-D01AE90B0B80}" type="parTrans" cxnId="{82CC60B0-13D4-4BFC-9139-3BD33B46F80F}">
      <dgm:prSet/>
      <dgm:spPr/>
      <dgm:t>
        <a:bodyPr/>
        <a:lstStyle/>
        <a:p>
          <a:endParaRPr lang="tr-TR"/>
        </a:p>
      </dgm:t>
    </dgm:pt>
    <dgm:pt modelId="{9F8CC016-FEC6-4F86-84ED-B12E3B78EE1B}" type="sibTrans" cxnId="{82CC60B0-13D4-4BFC-9139-3BD33B46F80F}">
      <dgm:prSet/>
      <dgm:spPr/>
      <dgm:t>
        <a:bodyPr/>
        <a:lstStyle/>
        <a:p>
          <a:endParaRPr lang="tr-TR"/>
        </a:p>
      </dgm:t>
    </dgm:pt>
    <dgm:pt modelId="{715168EE-1048-4227-B6AA-41DFD87FD6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dead</a:t>
          </a:r>
        </a:p>
      </dgm:t>
    </dgm:pt>
    <dgm:pt modelId="{EC6C4904-1E19-442E-BCE6-C8685362D925}" type="parTrans" cxnId="{D8A902D3-BAB9-433A-9BE2-E55C19AC1BEB}">
      <dgm:prSet/>
      <dgm:spPr/>
      <dgm:t>
        <a:bodyPr/>
        <a:lstStyle/>
        <a:p>
          <a:endParaRPr lang="tr-TR"/>
        </a:p>
      </dgm:t>
    </dgm:pt>
    <dgm:pt modelId="{AC855EDF-2C58-4086-B3B2-64AC85209D6E}" type="sibTrans" cxnId="{D8A902D3-BAB9-433A-9BE2-E55C19AC1BEB}">
      <dgm:prSet/>
      <dgm:spPr/>
      <dgm:t>
        <a:bodyPr/>
        <a:lstStyle/>
        <a:p>
          <a:endParaRPr lang="tr-TR"/>
        </a:p>
      </dgm:t>
    </dgm:pt>
    <dgm:pt modelId="{A3AEADB3-ACC7-4A9E-BA19-64229E81D0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Impact of loss</a:t>
          </a:r>
          <a:endParaRPr lang="en-US"/>
        </a:p>
      </dgm:t>
    </dgm:pt>
    <dgm:pt modelId="{FBF28301-B2C8-485D-966C-A6372B23F468}" type="parTrans" cxnId="{8B21E229-C45D-4D26-A33E-FDF64500B567}">
      <dgm:prSet/>
      <dgm:spPr/>
      <dgm:t>
        <a:bodyPr/>
        <a:lstStyle/>
        <a:p>
          <a:endParaRPr lang="tr-TR"/>
        </a:p>
      </dgm:t>
    </dgm:pt>
    <dgm:pt modelId="{07E44C9E-0DA1-41D1-AF5E-1D9852FD6150}" type="sibTrans" cxnId="{8B21E229-C45D-4D26-A33E-FDF64500B567}">
      <dgm:prSet/>
      <dgm:spPr/>
      <dgm:t>
        <a:bodyPr/>
        <a:lstStyle/>
        <a:p>
          <a:endParaRPr lang="en-US"/>
        </a:p>
      </dgm:t>
    </dgm:pt>
    <dgm:pt modelId="{9EFC80CD-BAC0-43CE-9CF1-AD0495275C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seed is useless </a:t>
          </a:r>
        </a:p>
      </dgm:t>
    </dgm:pt>
    <dgm:pt modelId="{549C770B-FBF4-4F89-A40C-A5B04AFBF4D9}" type="parTrans" cxnId="{37116DB0-320C-488D-BA4E-E6DF9B0017AF}">
      <dgm:prSet/>
      <dgm:spPr/>
      <dgm:t>
        <a:bodyPr/>
        <a:lstStyle/>
        <a:p>
          <a:endParaRPr lang="tr-TR"/>
        </a:p>
      </dgm:t>
    </dgm:pt>
    <dgm:pt modelId="{6F2EF942-C736-4852-A815-E4E8658BF26C}" type="sibTrans" cxnId="{37116DB0-320C-488D-BA4E-E6DF9B0017AF}">
      <dgm:prSet/>
      <dgm:spPr/>
      <dgm:t>
        <a:bodyPr/>
        <a:lstStyle/>
        <a:p>
          <a:endParaRPr lang="tr-TR"/>
        </a:p>
      </dgm:t>
    </dgm:pt>
    <dgm:pt modelId="{EC6B6D1C-90F4-4C35-8AD7-063C6F1339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funds in the wallet are lost forever</a:t>
          </a:r>
          <a:endParaRPr lang="tr-TR"/>
        </a:p>
      </dgm:t>
    </dgm:pt>
    <dgm:pt modelId="{2E28313A-AAC3-4F97-928B-A0E95F3CE993}" type="parTrans" cxnId="{FC4A3733-D722-4A28-B9F6-0A539EF68E4C}">
      <dgm:prSet/>
      <dgm:spPr/>
      <dgm:t>
        <a:bodyPr/>
        <a:lstStyle/>
        <a:p>
          <a:endParaRPr lang="tr-TR"/>
        </a:p>
      </dgm:t>
    </dgm:pt>
    <dgm:pt modelId="{6EE4D3E1-73D9-48CF-9C11-592B72C480CF}" type="sibTrans" cxnId="{FC4A3733-D722-4A28-B9F6-0A539EF68E4C}">
      <dgm:prSet/>
      <dgm:spPr/>
      <dgm:t>
        <a:bodyPr/>
        <a:lstStyle/>
        <a:p>
          <a:endParaRPr lang="tr-TR"/>
        </a:p>
      </dgm:t>
    </dgm:pt>
    <dgm:pt modelId="{A3491B7D-6384-464E-836C-55B82286CCDD}" type="pres">
      <dgm:prSet presAssocID="{EE6794DF-0F50-49B2-9473-A3DB4257043F}" presName="root" presStyleCnt="0">
        <dgm:presLayoutVars>
          <dgm:dir/>
          <dgm:resizeHandles val="exact"/>
        </dgm:presLayoutVars>
      </dgm:prSet>
      <dgm:spPr/>
    </dgm:pt>
    <dgm:pt modelId="{33907AF2-FD80-4C2F-B208-8B770871D48D}" type="pres">
      <dgm:prSet presAssocID="{BA189D9C-4E1A-4E59-8E3F-11D0E54662D0}" presName="compNode" presStyleCnt="0"/>
      <dgm:spPr/>
    </dgm:pt>
    <dgm:pt modelId="{9D8BE58A-5B46-402D-A506-B554A29527E5}" type="pres">
      <dgm:prSet presAssocID="{BA189D9C-4E1A-4E59-8E3F-11D0E54662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B0717B19-B32F-48E8-B49C-9373A0A4066F}" type="pres">
      <dgm:prSet presAssocID="{BA189D9C-4E1A-4E59-8E3F-11D0E54662D0}" presName="iconSpace" presStyleCnt="0"/>
      <dgm:spPr/>
    </dgm:pt>
    <dgm:pt modelId="{5CCD91CC-D8C3-4EE4-B7B5-AEEE84718938}" type="pres">
      <dgm:prSet presAssocID="{BA189D9C-4E1A-4E59-8E3F-11D0E54662D0}" presName="parTx" presStyleLbl="revTx" presStyleIdx="0" presStyleCnt="6">
        <dgm:presLayoutVars>
          <dgm:chMax val="0"/>
          <dgm:chPref val="0"/>
        </dgm:presLayoutVars>
      </dgm:prSet>
      <dgm:spPr/>
    </dgm:pt>
    <dgm:pt modelId="{0412741C-19FE-4A6C-BD27-A1467DE60777}" type="pres">
      <dgm:prSet presAssocID="{BA189D9C-4E1A-4E59-8E3F-11D0E54662D0}" presName="txSpace" presStyleCnt="0"/>
      <dgm:spPr/>
    </dgm:pt>
    <dgm:pt modelId="{96A29F4D-E145-46A6-9456-EA1AD34C86FF}" type="pres">
      <dgm:prSet presAssocID="{BA189D9C-4E1A-4E59-8E3F-11D0E54662D0}" presName="desTx" presStyleLbl="revTx" presStyleIdx="1" presStyleCnt="6">
        <dgm:presLayoutVars/>
      </dgm:prSet>
      <dgm:spPr/>
    </dgm:pt>
    <dgm:pt modelId="{CC4118CA-9FAB-42D0-AF31-D8E1346E3310}" type="pres">
      <dgm:prSet presAssocID="{CC21E907-247C-41E4-935E-3B967E8E7038}" presName="sibTrans" presStyleCnt="0"/>
      <dgm:spPr/>
    </dgm:pt>
    <dgm:pt modelId="{9143C784-B852-416E-AB47-199BA90872BD}" type="pres">
      <dgm:prSet presAssocID="{A3AEADB3-ACC7-4A9E-BA19-64229E81D041}" presName="compNode" presStyleCnt="0"/>
      <dgm:spPr/>
    </dgm:pt>
    <dgm:pt modelId="{7B403AC6-0898-4F6E-B07B-46D6B1A9EE1D}" type="pres">
      <dgm:prSet presAssocID="{A3AEADB3-ACC7-4A9E-BA19-64229E81D0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BE04BEB-0DB3-4C9D-BB58-8962CC68BBD7}" type="pres">
      <dgm:prSet presAssocID="{A3AEADB3-ACC7-4A9E-BA19-64229E81D041}" presName="iconSpace" presStyleCnt="0"/>
      <dgm:spPr/>
    </dgm:pt>
    <dgm:pt modelId="{23B5F9F5-33A6-4D19-A556-71B8DFC95D53}" type="pres">
      <dgm:prSet presAssocID="{A3AEADB3-ACC7-4A9E-BA19-64229E81D041}" presName="parTx" presStyleLbl="revTx" presStyleIdx="2" presStyleCnt="6">
        <dgm:presLayoutVars>
          <dgm:chMax val="0"/>
          <dgm:chPref val="0"/>
        </dgm:presLayoutVars>
      </dgm:prSet>
      <dgm:spPr/>
    </dgm:pt>
    <dgm:pt modelId="{10756876-B64C-464D-8995-2098EC5BDA4F}" type="pres">
      <dgm:prSet presAssocID="{A3AEADB3-ACC7-4A9E-BA19-64229E81D041}" presName="txSpace" presStyleCnt="0"/>
      <dgm:spPr/>
    </dgm:pt>
    <dgm:pt modelId="{9F578CC7-C1A5-4229-9FF0-104FCB3A6714}" type="pres">
      <dgm:prSet presAssocID="{A3AEADB3-ACC7-4A9E-BA19-64229E81D041}" presName="desTx" presStyleLbl="revTx" presStyleIdx="3" presStyleCnt="6">
        <dgm:presLayoutVars/>
      </dgm:prSet>
      <dgm:spPr/>
    </dgm:pt>
    <dgm:pt modelId="{54763F44-4E34-4446-BC5C-A2A449ACE010}" type="pres">
      <dgm:prSet presAssocID="{07E44C9E-0DA1-41D1-AF5E-1D9852FD6150}" presName="sibTrans" presStyleCnt="0"/>
      <dgm:spPr/>
    </dgm:pt>
    <dgm:pt modelId="{4FEEB51E-5114-4092-A666-D2AF5529A8DC}" type="pres">
      <dgm:prSet presAssocID="{41E12738-40FA-46F4-83A9-644922A1A79E}" presName="compNode" presStyleCnt="0"/>
      <dgm:spPr/>
    </dgm:pt>
    <dgm:pt modelId="{8BE553F9-7812-46D8-A055-A61DF6A6A9A5}" type="pres">
      <dgm:prSet presAssocID="{41E12738-40FA-46F4-83A9-644922A1A79E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5988805-745A-4131-9E48-A644161F97FB}" type="pres">
      <dgm:prSet presAssocID="{41E12738-40FA-46F4-83A9-644922A1A79E}" presName="iconSpace" presStyleCnt="0"/>
      <dgm:spPr/>
    </dgm:pt>
    <dgm:pt modelId="{9ED72FA0-10C0-4BB4-A5D7-B67DFCF89B7C}" type="pres">
      <dgm:prSet presAssocID="{41E12738-40FA-46F4-83A9-644922A1A79E}" presName="parTx" presStyleLbl="revTx" presStyleIdx="4" presStyleCnt="6">
        <dgm:presLayoutVars>
          <dgm:chMax val="0"/>
          <dgm:chPref val="0"/>
        </dgm:presLayoutVars>
      </dgm:prSet>
      <dgm:spPr/>
    </dgm:pt>
    <dgm:pt modelId="{055E0BCF-E1F8-4985-B223-991555C6F06A}" type="pres">
      <dgm:prSet presAssocID="{41E12738-40FA-46F4-83A9-644922A1A79E}" presName="txSpace" presStyleCnt="0"/>
      <dgm:spPr/>
    </dgm:pt>
    <dgm:pt modelId="{54137A95-CF9A-4545-818F-FCD887E3A0E3}" type="pres">
      <dgm:prSet presAssocID="{41E12738-40FA-46F4-83A9-644922A1A79E}" presName="desTx" presStyleLbl="revTx" presStyleIdx="5" presStyleCnt="6">
        <dgm:presLayoutVars/>
      </dgm:prSet>
      <dgm:spPr/>
    </dgm:pt>
  </dgm:ptLst>
  <dgm:cxnLst>
    <dgm:cxn modelId="{1ADAD821-5E86-4752-8E62-A6CDF31C8270}" srcId="{BA189D9C-4E1A-4E59-8E3F-11D0E54662D0}" destId="{93EECC58-699B-4E35-9358-0B6EF9D96414}" srcOrd="1" destOrd="0" parTransId="{9EACEE2C-FD71-407F-A875-D459141A2EED}" sibTransId="{C6BA6712-9D82-405C-9878-D748DCC87D11}"/>
    <dgm:cxn modelId="{8B21E229-C45D-4D26-A33E-FDF64500B567}" srcId="{EE6794DF-0F50-49B2-9473-A3DB4257043F}" destId="{A3AEADB3-ACC7-4A9E-BA19-64229E81D041}" srcOrd="1" destOrd="0" parTransId="{FBF28301-B2C8-485D-966C-A6372B23F468}" sibTransId="{07E44C9E-0DA1-41D1-AF5E-1D9852FD6150}"/>
    <dgm:cxn modelId="{FC4A3733-D722-4A28-B9F6-0A539EF68E4C}" srcId="{A3AEADB3-ACC7-4A9E-BA19-64229E81D041}" destId="{EC6B6D1C-90F4-4C35-8AD7-063C6F1339CA}" srcOrd="1" destOrd="0" parTransId="{2E28313A-AAC3-4F97-928B-A0E95F3CE993}" sibTransId="{6EE4D3E1-73D9-48CF-9C11-592B72C480CF}"/>
    <dgm:cxn modelId="{CE4CFD34-1D24-407B-800C-5665BA826E40}" type="presOf" srcId="{EC6B6D1C-90F4-4C35-8AD7-063C6F1339CA}" destId="{9F578CC7-C1A5-4229-9FF0-104FCB3A6714}" srcOrd="0" destOrd="1" presId="urn:microsoft.com/office/officeart/2018/5/layout/CenteredIconLabelDescriptionList"/>
    <dgm:cxn modelId="{20600D62-65CA-4873-B1C1-83693CEF1FE9}" type="presOf" srcId="{A3AEADB3-ACC7-4A9E-BA19-64229E81D041}" destId="{23B5F9F5-33A6-4D19-A556-71B8DFC95D53}" srcOrd="0" destOrd="0" presId="urn:microsoft.com/office/officeart/2018/5/layout/CenteredIconLabelDescriptionList"/>
    <dgm:cxn modelId="{67D9B248-78BF-43DF-AAF9-0E054A8510B7}" srcId="{BA189D9C-4E1A-4E59-8E3F-11D0E54662D0}" destId="{9F264B37-32EB-4524-8E61-4038B193DF75}" srcOrd="0" destOrd="0" parTransId="{DE0DB552-F989-4B58-8AEF-12C3EFA7385D}" sibTransId="{8943EE05-9577-4CFD-BDFD-A7FC5C8F4930}"/>
    <dgm:cxn modelId="{37CD7073-59FF-48B4-831C-86E0D120ABEE}" type="presOf" srcId="{41E12738-40FA-46F4-83A9-644922A1A79E}" destId="{9ED72FA0-10C0-4BB4-A5D7-B67DFCF89B7C}" srcOrd="0" destOrd="0" presId="urn:microsoft.com/office/officeart/2018/5/layout/CenteredIconLabelDescriptionList"/>
    <dgm:cxn modelId="{44538256-067F-4D35-90F5-702B6B9E1C4C}" srcId="{EE6794DF-0F50-49B2-9473-A3DB4257043F}" destId="{BA189D9C-4E1A-4E59-8E3F-11D0E54662D0}" srcOrd="0" destOrd="0" parTransId="{5E400081-B114-4DC0-B821-388A152E549B}" sibTransId="{CC21E907-247C-41E4-935E-3B967E8E7038}"/>
    <dgm:cxn modelId="{44B4715A-1720-4ED5-B92B-A2BD756D3348}" type="presOf" srcId="{9EC3702A-F577-455D-9AC7-C4B165AA423E}" destId="{54137A95-CF9A-4545-818F-FCD887E3A0E3}" srcOrd="0" destOrd="0" presId="urn:microsoft.com/office/officeart/2018/5/layout/CenteredIconLabelDescriptionList"/>
    <dgm:cxn modelId="{68F39696-65C9-440F-A774-4353587E892E}" type="presOf" srcId="{93EECC58-699B-4E35-9358-0B6EF9D96414}" destId="{96A29F4D-E145-46A6-9456-EA1AD34C86FF}" srcOrd="0" destOrd="1" presId="urn:microsoft.com/office/officeart/2018/5/layout/CenteredIconLabelDescriptionList"/>
    <dgm:cxn modelId="{8F78049F-2B33-4FED-A33C-93FC17B88DA2}" type="presOf" srcId="{EE6794DF-0F50-49B2-9473-A3DB4257043F}" destId="{A3491B7D-6384-464E-836C-55B82286CCDD}" srcOrd="0" destOrd="0" presId="urn:microsoft.com/office/officeart/2018/5/layout/CenteredIconLabelDescriptionList"/>
    <dgm:cxn modelId="{82CC60B0-13D4-4BFC-9139-3BD33B46F80F}" srcId="{41E12738-40FA-46F4-83A9-644922A1A79E}" destId="{9EC3702A-F577-455D-9AC7-C4B165AA423E}" srcOrd="0" destOrd="0" parTransId="{50124C8A-405E-4255-AE0F-D01AE90B0B80}" sibTransId="{9F8CC016-FEC6-4F86-84ED-B12E3B78EE1B}"/>
    <dgm:cxn modelId="{37116DB0-320C-488D-BA4E-E6DF9B0017AF}" srcId="{A3AEADB3-ACC7-4A9E-BA19-64229E81D041}" destId="{9EFC80CD-BAC0-43CE-9CF1-AD0495275C15}" srcOrd="0" destOrd="0" parTransId="{549C770B-FBF4-4F89-A40C-A5B04AFBF4D9}" sibTransId="{6F2EF942-C736-4852-A815-E4E8658BF26C}"/>
    <dgm:cxn modelId="{D4D128B1-1AAD-4321-BD4B-33F441AE4AA6}" srcId="{EE6794DF-0F50-49B2-9473-A3DB4257043F}" destId="{41E12738-40FA-46F4-83A9-644922A1A79E}" srcOrd="2" destOrd="0" parTransId="{30F0E67E-6315-4926-8B71-FFC1A17991E0}" sibTransId="{A8E8FA49-1B29-4AF5-904F-ED9F7AC62F04}"/>
    <dgm:cxn modelId="{308A7CB1-A7F9-461D-912A-4F0CBCE3F7A9}" type="presOf" srcId="{715168EE-1048-4227-B6AA-41DFD87FD64A}" destId="{54137A95-CF9A-4545-818F-FCD887E3A0E3}" srcOrd="0" destOrd="1" presId="urn:microsoft.com/office/officeart/2018/5/layout/CenteredIconLabelDescriptionList"/>
    <dgm:cxn modelId="{CAE8D7C6-E1A1-4482-BF2E-64E3AC4883BC}" type="presOf" srcId="{BA189D9C-4E1A-4E59-8E3F-11D0E54662D0}" destId="{5CCD91CC-D8C3-4EE4-B7B5-AEEE84718938}" srcOrd="0" destOrd="0" presId="urn:microsoft.com/office/officeart/2018/5/layout/CenteredIconLabelDescriptionList"/>
    <dgm:cxn modelId="{D8A902D3-BAB9-433A-9BE2-E55C19AC1BEB}" srcId="{41E12738-40FA-46F4-83A9-644922A1A79E}" destId="{715168EE-1048-4227-B6AA-41DFD87FD64A}" srcOrd="1" destOrd="0" parTransId="{EC6C4904-1E19-442E-BCE6-C8685362D925}" sibTransId="{AC855EDF-2C58-4086-B3B2-64AC85209D6E}"/>
    <dgm:cxn modelId="{DB6068DD-F61C-41F3-B68F-CCF50922721A}" type="presOf" srcId="{9F264B37-32EB-4524-8E61-4038B193DF75}" destId="{96A29F4D-E145-46A6-9456-EA1AD34C86FF}" srcOrd="0" destOrd="0" presId="urn:microsoft.com/office/officeart/2018/5/layout/CenteredIconLabelDescriptionList"/>
    <dgm:cxn modelId="{A9926CDE-1C49-4770-8E6D-EB9FCF0609E3}" type="presOf" srcId="{9EFC80CD-BAC0-43CE-9CF1-AD0495275C15}" destId="{9F578CC7-C1A5-4229-9FF0-104FCB3A6714}" srcOrd="0" destOrd="0" presId="urn:microsoft.com/office/officeart/2018/5/layout/CenteredIconLabelDescriptionList"/>
    <dgm:cxn modelId="{F5A09BC5-BD2A-41C7-A12B-0D6F25C7D654}" type="presParOf" srcId="{A3491B7D-6384-464E-836C-55B82286CCDD}" destId="{33907AF2-FD80-4C2F-B208-8B770871D48D}" srcOrd="0" destOrd="0" presId="urn:microsoft.com/office/officeart/2018/5/layout/CenteredIconLabelDescriptionList"/>
    <dgm:cxn modelId="{2AA96968-2F6C-4A9C-9BEF-5F928F0E3C81}" type="presParOf" srcId="{33907AF2-FD80-4C2F-B208-8B770871D48D}" destId="{9D8BE58A-5B46-402D-A506-B554A29527E5}" srcOrd="0" destOrd="0" presId="urn:microsoft.com/office/officeart/2018/5/layout/CenteredIconLabelDescriptionList"/>
    <dgm:cxn modelId="{12DD02C7-6369-4D29-92C2-C23352F8054B}" type="presParOf" srcId="{33907AF2-FD80-4C2F-B208-8B770871D48D}" destId="{B0717B19-B32F-48E8-B49C-9373A0A4066F}" srcOrd="1" destOrd="0" presId="urn:microsoft.com/office/officeart/2018/5/layout/CenteredIconLabelDescriptionList"/>
    <dgm:cxn modelId="{DAF4DE53-25B3-42C1-8407-1DA0B8C3A399}" type="presParOf" srcId="{33907AF2-FD80-4C2F-B208-8B770871D48D}" destId="{5CCD91CC-D8C3-4EE4-B7B5-AEEE84718938}" srcOrd="2" destOrd="0" presId="urn:microsoft.com/office/officeart/2018/5/layout/CenteredIconLabelDescriptionList"/>
    <dgm:cxn modelId="{904218F6-BF40-4F56-8622-9648C175B010}" type="presParOf" srcId="{33907AF2-FD80-4C2F-B208-8B770871D48D}" destId="{0412741C-19FE-4A6C-BD27-A1467DE60777}" srcOrd="3" destOrd="0" presId="urn:microsoft.com/office/officeart/2018/5/layout/CenteredIconLabelDescriptionList"/>
    <dgm:cxn modelId="{4BEF00DB-51BF-4C68-87D4-677FF6565B25}" type="presParOf" srcId="{33907AF2-FD80-4C2F-B208-8B770871D48D}" destId="{96A29F4D-E145-46A6-9456-EA1AD34C86FF}" srcOrd="4" destOrd="0" presId="urn:microsoft.com/office/officeart/2018/5/layout/CenteredIconLabelDescriptionList"/>
    <dgm:cxn modelId="{8BDFA7A7-67F4-447D-8A81-6A0A89B4BA62}" type="presParOf" srcId="{A3491B7D-6384-464E-836C-55B82286CCDD}" destId="{CC4118CA-9FAB-42D0-AF31-D8E1346E3310}" srcOrd="1" destOrd="0" presId="urn:microsoft.com/office/officeart/2018/5/layout/CenteredIconLabelDescriptionList"/>
    <dgm:cxn modelId="{9A069D19-A6E1-4ECB-B8FD-807F0CC4FDA1}" type="presParOf" srcId="{A3491B7D-6384-464E-836C-55B82286CCDD}" destId="{9143C784-B852-416E-AB47-199BA90872BD}" srcOrd="2" destOrd="0" presId="urn:microsoft.com/office/officeart/2018/5/layout/CenteredIconLabelDescriptionList"/>
    <dgm:cxn modelId="{25AD9BE3-32F6-4BB4-A028-3AB1307DB2EF}" type="presParOf" srcId="{9143C784-B852-416E-AB47-199BA90872BD}" destId="{7B403AC6-0898-4F6E-B07B-46D6B1A9EE1D}" srcOrd="0" destOrd="0" presId="urn:microsoft.com/office/officeart/2018/5/layout/CenteredIconLabelDescriptionList"/>
    <dgm:cxn modelId="{FBEF2C7A-F8D5-4138-8956-39FDFF10A3EA}" type="presParOf" srcId="{9143C784-B852-416E-AB47-199BA90872BD}" destId="{EBE04BEB-0DB3-4C9D-BB58-8962CC68BBD7}" srcOrd="1" destOrd="0" presId="urn:microsoft.com/office/officeart/2018/5/layout/CenteredIconLabelDescriptionList"/>
    <dgm:cxn modelId="{7D8B6516-CE44-4864-81E0-50B9C8414545}" type="presParOf" srcId="{9143C784-B852-416E-AB47-199BA90872BD}" destId="{23B5F9F5-33A6-4D19-A556-71B8DFC95D53}" srcOrd="2" destOrd="0" presId="urn:microsoft.com/office/officeart/2018/5/layout/CenteredIconLabelDescriptionList"/>
    <dgm:cxn modelId="{FE490D5E-064F-4F25-A82F-09D217DE2BF1}" type="presParOf" srcId="{9143C784-B852-416E-AB47-199BA90872BD}" destId="{10756876-B64C-464D-8995-2098EC5BDA4F}" srcOrd="3" destOrd="0" presId="urn:microsoft.com/office/officeart/2018/5/layout/CenteredIconLabelDescriptionList"/>
    <dgm:cxn modelId="{95C8056F-BDA4-46FF-BB03-0AB761D3BCAB}" type="presParOf" srcId="{9143C784-B852-416E-AB47-199BA90872BD}" destId="{9F578CC7-C1A5-4229-9FF0-104FCB3A6714}" srcOrd="4" destOrd="0" presId="urn:microsoft.com/office/officeart/2018/5/layout/CenteredIconLabelDescriptionList"/>
    <dgm:cxn modelId="{F35FC919-E06C-4B99-BE86-8C1951466328}" type="presParOf" srcId="{A3491B7D-6384-464E-836C-55B82286CCDD}" destId="{54763F44-4E34-4446-BC5C-A2A449ACE010}" srcOrd="3" destOrd="0" presId="urn:microsoft.com/office/officeart/2018/5/layout/CenteredIconLabelDescriptionList"/>
    <dgm:cxn modelId="{5ED92C4D-ABAC-4F4B-98EF-542A1511E122}" type="presParOf" srcId="{A3491B7D-6384-464E-836C-55B82286CCDD}" destId="{4FEEB51E-5114-4092-A666-D2AF5529A8DC}" srcOrd="4" destOrd="0" presId="urn:microsoft.com/office/officeart/2018/5/layout/CenteredIconLabelDescriptionList"/>
    <dgm:cxn modelId="{82EC12C6-7AFF-49AC-B87C-35356EFF1077}" type="presParOf" srcId="{4FEEB51E-5114-4092-A666-D2AF5529A8DC}" destId="{8BE553F9-7812-46D8-A055-A61DF6A6A9A5}" srcOrd="0" destOrd="0" presId="urn:microsoft.com/office/officeart/2018/5/layout/CenteredIconLabelDescriptionList"/>
    <dgm:cxn modelId="{53E5082D-10C0-4AED-9CE7-02B04A61CE8E}" type="presParOf" srcId="{4FEEB51E-5114-4092-A666-D2AF5529A8DC}" destId="{F5988805-745A-4131-9E48-A644161F97FB}" srcOrd="1" destOrd="0" presId="urn:microsoft.com/office/officeart/2018/5/layout/CenteredIconLabelDescriptionList"/>
    <dgm:cxn modelId="{AFB00DA4-6646-4E53-A6DA-5124D91F74CB}" type="presParOf" srcId="{4FEEB51E-5114-4092-A666-D2AF5529A8DC}" destId="{9ED72FA0-10C0-4BB4-A5D7-B67DFCF89B7C}" srcOrd="2" destOrd="0" presId="urn:microsoft.com/office/officeart/2018/5/layout/CenteredIconLabelDescriptionList"/>
    <dgm:cxn modelId="{24F1C6E4-DEF8-4E7C-99C2-FD2159A764CD}" type="presParOf" srcId="{4FEEB51E-5114-4092-A666-D2AF5529A8DC}" destId="{055E0BCF-E1F8-4985-B223-991555C6F06A}" srcOrd="3" destOrd="0" presId="urn:microsoft.com/office/officeart/2018/5/layout/CenteredIconLabelDescriptionList"/>
    <dgm:cxn modelId="{2C73BE5E-5156-4370-9AE1-6413DDF05BC5}" type="presParOf" srcId="{4FEEB51E-5114-4092-A666-D2AF5529A8DC}" destId="{54137A95-CF9A-4545-818F-FCD887E3A0E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EE6794DF-0F50-49B2-9473-A3DB4257043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1E12738-40FA-46F4-83A9-644922A1A7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Backup together</a:t>
          </a:r>
          <a:endParaRPr lang="en-US"/>
        </a:p>
      </dgm:t>
    </dgm:pt>
    <dgm:pt modelId="{30F0E67E-6315-4926-8B71-FFC1A17991E0}" type="parTrans" cxnId="{D4D128B1-1AAD-4321-BD4B-33F441AE4AA6}">
      <dgm:prSet/>
      <dgm:spPr/>
      <dgm:t>
        <a:bodyPr/>
        <a:lstStyle/>
        <a:p>
          <a:endParaRPr lang="en-US"/>
        </a:p>
      </dgm:t>
    </dgm:pt>
    <dgm:pt modelId="{A8E8FA49-1B29-4AF5-904F-ED9F7AC62F04}" type="sibTrans" cxnId="{D4D128B1-1AAD-4321-BD4B-33F441AE4AA6}">
      <dgm:prSet/>
      <dgm:spPr/>
      <dgm:t>
        <a:bodyPr/>
        <a:lstStyle/>
        <a:p>
          <a:endParaRPr lang="en-US"/>
        </a:p>
      </dgm:t>
    </dgm:pt>
    <dgm:pt modelId="{12C1E0A2-10CA-4258-BD27-3FE4A3B98E8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gain</a:t>
          </a:r>
          <a:endParaRPr lang="en-US"/>
        </a:p>
      </dgm:t>
    </dgm:pt>
    <dgm:pt modelId="{A033167A-A3A3-4C84-A054-D3AAD9924ED7}" type="parTrans" cxnId="{2A6AE81E-4DF3-4131-8539-57AC438F7291}">
      <dgm:prSet/>
      <dgm:spPr/>
      <dgm:t>
        <a:bodyPr/>
        <a:lstStyle/>
        <a:p>
          <a:endParaRPr lang="en-US"/>
        </a:p>
      </dgm:t>
    </dgm:pt>
    <dgm:pt modelId="{7EF18D8F-F108-4A58-B67C-8B86094695FF}" type="sibTrans" cxnId="{2A6AE81E-4DF3-4131-8539-57AC438F7291}">
      <dgm:prSet/>
      <dgm:spPr/>
      <dgm:t>
        <a:bodyPr/>
        <a:lstStyle/>
        <a:p>
          <a:endParaRPr lang="en-US"/>
        </a:p>
      </dgm:t>
    </dgm:pt>
    <dgm:pt modelId="{C4171559-DE45-4ECB-B96C-A549830C08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</a:t>
          </a:r>
          <a:r>
            <a:rPr lang="tr-TR"/>
            <a:t> </a:t>
          </a:r>
          <a:r>
            <a:rPr lang="en-US"/>
            <a:t>defeats the purpose of</a:t>
          </a:r>
        </a:p>
      </dgm:t>
    </dgm:pt>
    <dgm:pt modelId="{22861C00-4196-4DD8-9AED-747B23F75A79}" type="parTrans" cxnId="{55747A79-A9BB-4DDE-9113-F07E5960648F}">
      <dgm:prSet/>
      <dgm:spPr/>
      <dgm:t>
        <a:bodyPr/>
        <a:lstStyle/>
        <a:p>
          <a:endParaRPr lang="en-US"/>
        </a:p>
      </dgm:t>
    </dgm:pt>
    <dgm:pt modelId="{14D88C99-635B-494F-893C-23B5164AD920}" type="sibTrans" cxnId="{55747A79-A9BB-4DDE-9113-F07E5960648F}">
      <dgm:prSet/>
      <dgm:spPr/>
      <dgm:t>
        <a:bodyPr/>
        <a:lstStyle/>
        <a:p>
          <a:endParaRPr lang="en-US"/>
        </a:p>
      </dgm:t>
    </dgm:pt>
    <dgm:pt modelId="{9EC3702A-F577-455D-9AC7-C4B165AA42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same place as the seed</a:t>
          </a:r>
        </a:p>
      </dgm:t>
    </dgm:pt>
    <dgm:pt modelId="{50124C8A-405E-4255-AE0F-D01AE90B0B80}" type="parTrans" cxnId="{82CC60B0-13D4-4BFC-9139-3BD33B46F80F}">
      <dgm:prSet/>
      <dgm:spPr/>
      <dgm:t>
        <a:bodyPr/>
        <a:lstStyle/>
        <a:p>
          <a:endParaRPr lang="tr-TR"/>
        </a:p>
      </dgm:t>
    </dgm:pt>
    <dgm:pt modelId="{9F8CC016-FEC6-4F86-84ED-B12E3B78EE1B}" type="sibTrans" cxnId="{82CC60B0-13D4-4BFC-9139-3BD33B46F80F}">
      <dgm:prSet/>
      <dgm:spPr/>
      <dgm:t>
        <a:bodyPr/>
        <a:lstStyle/>
        <a:p>
          <a:endParaRPr lang="tr-TR"/>
        </a:p>
      </dgm:t>
    </dgm:pt>
    <dgm:pt modelId="{84EF485E-9C46-4F9E-B008-B223924C19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passphrase </a:t>
          </a:r>
          <a:r>
            <a:rPr lang="tr-TR"/>
            <a:t>might</a:t>
          </a:r>
          <a:r>
            <a:rPr lang="en-US"/>
            <a:t> </a:t>
          </a:r>
          <a:r>
            <a:rPr lang="tr-TR"/>
            <a:t>be </a:t>
          </a:r>
          <a:r>
            <a:rPr lang="en-US"/>
            <a:t>back</a:t>
          </a:r>
          <a:r>
            <a:rPr lang="tr-TR"/>
            <a:t>ed</a:t>
          </a:r>
          <a:r>
            <a:rPr lang="en-US"/>
            <a:t> up</a:t>
          </a:r>
        </a:p>
      </dgm:t>
    </dgm:pt>
    <dgm:pt modelId="{2DDF6C02-3987-43A9-AB8F-97A13BCCCD57}" type="parTrans" cxnId="{802BC511-7D67-4E62-B135-652A1021A3D4}">
      <dgm:prSet/>
      <dgm:spPr/>
      <dgm:t>
        <a:bodyPr/>
        <a:lstStyle/>
        <a:p>
          <a:endParaRPr lang="tr-TR"/>
        </a:p>
      </dgm:t>
    </dgm:pt>
    <dgm:pt modelId="{C1CCCCC9-EC81-40AF-8186-6D2DA24FA9F8}" type="sibTrans" cxnId="{802BC511-7D67-4E62-B135-652A1021A3D4}">
      <dgm:prSet/>
      <dgm:spPr/>
      <dgm:t>
        <a:bodyPr/>
        <a:lstStyle/>
        <a:p>
          <a:endParaRPr lang="tr-TR"/>
        </a:p>
      </dgm:t>
    </dgm:pt>
    <dgm:pt modelId="{5BA11C23-96B1-43D6-91E2-4BAB35AEE4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second factor</a:t>
          </a:r>
          <a:r>
            <a:rPr lang="tr-TR"/>
            <a:t> protection</a:t>
          </a:r>
          <a:endParaRPr lang="en-US"/>
        </a:p>
      </dgm:t>
    </dgm:pt>
    <dgm:pt modelId="{214971D3-9576-4D71-91C1-54D478ED96E8}" type="parTrans" cxnId="{0ECDDD45-6641-4C6E-B652-03DF31EA07E9}">
      <dgm:prSet/>
      <dgm:spPr/>
      <dgm:t>
        <a:bodyPr/>
        <a:lstStyle/>
        <a:p>
          <a:endParaRPr lang="tr-TR"/>
        </a:p>
      </dgm:t>
    </dgm:pt>
    <dgm:pt modelId="{A95709E9-F8E4-45B4-8DEB-F90C87A4F636}" type="sibTrans" cxnId="{0ECDDD45-6641-4C6E-B652-03DF31EA07E9}">
      <dgm:prSet/>
      <dgm:spPr/>
      <dgm:t>
        <a:bodyPr/>
        <a:lstStyle/>
        <a:p>
          <a:endParaRPr lang="tr-TR"/>
        </a:p>
      </dgm:t>
    </dgm:pt>
    <dgm:pt modelId="{A3491B7D-6384-464E-836C-55B82286CCDD}" type="pres">
      <dgm:prSet presAssocID="{EE6794DF-0F50-49B2-9473-A3DB4257043F}" presName="root" presStyleCnt="0">
        <dgm:presLayoutVars>
          <dgm:dir/>
          <dgm:resizeHandles val="exact"/>
        </dgm:presLayoutVars>
      </dgm:prSet>
      <dgm:spPr/>
    </dgm:pt>
    <dgm:pt modelId="{4FEEB51E-5114-4092-A666-D2AF5529A8DC}" type="pres">
      <dgm:prSet presAssocID="{41E12738-40FA-46F4-83A9-644922A1A79E}" presName="compNode" presStyleCnt="0"/>
      <dgm:spPr/>
    </dgm:pt>
    <dgm:pt modelId="{8BE553F9-7812-46D8-A055-A61DF6A6A9A5}" type="pres">
      <dgm:prSet presAssocID="{41E12738-40FA-46F4-83A9-644922A1A79E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5988805-745A-4131-9E48-A644161F97FB}" type="pres">
      <dgm:prSet presAssocID="{41E12738-40FA-46F4-83A9-644922A1A79E}" presName="iconSpace" presStyleCnt="0"/>
      <dgm:spPr/>
    </dgm:pt>
    <dgm:pt modelId="{9ED72FA0-10C0-4BB4-A5D7-B67DFCF89B7C}" type="pres">
      <dgm:prSet presAssocID="{41E12738-40FA-46F4-83A9-644922A1A79E}" presName="parTx" presStyleLbl="revTx" presStyleIdx="0" presStyleCnt="4">
        <dgm:presLayoutVars>
          <dgm:chMax val="0"/>
          <dgm:chPref val="0"/>
        </dgm:presLayoutVars>
      </dgm:prSet>
      <dgm:spPr/>
    </dgm:pt>
    <dgm:pt modelId="{055E0BCF-E1F8-4985-B223-991555C6F06A}" type="pres">
      <dgm:prSet presAssocID="{41E12738-40FA-46F4-83A9-644922A1A79E}" presName="txSpace" presStyleCnt="0"/>
      <dgm:spPr/>
    </dgm:pt>
    <dgm:pt modelId="{54137A95-CF9A-4545-818F-FCD887E3A0E3}" type="pres">
      <dgm:prSet presAssocID="{41E12738-40FA-46F4-83A9-644922A1A79E}" presName="desTx" presStyleLbl="revTx" presStyleIdx="1" presStyleCnt="4">
        <dgm:presLayoutVars/>
      </dgm:prSet>
      <dgm:spPr/>
    </dgm:pt>
    <dgm:pt modelId="{F68C2032-2B93-4D63-ACA5-E0AE4C835D51}" type="pres">
      <dgm:prSet presAssocID="{A8E8FA49-1B29-4AF5-904F-ED9F7AC62F04}" presName="sibTrans" presStyleCnt="0"/>
      <dgm:spPr/>
    </dgm:pt>
    <dgm:pt modelId="{20237A0C-EDCC-4B2A-AAF5-4CCE7E082EA5}" type="pres">
      <dgm:prSet presAssocID="{12C1E0A2-10CA-4258-BD27-3FE4A3B98E8F}" presName="compNode" presStyleCnt="0"/>
      <dgm:spPr/>
    </dgm:pt>
    <dgm:pt modelId="{3BB33A41-BFBC-4DF2-9B43-E151AEE1584D}" type="pres">
      <dgm:prSet presAssocID="{12C1E0A2-10CA-4258-BD27-3FE4A3B98E8F}" presName="iconRect" presStyleLbl="node1" presStyleIdx="1" presStyleCnt="2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E1201D4-4D54-4CFC-8ECA-CB4315418B2B}" type="pres">
      <dgm:prSet presAssocID="{12C1E0A2-10CA-4258-BD27-3FE4A3B98E8F}" presName="iconSpace" presStyleCnt="0"/>
      <dgm:spPr/>
    </dgm:pt>
    <dgm:pt modelId="{4265CB39-436C-49A3-ADE5-9FFC0A733E0D}" type="pres">
      <dgm:prSet presAssocID="{12C1E0A2-10CA-4258-BD27-3FE4A3B98E8F}" presName="parTx" presStyleLbl="revTx" presStyleIdx="2" presStyleCnt="4">
        <dgm:presLayoutVars>
          <dgm:chMax val="0"/>
          <dgm:chPref val="0"/>
        </dgm:presLayoutVars>
      </dgm:prSet>
      <dgm:spPr/>
    </dgm:pt>
    <dgm:pt modelId="{3B519A56-2A27-492B-A1C8-F5EB78D429C8}" type="pres">
      <dgm:prSet presAssocID="{12C1E0A2-10CA-4258-BD27-3FE4A3B98E8F}" presName="txSpace" presStyleCnt="0"/>
      <dgm:spPr/>
    </dgm:pt>
    <dgm:pt modelId="{F3FD1A13-70F1-4792-998D-66CC4DB10AA5}" type="pres">
      <dgm:prSet presAssocID="{12C1E0A2-10CA-4258-BD27-3FE4A3B98E8F}" presName="desTx" presStyleLbl="revTx" presStyleIdx="3" presStyleCnt="4">
        <dgm:presLayoutVars/>
      </dgm:prSet>
      <dgm:spPr/>
    </dgm:pt>
  </dgm:ptLst>
  <dgm:cxnLst>
    <dgm:cxn modelId="{802BC511-7D67-4E62-B135-652A1021A3D4}" srcId="{41E12738-40FA-46F4-83A9-644922A1A79E}" destId="{84EF485E-9C46-4F9E-B008-B223924C199D}" srcOrd="0" destOrd="0" parTransId="{2DDF6C02-3987-43A9-AB8F-97A13BCCCD57}" sibTransId="{C1CCCCC9-EC81-40AF-8186-6D2DA24FA9F8}"/>
    <dgm:cxn modelId="{69330716-BF1C-4BCA-8186-2CB1D55330B9}" type="presOf" srcId="{9EC3702A-F577-455D-9AC7-C4B165AA423E}" destId="{54137A95-CF9A-4545-818F-FCD887E3A0E3}" srcOrd="0" destOrd="1" presId="urn:microsoft.com/office/officeart/2018/5/layout/CenteredIconLabelDescriptionList"/>
    <dgm:cxn modelId="{2A6AE81E-4DF3-4131-8539-57AC438F7291}" srcId="{EE6794DF-0F50-49B2-9473-A3DB4257043F}" destId="{12C1E0A2-10CA-4258-BD27-3FE4A3B98E8F}" srcOrd="1" destOrd="0" parTransId="{A033167A-A3A3-4C84-A054-D3AAD9924ED7}" sibTransId="{7EF18D8F-F108-4A58-B67C-8B86094695FF}"/>
    <dgm:cxn modelId="{7F10785D-92D7-4AAE-B1E6-E47FF2ACEB9F}" type="presOf" srcId="{84EF485E-9C46-4F9E-B008-B223924C199D}" destId="{54137A95-CF9A-4545-818F-FCD887E3A0E3}" srcOrd="0" destOrd="0" presId="urn:microsoft.com/office/officeart/2018/5/layout/CenteredIconLabelDescriptionList"/>
    <dgm:cxn modelId="{38C4735E-476C-48FB-BA54-60AA179BA0EB}" type="presOf" srcId="{12C1E0A2-10CA-4258-BD27-3FE4A3B98E8F}" destId="{4265CB39-436C-49A3-ADE5-9FFC0A733E0D}" srcOrd="0" destOrd="0" presId="urn:microsoft.com/office/officeart/2018/5/layout/CenteredIconLabelDescriptionList"/>
    <dgm:cxn modelId="{0ECDDD45-6641-4C6E-B652-03DF31EA07E9}" srcId="{12C1E0A2-10CA-4258-BD27-3FE4A3B98E8F}" destId="{5BA11C23-96B1-43D6-91E2-4BAB35AEE470}" srcOrd="1" destOrd="0" parTransId="{214971D3-9576-4D71-91C1-54D478ED96E8}" sibTransId="{A95709E9-F8E4-45B4-8DEB-F90C87A4F636}"/>
    <dgm:cxn modelId="{37CD7073-59FF-48B4-831C-86E0D120ABEE}" type="presOf" srcId="{41E12738-40FA-46F4-83A9-644922A1A79E}" destId="{9ED72FA0-10C0-4BB4-A5D7-B67DFCF89B7C}" srcOrd="0" destOrd="0" presId="urn:microsoft.com/office/officeart/2018/5/layout/CenteredIconLabelDescriptionList"/>
    <dgm:cxn modelId="{55747A79-A9BB-4DDE-9113-F07E5960648F}" srcId="{12C1E0A2-10CA-4258-BD27-3FE4A3B98E8F}" destId="{C4171559-DE45-4ECB-B96C-A549830C0894}" srcOrd="0" destOrd="0" parTransId="{22861C00-4196-4DD8-9AED-747B23F75A79}" sibTransId="{14D88C99-635B-494F-893C-23B5164AD920}"/>
    <dgm:cxn modelId="{8F78049F-2B33-4FED-A33C-93FC17B88DA2}" type="presOf" srcId="{EE6794DF-0F50-49B2-9473-A3DB4257043F}" destId="{A3491B7D-6384-464E-836C-55B82286CCDD}" srcOrd="0" destOrd="0" presId="urn:microsoft.com/office/officeart/2018/5/layout/CenteredIconLabelDescriptionList"/>
    <dgm:cxn modelId="{82CC60B0-13D4-4BFC-9139-3BD33B46F80F}" srcId="{41E12738-40FA-46F4-83A9-644922A1A79E}" destId="{9EC3702A-F577-455D-9AC7-C4B165AA423E}" srcOrd="1" destOrd="0" parTransId="{50124C8A-405E-4255-AE0F-D01AE90B0B80}" sibTransId="{9F8CC016-FEC6-4F86-84ED-B12E3B78EE1B}"/>
    <dgm:cxn modelId="{D4D128B1-1AAD-4321-BD4B-33F441AE4AA6}" srcId="{EE6794DF-0F50-49B2-9473-A3DB4257043F}" destId="{41E12738-40FA-46F4-83A9-644922A1A79E}" srcOrd="0" destOrd="0" parTransId="{30F0E67E-6315-4926-8B71-FFC1A17991E0}" sibTransId="{A8E8FA49-1B29-4AF5-904F-ED9F7AC62F04}"/>
    <dgm:cxn modelId="{E386D8B7-2106-4A15-812C-99C8F865433C}" type="presOf" srcId="{C4171559-DE45-4ECB-B96C-A549830C0894}" destId="{F3FD1A13-70F1-4792-998D-66CC4DB10AA5}" srcOrd="0" destOrd="0" presId="urn:microsoft.com/office/officeart/2018/5/layout/CenteredIconLabelDescriptionList"/>
    <dgm:cxn modelId="{A06C3DD9-51FF-4D4C-879E-2AE03F5F64D4}" type="presOf" srcId="{5BA11C23-96B1-43D6-91E2-4BAB35AEE470}" destId="{F3FD1A13-70F1-4792-998D-66CC4DB10AA5}" srcOrd="0" destOrd="1" presId="urn:microsoft.com/office/officeart/2018/5/layout/CenteredIconLabelDescriptionList"/>
    <dgm:cxn modelId="{5ED92C4D-ABAC-4F4B-98EF-542A1511E122}" type="presParOf" srcId="{A3491B7D-6384-464E-836C-55B82286CCDD}" destId="{4FEEB51E-5114-4092-A666-D2AF5529A8DC}" srcOrd="0" destOrd="0" presId="urn:microsoft.com/office/officeart/2018/5/layout/CenteredIconLabelDescriptionList"/>
    <dgm:cxn modelId="{82EC12C6-7AFF-49AC-B87C-35356EFF1077}" type="presParOf" srcId="{4FEEB51E-5114-4092-A666-D2AF5529A8DC}" destId="{8BE553F9-7812-46D8-A055-A61DF6A6A9A5}" srcOrd="0" destOrd="0" presId="urn:microsoft.com/office/officeart/2018/5/layout/CenteredIconLabelDescriptionList"/>
    <dgm:cxn modelId="{53E5082D-10C0-4AED-9CE7-02B04A61CE8E}" type="presParOf" srcId="{4FEEB51E-5114-4092-A666-D2AF5529A8DC}" destId="{F5988805-745A-4131-9E48-A644161F97FB}" srcOrd="1" destOrd="0" presId="urn:microsoft.com/office/officeart/2018/5/layout/CenteredIconLabelDescriptionList"/>
    <dgm:cxn modelId="{AFB00DA4-6646-4E53-A6DA-5124D91F74CB}" type="presParOf" srcId="{4FEEB51E-5114-4092-A666-D2AF5529A8DC}" destId="{9ED72FA0-10C0-4BB4-A5D7-B67DFCF89B7C}" srcOrd="2" destOrd="0" presId="urn:microsoft.com/office/officeart/2018/5/layout/CenteredIconLabelDescriptionList"/>
    <dgm:cxn modelId="{24F1C6E4-DEF8-4E7C-99C2-FD2159A764CD}" type="presParOf" srcId="{4FEEB51E-5114-4092-A666-D2AF5529A8DC}" destId="{055E0BCF-E1F8-4985-B223-991555C6F06A}" srcOrd="3" destOrd="0" presId="urn:microsoft.com/office/officeart/2018/5/layout/CenteredIconLabelDescriptionList"/>
    <dgm:cxn modelId="{2C73BE5E-5156-4370-9AE1-6413DDF05BC5}" type="presParOf" srcId="{4FEEB51E-5114-4092-A666-D2AF5529A8DC}" destId="{54137A95-CF9A-4545-818F-FCD887E3A0E3}" srcOrd="4" destOrd="0" presId="urn:microsoft.com/office/officeart/2018/5/layout/CenteredIconLabelDescriptionList"/>
    <dgm:cxn modelId="{DB5CF3D7-6111-4B52-89C8-B1F166A2E46B}" type="presParOf" srcId="{A3491B7D-6384-464E-836C-55B82286CCDD}" destId="{F68C2032-2B93-4D63-ACA5-E0AE4C835D51}" srcOrd="1" destOrd="0" presId="urn:microsoft.com/office/officeart/2018/5/layout/CenteredIconLabelDescriptionList"/>
    <dgm:cxn modelId="{B898D19E-31CA-4C6F-98A9-2B56E304AF13}" type="presParOf" srcId="{A3491B7D-6384-464E-836C-55B82286CCDD}" destId="{20237A0C-EDCC-4B2A-AAF5-4CCE7E082EA5}" srcOrd="2" destOrd="0" presId="urn:microsoft.com/office/officeart/2018/5/layout/CenteredIconLabelDescriptionList"/>
    <dgm:cxn modelId="{1731FAA5-1F02-45D6-8BA2-A7D627273DCB}" type="presParOf" srcId="{20237A0C-EDCC-4B2A-AAF5-4CCE7E082EA5}" destId="{3BB33A41-BFBC-4DF2-9B43-E151AEE1584D}" srcOrd="0" destOrd="0" presId="urn:microsoft.com/office/officeart/2018/5/layout/CenteredIconLabelDescriptionList"/>
    <dgm:cxn modelId="{FC30D6C8-B065-4A99-8ECE-8C22E044043E}" type="presParOf" srcId="{20237A0C-EDCC-4B2A-AAF5-4CCE7E082EA5}" destId="{EE1201D4-4D54-4CFC-8ECA-CB4315418B2B}" srcOrd="1" destOrd="0" presId="urn:microsoft.com/office/officeart/2018/5/layout/CenteredIconLabelDescriptionList"/>
    <dgm:cxn modelId="{8EDD44DC-2059-4399-A7A2-CEACF4E45546}" type="presParOf" srcId="{20237A0C-EDCC-4B2A-AAF5-4CCE7E082EA5}" destId="{4265CB39-436C-49A3-ADE5-9FFC0A733E0D}" srcOrd="2" destOrd="0" presId="urn:microsoft.com/office/officeart/2018/5/layout/CenteredIconLabelDescriptionList"/>
    <dgm:cxn modelId="{84CAAFF0-B1B8-482C-99D9-029BDB4DA05C}" type="presParOf" srcId="{20237A0C-EDCC-4B2A-AAF5-4CCE7E082EA5}" destId="{3B519A56-2A27-492B-A1C8-F5EB78D429C8}" srcOrd="3" destOrd="0" presId="urn:microsoft.com/office/officeart/2018/5/layout/CenteredIconLabelDescriptionList"/>
    <dgm:cxn modelId="{B9DC0C6B-D8C1-4877-9A99-E329EE148300}" type="presParOf" srcId="{20237A0C-EDCC-4B2A-AAF5-4CCE7E082EA5}" destId="{F3FD1A13-70F1-4792-998D-66CC4DB10AA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7B345BF3-581D-4A2E-A67A-CD33F3B117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D66E88-5704-4D62-9E98-40BD199A5E9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Survival</a:t>
          </a:r>
          <a:endParaRPr lang="en-US" dirty="0"/>
        </a:p>
      </dgm:t>
    </dgm:pt>
    <dgm:pt modelId="{66A722A0-795A-4EB4-BFC3-457A1F85AC25}" type="parTrans" cxnId="{16CBEF84-64F4-46F9-9655-CE2875AB7B20}">
      <dgm:prSet/>
      <dgm:spPr/>
      <dgm:t>
        <a:bodyPr/>
        <a:lstStyle/>
        <a:p>
          <a:endParaRPr lang="en-US"/>
        </a:p>
      </dgm:t>
    </dgm:pt>
    <dgm:pt modelId="{006F4B1C-C587-415A-9F40-8BCA1F327821}" type="sibTrans" cxnId="{16CBEF84-64F4-46F9-9655-CE2875AB7B20}">
      <dgm:prSet/>
      <dgm:spPr/>
      <dgm:t>
        <a:bodyPr/>
        <a:lstStyle/>
        <a:p>
          <a:endParaRPr lang="en-US"/>
        </a:p>
      </dgm:t>
    </dgm:pt>
    <dgm:pt modelId="{7514EB70-975C-40E5-B4B4-46BB40289B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recover the</a:t>
          </a:r>
        </a:p>
      </dgm:t>
    </dgm:pt>
    <dgm:pt modelId="{A7E94F31-12C9-4CF9-ADC7-5307E7498885}" type="parTrans" cxnId="{34248360-6D12-4A70-BD2A-E1143D399BFF}">
      <dgm:prSet/>
      <dgm:spPr/>
      <dgm:t>
        <a:bodyPr/>
        <a:lstStyle/>
        <a:p>
          <a:endParaRPr lang="en-US"/>
        </a:p>
      </dgm:t>
    </dgm:pt>
    <dgm:pt modelId="{C2B96026-A1F9-445E-A522-779754C76841}" type="sibTrans" cxnId="{34248360-6D12-4A70-BD2A-E1143D399BFF}">
      <dgm:prSet/>
      <dgm:spPr/>
      <dgm:t>
        <a:bodyPr/>
        <a:lstStyle/>
        <a:p>
          <a:endParaRPr lang="en-US"/>
        </a:p>
      </dgm:t>
    </dgm:pt>
    <dgm:pt modelId="{66854CB2-045E-47FB-B6EB-46844AB1C6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cryptocurrency estate</a:t>
          </a:r>
        </a:p>
      </dgm:t>
    </dgm:pt>
    <dgm:pt modelId="{92B88FA4-BA2C-4AB3-8850-2AE12A6DF369}" type="parTrans" cxnId="{3D01AFCA-E94E-47D7-A4C9-C01D941BE879}">
      <dgm:prSet/>
      <dgm:spPr/>
      <dgm:t>
        <a:bodyPr/>
        <a:lstStyle/>
        <a:p>
          <a:endParaRPr lang="tr-TR"/>
        </a:p>
      </dgm:t>
    </dgm:pt>
    <dgm:pt modelId="{BDE861E6-4647-4EC2-A810-8A68B412E868}" type="sibTrans" cxnId="{3D01AFCA-E94E-47D7-A4C9-C01D941BE879}">
      <dgm:prSet/>
      <dgm:spPr/>
      <dgm:t>
        <a:bodyPr/>
        <a:lstStyle/>
        <a:p>
          <a:endParaRPr lang="tr-TR"/>
        </a:p>
      </dgm:t>
    </dgm:pt>
    <dgm:pt modelId="{C9ACB481-ADCA-42F8-9451-C8FFB9B52CE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inheritors</a:t>
          </a:r>
          <a:endParaRPr lang="en-US"/>
        </a:p>
      </dgm:t>
    </dgm:pt>
    <dgm:pt modelId="{56E39BED-5645-43CF-A3A0-3F465AABEF07}" type="parTrans" cxnId="{9508C66F-4162-4E26-BD7E-447066A78FB2}">
      <dgm:prSet/>
      <dgm:spPr/>
      <dgm:t>
        <a:bodyPr/>
        <a:lstStyle/>
        <a:p>
          <a:endParaRPr lang="tr-TR"/>
        </a:p>
      </dgm:t>
    </dgm:pt>
    <dgm:pt modelId="{3F7D3D09-81FB-4290-A5DD-2E4FD69BD6CC}" type="sibTrans" cxnId="{9508C66F-4162-4E26-BD7E-447066A78FB2}">
      <dgm:prSet/>
      <dgm:spPr/>
      <dgm:t>
        <a:bodyPr/>
        <a:lstStyle/>
        <a:p>
          <a:endParaRPr lang="tr-TR"/>
        </a:p>
      </dgm:t>
    </dgm:pt>
    <dgm:pt modelId="{DFA4C0F0-CF71-4B29-9F89-D4CC61E46B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family</a:t>
          </a:r>
          <a:endParaRPr lang="en-US"/>
        </a:p>
      </dgm:t>
    </dgm:pt>
    <dgm:pt modelId="{5C25FB47-7A08-4F60-8283-D8F093A58A42}" type="parTrans" cxnId="{EFBE7E2C-FC91-4C3A-A0C5-79942F5BCF3A}">
      <dgm:prSet/>
      <dgm:spPr/>
      <dgm:t>
        <a:bodyPr/>
        <a:lstStyle/>
        <a:p>
          <a:endParaRPr lang="tr-TR"/>
        </a:p>
      </dgm:t>
    </dgm:pt>
    <dgm:pt modelId="{4116382B-B3E3-4B23-9F50-9D9E36F84969}" type="sibTrans" cxnId="{EFBE7E2C-FC91-4C3A-A0C5-79942F5BCF3A}">
      <dgm:prSet/>
      <dgm:spPr/>
      <dgm:t>
        <a:bodyPr/>
        <a:lstStyle/>
        <a:p>
          <a:endParaRPr lang="tr-TR"/>
        </a:p>
      </dgm:t>
    </dgm:pt>
    <dgm:pt modelId="{7939CB4D-DAA1-4A28-98E3-21FD6037CFC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other parties</a:t>
          </a:r>
          <a:endParaRPr lang="en-US"/>
        </a:p>
      </dgm:t>
    </dgm:pt>
    <dgm:pt modelId="{E996DC28-735B-4A11-8F5C-20C5949FEE9B}" type="parTrans" cxnId="{5F989108-8C8F-45AC-B754-CA240FB5D2EC}">
      <dgm:prSet/>
      <dgm:spPr/>
      <dgm:t>
        <a:bodyPr/>
        <a:lstStyle/>
        <a:p>
          <a:endParaRPr lang="tr-TR"/>
        </a:p>
      </dgm:t>
    </dgm:pt>
    <dgm:pt modelId="{C2430713-12EB-4608-B1C2-2D60C9764E93}" type="sibTrans" cxnId="{5F989108-8C8F-45AC-B754-CA240FB5D2EC}">
      <dgm:prSet/>
      <dgm:spPr/>
      <dgm:t>
        <a:bodyPr/>
        <a:lstStyle/>
        <a:p>
          <a:endParaRPr lang="tr-TR"/>
        </a:p>
      </dgm:t>
    </dgm:pt>
    <dgm:pt modelId="{8BDFDD8E-D558-4C2C-A5E6-81F7D84B6604}" type="pres">
      <dgm:prSet presAssocID="{7B345BF3-581D-4A2E-A67A-CD33F3B11741}" presName="root" presStyleCnt="0">
        <dgm:presLayoutVars>
          <dgm:dir/>
          <dgm:resizeHandles val="exact"/>
        </dgm:presLayoutVars>
      </dgm:prSet>
      <dgm:spPr/>
    </dgm:pt>
    <dgm:pt modelId="{722C8196-89B9-4CDF-ADEF-BB5D7A1129E8}" type="pres">
      <dgm:prSet presAssocID="{B2D66E88-5704-4D62-9E98-40BD199A5E92}" presName="compNode" presStyleCnt="0"/>
      <dgm:spPr/>
    </dgm:pt>
    <dgm:pt modelId="{EB353B2B-7274-440E-95BC-4736D4E4EF09}" type="pres">
      <dgm:prSet presAssocID="{B2D66E88-5704-4D62-9E98-40BD199A5E9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4797DF1A-61EF-4123-BE81-6E55A1280286}" type="pres">
      <dgm:prSet presAssocID="{B2D66E88-5704-4D62-9E98-40BD199A5E92}" presName="iconSpace" presStyleCnt="0"/>
      <dgm:spPr/>
    </dgm:pt>
    <dgm:pt modelId="{B3F92124-EF66-47B5-836F-CCAAC1353BF1}" type="pres">
      <dgm:prSet presAssocID="{B2D66E88-5704-4D62-9E98-40BD199A5E92}" presName="parTx" presStyleLbl="revTx" presStyleIdx="0" presStyleCnt="4">
        <dgm:presLayoutVars>
          <dgm:chMax val="0"/>
          <dgm:chPref val="0"/>
        </dgm:presLayoutVars>
      </dgm:prSet>
      <dgm:spPr/>
    </dgm:pt>
    <dgm:pt modelId="{797CD74E-C6D9-4401-A07C-7F3262173467}" type="pres">
      <dgm:prSet presAssocID="{B2D66E88-5704-4D62-9E98-40BD199A5E92}" presName="txSpace" presStyleCnt="0"/>
      <dgm:spPr/>
    </dgm:pt>
    <dgm:pt modelId="{97405ABB-02E4-47AA-A58D-2CED5B78E4D1}" type="pres">
      <dgm:prSet presAssocID="{B2D66E88-5704-4D62-9E98-40BD199A5E92}" presName="desTx" presStyleLbl="revTx" presStyleIdx="1" presStyleCnt="4">
        <dgm:presLayoutVars/>
      </dgm:prSet>
      <dgm:spPr/>
    </dgm:pt>
    <dgm:pt modelId="{DCE2BC81-353C-43C2-8D9F-52FCF8624958}" type="pres">
      <dgm:prSet presAssocID="{006F4B1C-C587-415A-9F40-8BCA1F327821}" presName="sibTrans" presStyleCnt="0"/>
      <dgm:spPr/>
    </dgm:pt>
    <dgm:pt modelId="{0D7294C5-C0E7-46E7-9679-3A9E2C067AC1}" type="pres">
      <dgm:prSet presAssocID="{C9ACB481-ADCA-42F8-9451-C8FFB9B52CEC}" presName="compNode" presStyleCnt="0"/>
      <dgm:spPr/>
    </dgm:pt>
    <dgm:pt modelId="{3D23A962-873B-424C-8408-D2B871ED87FE}" type="pres">
      <dgm:prSet presAssocID="{C9ACB481-ADCA-42F8-9451-C8FFB9B52CE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823D5650-C4D6-4531-A0A8-070AB8EC9570}" type="pres">
      <dgm:prSet presAssocID="{C9ACB481-ADCA-42F8-9451-C8FFB9B52CEC}" presName="iconSpace" presStyleCnt="0"/>
      <dgm:spPr/>
    </dgm:pt>
    <dgm:pt modelId="{E9A4B2AB-4A2D-4C2B-A023-1BCFBA79E838}" type="pres">
      <dgm:prSet presAssocID="{C9ACB481-ADCA-42F8-9451-C8FFB9B52CEC}" presName="parTx" presStyleLbl="revTx" presStyleIdx="2" presStyleCnt="4">
        <dgm:presLayoutVars>
          <dgm:chMax val="0"/>
          <dgm:chPref val="0"/>
        </dgm:presLayoutVars>
      </dgm:prSet>
      <dgm:spPr/>
    </dgm:pt>
    <dgm:pt modelId="{5DC9640F-5241-4E2B-B2A0-D75AA95FAB0F}" type="pres">
      <dgm:prSet presAssocID="{C9ACB481-ADCA-42F8-9451-C8FFB9B52CEC}" presName="txSpace" presStyleCnt="0"/>
      <dgm:spPr/>
    </dgm:pt>
    <dgm:pt modelId="{FED92E79-8F87-4329-B004-95EC586E9A65}" type="pres">
      <dgm:prSet presAssocID="{C9ACB481-ADCA-42F8-9451-C8FFB9B52CEC}" presName="desTx" presStyleLbl="revTx" presStyleIdx="3" presStyleCnt="4">
        <dgm:presLayoutVars/>
      </dgm:prSet>
      <dgm:spPr/>
    </dgm:pt>
  </dgm:ptLst>
  <dgm:cxnLst>
    <dgm:cxn modelId="{5F989108-8C8F-45AC-B754-CA240FB5D2EC}" srcId="{C9ACB481-ADCA-42F8-9451-C8FFB9B52CEC}" destId="{7939CB4D-DAA1-4A28-98E3-21FD6037CFC1}" srcOrd="1" destOrd="0" parTransId="{E996DC28-735B-4A11-8F5C-20C5949FEE9B}" sibTransId="{C2430713-12EB-4608-B1C2-2D60C9764E93}"/>
    <dgm:cxn modelId="{EFBE7E2C-FC91-4C3A-A0C5-79942F5BCF3A}" srcId="{C9ACB481-ADCA-42F8-9451-C8FFB9B52CEC}" destId="{DFA4C0F0-CF71-4B29-9F89-D4CC61E46B0E}" srcOrd="0" destOrd="0" parTransId="{5C25FB47-7A08-4F60-8283-D8F093A58A42}" sibTransId="{4116382B-B3E3-4B23-9F50-9D9E36F84969}"/>
    <dgm:cxn modelId="{34248360-6D12-4A70-BD2A-E1143D399BFF}" srcId="{B2D66E88-5704-4D62-9E98-40BD199A5E92}" destId="{7514EB70-975C-40E5-B4B4-46BB40289BF3}" srcOrd="0" destOrd="0" parTransId="{A7E94F31-12C9-4CF9-ADC7-5307E7498885}" sibTransId="{C2B96026-A1F9-445E-A522-779754C76841}"/>
    <dgm:cxn modelId="{30103064-E86B-47D2-972F-24C9BE253D25}" type="presOf" srcId="{DFA4C0F0-CF71-4B29-9F89-D4CC61E46B0E}" destId="{FED92E79-8F87-4329-B004-95EC586E9A65}" srcOrd="0" destOrd="0" presId="urn:microsoft.com/office/officeart/2018/2/layout/IconLabelDescriptionList"/>
    <dgm:cxn modelId="{1DF59F6A-40B7-4A97-8DE8-9E7D15543F05}" type="presOf" srcId="{66854CB2-045E-47FB-B6EB-46844AB1C67F}" destId="{97405ABB-02E4-47AA-A58D-2CED5B78E4D1}" srcOrd="0" destOrd="1" presId="urn:microsoft.com/office/officeart/2018/2/layout/IconLabelDescriptionList"/>
    <dgm:cxn modelId="{9508C66F-4162-4E26-BD7E-447066A78FB2}" srcId="{7B345BF3-581D-4A2E-A67A-CD33F3B11741}" destId="{C9ACB481-ADCA-42F8-9451-C8FFB9B52CEC}" srcOrd="1" destOrd="0" parTransId="{56E39BED-5645-43CF-A3A0-3F465AABEF07}" sibTransId="{3F7D3D09-81FB-4290-A5DD-2E4FD69BD6CC}"/>
    <dgm:cxn modelId="{AA45F454-CAEC-408A-A09C-C97F1499D24F}" type="presOf" srcId="{7B345BF3-581D-4A2E-A67A-CD33F3B11741}" destId="{8BDFDD8E-D558-4C2C-A5E6-81F7D84B6604}" srcOrd="0" destOrd="0" presId="urn:microsoft.com/office/officeart/2018/2/layout/IconLabelDescriptionList"/>
    <dgm:cxn modelId="{D921F381-B28E-4795-96B3-49CBE6312AED}" type="presOf" srcId="{7939CB4D-DAA1-4A28-98E3-21FD6037CFC1}" destId="{FED92E79-8F87-4329-B004-95EC586E9A65}" srcOrd="0" destOrd="1" presId="urn:microsoft.com/office/officeart/2018/2/layout/IconLabelDescriptionList"/>
    <dgm:cxn modelId="{16CBEF84-64F4-46F9-9655-CE2875AB7B20}" srcId="{7B345BF3-581D-4A2E-A67A-CD33F3B11741}" destId="{B2D66E88-5704-4D62-9E98-40BD199A5E92}" srcOrd="0" destOrd="0" parTransId="{66A722A0-795A-4EB4-BFC3-457A1F85AC25}" sibTransId="{006F4B1C-C587-415A-9F40-8BCA1F327821}"/>
    <dgm:cxn modelId="{073C1FA1-A3AB-4DE0-BDA6-757647E22DEB}" type="presOf" srcId="{C9ACB481-ADCA-42F8-9451-C8FFB9B52CEC}" destId="{E9A4B2AB-4A2D-4C2B-A023-1BCFBA79E838}" srcOrd="0" destOrd="0" presId="urn:microsoft.com/office/officeart/2018/2/layout/IconLabelDescriptionList"/>
    <dgm:cxn modelId="{9DA44FB6-32A7-4A30-B3A0-EFAA465EF64F}" type="presOf" srcId="{7514EB70-975C-40E5-B4B4-46BB40289BF3}" destId="{97405ABB-02E4-47AA-A58D-2CED5B78E4D1}" srcOrd="0" destOrd="0" presId="urn:microsoft.com/office/officeart/2018/2/layout/IconLabelDescriptionList"/>
    <dgm:cxn modelId="{E954BCBE-8B1D-4486-956B-8BEBF394A264}" type="presOf" srcId="{B2D66E88-5704-4D62-9E98-40BD199A5E92}" destId="{B3F92124-EF66-47B5-836F-CCAAC1353BF1}" srcOrd="0" destOrd="0" presId="urn:microsoft.com/office/officeart/2018/2/layout/IconLabelDescriptionList"/>
    <dgm:cxn modelId="{3D01AFCA-E94E-47D7-A4C9-C01D941BE879}" srcId="{B2D66E88-5704-4D62-9E98-40BD199A5E92}" destId="{66854CB2-045E-47FB-B6EB-46844AB1C67F}" srcOrd="1" destOrd="0" parTransId="{92B88FA4-BA2C-4AB3-8850-2AE12A6DF369}" sibTransId="{BDE861E6-4647-4EC2-A810-8A68B412E868}"/>
    <dgm:cxn modelId="{CFA5D5F3-938C-4A77-9D55-9CE825D00AB9}" type="presParOf" srcId="{8BDFDD8E-D558-4C2C-A5E6-81F7D84B6604}" destId="{722C8196-89B9-4CDF-ADEF-BB5D7A1129E8}" srcOrd="0" destOrd="0" presId="urn:microsoft.com/office/officeart/2018/2/layout/IconLabelDescriptionList"/>
    <dgm:cxn modelId="{7B048EC6-AE95-474A-809A-09DE624C4403}" type="presParOf" srcId="{722C8196-89B9-4CDF-ADEF-BB5D7A1129E8}" destId="{EB353B2B-7274-440E-95BC-4736D4E4EF09}" srcOrd="0" destOrd="0" presId="urn:microsoft.com/office/officeart/2018/2/layout/IconLabelDescriptionList"/>
    <dgm:cxn modelId="{7DC0A340-7CD1-4E2A-B57F-C698FDE27085}" type="presParOf" srcId="{722C8196-89B9-4CDF-ADEF-BB5D7A1129E8}" destId="{4797DF1A-61EF-4123-BE81-6E55A1280286}" srcOrd="1" destOrd="0" presId="urn:microsoft.com/office/officeart/2018/2/layout/IconLabelDescriptionList"/>
    <dgm:cxn modelId="{260BCCB0-60C2-4CBC-A093-34F33B632B35}" type="presParOf" srcId="{722C8196-89B9-4CDF-ADEF-BB5D7A1129E8}" destId="{B3F92124-EF66-47B5-836F-CCAAC1353BF1}" srcOrd="2" destOrd="0" presId="urn:microsoft.com/office/officeart/2018/2/layout/IconLabelDescriptionList"/>
    <dgm:cxn modelId="{16518787-7821-46B2-A570-35B947187319}" type="presParOf" srcId="{722C8196-89B9-4CDF-ADEF-BB5D7A1129E8}" destId="{797CD74E-C6D9-4401-A07C-7F3262173467}" srcOrd="3" destOrd="0" presId="urn:microsoft.com/office/officeart/2018/2/layout/IconLabelDescriptionList"/>
    <dgm:cxn modelId="{B4DA2357-2621-4876-BCAE-0332D57BBFCA}" type="presParOf" srcId="{722C8196-89B9-4CDF-ADEF-BB5D7A1129E8}" destId="{97405ABB-02E4-47AA-A58D-2CED5B78E4D1}" srcOrd="4" destOrd="0" presId="urn:microsoft.com/office/officeart/2018/2/layout/IconLabelDescriptionList"/>
    <dgm:cxn modelId="{E99A6DD2-8631-4B6C-A821-FC770EBF3160}" type="presParOf" srcId="{8BDFDD8E-D558-4C2C-A5E6-81F7D84B6604}" destId="{DCE2BC81-353C-43C2-8D9F-52FCF8624958}" srcOrd="1" destOrd="0" presId="urn:microsoft.com/office/officeart/2018/2/layout/IconLabelDescriptionList"/>
    <dgm:cxn modelId="{49577661-DAEE-406A-BF3B-D0C346503824}" type="presParOf" srcId="{8BDFDD8E-D558-4C2C-A5E6-81F7D84B6604}" destId="{0D7294C5-C0E7-46E7-9679-3A9E2C067AC1}" srcOrd="2" destOrd="0" presId="urn:microsoft.com/office/officeart/2018/2/layout/IconLabelDescriptionList"/>
    <dgm:cxn modelId="{D0252991-6C7E-41B7-B811-FE2C0A116401}" type="presParOf" srcId="{0D7294C5-C0E7-46E7-9679-3A9E2C067AC1}" destId="{3D23A962-873B-424C-8408-D2B871ED87FE}" srcOrd="0" destOrd="0" presId="urn:microsoft.com/office/officeart/2018/2/layout/IconLabelDescriptionList"/>
    <dgm:cxn modelId="{41AC65BF-30F4-4B84-A66D-CA1B7FCEEC19}" type="presParOf" srcId="{0D7294C5-C0E7-46E7-9679-3A9E2C067AC1}" destId="{823D5650-C4D6-4531-A0A8-070AB8EC9570}" srcOrd="1" destOrd="0" presId="urn:microsoft.com/office/officeart/2018/2/layout/IconLabelDescriptionList"/>
    <dgm:cxn modelId="{6C6DF7FE-A5E5-47EC-A0C2-CFD754A0BF16}" type="presParOf" srcId="{0D7294C5-C0E7-46E7-9679-3A9E2C067AC1}" destId="{E9A4B2AB-4A2D-4C2B-A023-1BCFBA79E838}" srcOrd="2" destOrd="0" presId="urn:microsoft.com/office/officeart/2018/2/layout/IconLabelDescriptionList"/>
    <dgm:cxn modelId="{0518071A-F3F6-4F07-9C64-685E8195E360}" type="presParOf" srcId="{0D7294C5-C0E7-46E7-9679-3A9E2C067AC1}" destId="{5DC9640F-5241-4E2B-B2A0-D75AA95FAB0F}" srcOrd="3" destOrd="0" presId="urn:microsoft.com/office/officeart/2018/2/layout/IconLabelDescriptionList"/>
    <dgm:cxn modelId="{A340126A-4E60-4813-B1AF-784FF2D87FD2}" type="presParOf" srcId="{0D7294C5-C0E7-46E7-9679-3A9E2C067AC1}" destId="{FED92E79-8F87-4329-B004-95EC586E9A6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A9B7F738-B81E-4AB7-B600-71C8A0D388C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ECE09E3-B84B-4950-A7D1-AE67FC40E8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Libraries</a:t>
          </a:r>
          <a:endParaRPr lang="en-US"/>
        </a:p>
      </dgm:t>
    </dgm:pt>
    <dgm:pt modelId="{0B7CD412-0A93-4C20-AFFC-C487F8A8B000}" type="parTrans" cxnId="{3DB0295A-3444-4117-A84D-F593B364B6B8}">
      <dgm:prSet/>
      <dgm:spPr/>
      <dgm:t>
        <a:bodyPr/>
        <a:lstStyle/>
        <a:p>
          <a:endParaRPr lang="en-US" sz="2800"/>
        </a:p>
      </dgm:t>
    </dgm:pt>
    <dgm:pt modelId="{59113611-9078-48BC-A7BA-9DE34A114B3F}" type="sibTrans" cxnId="{3DB0295A-3444-4117-A84D-F593B364B6B8}">
      <dgm:prSet/>
      <dgm:spPr/>
      <dgm:t>
        <a:bodyPr/>
        <a:lstStyle/>
        <a:p>
          <a:endParaRPr lang="en-US"/>
        </a:p>
      </dgm:t>
    </dgm:pt>
    <dgm:pt modelId="{E155E945-ACC1-4F0A-9484-1599E6806D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BIP-39 is implemented as a library</a:t>
          </a:r>
        </a:p>
      </dgm:t>
    </dgm:pt>
    <dgm:pt modelId="{C5A6C6E2-7953-4D9B-847C-153D26B38612}" type="parTrans" cxnId="{7683EC9C-7E6E-443D-82F0-F4C4E7071E28}">
      <dgm:prSet/>
      <dgm:spPr/>
      <dgm:t>
        <a:bodyPr/>
        <a:lstStyle/>
        <a:p>
          <a:endParaRPr lang="en-US" sz="2800"/>
        </a:p>
      </dgm:t>
    </dgm:pt>
    <dgm:pt modelId="{77FCE174-D496-4F19-926F-F4FA388258CA}" type="sibTrans" cxnId="{7683EC9C-7E6E-443D-82F0-F4C4E7071E28}">
      <dgm:prSet/>
      <dgm:spPr/>
      <dgm:t>
        <a:bodyPr/>
        <a:lstStyle/>
        <a:p>
          <a:endParaRPr lang="en-US"/>
        </a:p>
      </dgm:t>
    </dgm:pt>
    <dgm:pt modelId="{C6DD8F38-D835-44C3-B3FA-8D43F38392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 dirty="0">
              <a:hlinkClick xmlns:r="http://schemas.openxmlformats.org/officeDocument/2006/relationships" r:id="rId1"/>
            </a:rPr>
            <a:t>python-mnemonic</a:t>
          </a:r>
          <a:endParaRPr lang="en-US" dirty="0"/>
        </a:p>
      </dgm:t>
    </dgm:pt>
    <dgm:pt modelId="{FE553EB0-C534-40EE-B4E8-4C85139D93A5}" type="parTrans" cxnId="{A12E18A1-B421-485A-86BE-5AF0DDD864AF}">
      <dgm:prSet/>
      <dgm:spPr/>
      <dgm:t>
        <a:bodyPr/>
        <a:lstStyle/>
        <a:p>
          <a:endParaRPr lang="en-US" sz="2800"/>
        </a:p>
      </dgm:t>
    </dgm:pt>
    <dgm:pt modelId="{BAF8FD4E-9D80-4F52-9323-EE4D2970F37F}" type="sibTrans" cxnId="{A12E18A1-B421-485A-86BE-5AF0DDD864AF}">
      <dgm:prSet/>
      <dgm:spPr/>
      <dgm:t>
        <a:bodyPr/>
        <a:lstStyle/>
        <a:p>
          <a:endParaRPr lang="en-US"/>
        </a:p>
      </dgm:t>
    </dgm:pt>
    <dgm:pt modelId="{2EB9AB31-C20D-43C5-B83F-8F7D2E8A409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 dirty="0">
              <a:hlinkClick xmlns:r="http://schemas.openxmlformats.org/officeDocument/2006/relationships" r:id="rId2"/>
            </a:rPr>
            <a:t>bitcoinjs/bip39</a:t>
          </a:r>
          <a:endParaRPr lang="en-US" dirty="0"/>
        </a:p>
      </dgm:t>
    </dgm:pt>
    <dgm:pt modelId="{BA57CD06-58A7-493A-A567-A0F045539C34}" type="parTrans" cxnId="{117090DF-71FB-415E-9B7F-C0DF7682DDDD}">
      <dgm:prSet/>
      <dgm:spPr/>
      <dgm:t>
        <a:bodyPr/>
        <a:lstStyle/>
        <a:p>
          <a:endParaRPr lang="en-US" sz="2800"/>
        </a:p>
      </dgm:t>
    </dgm:pt>
    <dgm:pt modelId="{3B576B0C-68BF-4E12-9A8A-ABFB81B95607}" type="sibTrans" cxnId="{117090DF-71FB-415E-9B7F-C0DF7682DDDD}">
      <dgm:prSet/>
      <dgm:spPr/>
      <dgm:t>
        <a:bodyPr/>
        <a:lstStyle/>
        <a:p>
          <a:endParaRPr lang="en-US"/>
        </a:p>
      </dgm:t>
    </dgm:pt>
    <dgm:pt modelId="{44F0E6DC-5349-4966-997C-1836D76B67C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JavaScript </a:t>
          </a:r>
          <a:r>
            <a:rPr lang="en-US" dirty="0"/>
            <a:t>BIP-39</a:t>
          </a:r>
          <a:r>
            <a:rPr lang="tr-TR" dirty="0"/>
            <a:t> </a:t>
          </a:r>
          <a:r>
            <a:rPr lang="en-US" dirty="0"/>
            <a:t>implementation</a:t>
          </a:r>
        </a:p>
      </dgm:t>
    </dgm:pt>
    <dgm:pt modelId="{A4EBBA2F-1AA0-471D-A85D-98F71A24F540}" type="parTrans" cxnId="{2728AD24-AC1F-49E8-8E90-71898EB1571D}">
      <dgm:prSet/>
      <dgm:spPr/>
      <dgm:t>
        <a:bodyPr/>
        <a:lstStyle/>
        <a:p>
          <a:endParaRPr lang="en-US" sz="2800"/>
        </a:p>
      </dgm:t>
    </dgm:pt>
    <dgm:pt modelId="{228989AF-59E4-42E4-A160-0F1F54149307}" type="sibTrans" cxnId="{2728AD24-AC1F-49E8-8E90-71898EB1571D}">
      <dgm:prSet/>
      <dgm:spPr/>
      <dgm:t>
        <a:bodyPr/>
        <a:lstStyle/>
        <a:p>
          <a:endParaRPr lang="en-US"/>
        </a:p>
      </dgm:t>
    </dgm:pt>
    <dgm:pt modelId="{56BA86BD-6229-4925-B4EC-05EC60FC9F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part of the </a:t>
          </a:r>
          <a:r>
            <a:rPr lang="en-US" dirty="0" err="1"/>
            <a:t>bitcoinJS</a:t>
          </a:r>
          <a:r>
            <a:rPr lang="en-US" dirty="0"/>
            <a:t> framework</a:t>
          </a:r>
        </a:p>
      </dgm:t>
    </dgm:pt>
    <dgm:pt modelId="{8BE3AD1A-2291-4FA7-9CDA-375BF6CA0743}" type="parTrans" cxnId="{FA2C9280-8C15-4C9F-9593-4CDD49F1997F}">
      <dgm:prSet/>
      <dgm:spPr/>
      <dgm:t>
        <a:bodyPr/>
        <a:lstStyle/>
        <a:p>
          <a:endParaRPr lang="en-US" sz="2800"/>
        </a:p>
      </dgm:t>
    </dgm:pt>
    <dgm:pt modelId="{C4006FE2-28E3-4279-B060-51A01711B90E}" type="sibTrans" cxnId="{FA2C9280-8C15-4C9F-9593-4CDD49F1997F}">
      <dgm:prSet/>
      <dgm:spPr/>
      <dgm:t>
        <a:bodyPr/>
        <a:lstStyle/>
        <a:p>
          <a:endParaRPr lang="en-US"/>
        </a:p>
      </dgm:t>
    </dgm:pt>
    <dgm:pt modelId="{7E19BDC0-B462-41ED-905E-AEF32883E8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3"/>
            </a:rPr>
            <a:t>libbitcoin/mnemonic</a:t>
          </a:r>
          <a:endParaRPr lang="en-US"/>
        </a:p>
      </dgm:t>
    </dgm:pt>
    <dgm:pt modelId="{1369BEDE-2EFC-4CEA-90CA-5EFB79A4FC16}" type="parTrans" cxnId="{0639B609-81FC-4A10-94AA-E0ACA91AF511}">
      <dgm:prSet/>
      <dgm:spPr/>
      <dgm:t>
        <a:bodyPr/>
        <a:lstStyle/>
        <a:p>
          <a:endParaRPr lang="en-US" sz="2800"/>
        </a:p>
      </dgm:t>
    </dgm:pt>
    <dgm:pt modelId="{FADF77FC-4E5A-4A36-BC7B-AC88032CA947}" type="sibTrans" cxnId="{0639B609-81FC-4A10-94AA-E0ACA91AF511}">
      <dgm:prSet/>
      <dgm:spPr/>
      <dgm:t>
        <a:bodyPr/>
        <a:lstStyle/>
        <a:p>
          <a:endParaRPr lang="en-US"/>
        </a:p>
      </dgm:t>
    </dgm:pt>
    <dgm:pt modelId="{AF618ED5-4AAA-44B3-9A80-603B6436DA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BIP-39</a:t>
          </a:r>
          <a:r>
            <a:rPr lang="tr-TR" dirty="0"/>
            <a:t> implementation in C++</a:t>
          </a:r>
          <a:endParaRPr lang="en-US" dirty="0"/>
        </a:p>
      </dgm:t>
    </dgm:pt>
    <dgm:pt modelId="{9B3331C1-4284-4D46-8AA3-C1B28977F9EE}" type="parTrans" cxnId="{0BC49BFB-D188-472D-BB07-3BF66CAA1538}">
      <dgm:prSet/>
      <dgm:spPr/>
      <dgm:t>
        <a:bodyPr/>
        <a:lstStyle/>
        <a:p>
          <a:endParaRPr lang="en-US" sz="2800"/>
        </a:p>
      </dgm:t>
    </dgm:pt>
    <dgm:pt modelId="{9299300F-60C1-4A44-B56B-621E617E30E2}" type="sibTrans" cxnId="{0BC49BFB-D188-472D-BB07-3BF66CAA1538}">
      <dgm:prSet/>
      <dgm:spPr/>
      <dgm:t>
        <a:bodyPr/>
        <a:lstStyle/>
        <a:p>
          <a:endParaRPr lang="en-US"/>
        </a:p>
      </dgm:t>
    </dgm:pt>
    <dgm:pt modelId="{14260ABA-5832-45B0-8198-B061356160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many different programming languages:</a:t>
          </a:r>
        </a:p>
      </dgm:t>
    </dgm:pt>
    <dgm:pt modelId="{BE815B35-875F-48B2-98ED-2CD0CDAC348A}" type="parTrans" cxnId="{4A721388-4BD3-4AC2-8D9D-68FA6D356ECA}">
      <dgm:prSet/>
      <dgm:spPr/>
      <dgm:t>
        <a:bodyPr/>
        <a:lstStyle/>
        <a:p>
          <a:endParaRPr lang="en-US"/>
        </a:p>
      </dgm:t>
    </dgm:pt>
    <dgm:pt modelId="{1531A9A6-F268-4E94-9775-7CFF2C079FB7}" type="sibTrans" cxnId="{4A721388-4BD3-4AC2-8D9D-68FA6D356ECA}">
      <dgm:prSet/>
      <dgm:spPr/>
      <dgm:t>
        <a:bodyPr/>
        <a:lstStyle/>
        <a:p>
          <a:endParaRPr lang="en-US"/>
        </a:p>
      </dgm:t>
    </dgm:pt>
    <dgm:pt modelId="{EFCD0E13-990F-45DA-BF67-E5EA252118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reference implementation</a:t>
          </a:r>
          <a:r>
            <a:rPr lang="tr-TR" dirty="0"/>
            <a:t> </a:t>
          </a:r>
          <a:r>
            <a:rPr lang="en-US" dirty="0" err="1"/>
            <a:t>SatoshiLabs</a:t>
          </a:r>
          <a:r>
            <a:rPr lang="en-US" dirty="0"/>
            <a:t> team</a:t>
          </a:r>
        </a:p>
      </dgm:t>
    </dgm:pt>
    <dgm:pt modelId="{6A0543D7-55A2-4C60-9D25-149D78CDE4B0}" type="parTrans" cxnId="{EC171825-453F-41D3-B23E-8D9593D1DF02}">
      <dgm:prSet/>
      <dgm:spPr/>
      <dgm:t>
        <a:bodyPr/>
        <a:lstStyle/>
        <a:p>
          <a:endParaRPr lang="tr-TR"/>
        </a:p>
      </dgm:t>
    </dgm:pt>
    <dgm:pt modelId="{72720B6A-C29A-4813-A7FF-626C6FFD71F6}" type="sibTrans" cxnId="{EC171825-453F-41D3-B23E-8D9593D1DF02}">
      <dgm:prSet/>
      <dgm:spPr/>
      <dgm:t>
        <a:bodyPr/>
        <a:lstStyle/>
        <a:p>
          <a:endParaRPr lang="tr-TR"/>
        </a:p>
      </dgm:t>
    </dgm:pt>
    <dgm:pt modelId="{61B8FB94-E0DA-4259-997F-FEF5FE0DB2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 the</a:t>
          </a:r>
          <a:r>
            <a:rPr lang="tr-TR" dirty="0"/>
            <a:t> BIP-39 </a:t>
          </a:r>
          <a:r>
            <a:rPr lang="en-US" dirty="0"/>
            <a:t>standard</a:t>
          </a:r>
        </a:p>
      </dgm:t>
    </dgm:pt>
    <dgm:pt modelId="{4B12DEAE-73E2-4F4B-836B-255ED1CAAABB}" type="parTrans" cxnId="{4474B328-8629-4D82-8C90-D5D71405C466}">
      <dgm:prSet/>
      <dgm:spPr/>
      <dgm:t>
        <a:bodyPr/>
        <a:lstStyle/>
        <a:p>
          <a:endParaRPr lang="tr-TR"/>
        </a:p>
      </dgm:t>
    </dgm:pt>
    <dgm:pt modelId="{D985E088-03EE-453F-8FC1-6544A3E56274}" type="sibTrans" cxnId="{4474B328-8629-4D82-8C90-D5D71405C466}">
      <dgm:prSet/>
      <dgm:spPr/>
      <dgm:t>
        <a:bodyPr/>
        <a:lstStyle/>
        <a:p>
          <a:endParaRPr lang="tr-TR"/>
        </a:p>
      </dgm:t>
    </dgm:pt>
    <dgm:pt modelId="{C50BE5E9-4274-4A91-8C52-96D5C12AF71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as part of </a:t>
          </a:r>
          <a:r>
            <a:rPr lang="en-US" dirty="0" err="1"/>
            <a:t>Libbitcoin</a:t>
          </a:r>
          <a:r>
            <a:rPr lang="en-US" dirty="0"/>
            <a:t> framework </a:t>
          </a:r>
        </a:p>
      </dgm:t>
    </dgm:pt>
    <dgm:pt modelId="{C60372A9-FA45-4D51-82EE-9BF064DA0939}" type="parTrans" cxnId="{460C3162-2026-4CF2-AD61-82A27BAB98FB}">
      <dgm:prSet/>
      <dgm:spPr/>
      <dgm:t>
        <a:bodyPr/>
        <a:lstStyle/>
        <a:p>
          <a:endParaRPr lang="tr-TR"/>
        </a:p>
      </dgm:t>
    </dgm:pt>
    <dgm:pt modelId="{A91B5269-4409-4BAE-BDA7-3CFA4158669A}" type="sibTrans" cxnId="{460C3162-2026-4CF2-AD61-82A27BAB98FB}">
      <dgm:prSet/>
      <dgm:spPr/>
      <dgm:t>
        <a:bodyPr/>
        <a:lstStyle/>
        <a:p>
          <a:endParaRPr lang="tr-TR"/>
        </a:p>
      </dgm:t>
    </dgm:pt>
    <dgm:pt modelId="{6FACA0D2-366E-41D6-98C1-AC3FCEAC3D59}" type="pres">
      <dgm:prSet presAssocID="{A9B7F738-B81E-4AB7-B600-71C8A0D388C6}" presName="root" presStyleCnt="0">
        <dgm:presLayoutVars>
          <dgm:dir/>
          <dgm:resizeHandles val="exact"/>
        </dgm:presLayoutVars>
      </dgm:prSet>
      <dgm:spPr/>
    </dgm:pt>
    <dgm:pt modelId="{74861042-53C0-45A0-B9E3-EE645B97000C}" type="pres">
      <dgm:prSet presAssocID="{0ECE09E3-B84B-4950-A7D1-AE67FC40E8DF}" presName="compNode" presStyleCnt="0"/>
      <dgm:spPr/>
    </dgm:pt>
    <dgm:pt modelId="{CB2B835A-AD27-4864-86B8-4C4DFC1925DD}" type="pres">
      <dgm:prSet presAssocID="{0ECE09E3-B84B-4950-A7D1-AE67FC40E8DF}" presName="iconRect" presStyleLbl="node1" presStyleIdx="0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8BF3F520-BB4F-4E50-8BB5-9788FC579145}" type="pres">
      <dgm:prSet presAssocID="{0ECE09E3-B84B-4950-A7D1-AE67FC40E8DF}" presName="iconSpace" presStyleCnt="0"/>
      <dgm:spPr/>
    </dgm:pt>
    <dgm:pt modelId="{4A722C95-BABB-42AF-B281-AD6C19734322}" type="pres">
      <dgm:prSet presAssocID="{0ECE09E3-B84B-4950-A7D1-AE67FC40E8DF}" presName="parTx" presStyleLbl="revTx" presStyleIdx="0" presStyleCnt="8">
        <dgm:presLayoutVars>
          <dgm:chMax val="0"/>
          <dgm:chPref val="0"/>
        </dgm:presLayoutVars>
      </dgm:prSet>
      <dgm:spPr/>
    </dgm:pt>
    <dgm:pt modelId="{DE7B6AEB-98A7-4615-9650-3092A866F8DB}" type="pres">
      <dgm:prSet presAssocID="{0ECE09E3-B84B-4950-A7D1-AE67FC40E8DF}" presName="txSpace" presStyleCnt="0"/>
      <dgm:spPr/>
    </dgm:pt>
    <dgm:pt modelId="{247F72C2-4CF6-4A04-9A1D-644C9C01184E}" type="pres">
      <dgm:prSet presAssocID="{0ECE09E3-B84B-4950-A7D1-AE67FC40E8DF}" presName="desTx" presStyleLbl="revTx" presStyleIdx="1" presStyleCnt="8">
        <dgm:presLayoutVars/>
      </dgm:prSet>
      <dgm:spPr/>
    </dgm:pt>
    <dgm:pt modelId="{6AF4D9AB-4012-47A7-A64C-168A801446F5}" type="pres">
      <dgm:prSet presAssocID="{59113611-9078-48BC-A7BA-9DE34A114B3F}" presName="sibTrans" presStyleCnt="0"/>
      <dgm:spPr/>
    </dgm:pt>
    <dgm:pt modelId="{E1669C6D-0295-47AD-870B-13DABB27EDFA}" type="pres">
      <dgm:prSet presAssocID="{C6DD8F38-D835-44C3-B3FA-8D43F3839284}" presName="compNode" presStyleCnt="0"/>
      <dgm:spPr/>
    </dgm:pt>
    <dgm:pt modelId="{15DBFFE1-DFAB-4FEC-ABD7-F9DE28500D28}" type="pres">
      <dgm:prSet presAssocID="{C6DD8F38-D835-44C3-B3FA-8D43F3839284}" presName="iconRect" presStyleLbl="node1" presStyleIdx="1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4F5E378-B04C-4C18-B9D9-DB433B99C211}" type="pres">
      <dgm:prSet presAssocID="{C6DD8F38-D835-44C3-B3FA-8D43F3839284}" presName="iconSpace" presStyleCnt="0"/>
      <dgm:spPr/>
    </dgm:pt>
    <dgm:pt modelId="{0463F25F-A55B-4485-83F5-EAE5DA24B38F}" type="pres">
      <dgm:prSet presAssocID="{C6DD8F38-D835-44C3-B3FA-8D43F3839284}" presName="parTx" presStyleLbl="revTx" presStyleIdx="2" presStyleCnt="8">
        <dgm:presLayoutVars>
          <dgm:chMax val="0"/>
          <dgm:chPref val="0"/>
        </dgm:presLayoutVars>
      </dgm:prSet>
      <dgm:spPr/>
    </dgm:pt>
    <dgm:pt modelId="{EC5B868F-D5F2-4CE8-A224-926246EB8F57}" type="pres">
      <dgm:prSet presAssocID="{C6DD8F38-D835-44C3-B3FA-8D43F3839284}" presName="txSpace" presStyleCnt="0"/>
      <dgm:spPr/>
    </dgm:pt>
    <dgm:pt modelId="{128905AA-DAD1-4E4C-9F6A-DA182D1F759E}" type="pres">
      <dgm:prSet presAssocID="{C6DD8F38-D835-44C3-B3FA-8D43F3839284}" presName="desTx" presStyleLbl="revTx" presStyleIdx="3" presStyleCnt="8">
        <dgm:presLayoutVars/>
      </dgm:prSet>
      <dgm:spPr/>
    </dgm:pt>
    <dgm:pt modelId="{71749E2D-5F6A-4CDF-AED8-D05968EDCEFC}" type="pres">
      <dgm:prSet presAssocID="{BAF8FD4E-9D80-4F52-9323-EE4D2970F37F}" presName="sibTrans" presStyleCnt="0"/>
      <dgm:spPr/>
    </dgm:pt>
    <dgm:pt modelId="{2B756181-2C99-4866-A35F-7E124E8BA289}" type="pres">
      <dgm:prSet presAssocID="{2EB9AB31-C20D-43C5-B83F-8F7D2E8A4094}" presName="compNode" presStyleCnt="0"/>
      <dgm:spPr/>
    </dgm:pt>
    <dgm:pt modelId="{6424B590-0AD9-4230-96AC-7E01D21AF3E5}" type="pres">
      <dgm:prSet presAssocID="{2EB9AB31-C20D-43C5-B83F-8F7D2E8A4094}" presName="iconRect" presStyleLbl="node1" presStyleIdx="2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8460D38-16F8-4C3E-88EE-28A6200B0C97}" type="pres">
      <dgm:prSet presAssocID="{2EB9AB31-C20D-43C5-B83F-8F7D2E8A4094}" presName="iconSpace" presStyleCnt="0"/>
      <dgm:spPr/>
    </dgm:pt>
    <dgm:pt modelId="{5D215184-1BF7-407E-9981-01DD049AD0F3}" type="pres">
      <dgm:prSet presAssocID="{2EB9AB31-C20D-43C5-B83F-8F7D2E8A4094}" presName="parTx" presStyleLbl="revTx" presStyleIdx="4" presStyleCnt="8">
        <dgm:presLayoutVars>
          <dgm:chMax val="0"/>
          <dgm:chPref val="0"/>
        </dgm:presLayoutVars>
      </dgm:prSet>
      <dgm:spPr/>
    </dgm:pt>
    <dgm:pt modelId="{710F3118-DAC0-4E5B-815C-AF68F06000B6}" type="pres">
      <dgm:prSet presAssocID="{2EB9AB31-C20D-43C5-B83F-8F7D2E8A4094}" presName="txSpace" presStyleCnt="0"/>
      <dgm:spPr/>
    </dgm:pt>
    <dgm:pt modelId="{BB592B37-5538-44B2-8209-557EF309BAD0}" type="pres">
      <dgm:prSet presAssocID="{2EB9AB31-C20D-43C5-B83F-8F7D2E8A4094}" presName="desTx" presStyleLbl="revTx" presStyleIdx="5" presStyleCnt="8">
        <dgm:presLayoutVars/>
      </dgm:prSet>
      <dgm:spPr/>
    </dgm:pt>
    <dgm:pt modelId="{4D9F563B-48A2-460F-B06E-B5E291FD9B1C}" type="pres">
      <dgm:prSet presAssocID="{3B576B0C-68BF-4E12-9A8A-ABFB81B95607}" presName="sibTrans" presStyleCnt="0"/>
      <dgm:spPr/>
    </dgm:pt>
    <dgm:pt modelId="{D67E24FC-EB4A-4B7C-8B3D-456282A9A9AC}" type="pres">
      <dgm:prSet presAssocID="{7E19BDC0-B462-41ED-905E-AEF32883E855}" presName="compNode" presStyleCnt="0"/>
      <dgm:spPr/>
    </dgm:pt>
    <dgm:pt modelId="{5DD4F5C5-05E9-4C31-A8F2-00F24B3AB478}" type="pres">
      <dgm:prSet presAssocID="{7E19BDC0-B462-41ED-905E-AEF32883E855}" presName="iconRect" presStyleLbl="node1" presStyleIdx="3" presStyleCnt="4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B388DA0-FF54-4CB8-B667-0B0C29E5E191}" type="pres">
      <dgm:prSet presAssocID="{7E19BDC0-B462-41ED-905E-AEF32883E855}" presName="iconSpace" presStyleCnt="0"/>
      <dgm:spPr/>
    </dgm:pt>
    <dgm:pt modelId="{416CEC47-3A0C-48D7-857D-9CE4E0334123}" type="pres">
      <dgm:prSet presAssocID="{7E19BDC0-B462-41ED-905E-AEF32883E855}" presName="parTx" presStyleLbl="revTx" presStyleIdx="6" presStyleCnt="8">
        <dgm:presLayoutVars>
          <dgm:chMax val="0"/>
          <dgm:chPref val="0"/>
        </dgm:presLayoutVars>
      </dgm:prSet>
      <dgm:spPr/>
    </dgm:pt>
    <dgm:pt modelId="{5B4EB1C7-EA1F-428F-AA86-779A19F2F05C}" type="pres">
      <dgm:prSet presAssocID="{7E19BDC0-B462-41ED-905E-AEF32883E855}" presName="txSpace" presStyleCnt="0"/>
      <dgm:spPr/>
    </dgm:pt>
    <dgm:pt modelId="{96321E29-D0E6-4E25-8FF1-D58C4CF7960E}" type="pres">
      <dgm:prSet presAssocID="{7E19BDC0-B462-41ED-905E-AEF32883E855}" presName="desTx" presStyleLbl="revTx" presStyleIdx="7" presStyleCnt="8">
        <dgm:presLayoutVars/>
      </dgm:prSet>
      <dgm:spPr/>
    </dgm:pt>
  </dgm:ptLst>
  <dgm:cxnLst>
    <dgm:cxn modelId="{0639B609-81FC-4A10-94AA-E0ACA91AF511}" srcId="{A9B7F738-B81E-4AB7-B600-71C8A0D388C6}" destId="{7E19BDC0-B462-41ED-905E-AEF32883E855}" srcOrd="3" destOrd="0" parTransId="{1369BEDE-2EFC-4CEA-90CA-5EFB79A4FC16}" sibTransId="{FADF77FC-4E5A-4A36-BC7B-AC88032CA947}"/>
    <dgm:cxn modelId="{06E04317-6D4B-428A-AF77-8E37E76F4CDD}" type="presOf" srcId="{C6DD8F38-D835-44C3-B3FA-8D43F3839284}" destId="{0463F25F-A55B-4485-83F5-EAE5DA24B38F}" srcOrd="0" destOrd="0" presId="urn:microsoft.com/office/officeart/2018/5/layout/CenteredIconLabelDescriptionList"/>
    <dgm:cxn modelId="{B47B6E18-36D1-4462-8EB5-74217263948E}" type="presOf" srcId="{14260ABA-5832-45B0-8198-B0613561609E}" destId="{247F72C2-4CF6-4A04-9A1D-644C9C01184E}" srcOrd="0" destOrd="1" presId="urn:microsoft.com/office/officeart/2018/5/layout/CenteredIconLabelDescriptionList"/>
    <dgm:cxn modelId="{2728AD24-AC1F-49E8-8E90-71898EB1571D}" srcId="{2EB9AB31-C20D-43C5-B83F-8F7D2E8A4094}" destId="{44F0E6DC-5349-4966-997C-1836D76B67C0}" srcOrd="0" destOrd="0" parTransId="{A4EBBA2F-1AA0-471D-A85D-98F71A24F540}" sibTransId="{228989AF-59E4-42E4-A160-0F1F54149307}"/>
    <dgm:cxn modelId="{EC171825-453F-41D3-B23E-8D9593D1DF02}" srcId="{C6DD8F38-D835-44C3-B3FA-8D43F3839284}" destId="{EFCD0E13-990F-45DA-BF67-E5EA2521185E}" srcOrd="0" destOrd="0" parTransId="{6A0543D7-55A2-4C60-9D25-149D78CDE4B0}" sibTransId="{72720B6A-C29A-4813-A7FF-626C6FFD71F6}"/>
    <dgm:cxn modelId="{4474B328-8629-4D82-8C90-D5D71405C466}" srcId="{C6DD8F38-D835-44C3-B3FA-8D43F3839284}" destId="{61B8FB94-E0DA-4259-997F-FEF5FE0DB236}" srcOrd="1" destOrd="0" parTransId="{4B12DEAE-73E2-4F4B-836B-255ED1CAAABB}" sibTransId="{D985E088-03EE-453F-8FC1-6544A3E56274}"/>
    <dgm:cxn modelId="{2DBD5740-BAB2-48ED-A4DB-E277DADF81AC}" type="presOf" srcId="{0ECE09E3-B84B-4950-A7D1-AE67FC40E8DF}" destId="{4A722C95-BABB-42AF-B281-AD6C19734322}" srcOrd="0" destOrd="0" presId="urn:microsoft.com/office/officeart/2018/5/layout/CenteredIconLabelDescriptionList"/>
    <dgm:cxn modelId="{460C3162-2026-4CF2-AD61-82A27BAB98FB}" srcId="{7E19BDC0-B462-41ED-905E-AEF32883E855}" destId="{C50BE5E9-4274-4A91-8C52-96D5C12AF719}" srcOrd="1" destOrd="0" parTransId="{C60372A9-FA45-4D51-82EE-9BF064DA0939}" sibTransId="{A91B5269-4409-4BAE-BDA7-3CFA4158669A}"/>
    <dgm:cxn modelId="{729CE955-B085-44E3-82E4-A14A0BFEC026}" type="presOf" srcId="{44F0E6DC-5349-4966-997C-1836D76B67C0}" destId="{BB592B37-5538-44B2-8209-557EF309BAD0}" srcOrd="0" destOrd="0" presId="urn:microsoft.com/office/officeart/2018/5/layout/CenteredIconLabelDescriptionList"/>
    <dgm:cxn modelId="{6135D359-1C27-4002-95C8-CC3F58981812}" type="presOf" srcId="{7E19BDC0-B462-41ED-905E-AEF32883E855}" destId="{416CEC47-3A0C-48D7-857D-9CE4E0334123}" srcOrd="0" destOrd="0" presId="urn:microsoft.com/office/officeart/2018/5/layout/CenteredIconLabelDescriptionList"/>
    <dgm:cxn modelId="{3DB0295A-3444-4117-A84D-F593B364B6B8}" srcId="{A9B7F738-B81E-4AB7-B600-71C8A0D388C6}" destId="{0ECE09E3-B84B-4950-A7D1-AE67FC40E8DF}" srcOrd="0" destOrd="0" parTransId="{0B7CD412-0A93-4C20-AFFC-C487F8A8B000}" sibTransId="{59113611-9078-48BC-A7BA-9DE34A114B3F}"/>
    <dgm:cxn modelId="{459F427F-CE7A-4FDE-A88C-0835F85D4BE8}" type="presOf" srcId="{A9B7F738-B81E-4AB7-B600-71C8A0D388C6}" destId="{6FACA0D2-366E-41D6-98C1-AC3FCEAC3D59}" srcOrd="0" destOrd="0" presId="urn:microsoft.com/office/officeart/2018/5/layout/CenteredIconLabelDescriptionList"/>
    <dgm:cxn modelId="{FA2C9280-8C15-4C9F-9593-4CDD49F1997F}" srcId="{2EB9AB31-C20D-43C5-B83F-8F7D2E8A4094}" destId="{56BA86BD-6229-4925-B4EC-05EC60FC9FD1}" srcOrd="1" destOrd="0" parTransId="{8BE3AD1A-2291-4FA7-9CDA-375BF6CA0743}" sibTransId="{C4006FE2-28E3-4279-B060-51A01711B90E}"/>
    <dgm:cxn modelId="{4A721388-4BD3-4AC2-8D9D-68FA6D356ECA}" srcId="{0ECE09E3-B84B-4950-A7D1-AE67FC40E8DF}" destId="{14260ABA-5832-45B0-8198-B0613561609E}" srcOrd="1" destOrd="0" parTransId="{BE815B35-875F-48B2-98ED-2CD0CDAC348A}" sibTransId="{1531A9A6-F268-4E94-9775-7CFF2C079FB7}"/>
    <dgm:cxn modelId="{6232B18B-9DC5-44FD-9221-3588E78537D6}" type="presOf" srcId="{61B8FB94-E0DA-4259-997F-FEF5FE0DB236}" destId="{128905AA-DAD1-4E4C-9F6A-DA182D1F759E}" srcOrd="0" destOrd="1" presId="urn:microsoft.com/office/officeart/2018/5/layout/CenteredIconLabelDescriptionList"/>
    <dgm:cxn modelId="{7683EC9C-7E6E-443D-82F0-F4C4E7071E28}" srcId="{0ECE09E3-B84B-4950-A7D1-AE67FC40E8DF}" destId="{E155E945-ACC1-4F0A-9484-1599E6806D6A}" srcOrd="0" destOrd="0" parTransId="{C5A6C6E2-7953-4D9B-847C-153D26B38612}" sibTransId="{77FCE174-D496-4F19-926F-F4FA388258CA}"/>
    <dgm:cxn modelId="{A12E18A1-B421-485A-86BE-5AF0DDD864AF}" srcId="{A9B7F738-B81E-4AB7-B600-71C8A0D388C6}" destId="{C6DD8F38-D835-44C3-B3FA-8D43F3839284}" srcOrd="1" destOrd="0" parTransId="{FE553EB0-C534-40EE-B4E8-4C85139D93A5}" sibTransId="{BAF8FD4E-9D80-4F52-9323-EE4D2970F37F}"/>
    <dgm:cxn modelId="{CE39C8AA-0136-47EE-8019-365D1667B279}" type="presOf" srcId="{56BA86BD-6229-4925-B4EC-05EC60FC9FD1}" destId="{BB592B37-5538-44B2-8209-557EF309BAD0}" srcOrd="0" destOrd="1" presId="urn:microsoft.com/office/officeart/2018/5/layout/CenteredIconLabelDescriptionList"/>
    <dgm:cxn modelId="{746B33B0-45B7-444C-96F8-BD99949D466C}" type="presOf" srcId="{AF618ED5-4AAA-44B3-9A80-603B6436DA53}" destId="{96321E29-D0E6-4E25-8FF1-D58C4CF7960E}" srcOrd="0" destOrd="0" presId="urn:microsoft.com/office/officeart/2018/5/layout/CenteredIconLabelDescriptionList"/>
    <dgm:cxn modelId="{B38683C7-023F-4172-853A-D1C2AA975493}" type="presOf" srcId="{E155E945-ACC1-4F0A-9484-1599E6806D6A}" destId="{247F72C2-4CF6-4A04-9A1D-644C9C01184E}" srcOrd="0" destOrd="0" presId="urn:microsoft.com/office/officeart/2018/5/layout/CenteredIconLabelDescriptionList"/>
    <dgm:cxn modelId="{D14EC1D7-8A56-4F96-A065-1ED37FA62AFA}" type="presOf" srcId="{C50BE5E9-4274-4A91-8C52-96D5C12AF719}" destId="{96321E29-D0E6-4E25-8FF1-D58C4CF7960E}" srcOrd="0" destOrd="1" presId="urn:microsoft.com/office/officeart/2018/5/layout/CenteredIconLabelDescriptionList"/>
    <dgm:cxn modelId="{EA5154DA-7A81-4BA3-88EB-530D99B9A7FA}" type="presOf" srcId="{EFCD0E13-990F-45DA-BF67-E5EA2521185E}" destId="{128905AA-DAD1-4E4C-9F6A-DA182D1F759E}" srcOrd="0" destOrd="0" presId="urn:microsoft.com/office/officeart/2018/5/layout/CenteredIconLabelDescriptionList"/>
    <dgm:cxn modelId="{B93007DE-BA73-423D-B0CC-47681A68643C}" type="presOf" srcId="{2EB9AB31-C20D-43C5-B83F-8F7D2E8A4094}" destId="{5D215184-1BF7-407E-9981-01DD049AD0F3}" srcOrd="0" destOrd="0" presId="urn:microsoft.com/office/officeart/2018/5/layout/CenteredIconLabelDescriptionList"/>
    <dgm:cxn modelId="{117090DF-71FB-415E-9B7F-C0DF7682DDDD}" srcId="{A9B7F738-B81E-4AB7-B600-71C8A0D388C6}" destId="{2EB9AB31-C20D-43C5-B83F-8F7D2E8A4094}" srcOrd="2" destOrd="0" parTransId="{BA57CD06-58A7-493A-A567-A0F045539C34}" sibTransId="{3B576B0C-68BF-4E12-9A8A-ABFB81B95607}"/>
    <dgm:cxn modelId="{0BC49BFB-D188-472D-BB07-3BF66CAA1538}" srcId="{7E19BDC0-B462-41ED-905E-AEF32883E855}" destId="{AF618ED5-4AAA-44B3-9A80-603B6436DA53}" srcOrd="0" destOrd="0" parTransId="{9B3331C1-4284-4D46-8AA3-C1B28977F9EE}" sibTransId="{9299300F-60C1-4A44-B56B-621E617E30E2}"/>
    <dgm:cxn modelId="{B8E73DDD-478E-41E7-AA46-B47A7C0501CB}" type="presParOf" srcId="{6FACA0D2-366E-41D6-98C1-AC3FCEAC3D59}" destId="{74861042-53C0-45A0-B9E3-EE645B97000C}" srcOrd="0" destOrd="0" presId="urn:microsoft.com/office/officeart/2018/5/layout/CenteredIconLabelDescriptionList"/>
    <dgm:cxn modelId="{ED57811C-70FD-4F53-814B-0E83D9EB7E1A}" type="presParOf" srcId="{74861042-53C0-45A0-B9E3-EE645B97000C}" destId="{CB2B835A-AD27-4864-86B8-4C4DFC1925DD}" srcOrd="0" destOrd="0" presId="urn:microsoft.com/office/officeart/2018/5/layout/CenteredIconLabelDescriptionList"/>
    <dgm:cxn modelId="{545823EB-67D5-4041-A6E2-716021AD39C4}" type="presParOf" srcId="{74861042-53C0-45A0-B9E3-EE645B97000C}" destId="{8BF3F520-BB4F-4E50-8BB5-9788FC579145}" srcOrd="1" destOrd="0" presId="urn:microsoft.com/office/officeart/2018/5/layout/CenteredIconLabelDescriptionList"/>
    <dgm:cxn modelId="{B196C28C-2549-452C-AF97-2534B300B1BC}" type="presParOf" srcId="{74861042-53C0-45A0-B9E3-EE645B97000C}" destId="{4A722C95-BABB-42AF-B281-AD6C19734322}" srcOrd="2" destOrd="0" presId="urn:microsoft.com/office/officeart/2018/5/layout/CenteredIconLabelDescriptionList"/>
    <dgm:cxn modelId="{6ED6AAF0-C92A-4562-9336-30F5C92855CE}" type="presParOf" srcId="{74861042-53C0-45A0-B9E3-EE645B97000C}" destId="{DE7B6AEB-98A7-4615-9650-3092A866F8DB}" srcOrd="3" destOrd="0" presId="urn:microsoft.com/office/officeart/2018/5/layout/CenteredIconLabelDescriptionList"/>
    <dgm:cxn modelId="{A44BC25C-C92E-43D2-86A0-18F958FB0FFE}" type="presParOf" srcId="{74861042-53C0-45A0-B9E3-EE645B97000C}" destId="{247F72C2-4CF6-4A04-9A1D-644C9C01184E}" srcOrd="4" destOrd="0" presId="urn:microsoft.com/office/officeart/2018/5/layout/CenteredIconLabelDescriptionList"/>
    <dgm:cxn modelId="{24653E7A-70B2-4530-A647-1384763E8127}" type="presParOf" srcId="{6FACA0D2-366E-41D6-98C1-AC3FCEAC3D59}" destId="{6AF4D9AB-4012-47A7-A64C-168A801446F5}" srcOrd="1" destOrd="0" presId="urn:microsoft.com/office/officeart/2018/5/layout/CenteredIconLabelDescriptionList"/>
    <dgm:cxn modelId="{4183893E-0112-497A-A89F-A89E4F5045B9}" type="presParOf" srcId="{6FACA0D2-366E-41D6-98C1-AC3FCEAC3D59}" destId="{E1669C6D-0295-47AD-870B-13DABB27EDFA}" srcOrd="2" destOrd="0" presId="urn:microsoft.com/office/officeart/2018/5/layout/CenteredIconLabelDescriptionList"/>
    <dgm:cxn modelId="{EDA38586-97A4-4441-BF70-B8E414BD1289}" type="presParOf" srcId="{E1669C6D-0295-47AD-870B-13DABB27EDFA}" destId="{15DBFFE1-DFAB-4FEC-ABD7-F9DE28500D28}" srcOrd="0" destOrd="0" presId="urn:microsoft.com/office/officeart/2018/5/layout/CenteredIconLabelDescriptionList"/>
    <dgm:cxn modelId="{55599842-D309-4F52-BF29-980E4C44FB5F}" type="presParOf" srcId="{E1669C6D-0295-47AD-870B-13DABB27EDFA}" destId="{A4F5E378-B04C-4C18-B9D9-DB433B99C211}" srcOrd="1" destOrd="0" presId="urn:microsoft.com/office/officeart/2018/5/layout/CenteredIconLabelDescriptionList"/>
    <dgm:cxn modelId="{BE3DF75A-EFD3-47DB-9901-8C0E895BE473}" type="presParOf" srcId="{E1669C6D-0295-47AD-870B-13DABB27EDFA}" destId="{0463F25F-A55B-4485-83F5-EAE5DA24B38F}" srcOrd="2" destOrd="0" presId="urn:microsoft.com/office/officeart/2018/5/layout/CenteredIconLabelDescriptionList"/>
    <dgm:cxn modelId="{D1EF0C02-F2F6-416D-A8D9-F3FB10886E7D}" type="presParOf" srcId="{E1669C6D-0295-47AD-870B-13DABB27EDFA}" destId="{EC5B868F-D5F2-4CE8-A224-926246EB8F57}" srcOrd="3" destOrd="0" presId="urn:microsoft.com/office/officeart/2018/5/layout/CenteredIconLabelDescriptionList"/>
    <dgm:cxn modelId="{88F2CA95-0E2C-40A9-B111-CECADDF34C06}" type="presParOf" srcId="{E1669C6D-0295-47AD-870B-13DABB27EDFA}" destId="{128905AA-DAD1-4E4C-9F6A-DA182D1F759E}" srcOrd="4" destOrd="0" presId="urn:microsoft.com/office/officeart/2018/5/layout/CenteredIconLabelDescriptionList"/>
    <dgm:cxn modelId="{6380464B-0D46-4AD3-BF49-4837D120D07E}" type="presParOf" srcId="{6FACA0D2-366E-41D6-98C1-AC3FCEAC3D59}" destId="{71749E2D-5F6A-4CDF-AED8-D05968EDCEFC}" srcOrd="3" destOrd="0" presId="urn:microsoft.com/office/officeart/2018/5/layout/CenteredIconLabelDescriptionList"/>
    <dgm:cxn modelId="{E056CA20-97F1-4196-B249-1C1FB60597DE}" type="presParOf" srcId="{6FACA0D2-366E-41D6-98C1-AC3FCEAC3D59}" destId="{2B756181-2C99-4866-A35F-7E124E8BA289}" srcOrd="4" destOrd="0" presId="urn:microsoft.com/office/officeart/2018/5/layout/CenteredIconLabelDescriptionList"/>
    <dgm:cxn modelId="{B30F15A5-C938-4122-B6DD-84EC3D2F3964}" type="presParOf" srcId="{2B756181-2C99-4866-A35F-7E124E8BA289}" destId="{6424B590-0AD9-4230-96AC-7E01D21AF3E5}" srcOrd="0" destOrd="0" presId="urn:microsoft.com/office/officeart/2018/5/layout/CenteredIconLabelDescriptionList"/>
    <dgm:cxn modelId="{BD60476E-7B50-4321-9526-F3FC46D2FB25}" type="presParOf" srcId="{2B756181-2C99-4866-A35F-7E124E8BA289}" destId="{28460D38-16F8-4C3E-88EE-28A6200B0C97}" srcOrd="1" destOrd="0" presId="urn:microsoft.com/office/officeart/2018/5/layout/CenteredIconLabelDescriptionList"/>
    <dgm:cxn modelId="{157B55CE-DE96-4424-80D4-0BE08ECFFAAB}" type="presParOf" srcId="{2B756181-2C99-4866-A35F-7E124E8BA289}" destId="{5D215184-1BF7-407E-9981-01DD049AD0F3}" srcOrd="2" destOrd="0" presId="urn:microsoft.com/office/officeart/2018/5/layout/CenteredIconLabelDescriptionList"/>
    <dgm:cxn modelId="{AEAF01A0-F2A5-4853-98C1-1C7AAC83FF34}" type="presParOf" srcId="{2B756181-2C99-4866-A35F-7E124E8BA289}" destId="{710F3118-DAC0-4E5B-815C-AF68F06000B6}" srcOrd="3" destOrd="0" presId="urn:microsoft.com/office/officeart/2018/5/layout/CenteredIconLabelDescriptionList"/>
    <dgm:cxn modelId="{DD27A2D3-1C1C-4B60-8B90-04B421E412F5}" type="presParOf" srcId="{2B756181-2C99-4866-A35F-7E124E8BA289}" destId="{BB592B37-5538-44B2-8209-557EF309BAD0}" srcOrd="4" destOrd="0" presId="urn:microsoft.com/office/officeart/2018/5/layout/CenteredIconLabelDescriptionList"/>
    <dgm:cxn modelId="{81709097-8858-44C7-8C74-45BB2694C89F}" type="presParOf" srcId="{6FACA0D2-366E-41D6-98C1-AC3FCEAC3D59}" destId="{4D9F563B-48A2-460F-B06E-B5E291FD9B1C}" srcOrd="5" destOrd="0" presId="urn:microsoft.com/office/officeart/2018/5/layout/CenteredIconLabelDescriptionList"/>
    <dgm:cxn modelId="{6394ECF3-4061-45A2-A036-C375CEF61F35}" type="presParOf" srcId="{6FACA0D2-366E-41D6-98C1-AC3FCEAC3D59}" destId="{D67E24FC-EB4A-4B7C-8B3D-456282A9A9AC}" srcOrd="6" destOrd="0" presId="urn:microsoft.com/office/officeart/2018/5/layout/CenteredIconLabelDescriptionList"/>
    <dgm:cxn modelId="{C75A33CB-A445-489A-A655-C27088C4F9FC}" type="presParOf" srcId="{D67E24FC-EB4A-4B7C-8B3D-456282A9A9AC}" destId="{5DD4F5C5-05E9-4C31-A8F2-00F24B3AB478}" srcOrd="0" destOrd="0" presId="urn:microsoft.com/office/officeart/2018/5/layout/CenteredIconLabelDescriptionList"/>
    <dgm:cxn modelId="{8DF8CF4A-777C-40BD-A336-5B43CB28667C}" type="presParOf" srcId="{D67E24FC-EB4A-4B7C-8B3D-456282A9A9AC}" destId="{8B388DA0-FF54-4CB8-B667-0B0C29E5E191}" srcOrd="1" destOrd="0" presId="urn:microsoft.com/office/officeart/2018/5/layout/CenteredIconLabelDescriptionList"/>
    <dgm:cxn modelId="{F850AB8F-7117-4C4B-AAFC-208CD0FCDD9F}" type="presParOf" srcId="{D67E24FC-EB4A-4B7C-8B3D-456282A9A9AC}" destId="{416CEC47-3A0C-48D7-857D-9CE4E0334123}" srcOrd="2" destOrd="0" presId="urn:microsoft.com/office/officeart/2018/5/layout/CenteredIconLabelDescriptionList"/>
    <dgm:cxn modelId="{0FB27057-6CE3-42B9-8B4C-4230721E01D4}" type="presParOf" srcId="{D67E24FC-EB4A-4B7C-8B3D-456282A9A9AC}" destId="{5B4EB1C7-EA1F-428F-AA86-779A19F2F05C}" srcOrd="3" destOrd="0" presId="urn:microsoft.com/office/officeart/2018/5/layout/CenteredIconLabelDescriptionList"/>
    <dgm:cxn modelId="{F43ADE21-5F73-46F7-91E1-9DE99B3ACE10}" type="presParOf" srcId="{D67E24FC-EB4A-4B7C-8B3D-456282A9A9AC}" destId="{96321E29-D0E6-4E25-8FF1-D58C4CF7960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CFA530D7-4DF1-48F4-9F46-BCAEC6EB877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CC1A102-F288-478D-9A5E-977B648FC3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BIP-39 generator</a:t>
          </a:r>
        </a:p>
      </dgm:t>
    </dgm:pt>
    <dgm:pt modelId="{3A03BBC1-9813-46E8-B257-1C1EE29D5328}" type="parTrans" cxnId="{42D84C4E-75F6-4823-A576-956AC1352C9E}">
      <dgm:prSet/>
      <dgm:spPr/>
      <dgm:t>
        <a:bodyPr/>
        <a:lstStyle/>
        <a:p>
          <a:endParaRPr lang="en-US"/>
        </a:p>
      </dgm:t>
    </dgm:pt>
    <dgm:pt modelId="{3C3DDE08-47A4-4971-AA62-52A9F1823FE6}" type="sibTrans" cxnId="{42D84C4E-75F6-4823-A576-956AC1352C9E}">
      <dgm:prSet/>
      <dgm:spPr/>
      <dgm:t>
        <a:bodyPr/>
        <a:lstStyle/>
        <a:p>
          <a:endParaRPr lang="en-US"/>
        </a:p>
      </dgm:t>
    </dgm:pt>
    <dgm:pt modelId="{F53A91F8-3102-4A12-92A0-EF5697090C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testing</a:t>
          </a:r>
        </a:p>
      </dgm:t>
    </dgm:pt>
    <dgm:pt modelId="{9F6D84DC-9A95-48DC-AB96-4F809016F6A8}" type="parTrans" cxnId="{B5204EFE-1ED3-4A7B-827A-29F45863908F}">
      <dgm:prSet/>
      <dgm:spPr/>
      <dgm:t>
        <a:bodyPr/>
        <a:lstStyle/>
        <a:p>
          <a:endParaRPr lang="en-US"/>
        </a:p>
      </dgm:t>
    </dgm:pt>
    <dgm:pt modelId="{98C21496-E83B-4754-A46D-546A480BAD38}" type="sibTrans" cxnId="{B5204EFE-1ED3-4A7B-827A-29F45863908F}">
      <dgm:prSet/>
      <dgm:spPr/>
      <dgm:t>
        <a:bodyPr/>
        <a:lstStyle/>
        <a:p>
          <a:endParaRPr lang="en-US"/>
        </a:p>
      </dgm:t>
    </dgm:pt>
    <dgm:pt modelId="{199AEF4E-C9E7-484C-978E-0C2D5ED1CAF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Web page</a:t>
          </a:r>
          <a:endParaRPr lang="en-US" dirty="0"/>
        </a:p>
      </dgm:t>
    </dgm:pt>
    <dgm:pt modelId="{2B8D19F0-40AC-4382-A089-40708967F07F}" type="parTrans" cxnId="{532A6F6A-FF57-45BD-A7BD-50B773D07A9F}">
      <dgm:prSet/>
      <dgm:spPr/>
      <dgm:t>
        <a:bodyPr/>
        <a:lstStyle/>
        <a:p>
          <a:endParaRPr lang="en-US"/>
        </a:p>
      </dgm:t>
    </dgm:pt>
    <dgm:pt modelId="{A633B2F8-03EB-46F5-8017-ADE487372411}" type="sibTrans" cxnId="{532A6F6A-FF57-45BD-A7BD-50B773D07A9F}">
      <dgm:prSet/>
      <dgm:spPr/>
      <dgm:t>
        <a:bodyPr/>
        <a:lstStyle/>
        <a:p>
          <a:endParaRPr lang="en-US"/>
        </a:p>
      </dgm:t>
    </dgm:pt>
    <dgm:pt modelId="{583CEF70-78A0-48AF-9FBC-BE6929D2E1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Access</a:t>
          </a:r>
          <a:endParaRPr lang="en-US" dirty="0"/>
        </a:p>
      </dgm:t>
    </dgm:pt>
    <dgm:pt modelId="{81B47DC3-4F32-4CA1-BBF2-81039DE67DA4}" type="parTrans" cxnId="{BA414B67-F585-4385-B492-6FD77B4856A2}">
      <dgm:prSet/>
      <dgm:spPr/>
      <dgm:t>
        <a:bodyPr/>
        <a:lstStyle/>
        <a:p>
          <a:endParaRPr lang="en-US"/>
        </a:p>
      </dgm:t>
    </dgm:pt>
    <dgm:pt modelId="{65B9428B-08D0-41B9-BB48-3F2D152065D9}" type="sibTrans" cxnId="{BA414B67-F585-4385-B492-6FD77B4856A2}">
      <dgm:prSet/>
      <dgm:spPr/>
      <dgm:t>
        <a:bodyPr/>
        <a:lstStyle/>
        <a:p>
          <a:endParaRPr lang="en-US"/>
        </a:p>
      </dgm:t>
    </dgm:pt>
    <dgm:pt modelId="{E66063CF-97AB-458E-BED8-C18D692C593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>
              <a:hlinkClick xmlns:r="http://schemas.openxmlformats.org/officeDocument/2006/relationships" r:id="rId1"/>
            </a:rPr>
            <a:t>https://iancoleman.io/bip39/</a:t>
          </a:r>
          <a:r>
            <a:rPr lang="tr-TR" dirty="0"/>
            <a:t> </a:t>
          </a:r>
          <a:endParaRPr lang="en-US" dirty="0"/>
        </a:p>
      </dgm:t>
    </dgm:pt>
    <dgm:pt modelId="{52CCFA80-A282-4784-84F2-20FA3C01F1EE}" type="parTrans" cxnId="{9A4FD305-A770-40E8-B726-49FE458CC097}">
      <dgm:prSet/>
      <dgm:spPr/>
      <dgm:t>
        <a:bodyPr/>
        <a:lstStyle/>
        <a:p>
          <a:endParaRPr lang="en-US"/>
        </a:p>
      </dgm:t>
    </dgm:pt>
    <dgm:pt modelId="{DB8D3BDD-81AB-46D7-B0CC-E8D4F9E28713}" type="sibTrans" cxnId="{9A4FD305-A770-40E8-B726-49FE458CC097}">
      <dgm:prSet/>
      <dgm:spPr/>
      <dgm:t>
        <a:bodyPr/>
        <a:lstStyle/>
        <a:p>
          <a:endParaRPr lang="en-US"/>
        </a:p>
      </dgm:t>
    </dgm:pt>
    <dgm:pt modelId="{7379C99F-1A72-4B6A-A9E4-4F6DEC6398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experimentation </a:t>
          </a:r>
        </a:p>
      </dgm:t>
    </dgm:pt>
    <dgm:pt modelId="{679FABBF-F595-4706-8C52-4C7821646353}" type="parTrans" cxnId="{5083AD88-9F24-4952-97D6-F480E70F1534}">
      <dgm:prSet/>
      <dgm:spPr/>
      <dgm:t>
        <a:bodyPr/>
        <a:lstStyle/>
        <a:p>
          <a:endParaRPr lang="tr-TR"/>
        </a:p>
      </dgm:t>
    </dgm:pt>
    <dgm:pt modelId="{40132468-3450-4735-B40B-CCAB5C493530}" type="sibTrans" cxnId="{5083AD88-9F24-4952-97D6-F480E70F1534}">
      <dgm:prSet/>
      <dgm:spPr/>
      <dgm:t>
        <a:bodyPr/>
        <a:lstStyle/>
        <a:p>
          <a:endParaRPr lang="tr-TR"/>
        </a:p>
      </dgm:t>
    </dgm:pt>
    <dgm:pt modelId="{171B43F7-6861-406A-8935-DB3355AC6B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implemented</a:t>
          </a:r>
        </a:p>
      </dgm:t>
    </dgm:pt>
    <dgm:pt modelId="{DED65C96-8AC5-4338-8331-B7EBC87A2847}" type="parTrans" cxnId="{84B64761-48C7-485D-877C-8B5D2A7D9020}">
      <dgm:prSet/>
      <dgm:spPr/>
      <dgm:t>
        <a:bodyPr/>
        <a:lstStyle/>
        <a:p>
          <a:endParaRPr lang="tr-TR"/>
        </a:p>
      </dgm:t>
    </dgm:pt>
    <dgm:pt modelId="{56991699-3176-420A-8C39-49F7DFE5EF49}" type="sibTrans" cxnId="{84B64761-48C7-485D-877C-8B5D2A7D9020}">
      <dgm:prSet/>
      <dgm:spPr/>
      <dgm:t>
        <a:bodyPr/>
        <a:lstStyle/>
        <a:p>
          <a:endParaRPr lang="tr-TR"/>
        </a:p>
      </dgm:t>
    </dgm:pt>
    <dgm:pt modelId="{7D0B7DD7-B213-4995-85FA-1188A3B5C9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standalone web</a:t>
          </a:r>
          <a:r>
            <a:rPr lang="tr-TR" dirty="0"/>
            <a:t> </a:t>
          </a:r>
          <a:r>
            <a:rPr lang="en-US" dirty="0"/>
            <a:t>page</a:t>
          </a:r>
          <a:endParaRPr lang="tr-TR"/>
        </a:p>
      </dgm:t>
    </dgm:pt>
    <dgm:pt modelId="{4360226E-BB9C-4332-B7E6-97C6429419D1}" type="parTrans" cxnId="{4D397E5E-8D00-4F87-B68E-1A64346F83C7}">
      <dgm:prSet/>
      <dgm:spPr/>
      <dgm:t>
        <a:bodyPr/>
        <a:lstStyle/>
        <a:p>
          <a:endParaRPr lang="tr-TR"/>
        </a:p>
      </dgm:t>
    </dgm:pt>
    <dgm:pt modelId="{56A3E814-944F-4FC2-9497-6481DD31E7C8}" type="sibTrans" cxnId="{4D397E5E-8D00-4F87-B68E-1A64346F83C7}">
      <dgm:prSet/>
      <dgm:spPr/>
      <dgm:t>
        <a:bodyPr/>
        <a:lstStyle/>
        <a:p>
          <a:endParaRPr lang="tr-TR"/>
        </a:p>
      </dgm:t>
    </dgm:pt>
    <dgm:pt modelId="{272AA210-FD84-4DF1-ACA7-E4FFA421C5B8}" type="pres">
      <dgm:prSet presAssocID="{CFA530D7-4DF1-48F4-9F46-BCAEC6EB8776}" presName="root" presStyleCnt="0">
        <dgm:presLayoutVars>
          <dgm:dir/>
          <dgm:resizeHandles val="exact"/>
        </dgm:presLayoutVars>
      </dgm:prSet>
      <dgm:spPr/>
    </dgm:pt>
    <dgm:pt modelId="{C4DFE1B7-7A8A-4551-A11D-0D49284271FD}" type="pres">
      <dgm:prSet presAssocID="{0CC1A102-F288-478D-9A5E-977B648FC3CD}" presName="compNode" presStyleCnt="0"/>
      <dgm:spPr/>
    </dgm:pt>
    <dgm:pt modelId="{E551251E-C9D5-446B-8021-FC93A11047A5}" type="pres">
      <dgm:prSet presAssocID="{0CC1A102-F288-478D-9A5E-977B648FC3CD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B0EB889-7585-42E6-A134-0D4B204A0E41}" type="pres">
      <dgm:prSet presAssocID="{0CC1A102-F288-478D-9A5E-977B648FC3CD}" presName="iconSpace" presStyleCnt="0"/>
      <dgm:spPr/>
    </dgm:pt>
    <dgm:pt modelId="{EDD06B82-2D8C-4D88-AFF0-0D82E1DB756B}" type="pres">
      <dgm:prSet presAssocID="{0CC1A102-F288-478D-9A5E-977B648FC3CD}" presName="parTx" presStyleLbl="revTx" presStyleIdx="0" presStyleCnt="6">
        <dgm:presLayoutVars>
          <dgm:chMax val="0"/>
          <dgm:chPref val="0"/>
        </dgm:presLayoutVars>
      </dgm:prSet>
      <dgm:spPr/>
    </dgm:pt>
    <dgm:pt modelId="{3DEB2DD4-875C-4686-8B45-A5FD255F5924}" type="pres">
      <dgm:prSet presAssocID="{0CC1A102-F288-478D-9A5E-977B648FC3CD}" presName="txSpace" presStyleCnt="0"/>
      <dgm:spPr/>
    </dgm:pt>
    <dgm:pt modelId="{D24F7429-C5E8-48CB-A3E2-D54482857AE1}" type="pres">
      <dgm:prSet presAssocID="{0CC1A102-F288-478D-9A5E-977B648FC3CD}" presName="desTx" presStyleLbl="revTx" presStyleIdx="1" presStyleCnt="6">
        <dgm:presLayoutVars/>
      </dgm:prSet>
      <dgm:spPr/>
    </dgm:pt>
    <dgm:pt modelId="{630F0FD5-F501-483D-B76A-12E1AEBA512F}" type="pres">
      <dgm:prSet presAssocID="{3C3DDE08-47A4-4971-AA62-52A9F1823FE6}" presName="sibTrans" presStyleCnt="0"/>
      <dgm:spPr/>
    </dgm:pt>
    <dgm:pt modelId="{2A9007E8-1408-4704-A412-75859B0EABBC}" type="pres">
      <dgm:prSet presAssocID="{199AEF4E-C9E7-484C-978E-0C2D5ED1CAF3}" presName="compNode" presStyleCnt="0"/>
      <dgm:spPr/>
    </dgm:pt>
    <dgm:pt modelId="{F850FBDB-AB9F-4BBF-8F4C-799675BAA05C}" type="pres">
      <dgm:prSet presAssocID="{199AEF4E-C9E7-484C-978E-0C2D5ED1CAF3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3C88FDA3-0FC2-4950-9321-7C1480FF24F5}" type="pres">
      <dgm:prSet presAssocID="{199AEF4E-C9E7-484C-978E-0C2D5ED1CAF3}" presName="iconSpace" presStyleCnt="0"/>
      <dgm:spPr/>
    </dgm:pt>
    <dgm:pt modelId="{0F383DCC-9F3F-4047-882A-B6C5BCB5F01C}" type="pres">
      <dgm:prSet presAssocID="{199AEF4E-C9E7-484C-978E-0C2D5ED1CAF3}" presName="parTx" presStyleLbl="revTx" presStyleIdx="2" presStyleCnt="6">
        <dgm:presLayoutVars>
          <dgm:chMax val="0"/>
          <dgm:chPref val="0"/>
        </dgm:presLayoutVars>
      </dgm:prSet>
      <dgm:spPr/>
    </dgm:pt>
    <dgm:pt modelId="{02C2B5CA-C75E-4F7C-9160-60EC5F1BDAA3}" type="pres">
      <dgm:prSet presAssocID="{199AEF4E-C9E7-484C-978E-0C2D5ED1CAF3}" presName="txSpace" presStyleCnt="0"/>
      <dgm:spPr/>
    </dgm:pt>
    <dgm:pt modelId="{47BA89CD-BDC5-43BE-A18A-6921FBE2CA2B}" type="pres">
      <dgm:prSet presAssocID="{199AEF4E-C9E7-484C-978E-0C2D5ED1CAF3}" presName="desTx" presStyleLbl="revTx" presStyleIdx="3" presStyleCnt="6">
        <dgm:presLayoutVars/>
      </dgm:prSet>
      <dgm:spPr/>
    </dgm:pt>
    <dgm:pt modelId="{C7136AB5-7ECC-4617-9A32-912E7FB5DF1F}" type="pres">
      <dgm:prSet presAssocID="{A633B2F8-03EB-46F5-8017-ADE487372411}" presName="sibTrans" presStyleCnt="0"/>
      <dgm:spPr/>
    </dgm:pt>
    <dgm:pt modelId="{DE57EDFF-8F97-4C13-A8DA-C7B7B67745B4}" type="pres">
      <dgm:prSet presAssocID="{583CEF70-78A0-48AF-9FBC-BE6929D2E19D}" presName="compNode" presStyleCnt="0"/>
      <dgm:spPr/>
    </dgm:pt>
    <dgm:pt modelId="{05C76DE9-8D5C-49FD-990B-8953F3B19AFB}" type="pres">
      <dgm:prSet presAssocID="{583CEF70-78A0-48AF-9FBC-BE6929D2E19D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D97E1A25-120B-45C6-8242-8F6760806643}" type="pres">
      <dgm:prSet presAssocID="{583CEF70-78A0-48AF-9FBC-BE6929D2E19D}" presName="iconSpace" presStyleCnt="0"/>
      <dgm:spPr/>
    </dgm:pt>
    <dgm:pt modelId="{000DF8B1-E0FC-4833-B507-D7F150944031}" type="pres">
      <dgm:prSet presAssocID="{583CEF70-78A0-48AF-9FBC-BE6929D2E19D}" presName="parTx" presStyleLbl="revTx" presStyleIdx="4" presStyleCnt="6">
        <dgm:presLayoutVars>
          <dgm:chMax val="0"/>
          <dgm:chPref val="0"/>
        </dgm:presLayoutVars>
      </dgm:prSet>
      <dgm:spPr/>
    </dgm:pt>
    <dgm:pt modelId="{22114E1E-8A8B-406A-9F65-4311B78B7B0C}" type="pres">
      <dgm:prSet presAssocID="{583CEF70-78A0-48AF-9FBC-BE6929D2E19D}" presName="txSpace" presStyleCnt="0"/>
      <dgm:spPr/>
    </dgm:pt>
    <dgm:pt modelId="{CDB28FA4-67DD-4BAF-834C-86C965FC73C4}" type="pres">
      <dgm:prSet presAssocID="{583CEF70-78A0-48AF-9FBC-BE6929D2E19D}" presName="desTx" presStyleLbl="revTx" presStyleIdx="5" presStyleCnt="6">
        <dgm:presLayoutVars/>
      </dgm:prSet>
      <dgm:spPr/>
    </dgm:pt>
  </dgm:ptLst>
  <dgm:cxnLst>
    <dgm:cxn modelId="{9A4FD305-A770-40E8-B726-49FE458CC097}" srcId="{583CEF70-78A0-48AF-9FBC-BE6929D2E19D}" destId="{E66063CF-97AB-458E-BED8-C18D692C593F}" srcOrd="0" destOrd="0" parTransId="{52CCFA80-A282-4784-84F2-20FA3C01F1EE}" sibTransId="{DB8D3BDD-81AB-46D7-B0CC-E8D4F9E28713}"/>
    <dgm:cxn modelId="{22B24612-E0BA-490E-B936-C13885360438}" type="presOf" srcId="{199AEF4E-C9E7-484C-978E-0C2D5ED1CAF3}" destId="{0F383DCC-9F3F-4047-882A-B6C5BCB5F01C}" srcOrd="0" destOrd="0" presId="urn:microsoft.com/office/officeart/2018/5/layout/CenteredIconLabelDescriptionList"/>
    <dgm:cxn modelId="{C21F4E2E-7083-4EA6-9D5A-0518AA7F1825}" type="presOf" srcId="{E66063CF-97AB-458E-BED8-C18D692C593F}" destId="{CDB28FA4-67DD-4BAF-834C-86C965FC73C4}" srcOrd="0" destOrd="0" presId="urn:microsoft.com/office/officeart/2018/5/layout/CenteredIconLabelDescriptionList"/>
    <dgm:cxn modelId="{4D397E5E-8D00-4F87-B68E-1A64346F83C7}" srcId="{199AEF4E-C9E7-484C-978E-0C2D5ED1CAF3}" destId="{7D0B7DD7-B213-4995-85FA-1188A3B5C94E}" srcOrd="1" destOrd="0" parTransId="{4360226E-BB9C-4332-B7E6-97C6429419D1}" sibTransId="{56A3E814-944F-4FC2-9497-6481DD31E7C8}"/>
    <dgm:cxn modelId="{84B64761-48C7-485D-877C-8B5D2A7D9020}" srcId="{199AEF4E-C9E7-484C-978E-0C2D5ED1CAF3}" destId="{171B43F7-6861-406A-8935-DB3355AC6B46}" srcOrd="0" destOrd="0" parTransId="{DED65C96-8AC5-4338-8331-B7EBC87A2847}" sibTransId="{56991699-3176-420A-8C39-49F7DFE5EF49}"/>
    <dgm:cxn modelId="{BA414B67-F585-4385-B492-6FD77B4856A2}" srcId="{CFA530D7-4DF1-48F4-9F46-BCAEC6EB8776}" destId="{583CEF70-78A0-48AF-9FBC-BE6929D2E19D}" srcOrd="2" destOrd="0" parTransId="{81B47DC3-4F32-4CA1-BBF2-81039DE67DA4}" sibTransId="{65B9428B-08D0-41B9-BB48-3F2D152065D9}"/>
    <dgm:cxn modelId="{532A6F6A-FF57-45BD-A7BD-50B773D07A9F}" srcId="{CFA530D7-4DF1-48F4-9F46-BCAEC6EB8776}" destId="{199AEF4E-C9E7-484C-978E-0C2D5ED1CAF3}" srcOrd="1" destOrd="0" parTransId="{2B8D19F0-40AC-4382-A089-40708967F07F}" sibTransId="{A633B2F8-03EB-46F5-8017-ADE487372411}"/>
    <dgm:cxn modelId="{42D84C4E-75F6-4823-A576-956AC1352C9E}" srcId="{CFA530D7-4DF1-48F4-9F46-BCAEC6EB8776}" destId="{0CC1A102-F288-478D-9A5E-977B648FC3CD}" srcOrd="0" destOrd="0" parTransId="{3A03BBC1-9813-46E8-B257-1C1EE29D5328}" sibTransId="{3C3DDE08-47A4-4971-AA62-52A9F1823FE6}"/>
    <dgm:cxn modelId="{A8A34580-9A15-4E4C-88D8-0CF85D6D4C86}" type="presOf" srcId="{CFA530D7-4DF1-48F4-9F46-BCAEC6EB8776}" destId="{272AA210-FD84-4DF1-ACA7-E4FFA421C5B8}" srcOrd="0" destOrd="0" presId="urn:microsoft.com/office/officeart/2018/5/layout/CenteredIconLabelDescriptionList"/>
    <dgm:cxn modelId="{5083AD88-9F24-4952-97D6-F480E70F1534}" srcId="{0CC1A102-F288-478D-9A5E-977B648FC3CD}" destId="{7379C99F-1A72-4B6A-A9E4-4F6DEC6398AE}" srcOrd="1" destOrd="0" parTransId="{679FABBF-F595-4706-8C52-4C7821646353}" sibTransId="{40132468-3450-4735-B40B-CCAB5C493530}"/>
    <dgm:cxn modelId="{DF52AA90-8679-4D4D-9B22-6F88D1506AFB}" type="presOf" srcId="{F53A91F8-3102-4A12-92A0-EF5697090CFE}" destId="{D24F7429-C5E8-48CB-A3E2-D54482857AE1}" srcOrd="0" destOrd="0" presId="urn:microsoft.com/office/officeart/2018/5/layout/CenteredIconLabelDescriptionList"/>
    <dgm:cxn modelId="{7DB3FCA2-CBD3-4243-88F3-6136AD67CEF4}" type="presOf" srcId="{171B43F7-6861-406A-8935-DB3355AC6B46}" destId="{47BA89CD-BDC5-43BE-A18A-6921FBE2CA2B}" srcOrd="0" destOrd="0" presId="urn:microsoft.com/office/officeart/2018/5/layout/CenteredIconLabelDescriptionList"/>
    <dgm:cxn modelId="{E37C5DBA-94C8-452F-978E-1C6CDE3CFF9A}" type="presOf" srcId="{7379C99F-1A72-4B6A-A9E4-4F6DEC6398AE}" destId="{D24F7429-C5E8-48CB-A3E2-D54482857AE1}" srcOrd="0" destOrd="1" presId="urn:microsoft.com/office/officeart/2018/5/layout/CenteredIconLabelDescriptionList"/>
    <dgm:cxn modelId="{4D26E2CA-F077-4803-B6B7-681B3239609C}" type="presOf" srcId="{583CEF70-78A0-48AF-9FBC-BE6929D2E19D}" destId="{000DF8B1-E0FC-4833-B507-D7F150944031}" srcOrd="0" destOrd="0" presId="urn:microsoft.com/office/officeart/2018/5/layout/CenteredIconLabelDescriptionList"/>
    <dgm:cxn modelId="{25D14BD3-ECBE-42E0-9C4E-3EEC99AB5112}" type="presOf" srcId="{0CC1A102-F288-478D-9A5E-977B648FC3CD}" destId="{EDD06B82-2D8C-4D88-AFF0-0D82E1DB756B}" srcOrd="0" destOrd="0" presId="urn:microsoft.com/office/officeart/2018/5/layout/CenteredIconLabelDescriptionList"/>
    <dgm:cxn modelId="{65D91DEE-EDEF-4235-8DE7-4DBD5F38C26C}" type="presOf" srcId="{7D0B7DD7-B213-4995-85FA-1188A3B5C94E}" destId="{47BA89CD-BDC5-43BE-A18A-6921FBE2CA2B}" srcOrd="0" destOrd="1" presId="urn:microsoft.com/office/officeart/2018/5/layout/CenteredIconLabelDescriptionList"/>
    <dgm:cxn modelId="{B5204EFE-1ED3-4A7B-827A-29F45863908F}" srcId="{0CC1A102-F288-478D-9A5E-977B648FC3CD}" destId="{F53A91F8-3102-4A12-92A0-EF5697090CFE}" srcOrd="0" destOrd="0" parTransId="{9F6D84DC-9A95-48DC-AB96-4F809016F6A8}" sibTransId="{98C21496-E83B-4754-A46D-546A480BAD38}"/>
    <dgm:cxn modelId="{3C3D4B12-B0D9-45A4-B117-E374758B7A07}" type="presParOf" srcId="{272AA210-FD84-4DF1-ACA7-E4FFA421C5B8}" destId="{C4DFE1B7-7A8A-4551-A11D-0D49284271FD}" srcOrd="0" destOrd="0" presId="urn:microsoft.com/office/officeart/2018/5/layout/CenteredIconLabelDescriptionList"/>
    <dgm:cxn modelId="{B2AC5F42-17BF-447D-8FE2-01077E036BC9}" type="presParOf" srcId="{C4DFE1B7-7A8A-4551-A11D-0D49284271FD}" destId="{E551251E-C9D5-446B-8021-FC93A11047A5}" srcOrd="0" destOrd="0" presId="urn:microsoft.com/office/officeart/2018/5/layout/CenteredIconLabelDescriptionList"/>
    <dgm:cxn modelId="{41614EC0-4806-4DFC-A297-593F5B1A8C35}" type="presParOf" srcId="{C4DFE1B7-7A8A-4551-A11D-0D49284271FD}" destId="{1B0EB889-7585-42E6-A134-0D4B204A0E41}" srcOrd="1" destOrd="0" presId="urn:microsoft.com/office/officeart/2018/5/layout/CenteredIconLabelDescriptionList"/>
    <dgm:cxn modelId="{83EC0E30-2261-49DD-ACD4-71D9B5DC73C0}" type="presParOf" srcId="{C4DFE1B7-7A8A-4551-A11D-0D49284271FD}" destId="{EDD06B82-2D8C-4D88-AFF0-0D82E1DB756B}" srcOrd="2" destOrd="0" presId="urn:microsoft.com/office/officeart/2018/5/layout/CenteredIconLabelDescriptionList"/>
    <dgm:cxn modelId="{414AC8F6-7D02-40A9-895A-5457D4DC7AC1}" type="presParOf" srcId="{C4DFE1B7-7A8A-4551-A11D-0D49284271FD}" destId="{3DEB2DD4-875C-4686-8B45-A5FD255F5924}" srcOrd="3" destOrd="0" presId="urn:microsoft.com/office/officeart/2018/5/layout/CenteredIconLabelDescriptionList"/>
    <dgm:cxn modelId="{092845A7-0F92-4C7B-9FA9-408BF042C389}" type="presParOf" srcId="{C4DFE1B7-7A8A-4551-A11D-0D49284271FD}" destId="{D24F7429-C5E8-48CB-A3E2-D54482857AE1}" srcOrd="4" destOrd="0" presId="urn:microsoft.com/office/officeart/2018/5/layout/CenteredIconLabelDescriptionList"/>
    <dgm:cxn modelId="{95D5EDE2-9CCF-4988-A04B-259B4EEDA3CF}" type="presParOf" srcId="{272AA210-FD84-4DF1-ACA7-E4FFA421C5B8}" destId="{630F0FD5-F501-483D-B76A-12E1AEBA512F}" srcOrd="1" destOrd="0" presId="urn:microsoft.com/office/officeart/2018/5/layout/CenteredIconLabelDescriptionList"/>
    <dgm:cxn modelId="{C7B2E70B-7A91-4E63-9C02-EEEF07AA282E}" type="presParOf" srcId="{272AA210-FD84-4DF1-ACA7-E4FFA421C5B8}" destId="{2A9007E8-1408-4704-A412-75859B0EABBC}" srcOrd="2" destOrd="0" presId="urn:microsoft.com/office/officeart/2018/5/layout/CenteredIconLabelDescriptionList"/>
    <dgm:cxn modelId="{CEA7C174-1E7A-4161-8948-EDA24CFB2040}" type="presParOf" srcId="{2A9007E8-1408-4704-A412-75859B0EABBC}" destId="{F850FBDB-AB9F-4BBF-8F4C-799675BAA05C}" srcOrd="0" destOrd="0" presId="urn:microsoft.com/office/officeart/2018/5/layout/CenteredIconLabelDescriptionList"/>
    <dgm:cxn modelId="{946B60E5-B708-4867-8BBF-25D485BB6351}" type="presParOf" srcId="{2A9007E8-1408-4704-A412-75859B0EABBC}" destId="{3C88FDA3-0FC2-4950-9321-7C1480FF24F5}" srcOrd="1" destOrd="0" presId="urn:microsoft.com/office/officeart/2018/5/layout/CenteredIconLabelDescriptionList"/>
    <dgm:cxn modelId="{712F7CA0-A2FC-4CE0-B7D1-32AE31EFBD6B}" type="presParOf" srcId="{2A9007E8-1408-4704-A412-75859B0EABBC}" destId="{0F383DCC-9F3F-4047-882A-B6C5BCB5F01C}" srcOrd="2" destOrd="0" presId="urn:microsoft.com/office/officeart/2018/5/layout/CenteredIconLabelDescriptionList"/>
    <dgm:cxn modelId="{5148D3C5-8602-4389-83D2-AACA3696E7D9}" type="presParOf" srcId="{2A9007E8-1408-4704-A412-75859B0EABBC}" destId="{02C2B5CA-C75E-4F7C-9160-60EC5F1BDAA3}" srcOrd="3" destOrd="0" presId="urn:microsoft.com/office/officeart/2018/5/layout/CenteredIconLabelDescriptionList"/>
    <dgm:cxn modelId="{4D6ADC9E-1935-4F66-A349-6FA3FF0E87C5}" type="presParOf" srcId="{2A9007E8-1408-4704-A412-75859B0EABBC}" destId="{47BA89CD-BDC5-43BE-A18A-6921FBE2CA2B}" srcOrd="4" destOrd="0" presId="urn:microsoft.com/office/officeart/2018/5/layout/CenteredIconLabelDescriptionList"/>
    <dgm:cxn modelId="{56943886-B4C9-4F91-BECF-0860EF8C9E41}" type="presParOf" srcId="{272AA210-FD84-4DF1-ACA7-E4FFA421C5B8}" destId="{C7136AB5-7ECC-4617-9A32-912E7FB5DF1F}" srcOrd="3" destOrd="0" presId="urn:microsoft.com/office/officeart/2018/5/layout/CenteredIconLabelDescriptionList"/>
    <dgm:cxn modelId="{15A980E5-D3F1-4880-93A5-8E5D7D0765BE}" type="presParOf" srcId="{272AA210-FD84-4DF1-ACA7-E4FFA421C5B8}" destId="{DE57EDFF-8F97-4C13-A8DA-C7B7B67745B4}" srcOrd="4" destOrd="0" presId="urn:microsoft.com/office/officeart/2018/5/layout/CenteredIconLabelDescriptionList"/>
    <dgm:cxn modelId="{2ACB43CC-97B1-4D70-AA6F-D16D442BCC2E}" type="presParOf" srcId="{DE57EDFF-8F97-4C13-A8DA-C7B7B67745B4}" destId="{05C76DE9-8D5C-49FD-990B-8953F3B19AFB}" srcOrd="0" destOrd="0" presId="urn:microsoft.com/office/officeart/2018/5/layout/CenteredIconLabelDescriptionList"/>
    <dgm:cxn modelId="{63D0998C-1B18-40EC-ADBA-A98BB38EA984}" type="presParOf" srcId="{DE57EDFF-8F97-4C13-A8DA-C7B7B67745B4}" destId="{D97E1A25-120B-45C6-8242-8F6760806643}" srcOrd="1" destOrd="0" presId="urn:microsoft.com/office/officeart/2018/5/layout/CenteredIconLabelDescriptionList"/>
    <dgm:cxn modelId="{AC77013A-240C-40D4-A6A0-7277EE8E729B}" type="presParOf" srcId="{DE57EDFF-8F97-4C13-A8DA-C7B7B67745B4}" destId="{000DF8B1-E0FC-4833-B507-D7F150944031}" srcOrd="2" destOrd="0" presId="urn:microsoft.com/office/officeart/2018/5/layout/CenteredIconLabelDescriptionList"/>
    <dgm:cxn modelId="{95A5F12A-646A-45FB-AFD5-6F38081A0146}" type="presParOf" srcId="{DE57EDFF-8F97-4C13-A8DA-C7B7B67745B4}" destId="{22114E1E-8A8B-406A-9F65-4311B78B7B0C}" srcOrd="3" destOrd="0" presId="urn:microsoft.com/office/officeart/2018/5/layout/CenteredIconLabelDescriptionList"/>
    <dgm:cxn modelId="{BCAA081C-36D7-4803-9A5B-1AE1FFA27FFD}" type="presParOf" srcId="{DE57EDFF-8F97-4C13-A8DA-C7B7B67745B4}" destId="{CDB28FA4-67DD-4BAF-834C-86C965FC73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68D8BB52-86D1-4A45-96C7-0C34821816E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A7EDBA-5659-43B8-BEB7-2F635A9B02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HD wallets</a:t>
          </a:r>
        </a:p>
      </dgm:t>
    </dgm:pt>
    <dgm:pt modelId="{9D99911B-3EA4-4C4F-A413-577DE4DA1F74}" type="parTrans" cxnId="{C783329E-F7EB-42CF-8FB3-52B066AE04DE}">
      <dgm:prSet/>
      <dgm:spPr/>
      <dgm:t>
        <a:bodyPr/>
        <a:lstStyle/>
        <a:p>
          <a:endParaRPr lang="en-US"/>
        </a:p>
      </dgm:t>
    </dgm:pt>
    <dgm:pt modelId="{53B8132C-3D57-46DC-9425-8AAD272E2727}" type="sibTrans" cxnId="{C783329E-F7EB-42CF-8FB3-52B066AE04DE}">
      <dgm:prSet/>
      <dgm:spPr/>
      <dgm:t>
        <a:bodyPr/>
        <a:lstStyle/>
        <a:p>
          <a:endParaRPr lang="en-US"/>
        </a:p>
      </dgm:t>
    </dgm:pt>
    <dgm:pt modelId="{6BFC3A65-8000-4C04-A9F5-0E44ADFDDD9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random number</a:t>
          </a:r>
          <a:endParaRPr lang="en-US" dirty="0"/>
        </a:p>
      </dgm:t>
    </dgm:pt>
    <dgm:pt modelId="{6DF15E96-BF9C-472A-9560-F60B7A38485D}" type="parTrans" cxnId="{5FA1B2A7-6E70-4A4C-90C2-5B821F05BCCF}">
      <dgm:prSet/>
      <dgm:spPr/>
      <dgm:t>
        <a:bodyPr/>
        <a:lstStyle/>
        <a:p>
          <a:endParaRPr lang="en-US"/>
        </a:p>
      </dgm:t>
    </dgm:pt>
    <dgm:pt modelId="{88DEA65E-04C1-4E18-973C-8B615597FEBA}" type="sibTrans" cxnId="{5FA1B2A7-6E70-4A4C-90C2-5B821F05BCCF}">
      <dgm:prSet/>
      <dgm:spPr/>
      <dgm:t>
        <a:bodyPr/>
        <a:lstStyle/>
        <a:p>
          <a:endParaRPr lang="en-US"/>
        </a:p>
      </dgm:t>
    </dgm:pt>
    <dgm:pt modelId="{8075F320-F621-4952-A1E1-78C86B29DD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Root seed size</a:t>
          </a:r>
          <a:endParaRPr lang="en-US" dirty="0"/>
        </a:p>
      </dgm:t>
    </dgm:pt>
    <dgm:pt modelId="{7483C3AF-96C5-4B9B-A7FC-9565D92590D7}" type="parTrans" cxnId="{4078CFAC-DC3A-4CD6-BA53-F91C4E964EF1}">
      <dgm:prSet/>
      <dgm:spPr/>
      <dgm:t>
        <a:bodyPr/>
        <a:lstStyle/>
        <a:p>
          <a:endParaRPr lang="en-US"/>
        </a:p>
      </dgm:t>
    </dgm:pt>
    <dgm:pt modelId="{543A8633-3CAA-40A1-BCD0-8AB09F74B9E8}" type="sibTrans" cxnId="{4078CFAC-DC3A-4CD6-BA53-F91C4E964EF1}">
      <dgm:prSet/>
      <dgm:spPr/>
      <dgm:t>
        <a:bodyPr/>
        <a:lstStyle/>
        <a:p>
          <a:endParaRPr lang="en-US"/>
        </a:p>
      </dgm:t>
    </dgm:pt>
    <dgm:pt modelId="{DA449CAB-CA77-4765-A761-DD1AD4841B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created from</a:t>
          </a:r>
        </a:p>
      </dgm:t>
    </dgm:pt>
    <dgm:pt modelId="{9D011C81-6F6F-47C1-830B-43766A2D6459}" type="parTrans" cxnId="{E518C0AA-08BC-4E12-A9CD-8ABDCE9DD6D4}">
      <dgm:prSet/>
      <dgm:spPr/>
      <dgm:t>
        <a:bodyPr/>
        <a:lstStyle/>
        <a:p>
          <a:endParaRPr lang="tr-TR"/>
        </a:p>
      </dgm:t>
    </dgm:pt>
    <dgm:pt modelId="{FEC2FE7A-52F5-4F19-BB7B-ED4E53DB96DD}" type="sibTrans" cxnId="{E518C0AA-08BC-4E12-A9CD-8ABDCE9DD6D4}">
      <dgm:prSet/>
      <dgm:spPr/>
      <dgm:t>
        <a:bodyPr/>
        <a:lstStyle/>
        <a:p>
          <a:endParaRPr lang="tr-TR"/>
        </a:p>
      </dgm:t>
    </dgm:pt>
    <dgm:pt modelId="{9FD19623-CE43-4C6C-87B2-5CE40DEBCA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Root seed</a:t>
          </a:r>
          <a:endParaRPr lang="en-US"/>
        </a:p>
      </dgm:t>
    </dgm:pt>
    <dgm:pt modelId="{39FDDA62-1D48-494C-9970-207AF08903F5}" type="parTrans" cxnId="{1D5FBA6F-C767-47FE-B010-5F0EA20D1116}">
      <dgm:prSet/>
      <dgm:spPr/>
      <dgm:t>
        <a:bodyPr/>
        <a:lstStyle/>
        <a:p>
          <a:endParaRPr lang="tr-TR"/>
        </a:p>
      </dgm:t>
    </dgm:pt>
    <dgm:pt modelId="{CD338A05-154D-4A7E-BD22-2E80F695DB6A}" type="sibTrans" cxnId="{1D5FBA6F-C767-47FE-B010-5F0EA20D1116}">
      <dgm:prSet/>
      <dgm:spPr/>
      <dgm:t>
        <a:bodyPr/>
        <a:lstStyle/>
        <a:p>
          <a:endParaRPr lang="tr-TR"/>
        </a:p>
      </dgm:t>
    </dgm:pt>
    <dgm:pt modelId="{8177C72C-ECC6-4207-A6E9-762A6E19BE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dirty="0"/>
            <a:t>single </a:t>
          </a:r>
          <a:r>
            <a:rPr lang="en-US" i="1" dirty="0"/>
            <a:t>root seed</a:t>
          </a:r>
          <a:r>
            <a:rPr lang="en-US" dirty="0"/>
            <a:t> </a:t>
          </a:r>
        </a:p>
      </dgm:t>
    </dgm:pt>
    <dgm:pt modelId="{719D23DC-58C1-4983-A5B5-E0DE2AE34F67}" type="parTrans" cxnId="{A26BF364-D8D9-41FE-BC36-64C2378CFC6A}">
      <dgm:prSet/>
      <dgm:spPr/>
      <dgm:t>
        <a:bodyPr/>
        <a:lstStyle/>
        <a:p>
          <a:endParaRPr lang="tr-TR"/>
        </a:p>
      </dgm:t>
    </dgm:pt>
    <dgm:pt modelId="{C4CF7590-0194-473B-9672-B1833F88079C}" type="sibTrans" cxnId="{A26BF364-D8D9-41FE-BC36-64C2378CFC6A}">
      <dgm:prSet/>
      <dgm:spPr/>
      <dgm:t>
        <a:bodyPr/>
        <a:lstStyle/>
        <a:p>
          <a:endParaRPr lang="tr-TR"/>
        </a:p>
      </dgm:t>
    </dgm:pt>
    <dgm:pt modelId="{82A5610D-00E1-4351-BE11-017594068B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generated</a:t>
          </a:r>
          <a:r>
            <a:rPr lang="tr-TR" dirty="0"/>
            <a:t> </a:t>
          </a:r>
          <a:r>
            <a:rPr lang="en-US" dirty="0"/>
            <a:t>from a </a:t>
          </a:r>
          <a:r>
            <a:rPr lang="en-US" i="1" dirty="0"/>
            <a:t>mnemonic</a:t>
          </a:r>
          <a:endParaRPr lang="en-US" dirty="0"/>
        </a:p>
      </dgm:t>
    </dgm:pt>
    <dgm:pt modelId="{A21DD221-FEEE-4B70-9DF2-757D6BF59444}" type="parTrans" cxnId="{30939791-22AB-404D-8F55-A318E962D1F7}">
      <dgm:prSet/>
      <dgm:spPr/>
      <dgm:t>
        <a:bodyPr/>
        <a:lstStyle/>
        <a:p>
          <a:endParaRPr lang="tr-TR"/>
        </a:p>
      </dgm:t>
    </dgm:pt>
    <dgm:pt modelId="{D5077EB1-A0B2-48BC-AA92-A71805DBE179}" type="sibTrans" cxnId="{30939791-22AB-404D-8F55-A318E962D1F7}">
      <dgm:prSet/>
      <dgm:spPr/>
      <dgm:t>
        <a:bodyPr/>
        <a:lstStyle/>
        <a:p>
          <a:endParaRPr lang="tr-TR"/>
        </a:p>
      </dgm:t>
    </dgm:pt>
    <dgm:pt modelId="{288637DF-255B-41B6-856F-64E96D2E8C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128</a:t>
          </a:r>
        </a:p>
      </dgm:t>
    </dgm:pt>
    <dgm:pt modelId="{8C1ECFBE-B9E4-4DEF-A26C-4438CCB18CDC}" type="parTrans" cxnId="{ED7EB4FB-659F-4C73-8804-582BA92523F1}">
      <dgm:prSet/>
      <dgm:spPr/>
      <dgm:t>
        <a:bodyPr/>
        <a:lstStyle/>
        <a:p>
          <a:endParaRPr lang="tr-TR"/>
        </a:p>
      </dgm:t>
    </dgm:pt>
    <dgm:pt modelId="{DE785A26-441C-4CA7-BF65-949C3E2C2A9C}" type="sibTrans" cxnId="{ED7EB4FB-659F-4C73-8804-582BA92523F1}">
      <dgm:prSet/>
      <dgm:spPr/>
      <dgm:t>
        <a:bodyPr/>
        <a:lstStyle/>
        <a:p>
          <a:endParaRPr lang="tr-TR"/>
        </a:p>
      </dgm:t>
    </dgm:pt>
    <dgm:pt modelId="{0957D030-D5AD-46A9-9CCD-656A296EDA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256</a:t>
          </a:r>
        </a:p>
      </dgm:t>
    </dgm:pt>
    <dgm:pt modelId="{7D174847-534B-43F6-AE69-E98D7A74D6F6}" type="parTrans" cxnId="{2067AD1B-BB18-4B57-ACEF-20CA06267AA7}">
      <dgm:prSet/>
      <dgm:spPr/>
      <dgm:t>
        <a:bodyPr/>
        <a:lstStyle/>
        <a:p>
          <a:endParaRPr lang="tr-TR"/>
        </a:p>
      </dgm:t>
    </dgm:pt>
    <dgm:pt modelId="{31341A1D-1A2C-4185-AC97-6167EC0C8A07}" type="sibTrans" cxnId="{2067AD1B-BB18-4B57-ACEF-20CA06267AA7}">
      <dgm:prSet/>
      <dgm:spPr/>
      <dgm:t>
        <a:bodyPr/>
        <a:lstStyle/>
        <a:p>
          <a:endParaRPr lang="tr-TR"/>
        </a:p>
      </dgm:t>
    </dgm:pt>
    <dgm:pt modelId="{409B6872-A3B6-483A-A5A4-3F85062FF8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512-bit</a:t>
          </a:r>
          <a:endParaRPr lang="tr-TR"/>
        </a:p>
      </dgm:t>
    </dgm:pt>
    <dgm:pt modelId="{7BDA77E4-014B-4344-A539-08AF873774C8}" type="parTrans" cxnId="{1B941D48-4F39-422A-8291-4916F36AFFBD}">
      <dgm:prSet/>
      <dgm:spPr/>
      <dgm:t>
        <a:bodyPr/>
        <a:lstStyle/>
        <a:p>
          <a:endParaRPr lang="tr-TR"/>
        </a:p>
      </dgm:t>
    </dgm:pt>
    <dgm:pt modelId="{32DB4D6A-953C-4732-90F2-1B05F4DA7751}" type="sibTrans" cxnId="{1B941D48-4F39-422A-8291-4916F36AFFBD}">
      <dgm:prSet/>
      <dgm:spPr/>
      <dgm:t>
        <a:bodyPr/>
        <a:lstStyle/>
        <a:p>
          <a:endParaRPr lang="tr-TR"/>
        </a:p>
      </dgm:t>
    </dgm:pt>
    <dgm:pt modelId="{2BCFCE55-D8E6-4AA7-B8F4-53E20CFF06FC}" type="pres">
      <dgm:prSet presAssocID="{68D8BB52-86D1-4A45-96C7-0C34821816E2}" presName="root" presStyleCnt="0">
        <dgm:presLayoutVars>
          <dgm:dir/>
          <dgm:resizeHandles val="exact"/>
        </dgm:presLayoutVars>
      </dgm:prSet>
      <dgm:spPr/>
    </dgm:pt>
    <dgm:pt modelId="{AE979BD4-6080-453D-9477-7ACD57E15136}" type="pres">
      <dgm:prSet presAssocID="{1BA7EDBA-5659-43B8-BEB7-2F635A9B02DC}" presName="compNode" presStyleCnt="0"/>
      <dgm:spPr/>
    </dgm:pt>
    <dgm:pt modelId="{6B05B5E6-FE34-4F1F-8B37-6F65B7DDF557}" type="pres">
      <dgm:prSet presAssocID="{1BA7EDBA-5659-43B8-BEB7-2F635A9B02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0A9C946-72EA-4A1E-8D4B-74561B23F8FA}" type="pres">
      <dgm:prSet presAssocID="{1BA7EDBA-5659-43B8-BEB7-2F635A9B02DC}" presName="iconSpace" presStyleCnt="0"/>
      <dgm:spPr/>
    </dgm:pt>
    <dgm:pt modelId="{86325998-B8DF-4649-BCEE-1616A9743348}" type="pres">
      <dgm:prSet presAssocID="{1BA7EDBA-5659-43B8-BEB7-2F635A9B02DC}" presName="parTx" presStyleLbl="revTx" presStyleIdx="0" presStyleCnt="6">
        <dgm:presLayoutVars>
          <dgm:chMax val="0"/>
          <dgm:chPref val="0"/>
        </dgm:presLayoutVars>
      </dgm:prSet>
      <dgm:spPr/>
    </dgm:pt>
    <dgm:pt modelId="{2299B8FC-DAF2-4F74-B185-FB0D8754E7A2}" type="pres">
      <dgm:prSet presAssocID="{1BA7EDBA-5659-43B8-BEB7-2F635A9B02DC}" presName="txSpace" presStyleCnt="0"/>
      <dgm:spPr/>
    </dgm:pt>
    <dgm:pt modelId="{B1D806A5-4DC7-417F-B8B4-F55A18B8CF74}" type="pres">
      <dgm:prSet presAssocID="{1BA7EDBA-5659-43B8-BEB7-2F635A9B02DC}" presName="desTx" presStyleLbl="revTx" presStyleIdx="1" presStyleCnt="6">
        <dgm:presLayoutVars/>
      </dgm:prSet>
      <dgm:spPr/>
    </dgm:pt>
    <dgm:pt modelId="{1A70FC4C-7816-4C19-A393-78C7697CF707}" type="pres">
      <dgm:prSet presAssocID="{53B8132C-3D57-46DC-9425-8AAD272E2727}" presName="sibTrans" presStyleCnt="0"/>
      <dgm:spPr/>
    </dgm:pt>
    <dgm:pt modelId="{49E9C4D4-569A-4C9B-82A6-A81E0679C2E6}" type="pres">
      <dgm:prSet presAssocID="{9FD19623-CE43-4C6C-87B2-5CE40DEBCACC}" presName="compNode" presStyleCnt="0"/>
      <dgm:spPr/>
    </dgm:pt>
    <dgm:pt modelId="{A29A83B4-404D-4C69-9DC7-0DFCC15D5302}" type="pres">
      <dgm:prSet presAssocID="{9FD19623-CE43-4C6C-87B2-5CE40DEBCA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24E83405-BE72-485F-9853-3C31724A29CC}" type="pres">
      <dgm:prSet presAssocID="{9FD19623-CE43-4C6C-87B2-5CE40DEBCACC}" presName="iconSpace" presStyleCnt="0"/>
      <dgm:spPr/>
    </dgm:pt>
    <dgm:pt modelId="{014745AB-DC4B-4C14-A0B8-FEAE891C31A0}" type="pres">
      <dgm:prSet presAssocID="{9FD19623-CE43-4C6C-87B2-5CE40DEBCACC}" presName="parTx" presStyleLbl="revTx" presStyleIdx="2" presStyleCnt="6">
        <dgm:presLayoutVars>
          <dgm:chMax val="0"/>
          <dgm:chPref val="0"/>
        </dgm:presLayoutVars>
      </dgm:prSet>
      <dgm:spPr/>
    </dgm:pt>
    <dgm:pt modelId="{EAE74CE7-CA96-457C-85D5-27C9E6B91BE3}" type="pres">
      <dgm:prSet presAssocID="{9FD19623-CE43-4C6C-87B2-5CE40DEBCACC}" presName="txSpace" presStyleCnt="0"/>
      <dgm:spPr/>
    </dgm:pt>
    <dgm:pt modelId="{236B0C96-39F6-4026-B0EC-3D41078C8864}" type="pres">
      <dgm:prSet presAssocID="{9FD19623-CE43-4C6C-87B2-5CE40DEBCACC}" presName="desTx" presStyleLbl="revTx" presStyleIdx="3" presStyleCnt="6">
        <dgm:presLayoutVars/>
      </dgm:prSet>
      <dgm:spPr/>
    </dgm:pt>
    <dgm:pt modelId="{E16844F4-CDCE-4186-A878-EDDCDFEFE000}" type="pres">
      <dgm:prSet presAssocID="{CD338A05-154D-4A7E-BD22-2E80F695DB6A}" presName="sibTrans" presStyleCnt="0"/>
      <dgm:spPr/>
    </dgm:pt>
    <dgm:pt modelId="{BC4F806C-91D2-4285-AF84-F954AB681716}" type="pres">
      <dgm:prSet presAssocID="{8075F320-F621-4952-A1E1-78C86B29DD01}" presName="compNode" presStyleCnt="0"/>
      <dgm:spPr/>
    </dgm:pt>
    <dgm:pt modelId="{E77904B5-B092-4F42-9951-75D7DD5AE226}" type="pres">
      <dgm:prSet presAssocID="{8075F320-F621-4952-A1E1-78C86B29DD01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F7682E7-5FA3-4CED-8259-33C52EAC86C1}" type="pres">
      <dgm:prSet presAssocID="{8075F320-F621-4952-A1E1-78C86B29DD01}" presName="iconSpace" presStyleCnt="0"/>
      <dgm:spPr/>
    </dgm:pt>
    <dgm:pt modelId="{A222F6C5-1B2C-48CE-805E-7D886DB4141C}" type="pres">
      <dgm:prSet presAssocID="{8075F320-F621-4952-A1E1-78C86B29DD01}" presName="parTx" presStyleLbl="revTx" presStyleIdx="4" presStyleCnt="6">
        <dgm:presLayoutVars>
          <dgm:chMax val="0"/>
          <dgm:chPref val="0"/>
        </dgm:presLayoutVars>
      </dgm:prSet>
      <dgm:spPr/>
    </dgm:pt>
    <dgm:pt modelId="{5B19ED24-6B61-48D2-A9C4-D32F6D1620A8}" type="pres">
      <dgm:prSet presAssocID="{8075F320-F621-4952-A1E1-78C86B29DD01}" presName="txSpace" presStyleCnt="0"/>
      <dgm:spPr/>
    </dgm:pt>
    <dgm:pt modelId="{CA4CE439-BC5D-430B-BFC8-59070E6996C6}" type="pres">
      <dgm:prSet presAssocID="{8075F320-F621-4952-A1E1-78C86B29DD01}" presName="desTx" presStyleLbl="revTx" presStyleIdx="5" presStyleCnt="6">
        <dgm:presLayoutVars/>
      </dgm:prSet>
      <dgm:spPr/>
    </dgm:pt>
  </dgm:ptLst>
  <dgm:cxnLst>
    <dgm:cxn modelId="{00E8C41A-D265-457B-8B26-ABC36B751D26}" type="presOf" srcId="{DA449CAB-CA77-4765-A761-DD1AD4841BB4}" destId="{B1D806A5-4DC7-417F-B8B4-F55A18B8CF74}" srcOrd="0" destOrd="0" presId="urn:microsoft.com/office/officeart/2018/2/layout/IconLabelDescriptionList"/>
    <dgm:cxn modelId="{2067AD1B-BB18-4B57-ACEF-20CA06267AA7}" srcId="{8075F320-F621-4952-A1E1-78C86B29DD01}" destId="{0957D030-D5AD-46A9-9CCD-656A296EDA19}" srcOrd="1" destOrd="0" parTransId="{7D174847-534B-43F6-AE69-E98D7A74D6F6}" sibTransId="{31341A1D-1A2C-4185-AC97-6167EC0C8A07}"/>
    <dgm:cxn modelId="{A26BF364-D8D9-41FE-BC36-64C2378CFC6A}" srcId="{1BA7EDBA-5659-43B8-BEB7-2F635A9B02DC}" destId="{8177C72C-ECC6-4207-A6E9-762A6E19BEAF}" srcOrd="1" destOrd="0" parTransId="{719D23DC-58C1-4983-A5B5-E0DE2AE34F67}" sibTransId="{C4CF7590-0194-473B-9672-B1833F88079C}"/>
    <dgm:cxn modelId="{1B941D48-4F39-422A-8291-4916F36AFFBD}" srcId="{8075F320-F621-4952-A1E1-78C86B29DD01}" destId="{409B6872-A3B6-483A-A5A4-3F85062FF8A9}" srcOrd="2" destOrd="0" parTransId="{7BDA77E4-014B-4344-A539-08AF873774C8}" sibTransId="{32DB4D6A-953C-4732-90F2-1B05F4DA7751}"/>
    <dgm:cxn modelId="{11F70E4F-846A-47EA-A3EB-5761AD01650B}" type="presOf" srcId="{68D8BB52-86D1-4A45-96C7-0C34821816E2}" destId="{2BCFCE55-D8E6-4AA7-B8F4-53E20CFF06FC}" srcOrd="0" destOrd="0" presId="urn:microsoft.com/office/officeart/2018/2/layout/IconLabelDescriptionList"/>
    <dgm:cxn modelId="{1D5FBA6F-C767-47FE-B010-5F0EA20D1116}" srcId="{68D8BB52-86D1-4A45-96C7-0C34821816E2}" destId="{9FD19623-CE43-4C6C-87B2-5CE40DEBCACC}" srcOrd="1" destOrd="0" parTransId="{39FDDA62-1D48-494C-9970-207AF08903F5}" sibTransId="{CD338A05-154D-4A7E-BD22-2E80F695DB6A}"/>
    <dgm:cxn modelId="{2BAF0A8E-8420-4B21-8901-FB5F6D7CD6B4}" type="presOf" srcId="{0957D030-D5AD-46A9-9CCD-656A296EDA19}" destId="{CA4CE439-BC5D-430B-BFC8-59070E6996C6}" srcOrd="0" destOrd="1" presId="urn:microsoft.com/office/officeart/2018/2/layout/IconLabelDescriptionList"/>
    <dgm:cxn modelId="{F6A35691-F5D7-4FD4-B857-9B04F18981BE}" type="presOf" srcId="{9FD19623-CE43-4C6C-87B2-5CE40DEBCACC}" destId="{014745AB-DC4B-4C14-A0B8-FEAE891C31A0}" srcOrd="0" destOrd="0" presId="urn:microsoft.com/office/officeart/2018/2/layout/IconLabelDescriptionList"/>
    <dgm:cxn modelId="{30939791-22AB-404D-8F55-A318E962D1F7}" srcId="{9FD19623-CE43-4C6C-87B2-5CE40DEBCACC}" destId="{82A5610D-00E1-4351-BE11-017594068B9D}" srcOrd="1" destOrd="0" parTransId="{A21DD221-FEEE-4B70-9DF2-757D6BF59444}" sibTransId="{D5077EB1-A0B2-48BC-AA92-A71805DBE179}"/>
    <dgm:cxn modelId="{C783329E-F7EB-42CF-8FB3-52B066AE04DE}" srcId="{68D8BB52-86D1-4A45-96C7-0C34821816E2}" destId="{1BA7EDBA-5659-43B8-BEB7-2F635A9B02DC}" srcOrd="0" destOrd="0" parTransId="{9D99911B-3EA4-4C4F-A413-577DE4DA1F74}" sibTransId="{53B8132C-3D57-46DC-9425-8AAD272E2727}"/>
    <dgm:cxn modelId="{5FA1B2A7-6E70-4A4C-90C2-5B821F05BCCF}" srcId="{9FD19623-CE43-4C6C-87B2-5CE40DEBCACC}" destId="{6BFC3A65-8000-4C04-A9F5-0E44ADFDDD9B}" srcOrd="0" destOrd="0" parTransId="{6DF15E96-BF9C-472A-9560-F60B7A38485D}" sibTransId="{88DEA65E-04C1-4E18-973C-8B615597FEBA}"/>
    <dgm:cxn modelId="{E518C0AA-08BC-4E12-A9CD-8ABDCE9DD6D4}" srcId="{1BA7EDBA-5659-43B8-BEB7-2F635A9B02DC}" destId="{DA449CAB-CA77-4765-A761-DD1AD4841BB4}" srcOrd="0" destOrd="0" parTransId="{9D011C81-6F6F-47C1-830B-43766A2D6459}" sibTransId="{FEC2FE7A-52F5-4F19-BB7B-ED4E53DB96DD}"/>
    <dgm:cxn modelId="{4078CFAC-DC3A-4CD6-BA53-F91C4E964EF1}" srcId="{68D8BB52-86D1-4A45-96C7-0C34821816E2}" destId="{8075F320-F621-4952-A1E1-78C86B29DD01}" srcOrd="2" destOrd="0" parTransId="{7483C3AF-96C5-4B9B-A7FC-9565D92590D7}" sibTransId="{543A8633-3CAA-40A1-BCD0-8AB09F74B9E8}"/>
    <dgm:cxn modelId="{D15209B1-7988-41D6-94B1-F26090734AFF}" type="presOf" srcId="{288637DF-255B-41B6-856F-64E96D2E8CFA}" destId="{CA4CE439-BC5D-430B-BFC8-59070E6996C6}" srcOrd="0" destOrd="0" presId="urn:microsoft.com/office/officeart/2018/2/layout/IconLabelDescriptionList"/>
    <dgm:cxn modelId="{DE9034BB-3288-47F2-A896-76B50F82E064}" type="presOf" srcId="{1BA7EDBA-5659-43B8-BEB7-2F635A9B02DC}" destId="{86325998-B8DF-4649-BCEE-1616A9743348}" srcOrd="0" destOrd="0" presId="urn:microsoft.com/office/officeart/2018/2/layout/IconLabelDescriptionList"/>
    <dgm:cxn modelId="{24BE4EBD-B36D-4E84-B8F5-D9C730C58F3E}" type="presOf" srcId="{8177C72C-ECC6-4207-A6E9-762A6E19BEAF}" destId="{B1D806A5-4DC7-417F-B8B4-F55A18B8CF74}" srcOrd="0" destOrd="1" presId="urn:microsoft.com/office/officeart/2018/2/layout/IconLabelDescriptionList"/>
    <dgm:cxn modelId="{A8C8F8CF-6E69-4D01-ABFA-F828E8D573BD}" type="presOf" srcId="{6BFC3A65-8000-4C04-A9F5-0E44ADFDDD9B}" destId="{236B0C96-39F6-4026-B0EC-3D41078C8864}" srcOrd="0" destOrd="0" presId="urn:microsoft.com/office/officeart/2018/2/layout/IconLabelDescriptionList"/>
    <dgm:cxn modelId="{9881CFEE-ECFF-4FE7-B070-18F1C585349C}" type="presOf" srcId="{409B6872-A3B6-483A-A5A4-3F85062FF8A9}" destId="{CA4CE439-BC5D-430B-BFC8-59070E6996C6}" srcOrd="0" destOrd="2" presId="urn:microsoft.com/office/officeart/2018/2/layout/IconLabelDescriptionList"/>
    <dgm:cxn modelId="{05F33BF0-4B82-4BCC-88BD-ED40DB5A7150}" type="presOf" srcId="{8075F320-F621-4952-A1E1-78C86B29DD01}" destId="{A222F6C5-1B2C-48CE-805E-7D886DB4141C}" srcOrd="0" destOrd="0" presId="urn:microsoft.com/office/officeart/2018/2/layout/IconLabelDescriptionList"/>
    <dgm:cxn modelId="{08874BFB-E8E8-4D68-80E0-8F77309C23E4}" type="presOf" srcId="{82A5610D-00E1-4351-BE11-017594068B9D}" destId="{236B0C96-39F6-4026-B0EC-3D41078C8864}" srcOrd="0" destOrd="1" presId="urn:microsoft.com/office/officeart/2018/2/layout/IconLabelDescriptionList"/>
    <dgm:cxn modelId="{ED7EB4FB-659F-4C73-8804-582BA92523F1}" srcId="{8075F320-F621-4952-A1E1-78C86B29DD01}" destId="{288637DF-255B-41B6-856F-64E96D2E8CFA}" srcOrd="0" destOrd="0" parTransId="{8C1ECFBE-B9E4-4DEF-A26C-4438CCB18CDC}" sibTransId="{DE785A26-441C-4CA7-BF65-949C3E2C2A9C}"/>
    <dgm:cxn modelId="{F350ED82-EEB1-40E0-AACD-39F71E5407E6}" type="presParOf" srcId="{2BCFCE55-D8E6-4AA7-B8F4-53E20CFF06FC}" destId="{AE979BD4-6080-453D-9477-7ACD57E15136}" srcOrd="0" destOrd="0" presId="urn:microsoft.com/office/officeart/2018/2/layout/IconLabelDescriptionList"/>
    <dgm:cxn modelId="{7A18D690-4444-4086-9A30-C1F14C0D461B}" type="presParOf" srcId="{AE979BD4-6080-453D-9477-7ACD57E15136}" destId="{6B05B5E6-FE34-4F1F-8B37-6F65B7DDF557}" srcOrd="0" destOrd="0" presId="urn:microsoft.com/office/officeart/2018/2/layout/IconLabelDescriptionList"/>
    <dgm:cxn modelId="{297EA29E-01D0-43BD-A8FB-0D2959E37C3C}" type="presParOf" srcId="{AE979BD4-6080-453D-9477-7ACD57E15136}" destId="{20A9C946-72EA-4A1E-8D4B-74561B23F8FA}" srcOrd="1" destOrd="0" presId="urn:microsoft.com/office/officeart/2018/2/layout/IconLabelDescriptionList"/>
    <dgm:cxn modelId="{9365DE2E-E9F5-45D6-B44C-D239DEDB96E7}" type="presParOf" srcId="{AE979BD4-6080-453D-9477-7ACD57E15136}" destId="{86325998-B8DF-4649-BCEE-1616A9743348}" srcOrd="2" destOrd="0" presId="urn:microsoft.com/office/officeart/2018/2/layout/IconLabelDescriptionList"/>
    <dgm:cxn modelId="{4FC875D3-6AD0-4987-87E4-6ECD6940DA4B}" type="presParOf" srcId="{AE979BD4-6080-453D-9477-7ACD57E15136}" destId="{2299B8FC-DAF2-4F74-B185-FB0D8754E7A2}" srcOrd="3" destOrd="0" presId="urn:microsoft.com/office/officeart/2018/2/layout/IconLabelDescriptionList"/>
    <dgm:cxn modelId="{DE2C2147-CA0A-4507-8A53-5CC2A2E97210}" type="presParOf" srcId="{AE979BD4-6080-453D-9477-7ACD57E15136}" destId="{B1D806A5-4DC7-417F-B8B4-F55A18B8CF74}" srcOrd="4" destOrd="0" presId="urn:microsoft.com/office/officeart/2018/2/layout/IconLabelDescriptionList"/>
    <dgm:cxn modelId="{F0C022D0-85BE-4255-B969-DF28ABBD9279}" type="presParOf" srcId="{2BCFCE55-D8E6-4AA7-B8F4-53E20CFF06FC}" destId="{1A70FC4C-7816-4C19-A393-78C7697CF707}" srcOrd="1" destOrd="0" presId="urn:microsoft.com/office/officeart/2018/2/layout/IconLabelDescriptionList"/>
    <dgm:cxn modelId="{F78792CC-12D0-4B68-A873-75672AA47B33}" type="presParOf" srcId="{2BCFCE55-D8E6-4AA7-B8F4-53E20CFF06FC}" destId="{49E9C4D4-569A-4C9B-82A6-A81E0679C2E6}" srcOrd="2" destOrd="0" presId="urn:microsoft.com/office/officeart/2018/2/layout/IconLabelDescriptionList"/>
    <dgm:cxn modelId="{9AD62747-E1D4-4837-8F91-BA17BC7F3DD6}" type="presParOf" srcId="{49E9C4D4-569A-4C9B-82A6-A81E0679C2E6}" destId="{A29A83B4-404D-4C69-9DC7-0DFCC15D5302}" srcOrd="0" destOrd="0" presId="urn:microsoft.com/office/officeart/2018/2/layout/IconLabelDescriptionList"/>
    <dgm:cxn modelId="{C4492A61-E1AD-464A-B65A-DCA8AAA69C05}" type="presParOf" srcId="{49E9C4D4-569A-4C9B-82A6-A81E0679C2E6}" destId="{24E83405-BE72-485F-9853-3C31724A29CC}" srcOrd="1" destOrd="0" presId="urn:microsoft.com/office/officeart/2018/2/layout/IconLabelDescriptionList"/>
    <dgm:cxn modelId="{30262685-7C28-432F-B70D-C52ED6464134}" type="presParOf" srcId="{49E9C4D4-569A-4C9B-82A6-A81E0679C2E6}" destId="{014745AB-DC4B-4C14-A0B8-FEAE891C31A0}" srcOrd="2" destOrd="0" presId="urn:microsoft.com/office/officeart/2018/2/layout/IconLabelDescriptionList"/>
    <dgm:cxn modelId="{1F9FD072-503B-4D4D-9F56-8ACB5DED4C7A}" type="presParOf" srcId="{49E9C4D4-569A-4C9B-82A6-A81E0679C2E6}" destId="{EAE74CE7-CA96-457C-85D5-27C9E6B91BE3}" srcOrd="3" destOrd="0" presId="urn:microsoft.com/office/officeart/2018/2/layout/IconLabelDescriptionList"/>
    <dgm:cxn modelId="{FE5F4999-F157-438F-BFCF-2239CEBF5015}" type="presParOf" srcId="{49E9C4D4-569A-4C9B-82A6-A81E0679C2E6}" destId="{236B0C96-39F6-4026-B0EC-3D41078C8864}" srcOrd="4" destOrd="0" presId="urn:microsoft.com/office/officeart/2018/2/layout/IconLabelDescriptionList"/>
    <dgm:cxn modelId="{B32138C8-B6E0-4774-8B9A-77DDD0063D1F}" type="presParOf" srcId="{2BCFCE55-D8E6-4AA7-B8F4-53E20CFF06FC}" destId="{E16844F4-CDCE-4186-A878-EDDCDFEFE000}" srcOrd="3" destOrd="0" presId="urn:microsoft.com/office/officeart/2018/2/layout/IconLabelDescriptionList"/>
    <dgm:cxn modelId="{D837FAA9-CFEB-46FA-976B-6723F53CCED8}" type="presParOf" srcId="{2BCFCE55-D8E6-4AA7-B8F4-53E20CFF06FC}" destId="{BC4F806C-91D2-4285-AF84-F954AB681716}" srcOrd="4" destOrd="0" presId="urn:microsoft.com/office/officeart/2018/2/layout/IconLabelDescriptionList"/>
    <dgm:cxn modelId="{663BA768-98A2-4B34-A27C-AF17ED8A6355}" type="presParOf" srcId="{BC4F806C-91D2-4285-AF84-F954AB681716}" destId="{E77904B5-B092-4F42-9951-75D7DD5AE226}" srcOrd="0" destOrd="0" presId="urn:microsoft.com/office/officeart/2018/2/layout/IconLabelDescriptionList"/>
    <dgm:cxn modelId="{82A346E5-07A0-4359-89BA-B69FC01C3F86}" type="presParOf" srcId="{BC4F806C-91D2-4285-AF84-F954AB681716}" destId="{CF7682E7-5FA3-4CED-8259-33C52EAC86C1}" srcOrd="1" destOrd="0" presId="urn:microsoft.com/office/officeart/2018/2/layout/IconLabelDescriptionList"/>
    <dgm:cxn modelId="{4001987B-57D8-465A-AC7E-E00AA80E909D}" type="presParOf" srcId="{BC4F806C-91D2-4285-AF84-F954AB681716}" destId="{A222F6C5-1B2C-48CE-805E-7D886DB4141C}" srcOrd="2" destOrd="0" presId="urn:microsoft.com/office/officeart/2018/2/layout/IconLabelDescriptionList"/>
    <dgm:cxn modelId="{61295D9E-F9C5-4879-A0B5-FD9949D4F778}" type="presParOf" srcId="{BC4F806C-91D2-4285-AF84-F954AB681716}" destId="{5B19ED24-6B61-48D2-A9C4-D32F6D1620A8}" srcOrd="3" destOrd="0" presId="urn:microsoft.com/office/officeart/2018/2/layout/IconLabelDescriptionList"/>
    <dgm:cxn modelId="{914343E7-125C-4EC5-925A-3A3624D99CF2}" type="presParOf" srcId="{BC4F806C-91D2-4285-AF84-F954AB681716}" destId="{CA4CE439-BC5D-430B-BFC8-59070E6996C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10C713C4-7C6B-4F50-A5C1-3AA67FF8C95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5B5876-A1D7-4117-A2A1-B0213D0494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Mnemonic to Root seed</a:t>
          </a:r>
          <a:endParaRPr lang="en-US" dirty="0"/>
        </a:p>
      </dgm:t>
    </dgm:pt>
    <dgm:pt modelId="{1D89DF63-CAFD-42B3-A464-04F9950CB59A}" type="parTrans" cxnId="{AE3A2ABD-48F1-4A35-8417-AF98ACC1689F}">
      <dgm:prSet/>
      <dgm:spPr/>
      <dgm:t>
        <a:bodyPr/>
        <a:lstStyle/>
        <a:p>
          <a:endParaRPr lang="en-US"/>
        </a:p>
      </dgm:t>
    </dgm:pt>
    <dgm:pt modelId="{E9784258-6C4D-40B4-BFEB-175A87B4DFCA}" type="sibTrans" cxnId="{AE3A2ABD-48F1-4A35-8417-AF98ACC1689F}">
      <dgm:prSet/>
      <dgm:spPr/>
      <dgm:t>
        <a:bodyPr/>
        <a:lstStyle/>
        <a:p>
          <a:endParaRPr lang="en-US"/>
        </a:p>
      </dgm:t>
    </dgm:pt>
    <dgm:pt modelId="{42C4CABB-0697-460F-BEA3-0EB6EE567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</a:t>
          </a:r>
          <a:r>
            <a:rPr lang="tr-TR" dirty="0"/>
            <a:t> </a:t>
          </a:r>
          <a:r>
            <a:rPr lang="en-US" dirty="0"/>
            <a:t>from </a:t>
          </a:r>
          <a:r>
            <a:rPr lang="tr-TR" dirty="0"/>
            <a:t>the</a:t>
          </a:r>
          <a:r>
            <a:rPr lang="en-US" dirty="0"/>
            <a:t> root seed </a:t>
          </a:r>
        </a:p>
      </dgm:t>
    </dgm:pt>
    <dgm:pt modelId="{96D05E1B-B03E-4832-8281-2D79F6B5A8C5}" type="parTrans" cxnId="{638CE2C1-AF2B-4810-AFC6-9FCA975FEED0}">
      <dgm:prSet/>
      <dgm:spPr/>
      <dgm:t>
        <a:bodyPr/>
        <a:lstStyle/>
        <a:p>
          <a:endParaRPr lang="en-US"/>
        </a:p>
      </dgm:t>
    </dgm:pt>
    <dgm:pt modelId="{B8256885-B7EF-4C62-8644-B3CE2E2A4EA9}" type="sibTrans" cxnId="{638CE2C1-AF2B-4810-AFC6-9FCA975FEED0}">
      <dgm:prSet/>
      <dgm:spPr/>
      <dgm:t>
        <a:bodyPr/>
        <a:lstStyle/>
        <a:p>
          <a:endParaRPr lang="en-US"/>
        </a:p>
      </dgm:t>
    </dgm:pt>
    <dgm:pt modelId="{E3F4FD68-4BE7-4CC2-A05B-5801876455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Recreation</a:t>
          </a:r>
          <a:endParaRPr lang="en-US" dirty="0"/>
        </a:p>
      </dgm:t>
    </dgm:pt>
    <dgm:pt modelId="{C990FEB1-4D17-4489-AFF2-EFB16A1C5378}" type="parTrans" cxnId="{8C410B18-1026-4BC7-99B4-56E601975567}">
      <dgm:prSet/>
      <dgm:spPr/>
      <dgm:t>
        <a:bodyPr/>
        <a:lstStyle/>
        <a:p>
          <a:endParaRPr lang="en-US"/>
        </a:p>
      </dgm:t>
    </dgm:pt>
    <dgm:pt modelId="{89DE5078-24C3-4F1A-A1D7-6B760D19FBB1}" type="sibTrans" cxnId="{8C410B18-1026-4BC7-99B4-56E601975567}">
      <dgm:prSet/>
      <dgm:spPr/>
      <dgm:t>
        <a:bodyPr/>
        <a:lstStyle/>
        <a:p>
          <a:endParaRPr lang="en-US"/>
        </a:p>
      </dgm:t>
    </dgm:pt>
    <dgm:pt modelId="{CEAEE762-B7DE-45E8-9CC2-DA18C4F557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any compatible</a:t>
          </a:r>
          <a:r>
            <a:rPr lang="tr-TR" dirty="0"/>
            <a:t> </a:t>
          </a:r>
          <a:r>
            <a:rPr lang="en-US" dirty="0"/>
            <a:t>HD wallet</a:t>
          </a:r>
          <a:endParaRPr lang="tr-TR" dirty="0"/>
        </a:p>
        <a:p>
          <a:pPr>
            <a:lnSpc>
              <a:spcPct val="100000"/>
            </a:lnSpc>
          </a:pPr>
          <a:r>
            <a:rPr lang="tr-TR" dirty="0"/>
            <a:t>can </a:t>
          </a:r>
          <a:r>
            <a:rPr lang="tr-TR" b="1" dirty="0"/>
            <a:t>recreate </a:t>
          </a:r>
          <a:r>
            <a:rPr lang="en-US" dirty="0"/>
            <a:t>the entire </a:t>
          </a:r>
          <a:r>
            <a:rPr lang="tr-TR" dirty="0"/>
            <a:t>wallet</a:t>
          </a:r>
          <a:endParaRPr lang="en-US" b="1" dirty="0"/>
        </a:p>
      </dgm:t>
    </dgm:pt>
    <dgm:pt modelId="{CF73599E-6276-4193-9417-D93924EFF435}" type="parTrans" cxnId="{387C2793-0F90-4ABB-9A63-C5301A90740B}">
      <dgm:prSet/>
      <dgm:spPr/>
      <dgm:t>
        <a:bodyPr/>
        <a:lstStyle/>
        <a:p>
          <a:endParaRPr lang="en-US"/>
        </a:p>
      </dgm:t>
    </dgm:pt>
    <dgm:pt modelId="{4097BCA0-50DD-4E63-B074-68DD4A05F28E}" type="sibTrans" cxnId="{387C2793-0F90-4ABB-9A63-C5301A90740B}">
      <dgm:prSet/>
      <dgm:spPr/>
      <dgm:t>
        <a:bodyPr/>
        <a:lstStyle/>
        <a:p>
          <a:endParaRPr lang="en-US"/>
        </a:p>
      </dgm:t>
    </dgm:pt>
    <dgm:pt modelId="{D27EC257-E90F-4CEB-B1AE-8CD4572508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Every </a:t>
          </a:r>
          <a:r>
            <a:rPr lang="en-US" dirty="0"/>
            <a:t>key in the HD wallet is </a:t>
          </a:r>
        </a:p>
      </dgm:t>
    </dgm:pt>
    <dgm:pt modelId="{C9005A5D-644C-40CF-AA26-673831B32025}" type="parTrans" cxnId="{C7EDDC8F-C493-48A4-96FF-60BC60927741}">
      <dgm:prSet/>
      <dgm:spPr/>
      <dgm:t>
        <a:bodyPr/>
        <a:lstStyle/>
        <a:p>
          <a:endParaRPr lang="tr-TR"/>
        </a:p>
      </dgm:t>
    </dgm:pt>
    <dgm:pt modelId="{589AE47F-D6D8-4FC6-903F-F741B7E43B4C}" type="sibTrans" cxnId="{C7EDDC8F-C493-48A4-96FF-60BC60927741}">
      <dgm:prSet/>
      <dgm:spPr/>
      <dgm:t>
        <a:bodyPr/>
        <a:lstStyle/>
        <a:p>
          <a:endParaRPr lang="tr-TR"/>
        </a:p>
      </dgm:t>
    </dgm:pt>
    <dgm:pt modelId="{DC13073E-A5F5-4E67-B2B8-8E531A4560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Root Seed to Keys</a:t>
          </a:r>
          <a:endParaRPr lang="en-US" dirty="0"/>
        </a:p>
      </dgm:t>
    </dgm:pt>
    <dgm:pt modelId="{CA221D5D-955C-43C6-9519-746907D1F48B}" type="parTrans" cxnId="{720BF1E6-92E4-457F-BE42-8DCC50453E1E}">
      <dgm:prSet/>
      <dgm:spPr/>
      <dgm:t>
        <a:bodyPr/>
        <a:lstStyle/>
        <a:p>
          <a:endParaRPr lang="tr-TR"/>
        </a:p>
      </dgm:t>
    </dgm:pt>
    <dgm:pt modelId="{A63D9437-AA23-4D2D-B58A-1D432AA6AEF5}" type="sibTrans" cxnId="{720BF1E6-92E4-457F-BE42-8DCC50453E1E}">
      <dgm:prSet/>
      <dgm:spPr/>
      <dgm:t>
        <a:bodyPr/>
        <a:lstStyle/>
        <a:p>
          <a:endParaRPr lang="tr-TR"/>
        </a:p>
      </dgm:t>
    </dgm:pt>
    <dgm:pt modelId="{7858A127-2D2B-4399-9608-629F20AA6A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root seed</a:t>
          </a:r>
          <a:endParaRPr lang="tr-TR" dirty="0"/>
        </a:p>
      </dgm:t>
    </dgm:pt>
    <dgm:pt modelId="{8F5B9A65-7BBF-436F-AAF7-23A403E2C494}" type="parTrans" cxnId="{7347AF4D-129A-4078-9D0E-D8FCC039F843}">
      <dgm:prSet/>
      <dgm:spPr/>
      <dgm:t>
        <a:bodyPr/>
        <a:lstStyle/>
        <a:p>
          <a:endParaRPr lang="tr-TR"/>
        </a:p>
      </dgm:t>
    </dgm:pt>
    <dgm:pt modelId="{CB832F55-3240-468D-BE39-99B3922114B7}" type="sibTrans" cxnId="{7347AF4D-129A-4078-9D0E-D8FCC039F843}">
      <dgm:prSet/>
      <dgm:spPr/>
      <dgm:t>
        <a:bodyPr/>
        <a:lstStyle/>
        <a:p>
          <a:endParaRPr lang="tr-TR"/>
        </a:p>
      </dgm:t>
    </dgm:pt>
    <dgm:pt modelId="{63BE5226-2527-4E3E-B293-AC5214F88B0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is </a:t>
          </a:r>
          <a:r>
            <a:rPr lang="tr-TR" dirty="0"/>
            <a:t>derived from </a:t>
          </a:r>
          <a:r>
            <a:rPr lang="en-US" dirty="0"/>
            <a:t>mnemonic</a:t>
          </a:r>
          <a:endParaRPr lang="tr-TR" dirty="0"/>
        </a:p>
      </dgm:t>
    </dgm:pt>
    <dgm:pt modelId="{20D10E3D-5CC2-4B52-B369-3CB6C6F89A47}" type="parTrans" cxnId="{885AA640-34BD-4ECC-A6F4-BD5706948FA0}">
      <dgm:prSet/>
      <dgm:spPr/>
      <dgm:t>
        <a:bodyPr/>
        <a:lstStyle/>
        <a:p>
          <a:endParaRPr lang="tr-TR"/>
        </a:p>
      </dgm:t>
    </dgm:pt>
    <dgm:pt modelId="{2E4354D8-D9E2-401F-836F-2134FBD40783}" type="sibTrans" cxnId="{885AA640-34BD-4ECC-A6F4-BD5706948FA0}">
      <dgm:prSet/>
      <dgm:spPr/>
      <dgm:t>
        <a:bodyPr/>
        <a:lstStyle/>
        <a:p>
          <a:endParaRPr lang="tr-TR"/>
        </a:p>
      </dgm:t>
    </dgm:pt>
    <dgm:pt modelId="{29D5186A-C0AE-4837-87B3-6CC5AC001381}" type="pres">
      <dgm:prSet presAssocID="{10C713C4-7C6B-4F50-A5C1-3AA67FF8C95D}" presName="root" presStyleCnt="0">
        <dgm:presLayoutVars>
          <dgm:dir/>
          <dgm:resizeHandles val="exact"/>
        </dgm:presLayoutVars>
      </dgm:prSet>
      <dgm:spPr/>
    </dgm:pt>
    <dgm:pt modelId="{8ED52360-C74F-4E8A-8693-F4AF3BCD2336}" type="pres">
      <dgm:prSet presAssocID="{4F5B5876-A1D7-4117-A2A1-B0213D0494EA}" presName="compNode" presStyleCnt="0"/>
      <dgm:spPr/>
    </dgm:pt>
    <dgm:pt modelId="{2EB02819-B0AA-46E7-9EA2-8F7A2E727F30}" type="pres">
      <dgm:prSet presAssocID="{4F5B5876-A1D7-4117-A2A1-B0213D0494EA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F623535-0834-4C70-840B-9A3D798F91C6}" type="pres">
      <dgm:prSet presAssocID="{4F5B5876-A1D7-4117-A2A1-B0213D0494EA}" presName="iconSpace" presStyleCnt="0"/>
      <dgm:spPr/>
    </dgm:pt>
    <dgm:pt modelId="{72A9D1A0-1798-4790-85A4-E47EE58E5CCC}" type="pres">
      <dgm:prSet presAssocID="{4F5B5876-A1D7-4117-A2A1-B0213D0494EA}" presName="parTx" presStyleLbl="revTx" presStyleIdx="0" presStyleCnt="6">
        <dgm:presLayoutVars>
          <dgm:chMax val="0"/>
          <dgm:chPref val="0"/>
        </dgm:presLayoutVars>
      </dgm:prSet>
      <dgm:spPr/>
    </dgm:pt>
    <dgm:pt modelId="{B3C1F584-DEF2-4D61-ADFD-D09B7C952CC7}" type="pres">
      <dgm:prSet presAssocID="{4F5B5876-A1D7-4117-A2A1-B0213D0494EA}" presName="txSpace" presStyleCnt="0"/>
      <dgm:spPr/>
    </dgm:pt>
    <dgm:pt modelId="{31E4DDC8-4A51-4B53-AB2F-7D6B2B47E44A}" type="pres">
      <dgm:prSet presAssocID="{4F5B5876-A1D7-4117-A2A1-B0213D0494EA}" presName="desTx" presStyleLbl="revTx" presStyleIdx="1" presStyleCnt="6">
        <dgm:presLayoutVars/>
      </dgm:prSet>
      <dgm:spPr/>
    </dgm:pt>
    <dgm:pt modelId="{8776542D-C331-415D-84BE-17B6AF06F82B}" type="pres">
      <dgm:prSet presAssocID="{E9784258-6C4D-40B4-BFEB-175A87B4DFCA}" presName="sibTrans" presStyleCnt="0"/>
      <dgm:spPr/>
    </dgm:pt>
    <dgm:pt modelId="{F6A23320-E7ED-487C-9224-038EE8A26EB8}" type="pres">
      <dgm:prSet presAssocID="{DC13073E-A5F5-4E67-B2B8-8E531A4560EF}" presName="compNode" presStyleCnt="0"/>
      <dgm:spPr/>
    </dgm:pt>
    <dgm:pt modelId="{64E4BCCB-7549-401B-970C-6A5EA74832C9}" type="pres">
      <dgm:prSet presAssocID="{DC13073E-A5F5-4E67-B2B8-8E531A4560E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38A92A3-CC85-4B5A-8D73-A714151A2D03}" type="pres">
      <dgm:prSet presAssocID="{DC13073E-A5F5-4E67-B2B8-8E531A4560EF}" presName="iconSpace" presStyleCnt="0"/>
      <dgm:spPr/>
    </dgm:pt>
    <dgm:pt modelId="{DF484A88-CDE9-4ACE-A659-F1CD989945A9}" type="pres">
      <dgm:prSet presAssocID="{DC13073E-A5F5-4E67-B2B8-8E531A4560EF}" presName="parTx" presStyleLbl="revTx" presStyleIdx="2" presStyleCnt="6">
        <dgm:presLayoutVars>
          <dgm:chMax val="0"/>
          <dgm:chPref val="0"/>
        </dgm:presLayoutVars>
      </dgm:prSet>
      <dgm:spPr/>
    </dgm:pt>
    <dgm:pt modelId="{9626C726-B2EA-457E-8794-7BF342B4AC6D}" type="pres">
      <dgm:prSet presAssocID="{DC13073E-A5F5-4E67-B2B8-8E531A4560EF}" presName="txSpace" presStyleCnt="0"/>
      <dgm:spPr/>
    </dgm:pt>
    <dgm:pt modelId="{D3D0D83E-68C4-42A0-B23B-A1DE0D8D1C89}" type="pres">
      <dgm:prSet presAssocID="{DC13073E-A5F5-4E67-B2B8-8E531A4560EF}" presName="desTx" presStyleLbl="revTx" presStyleIdx="3" presStyleCnt="6">
        <dgm:presLayoutVars/>
      </dgm:prSet>
      <dgm:spPr/>
    </dgm:pt>
    <dgm:pt modelId="{54E9449E-8407-458E-A8A9-432D0660BEF9}" type="pres">
      <dgm:prSet presAssocID="{A63D9437-AA23-4D2D-B58A-1D432AA6AEF5}" presName="sibTrans" presStyleCnt="0"/>
      <dgm:spPr/>
    </dgm:pt>
    <dgm:pt modelId="{FDA273DC-93BF-4401-AB18-B26BCCC6B27C}" type="pres">
      <dgm:prSet presAssocID="{E3F4FD68-4BE7-4CC2-A05B-58018764553E}" presName="compNode" presStyleCnt="0"/>
      <dgm:spPr/>
    </dgm:pt>
    <dgm:pt modelId="{1BFC2888-0B1F-4CED-A2C9-D4A79968E088}" type="pres">
      <dgm:prSet presAssocID="{E3F4FD68-4BE7-4CC2-A05B-58018764553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5F43C91-13BF-4687-9552-08930E6898A0}" type="pres">
      <dgm:prSet presAssocID="{E3F4FD68-4BE7-4CC2-A05B-58018764553E}" presName="iconSpace" presStyleCnt="0"/>
      <dgm:spPr/>
    </dgm:pt>
    <dgm:pt modelId="{65E57A38-2705-458B-B2C1-D1F033F67DC0}" type="pres">
      <dgm:prSet presAssocID="{E3F4FD68-4BE7-4CC2-A05B-58018764553E}" presName="parTx" presStyleLbl="revTx" presStyleIdx="4" presStyleCnt="6">
        <dgm:presLayoutVars>
          <dgm:chMax val="0"/>
          <dgm:chPref val="0"/>
        </dgm:presLayoutVars>
      </dgm:prSet>
      <dgm:spPr/>
    </dgm:pt>
    <dgm:pt modelId="{517EFCA1-AF2E-46CC-B841-944400350D3B}" type="pres">
      <dgm:prSet presAssocID="{E3F4FD68-4BE7-4CC2-A05B-58018764553E}" presName="txSpace" presStyleCnt="0"/>
      <dgm:spPr/>
    </dgm:pt>
    <dgm:pt modelId="{3E9247A7-E838-489C-B150-934212D293AC}" type="pres">
      <dgm:prSet presAssocID="{E3F4FD68-4BE7-4CC2-A05B-58018764553E}" presName="desTx" presStyleLbl="revTx" presStyleIdx="5" presStyleCnt="6">
        <dgm:presLayoutVars/>
      </dgm:prSet>
      <dgm:spPr/>
    </dgm:pt>
  </dgm:ptLst>
  <dgm:cxnLst>
    <dgm:cxn modelId="{4E774509-CF64-4866-B206-01DA7BB7370D}" type="presOf" srcId="{DC13073E-A5F5-4E67-B2B8-8E531A4560EF}" destId="{DF484A88-CDE9-4ACE-A659-F1CD989945A9}" srcOrd="0" destOrd="0" presId="urn:microsoft.com/office/officeart/2018/2/layout/IconLabelDescriptionList"/>
    <dgm:cxn modelId="{8C410B18-1026-4BC7-99B4-56E601975567}" srcId="{10C713C4-7C6B-4F50-A5C1-3AA67FF8C95D}" destId="{E3F4FD68-4BE7-4CC2-A05B-58018764553E}" srcOrd="2" destOrd="0" parTransId="{C990FEB1-4D17-4489-AFF2-EFB16A1C5378}" sibTransId="{89DE5078-24C3-4F1A-A1D7-6B760D19FBB1}"/>
    <dgm:cxn modelId="{3DDE3328-5853-4C86-B61C-DD643D1BD64C}" type="presOf" srcId="{CEAEE762-B7DE-45E8-9CC2-DA18C4F557A5}" destId="{3E9247A7-E838-489C-B150-934212D293AC}" srcOrd="0" destOrd="0" presId="urn:microsoft.com/office/officeart/2018/2/layout/IconLabelDescriptionList"/>
    <dgm:cxn modelId="{AB18D031-BECD-42DB-B40D-D4B30DF90F4A}" type="presOf" srcId="{E3F4FD68-4BE7-4CC2-A05B-58018764553E}" destId="{65E57A38-2705-458B-B2C1-D1F033F67DC0}" srcOrd="0" destOrd="0" presId="urn:microsoft.com/office/officeart/2018/2/layout/IconLabelDescriptionList"/>
    <dgm:cxn modelId="{929DD233-B464-47D7-9EA0-DF0687212420}" type="presOf" srcId="{42C4CABB-0697-460F-BEA3-0EB6EE5670EF}" destId="{D3D0D83E-68C4-42A0-B23B-A1DE0D8D1C89}" srcOrd="0" destOrd="1" presId="urn:microsoft.com/office/officeart/2018/2/layout/IconLabelDescriptionList"/>
    <dgm:cxn modelId="{885AA640-34BD-4ECC-A6F4-BD5706948FA0}" srcId="{4F5B5876-A1D7-4117-A2A1-B0213D0494EA}" destId="{63BE5226-2527-4E3E-B293-AC5214F88B04}" srcOrd="1" destOrd="0" parTransId="{20D10E3D-5CC2-4B52-B369-3CB6C6F89A47}" sibTransId="{2E4354D8-D9E2-401F-836F-2134FBD40783}"/>
    <dgm:cxn modelId="{BC7CC344-9459-4529-89A1-5A4770FC647E}" type="presOf" srcId="{10C713C4-7C6B-4F50-A5C1-3AA67FF8C95D}" destId="{29D5186A-C0AE-4837-87B3-6CC5AC001381}" srcOrd="0" destOrd="0" presId="urn:microsoft.com/office/officeart/2018/2/layout/IconLabelDescriptionList"/>
    <dgm:cxn modelId="{7347AF4D-129A-4078-9D0E-D8FCC039F843}" srcId="{4F5B5876-A1D7-4117-A2A1-B0213D0494EA}" destId="{7858A127-2D2B-4399-9608-629F20AA6AE7}" srcOrd="0" destOrd="0" parTransId="{8F5B9A65-7BBF-436F-AAF7-23A403E2C494}" sibTransId="{CB832F55-3240-468D-BE39-99B3922114B7}"/>
    <dgm:cxn modelId="{C7EDDC8F-C493-48A4-96FF-60BC60927741}" srcId="{DC13073E-A5F5-4E67-B2B8-8E531A4560EF}" destId="{D27EC257-E90F-4CEB-B1AE-8CD45725084E}" srcOrd="0" destOrd="0" parTransId="{C9005A5D-644C-40CF-AA26-673831B32025}" sibTransId="{589AE47F-D6D8-4FC6-903F-F741B7E43B4C}"/>
    <dgm:cxn modelId="{387C2793-0F90-4ABB-9A63-C5301A90740B}" srcId="{E3F4FD68-4BE7-4CC2-A05B-58018764553E}" destId="{CEAEE762-B7DE-45E8-9CC2-DA18C4F557A5}" srcOrd="0" destOrd="0" parTransId="{CF73599E-6276-4193-9417-D93924EFF435}" sibTransId="{4097BCA0-50DD-4E63-B074-68DD4A05F28E}"/>
    <dgm:cxn modelId="{EE9AC697-28A9-4C92-8403-803A8AF54288}" type="presOf" srcId="{7858A127-2D2B-4399-9608-629F20AA6AE7}" destId="{31E4DDC8-4A51-4B53-AB2F-7D6B2B47E44A}" srcOrd="0" destOrd="0" presId="urn:microsoft.com/office/officeart/2018/2/layout/IconLabelDescriptionList"/>
    <dgm:cxn modelId="{6D4E94A7-1224-4C55-A8BA-40FF5347F5DE}" type="presOf" srcId="{D27EC257-E90F-4CEB-B1AE-8CD45725084E}" destId="{D3D0D83E-68C4-42A0-B23B-A1DE0D8D1C89}" srcOrd="0" destOrd="0" presId="urn:microsoft.com/office/officeart/2018/2/layout/IconLabelDescriptionList"/>
    <dgm:cxn modelId="{AE3A2ABD-48F1-4A35-8417-AF98ACC1689F}" srcId="{10C713C4-7C6B-4F50-A5C1-3AA67FF8C95D}" destId="{4F5B5876-A1D7-4117-A2A1-B0213D0494EA}" srcOrd="0" destOrd="0" parTransId="{1D89DF63-CAFD-42B3-A464-04F9950CB59A}" sibTransId="{E9784258-6C4D-40B4-BFEB-175A87B4DFCA}"/>
    <dgm:cxn modelId="{638CE2C1-AF2B-4810-AFC6-9FCA975FEED0}" srcId="{DC13073E-A5F5-4E67-B2B8-8E531A4560EF}" destId="{42C4CABB-0697-460F-BEA3-0EB6EE5670EF}" srcOrd="1" destOrd="0" parTransId="{96D05E1B-B03E-4832-8281-2D79F6B5A8C5}" sibTransId="{B8256885-B7EF-4C62-8644-B3CE2E2A4EA9}"/>
    <dgm:cxn modelId="{60208DD6-9BDD-4410-8208-15C323ED6EF6}" type="presOf" srcId="{4F5B5876-A1D7-4117-A2A1-B0213D0494EA}" destId="{72A9D1A0-1798-4790-85A4-E47EE58E5CCC}" srcOrd="0" destOrd="0" presId="urn:microsoft.com/office/officeart/2018/2/layout/IconLabelDescriptionList"/>
    <dgm:cxn modelId="{720BF1E6-92E4-457F-BE42-8DCC50453E1E}" srcId="{10C713C4-7C6B-4F50-A5C1-3AA67FF8C95D}" destId="{DC13073E-A5F5-4E67-B2B8-8E531A4560EF}" srcOrd="1" destOrd="0" parTransId="{CA221D5D-955C-43C6-9519-746907D1F48B}" sibTransId="{A63D9437-AA23-4D2D-B58A-1D432AA6AEF5}"/>
    <dgm:cxn modelId="{2E22CDEF-BD54-4BCE-9DC0-56042AC7291D}" type="presOf" srcId="{63BE5226-2527-4E3E-B293-AC5214F88B04}" destId="{31E4DDC8-4A51-4B53-AB2F-7D6B2B47E44A}" srcOrd="0" destOrd="1" presId="urn:microsoft.com/office/officeart/2018/2/layout/IconLabelDescriptionList"/>
    <dgm:cxn modelId="{3954D1DE-8635-47A7-9D0C-717ADC6EA0EB}" type="presParOf" srcId="{29D5186A-C0AE-4837-87B3-6CC5AC001381}" destId="{8ED52360-C74F-4E8A-8693-F4AF3BCD2336}" srcOrd="0" destOrd="0" presId="urn:microsoft.com/office/officeart/2018/2/layout/IconLabelDescriptionList"/>
    <dgm:cxn modelId="{1F5A7572-45FD-4725-8156-119E0149A630}" type="presParOf" srcId="{8ED52360-C74F-4E8A-8693-F4AF3BCD2336}" destId="{2EB02819-B0AA-46E7-9EA2-8F7A2E727F30}" srcOrd="0" destOrd="0" presId="urn:microsoft.com/office/officeart/2018/2/layout/IconLabelDescriptionList"/>
    <dgm:cxn modelId="{8FDE32A1-EA73-4EF8-AAAE-1F9B21F876CF}" type="presParOf" srcId="{8ED52360-C74F-4E8A-8693-F4AF3BCD2336}" destId="{AF623535-0834-4C70-840B-9A3D798F91C6}" srcOrd="1" destOrd="0" presId="urn:microsoft.com/office/officeart/2018/2/layout/IconLabelDescriptionList"/>
    <dgm:cxn modelId="{6B02ED7F-F03B-43F4-82BA-D436A1824F81}" type="presParOf" srcId="{8ED52360-C74F-4E8A-8693-F4AF3BCD2336}" destId="{72A9D1A0-1798-4790-85A4-E47EE58E5CCC}" srcOrd="2" destOrd="0" presId="urn:microsoft.com/office/officeart/2018/2/layout/IconLabelDescriptionList"/>
    <dgm:cxn modelId="{DD54538A-9EB5-46EE-9012-5F280446505C}" type="presParOf" srcId="{8ED52360-C74F-4E8A-8693-F4AF3BCD2336}" destId="{B3C1F584-DEF2-4D61-ADFD-D09B7C952CC7}" srcOrd="3" destOrd="0" presId="urn:microsoft.com/office/officeart/2018/2/layout/IconLabelDescriptionList"/>
    <dgm:cxn modelId="{17BA17F7-DAE9-4C82-A858-D5D23D023DB8}" type="presParOf" srcId="{8ED52360-C74F-4E8A-8693-F4AF3BCD2336}" destId="{31E4DDC8-4A51-4B53-AB2F-7D6B2B47E44A}" srcOrd="4" destOrd="0" presId="urn:microsoft.com/office/officeart/2018/2/layout/IconLabelDescriptionList"/>
    <dgm:cxn modelId="{9EC36C9C-7C56-4E87-A31C-697BC88EB48F}" type="presParOf" srcId="{29D5186A-C0AE-4837-87B3-6CC5AC001381}" destId="{8776542D-C331-415D-84BE-17B6AF06F82B}" srcOrd="1" destOrd="0" presId="urn:microsoft.com/office/officeart/2018/2/layout/IconLabelDescriptionList"/>
    <dgm:cxn modelId="{788BDCFA-770E-4C5F-A2B4-29E90476709D}" type="presParOf" srcId="{29D5186A-C0AE-4837-87B3-6CC5AC001381}" destId="{F6A23320-E7ED-487C-9224-038EE8A26EB8}" srcOrd="2" destOrd="0" presId="urn:microsoft.com/office/officeart/2018/2/layout/IconLabelDescriptionList"/>
    <dgm:cxn modelId="{BB355265-685B-47CE-B7F2-740F9E368860}" type="presParOf" srcId="{F6A23320-E7ED-487C-9224-038EE8A26EB8}" destId="{64E4BCCB-7549-401B-970C-6A5EA74832C9}" srcOrd="0" destOrd="0" presId="urn:microsoft.com/office/officeart/2018/2/layout/IconLabelDescriptionList"/>
    <dgm:cxn modelId="{727ABDCA-2B20-4B82-8B0E-44321130D14E}" type="presParOf" srcId="{F6A23320-E7ED-487C-9224-038EE8A26EB8}" destId="{C38A92A3-CC85-4B5A-8D73-A714151A2D03}" srcOrd="1" destOrd="0" presId="urn:microsoft.com/office/officeart/2018/2/layout/IconLabelDescriptionList"/>
    <dgm:cxn modelId="{AE83C90C-5549-4ED9-8BB4-67F31456CB72}" type="presParOf" srcId="{F6A23320-E7ED-487C-9224-038EE8A26EB8}" destId="{DF484A88-CDE9-4ACE-A659-F1CD989945A9}" srcOrd="2" destOrd="0" presId="urn:microsoft.com/office/officeart/2018/2/layout/IconLabelDescriptionList"/>
    <dgm:cxn modelId="{5A378E33-CB60-4FA1-AE79-057CEAD6F98D}" type="presParOf" srcId="{F6A23320-E7ED-487C-9224-038EE8A26EB8}" destId="{9626C726-B2EA-457E-8794-7BF342B4AC6D}" srcOrd="3" destOrd="0" presId="urn:microsoft.com/office/officeart/2018/2/layout/IconLabelDescriptionList"/>
    <dgm:cxn modelId="{820D4F7E-ED4D-42DA-B7B1-7FC9449932C0}" type="presParOf" srcId="{F6A23320-E7ED-487C-9224-038EE8A26EB8}" destId="{D3D0D83E-68C4-42A0-B23B-A1DE0D8D1C89}" srcOrd="4" destOrd="0" presId="urn:microsoft.com/office/officeart/2018/2/layout/IconLabelDescriptionList"/>
    <dgm:cxn modelId="{6E7F429A-2669-4E3E-92F9-3719BFC0567F}" type="presParOf" srcId="{29D5186A-C0AE-4837-87B3-6CC5AC001381}" destId="{54E9449E-8407-458E-A8A9-432D0660BEF9}" srcOrd="3" destOrd="0" presId="urn:microsoft.com/office/officeart/2018/2/layout/IconLabelDescriptionList"/>
    <dgm:cxn modelId="{F658A9BA-A133-4C7D-8FD8-37F91C923280}" type="presParOf" srcId="{29D5186A-C0AE-4837-87B3-6CC5AC001381}" destId="{FDA273DC-93BF-4401-AB18-B26BCCC6B27C}" srcOrd="4" destOrd="0" presId="urn:microsoft.com/office/officeart/2018/2/layout/IconLabelDescriptionList"/>
    <dgm:cxn modelId="{4F7A657C-A220-47A3-B085-F01D7EC87341}" type="presParOf" srcId="{FDA273DC-93BF-4401-AB18-B26BCCC6B27C}" destId="{1BFC2888-0B1F-4CED-A2C9-D4A79968E088}" srcOrd="0" destOrd="0" presId="urn:microsoft.com/office/officeart/2018/2/layout/IconLabelDescriptionList"/>
    <dgm:cxn modelId="{6AAD4261-444D-4EDE-B495-5C8DC09CDAAE}" type="presParOf" srcId="{FDA273DC-93BF-4401-AB18-B26BCCC6B27C}" destId="{55F43C91-13BF-4687-9552-08930E6898A0}" srcOrd="1" destOrd="0" presId="urn:microsoft.com/office/officeart/2018/2/layout/IconLabelDescriptionList"/>
    <dgm:cxn modelId="{E58B55F7-3C88-435B-B70F-E4DC67DC1508}" type="presParOf" srcId="{FDA273DC-93BF-4401-AB18-B26BCCC6B27C}" destId="{65E57A38-2705-458B-B2C1-D1F033F67DC0}" srcOrd="2" destOrd="0" presId="urn:microsoft.com/office/officeart/2018/2/layout/IconLabelDescriptionList"/>
    <dgm:cxn modelId="{498E2E63-85D9-4D1C-87FC-DB3D49ABFA80}" type="presParOf" srcId="{FDA273DC-93BF-4401-AB18-B26BCCC6B27C}" destId="{517EFCA1-AF2E-46CC-B841-944400350D3B}" srcOrd="3" destOrd="0" presId="urn:microsoft.com/office/officeart/2018/2/layout/IconLabelDescriptionList"/>
    <dgm:cxn modelId="{B0239D35-AF69-4E0C-BCC5-F8A8ED833BC7}" type="presParOf" srcId="{FDA273DC-93BF-4401-AB18-B26BCCC6B27C}" destId="{3E9247A7-E838-489C-B150-934212D293A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A9CBAF6-792A-407A-924E-834C95F464EB}">
      <dgm:prSet phldrT="[Text]"/>
      <dgm:spPr/>
      <dgm:t>
        <a:bodyPr/>
        <a:lstStyle/>
        <a:p>
          <a:r>
            <a:rPr lang="tr-TR" dirty="0"/>
            <a:t>Mnemonic</a:t>
          </a:r>
        </a:p>
      </dgm:t>
    </dgm:pt>
    <dgm:pt modelId="{23E5D1B3-E2CA-463B-9C19-78E2BBFAC655}" type="parTrans" cxnId="{61FA64D7-88A7-498B-83FC-17A4745B7A58}">
      <dgm:prSet/>
      <dgm:spPr/>
      <dgm:t>
        <a:bodyPr/>
        <a:lstStyle/>
        <a:p>
          <a:endParaRPr lang="tr-TR"/>
        </a:p>
      </dgm:t>
    </dgm:pt>
    <dgm:pt modelId="{60C22067-3869-4F50-A0C7-C135070B7BAB}" type="sibTrans" cxnId="{61FA64D7-88A7-498B-83FC-17A4745B7A58}">
      <dgm:prSet/>
      <dgm:spPr/>
      <dgm:t>
        <a:bodyPr/>
        <a:lstStyle/>
        <a:p>
          <a:endParaRPr lang="tr-TR"/>
        </a:p>
      </dgm:t>
    </dgm:pt>
    <dgm:pt modelId="{D7211061-BFB2-44F5-BE73-A2E692C719C5}">
      <dgm:prSet phldrT="[Text]"/>
      <dgm:spPr/>
      <dgm:t>
        <a:bodyPr/>
        <a:lstStyle/>
        <a:p>
          <a:r>
            <a:rPr lang="tr-TR" dirty="0"/>
            <a:t>Root Seed</a:t>
          </a:r>
        </a:p>
      </dgm:t>
    </dgm:pt>
    <dgm:pt modelId="{7BA277DD-D1AF-4ED0-9E3D-38E7DBA93180}" type="parTrans" cxnId="{6A026573-B890-42DB-B2ED-DB0E206BA6FC}">
      <dgm:prSet/>
      <dgm:spPr/>
      <dgm:t>
        <a:bodyPr/>
        <a:lstStyle/>
        <a:p>
          <a:endParaRPr lang="tr-TR"/>
        </a:p>
      </dgm:t>
    </dgm:pt>
    <dgm:pt modelId="{832C5BD1-5EFD-4B62-89DC-6E853C812606}" type="sibTrans" cxnId="{6A026573-B890-42DB-B2ED-DB0E206BA6FC}">
      <dgm:prSet/>
      <dgm:spPr/>
      <dgm:t>
        <a:bodyPr/>
        <a:lstStyle/>
        <a:p>
          <a:endParaRPr lang="tr-TR"/>
        </a:p>
      </dgm:t>
    </dgm:pt>
    <dgm:pt modelId="{C6169073-6790-41F5-B64F-1A5244C4C682}">
      <dgm:prSet phldrT="[Text]"/>
      <dgm:spPr/>
      <dgm:t>
        <a:bodyPr/>
        <a:lstStyle/>
        <a:p>
          <a:r>
            <a:rPr lang="tr-TR" dirty="0"/>
            <a:t>Keys</a:t>
          </a:r>
        </a:p>
      </dgm:t>
    </dgm:pt>
    <dgm:pt modelId="{4746B72E-8D5D-4E4C-99C1-6BD72F3788C7}" type="parTrans" cxnId="{CF0DE74B-827B-4C8C-AEE3-A87D751A0539}">
      <dgm:prSet/>
      <dgm:spPr/>
      <dgm:t>
        <a:bodyPr/>
        <a:lstStyle/>
        <a:p>
          <a:endParaRPr lang="tr-TR"/>
        </a:p>
      </dgm:t>
    </dgm:pt>
    <dgm:pt modelId="{538FB419-E056-4F20-8EF0-3E0BD22DB3C5}" type="sibTrans" cxnId="{CF0DE74B-827B-4C8C-AEE3-A87D751A0539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A54E65C6-E65D-4C8C-8816-9A6A547710B6}" type="pres">
      <dgm:prSet presAssocID="{2A9CBAF6-792A-407A-924E-834C95F464EB}" presName="node" presStyleLbl="node1" presStyleIdx="0" presStyleCnt="3">
        <dgm:presLayoutVars>
          <dgm:bulletEnabled val="1"/>
        </dgm:presLayoutVars>
      </dgm:prSet>
      <dgm:spPr/>
    </dgm:pt>
    <dgm:pt modelId="{729833FB-8A27-41AF-941E-F176057802FA}" type="pres">
      <dgm:prSet presAssocID="{60C22067-3869-4F50-A0C7-C135070B7BAB}" presName="sibTrans" presStyleLbl="sibTrans2D1" presStyleIdx="0" presStyleCnt="2"/>
      <dgm:spPr/>
    </dgm:pt>
    <dgm:pt modelId="{35D51FDE-5436-4204-90F8-013D683C7CBB}" type="pres">
      <dgm:prSet presAssocID="{60C22067-3869-4F50-A0C7-C135070B7BAB}" presName="connectorText" presStyleLbl="sibTrans2D1" presStyleIdx="0" presStyleCnt="2"/>
      <dgm:spPr/>
    </dgm:pt>
    <dgm:pt modelId="{63C43116-DB18-4021-85ED-7CDC297E9EC7}" type="pres">
      <dgm:prSet presAssocID="{D7211061-BFB2-44F5-BE73-A2E692C719C5}" presName="node" presStyleLbl="node1" presStyleIdx="1" presStyleCnt="3">
        <dgm:presLayoutVars>
          <dgm:bulletEnabled val="1"/>
        </dgm:presLayoutVars>
      </dgm:prSet>
      <dgm:spPr/>
    </dgm:pt>
    <dgm:pt modelId="{92E83B3D-70CA-4198-A687-A9F3D0E89FEA}" type="pres">
      <dgm:prSet presAssocID="{832C5BD1-5EFD-4B62-89DC-6E853C812606}" presName="sibTrans" presStyleLbl="sibTrans2D1" presStyleIdx="1" presStyleCnt="2"/>
      <dgm:spPr/>
    </dgm:pt>
    <dgm:pt modelId="{6D55F1D7-5F39-4DF3-9829-04B30A37FD1D}" type="pres">
      <dgm:prSet presAssocID="{832C5BD1-5EFD-4B62-89DC-6E853C812606}" presName="connectorText" presStyleLbl="sibTrans2D1" presStyleIdx="1" presStyleCnt="2"/>
      <dgm:spPr/>
    </dgm:pt>
    <dgm:pt modelId="{7398F9D2-09CB-416F-8095-E7EE157723F5}" type="pres">
      <dgm:prSet presAssocID="{C6169073-6790-41F5-B64F-1A5244C4C682}" presName="node" presStyleLbl="node1" presStyleIdx="2" presStyleCnt="3">
        <dgm:presLayoutVars>
          <dgm:bulletEnabled val="1"/>
        </dgm:presLayoutVars>
      </dgm:prSet>
      <dgm:spPr/>
    </dgm:pt>
  </dgm:ptLst>
  <dgm:cxnLst>
    <dgm:cxn modelId="{F0ADED1D-93B9-4F9B-BB48-D09ACC7980B0}" type="presOf" srcId="{832C5BD1-5EFD-4B62-89DC-6E853C812606}" destId="{6D55F1D7-5F39-4DF3-9829-04B30A37FD1D}" srcOrd="1" destOrd="0" presId="urn:microsoft.com/office/officeart/2005/8/layout/process1"/>
    <dgm:cxn modelId="{66C4511F-937A-4564-8532-60E46DF059E1}" type="presOf" srcId="{D7211061-BFB2-44F5-BE73-A2E692C719C5}" destId="{63C43116-DB18-4021-85ED-7CDC297E9EC7}" srcOrd="0" destOrd="0" presId="urn:microsoft.com/office/officeart/2005/8/layout/process1"/>
    <dgm:cxn modelId="{2CC8C62F-7EA9-4B48-A379-A598AC1F5E4A}" type="presOf" srcId="{832C5BD1-5EFD-4B62-89DC-6E853C812606}" destId="{92E83B3D-70CA-4198-A687-A9F3D0E89FEA}" srcOrd="0" destOrd="0" presId="urn:microsoft.com/office/officeart/2005/8/layout/process1"/>
    <dgm:cxn modelId="{D3D33532-7CD3-4DB6-85A6-0EAD58455036}" type="presOf" srcId="{C6169073-6790-41F5-B64F-1A5244C4C682}" destId="{7398F9D2-09CB-416F-8095-E7EE157723F5}" srcOrd="0" destOrd="0" presId="urn:microsoft.com/office/officeart/2005/8/layout/process1"/>
    <dgm:cxn modelId="{CF0DE74B-827B-4C8C-AEE3-A87D751A0539}" srcId="{A2961900-A285-458B-8BCB-D7E84CC65DD8}" destId="{C6169073-6790-41F5-B64F-1A5244C4C682}" srcOrd="2" destOrd="0" parTransId="{4746B72E-8D5D-4E4C-99C1-6BD72F3788C7}" sibTransId="{538FB419-E056-4F20-8EF0-3E0BD22DB3C5}"/>
    <dgm:cxn modelId="{386BFA6E-30D7-4C81-B90A-BB69EC89B075}" type="presOf" srcId="{2A9CBAF6-792A-407A-924E-834C95F464EB}" destId="{A54E65C6-E65D-4C8C-8816-9A6A547710B6}" srcOrd="0" destOrd="0" presId="urn:microsoft.com/office/officeart/2005/8/layout/process1"/>
    <dgm:cxn modelId="{6A026573-B890-42DB-B2ED-DB0E206BA6FC}" srcId="{A2961900-A285-458B-8BCB-D7E84CC65DD8}" destId="{D7211061-BFB2-44F5-BE73-A2E692C719C5}" srcOrd="1" destOrd="0" parTransId="{7BA277DD-D1AF-4ED0-9E3D-38E7DBA93180}" sibTransId="{832C5BD1-5EFD-4B62-89DC-6E853C812606}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F0E559BD-429C-4E52-9B11-1EF8ADCA4870}" type="presOf" srcId="{60C22067-3869-4F50-A0C7-C135070B7BAB}" destId="{729833FB-8A27-41AF-941E-F176057802FA}" srcOrd="0" destOrd="0" presId="urn:microsoft.com/office/officeart/2005/8/layout/process1"/>
    <dgm:cxn modelId="{E3C23ED3-5D70-483C-94BF-503893418067}" type="presOf" srcId="{60C22067-3869-4F50-A0C7-C135070B7BAB}" destId="{35D51FDE-5436-4204-90F8-013D683C7CBB}" srcOrd="1" destOrd="0" presId="urn:microsoft.com/office/officeart/2005/8/layout/process1"/>
    <dgm:cxn modelId="{61FA64D7-88A7-498B-83FC-17A4745B7A58}" srcId="{A2961900-A285-458B-8BCB-D7E84CC65DD8}" destId="{2A9CBAF6-792A-407A-924E-834C95F464EB}" srcOrd="0" destOrd="0" parTransId="{23E5D1B3-E2CA-463B-9C19-78E2BBFAC655}" sibTransId="{60C22067-3869-4F50-A0C7-C135070B7BAB}"/>
    <dgm:cxn modelId="{1AF99B36-A29E-4A26-887F-A65FD4FEFC0C}" type="presParOf" srcId="{CD0F9DFE-8DDE-48A1-9FE0-2F76F9EEF7FD}" destId="{A54E65C6-E65D-4C8C-8816-9A6A547710B6}" srcOrd="0" destOrd="0" presId="urn:microsoft.com/office/officeart/2005/8/layout/process1"/>
    <dgm:cxn modelId="{65A3EB04-D39F-4FD2-8679-ABE5F3079A9C}" type="presParOf" srcId="{CD0F9DFE-8DDE-48A1-9FE0-2F76F9EEF7FD}" destId="{729833FB-8A27-41AF-941E-F176057802FA}" srcOrd="1" destOrd="0" presId="urn:microsoft.com/office/officeart/2005/8/layout/process1"/>
    <dgm:cxn modelId="{2CBFB3A5-475A-4753-8AB6-C0F3688C384B}" type="presParOf" srcId="{729833FB-8A27-41AF-941E-F176057802FA}" destId="{35D51FDE-5436-4204-90F8-013D683C7CBB}" srcOrd="0" destOrd="0" presId="urn:microsoft.com/office/officeart/2005/8/layout/process1"/>
    <dgm:cxn modelId="{B5F08F57-3372-4520-9B83-9CC667A870B5}" type="presParOf" srcId="{CD0F9DFE-8DDE-48A1-9FE0-2F76F9EEF7FD}" destId="{63C43116-DB18-4021-85ED-7CDC297E9EC7}" srcOrd="2" destOrd="0" presId="urn:microsoft.com/office/officeart/2005/8/layout/process1"/>
    <dgm:cxn modelId="{E781CEB5-2C98-4CF1-9689-6889C2B4BBF2}" type="presParOf" srcId="{CD0F9DFE-8DDE-48A1-9FE0-2F76F9EEF7FD}" destId="{92E83B3D-70CA-4198-A687-A9F3D0E89FEA}" srcOrd="3" destOrd="0" presId="urn:microsoft.com/office/officeart/2005/8/layout/process1"/>
    <dgm:cxn modelId="{AC95AD59-93A2-45F5-AF56-5BB209FC6599}" type="presParOf" srcId="{92E83B3D-70CA-4198-A687-A9F3D0E89FEA}" destId="{6D55F1D7-5F39-4DF3-9829-04B30A37FD1D}" srcOrd="0" destOrd="0" presId="urn:microsoft.com/office/officeart/2005/8/layout/process1"/>
    <dgm:cxn modelId="{E7C7C01F-6E7E-41AD-82B0-8B020CF13F6E}" type="presParOf" srcId="{CD0F9DFE-8DDE-48A1-9FE0-2F76F9EEF7FD}" destId="{7398F9D2-09CB-416F-8095-E7EE157723F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A9CBAF6-792A-407A-924E-834C95F464EB}">
      <dgm:prSet phldrT="[Text]"/>
      <dgm:spPr/>
      <dgm:t>
        <a:bodyPr/>
        <a:lstStyle/>
        <a:p>
          <a:r>
            <a:rPr lang="tr-TR" dirty="0" err="1"/>
            <a:t>Random</a:t>
          </a:r>
          <a:r>
            <a:rPr lang="tr-TR" dirty="0"/>
            <a:t> </a:t>
          </a:r>
          <a:r>
            <a:rPr lang="tr-TR" dirty="0" err="1"/>
            <a:t>Number</a:t>
          </a:r>
          <a:endParaRPr lang="tr-TR" dirty="0"/>
        </a:p>
      </dgm:t>
    </dgm:pt>
    <dgm:pt modelId="{23E5D1B3-E2CA-463B-9C19-78E2BBFAC655}" type="parTrans" cxnId="{61FA64D7-88A7-498B-83FC-17A4745B7A58}">
      <dgm:prSet/>
      <dgm:spPr/>
      <dgm:t>
        <a:bodyPr/>
        <a:lstStyle/>
        <a:p>
          <a:endParaRPr lang="tr-TR"/>
        </a:p>
      </dgm:t>
    </dgm:pt>
    <dgm:pt modelId="{60C22067-3869-4F50-A0C7-C135070B7BAB}" type="sibTrans" cxnId="{61FA64D7-88A7-498B-83FC-17A4745B7A58}">
      <dgm:prSet/>
      <dgm:spPr/>
      <dgm:t>
        <a:bodyPr/>
        <a:lstStyle/>
        <a:p>
          <a:endParaRPr lang="tr-TR"/>
        </a:p>
      </dgm:t>
    </dgm:pt>
    <dgm:pt modelId="{D7211061-BFB2-44F5-BE73-A2E692C719C5}">
      <dgm:prSet phldrT="[Text]"/>
      <dgm:spPr/>
      <dgm:t>
        <a:bodyPr/>
        <a:lstStyle/>
        <a:p>
          <a:r>
            <a:rPr lang="tr-TR" dirty="0"/>
            <a:t>Root Seed</a:t>
          </a:r>
        </a:p>
      </dgm:t>
    </dgm:pt>
    <dgm:pt modelId="{7BA277DD-D1AF-4ED0-9E3D-38E7DBA93180}" type="parTrans" cxnId="{6A026573-B890-42DB-B2ED-DB0E206BA6FC}">
      <dgm:prSet/>
      <dgm:spPr/>
      <dgm:t>
        <a:bodyPr/>
        <a:lstStyle/>
        <a:p>
          <a:endParaRPr lang="tr-TR"/>
        </a:p>
      </dgm:t>
    </dgm:pt>
    <dgm:pt modelId="{832C5BD1-5EFD-4B62-89DC-6E853C812606}" type="sibTrans" cxnId="{6A026573-B890-42DB-B2ED-DB0E206BA6FC}">
      <dgm:prSet/>
      <dgm:spPr/>
      <dgm:t>
        <a:bodyPr/>
        <a:lstStyle/>
        <a:p>
          <a:endParaRPr lang="tr-TR"/>
        </a:p>
      </dgm:t>
    </dgm:pt>
    <dgm:pt modelId="{C6169073-6790-41F5-B64F-1A5244C4C682}">
      <dgm:prSet phldrT="[Text]"/>
      <dgm:spPr/>
      <dgm:t>
        <a:bodyPr/>
        <a:lstStyle/>
        <a:p>
          <a:r>
            <a:rPr lang="tr-TR" dirty="0"/>
            <a:t>SHA 512</a:t>
          </a:r>
        </a:p>
      </dgm:t>
    </dgm:pt>
    <dgm:pt modelId="{4746B72E-8D5D-4E4C-99C1-6BD72F3788C7}" type="parTrans" cxnId="{CF0DE74B-827B-4C8C-AEE3-A87D751A0539}">
      <dgm:prSet/>
      <dgm:spPr/>
      <dgm:t>
        <a:bodyPr/>
        <a:lstStyle/>
        <a:p>
          <a:endParaRPr lang="tr-TR"/>
        </a:p>
      </dgm:t>
    </dgm:pt>
    <dgm:pt modelId="{538FB419-E056-4F20-8EF0-3E0BD22DB3C5}" type="sibTrans" cxnId="{CF0DE74B-827B-4C8C-AEE3-A87D751A0539}">
      <dgm:prSet/>
      <dgm:spPr/>
      <dgm:t>
        <a:bodyPr/>
        <a:lstStyle/>
        <a:p>
          <a:endParaRPr lang="tr-TR"/>
        </a:p>
      </dgm:t>
    </dgm:pt>
    <dgm:pt modelId="{872602EF-1C0F-42FD-BC52-46823B9FC802}">
      <dgm:prSet phldrT="[Text]"/>
      <dgm:spPr/>
      <dgm:t>
        <a:bodyPr/>
        <a:lstStyle/>
        <a:p>
          <a:r>
            <a:rPr lang="tr-TR"/>
            <a:t>Mnemonic</a:t>
          </a:r>
          <a:endParaRPr lang="tr-TR" dirty="0"/>
        </a:p>
      </dgm:t>
    </dgm:pt>
    <dgm:pt modelId="{11A91E5C-8B3C-44BF-A4AE-B2F9D545D070}" type="parTrans" cxnId="{8D85C7A2-B8D7-476B-893E-0580EAB4BD59}">
      <dgm:prSet/>
      <dgm:spPr/>
      <dgm:t>
        <a:bodyPr/>
        <a:lstStyle/>
        <a:p>
          <a:endParaRPr lang="tr-TR"/>
        </a:p>
      </dgm:t>
    </dgm:pt>
    <dgm:pt modelId="{EDA67AFF-97C8-429E-91B6-19864D5DE0B4}" type="sibTrans" cxnId="{8D85C7A2-B8D7-476B-893E-0580EAB4BD59}">
      <dgm:prSet/>
      <dgm:spPr/>
      <dgm:t>
        <a:bodyPr/>
        <a:lstStyle/>
        <a:p>
          <a:endParaRPr lang="tr-TR"/>
        </a:p>
      </dgm:t>
    </dgm:pt>
    <dgm:pt modelId="{2463C25B-78D5-4899-BFD4-EFFF9105A331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Chain</a:t>
          </a:r>
          <a:r>
            <a:rPr lang="tr-TR" dirty="0"/>
            <a:t> </a:t>
          </a:r>
          <a:r>
            <a:rPr lang="tr-TR" dirty="0" err="1"/>
            <a:t>Code</a:t>
          </a:r>
          <a:r>
            <a:rPr lang="tr-TR" dirty="0"/>
            <a:t>: Right 256 </a:t>
          </a:r>
          <a:r>
            <a:rPr lang="tr-TR" dirty="0" err="1"/>
            <a:t>Bits</a:t>
          </a:r>
          <a:endParaRPr lang="tr-TR" dirty="0"/>
        </a:p>
      </dgm:t>
    </dgm:pt>
    <dgm:pt modelId="{2186FA68-A436-4051-9001-FB7AFCE9A182}" type="parTrans" cxnId="{1A2D5198-6AE7-4827-BE19-09F347E75A22}">
      <dgm:prSet/>
      <dgm:spPr/>
      <dgm:t>
        <a:bodyPr/>
        <a:lstStyle/>
        <a:p>
          <a:endParaRPr lang="tr-TR"/>
        </a:p>
      </dgm:t>
    </dgm:pt>
    <dgm:pt modelId="{0A01696F-D6E5-43EC-BDD0-8D6DF562784E}" type="sibTrans" cxnId="{1A2D5198-6AE7-4827-BE19-09F347E75A22}">
      <dgm:prSet/>
      <dgm:spPr/>
      <dgm:t>
        <a:bodyPr/>
        <a:lstStyle/>
        <a:p>
          <a:endParaRPr lang="tr-TR"/>
        </a:p>
      </dgm:t>
    </dgm:pt>
    <dgm:pt modelId="{8488BED5-A505-479B-96D8-8C45EF2FA6F7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r>
            <a:rPr lang="tr-TR" dirty="0"/>
            <a:t>: </a:t>
          </a:r>
          <a:r>
            <a:rPr lang="tr-TR" dirty="0" err="1"/>
            <a:t>Left</a:t>
          </a:r>
          <a:r>
            <a:rPr lang="tr-TR" dirty="0"/>
            <a:t> 256 </a:t>
          </a:r>
          <a:r>
            <a:rPr lang="tr-TR" dirty="0" err="1"/>
            <a:t>Bits</a:t>
          </a:r>
          <a:endParaRPr lang="tr-TR" dirty="0"/>
        </a:p>
      </dgm:t>
    </dgm:pt>
    <dgm:pt modelId="{CF815D27-0409-44F0-B57C-D9623169F4A8}" type="parTrans" cxnId="{403202A7-0634-4D9A-AAC8-832767B160B7}">
      <dgm:prSet/>
      <dgm:spPr/>
      <dgm:t>
        <a:bodyPr/>
        <a:lstStyle/>
        <a:p>
          <a:endParaRPr lang="tr-TR"/>
        </a:p>
      </dgm:t>
    </dgm:pt>
    <dgm:pt modelId="{E9343762-27FC-4BB1-8A7E-83E7D482463D}" type="sibTrans" cxnId="{403202A7-0634-4D9A-AAC8-832767B160B7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A54E65C6-E65D-4C8C-8816-9A6A547710B6}" type="pres">
      <dgm:prSet presAssocID="{2A9CBAF6-792A-407A-924E-834C95F464EB}" presName="node" presStyleLbl="node1" presStyleIdx="0" presStyleCnt="4">
        <dgm:presLayoutVars>
          <dgm:bulletEnabled val="1"/>
        </dgm:presLayoutVars>
      </dgm:prSet>
      <dgm:spPr/>
    </dgm:pt>
    <dgm:pt modelId="{729833FB-8A27-41AF-941E-F176057802FA}" type="pres">
      <dgm:prSet presAssocID="{60C22067-3869-4F50-A0C7-C135070B7BAB}" presName="sibTrans" presStyleLbl="sibTrans2D1" presStyleIdx="0" presStyleCnt="3"/>
      <dgm:spPr/>
    </dgm:pt>
    <dgm:pt modelId="{35D51FDE-5436-4204-90F8-013D683C7CBB}" type="pres">
      <dgm:prSet presAssocID="{60C22067-3869-4F50-A0C7-C135070B7BAB}" presName="connectorText" presStyleLbl="sibTrans2D1" presStyleIdx="0" presStyleCnt="3"/>
      <dgm:spPr/>
    </dgm:pt>
    <dgm:pt modelId="{BE7593F8-F25C-40AF-9C84-29B209F4C777}" type="pres">
      <dgm:prSet presAssocID="{872602EF-1C0F-42FD-BC52-46823B9FC802}" presName="node" presStyleLbl="node1" presStyleIdx="1" presStyleCnt="4">
        <dgm:presLayoutVars>
          <dgm:bulletEnabled val="1"/>
        </dgm:presLayoutVars>
      </dgm:prSet>
      <dgm:spPr/>
    </dgm:pt>
    <dgm:pt modelId="{87A070A9-4AD9-45AE-847D-7584145E9A93}" type="pres">
      <dgm:prSet presAssocID="{EDA67AFF-97C8-429E-91B6-19864D5DE0B4}" presName="sibTrans" presStyleLbl="sibTrans2D1" presStyleIdx="1" presStyleCnt="3"/>
      <dgm:spPr/>
    </dgm:pt>
    <dgm:pt modelId="{A5924897-034C-42C0-9771-42F16A74AA75}" type="pres">
      <dgm:prSet presAssocID="{EDA67AFF-97C8-429E-91B6-19864D5DE0B4}" presName="connectorText" presStyleLbl="sibTrans2D1" presStyleIdx="1" presStyleCnt="3"/>
      <dgm:spPr/>
    </dgm:pt>
    <dgm:pt modelId="{63C43116-DB18-4021-85ED-7CDC297E9EC7}" type="pres">
      <dgm:prSet presAssocID="{D7211061-BFB2-44F5-BE73-A2E692C719C5}" presName="node" presStyleLbl="node1" presStyleIdx="2" presStyleCnt="4">
        <dgm:presLayoutVars>
          <dgm:bulletEnabled val="1"/>
        </dgm:presLayoutVars>
      </dgm:prSet>
      <dgm:spPr/>
    </dgm:pt>
    <dgm:pt modelId="{92E83B3D-70CA-4198-A687-A9F3D0E89FEA}" type="pres">
      <dgm:prSet presAssocID="{832C5BD1-5EFD-4B62-89DC-6E853C812606}" presName="sibTrans" presStyleLbl="sibTrans2D1" presStyleIdx="2" presStyleCnt="3"/>
      <dgm:spPr/>
    </dgm:pt>
    <dgm:pt modelId="{6D55F1D7-5F39-4DF3-9829-04B30A37FD1D}" type="pres">
      <dgm:prSet presAssocID="{832C5BD1-5EFD-4B62-89DC-6E853C812606}" presName="connectorText" presStyleLbl="sibTrans2D1" presStyleIdx="2" presStyleCnt="3"/>
      <dgm:spPr/>
    </dgm:pt>
    <dgm:pt modelId="{7398F9D2-09CB-416F-8095-E7EE157723F5}" type="pres">
      <dgm:prSet presAssocID="{C6169073-6790-41F5-B64F-1A5244C4C682}" presName="node" presStyleLbl="node1" presStyleIdx="3" presStyleCnt="4">
        <dgm:presLayoutVars>
          <dgm:bulletEnabled val="1"/>
        </dgm:presLayoutVars>
      </dgm:prSet>
      <dgm:spPr/>
    </dgm:pt>
  </dgm:ptLst>
  <dgm:cxnLst>
    <dgm:cxn modelId="{BC475408-4912-4848-9F44-2F61E8653CB0}" type="presOf" srcId="{8488BED5-A505-479B-96D8-8C45EF2FA6F7}" destId="{7398F9D2-09CB-416F-8095-E7EE157723F5}" srcOrd="0" destOrd="1" presId="urn:microsoft.com/office/officeart/2005/8/layout/process1"/>
    <dgm:cxn modelId="{F0ADED1D-93B9-4F9B-BB48-D09ACC7980B0}" type="presOf" srcId="{832C5BD1-5EFD-4B62-89DC-6E853C812606}" destId="{6D55F1D7-5F39-4DF3-9829-04B30A37FD1D}" srcOrd="1" destOrd="0" presId="urn:microsoft.com/office/officeart/2005/8/layout/process1"/>
    <dgm:cxn modelId="{66C4511F-937A-4564-8532-60E46DF059E1}" type="presOf" srcId="{D7211061-BFB2-44F5-BE73-A2E692C719C5}" destId="{63C43116-DB18-4021-85ED-7CDC297E9EC7}" srcOrd="0" destOrd="0" presId="urn:microsoft.com/office/officeart/2005/8/layout/process1"/>
    <dgm:cxn modelId="{58B5F32D-FDBC-4F37-933F-73A832A27032}" type="presOf" srcId="{EDA67AFF-97C8-429E-91B6-19864D5DE0B4}" destId="{A5924897-034C-42C0-9771-42F16A74AA75}" srcOrd="1" destOrd="0" presId="urn:microsoft.com/office/officeart/2005/8/layout/process1"/>
    <dgm:cxn modelId="{2CC8C62F-7EA9-4B48-A379-A598AC1F5E4A}" type="presOf" srcId="{832C5BD1-5EFD-4B62-89DC-6E853C812606}" destId="{92E83B3D-70CA-4198-A687-A9F3D0E89FEA}" srcOrd="0" destOrd="0" presId="urn:microsoft.com/office/officeart/2005/8/layout/process1"/>
    <dgm:cxn modelId="{D3D33532-7CD3-4DB6-85A6-0EAD58455036}" type="presOf" srcId="{C6169073-6790-41F5-B64F-1A5244C4C682}" destId="{7398F9D2-09CB-416F-8095-E7EE157723F5}" srcOrd="0" destOrd="0" presId="urn:microsoft.com/office/officeart/2005/8/layout/process1"/>
    <dgm:cxn modelId="{CF0DE74B-827B-4C8C-AEE3-A87D751A0539}" srcId="{A2961900-A285-458B-8BCB-D7E84CC65DD8}" destId="{C6169073-6790-41F5-B64F-1A5244C4C682}" srcOrd="3" destOrd="0" parTransId="{4746B72E-8D5D-4E4C-99C1-6BD72F3788C7}" sibTransId="{538FB419-E056-4F20-8EF0-3E0BD22DB3C5}"/>
    <dgm:cxn modelId="{386BFA6E-30D7-4C81-B90A-BB69EC89B075}" type="presOf" srcId="{2A9CBAF6-792A-407A-924E-834C95F464EB}" destId="{A54E65C6-E65D-4C8C-8816-9A6A547710B6}" srcOrd="0" destOrd="0" presId="urn:microsoft.com/office/officeart/2005/8/layout/process1"/>
    <dgm:cxn modelId="{810A2352-5164-480A-8FD8-09EDC7C970A2}" type="presOf" srcId="{2463C25B-78D5-4899-BFD4-EFFF9105A331}" destId="{7398F9D2-09CB-416F-8095-E7EE157723F5}" srcOrd="0" destOrd="2" presId="urn:microsoft.com/office/officeart/2005/8/layout/process1"/>
    <dgm:cxn modelId="{6A026573-B890-42DB-B2ED-DB0E206BA6FC}" srcId="{A2961900-A285-458B-8BCB-D7E84CC65DD8}" destId="{D7211061-BFB2-44F5-BE73-A2E692C719C5}" srcOrd="2" destOrd="0" parTransId="{7BA277DD-D1AF-4ED0-9E3D-38E7DBA93180}" sibTransId="{832C5BD1-5EFD-4B62-89DC-6E853C812606}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1A2D5198-6AE7-4827-BE19-09F347E75A22}" srcId="{C6169073-6790-41F5-B64F-1A5244C4C682}" destId="{2463C25B-78D5-4899-BFD4-EFFF9105A331}" srcOrd="1" destOrd="0" parTransId="{2186FA68-A436-4051-9001-FB7AFCE9A182}" sibTransId="{0A01696F-D6E5-43EC-BDD0-8D6DF562784E}"/>
    <dgm:cxn modelId="{AF84709D-D2D8-4381-A9E9-6B08E65195DF}" type="presOf" srcId="{EDA67AFF-97C8-429E-91B6-19864D5DE0B4}" destId="{87A070A9-4AD9-45AE-847D-7584145E9A93}" srcOrd="0" destOrd="0" presId="urn:microsoft.com/office/officeart/2005/8/layout/process1"/>
    <dgm:cxn modelId="{8D85C7A2-B8D7-476B-893E-0580EAB4BD59}" srcId="{A2961900-A285-458B-8BCB-D7E84CC65DD8}" destId="{872602EF-1C0F-42FD-BC52-46823B9FC802}" srcOrd="1" destOrd="0" parTransId="{11A91E5C-8B3C-44BF-A4AE-B2F9D545D070}" sibTransId="{EDA67AFF-97C8-429E-91B6-19864D5DE0B4}"/>
    <dgm:cxn modelId="{403202A7-0634-4D9A-AAC8-832767B160B7}" srcId="{C6169073-6790-41F5-B64F-1A5244C4C682}" destId="{8488BED5-A505-479B-96D8-8C45EF2FA6F7}" srcOrd="0" destOrd="0" parTransId="{CF815D27-0409-44F0-B57C-D9623169F4A8}" sibTransId="{E9343762-27FC-4BB1-8A7E-83E7D482463D}"/>
    <dgm:cxn modelId="{610503AA-AC4F-41E1-BED2-55A716F182B7}" type="presOf" srcId="{872602EF-1C0F-42FD-BC52-46823B9FC802}" destId="{BE7593F8-F25C-40AF-9C84-29B209F4C777}" srcOrd="0" destOrd="0" presId="urn:microsoft.com/office/officeart/2005/8/layout/process1"/>
    <dgm:cxn modelId="{F0E559BD-429C-4E52-9B11-1EF8ADCA4870}" type="presOf" srcId="{60C22067-3869-4F50-A0C7-C135070B7BAB}" destId="{729833FB-8A27-41AF-941E-F176057802FA}" srcOrd="0" destOrd="0" presId="urn:microsoft.com/office/officeart/2005/8/layout/process1"/>
    <dgm:cxn modelId="{E3C23ED3-5D70-483C-94BF-503893418067}" type="presOf" srcId="{60C22067-3869-4F50-A0C7-C135070B7BAB}" destId="{35D51FDE-5436-4204-90F8-013D683C7CBB}" srcOrd="1" destOrd="0" presId="urn:microsoft.com/office/officeart/2005/8/layout/process1"/>
    <dgm:cxn modelId="{61FA64D7-88A7-498B-83FC-17A4745B7A58}" srcId="{A2961900-A285-458B-8BCB-D7E84CC65DD8}" destId="{2A9CBAF6-792A-407A-924E-834C95F464EB}" srcOrd="0" destOrd="0" parTransId="{23E5D1B3-E2CA-463B-9C19-78E2BBFAC655}" sibTransId="{60C22067-3869-4F50-A0C7-C135070B7BAB}"/>
    <dgm:cxn modelId="{1AF99B36-A29E-4A26-887F-A65FD4FEFC0C}" type="presParOf" srcId="{CD0F9DFE-8DDE-48A1-9FE0-2F76F9EEF7FD}" destId="{A54E65C6-E65D-4C8C-8816-9A6A547710B6}" srcOrd="0" destOrd="0" presId="urn:microsoft.com/office/officeart/2005/8/layout/process1"/>
    <dgm:cxn modelId="{65A3EB04-D39F-4FD2-8679-ABE5F3079A9C}" type="presParOf" srcId="{CD0F9DFE-8DDE-48A1-9FE0-2F76F9EEF7FD}" destId="{729833FB-8A27-41AF-941E-F176057802FA}" srcOrd="1" destOrd="0" presId="urn:microsoft.com/office/officeart/2005/8/layout/process1"/>
    <dgm:cxn modelId="{2CBFB3A5-475A-4753-8AB6-C0F3688C384B}" type="presParOf" srcId="{729833FB-8A27-41AF-941E-F176057802FA}" destId="{35D51FDE-5436-4204-90F8-013D683C7CBB}" srcOrd="0" destOrd="0" presId="urn:microsoft.com/office/officeart/2005/8/layout/process1"/>
    <dgm:cxn modelId="{17A068C4-6849-4CFF-B6C9-32F9083AF146}" type="presParOf" srcId="{CD0F9DFE-8DDE-48A1-9FE0-2F76F9EEF7FD}" destId="{BE7593F8-F25C-40AF-9C84-29B209F4C777}" srcOrd="2" destOrd="0" presId="urn:microsoft.com/office/officeart/2005/8/layout/process1"/>
    <dgm:cxn modelId="{1552AE8F-DCE0-4E73-89C4-3B31CFA0AECE}" type="presParOf" srcId="{CD0F9DFE-8DDE-48A1-9FE0-2F76F9EEF7FD}" destId="{87A070A9-4AD9-45AE-847D-7584145E9A93}" srcOrd="3" destOrd="0" presId="urn:microsoft.com/office/officeart/2005/8/layout/process1"/>
    <dgm:cxn modelId="{78E5899D-F606-4B02-912A-4B4A6F58F49F}" type="presParOf" srcId="{87A070A9-4AD9-45AE-847D-7584145E9A93}" destId="{A5924897-034C-42C0-9771-42F16A74AA75}" srcOrd="0" destOrd="0" presId="urn:microsoft.com/office/officeart/2005/8/layout/process1"/>
    <dgm:cxn modelId="{B5F08F57-3372-4520-9B83-9CC667A870B5}" type="presParOf" srcId="{CD0F9DFE-8DDE-48A1-9FE0-2F76F9EEF7FD}" destId="{63C43116-DB18-4021-85ED-7CDC297E9EC7}" srcOrd="4" destOrd="0" presId="urn:microsoft.com/office/officeart/2005/8/layout/process1"/>
    <dgm:cxn modelId="{E781CEB5-2C98-4CF1-9689-6889C2B4BBF2}" type="presParOf" srcId="{CD0F9DFE-8DDE-48A1-9FE0-2F76F9EEF7FD}" destId="{92E83B3D-70CA-4198-A687-A9F3D0E89FEA}" srcOrd="5" destOrd="0" presId="urn:microsoft.com/office/officeart/2005/8/layout/process1"/>
    <dgm:cxn modelId="{AC95AD59-93A2-45F5-AF56-5BB209FC6599}" type="presParOf" srcId="{92E83B3D-70CA-4198-A687-A9F3D0E89FEA}" destId="{6D55F1D7-5F39-4DF3-9829-04B30A37FD1D}" srcOrd="0" destOrd="0" presId="urn:microsoft.com/office/officeart/2005/8/layout/process1"/>
    <dgm:cxn modelId="{E7C7C01F-6E7E-41AD-82B0-8B020CF13F6E}" type="presParOf" srcId="{CD0F9DFE-8DDE-48A1-9FE0-2F76F9EEF7FD}" destId="{7398F9D2-09CB-416F-8095-E7EE157723F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F3EDA16C-D802-41C2-BC39-3F3E95761D4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A8207AE-2714-4D9E-BE73-5685BC4826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root seed </a:t>
          </a:r>
        </a:p>
      </dgm:t>
    </dgm:pt>
    <dgm:pt modelId="{D6542750-7ED4-4A79-BA2B-55617B279F0C}" type="parTrans" cxnId="{C5202928-A628-4793-B909-66B91864393D}">
      <dgm:prSet/>
      <dgm:spPr/>
      <dgm:t>
        <a:bodyPr/>
        <a:lstStyle/>
        <a:p>
          <a:endParaRPr lang="en-US" sz="2400"/>
        </a:p>
      </dgm:t>
    </dgm:pt>
    <dgm:pt modelId="{3436111B-70EF-464E-A2E0-E5789292E2E2}" type="sibTrans" cxnId="{C5202928-A628-4793-B909-66B91864393D}">
      <dgm:prSet/>
      <dgm:spPr/>
      <dgm:t>
        <a:bodyPr/>
        <a:lstStyle/>
        <a:p>
          <a:endParaRPr lang="en-US"/>
        </a:p>
      </dgm:t>
    </dgm:pt>
    <dgm:pt modelId="{3FEC98BC-9B8A-4243-AAE3-9B43B85EE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input into the HMAC-SHA512 algorithm</a:t>
          </a:r>
        </a:p>
      </dgm:t>
    </dgm:pt>
    <dgm:pt modelId="{39029F6C-804F-46B9-8B75-1A6941677EEC}" type="parTrans" cxnId="{A5F729E7-C23D-4F7F-B21B-0A5FBCEFDE49}">
      <dgm:prSet/>
      <dgm:spPr/>
      <dgm:t>
        <a:bodyPr/>
        <a:lstStyle/>
        <a:p>
          <a:endParaRPr lang="en-US" sz="2400"/>
        </a:p>
      </dgm:t>
    </dgm:pt>
    <dgm:pt modelId="{6C88B950-03A7-4A9D-B944-1534229F9816}" type="sibTrans" cxnId="{A5F729E7-C23D-4F7F-B21B-0A5FBCEFDE49}">
      <dgm:prSet/>
      <dgm:spPr/>
      <dgm:t>
        <a:bodyPr/>
        <a:lstStyle/>
        <a:p>
          <a:endParaRPr lang="en-US"/>
        </a:p>
      </dgm:t>
    </dgm:pt>
    <dgm:pt modelId="{CB87F43C-DFBF-43ED-AF7D-033D6A0A3C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Result</a:t>
          </a:r>
          <a:endParaRPr lang="en-US" dirty="0"/>
        </a:p>
      </dgm:t>
    </dgm:pt>
    <dgm:pt modelId="{F60BB376-235D-4A2B-AEB0-29E9686E31C1}" type="parTrans" cxnId="{30F3D891-2323-4CA4-AF08-0E975FDE38E7}">
      <dgm:prSet/>
      <dgm:spPr/>
      <dgm:t>
        <a:bodyPr/>
        <a:lstStyle/>
        <a:p>
          <a:endParaRPr lang="en-US" sz="2400"/>
        </a:p>
      </dgm:t>
    </dgm:pt>
    <dgm:pt modelId="{86A263E6-DCE0-4E77-BCEE-7790CBA7A835}" type="sibTrans" cxnId="{30F3D891-2323-4CA4-AF08-0E975FDE38E7}">
      <dgm:prSet/>
      <dgm:spPr/>
      <dgm:t>
        <a:bodyPr/>
        <a:lstStyle/>
        <a:p>
          <a:endParaRPr lang="en-US"/>
        </a:p>
      </dgm:t>
    </dgm:pt>
    <dgm:pt modelId="{AB02E3DB-780D-43E3-B41A-23C60C5DD8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i="1"/>
            <a:t>master chain code</a:t>
          </a:r>
          <a:r>
            <a:rPr lang="en-US"/>
            <a:t>.</a:t>
          </a:r>
        </a:p>
      </dgm:t>
    </dgm:pt>
    <dgm:pt modelId="{6BC494D5-4AF9-4FD9-84DF-3799CE789468}" type="parTrans" cxnId="{753837EB-24E3-4254-8283-59D151F1FAB8}">
      <dgm:prSet/>
      <dgm:spPr/>
      <dgm:t>
        <a:bodyPr/>
        <a:lstStyle/>
        <a:p>
          <a:endParaRPr lang="en-US" sz="2400"/>
        </a:p>
      </dgm:t>
    </dgm:pt>
    <dgm:pt modelId="{B68E11AF-3099-4E2B-B25D-0D3884644D34}" type="sibTrans" cxnId="{753837EB-24E3-4254-8283-59D151F1FAB8}">
      <dgm:prSet/>
      <dgm:spPr/>
      <dgm:t>
        <a:bodyPr/>
        <a:lstStyle/>
        <a:p>
          <a:endParaRPr lang="en-US"/>
        </a:p>
      </dgm:t>
    </dgm:pt>
    <dgm:pt modelId="{A5DB3B0C-62C2-46B4-897F-42CFF88D140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master private key</a:t>
          </a:r>
        </a:p>
      </dgm:t>
    </dgm:pt>
    <dgm:pt modelId="{0E255EF6-0F2E-47B6-938F-3B672719B0E9}" type="parTrans" cxnId="{9BDD5CC2-0D78-497C-898C-CA50FCF873FF}">
      <dgm:prSet/>
      <dgm:spPr/>
      <dgm:t>
        <a:bodyPr/>
        <a:lstStyle/>
        <a:p>
          <a:endParaRPr lang="en-US" sz="2400"/>
        </a:p>
      </dgm:t>
    </dgm:pt>
    <dgm:pt modelId="{032586AF-219A-46C2-9EE7-01164073E625}" type="sibTrans" cxnId="{9BDD5CC2-0D78-497C-898C-CA50FCF873FF}">
      <dgm:prSet/>
      <dgm:spPr/>
      <dgm:t>
        <a:bodyPr/>
        <a:lstStyle/>
        <a:p>
          <a:endParaRPr lang="en-US"/>
        </a:p>
      </dgm:t>
    </dgm:pt>
    <dgm:pt modelId="{13BE9FCB-C1E2-4001-AD94-F55AF18D921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generate </a:t>
          </a:r>
          <a:r>
            <a:rPr lang="en-US" dirty="0"/>
            <a:t>master public key</a:t>
          </a:r>
        </a:p>
      </dgm:t>
    </dgm:pt>
    <dgm:pt modelId="{6D880155-E6AF-43C3-93C0-F4A2B080D941}" type="parTrans" cxnId="{872CBDFC-5374-4FE1-B1DC-B4EB48F7DEC4}">
      <dgm:prSet/>
      <dgm:spPr/>
      <dgm:t>
        <a:bodyPr/>
        <a:lstStyle/>
        <a:p>
          <a:endParaRPr lang="en-US" sz="2400"/>
        </a:p>
      </dgm:t>
    </dgm:pt>
    <dgm:pt modelId="{7EDECC61-E86D-49B0-BD5A-7B80DBB30396}" type="sibTrans" cxnId="{872CBDFC-5374-4FE1-B1DC-B4EB48F7DEC4}">
      <dgm:prSet/>
      <dgm:spPr/>
      <dgm:t>
        <a:bodyPr/>
        <a:lstStyle/>
        <a:p>
          <a:endParaRPr lang="en-US"/>
        </a:p>
      </dgm:t>
    </dgm:pt>
    <dgm:pt modelId="{D6F5A627-40EE-4F69-BAE6-023CB3DFB9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elliptic curve multiplication process</a:t>
          </a:r>
        </a:p>
      </dgm:t>
    </dgm:pt>
    <dgm:pt modelId="{8CF9EF44-3CA7-4F0B-BFB1-10884B19D0AA}" type="parTrans" cxnId="{4738876E-E43C-49BE-BCA0-25C4EBFAC4EE}">
      <dgm:prSet/>
      <dgm:spPr/>
      <dgm:t>
        <a:bodyPr/>
        <a:lstStyle/>
        <a:p>
          <a:endParaRPr lang="en-US" sz="2400"/>
        </a:p>
      </dgm:t>
    </dgm:pt>
    <dgm:pt modelId="{6924D145-6E65-4C61-8A4F-5771620087EB}" type="sibTrans" cxnId="{4738876E-E43C-49BE-BCA0-25C4EBFAC4EE}">
      <dgm:prSet/>
      <dgm:spPr/>
      <dgm:t>
        <a:bodyPr/>
        <a:lstStyle/>
        <a:p>
          <a:endParaRPr lang="en-US"/>
        </a:p>
      </dgm:t>
    </dgm:pt>
    <dgm:pt modelId="{4D7291EF-8F65-4D29-95D6-2EB58B60CD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introduce entropy</a:t>
          </a:r>
          <a:r>
            <a:rPr lang="tr-TR" dirty="0"/>
            <a:t> </a:t>
          </a:r>
          <a:r>
            <a:rPr lang="en-US" dirty="0"/>
            <a:t>in the function</a:t>
          </a:r>
        </a:p>
      </dgm:t>
    </dgm:pt>
    <dgm:pt modelId="{ECAD538C-23E8-4CBE-8E39-27E3CF63394C}" type="parTrans" cxnId="{7FF78242-D3E4-4D04-BC86-BBB0FDE07C7B}">
      <dgm:prSet/>
      <dgm:spPr/>
      <dgm:t>
        <a:bodyPr/>
        <a:lstStyle/>
        <a:p>
          <a:endParaRPr lang="en-US" sz="2400"/>
        </a:p>
      </dgm:t>
    </dgm:pt>
    <dgm:pt modelId="{C15725D5-E80C-430A-9182-130BAD27ABDE}" type="sibTrans" cxnId="{7FF78242-D3E4-4D04-BC86-BBB0FDE07C7B}">
      <dgm:prSet/>
      <dgm:spPr/>
      <dgm:t>
        <a:bodyPr/>
        <a:lstStyle/>
        <a:p>
          <a:endParaRPr lang="en-US"/>
        </a:p>
      </dgm:t>
    </dgm:pt>
    <dgm:pt modelId="{5EC13F2B-3939-49BB-91AD-32D0DB9547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</a:t>
          </a:r>
          <a:r>
            <a:rPr lang="en-US" i="1" dirty="0"/>
            <a:t>master private key</a:t>
          </a:r>
          <a:endParaRPr lang="en-US" dirty="0"/>
        </a:p>
      </dgm:t>
    </dgm:pt>
    <dgm:pt modelId="{F9E76A8D-3E0D-4854-BC58-370BC041746D}" type="parTrans" cxnId="{6809694F-6B04-45A3-986C-2ED6A67E5C0B}">
      <dgm:prSet/>
      <dgm:spPr/>
      <dgm:t>
        <a:bodyPr/>
        <a:lstStyle/>
        <a:p>
          <a:endParaRPr lang="tr-TR"/>
        </a:p>
      </dgm:t>
    </dgm:pt>
    <dgm:pt modelId="{867641A2-A612-4181-84CC-6A36DC82BE6B}" type="sibTrans" cxnId="{6809694F-6B04-45A3-986C-2ED6A67E5C0B}">
      <dgm:prSet/>
      <dgm:spPr/>
      <dgm:t>
        <a:bodyPr/>
        <a:lstStyle/>
        <a:p>
          <a:endParaRPr lang="tr-TR"/>
        </a:p>
      </dgm:t>
    </dgm:pt>
    <dgm:pt modelId="{AD3F9306-8BB8-4AB9-916B-5DF68C896C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</a:t>
          </a:r>
          <a:r>
            <a:rPr lang="en-US" dirty="0"/>
            <a:t> </a:t>
          </a:r>
        </a:p>
      </dgm:t>
    </dgm:pt>
    <dgm:pt modelId="{206A20D8-8473-488F-96B5-414E03046A33}" type="parTrans" cxnId="{6AC134B6-535F-4E2E-85EA-9647E4876990}">
      <dgm:prSet/>
      <dgm:spPr/>
      <dgm:t>
        <a:bodyPr/>
        <a:lstStyle/>
        <a:p>
          <a:endParaRPr lang="tr-TR"/>
        </a:p>
      </dgm:t>
    </dgm:pt>
    <dgm:pt modelId="{55344296-622C-49FF-B7DC-245CAB2051FA}" type="sibTrans" cxnId="{6AC134B6-535F-4E2E-85EA-9647E4876990}">
      <dgm:prSet/>
      <dgm:spPr/>
      <dgm:t>
        <a:bodyPr/>
        <a:lstStyle/>
        <a:p>
          <a:endParaRPr lang="en-US"/>
        </a:p>
      </dgm:t>
    </dgm:pt>
    <dgm:pt modelId="{842F0CC8-E5D5-491C-A77E-17EB23162B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chain code</a:t>
          </a:r>
        </a:p>
      </dgm:t>
    </dgm:pt>
    <dgm:pt modelId="{99DBDACC-CF19-44E6-9CE6-9272C1313C2C}" type="sibTrans" cxnId="{D1EDB7ED-F281-433E-A63D-4710432BFC59}">
      <dgm:prSet/>
      <dgm:spPr/>
      <dgm:t>
        <a:bodyPr/>
        <a:lstStyle/>
        <a:p>
          <a:endParaRPr lang="en-US"/>
        </a:p>
      </dgm:t>
    </dgm:pt>
    <dgm:pt modelId="{81127016-A4F0-49D8-9E2A-36F622980626}" type="parTrans" cxnId="{D1EDB7ED-F281-433E-A63D-4710432BFC59}">
      <dgm:prSet/>
      <dgm:spPr/>
      <dgm:t>
        <a:bodyPr/>
        <a:lstStyle/>
        <a:p>
          <a:endParaRPr lang="en-US" sz="2400"/>
        </a:p>
      </dgm:t>
    </dgm:pt>
    <dgm:pt modelId="{EFDAF0A2-116B-4532-AC57-8127E9EE81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master public key</a:t>
          </a:r>
        </a:p>
      </dgm:t>
    </dgm:pt>
    <dgm:pt modelId="{D0EFA451-AA0C-4FA2-A286-232612EFECE1}" type="parTrans" cxnId="{C688E14F-ED54-4C9B-BA60-E446F2164257}">
      <dgm:prSet/>
      <dgm:spPr/>
      <dgm:t>
        <a:bodyPr/>
        <a:lstStyle/>
        <a:p>
          <a:endParaRPr lang="tr-TR"/>
        </a:p>
      </dgm:t>
    </dgm:pt>
    <dgm:pt modelId="{E9BC4296-FD90-491D-A2FF-B298DC801525}" type="sibTrans" cxnId="{C688E14F-ED54-4C9B-BA60-E446F2164257}">
      <dgm:prSet/>
      <dgm:spPr/>
      <dgm:t>
        <a:bodyPr/>
        <a:lstStyle/>
        <a:p>
          <a:endParaRPr lang="en-US"/>
        </a:p>
      </dgm:t>
    </dgm:pt>
    <dgm:pt modelId="{3F63AA5D-F0A0-4BF9-A8B6-0485206D9A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</a:t>
          </a:r>
        </a:p>
      </dgm:t>
    </dgm:pt>
    <dgm:pt modelId="{7E1B7CE7-A9B0-4EAE-95EC-18FEA16E0BAE}" type="parTrans" cxnId="{245970BA-B24E-4823-B49A-2CE8926AA3E6}">
      <dgm:prSet/>
      <dgm:spPr/>
      <dgm:t>
        <a:bodyPr/>
        <a:lstStyle/>
        <a:p>
          <a:endParaRPr lang="tr-TR"/>
        </a:p>
      </dgm:t>
    </dgm:pt>
    <dgm:pt modelId="{363CF092-965B-47D9-BD91-D81D88946187}" type="sibTrans" cxnId="{245970BA-B24E-4823-B49A-2CE8926AA3E6}">
      <dgm:prSet/>
      <dgm:spPr/>
      <dgm:t>
        <a:bodyPr/>
        <a:lstStyle/>
        <a:p>
          <a:endParaRPr lang="en-US"/>
        </a:p>
      </dgm:t>
    </dgm:pt>
    <dgm:pt modelId="{361F55EE-7CBD-441D-BB2B-7DF19CAD54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</a:t>
          </a:r>
          <a:r>
            <a:rPr lang="tr-TR" b="1"/>
            <a:t> = </a:t>
          </a:r>
          <a:r>
            <a:rPr lang="en-US" b="1"/>
            <a:t>m * G</a:t>
          </a:r>
        </a:p>
      </dgm:t>
    </dgm:pt>
    <dgm:pt modelId="{E24F59AA-D8E4-4C73-BB06-A32339A04BCB}" type="parTrans" cxnId="{C5BCFE02-CC84-41A1-8464-1143213AC0A8}">
      <dgm:prSet/>
      <dgm:spPr/>
      <dgm:t>
        <a:bodyPr/>
        <a:lstStyle/>
        <a:p>
          <a:endParaRPr lang="tr-TR"/>
        </a:p>
      </dgm:t>
    </dgm:pt>
    <dgm:pt modelId="{80B2A886-5F00-447F-918C-A970E86BEE27}" type="sibTrans" cxnId="{C5BCFE02-CC84-41A1-8464-1143213AC0A8}">
      <dgm:prSet/>
      <dgm:spPr/>
      <dgm:t>
        <a:bodyPr/>
        <a:lstStyle/>
        <a:p>
          <a:endParaRPr lang="en-US"/>
        </a:p>
      </dgm:t>
    </dgm:pt>
    <dgm:pt modelId="{5DB37B94-1BC7-4991-B2C1-9BBD33FCC51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</a:t>
          </a:r>
          <a:r>
            <a:rPr lang="en-US" dirty="0"/>
            <a:t>create</a:t>
          </a:r>
          <a:r>
            <a:rPr lang="tr-TR" dirty="0"/>
            <a:t> </a:t>
          </a:r>
          <a:r>
            <a:rPr lang="en-US" dirty="0"/>
            <a:t>child keys</a:t>
          </a:r>
          <a:r>
            <a:rPr lang="tr-TR" dirty="0"/>
            <a:t> </a:t>
          </a:r>
          <a:r>
            <a:rPr lang="en-US" dirty="0"/>
            <a:t>from parent keys</a:t>
          </a:r>
        </a:p>
      </dgm:t>
    </dgm:pt>
    <dgm:pt modelId="{8656E858-3B03-4680-A45B-735D58F6A801}" type="parTrans" cxnId="{709ACA28-0ADA-4F88-8414-2384FA6691B3}">
      <dgm:prSet/>
      <dgm:spPr/>
      <dgm:t>
        <a:bodyPr/>
        <a:lstStyle/>
        <a:p>
          <a:endParaRPr lang="tr-TR"/>
        </a:p>
      </dgm:t>
    </dgm:pt>
    <dgm:pt modelId="{31159816-500D-4220-884A-6966B0B91EA6}" type="sibTrans" cxnId="{709ACA28-0ADA-4F88-8414-2384FA6691B3}">
      <dgm:prSet/>
      <dgm:spPr/>
      <dgm:t>
        <a:bodyPr/>
        <a:lstStyle/>
        <a:p>
          <a:endParaRPr lang="en-US"/>
        </a:p>
      </dgm:t>
    </dgm:pt>
    <dgm:pt modelId="{009F8C90-2ADC-44B4-9273-B0FDAC8AEBCC}" type="pres">
      <dgm:prSet presAssocID="{F3EDA16C-D802-41C2-BC39-3F3E95761D48}" presName="root" presStyleCnt="0">
        <dgm:presLayoutVars>
          <dgm:dir/>
          <dgm:resizeHandles val="exact"/>
        </dgm:presLayoutVars>
      </dgm:prSet>
      <dgm:spPr/>
    </dgm:pt>
    <dgm:pt modelId="{49B2DA81-A859-47AE-87B9-5BA5D7EF173F}" type="pres">
      <dgm:prSet presAssocID="{6A8207AE-2714-4D9E-BE73-5685BC48263D}" presName="compNode" presStyleCnt="0"/>
      <dgm:spPr/>
    </dgm:pt>
    <dgm:pt modelId="{C0DA7AD5-FA39-49F1-AAED-15F6818E8649}" type="pres">
      <dgm:prSet presAssocID="{6A8207AE-2714-4D9E-BE73-5685BC48263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mo"/>
        </a:ext>
      </dgm:extLst>
    </dgm:pt>
    <dgm:pt modelId="{E0B50EFE-4EC2-48E8-BB9B-880F31EE1FD4}" type="pres">
      <dgm:prSet presAssocID="{6A8207AE-2714-4D9E-BE73-5685BC48263D}" presName="iconSpace" presStyleCnt="0"/>
      <dgm:spPr/>
    </dgm:pt>
    <dgm:pt modelId="{4D9D9BFF-3489-4640-9239-F2E5B84E2D28}" type="pres">
      <dgm:prSet presAssocID="{6A8207AE-2714-4D9E-BE73-5685BC48263D}" presName="parTx" presStyleLbl="revTx" presStyleIdx="0" presStyleCnt="10">
        <dgm:presLayoutVars>
          <dgm:chMax val="0"/>
          <dgm:chPref val="0"/>
        </dgm:presLayoutVars>
      </dgm:prSet>
      <dgm:spPr/>
    </dgm:pt>
    <dgm:pt modelId="{8D98F7B8-E96A-43BD-A903-D77ED3DABEDD}" type="pres">
      <dgm:prSet presAssocID="{6A8207AE-2714-4D9E-BE73-5685BC48263D}" presName="txSpace" presStyleCnt="0"/>
      <dgm:spPr/>
    </dgm:pt>
    <dgm:pt modelId="{8E90D1A4-12EB-4C41-BD6F-727C62FA716C}" type="pres">
      <dgm:prSet presAssocID="{6A8207AE-2714-4D9E-BE73-5685BC48263D}" presName="desTx" presStyleLbl="revTx" presStyleIdx="1" presStyleCnt="10">
        <dgm:presLayoutVars/>
      </dgm:prSet>
      <dgm:spPr/>
    </dgm:pt>
    <dgm:pt modelId="{4777DDA7-EDE3-459E-A382-FF2973A8EB83}" type="pres">
      <dgm:prSet presAssocID="{3436111B-70EF-464E-A2E0-E5789292E2E2}" presName="sibTrans" presStyleCnt="0"/>
      <dgm:spPr/>
    </dgm:pt>
    <dgm:pt modelId="{9016F8FF-0A3C-4DF2-A0C2-E66C4082D974}" type="pres">
      <dgm:prSet presAssocID="{CB87F43C-DFBF-43ED-AF7D-033D6A0A3C07}" presName="compNode" presStyleCnt="0"/>
      <dgm:spPr/>
    </dgm:pt>
    <dgm:pt modelId="{CD8C5217-C4AE-4298-9696-05BCB6541D05}" type="pres">
      <dgm:prSet presAssocID="{CB87F43C-DFBF-43ED-AF7D-033D6A0A3C0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B24426E3-EB7D-4A12-B17C-C1D9956FC200}" type="pres">
      <dgm:prSet presAssocID="{CB87F43C-DFBF-43ED-AF7D-033D6A0A3C07}" presName="iconSpace" presStyleCnt="0"/>
      <dgm:spPr/>
    </dgm:pt>
    <dgm:pt modelId="{0940BD18-F6EE-44FE-89CE-6283F0CA226F}" type="pres">
      <dgm:prSet presAssocID="{CB87F43C-DFBF-43ED-AF7D-033D6A0A3C07}" presName="parTx" presStyleLbl="revTx" presStyleIdx="2" presStyleCnt="10">
        <dgm:presLayoutVars>
          <dgm:chMax val="0"/>
          <dgm:chPref val="0"/>
        </dgm:presLayoutVars>
      </dgm:prSet>
      <dgm:spPr/>
    </dgm:pt>
    <dgm:pt modelId="{FC54FB0C-6C9E-43AF-9A6D-A1ACF2D81F63}" type="pres">
      <dgm:prSet presAssocID="{CB87F43C-DFBF-43ED-AF7D-033D6A0A3C07}" presName="txSpace" presStyleCnt="0"/>
      <dgm:spPr/>
    </dgm:pt>
    <dgm:pt modelId="{66F88079-A0A3-4FC7-8D21-29AF8262750C}" type="pres">
      <dgm:prSet presAssocID="{CB87F43C-DFBF-43ED-AF7D-033D6A0A3C07}" presName="desTx" presStyleLbl="revTx" presStyleIdx="3" presStyleCnt="10">
        <dgm:presLayoutVars/>
      </dgm:prSet>
      <dgm:spPr/>
    </dgm:pt>
    <dgm:pt modelId="{DF8B1C67-CBCF-4B3A-B7D6-8FA1ED46A418}" type="pres">
      <dgm:prSet presAssocID="{86A263E6-DCE0-4E77-BCEE-7790CBA7A835}" presName="sibTrans" presStyleCnt="0"/>
      <dgm:spPr/>
    </dgm:pt>
    <dgm:pt modelId="{E1DFB922-9791-4790-9CA6-9748B91C6A47}" type="pres">
      <dgm:prSet presAssocID="{A5DB3B0C-62C2-46B4-897F-42CFF88D1408}" presName="compNode" presStyleCnt="0"/>
      <dgm:spPr/>
    </dgm:pt>
    <dgm:pt modelId="{1E4A5278-3946-4F34-BB1E-6BD664CC951F}" type="pres">
      <dgm:prSet presAssocID="{A5DB3B0C-62C2-46B4-897F-42CFF88D140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ip Folder"/>
        </a:ext>
      </dgm:extLst>
    </dgm:pt>
    <dgm:pt modelId="{FEB9B45B-9D43-4A46-935E-F7BD9A054D9F}" type="pres">
      <dgm:prSet presAssocID="{A5DB3B0C-62C2-46B4-897F-42CFF88D1408}" presName="iconSpace" presStyleCnt="0"/>
      <dgm:spPr/>
    </dgm:pt>
    <dgm:pt modelId="{8A1EAC55-E5B3-4337-8371-A11ECAF1F590}" type="pres">
      <dgm:prSet presAssocID="{A5DB3B0C-62C2-46B4-897F-42CFF88D1408}" presName="parTx" presStyleLbl="revTx" presStyleIdx="4" presStyleCnt="10">
        <dgm:presLayoutVars>
          <dgm:chMax val="0"/>
          <dgm:chPref val="0"/>
        </dgm:presLayoutVars>
      </dgm:prSet>
      <dgm:spPr/>
    </dgm:pt>
    <dgm:pt modelId="{42A14C9F-1499-4626-9FF8-3A8BF6515375}" type="pres">
      <dgm:prSet presAssocID="{A5DB3B0C-62C2-46B4-897F-42CFF88D1408}" presName="txSpace" presStyleCnt="0"/>
      <dgm:spPr/>
    </dgm:pt>
    <dgm:pt modelId="{40F21333-B9D8-4FBE-B4DD-057853B9B93F}" type="pres">
      <dgm:prSet presAssocID="{A5DB3B0C-62C2-46B4-897F-42CFF88D1408}" presName="desTx" presStyleLbl="revTx" presStyleIdx="5" presStyleCnt="10">
        <dgm:presLayoutVars/>
      </dgm:prSet>
      <dgm:spPr/>
    </dgm:pt>
    <dgm:pt modelId="{68692C14-E9F3-4EC9-8E7B-7A2E667DF9B9}" type="pres">
      <dgm:prSet presAssocID="{032586AF-219A-46C2-9EE7-01164073E625}" presName="sibTrans" presStyleCnt="0"/>
      <dgm:spPr/>
    </dgm:pt>
    <dgm:pt modelId="{8F44E31E-1D73-4EA1-A483-1A6D0D2C1145}" type="pres">
      <dgm:prSet presAssocID="{EFDAF0A2-116B-4532-AC57-8127E9EE819B}" presName="compNode" presStyleCnt="0"/>
      <dgm:spPr/>
    </dgm:pt>
    <dgm:pt modelId="{61C4B5BC-86C7-49F2-9425-3FBDCFEA5CB7}" type="pres">
      <dgm:prSet presAssocID="{EFDAF0A2-116B-4532-AC57-8127E9EE819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461CC723-C6B8-444F-9872-E2A956DA15A6}" type="pres">
      <dgm:prSet presAssocID="{EFDAF0A2-116B-4532-AC57-8127E9EE819B}" presName="iconSpace" presStyleCnt="0"/>
      <dgm:spPr/>
    </dgm:pt>
    <dgm:pt modelId="{3BDD2F92-0D76-4D80-9B2B-BD4FC85D768E}" type="pres">
      <dgm:prSet presAssocID="{EFDAF0A2-116B-4532-AC57-8127E9EE819B}" presName="parTx" presStyleLbl="revTx" presStyleIdx="6" presStyleCnt="10">
        <dgm:presLayoutVars>
          <dgm:chMax val="0"/>
          <dgm:chPref val="0"/>
        </dgm:presLayoutVars>
      </dgm:prSet>
      <dgm:spPr/>
    </dgm:pt>
    <dgm:pt modelId="{14237305-5DEA-4EF7-A864-05B530D09B55}" type="pres">
      <dgm:prSet presAssocID="{EFDAF0A2-116B-4532-AC57-8127E9EE819B}" presName="txSpace" presStyleCnt="0"/>
      <dgm:spPr/>
    </dgm:pt>
    <dgm:pt modelId="{7874FF4F-7EEC-4D9C-9119-19EEDF7B3437}" type="pres">
      <dgm:prSet presAssocID="{EFDAF0A2-116B-4532-AC57-8127E9EE819B}" presName="desTx" presStyleLbl="revTx" presStyleIdx="7" presStyleCnt="10">
        <dgm:presLayoutVars/>
      </dgm:prSet>
      <dgm:spPr/>
    </dgm:pt>
    <dgm:pt modelId="{794E4B57-EF2D-450B-B3A7-E39957BDB3F0}" type="pres">
      <dgm:prSet presAssocID="{E9BC4296-FD90-491D-A2FF-B298DC801525}" presName="sibTrans" presStyleCnt="0"/>
      <dgm:spPr/>
    </dgm:pt>
    <dgm:pt modelId="{0BD724EF-96B6-477C-A3F9-79D38FD0C7DA}" type="pres">
      <dgm:prSet presAssocID="{842F0CC8-E5D5-491C-A77E-17EB23162B22}" presName="compNode" presStyleCnt="0"/>
      <dgm:spPr/>
    </dgm:pt>
    <dgm:pt modelId="{DCD4EFB5-5262-48B1-833D-3C678A823EE4}" type="pres">
      <dgm:prSet presAssocID="{842F0CC8-E5D5-491C-A77E-17EB23162B2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tagon"/>
        </a:ext>
      </dgm:extLst>
    </dgm:pt>
    <dgm:pt modelId="{F2251E24-5D89-48B3-9DE9-E8DF5245ED21}" type="pres">
      <dgm:prSet presAssocID="{842F0CC8-E5D5-491C-A77E-17EB23162B22}" presName="iconSpace" presStyleCnt="0"/>
      <dgm:spPr/>
    </dgm:pt>
    <dgm:pt modelId="{6AD26244-FD56-4337-A59F-7175B3130C0A}" type="pres">
      <dgm:prSet presAssocID="{842F0CC8-E5D5-491C-A77E-17EB23162B22}" presName="parTx" presStyleLbl="revTx" presStyleIdx="8" presStyleCnt="10">
        <dgm:presLayoutVars>
          <dgm:chMax val="0"/>
          <dgm:chPref val="0"/>
        </dgm:presLayoutVars>
      </dgm:prSet>
      <dgm:spPr/>
    </dgm:pt>
    <dgm:pt modelId="{7B09D88E-D7AF-4724-9D6B-627C836A91A7}" type="pres">
      <dgm:prSet presAssocID="{842F0CC8-E5D5-491C-A77E-17EB23162B22}" presName="txSpace" presStyleCnt="0"/>
      <dgm:spPr/>
    </dgm:pt>
    <dgm:pt modelId="{6FE3FACE-BD70-4CB6-9AEE-453D17549671}" type="pres">
      <dgm:prSet presAssocID="{842F0CC8-E5D5-491C-A77E-17EB23162B22}" presName="desTx" presStyleLbl="revTx" presStyleIdx="9" presStyleCnt="10">
        <dgm:presLayoutVars/>
      </dgm:prSet>
      <dgm:spPr/>
    </dgm:pt>
  </dgm:ptLst>
  <dgm:cxnLst>
    <dgm:cxn modelId="{C5BCFE02-CC84-41A1-8464-1143213AC0A8}" srcId="{EFDAF0A2-116B-4532-AC57-8127E9EE819B}" destId="{361F55EE-7CBD-441D-BB2B-7DF19CAD5415}" srcOrd="0" destOrd="0" parTransId="{E24F59AA-D8E4-4C73-BB06-A32339A04BCB}" sibTransId="{80B2A886-5F00-447F-918C-A970E86BEE27}"/>
    <dgm:cxn modelId="{9E50130D-0EB9-4677-BF3A-69669DAC8194}" type="presOf" srcId="{A5DB3B0C-62C2-46B4-897F-42CFF88D1408}" destId="{8A1EAC55-E5B3-4337-8371-A11ECAF1F590}" srcOrd="0" destOrd="0" presId="urn:microsoft.com/office/officeart/2018/5/layout/CenteredIconLabelDescriptionList"/>
    <dgm:cxn modelId="{0DD4BF16-5C61-4E74-B7E9-5D034EAFE7B4}" type="presOf" srcId="{5EC13F2B-3939-49BB-91AD-32D0DB954765}" destId="{66F88079-A0A3-4FC7-8D21-29AF8262750C}" srcOrd="0" destOrd="0" presId="urn:microsoft.com/office/officeart/2018/5/layout/CenteredIconLabelDescriptionList"/>
    <dgm:cxn modelId="{C5202928-A628-4793-B909-66B91864393D}" srcId="{F3EDA16C-D802-41C2-BC39-3F3E95761D48}" destId="{6A8207AE-2714-4D9E-BE73-5685BC48263D}" srcOrd="0" destOrd="0" parTransId="{D6542750-7ED4-4A79-BA2B-55617B279F0C}" sibTransId="{3436111B-70EF-464E-A2E0-E5789292E2E2}"/>
    <dgm:cxn modelId="{709ACA28-0ADA-4F88-8414-2384FA6691B3}" srcId="{842F0CC8-E5D5-491C-A77E-17EB23162B22}" destId="{5DB37B94-1BC7-4991-B2C1-9BBD33FCC51F}" srcOrd="2" destOrd="0" parTransId="{8656E858-3B03-4680-A45B-735D58F6A801}" sibTransId="{31159816-500D-4220-884A-6966B0B91EA6}"/>
    <dgm:cxn modelId="{BBD3B837-CD63-408A-B958-5C720C2015CB}" type="presOf" srcId="{CB87F43C-DFBF-43ED-AF7D-033D6A0A3C07}" destId="{0940BD18-F6EE-44FE-89CE-6283F0CA226F}" srcOrd="0" destOrd="0" presId="urn:microsoft.com/office/officeart/2018/5/layout/CenteredIconLabelDescriptionList"/>
    <dgm:cxn modelId="{2D10A440-5146-43F0-B00E-016C92DD145D}" type="presOf" srcId="{361F55EE-7CBD-441D-BB2B-7DF19CAD5415}" destId="{7874FF4F-7EEC-4D9C-9119-19EEDF7B3437}" srcOrd="0" destOrd="0" presId="urn:microsoft.com/office/officeart/2018/5/layout/CenteredIconLabelDescriptionList"/>
    <dgm:cxn modelId="{F38D1A5C-0E79-4FBB-87B9-AB80B737484B}" type="presOf" srcId="{AB02E3DB-780D-43E3-B41A-23C60C5DD89B}" destId="{66F88079-A0A3-4FC7-8D21-29AF8262750C}" srcOrd="0" destOrd="1" presId="urn:microsoft.com/office/officeart/2018/5/layout/CenteredIconLabelDescriptionList"/>
    <dgm:cxn modelId="{7FF78242-D3E4-4D04-BC86-BBB0FDE07C7B}" srcId="{842F0CC8-E5D5-491C-A77E-17EB23162B22}" destId="{4D7291EF-8F65-4D29-95D6-2EB58B60CDD4}" srcOrd="1" destOrd="0" parTransId="{ECAD538C-23E8-4CBE-8E39-27E3CF63394C}" sibTransId="{C15725D5-E80C-430A-9182-130BAD27ABDE}"/>
    <dgm:cxn modelId="{1B4A1A64-45CE-4BCE-873F-BEF6E755ED14}" type="presOf" srcId="{6A8207AE-2714-4D9E-BE73-5685BC48263D}" destId="{4D9D9BFF-3489-4640-9239-F2E5B84E2D28}" srcOrd="0" destOrd="0" presId="urn:microsoft.com/office/officeart/2018/5/layout/CenteredIconLabelDescriptionList"/>
    <dgm:cxn modelId="{4738876E-E43C-49BE-BCA0-25C4EBFAC4EE}" srcId="{EFDAF0A2-116B-4532-AC57-8127E9EE819B}" destId="{D6F5A627-40EE-4F69-BAE6-023CB3DFB9C0}" srcOrd="1" destOrd="0" parTransId="{8CF9EF44-3CA7-4F0B-BFB1-10884B19D0AA}" sibTransId="{6924D145-6E65-4C61-8A4F-5771620087EB}"/>
    <dgm:cxn modelId="{6809694F-6B04-45A3-986C-2ED6A67E5C0B}" srcId="{CB87F43C-DFBF-43ED-AF7D-033D6A0A3C07}" destId="{5EC13F2B-3939-49BB-91AD-32D0DB954765}" srcOrd="0" destOrd="0" parTransId="{F9E76A8D-3E0D-4854-BC58-370BC041746D}" sibTransId="{867641A2-A612-4181-84CC-6A36DC82BE6B}"/>
    <dgm:cxn modelId="{C688E14F-ED54-4C9B-BA60-E446F2164257}" srcId="{F3EDA16C-D802-41C2-BC39-3F3E95761D48}" destId="{EFDAF0A2-116B-4532-AC57-8127E9EE819B}" srcOrd="3" destOrd="0" parTransId="{D0EFA451-AA0C-4FA2-A286-232612EFECE1}" sibTransId="{E9BC4296-FD90-491D-A2FF-B298DC801525}"/>
    <dgm:cxn modelId="{D88F2879-099A-44F3-98A7-E465100BCBBB}" type="presOf" srcId="{5DB37B94-1BC7-4991-B2C1-9BBD33FCC51F}" destId="{6FE3FACE-BD70-4CB6-9AEE-453D17549671}" srcOrd="0" destOrd="2" presId="urn:microsoft.com/office/officeart/2018/5/layout/CenteredIconLabelDescriptionList"/>
    <dgm:cxn modelId="{7E78B880-5DB0-4CB4-AC4E-0A04A03CA103}" type="presOf" srcId="{3FEC98BC-9B8A-4243-AAE3-9B43B85EE9E3}" destId="{8E90D1A4-12EB-4C41-BD6F-727C62FA716C}" srcOrd="0" destOrd="0" presId="urn:microsoft.com/office/officeart/2018/5/layout/CenteredIconLabelDescriptionList"/>
    <dgm:cxn modelId="{117DB784-7317-4CD6-BFB4-D955DC0083D8}" type="presOf" srcId="{842F0CC8-E5D5-491C-A77E-17EB23162B22}" destId="{6AD26244-FD56-4337-A59F-7175B3130C0A}" srcOrd="0" destOrd="0" presId="urn:microsoft.com/office/officeart/2018/5/layout/CenteredIconLabelDescriptionList"/>
    <dgm:cxn modelId="{30F3D891-2323-4CA4-AF08-0E975FDE38E7}" srcId="{F3EDA16C-D802-41C2-BC39-3F3E95761D48}" destId="{CB87F43C-DFBF-43ED-AF7D-033D6A0A3C07}" srcOrd="1" destOrd="0" parTransId="{F60BB376-235D-4A2B-AEB0-29E9686E31C1}" sibTransId="{86A263E6-DCE0-4E77-BCEE-7790CBA7A835}"/>
    <dgm:cxn modelId="{91030EA6-FB98-44EC-835B-029A870F56F3}" type="presOf" srcId="{EFDAF0A2-116B-4532-AC57-8127E9EE819B}" destId="{3BDD2F92-0D76-4D80-9B2B-BD4FC85D768E}" srcOrd="0" destOrd="0" presId="urn:microsoft.com/office/officeart/2018/5/layout/CenteredIconLabelDescriptionList"/>
    <dgm:cxn modelId="{6AC134B6-535F-4E2E-85EA-9647E4876990}" srcId="{A5DB3B0C-62C2-46B4-897F-42CFF88D1408}" destId="{AD3F9306-8BB8-4AB9-916B-5DF68C896CFD}" srcOrd="0" destOrd="0" parTransId="{206A20D8-8473-488F-96B5-414E03046A33}" sibTransId="{55344296-622C-49FF-B7DC-245CAB2051FA}"/>
    <dgm:cxn modelId="{245970BA-B24E-4823-B49A-2CE8926AA3E6}" srcId="{842F0CC8-E5D5-491C-A77E-17EB23162B22}" destId="{3F63AA5D-F0A0-4BF9-A8B6-0485206D9A9F}" srcOrd="0" destOrd="0" parTransId="{7E1B7CE7-A9B0-4EAE-95EC-18FEA16E0BAE}" sibTransId="{363CF092-965B-47D9-BD91-D81D88946187}"/>
    <dgm:cxn modelId="{9BDD5CC2-0D78-497C-898C-CA50FCF873FF}" srcId="{F3EDA16C-D802-41C2-BC39-3F3E95761D48}" destId="{A5DB3B0C-62C2-46B4-897F-42CFF88D1408}" srcOrd="2" destOrd="0" parTransId="{0E255EF6-0F2E-47B6-938F-3B672719B0E9}" sibTransId="{032586AF-219A-46C2-9EE7-01164073E625}"/>
    <dgm:cxn modelId="{D7DD64D8-559C-4580-AF50-BBE04CF6D561}" type="presOf" srcId="{AD3F9306-8BB8-4AB9-916B-5DF68C896CFD}" destId="{40F21333-B9D8-4FBE-B4DD-057853B9B93F}" srcOrd="0" destOrd="0" presId="urn:microsoft.com/office/officeart/2018/5/layout/CenteredIconLabelDescriptionList"/>
    <dgm:cxn modelId="{FA16E0DC-7EA5-4E26-9B9A-EAA16307E467}" type="presOf" srcId="{4D7291EF-8F65-4D29-95D6-2EB58B60CDD4}" destId="{6FE3FACE-BD70-4CB6-9AEE-453D17549671}" srcOrd="0" destOrd="1" presId="urn:microsoft.com/office/officeart/2018/5/layout/CenteredIconLabelDescriptionList"/>
    <dgm:cxn modelId="{A9CE09E7-7D50-4226-A071-4A532A34BF38}" type="presOf" srcId="{D6F5A627-40EE-4F69-BAE6-023CB3DFB9C0}" destId="{7874FF4F-7EEC-4D9C-9119-19EEDF7B3437}" srcOrd="0" destOrd="1" presId="urn:microsoft.com/office/officeart/2018/5/layout/CenteredIconLabelDescriptionList"/>
    <dgm:cxn modelId="{A5F729E7-C23D-4F7F-B21B-0A5FBCEFDE49}" srcId="{6A8207AE-2714-4D9E-BE73-5685BC48263D}" destId="{3FEC98BC-9B8A-4243-AAE3-9B43B85EE9E3}" srcOrd="0" destOrd="0" parTransId="{39029F6C-804F-46B9-8B75-1A6941677EEC}" sibTransId="{6C88B950-03A7-4A9D-B944-1534229F9816}"/>
    <dgm:cxn modelId="{2FF07FE8-C85A-4D6C-A664-5E02BDEE283A}" type="presOf" srcId="{F3EDA16C-D802-41C2-BC39-3F3E95761D48}" destId="{009F8C90-2ADC-44B4-9273-B0FDAC8AEBCC}" srcOrd="0" destOrd="0" presId="urn:microsoft.com/office/officeart/2018/5/layout/CenteredIconLabelDescriptionList"/>
    <dgm:cxn modelId="{753837EB-24E3-4254-8283-59D151F1FAB8}" srcId="{CB87F43C-DFBF-43ED-AF7D-033D6A0A3C07}" destId="{AB02E3DB-780D-43E3-B41A-23C60C5DD89B}" srcOrd="1" destOrd="0" parTransId="{6BC494D5-4AF9-4FD9-84DF-3799CE789468}" sibTransId="{B68E11AF-3099-4E2B-B25D-0D3884644D34}"/>
    <dgm:cxn modelId="{D1EDB7ED-F281-433E-A63D-4710432BFC59}" srcId="{F3EDA16C-D802-41C2-BC39-3F3E95761D48}" destId="{842F0CC8-E5D5-491C-A77E-17EB23162B22}" srcOrd="4" destOrd="0" parTransId="{81127016-A4F0-49D8-9E2A-36F622980626}" sibTransId="{99DBDACC-CF19-44E6-9CE6-9272C1313C2C}"/>
    <dgm:cxn modelId="{3B6363FB-7993-46C8-83A1-EC07F6492F77}" type="presOf" srcId="{3F63AA5D-F0A0-4BF9-A8B6-0485206D9A9F}" destId="{6FE3FACE-BD70-4CB6-9AEE-453D17549671}" srcOrd="0" destOrd="0" presId="urn:microsoft.com/office/officeart/2018/5/layout/CenteredIconLabelDescriptionList"/>
    <dgm:cxn modelId="{872CBDFC-5374-4FE1-B1DC-B4EB48F7DEC4}" srcId="{A5DB3B0C-62C2-46B4-897F-42CFF88D1408}" destId="{13BE9FCB-C1E2-4001-AD94-F55AF18D9216}" srcOrd="1" destOrd="0" parTransId="{6D880155-E6AF-43C3-93C0-F4A2B080D941}" sibTransId="{7EDECC61-E86D-49B0-BD5A-7B80DBB30396}"/>
    <dgm:cxn modelId="{EDEDD8FC-4C45-471C-845F-8CE9750FF734}" type="presOf" srcId="{13BE9FCB-C1E2-4001-AD94-F55AF18D9216}" destId="{40F21333-B9D8-4FBE-B4DD-057853B9B93F}" srcOrd="0" destOrd="1" presId="urn:microsoft.com/office/officeart/2018/5/layout/CenteredIconLabelDescriptionList"/>
    <dgm:cxn modelId="{CB438434-F0E6-499E-BE6C-9289D7F49A77}" type="presParOf" srcId="{009F8C90-2ADC-44B4-9273-B0FDAC8AEBCC}" destId="{49B2DA81-A859-47AE-87B9-5BA5D7EF173F}" srcOrd="0" destOrd="0" presId="urn:microsoft.com/office/officeart/2018/5/layout/CenteredIconLabelDescriptionList"/>
    <dgm:cxn modelId="{7F40CF57-E204-481F-A92C-B43AA67E3DED}" type="presParOf" srcId="{49B2DA81-A859-47AE-87B9-5BA5D7EF173F}" destId="{C0DA7AD5-FA39-49F1-AAED-15F6818E8649}" srcOrd="0" destOrd="0" presId="urn:microsoft.com/office/officeart/2018/5/layout/CenteredIconLabelDescriptionList"/>
    <dgm:cxn modelId="{7FECF0C3-E7A2-46AF-AB49-A893F1EBDABD}" type="presParOf" srcId="{49B2DA81-A859-47AE-87B9-5BA5D7EF173F}" destId="{E0B50EFE-4EC2-48E8-BB9B-880F31EE1FD4}" srcOrd="1" destOrd="0" presId="urn:microsoft.com/office/officeart/2018/5/layout/CenteredIconLabelDescriptionList"/>
    <dgm:cxn modelId="{BABD2B58-BFD6-4CF6-B06A-D3B9880E8146}" type="presParOf" srcId="{49B2DA81-A859-47AE-87B9-5BA5D7EF173F}" destId="{4D9D9BFF-3489-4640-9239-F2E5B84E2D28}" srcOrd="2" destOrd="0" presId="urn:microsoft.com/office/officeart/2018/5/layout/CenteredIconLabelDescriptionList"/>
    <dgm:cxn modelId="{E676401E-5AE2-4128-AEED-FC019D50F207}" type="presParOf" srcId="{49B2DA81-A859-47AE-87B9-5BA5D7EF173F}" destId="{8D98F7B8-E96A-43BD-A903-D77ED3DABEDD}" srcOrd="3" destOrd="0" presId="urn:microsoft.com/office/officeart/2018/5/layout/CenteredIconLabelDescriptionList"/>
    <dgm:cxn modelId="{5305D70C-0ADF-4DBA-8914-31656C36457F}" type="presParOf" srcId="{49B2DA81-A859-47AE-87B9-5BA5D7EF173F}" destId="{8E90D1A4-12EB-4C41-BD6F-727C62FA716C}" srcOrd="4" destOrd="0" presId="urn:microsoft.com/office/officeart/2018/5/layout/CenteredIconLabelDescriptionList"/>
    <dgm:cxn modelId="{DD0DEE0B-9218-4806-B9CD-49EB86FCD1D5}" type="presParOf" srcId="{009F8C90-2ADC-44B4-9273-B0FDAC8AEBCC}" destId="{4777DDA7-EDE3-459E-A382-FF2973A8EB83}" srcOrd="1" destOrd="0" presId="urn:microsoft.com/office/officeart/2018/5/layout/CenteredIconLabelDescriptionList"/>
    <dgm:cxn modelId="{525C467E-E61A-4999-92A0-06DF57F7F4BD}" type="presParOf" srcId="{009F8C90-2ADC-44B4-9273-B0FDAC8AEBCC}" destId="{9016F8FF-0A3C-4DF2-A0C2-E66C4082D974}" srcOrd="2" destOrd="0" presId="urn:microsoft.com/office/officeart/2018/5/layout/CenteredIconLabelDescriptionList"/>
    <dgm:cxn modelId="{49256F21-427C-4BD0-98CF-54C540472E74}" type="presParOf" srcId="{9016F8FF-0A3C-4DF2-A0C2-E66C4082D974}" destId="{CD8C5217-C4AE-4298-9696-05BCB6541D05}" srcOrd="0" destOrd="0" presId="urn:microsoft.com/office/officeart/2018/5/layout/CenteredIconLabelDescriptionList"/>
    <dgm:cxn modelId="{30C92364-334A-4F52-A9E7-E78D8B87FD4A}" type="presParOf" srcId="{9016F8FF-0A3C-4DF2-A0C2-E66C4082D974}" destId="{B24426E3-EB7D-4A12-B17C-C1D9956FC200}" srcOrd="1" destOrd="0" presId="urn:microsoft.com/office/officeart/2018/5/layout/CenteredIconLabelDescriptionList"/>
    <dgm:cxn modelId="{454F4F21-D077-4274-9B54-EFC2CBDA959A}" type="presParOf" srcId="{9016F8FF-0A3C-4DF2-A0C2-E66C4082D974}" destId="{0940BD18-F6EE-44FE-89CE-6283F0CA226F}" srcOrd="2" destOrd="0" presId="urn:microsoft.com/office/officeart/2018/5/layout/CenteredIconLabelDescriptionList"/>
    <dgm:cxn modelId="{B6F15E2D-E1A6-419D-9EB3-8CB2646976FF}" type="presParOf" srcId="{9016F8FF-0A3C-4DF2-A0C2-E66C4082D974}" destId="{FC54FB0C-6C9E-43AF-9A6D-A1ACF2D81F63}" srcOrd="3" destOrd="0" presId="urn:microsoft.com/office/officeart/2018/5/layout/CenteredIconLabelDescriptionList"/>
    <dgm:cxn modelId="{11679C05-8FFD-44D5-8D4C-0E473556730D}" type="presParOf" srcId="{9016F8FF-0A3C-4DF2-A0C2-E66C4082D974}" destId="{66F88079-A0A3-4FC7-8D21-29AF8262750C}" srcOrd="4" destOrd="0" presId="urn:microsoft.com/office/officeart/2018/5/layout/CenteredIconLabelDescriptionList"/>
    <dgm:cxn modelId="{C63C44BF-8486-42DC-8D5F-E5F2BF906AE0}" type="presParOf" srcId="{009F8C90-2ADC-44B4-9273-B0FDAC8AEBCC}" destId="{DF8B1C67-CBCF-4B3A-B7D6-8FA1ED46A418}" srcOrd="3" destOrd="0" presId="urn:microsoft.com/office/officeart/2018/5/layout/CenteredIconLabelDescriptionList"/>
    <dgm:cxn modelId="{0D4A6B67-223F-490C-8A0A-CC2FCE83DE13}" type="presParOf" srcId="{009F8C90-2ADC-44B4-9273-B0FDAC8AEBCC}" destId="{E1DFB922-9791-4790-9CA6-9748B91C6A47}" srcOrd="4" destOrd="0" presId="urn:microsoft.com/office/officeart/2018/5/layout/CenteredIconLabelDescriptionList"/>
    <dgm:cxn modelId="{23AB8802-F984-41DE-81E2-8491E4A26108}" type="presParOf" srcId="{E1DFB922-9791-4790-9CA6-9748B91C6A47}" destId="{1E4A5278-3946-4F34-BB1E-6BD664CC951F}" srcOrd="0" destOrd="0" presId="urn:microsoft.com/office/officeart/2018/5/layout/CenteredIconLabelDescriptionList"/>
    <dgm:cxn modelId="{D75F9120-D9F6-4BCE-B217-4A52F1907A2D}" type="presParOf" srcId="{E1DFB922-9791-4790-9CA6-9748B91C6A47}" destId="{FEB9B45B-9D43-4A46-935E-F7BD9A054D9F}" srcOrd="1" destOrd="0" presId="urn:microsoft.com/office/officeart/2018/5/layout/CenteredIconLabelDescriptionList"/>
    <dgm:cxn modelId="{84DCBFF2-584B-48EA-AD33-1B65B40B03B0}" type="presParOf" srcId="{E1DFB922-9791-4790-9CA6-9748B91C6A47}" destId="{8A1EAC55-E5B3-4337-8371-A11ECAF1F590}" srcOrd="2" destOrd="0" presId="urn:microsoft.com/office/officeart/2018/5/layout/CenteredIconLabelDescriptionList"/>
    <dgm:cxn modelId="{962F7F0D-476D-4ED7-964A-6B4F6CA238E5}" type="presParOf" srcId="{E1DFB922-9791-4790-9CA6-9748B91C6A47}" destId="{42A14C9F-1499-4626-9FF8-3A8BF6515375}" srcOrd="3" destOrd="0" presId="urn:microsoft.com/office/officeart/2018/5/layout/CenteredIconLabelDescriptionList"/>
    <dgm:cxn modelId="{93DD03BC-1253-4828-BC44-CB9E64E65DEE}" type="presParOf" srcId="{E1DFB922-9791-4790-9CA6-9748B91C6A47}" destId="{40F21333-B9D8-4FBE-B4DD-057853B9B93F}" srcOrd="4" destOrd="0" presId="urn:microsoft.com/office/officeart/2018/5/layout/CenteredIconLabelDescriptionList"/>
    <dgm:cxn modelId="{321D17EB-31DC-4B8C-99E2-5B0968A26BD4}" type="presParOf" srcId="{009F8C90-2ADC-44B4-9273-B0FDAC8AEBCC}" destId="{68692C14-E9F3-4EC9-8E7B-7A2E667DF9B9}" srcOrd="5" destOrd="0" presId="urn:microsoft.com/office/officeart/2018/5/layout/CenteredIconLabelDescriptionList"/>
    <dgm:cxn modelId="{801C4F1D-8A5B-45A2-B873-0BC32A3A0138}" type="presParOf" srcId="{009F8C90-2ADC-44B4-9273-B0FDAC8AEBCC}" destId="{8F44E31E-1D73-4EA1-A483-1A6D0D2C1145}" srcOrd="6" destOrd="0" presId="urn:microsoft.com/office/officeart/2018/5/layout/CenteredIconLabelDescriptionList"/>
    <dgm:cxn modelId="{432EBE2F-A766-4735-9D45-C7A7E5A04A75}" type="presParOf" srcId="{8F44E31E-1D73-4EA1-A483-1A6D0D2C1145}" destId="{61C4B5BC-86C7-49F2-9425-3FBDCFEA5CB7}" srcOrd="0" destOrd="0" presId="urn:microsoft.com/office/officeart/2018/5/layout/CenteredIconLabelDescriptionList"/>
    <dgm:cxn modelId="{63310383-8B42-4D57-BC71-704BAD659DA5}" type="presParOf" srcId="{8F44E31E-1D73-4EA1-A483-1A6D0D2C1145}" destId="{461CC723-C6B8-444F-9872-E2A956DA15A6}" srcOrd="1" destOrd="0" presId="urn:microsoft.com/office/officeart/2018/5/layout/CenteredIconLabelDescriptionList"/>
    <dgm:cxn modelId="{CF1E0A7F-AA34-4AE2-979D-B83CB74386E1}" type="presParOf" srcId="{8F44E31E-1D73-4EA1-A483-1A6D0D2C1145}" destId="{3BDD2F92-0D76-4D80-9B2B-BD4FC85D768E}" srcOrd="2" destOrd="0" presId="urn:microsoft.com/office/officeart/2018/5/layout/CenteredIconLabelDescriptionList"/>
    <dgm:cxn modelId="{12137DA0-0B95-4588-BB60-46A5A9DA873C}" type="presParOf" srcId="{8F44E31E-1D73-4EA1-A483-1A6D0D2C1145}" destId="{14237305-5DEA-4EF7-A864-05B530D09B55}" srcOrd="3" destOrd="0" presId="urn:microsoft.com/office/officeart/2018/5/layout/CenteredIconLabelDescriptionList"/>
    <dgm:cxn modelId="{F1A7F17D-DC04-4F31-BA53-9058D6B93478}" type="presParOf" srcId="{8F44E31E-1D73-4EA1-A483-1A6D0D2C1145}" destId="{7874FF4F-7EEC-4D9C-9119-19EEDF7B3437}" srcOrd="4" destOrd="0" presId="urn:microsoft.com/office/officeart/2018/5/layout/CenteredIconLabelDescriptionList"/>
    <dgm:cxn modelId="{068BD436-208E-4487-BD2F-83F1FE487327}" type="presParOf" srcId="{009F8C90-2ADC-44B4-9273-B0FDAC8AEBCC}" destId="{794E4B57-EF2D-450B-B3A7-E39957BDB3F0}" srcOrd="7" destOrd="0" presId="urn:microsoft.com/office/officeart/2018/5/layout/CenteredIconLabelDescriptionList"/>
    <dgm:cxn modelId="{DF1578F4-E013-4518-9D1E-5762DBE8EC7E}" type="presParOf" srcId="{009F8C90-2ADC-44B4-9273-B0FDAC8AEBCC}" destId="{0BD724EF-96B6-477C-A3F9-79D38FD0C7DA}" srcOrd="8" destOrd="0" presId="urn:microsoft.com/office/officeart/2018/5/layout/CenteredIconLabelDescriptionList"/>
    <dgm:cxn modelId="{EEF8576E-B3E2-4D25-AB27-8282D409AAB6}" type="presParOf" srcId="{0BD724EF-96B6-477C-A3F9-79D38FD0C7DA}" destId="{DCD4EFB5-5262-48B1-833D-3C678A823EE4}" srcOrd="0" destOrd="0" presId="urn:microsoft.com/office/officeart/2018/5/layout/CenteredIconLabelDescriptionList"/>
    <dgm:cxn modelId="{19DBFB50-5C3A-4D1B-AE80-1F498C22AB35}" type="presParOf" srcId="{0BD724EF-96B6-477C-A3F9-79D38FD0C7DA}" destId="{F2251E24-5D89-48B3-9DE9-E8DF5245ED21}" srcOrd="1" destOrd="0" presId="urn:microsoft.com/office/officeart/2018/5/layout/CenteredIconLabelDescriptionList"/>
    <dgm:cxn modelId="{0B38B59F-C972-4E0D-83EC-ADFE176E5BC7}" type="presParOf" srcId="{0BD724EF-96B6-477C-A3F9-79D38FD0C7DA}" destId="{6AD26244-FD56-4337-A59F-7175B3130C0A}" srcOrd="2" destOrd="0" presId="urn:microsoft.com/office/officeart/2018/5/layout/CenteredIconLabelDescriptionList"/>
    <dgm:cxn modelId="{642DC0A7-D424-4CC6-A14E-6DC9DEC722E7}" type="presParOf" srcId="{0BD724EF-96B6-477C-A3F9-79D38FD0C7DA}" destId="{7B09D88E-D7AF-4724-9D6B-627C836A91A7}" srcOrd="3" destOrd="0" presId="urn:microsoft.com/office/officeart/2018/5/layout/CenteredIconLabelDescriptionList"/>
    <dgm:cxn modelId="{2E23F916-E1AE-445E-A7EA-C4618C72BDEE}" type="presParOf" srcId="{0BD724EF-96B6-477C-A3F9-79D38FD0C7DA}" destId="{6FE3FACE-BD70-4CB6-9AEE-453D1754967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A9CBAF6-792A-407A-924E-834C95F464EB}">
      <dgm:prSet phldrT="[Text]"/>
      <dgm:spPr/>
      <dgm:t>
        <a:bodyPr/>
        <a:lstStyle/>
        <a:p>
          <a:r>
            <a:rPr lang="tr-TR" dirty="0" err="1"/>
            <a:t>Random</a:t>
          </a:r>
          <a:r>
            <a:rPr lang="tr-TR" dirty="0"/>
            <a:t> </a:t>
          </a:r>
          <a:r>
            <a:rPr lang="tr-TR" dirty="0" err="1"/>
            <a:t>Number</a:t>
          </a:r>
          <a:endParaRPr lang="tr-TR" dirty="0"/>
        </a:p>
      </dgm:t>
    </dgm:pt>
    <dgm:pt modelId="{60C22067-3869-4F50-A0C7-C135070B7BAB}" type="sibTrans" cxnId="{61FA64D7-88A7-498B-83FC-17A4745B7A58}">
      <dgm:prSet/>
      <dgm:spPr/>
      <dgm:t>
        <a:bodyPr/>
        <a:lstStyle/>
        <a:p>
          <a:endParaRPr lang="tr-TR"/>
        </a:p>
      </dgm:t>
    </dgm:pt>
    <dgm:pt modelId="{23E5D1B3-E2CA-463B-9C19-78E2BBFAC655}" type="parTrans" cxnId="{61FA64D7-88A7-498B-83FC-17A4745B7A58}">
      <dgm:prSet/>
      <dgm:spPr/>
      <dgm:t>
        <a:bodyPr/>
        <a:lstStyle/>
        <a:p>
          <a:endParaRPr lang="tr-TR"/>
        </a:p>
      </dgm:t>
    </dgm:pt>
    <dgm:pt modelId="{872602EF-1C0F-42FD-BC52-46823B9FC802}">
      <dgm:prSet phldrT="[Text]"/>
      <dgm:spPr/>
      <dgm:t>
        <a:bodyPr/>
        <a:lstStyle/>
        <a:p>
          <a:r>
            <a:rPr lang="tr-TR"/>
            <a:t>Mnemonic</a:t>
          </a:r>
          <a:endParaRPr lang="tr-TR" dirty="0"/>
        </a:p>
      </dgm:t>
    </dgm:pt>
    <dgm:pt modelId="{EDA67AFF-97C8-429E-91B6-19864D5DE0B4}" type="sibTrans" cxnId="{8D85C7A2-B8D7-476B-893E-0580EAB4BD59}">
      <dgm:prSet/>
      <dgm:spPr/>
      <dgm:t>
        <a:bodyPr/>
        <a:lstStyle/>
        <a:p>
          <a:endParaRPr lang="tr-TR"/>
        </a:p>
      </dgm:t>
    </dgm:pt>
    <dgm:pt modelId="{11A91E5C-8B3C-44BF-A4AE-B2F9D545D070}" type="parTrans" cxnId="{8D85C7A2-B8D7-476B-893E-0580EAB4BD59}">
      <dgm:prSet/>
      <dgm:spPr/>
      <dgm:t>
        <a:bodyPr/>
        <a:lstStyle/>
        <a:p>
          <a:endParaRPr lang="tr-TR"/>
        </a:p>
      </dgm:t>
    </dgm:pt>
    <dgm:pt modelId="{D7211061-BFB2-44F5-BE73-A2E692C719C5}">
      <dgm:prSet phldrT="[Text]"/>
      <dgm:spPr/>
      <dgm:t>
        <a:bodyPr/>
        <a:lstStyle/>
        <a:p>
          <a:r>
            <a:rPr lang="tr-TR" dirty="0"/>
            <a:t>Root Seed</a:t>
          </a:r>
        </a:p>
      </dgm:t>
    </dgm:pt>
    <dgm:pt modelId="{832C5BD1-5EFD-4B62-89DC-6E853C812606}" type="sibTrans" cxnId="{6A026573-B890-42DB-B2ED-DB0E206BA6FC}">
      <dgm:prSet/>
      <dgm:spPr/>
      <dgm:t>
        <a:bodyPr/>
        <a:lstStyle/>
        <a:p>
          <a:endParaRPr lang="tr-TR"/>
        </a:p>
      </dgm:t>
    </dgm:pt>
    <dgm:pt modelId="{7BA277DD-D1AF-4ED0-9E3D-38E7DBA93180}" type="parTrans" cxnId="{6A026573-B890-42DB-B2ED-DB0E206BA6FC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A54E65C6-E65D-4C8C-8816-9A6A547710B6}" type="pres">
      <dgm:prSet presAssocID="{2A9CBAF6-792A-407A-924E-834C95F464EB}" presName="node" presStyleLbl="node1" presStyleIdx="0" presStyleCnt="3">
        <dgm:presLayoutVars>
          <dgm:bulletEnabled val="1"/>
        </dgm:presLayoutVars>
      </dgm:prSet>
      <dgm:spPr/>
    </dgm:pt>
    <dgm:pt modelId="{729833FB-8A27-41AF-941E-F176057802FA}" type="pres">
      <dgm:prSet presAssocID="{60C22067-3869-4F50-A0C7-C135070B7BAB}" presName="sibTrans" presStyleLbl="sibTrans2D1" presStyleIdx="0" presStyleCnt="2"/>
      <dgm:spPr/>
    </dgm:pt>
    <dgm:pt modelId="{35D51FDE-5436-4204-90F8-013D683C7CBB}" type="pres">
      <dgm:prSet presAssocID="{60C22067-3869-4F50-A0C7-C135070B7BAB}" presName="connectorText" presStyleLbl="sibTrans2D1" presStyleIdx="0" presStyleCnt="2"/>
      <dgm:spPr/>
    </dgm:pt>
    <dgm:pt modelId="{BE7593F8-F25C-40AF-9C84-29B209F4C777}" type="pres">
      <dgm:prSet presAssocID="{872602EF-1C0F-42FD-BC52-46823B9FC802}" presName="node" presStyleLbl="node1" presStyleIdx="1" presStyleCnt="3">
        <dgm:presLayoutVars>
          <dgm:bulletEnabled val="1"/>
        </dgm:presLayoutVars>
      </dgm:prSet>
      <dgm:spPr/>
    </dgm:pt>
    <dgm:pt modelId="{87A070A9-4AD9-45AE-847D-7584145E9A93}" type="pres">
      <dgm:prSet presAssocID="{EDA67AFF-97C8-429E-91B6-19864D5DE0B4}" presName="sibTrans" presStyleLbl="sibTrans2D1" presStyleIdx="1" presStyleCnt="2"/>
      <dgm:spPr/>
    </dgm:pt>
    <dgm:pt modelId="{A5924897-034C-42C0-9771-42F16A74AA75}" type="pres">
      <dgm:prSet presAssocID="{EDA67AFF-97C8-429E-91B6-19864D5DE0B4}" presName="connectorText" presStyleLbl="sibTrans2D1" presStyleIdx="1" presStyleCnt="2"/>
      <dgm:spPr/>
    </dgm:pt>
    <dgm:pt modelId="{63C43116-DB18-4021-85ED-7CDC297E9EC7}" type="pres">
      <dgm:prSet presAssocID="{D7211061-BFB2-44F5-BE73-A2E692C719C5}" presName="node" presStyleLbl="node1" presStyleIdx="2" presStyleCnt="3">
        <dgm:presLayoutVars>
          <dgm:bulletEnabled val="1"/>
        </dgm:presLayoutVars>
      </dgm:prSet>
      <dgm:spPr/>
    </dgm:pt>
  </dgm:ptLst>
  <dgm:cxnLst>
    <dgm:cxn modelId="{66C4511F-937A-4564-8532-60E46DF059E1}" type="presOf" srcId="{D7211061-BFB2-44F5-BE73-A2E692C719C5}" destId="{63C43116-DB18-4021-85ED-7CDC297E9EC7}" srcOrd="0" destOrd="0" presId="urn:microsoft.com/office/officeart/2005/8/layout/process1"/>
    <dgm:cxn modelId="{58B5F32D-FDBC-4F37-933F-73A832A27032}" type="presOf" srcId="{EDA67AFF-97C8-429E-91B6-19864D5DE0B4}" destId="{A5924897-034C-42C0-9771-42F16A74AA75}" srcOrd="1" destOrd="0" presId="urn:microsoft.com/office/officeart/2005/8/layout/process1"/>
    <dgm:cxn modelId="{386BFA6E-30D7-4C81-B90A-BB69EC89B075}" type="presOf" srcId="{2A9CBAF6-792A-407A-924E-834C95F464EB}" destId="{A54E65C6-E65D-4C8C-8816-9A6A547710B6}" srcOrd="0" destOrd="0" presId="urn:microsoft.com/office/officeart/2005/8/layout/process1"/>
    <dgm:cxn modelId="{6A026573-B890-42DB-B2ED-DB0E206BA6FC}" srcId="{A2961900-A285-458B-8BCB-D7E84CC65DD8}" destId="{D7211061-BFB2-44F5-BE73-A2E692C719C5}" srcOrd="2" destOrd="0" parTransId="{7BA277DD-D1AF-4ED0-9E3D-38E7DBA93180}" sibTransId="{832C5BD1-5EFD-4B62-89DC-6E853C812606}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AF84709D-D2D8-4381-A9E9-6B08E65195DF}" type="presOf" srcId="{EDA67AFF-97C8-429E-91B6-19864D5DE0B4}" destId="{87A070A9-4AD9-45AE-847D-7584145E9A93}" srcOrd="0" destOrd="0" presId="urn:microsoft.com/office/officeart/2005/8/layout/process1"/>
    <dgm:cxn modelId="{8D85C7A2-B8D7-476B-893E-0580EAB4BD59}" srcId="{A2961900-A285-458B-8BCB-D7E84CC65DD8}" destId="{872602EF-1C0F-42FD-BC52-46823B9FC802}" srcOrd="1" destOrd="0" parTransId="{11A91E5C-8B3C-44BF-A4AE-B2F9D545D070}" sibTransId="{EDA67AFF-97C8-429E-91B6-19864D5DE0B4}"/>
    <dgm:cxn modelId="{610503AA-AC4F-41E1-BED2-55A716F182B7}" type="presOf" srcId="{872602EF-1C0F-42FD-BC52-46823B9FC802}" destId="{BE7593F8-F25C-40AF-9C84-29B209F4C777}" srcOrd="0" destOrd="0" presId="urn:microsoft.com/office/officeart/2005/8/layout/process1"/>
    <dgm:cxn modelId="{F0E559BD-429C-4E52-9B11-1EF8ADCA4870}" type="presOf" srcId="{60C22067-3869-4F50-A0C7-C135070B7BAB}" destId="{729833FB-8A27-41AF-941E-F176057802FA}" srcOrd="0" destOrd="0" presId="urn:microsoft.com/office/officeart/2005/8/layout/process1"/>
    <dgm:cxn modelId="{E3C23ED3-5D70-483C-94BF-503893418067}" type="presOf" srcId="{60C22067-3869-4F50-A0C7-C135070B7BAB}" destId="{35D51FDE-5436-4204-90F8-013D683C7CBB}" srcOrd="1" destOrd="0" presId="urn:microsoft.com/office/officeart/2005/8/layout/process1"/>
    <dgm:cxn modelId="{61FA64D7-88A7-498B-83FC-17A4745B7A58}" srcId="{A2961900-A285-458B-8BCB-D7E84CC65DD8}" destId="{2A9CBAF6-792A-407A-924E-834C95F464EB}" srcOrd="0" destOrd="0" parTransId="{23E5D1B3-E2CA-463B-9C19-78E2BBFAC655}" sibTransId="{60C22067-3869-4F50-A0C7-C135070B7BAB}"/>
    <dgm:cxn modelId="{1AF99B36-A29E-4A26-887F-A65FD4FEFC0C}" type="presParOf" srcId="{CD0F9DFE-8DDE-48A1-9FE0-2F76F9EEF7FD}" destId="{A54E65C6-E65D-4C8C-8816-9A6A547710B6}" srcOrd="0" destOrd="0" presId="urn:microsoft.com/office/officeart/2005/8/layout/process1"/>
    <dgm:cxn modelId="{65A3EB04-D39F-4FD2-8679-ABE5F3079A9C}" type="presParOf" srcId="{CD0F9DFE-8DDE-48A1-9FE0-2F76F9EEF7FD}" destId="{729833FB-8A27-41AF-941E-F176057802FA}" srcOrd="1" destOrd="0" presId="urn:microsoft.com/office/officeart/2005/8/layout/process1"/>
    <dgm:cxn modelId="{2CBFB3A5-475A-4753-8AB6-C0F3688C384B}" type="presParOf" srcId="{729833FB-8A27-41AF-941E-F176057802FA}" destId="{35D51FDE-5436-4204-90F8-013D683C7CBB}" srcOrd="0" destOrd="0" presId="urn:microsoft.com/office/officeart/2005/8/layout/process1"/>
    <dgm:cxn modelId="{17A068C4-6849-4CFF-B6C9-32F9083AF146}" type="presParOf" srcId="{CD0F9DFE-8DDE-48A1-9FE0-2F76F9EEF7FD}" destId="{BE7593F8-F25C-40AF-9C84-29B209F4C777}" srcOrd="2" destOrd="0" presId="urn:microsoft.com/office/officeart/2005/8/layout/process1"/>
    <dgm:cxn modelId="{1552AE8F-DCE0-4E73-89C4-3B31CFA0AECE}" type="presParOf" srcId="{CD0F9DFE-8DDE-48A1-9FE0-2F76F9EEF7FD}" destId="{87A070A9-4AD9-45AE-847D-7584145E9A93}" srcOrd="3" destOrd="0" presId="urn:microsoft.com/office/officeart/2005/8/layout/process1"/>
    <dgm:cxn modelId="{78E5899D-F606-4B02-912A-4B4A6F58F49F}" type="presParOf" srcId="{87A070A9-4AD9-45AE-847D-7584145E9A93}" destId="{A5924897-034C-42C0-9771-42F16A74AA75}" srcOrd="0" destOrd="0" presId="urn:microsoft.com/office/officeart/2005/8/layout/process1"/>
    <dgm:cxn modelId="{B5F08F57-3372-4520-9B83-9CC667A870B5}" type="presParOf" srcId="{CD0F9DFE-8DDE-48A1-9FE0-2F76F9EEF7FD}" destId="{63C43116-DB18-4021-85ED-7CDC297E9EC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488BED5-A505-479B-96D8-8C45EF2FA6F7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E9343762-27FC-4BB1-8A7E-83E7D482463D}" type="sibTrans" cxnId="{403202A7-0634-4D9A-AAC8-832767B160B7}">
      <dgm:prSet/>
      <dgm:spPr/>
      <dgm:t>
        <a:bodyPr/>
        <a:lstStyle/>
        <a:p>
          <a:endParaRPr lang="tr-TR"/>
        </a:p>
      </dgm:t>
    </dgm:pt>
    <dgm:pt modelId="{CF815D27-0409-44F0-B57C-D9623169F4A8}" type="parTrans" cxnId="{403202A7-0634-4D9A-AAC8-832767B160B7}">
      <dgm:prSet/>
      <dgm:spPr/>
      <dgm:t>
        <a:bodyPr/>
        <a:lstStyle/>
        <a:p>
          <a:endParaRPr lang="tr-TR"/>
        </a:p>
      </dgm:t>
    </dgm:pt>
    <dgm:pt modelId="{C22DECE5-7726-4C6D-950D-D5CA734110E2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8CE7E443-E6CA-4B42-90A6-1CDF0806CF4B}" type="parTrans" cxnId="{6037E9E0-2857-4924-9080-AD25EC78A2AD}">
      <dgm:prSet/>
      <dgm:spPr/>
      <dgm:t>
        <a:bodyPr/>
        <a:lstStyle/>
        <a:p>
          <a:endParaRPr lang="tr-TR"/>
        </a:p>
      </dgm:t>
    </dgm:pt>
    <dgm:pt modelId="{1016CBD7-2D99-4A40-89E9-3406DDBB6662}" type="sibTrans" cxnId="{6037E9E0-2857-4924-9080-AD25EC78A2AD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66D2F845-F670-4EE7-990C-7D486BA65476}" type="pres">
      <dgm:prSet presAssocID="{8488BED5-A505-479B-96D8-8C45EF2FA6F7}" presName="node" presStyleLbl="node1" presStyleIdx="0" presStyleCnt="2" custLinFactNeighborX="-49" custLinFactNeighborY="20684">
        <dgm:presLayoutVars>
          <dgm:bulletEnabled val="1"/>
        </dgm:presLayoutVars>
      </dgm:prSet>
      <dgm:spPr/>
    </dgm:pt>
    <dgm:pt modelId="{774D2751-3935-438D-BE56-6C472D653EFF}" type="pres">
      <dgm:prSet presAssocID="{E9343762-27FC-4BB1-8A7E-83E7D482463D}" presName="sibTrans" presStyleLbl="sibTrans2D1" presStyleIdx="0" presStyleCnt="1"/>
      <dgm:spPr/>
    </dgm:pt>
    <dgm:pt modelId="{9B3D4B51-F75A-4EC3-9D7E-B2B774CCEFE1}" type="pres">
      <dgm:prSet presAssocID="{E9343762-27FC-4BB1-8A7E-83E7D482463D}" presName="connectorText" presStyleLbl="sibTrans2D1" presStyleIdx="0" presStyleCnt="1"/>
      <dgm:spPr/>
    </dgm:pt>
    <dgm:pt modelId="{25A46A61-1084-43D1-88E5-646C07BEA854}" type="pres">
      <dgm:prSet presAssocID="{C22DECE5-7726-4C6D-950D-D5CA734110E2}" presName="node" presStyleLbl="node1" presStyleIdx="1" presStyleCnt="2">
        <dgm:presLayoutVars>
          <dgm:bulletEnabled val="1"/>
        </dgm:presLayoutVars>
      </dgm:prSet>
      <dgm:spPr/>
    </dgm:pt>
  </dgm:ptLst>
  <dgm:cxnLst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403202A7-0634-4D9A-AAC8-832767B160B7}" srcId="{A2961900-A285-458B-8BCB-D7E84CC65DD8}" destId="{8488BED5-A505-479B-96D8-8C45EF2FA6F7}" srcOrd="0" destOrd="0" parTransId="{CF815D27-0409-44F0-B57C-D9623169F4A8}" sibTransId="{E9343762-27FC-4BB1-8A7E-83E7D482463D}"/>
    <dgm:cxn modelId="{6075BFB9-B8D1-4BF7-ACEC-0F10AADE4041}" type="presOf" srcId="{E9343762-27FC-4BB1-8A7E-83E7D482463D}" destId="{9B3D4B51-F75A-4EC3-9D7E-B2B774CCEFE1}" srcOrd="1" destOrd="0" presId="urn:microsoft.com/office/officeart/2005/8/layout/process1"/>
    <dgm:cxn modelId="{EF9306C3-E6D1-4BB4-A928-F249B5E43990}" type="presOf" srcId="{C22DECE5-7726-4C6D-950D-D5CA734110E2}" destId="{25A46A61-1084-43D1-88E5-646C07BEA854}" srcOrd="0" destOrd="0" presId="urn:microsoft.com/office/officeart/2005/8/layout/process1"/>
    <dgm:cxn modelId="{A9C870CE-5BD4-46FA-947D-3DFF9EA6FC67}" type="presOf" srcId="{E9343762-27FC-4BB1-8A7E-83E7D482463D}" destId="{774D2751-3935-438D-BE56-6C472D653EFF}" srcOrd="0" destOrd="0" presId="urn:microsoft.com/office/officeart/2005/8/layout/process1"/>
    <dgm:cxn modelId="{6037E9E0-2857-4924-9080-AD25EC78A2AD}" srcId="{A2961900-A285-458B-8BCB-D7E84CC65DD8}" destId="{C22DECE5-7726-4C6D-950D-D5CA734110E2}" srcOrd="1" destOrd="0" parTransId="{8CE7E443-E6CA-4B42-90A6-1CDF0806CF4B}" sibTransId="{1016CBD7-2D99-4A40-89E9-3406DDBB6662}"/>
    <dgm:cxn modelId="{B3574EE4-2422-4F67-AED9-0A7059D34D15}" type="presOf" srcId="{8488BED5-A505-479B-96D8-8C45EF2FA6F7}" destId="{66D2F845-F670-4EE7-990C-7D486BA65476}" srcOrd="0" destOrd="0" presId="urn:microsoft.com/office/officeart/2005/8/layout/process1"/>
    <dgm:cxn modelId="{0D95C3AE-2CF6-453B-B517-1F1559ABF993}" type="presParOf" srcId="{CD0F9DFE-8DDE-48A1-9FE0-2F76F9EEF7FD}" destId="{66D2F845-F670-4EE7-990C-7D486BA65476}" srcOrd="0" destOrd="0" presId="urn:microsoft.com/office/officeart/2005/8/layout/process1"/>
    <dgm:cxn modelId="{07C67E43-7B4C-4BD2-AAC5-4EE502A43DC8}" type="presParOf" srcId="{CD0F9DFE-8DDE-48A1-9FE0-2F76F9EEF7FD}" destId="{774D2751-3935-438D-BE56-6C472D653EFF}" srcOrd="1" destOrd="0" presId="urn:microsoft.com/office/officeart/2005/8/layout/process1"/>
    <dgm:cxn modelId="{3D6C2E0E-2E98-41C2-B004-87EC5E1F1702}" type="presParOf" srcId="{774D2751-3935-438D-BE56-6C472D653EFF}" destId="{9B3D4B51-F75A-4EC3-9D7E-B2B774CCEFE1}" srcOrd="0" destOrd="0" presId="urn:microsoft.com/office/officeart/2005/8/layout/process1"/>
    <dgm:cxn modelId="{73EF94E5-3F1F-46E3-BED3-EEAD2FBC5DBF}" type="presParOf" srcId="{CD0F9DFE-8DDE-48A1-9FE0-2F76F9EEF7FD}" destId="{25A46A61-1084-43D1-88E5-646C07BEA854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463C25B-78D5-4899-BFD4-EFFF9105A331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Chain</a:t>
          </a:r>
          <a:r>
            <a:rPr lang="tr-TR" dirty="0"/>
            <a:t> </a:t>
          </a:r>
          <a:r>
            <a:rPr lang="tr-TR" dirty="0" err="1"/>
            <a:t>Code</a:t>
          </a:r>
          <a:endParaRPr lang="tr-TR" dirty="0"/>
        </a:p>
      </dgm:t>
    </dgm:pt>
    <dgm:pt modelId="{2186FA68-A436-4051-9001-FB7AFCE9A182}" type="parTrans" cxnId="{1A2D5198-6AE7-4827-BE19-09F347E75A22}">
      <dgm:prSet/>
      <dgm:spPr/>
      <dgm:t>
        <a:bodyPr/>
        <a:lstStyle/>
        <a:p>
          <a:endParaRPr lang="tr-TR"/>
        </a:p>
      </dgm:t>
    </dgm:pt>
    <dgm:pt modelId="{0A01696F-D6E5-43EC-BDD0-8D6DF562784E}" type="sibTrans" cxnId="{1A2D5198-6AE7-4827-BE19-09F347E75A22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06E62A87-4872-4D62-95DC-C8A1B71A1B6F}" type="pres">
      <dgm:prSet presAssocID="{2463C25B-78D5-4899-BFD4-EFFF9105A331}" presName="node" presStyleLbl="node1" presStyleIdx="0" presStyleCnt="1" custLinFactNeighborX="11136" custLinFactNeighborY="70853">
        <dgm:presLayoutVars>
          <dgm:bulletEnabled val="1"/>
        </dgm:presLayoutVars>
      </dgm:prSet>
      <dgm:spPr/>
    </dgm:pt>
  </dgm:ptLst>
  <dgm:cxnLst>
    <dgm:cxn modelId="{D349445D-1D28-49DC-B0BD-4E13915D8099}" type="presOf" srcId="{2463C25B-78D5-4899-BFD4-EFFF9105A331}" destId="{06E62A87-4872-4D62-95DC-C8A1B71A1B6F}" srcOrd="0" destOrd="0" presId="urn:microsoft.com/office/officeart/2005/8/layout/process1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1A2D5198-6AE7-4827-BE19-09F347E75A22}" srcId="{A2961900-A285-458B-8BCB-D7E84CC65DD8}" destId="{2463C25B-78D5-4899-BFD4-EFFF9105A331}" srcOrd="0" destOrd="0" parTransId="{2186FA68-A436-4051-9001-FB7AFCE9A182}" sibTransId="{0A01696F-D6E5-43EC-BDD0-8D6DF562784E}"/>
    <dgm:cxn modelId="{68E90706-7640-41EC-989E-2C454CCEAFB2}" type="presParOf" srcId="{CD0F9DFE-8DDE-48A1-9FE0-2F76F9EEF7FD}" destId="{06E62A87-4872-4D62-95DC-C8A1B71A1B6F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1C1E8531-827D-4B04-AF47-9574515CAFD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F7CFB1C-3803-44D2-AFE9-0DFDCDACE7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keys</a:t>
          </a:r>
          <a:endParaRPr lang="en-US" dirty="0"/>
        </a:p>
      </dgm:t>
    </dgm:pt>
    <dgm:pt modelId="{56A72967-A27B-425D-815C-137850AFFBB3}" type="parTrans" cxnId="{DD4C0CA2-AB96-41D3-A0AC-ADC04E8C402F}">
      <dgm:prSet/>
      <dgm:spPr/>
      <dgm:t>
        <a:bodyPr/>
        <a:lstStyle/>
        <a:p>
          <a:endParaRPr lang="en-US"/>
        </a:p>
      </dgm:t>
    </dgm:pt>
    <dgm:pt modelId="{FE60262D-8981-4229-AFD5-27C4DF714E4E}" type="sibTrans" cxnId="{DD4C0CA2-AB96-41D3-A0AC-ADC04E8C402F}">
      <dgm:prSet/>
      <dgm:spPr/>
      <dgm:t>
        <a:bodyPr/>
        <a:lstStyle/>
        <a:p>
          <a:endParaRPr lang="en-US"/>
        </a:p>
      </dgm:t>
    </dgm:pt>
    <dgm:pt modelId="{02222546-853A-4B24-BA98-578E3F832A6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derived </a:t>
          </a:r>
          <a:r>
            <a:rPr lang="en-US" dirty="0"/>
            <a:t>from parent</a:t>
          </a:r>
        </a:p>
      </dgm:t>
    </dgm:pt>
    <dgm:pt modelId="{615E14B3-7087-48E8-A6E2-F3117F35BCE7}" type="parTrans" cxnId="{68BCAC63-B84F-4842-ADD2-BA39EBD7281F}">
      <dgm:prSet/>
      <dgm:spPr/>
      <dgm:t>
        <a:bodyPr/>
        <a:lstStyle/>
        <a:p>
          <a:endParaRPr lang="en-US"/>
        </a:p>
      </dgm:t>
    </dgm:pt>
    <dgm:pt modelId="{43E2297D-3CE1-45DD-A88A-8AD70D66910F}" type="sibTrans" cxnId="{68BCAC63-B84F-4842-ADD2-BA39EBD7281F}">
      <dgm:prSet/>
      <dgm:spPr/>
      <dgm:t>
        <a:bodyPr/>
        <a:lstStyle/>
        <a:p>
          <a:endParaRPr lang="en-US"/>
        </a:p>
      </dgm:t>
    </dgm:pt>
    <dgm:pt modelId="{129586C8-7795-401B-9D4C-1593E09981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Key Derivation function</a:t>
          </a:r>
          <a:endParaRPr lang="en-US" dirty="0"/>
        </a:p>
      </dgm:t>
    </dgm:pt>
    <dgm:pt modelId="{A5EB35C5-A4CA-4771-98A4-582D9C225152}" type="parTrans" cxnId="{334B04D8-2A1E-46A2-B49F-4F1C9785AC5A}">
      <dgm:prSet/>
      <dgm:spPr/>
      <dgm:t>
        <a:bodyPr/>
        <a:lstStyle/>
        <a:p>
          <a:endParaRPr lang="en-US"/>
        </a:p>
      </dgm:t>
    </dgm:pt>
    <dgm:pt modelId="{07E0CA4E-4220-4CD4-AF82-7CF95EA35D19}" type="sibTrans" cxnId="{334B04D8-2A1E-46A2-B49F-4F1C9785AC5A}">
      <dgm:prSet/>
      <dgm:spPr/>
      <dgm:t>
        <a:bodyPr/>
        <a:lstStyle/>
        <a:p>
          <a:endParaRPr lang="en-US"/>
        </a:p>
      </dgm:t>
    </dgm:pt>
    <dgm:pt modelId="{90651E42-C428-482E-9075-BADFAF9B68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CKD </a:t>
          </a:r>
          <a:r>
            <a:rPr lang="en-US" dirty="0"/>
            <a:t>Combines</a:t>
          </a:r>
        </a:p>
      </dgm:t>
    </dgm:pt>
    <dgm:pt modelId="{ECFEBE23-FA50-4746-9462-62A08FF6737F}" type="parTrans" cxnId="{AF7F54E3-808C-474A-9888-5B32AAB2C4EB}">
      <dgm:prSet/>
      <dgm:spPr/>
      <dgm:t>
        <a:bodyPr/>
        <a:lstStyle/>
        <a:p>
          <a:endParaRPr lang="en-US"/>
        </a:p>
      </dgm:t>
    </dgm:pt>
    <dgm:pt modelId="{86AC5255-504D-43EA-9F26-EF128332A539}" type="sibTrans" cxnId="{AF7F54E3-808C-474A-9888-5B32AAB2C4EB}">
      <dgm:prSet/>
      <dgm:spPr/>
      <dgm:t>
        <a:bodyPr/>
        <a:lstStyle/>
        <a:p>
          <a:endParaRPr lang="en-US"/>
        </a:p>
      </dgm:t>
    </dgm:pt>
    <dgm:pt modelId="{753848B7-887B-4431-BF54-634EBFB910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private</a:t>
          </a:r>
          <a:r>
            <a:rPr lang="tr-TR" dirty="0"/>
            <a:t> key</a:t>
          </a:r>
          <a:endParaRPr lang="en-US" dirty="0"/>
        </a:p>
      </dgm:t>
    </dgm:pt>
    <dgm:pt modelId="{541E3E31-B334-46AB-B039-8816D728DE1A}" type="parTrans" cxnId="{70E41B7B-3D79-4CD3-955C-27C6B5ED7D71}">
      <dgm:prSet/>
      <dgm:spPr/>
      <dgm:t>
        <a:bodyPr/>
        <a:lstStyle/>
        <a:p>
          <a:endParaRPr lang="en-US"/>
        </a:p>
      </dgm:t>
    </dgm:pt>
    <dgm:pt modelId="{E4E2D71B-E747-4998-9B60-E2EAA1377F1D}" type="sibTrans" cxnId="{70E41B7B-3D79-4CD3-955C-27C6B5ED7D71}">
      <dgm:prSet/>
      <dgm:spPr/>
      <dgm:t>
        <a:bodyPr/>
        <a:lstStyle/>
        <a:p>
          <a:endParaRPr lang="en-US"/>
        </a:p>
      </dgm:t>
    </dgm:pt>
    <dgm:pt modelId="{D84C9F46-BFF1-41D2-BE9D-AF8BECF5FA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Seed</a:t>
          </a:r>
          <a:endParaRPr lang="en-US" dirty="0"/>
        </a:p>
      </dgm:t>
    </dgm:pt>
    <dgm:pt modelId="{712CFE4A-BA9E-4974-B3A9-331E26D8D90A}" type="parTrans" cxnId="{F4F2B744-CCDE-4F95-92E4-C9E19FF9D7AB}">
      <dgm:prSet/>
      <dgm:spPr/>
      <dgm:t>
        <a:bodyPr/>
        <a:lstStyle/>
        <a:p>
          <a:endParaRPr lang="en-US"/>
        </a:p>
      </dgm:t>
    </dgm:pt>
    <dgm:pt modelId="{909F42FE-3293-4805-8B91-DD41E5DFD645}" type="sibTrans" cxnId="{F4F2B744-CCDE-4F95-92E4-C9E19FF9D7AB}">
      <dgm:prSet/>
      <dgm:spPr/>
      <dgm:t>
        <a:bodyPr/>
        <a:lstStyle/>
        <a:p>
          <a:endParaRPr lang="en-US"/>
        </a:p>
      </dgm:t>
    </dgm:pt>
    <dgm:pt modelId="{6D634825-0306-4A18-AAB8-2099AFD37F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chain code</a:t>
          </a:r>
        </a:p>
      </dgm:t>
    </dgm:pt>
    <dgm:pt modelId="{F284C7EB-32DB-46ED-AE99-5C221A14B0BF}" type="parTrans" cxnId="{9FD578D8-0FF2-45A2-81DA-7BA4730AD08A}">
      <dgm:prSet/>
      <dgm:spPr/>
      <dgm:t>
        <a:bodyPr/>
        <a:lstStyle/>
        <a:p>
          <a:endParaRPr lang="en-US"/>
        </a:p>
      </dgm:t>
    </dgm:pt>
    <dgm:pt modelId="{2527251B-498A-43CE-A391-5D26D03EF3E6}" type="sibTrans" cxnId="{9FD578D8-0FF2-45A2-81DA-7BA4730AD08A}">
      <dgm:prSet/>
      <dgm:spPr/>
      <dgm:t>
        <a:bodyPr/>
        <a:lstStyle/>
        <a:p>
          <a:endParaRPr lang="en-US"/>
        </a:p>
      </dgm:t>
    </dgm:pt>
    <dgm:pt modelId="{1E63ABFA-3D9A-4C7C-8E82-2001AF0C7D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Index</a:t>
          </a:r>
          <a:endParaRPr lang="en-US"/>
        </a:p>
      </dgm:t>
    </dgm:pt>
    <dgm:pt modelId="{C244FEEF-81CB-45D8-90EA-9BE0921B0DAC}" type="parTrans" cxnId="{DCF16078-CE8E-4018-9E48-0BB40259160F}">
      <dgm:prSet/>
      <dgm:spPr/>
      <dgm:t>
        <a:bodyPr/>
        <a:lstStyle/>
        <a:p>
          <a:endParaRPr lang="en-US"/>
        </a:p>
      </dgm:t>
    </dgm:pt>
    <dgm:pt modelId="{4E0B796C-DD0A-47AF-8937-4B6E8EB5A0CE}" type="sibTrans" cxnId="{DCF16078-CE8E-4018-9E48-0BB40259160F}">
      <dgm:prSet/>
      <dgm:spPr/>
      <dgm:t>
        <a:bodyPr/>
        <a:lstStyle/>
        <a:p>
          <a:endParaRPr lang="en-US"/>
        </a:p>
      </dgm:t>
    </dgm:pt>
    <dgm:pt modelId="{A413E456-3110-40EC-A2E7-476858D45E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</a:t>
          </a:r>
        </a:p>
      </dgm:t>
    </dgm:pt>
    <dgm:pt modelId="{34E4BDB1-5D4A-4709-A6E2-BFFD12465BE3}" type="parTrans" cxnId="{845DDC68-3667-43DA-806F-9528AF207847}">
      <dgm:prSet/>
      <dgm:spPr/>
      <dgm:t>
        <a:bodyPr/>
        <a:lstStyle/>
        <a:p>
          <a:endParaRPr lang="en-US"/>
        </a:p>
      </dgm:t>
    </dgm:pt>
    <dgm:pt modelId="{C7FE729D-4B99-4007-BEF3-554BDF067FF1}" type="sibTrans" cxnId="{845DDC68-3667-43DA-806F-9528AF207847}">
      <dgm:prSet/>
      <dgm:spPr/>
      <dgm:t>
        <a:bodyPr/>
        <a:lstStyle/>
        <a:p>
          <a:endParaRPr lang="en-US"/>
        </a:p>
      </dgm:t>
    </dgm:pt>
    <dgm:pt modelId="{34BC01AA-0F89-431D-9EBA-207281D448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 Parent</a:t>
          </a:r>
          <a:endParaRPr lang="en-US" dirty="0"/>
        </a:p>
      </dgm:t>
    </dgm:pt>
    <dgm:pt modelId="{5CB100EA-3D3F-4D91-925F-4491AA685787}" type="parTrans" cxnId="{FC99B02D-021B-4EE8-B890-89C4632ED0FC}">
      <dgm:prSet/>
      <dgm:spPr/>
      <dgm:t>
        <a:bodyPr/>
        <a:lstStyle/>
        <a:p>
          <a:endParaRPr lang="en-US"/>
        </a:p>
      </dgm:t>
    </dgm:pt>
    <dgm:pt modelId="{3DF4E06C-4AF5-4B16-9263-7ECE7CE168D4}" type="sibTrans" cxnId="{FC99B02D-021B-4EE8-B890-89C4632ED0FC}">
      <dgm:prSet/>
      <dgm:spPr/>
      <dgm:t>
        <a:bodyPr/>
        <a:lstStyle/>
        <a:p>
          <a:endParaRPr lang="en-US"/>
        </a:p>
      </dgm:t>
    </dgm:pt>
    <dgm:pt modelId="{9ADBC765-C13E-41DA-BF2F-A3DD500DE6B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Parent</a:t>
          </a:r>
          <a:endParaRPr lang="en-US" dirty="0"/>
        </a:p>
      </dgm:t>
    </dgm:pt>
    <dgm:pt modelId="{091B7FAD-4009-426F-8603-B544242F7245}" type="parTrans" cxnId="{AB6F1CD9-CCEC-4592-8816-798ABADE32F9}">
      <dgm:prSet/>
      <dgm:spPr/>
      <dgm:t>
        <a:bodyPr/>
        <a:lstStyle/>
        <a:p>
          <a:endParaRPr lang="en-US"/>
        </a:p>
      </dgm:t>
    </dgm:pt>
    <dgm:pt modelId="{7C9CC7F2-1210-47D6-BD9B-BC7870F6FCC9}" type="sibTrans" cxnId="{AB6F1CD9-CCEC-4592-8816-798ABADE32F9}">
      <dgm:prSet/>
      <dgm:spPr/>
      <dgm:t>
        <a:bodyPr/>
        <a:lstStyle/>
        <a:p>
          <a:endParaRPr lang="en-US"/>
        </a:p>
      </dgm:t>
    </dgm:pt>
    <dgm:pt modelId="{CA0F22C0-AE4F-41A2-8DCF-304EDE309F4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Seed</a:t>
          </a:r>
          <a:endParaRPr lang="en-US" dirty="0"/>
        </a:p>
      </dgm:t>
    </dgm:pt>
    <dgm:pt modelId="{7BC4D541-B0AD-47CE-8AC9-1FE084A766CA}" type="parTrans" cxnId="{8D5E790C-91F8-41D3-974C-2921C41FDF85}">
      <dgm:prSet/>
      <dgm:spPr/>
      <dgm:t>
        <a:bodyPr/>
        <a:lstStyle/>
        <a:p>
          <a:endParaRPr lang="tr-TR"/>
        </a:p>
      </dgm:t>
    </dgm:pt>
    <dgm:pt modelId="{DD35DC92-4DB1-4CE5-B96D-DD9A8A83B7FC}" type="sibTrans" cxnId="{8D5E790C-91F8-41D3-974C-2921C41FDF85}">
      <dgm:prSet/>
      <dgm:spPr/>
      <dgm:t>
        <a:bodyPr/>
        <a:lstStyle/>
        <a:p>
          <a:endParaRPr lang="tr-TR"/>
        </a:p>
      </dgm:t>
    </dgm:pt>
    <dgm:pt modelId="{C9BCE222-395F-4C2F-AED3-5B80DA24B5A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Index</a:t>
          </a:r>
          <a:endParaRPr lang="en-US" dirty="0"/>
        </a:p>
      </dgm:t>
    </dgm:pt>
    <dgm:pt modelId="{57BB093B-04E8-4D19-AE72-7016F681D450}" type="parTrans" cxnId="{67057561-FB06-4CE2-B519-6DE96ADC3EAC}">
      <dgm:prSet/>
      <dgm:spPr/>
      <dgm:t>
        <a:bodyPr/>
        <a:lstStyle/>
        <a:p>
          <a:endParaRPr lang="tr-TR"/>
        </a:p>
      </dgm:t>
    </dgm:pt>
    <dgm:pt modelId="{4C21C71B-543D-42C1-91CC-054817A77259}" type="sibTrans" cxnId="{67057561-FB06-4CE2-B519-6DE96ADC3EAC}">
      <dgm:prSet/>
      <dgm:spPr/>
      <dgm:t>
        <a:bodyPr/>
        <a:lstStyle/>
        <a:p>
          <a:endParaRPr lang="tr-TR"/>
        </a:p>
      </dgm:t>
    </dgm:pt>
    <dgm:pt modelId="{3CC69F9C-4E65-4283-AC90-40C2A096184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using </a:t>
          </a:r>
          <a:r>
            <a:rPr lang="en-US" dirty="0"/>
            <a:t>a </a:t>
          </a:r>
          <a:r>
            <a:rPr lang="en-US" i="1" dirty="0"/>
            <a:t>child key derivation </a:t>
          </a:r>
          <a:r>
            <a:rPr lang="en-US" dirty="0"/>
            <a:t>function</a:t>
          </a:r>
        </a:p>
      </dgm:t>
    </dgm:pt>
    <dgm:pt modelId="{12C60FC2-31EB-4F6F-974D-D5DFEC9A32E6}" type="parTrans" cxnId="{63EB7C3A-3100-4180-B83E-2BFE63876589}">
      <dgm:prSet/>
      <dgm:spPr/>
      <dgm:t>
        <a:bodyPr/>
        <a:lstStyle/>
        <a:p>
          <a:endParaRPr lang="tr-TR"/>
        </a:p>
      </dgm:t>
    </dgm:pt>
    <dgm:pt modelId="{E0E9333D-5723-4BDF-B62A-05001D376658}" type="sibTrans" cxnId="{63EB7C3A-3100-4180-B83E-2BFE63876589}">
      <dgm:prSet/>
      <dgm:spPr/>
      <dgm:t>
        <a:bodyPr/>
        <a:lstStyle/>
        <a:p>
          <a:endParaRPr lang="tr-TR"/>
        </a:p>
      </dgm:t>
    </dgm:pt>
    <dgm:pt modelId="{A18CDBD3-95C3-49AF-BFED-9B996F83A0A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or </a:t>
          </a:r>
          <a:r>
            <a:rPr lang="en-US" dirty="0"/>
            <a:t>public key</a:t>
          </a:r>
        </a:p>
      </dgm:t>
    </dgm:pt>
    <dgm:pt modelId="{FBDCBC33-4701-40BE-B40B-7E0678B55384}" type="parTrans" cxnId="{546F2563-9508-4A7A-AB20-6F7DAE127E90}">
      <dgm:prSet/>
      <dgm:spPr/>
      <dgm:t>
        <a:bodyPr/>
        <a:lstStyle/>
        <a:p>
          <a:endParaRPr lang="tr-TR"/>
        </a:p>
      </dgm:t>
    </dgm:pt>
    <dgm:pt modelId="{419640C9-97F0-4945-9A1F-77FB25B69078}" type="sibTrans" cxnId="{546F2563-9508-4A7A-AB20-6F7DAE127E90}">
      <dgm:prSet/>
      <dgm:spPr/>
      <dgm:t>
        <a:bodyPr/>
        <a:lstStyle/>
        <a:p>
          <a:endParaRPr lang="tr-TR"/>
        </a:p>
      </dgm:t>
    </dgm:pt>
    <dgm:pt modelId="{3B2417FF-7EE5-4FD6-87DE-A5644FD7BE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256 bits</a:t>
          </a:r>
        </a:p>
      </dgm:t>
    </dgm:pt>
    <dgm:pt modelId="{1C3028CC-9FA2-4976-A514-919B1A045C64}" type="parTrans" cxnId="{7C7EAF0D-00E8-4A1B-B7A2-C5BB3F758371}">
      <dgm:prSet/>
      <dgm:spPr/>
      <dgm:t>
        <a:bodyPr/>
        <a:lstStyle/>
        <a:p>
          <a:endParaRPr lang="tr-TR"/>
        </a:p>
      </dgm:t>
    </dgm:pt>
    <dgm:pt modelId="{D6774685-6B2B-45C7-958B-3B8E8BC3160A}" type="sibTrans" cxnId="{7C7EAF0D-00E8-4A1B-B7A2-C5BB3F758371}">
      <dgm:prSet/>
      <dgm:spPr/>
      <dgm:t>
        <a:bodyPr/>
        <a:lstStyle/>
        <a:p>
          <a:endParaRPr lang="tr-TR"/>
        </a:p>
      </dgm:t>
    </dgm:pt>
    <dgm:pt modelId="{7372113E-BD0D-4EEC-988C-A8F530F562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32 bits</a:t>
          </a:r>
        </a:p>
      </dgm:t>
    </dgm:pt>
    <dgm:pt modelId="{46637FE7-4387-4495-8F44-44FE212A5DD6}" type="parTrans" cxnId="{D2BE53C6-5DD2-4599-AF34-76CC234F6877}">
      <dgm:prSet/>
      <dgm:spPr/>
      <dgm:t>
        <a:bodyPr/>
        <a:lstStyle/>
        <a:p>
          <a:endParaRPr lang="tr-TR"/>
        </a:p>
      </dgm:t>
    </dgm:pt>
    <dgm:pt modelId="{0C0A46DC-89AC-4C5E-ABF6-CCE3EA894EED}" type="sibTrans" cxnId="{D2BE53C6-5DD2-4599-AF34-76CC234F6877}">
      <dgm:prSet/>
      <dgm:spPr/>
      <dgm:t>
        <a:bodyPr/>
        <a:lstStyle/>
        <a:p>
          <a:endParaRPr lang="tr-TR"/>
        </a:p>
      </dgm:t>
    </dgm:pt>
    <dgm:pt modelId="{50C0AD09-5E97-4552-8FDE-BE506B7E981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based on </a:t>
          </a:r>
          <a:r>
            <a:rPr lang="en-US" b="1" dirty="0"/>
            <a:t>one-way hash </a:t>
          </a:r>
          <a:r>
            <a:rPr lang="en-US" dirty="0"/>
            <a:t>function</a:t>
          </a:r>
        </a:p>
      </dgm:t>
    </dgm:pt>
    <dgm:pt modelId="{36837F7B-2BA1-4F1E-9D65-03B4E711B4E6}" type="parTrans" cxnId="{C96C2889-B494-411D-B7C4-10F87B3442C6}">
      <dgm:prSet/>
      <dgm:spPr/>
      <dgm:t>
        <a:bodyPr/>
        <a:lstStyle/>
        <a:p>
          <a:endParaRPr lang="tr-TR"/>
        </a:p>
      </dgm:t>
    </dgm:pt>
    <dgm:pt modelId="{419C1923-25BF-43E1-951F-22A39B33A692}" type="sibTrans" cxnId="{C96C2889-B494-411D-B7C4-10F87B3442C6}">
      <dgm:prSet/>
      <dgm:spPr/>
      <dgm:t>
        <a:bodyPr/>
        <a:lstStyle/>
        <a:p>
          <a:endParaRPr lang="tr-TR"/>
        </a:p>
      </dgm:t>
    </dgm:pt>
    <dgm:pt modelId="{1E6CF109-2CFE-43E2-AB2C-349420BD0A99}" type="pres">
      <dgm:prSet presAssocID="{1C1E8531-827D-4B04-AF47-9574515CAFD3}" presName="root" presStyleCnt="0">
        <dgm:presLayoutVars>
          <dgm:dir/>
          <dgm:resizeHandles val="exact"/>
        </dgm:presLayoutVars>
      </dgm:prSet>
      <dgm:spPr/>
    </dgm:pt>
    <dgm:pt modelId="{0A0E95E3-0A72-4116-B02B-40A41A5F6315}" type="pres">
      <dgm:prSet presAssocID="{EF7CFB1C-3803-44D2-AFE9-0DFDCDACE7D4}" presName="compNode" presStyleCnt="0"/>
      <dgm:spPr/>
    </dgm:pt>
    <dgm:pt modelId="{798ABE11-1E89-48E7-8880-2B0C0662FA4A}" type="pres">
      <dgm:prSet presAssocID="{EF7CFB1C-3803-44D2-AFE9-0DFDCDACE7D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DC411DDD-B9FF-4F40-AD32-2CAAC9EED5D8}" type="pres">
      <dgm:prSet presAssocID="{EF7CFB1C-3803-44D2-AFE9-0DFDCDACE7D4}" presName="iconSpace" presStyleCnt="0"/>
      <dgm:spPr/>
    </dgm:pt>
    <dgm:pt modelId="{E8EC06A9-9B1C-4ED8-8FD8-F67AEAF6CE85}" type="pres">
      <dgm:prSet presAssocID="{EF7CFB1C-3803-44D2-AFE9-0DFDCDACE7D4}" presName="parTx" presStyleLbl="revTx" presStyleIdx="0" presStyleCnt="12">
        <dgm:presLayoutVars>
          <dgm:chMax val="0"/>
          <dgm:chPref val="0"/>
        </dgm:presLayoutVars>
      </dgm:prSet>
      <dgm:spPr/>
    </dgm:pt>
    <dgm:pt modelId="{673574D7-D82D-4B73-A359-37908E8C6E3E}" type="pres">
      <dgm:prSet presAssocID="{EF7CFB1C-3803-44D2-AFE9-0DFDCDACE7D4}" presName="txSpace" presStyleCnt="0"/>
      <dgm:spPr/>
    </dgm:pt>
    <dgm:pt modelId="{3F0F6C20-9E33-4635-AF74-7605699ABF01}" type="pres">
      <dgm:prSet presAssocID="{EF7CFB1C-3803-44D2-AFE9-0DFDCDACE7D4}" presName="desTx" presStyleLbl="revTx" presStyleIdx="1" presStyleCnt="12">
        <dgm:presLayoutVars/>
      </dgm:prSet>
      <dgm:spPr/>
    </dgm:pt>
    <dgm:pt modelId="{C15614F8-B4CB-4879-86BE-989BD34FFC03}" type="pres">
      <dgm:prSet presAssocID="{FE60262D-8981-4229-AFD5-27C4DF714E4E}" presName="sibTrans" presStyleCnt="0"/>
      <dgm:spPr/>
    </dgm:pt>
    <dgm:pt modelId="{09ED0730-1E6E-4B68-BB70-57F24ED39B72}" type="pres">
      <dgm:prSet presAssocID="{129586C8-7795-401B-9D4C-1593E099817E}" presName="compNode" presStyleCnt="0"/>
      <dgm:spPr/>
    </dgm:pt>
    <dgm:pt modelId="{79967F9F-756B-4DEA-8E1F-DBDDF196A4D5}" type="pres">
      <dgm:prSet presAssocID="{129586C8-7795-401B-9D4C-1593E099817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6FD3F2F2-3509-4BF7-80D7-8680CB325BDB}" type="pres">
      <dgm:prSet presAssocID="{129586C8-7795-401B-9D4C-1593E099817E}" presName="iconSpace" presStyleCnt="0"/>
      <dgm:spPr/>
    </dgm:pt>
    <dgm:pt modelId="{EBEAE55C-98FB-45EA-A996-C0DCD1442E96}" type="pres">
      <dgm:prSet presAssocID="{129586C8-7795-401B-9D4C-1593E099817E}" presName="parTx" presStyleLbl="revTx" presStyleIdx="2" presStyleCnt="12">
        <dgm:presLayoutVars>
          <dgm:chMax val="0"/>
          <dgm:chPref val="0"/>
        </dgm:presLayoutVars>
      </dgm:prSet>
      <dgm:spPr/>
    </dgm:pt>
    <dgm:pt modelId="{6B56C982-FB23-42A2-B5BE-8758C8167FEC}" type="pres">
      <dgm:prSet presAssocID="{129586C8-7795-401B-9D4C-1593E099817E}" presName="txSpace" presStyleCnt="0"/>
      <dgm:spPr/>
    </dgm:pt>
    <dgm:pt modelId="{4A153571-2ED8-45D4-A032-333994218DF0}" type="pres">
      <dgm:prSet presAssocID="{129586C8-7795-401B-9D4C-1593E099817E}" presName="desTx" presStyleLbl="revTx" presStyleIdx="3" presStyleCnt="12">
        <dgm:presLayoutVars/>
      </dgm:prSet>
      <dgm:spPr/>
    </dgm:pt>
    <dgm:pt modelId="{AC0DC910-1BCE-4600-A1D6-B5E7CF2CDCA5}" type="pres">
      <dgm:prSet presAssocID="{07E0CA4E-4220-4CD4-AF82-7CF95EA35D19}" presName="sibTrans" presStyleCnt="0"/>
      <dgm:spPr/>
    </dgm:pt>
    <dgm:pt modelId="{16505E37-D246-4D59-9B64-42E4CF408DC9}" type="pres">
      <dgm:prSet presAssocID="{90651E42-C428-482E-9075-BADFAF9B6805}" presName="compNode" presStyleCnt="0"/>
      <dgm:spPr/>
    </dgm:pt>
    <dgm:pt modelId="{A238FC91-8496-488A-B523-CFD757A9A6FD}" type="pres">
      <dgm:prSet presAssocID="{90651E42-C428-482E-9075-BADFAF9B680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59C076C2-25E4-4B2F-A39D-91463DB190F3}" type="pres">
      <dgm:prSet presAssocID="{90651E42-C428-482E-9075-BADFAF9B6805}" presName="iconSpace" presStyleCnt="0"/>
      <dgm:spPr/>
    </dgm:pt>
    <dgm:pt modelId="{915BFB8A-B92E-463D-940E-93FB6506C394}" type="pres">
      <dgm:prSet presAssocID="{90651E42-C428-482E-9075-BADFAF9B6805}" presName="parTx" presStyleLbl="revTx" presStyleIdx="4" presStyleCnt="12">
        <dgm:presLayoutVars>
          <dgm:chMax val="0"/>
          <dgm:chPref val="0"/>
        </dgm:presLayoutVars>
      </dgm:prSet>
      <dgm:spPr/>
    </dgm:pt>
    <dgm:pt modelId="{96498069-9C08-4102-A011-07B00F9987DF}" type="pres">
      <dgm:prSet presAssocID="{90651E42-C428-482E-9075-BADFAF9B6805}" presName="txSpace" presStyleCnt="0"/>
      <dgm:spPr/>
    </dgm:pt>
    <dgm:pt modelId="{81C52DFB-7F0B-4795-B991-952CFD628FE9}" type="pres">
      <dgm:prSet presAssocID="{90651E42-C428-482E-9075-BADFAF9B6805}" presName="desTx" presStyleLbl="revTx" presStyleIdx="5" presStyleCnt="12">
        <dgm:presLayoutVars/>
      </dgm:prSet>
      <dgm:spPr/>
    </dgm:pt>
    <dgm:pt modelId="{A638E409-A715-478B-9891-1834721937B3}" type="pres">
      <dgm:prSet presAssocID="{86AC5255-504D-43EA-9F26-EF128332A539}" presName="sibTrans" presStyleCnt="0"/>
      <dgm:spPr/>
    </dgm:pt>
    <dgm:pt modelId="{EDD2C655-EECD-4BC5-BC06-0D310D513398}" type="pres">
      <dgm:prSet presAssocID="{34BC01AA-0F89-431D-9EBA-207281D44851}" presName="compNode" presStyleCnt="0"/>
      <dgm:spPr/>
    </dgm:pt>
    <dgm:pt modelId="{A2D46069-3D92-4821-ABB6-AAFEF2764C8A}" type="pres">
      <dgm:prSet presAssocID="{34BC01AA-0F89-431D-9EBA-207281D4485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"/>
        </a:ext>
      </dgm:extLst>
    </dgm:pt>
    <dgm:pt modelId="{208C42B5-1B50-4ABB-B43A-25C46536F174}" type="pres">
      <dgm:prSet presAssocID="{34BC01AA-0F89-431D-9EBA-207281D44851}" presName="iconSpace" presStyleCnt="0"/>
      <dgm:spPr/>
    </dgm:pt>
    <dgm:pt modelId="{93410FA9-B1A2-461C-9C6C-AB6CFCABFBB2}" type="pres">
      <dgm:prSet presAssocID="{34BC01AA-0F89-431D-9EBA-207281D44851}" presName="parTx" presStyleLbl="revTx" presStyleIdx="6" presStyleCnt="12">
        <dgm:presLayoutVars>
          <dgm:chMax val="0"/>
          <dgm:chPref val="0"/>
        </dgm:presLayoutVars>
      </dgm:prSet>
      <dgm:spPr/>
    </dgm:pt>
    <dgm:pt modelId="{15E8B4EB-E04B-4933-9876-F11605B9A4A5}" type="pres">
      <dgm:prSet presAssocID="{34BC01AA-0F89-431D-9EBA-207281D44851}" presName="txSpace" presStyleCnt="0"/>
      <dgm:spPr/>
    </dgm:pt>
    <dgm:pt modelId="{B4D2C563-7C8F-4D68-9988-ED9F9ED2F34E}" type="pres">
      <dgm:prSet presAssocID="{34BC01AA-0F89-431D-9EBA-207281D44851}" presName="desTx" presStyleLbl="revTx" presStyleIdx="7" presStyleCnt="12">
        <dgm:presLayoutVars/>
      </dgm:prSet>
      <dgm:spPr/>
    </dgm:pt>
    <dgm:pt modelId="{07FFEB04-78B6-4A12-8884-38AE6F7623AB}" type="pres">
      <dgm:prSet presAssocID="{3DF4E06C-4AF5-4B16-9263-7ECE7CE168D4}" presName="sibTrans" presStyleCnt="0"/>
      <dgm:spPr/>
    </dgm:pt>
    <dgm:pt modelId="{59DBDD64-EA99-4DB1-B073-5AACFD892DC8}" type="pres">
      <dgm:prSet presAssocID="{D84C9F46-BFF1-41D2-BE9D-AF8BECF5FA65}" presName="compNode" presStyleCnt="0"/>
      <dgm:spPr/>
    </dgm:pt>
    <dgm:pt modelId="{74F2EF64-A841-4AD9-BDAC-A8106C4DAF77}" type="pres">
      <dgm:prSet presAssocID="{D84C9F46-BFF1-41D2-BE9D-AF8BECF5FA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8E7CEB-229E-4031-9D92-1A5A46C2A2BA}" type="pres">
      <dgm:prSet presAssocID="{D84C9F46-BFF1-41D2-BE9D-AF8BECF5FA65}" presName="iconSpace" presStyleCnt="0"/>
      <dgm:spPr/>
    </dgm:pt>
    <dgm:pt modelId="{90286B04-35E3-40B3-804B-381E8341EDF6}" type="pres">
      <dgm:prSet presAssocID="{D84C9F46-BFF1-41D2-BE9D-AF8BECF5FA65}" presName="parTx" presStyleLbl="revTx" presStyleIdx="8" presStyleCnt="12">
        <dgm:presLayoutVars>
          <dgm:chMax val="0"/>
          <dgm:chPref val="0"/>
        </dgm:presLayoutVars>
      </dgm:prSet>
      <dgm:spPr/>
    </dgm:pt>
    <dgm:pt modelId="{686F2496-DA6B-4D05-8AE5-57FEDA141C02}" type="pres">
      <dgm:prSet presAssocID="{D84C9F46-BFF1-41D2-BE9D-AF8BECF5FA65}" presName="txSpace" presStyleCnt="0"/>
      <dgm:spPr/>
    </dgm:pt>
    <dgm:pt modelId="{87ED874C-8F07-4661-B81E-7DCEE03DCDDE}" type="pres">
      <dgm:prSet presAssocID="{D84C9F46-BFF1-41D2-BE9D-AF8BECF5FA65}" presName="desTx" presStyleLbl="revTx" presStyleIdx="9" presStyleCnt="12">
        <dgm:presLayoutVars/>
      </dgm:prSet>
      <dgm:spPr/>
    </dgm:pt>
    <dgm:pt modelId="{3B890F94-2D48-45CD-94FE-17599D002AD3}" type="pres">
      <dgm:prSet presAssocID="{909F42FE-3293-4805-8B91-DD41E5DFD645}" presName="sibTrans" presStyleCnt="0"/>
      <dgm:spPr/>
    </dgm:pt>
    <dgm:pt modelId="{52784E57-9486-470B-BE67-21F745F8AFD5}" type="pres">
      <dgm:prSet presAssocID="{1E63ABFA-3D9A-4C7C-8E82-2001AF0C7D52}" presName="compNode" presStyleCnt="0"/>
      <dgm:spPr/>
    </dgm:pt>
    <dgm:pt modelId="{2ED3FDAB-F732-46F3-9297-31A09572EFD0}" type="pres">
      <dgm:prSet presAssocID="{1E63ABFA-3D9A-4C7C-8E82-2001AF0C7D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d Badge"/>
        </a:ext>
      </dgm:extLst>
    </dgm:pt>
    <dgm:pt modelId="{57AF2C9B-18D6-4A41-BFE8-C107E8D473E8}" type="pres">
      <dgm:prSet presAssocID="{1E63ABFA-3D9A-4C7C-8E82-2001AF0C7D52}" presName="iconSpace" presStyleCnt="0"/>
      <dgm:spPr/>
    </dgm:pt>
    <dgm:pt modelId="{8301621F-C298-4B1C-9C85-A308EDDF4CAE}" type="pres">
      <dgm:prSet presAssocID="{1E63ABFA-3D9A-4C7C-8E82-2001AF0C7D52}" presName="parTx" presStyleLbl="revTx" presStyleIdx="10" presStyleCnt="12">
        <dgm:presLayoutVars>
          <dgm:chMax val="0"/>
          <dgm:chPref val="0"/>
        </dgm:presLayoutVars>
      </dgm:prSet>
      <dgm:spPr/>
    </dgm:pt>
    <dgm:pt modelId="{6BCD8195-A682-4BE6-89A9-1EA6E4CB4D9D}" type="pres">
      <dgm:prSet presAssocID="{1E63ABFA-3D9A-4C7C-8E82-2001AF0C7D52}" presName="txSpace" presStyleCnt="0"/>
      <dgm:spPr/>
    </dgm:pt>
    <dgm:pt modelId="{175EB957-0059-4579-9DDF-B28BF027A970}" type="pres">
      <dgm:prSet presAssocID="{1E63ABFA-3D9A-4C7C-8E82-2001AF0C7D52}" presName="desTx" presStyleLbl="revTx" presStyleIdx="11" presStyleCnt="12">
        <dgm:presLayoutVars/>
      </dgm:prSet>
      <dgm:spPr/>
    </dgm:pt>
  </dgm:ptLst>
  <dgm:cxnLst>
    <dgm:cxn modelId="{53671508-6A24-4206-9BEA-5052551D3ED0}" type="presOf" srcId="{D84C9F46-BFF1-41D2-BE9D-AF8BECF5FA65}" destId="{90286B04-35E3-40B3-804B-381E8341EDF6}" srcOrd="0" destOrd="0" presId="urn:microsoft.com/office/officeart/2018/5/layout/CenteredIconLabelDescriptionList"/>
    <dgm:cxn modelId="{8D5E790C-91F8-41D3-974C-2921C41FDF85}" srcId="{90651E42-C428-482E-9075-BADFAF9B6805}" destId="{CA0F22C0-AE4F-41A2-8DCF-304EDE309F4B}" srcOrd="1" destOrd="0" parTransId="{7BC4D541-B0AD-47CE-8AC9-1FE084A766CA}" sibTransId="{DD35DC92-4DB1-4CE5-B96D-DD9A8A83B7FC}"/>
    <dgm:cxn modelId="{7C7EAF0D-00E8-4A1B-B7A2-C5BB3F758371}" srcId="{D84C9F46-BFF1-41D2-BE9D-AF8BECF5FA65}" destId="{3B2417FF-7EE5-4FD6-87DE-A5644FD7BE9A}" srcOrd="1" destOrd="0" parTransId="{1C3028CC-9FA2-4976-A514-919B1A045C64}" sibTransId="{D6774685-6B2B-45C7-958B-3B8E8BC3160A}"/>
    <dgm:cxn modelId="{DF55F917-2326-47B5-B723-1C428F0AE766}" type="presOf" srcId="{90651E42-C428-482E-9075-BADFAF9B6805}" destId="{915BFB8A-B92E-463D-940E-93FB6506C394}" srcOrd="0" destOrd="0" presId="urn:microsoft.com/office/officeart/2018/5/layout/CenteredIconLabelDescriptionList"/>
    <dgm:cxn modelId="{FC99B02D-021B-4EE8-B890-89C4632ED0FC}" srcId="{1C1E8531-827D-4B04-AF47-9574515CAFD3}" destId="{34BC01AA-0F89-431D-9EBA-207281D44851}" srcOrd="3" destOrd="0" parTransId="{5CB100EA-3D3F-4D91-925F-4491AA685787}" sibTransId="{3DF4E06C-4AF5-4B16-9263-7ECE7CE168D4}"/>
    <dgm:cxn modelId="{63EB7C3A-3100-4180-B83E-2BFE63876589}" srcId="{EF7CFB1C-3803-44D2-AFE9-0DFDCDACE7D4}" destId="{3CC69F9C-4E65-4283-AC90-40C2A0961847}" srcOrd="1" destOrd="0" parTransId="{12C60FC2-31EB-4F6F-974D-D5DFEC9A32E6}" sibTransId="{E0E9333D-5723-4BDF-B62A-05001D376658}"/>
    <dgm:cxn modelId="{67057561-FB06-4CE2-B519-6DE96ADC3EAC}" srcId="{90651E42-C428-482E-9075-BADFAF9B6805}" destId="{C9BCE222-395F-4C2F-AED3-5B80DA24B5A4}" srcOrd="2" destOrd="0" parTransId="{57BB093B-04E8-4D19-AE72-7016F681D450}" sibTransId="{4C21C71B-543D-42C1-91CC-054817A77259}"/>
    <dgm:cxn modelId="{546F2563-9508-4A7A-AB20-6F7DAE127E90}" srcId="{34BC01AA-0F89-431D-9EBA-207281D44851}" destId="{A18CDBD3-95C3-49AF-BFED-9B996F83A0A6}" srcOrd="1" destOrd="0" parTransId="{FBDCBC33-4701-40BE-B40B-7E0678B55384}" sibTransId="{419640C9-97F0-4945-9A1F-77FB25B69078}"/>
    <dgm:cxn modelId="{68BCAC63-B84F-4842-ADD2-BA39EBD7281F}" srcId="{EF7CFB1C-3803-44D2-AFE9-0DFDCDACE7D4}" destId="{02222546-853A-4B24-BA98-578E3F832A63}" srcOrd="0" destOrd="0" parTransId="{615E14B3-7087-48E8-A6E2-F3117F35BCE7}" sibTransId="{43E2297D-3CE1-45DD-A88A-8AD70D66910F}"/>
    <dgm:cxn modelId="{F4F2B744-CCDE-4F95-92E4-C9E19FF9D7AB}" srcId="{1C1E8531-827D-4B04-AF47-9574515CAFD3}" destId="{D84C9F46-BFF1-41D2-BE9D-AF8BECF5FA65}" srcOrd="4" destOrd="0" parTransId="{712CFE4A-BA9E-4974-B3A9-331E26D8D90A}" sibTransId="{909F42FE-3293-4805-8B91-DD41E5DFD645}"/>
    <dgm:cxn modelId="{420BF744-FFEC-4FE5-84C5-4A401D8ADF34}" type="presOf" srcId="{CA0F22C0-AE4F-41A2-8DCF-304EDE309F4B}" destId="{81C52DFB-7F0B-4795-B991-952CFD628FE9}" srcOrd="0" destOrd="1" presId="urn:microsoft.com/office/officeart/2018/5/layout/CenteredIconLabelDescriptionList"/>
    <dgm:cxn modelId="{845DDC68-3667-43DA-806F-9528AF207847}" srcId="{1E63ABFA-3D9A-4C7C-8E82-2001AF0C7D52}" destId="{A413E456-3110-40EC-A2E7-476858D45EB3}" srcOrd="0" destOrd="0" parTransId="{34E4BDB1-5D4A-4709-A6E2-BFFD12465BE3}" sibTransId="{C7FE729D-4B99-4007-BEF3-554BDF067FF1}"/>
    <dgm:cxn modelId="{7D8BF668-ACA6-4A2A-8F95-70F0D2A5E644}" type="presOf" srcId="{129586C8-7795-401B-9D4C-1593E099817E}" destId="{EBEAE55C-98FB-45EA-A996-C0DCD1442E96}" srcOrd="0" destOrd="0" presId="urn:microsoft.com/office/officeart/2018/5/layout/CenteredIconLabelDescriptionList"/>
    <dgm:cxn modelId="{1D45D14C-D2D0-4F60-86D3-25965926A851}" type="presOf" srcId="{6D634825-0306-4A18-AAB8-2099AFD37F6F}" destId="{87ED874C-8F07-4661-B81E-7DCEE03DCDDE}" srcOrd="0" destOrd="0" presId="urn:microsoft.com/office/officeart/2018/5/layout/CenteredIconLabelDescriptionList"/>
    <dgm:cxn modelId="{2418464D-32B8-4CF3-A7DF-B5C1638E5C14}" type="presOf" srcId="{34BC01AA-0F89-431D-9EBA-207281D44851}" destId="{93410FA9-B1A2-461C-9C6C-AB6CFCABFBB2}" srcOrd="0" destOrd="0" presId="urn:microsoft.com/office/officeart/2018/5/layout/CenteredIconLabelDescriptionList"/>
    <dgm:cxn modelId="{7E273B4F-D13E-4E84-BF66-751AF6D6D9C6}" type="presOf" srcId="{3B2417FF-7EE5-4FD6-87DE-A5644FD7BE9A}" destId="{87ED874C-8F07-4661-B81E-7DCEE03DCDDE}" srcOrd="0" destOrd="1" presId="urn:microsoft.com/office/officeart/2018/5/layout/CenteredIconLabelDescriptionList"/>
    <dgm:cxn modelId="{A8AB3776-EDB7-49C4-856C-98D2502EE5BA}" type="presOf" srcId="{A18CDBD3-95C3-49AF-BFED-9B996F83A0A6}" destId="{B4D2C563-7C8F-4D68-9988-ED9F9ED2F34E}" srcOrd="0" destOrd="1" presId="urn:microsoft.com/office/officeart/2018/5/layout/CenteredIconLabelDescriptionList"/>
    <dgm:cxn modelId="{DCF16078-CE8E-4018-9E48-0BB40259160F}" srcId="{1C1E8531-827D-4B04-AF47-9574515CAFD3}" destId="{1E63ABFA-3D9A-4C7C-8E82-2001AF0C7D52}" srcOrd="5" destOrd="0" parTransId="{C244FEEF-81CB-45D8-90EA-9BE0921B0DAC}" sibTransId="{4E0B796C-DD0A-47AF-8937-4B6E8EB5A0CE}"/>
    <dgm:cxn modelId="{70E41B7B-3D79-4CD3-955C-27C6B5ED7D71}" srcId="{34BC01AA-0F89-431D-9EBA-207281D44851}" destId="{753848B7-887B-4431-BF54-634EBFB910AF}" srcOrd="0" destOrd="0" parTransId="{541E3E31-B334-46AB-B039-8816D728DE1A}" sibTransId="{E4E2D71B-E747-4998-9B60-E2EAA1377F1D}"/>
    <dgm:cxn modelId="{A5CD447C-7FEB-4BB4-9A24-2007B31CC565}" type="presOf" srcId="{C9BCE222-395F-4C2F-AED3-5B80DA24B5A4}" destId="{81C52DFB-7F0B-4795-B991-952CFD628FE9}" srcOrd="0" destOrd="2" presId="urn:microsoft.com/office/officeart/2018/5/layout/CenteredIconLabelDescriptionList"/>
    <dgm:cxn modelId="{C96C2889-B494-411D-B7C4-10F87B3442C6}" srcId="{129586C8-7795-401B-9D4C-1593E099817E}" destId="{50C0AD09-5E97-4552-8FDE-BE506B7E9813}" srcOrd="0" destOrd="0" parTransId="{36837F7B-2BA1-4F1E-9D65-03B4E711B4E6}" sibTransId="{419C1923-25BF-43E1-951F-22A39B33A692}"/>
    <dgm:cxn modelId="{B8003B8C-4C88-4026-996C-39A0CAB31401}" type="presOf" srcId="{A413E456-3110-40EC-A2E7-476858D45EB3}" destId="{175EB957-0059-4579-9DDF-B28BF027A970}" srcOrd="0" destOrd="0" presId="urn:microsoft.com/office/officeart/2018/5/layout/CenteredIconLabelDescriptionList"/>
    <dgm:cxn modelId="{F3CCDC8E-B9AB-4DF5-B223-7589FFF14A7D}" type="presOf" srcId="{EF7CFB1C-3803-44D2-AFE9-0DFDCDACE7D4}" destId="{E8EC06A9-9B1C-4ED8-8FD8-F67AEAF6CE85}" srcOrd="0" destOrd="0" presId="urn:microsoft.com/office/officeart/2018/5/layout/CenteredIconLabelDescriptionList"/>
    <dgm:cxn modelId="{DD4C0CA2-AB96-41D3-A0AC-ADC04E8C402F}" srcId="{1C1E8531-827D-4B04-AF47-9574515CAFD3}" destId="{EF7CFB1C-3803-44D2-AFE9-0DFDCDACE7D4}" srcOrd="0" destOrd="0" parTransId="{56A72967-A27B-425D-815C-137850AFFBB3}" sibTransId="{FE60262D-8981-4229-AFD5-27C4DF714E4E}"/>
    <dgm:cxn modelId="{517D53A4-8F3E-4E60-9C65-6E4D2B428AE7}" type="presOf" srcId="{1E63ABFA-3D9A-4C7C-8E82-2001AF0C7D52}" destId="{8301621F-C298-4B1C-9C85-A308EDDF4CAE}" srcOrd="0" destOrd="0" presId="urn:microsoft.com/office/officeart/2018/5/layout/CenteredIconLabelDescriptionList"/>
    <dgm:cxn modelId="{EA0841A9-237B-4B4D-82DF-FA0E11CC36C6}" type="presOf" srcId="{9ADBC765-C13E-41DA-BF2F-A3DD500DE6B5}" destId="{81C52DFB-7F0B-4795-B991-952CFD628FE9}" srcOrd="0" destOrd="0" presId="urn:microsoft.com/office/officeart/2018/5/layout/CenteredIconLabelDescriptionList"/>
    <dgm:cxn modelId="{CD5E16AB-6659-4D93-B2EB-FCF259400708}" type="presOf" srcId="{753848B7-887B-4431-BF54-634EBFB910AF}" destId="{B4D2C563-7C8F-4D68-9988-ED9F9ED2F34E}" srcOrd="0" destOrd="0" presId="urn:microsoft.com/office/officeart/2018/5/layout/CenteredIconLabelDescriptionList"/>
    <dgm:cxn modelId="{2233F5AD-4746-4E69-8B82-892E3FE4E67B}" type="presOf" srcId="{50C0AD09-5E97-4552-8FDE-BE506B7E9813}" destId="{4A153571-2ED8-45D4-A032-333994218DF0}" srcOrd="0" destOrd="0" presId="urn:microsoft.com/office/officeart/2018/5/layout/CenteredIconLabelDescriptionList"/>
    <dgm:cxn modelId="{D2BE53C6-5DD2-4599-AF34-76CC234F6877}" srcId="{1E63ABFA-3D9A-4C7C-8E82-2001AF0C7D52}" destId="{7372113E-BD0D-4EEC-988C-A8F530F56224}" srcOrd="1" destOrd="0" parTransId="{46637FE7-4387-4495-8F44-44FE212A5DD6}" sibTransId="{0C0A46DC-89AC-4C5E-ABF6-CCE3EA894EED}"/>
    <dgm:cxn modelId="{334B04D8-2A1E-46A2-B49F-4F1C9785AC5A}" srcId="{1C1E8531-827D-4B04-AF47-9574515CAFD3}" destId="{129586C8-7795-401B-9D4C-1593E099817E}" srcOrd="1" destOrd="0" parTransId="{A5EB35C5-A4CA-4771-98A4-582D9C225152}" sibTransId="{07E0CA4E-4220-4CD4-AF82-7CF95EA35D19}"/>
    <dgm:cxn modelId="{9FD578D8-0FF2-45A2-81DA-7BA4730AD08A}" srcId="{D84C9F46-BFF1-41D2-BE9D-AF8BECF5FA65}" destId="{6D634825-0306-4A18-AAB8-2099AFD37F6F}" srcOrd="0" destOrd="0" parTransId="{F284C7EB-32DB-46ED-AE99-5C221A14B0BF}" sibTransId="{2527251B-498A-43CE-A391-5D26D03EF3E6}"/>
    <dgm:cxn modelId="{AB6F1CD9-CCEC-4592-8816-798ABADE32F9}" srcId="{90651E42-C428-482E-9075-BADFAF9B6805}" destId="{9ADBC765-C13E-41DA-BF2F-A3DD500DE6B5}" srcOrd="0" destOrd="0" parTransId="{091B7FAD-4009-426F-8603-B544242F7245}" sibTransId="{7C9CC7F2-1210-47D6-BD9B-BC7870F6FCC9}"/>
    <dgm:cxn modelId="{AF7F54E3-808C-474A-9888-5B32AAB2C4EB}" srcId="{1C1E8531-827D-4B04-AF47-9574515CAFD3}" destId="{90651E42-C428-482E-9075-BADFAF9B6805}" srcOrd="2" destOrd="0" parTransId="{ECFEBE23-FA50-4746-9462-62A08FF6737F}" sibTransId="{86AC5255-504D-43EA-9F26-EF128332A539}"/>
    <dgm:cxn modelId="{7BBE5BF3-0C4A-4465-AA22-54913AF92A29}" type="presOf" srcId="{3CC69F9C-4E65-4283-AC90-40C2A0961847}" destId="{3F0F6C20-9E33-4635-AF74-7605699ABF01}" srcOrd="0" destOrd="1" presId="urn:microsoft.com/office/officeart/2018/5/layout/CenteredIconLabelDescriptionList"/>
    <dgm:cxn modelId="{3A3592F5-1404-45E7-95E7-35B02FEA6C05}" type="presOf" srcId="{02222546-853A-4B24-BA98-578E3F832A63}" destId="{3F0F6C20-9E33-4635-AF74-7605699ABF01}" srcOrd="0" destOrd="0" presId="urn:microsoft.com/office/officeart/2018/5/layout/CenteredIconLabelDescriptionList"/>
    <dgm:cxn modelId="{40DD00FE-C154-4576-BCBB-8A510AF4D692}" type="presOf" srcId="{7372113E-BD0D-4EEC-988C-A8F530F56224}" destId="{175EB957-0059-4579-9DDF-B28BF027A970}" srcOrd="0" destOrd="1" presId="urn:microsoft.com/office/officeart/2018/5/layout/CenteredIconLabelDescriptionList"/>
    <dgm:cxn modelId="{B7A5F9FE-14E9-40E7-A9B7-A437EECA2BB7}" type="presOf" srcId="{1C1E8531-827D-4B04-AF47-9574515CAFD3}" destId="{1E6CF109-2CFE-43E2-AB2C-349420BD0A99}" srcOrd="0" destOrd="0" presId="urn:microsoft.com/office/officeart/2018/5/layout/CenteredIconLabelDescriptionList"/>
    <dgm:cxn modelId="{588C6976-5C20-4321-9DA6-18C2CCCC699F}" type="presParOf" srcId="{1E6CF109-2CFE-43E2-AB2C-349420BD0A99}" destId="{0A0E95E3-0A72-4116-B02B-40A41A5F6315}" srcOrd="0" destOrd="0" presId="urn:microsoft.com/office/officeart/2018/5/layout/CenteredIconLabelDescriptionList"/>
    <dgm:cxn modelId="{B168589B-44A8-4FFC-A10B-33169C628976}" type="presParOf" srcId="{0A0E95E3-0A72-4116-B02B-40A41A5F6315}" destId="{798ABE11-1E89-48E7-8880-2B0C0662FA4A}" srcOrd="0" destOrd="0" presId="urn:microsoft.com/office/officeart/2018/5/layout/CenteredIconLabelDescriptionList"/>
    <dgm:cxn modelId="{7CF0B874-0156-4D3E-BE83-1F946DD8908D}" type="presParOf" srcId="{0A0E95E3-0A72-4116-B02B-40A41A5F6315}" destId="{DC411DDD-B9FF-4F40-AD32-2CAAC9EED5D8}" srcOrd="1" destOrd="0" presId="urn:microsoft.com/office/officeart/2018/5/layout/CenteredIconLabelDescriptionList"/>
    <dgm:cxn modelId="{0F30C381-B27A-4F33-8B19-18A53E22F409}" type="presParOf" srcId="{0A0E95E3-0A72-4116-B02B-40A41A5F6315}" destId="{E8EC06A9-9B1C-4ED8-8FD8-F67AEAF6CE85}" srcOrd="2" destOrd="0" presId="urn:microsoft.com/office/officeart/2018/5/layout/CenteredIconLabelDescriptionList"/>
    <dgm:cxn modelId="{15FB4FDA-5C96-4E07-B317-CEF90EFAAA9A}" type="presParOf" srcId="{0A0E95E3-0A72-4116-B02B-40A41A5F6315}" destId="{673574D7-D82D-4B73-A359-37908E8C6E3E}" srcOrd="3" destOrd="0" presId="urn:microsoft.com/office/officeart/2018/5/layout/CenteredIconLabelDescriptionList"/>
    <dgm:cxn modelId="{9FF963C7-DEA3-46F0-80DA-F011705EB8BB}" type="presParOf" srcId="{0A0E95E3-0A72-4116-B02B-40A41A5F6315}" destId="{3F0F6C20-9E33-4635-AF74-7605699ABF01}" srcOrd="4" destOrd="0" presId="urn:microsoft.com/office/officeart/2018/5/layout/CenteredIconLabelDescriptionList"/>
    <dgm:cxn modelId="{905FFD54-295C-4384-A11D-B8757D3BF738}" type="presParOf" srcId="{1E6CF109-2CFE-43E2-AB2C-349420BD0A99}" destId="{C15614F8-B4CB-4879-86BE-989BD34FFC03}" srcOrd="1" destOrd="0" presId="urn:microsoft.com/office/officeart/2018/5/layout/CenteredIconLabelDescriptionList"/>
    <dgm:cxn modelId="{134869CB-4B95-44FA-8464-698F3696AD3A}" type="presParOf" srcId="{1E6CF109-2CFE-43E2-AB2C-349420BD0A99}" destId="{09ED0730-1E6E-4B68-BB70-57F24ED39B72}" srcOrd="2" destOrd="0" presId="urn:microsoft.com/office/officeart/2018/5/layout/CenteredIconLabelDescriptionList"/>
    <dgm:cxn modelId="{9A667DE6-E051-449D-AA76-5C2AA55E5F1C}" type="presParOf" srcId="{09ED0730-1E6E-4B68-BB70-57F24ED39B72}" destId="{79967F9F-756B-4DEA-8E1F-DBDDF196A4D5}" srcOrd="0" destOrd="0" presId="urn:microsoft.com/office/officeart/2018/5/layout/CenteredIconLabelDescriptionList"/>
    <dgm:cxn modelId="{379D4662-EDCE-4EAF-9C0D-8B1F5695CDAE}" type="presParOf" srcId="{09ED0730-1E6E-4B68-BB70-57F24ED39B72}" destId="{6FD3F2F2-3509-4BF7-80D7-8680CB325BDB}" srcOrd="1" destOrd="0" presId="urn:microsoft.com/office/officeart/2018/5/layout/CenteredIconLabelDescriptionList"/>
    <dgm:cxn modelId="{5D0EE51A-F942-4535-8D18-D150323FAE58}" type="presParOf" srcId="{09ED0730-1E6E-4B68-BB70-57F24ED39B72}" destId="{EBEAE55C-98FB-45EA-A996-C0DCD1442E96}" srcOrd="2" destOrd="0" presId="urn:microsoft.com/office/officeart/2018/5/layout/CenteredIconLabelDescriptionList"/>
    <dgm:cxn modelId="{F7EA289C-E160-4367-BF8F-FADDA3D6A19C}" type="presParOf" srcId="{09ED0730-1E6E-4B68-BB70-57F24ED39B72}" destId="{6B56C982-FB23-42A2-B5BE-8758C8167FEC}" srcOrd="3" destOrd="0" presId="urn:microsoft.com/office/officeart/2018/5/layout/CenteredIconLabelDescriptionList"/>
    <dgm:cxn modelId="{9FC59B8F-8E01-4B00-8BA8-0A8C025FFAC7}" type="presParOf" srcId="{09ED0730-1E6E-4B68-BB70-57F24ED39B72}" destId="{4A153571-2ED8-45D4-A032-333994218DF0}" srcOrd="4" destOrd="0" presId="urn:microsoft.com/office/officeart/2018/5/layout/CenteredIconLabelDescriptionList"/>
    <dgm:cxn modelId="{954CFD94-30F4-45EA-8BB6-8DCDC1C7A35C}" type="presParOf" srcId="{1E6CF109-2CFE-43E2-AB2C-349420BD0A99}" destId="{AC0DC910-1BCE-4600-A1D6-B5E7CF2CDCA5}" srcOrd="3" destOrd="0" presId="urn:microsoft.com/office/officeart/2018/5/layout/CenteredIconLabelDescriptionList"/>
    <dgm:cxn modelId="{261794CF-D25F-42FA-9250-EED4EFE6FFCC}" type="presParOf" srcId="{1E6CF109-2CFE-43E2-AB2C-349420BD0A99}" destId="{16505E37-D246-4D59-9B64-42E4CF408DC9}" srcOrd="4" destOrd="0" presId="urn:microsoft.com/office/officeart/2018/5/layout/CenteredIconLabelDescriptionList"/>
    <dgm:cxn modelId="{0D6805B8-CCD6-48D1-B62C-73ACBEB24E13}" type="presParOf" srcId="{16505E37-D246-4D59-9B64-42E4CF408DC9}" destId="{A238FC91-8496-488A-B523-CFD757A9A6FD}" srcOrd="0" destOrd="0" presId="urn:microsoft.com/office/officeart/2018/5/layout/CenteredIconLabelDescriptionList"/>
    <dgm:cxn modelId="{A27DD511-AC58-4B8E-B35F-477281C7BB61}" type="presParOf" srcId="{16505E37-D246-4D59-9B64-42E4CF408DC9}" destId="{59C076C2-25E4-4B2F-A39D-91463DB190F3}" srcOrd="1" destOrd="0" presId="urn:microsoft.com/office/officeart/2018/5/layout/CenteredIconLabelDescriptionList"/>
    <dgm:cxn modelId="{C81B64A0-7647-4AB6-A803-D815D653CD69}" type="presParOf" srcId="{16505E37-D246-4D59-9B64-42E4CF408DC9}" destId="{915BFB8A-B92E-463D-940E-93FB6506C394}" srcOrd="2" destOrd="0" presId="urn:microsoft.com/office/officeart/2018/5/layout/CenteredIconLabelDescriptionList"/>
    <dgm:cxn modelId="{CC72BBA7-83B5-4AD7-9DCF-1A511436BB5B}" type="presParOf" srcId="{16505E37-D246-4D59-9B64-42E4CF408DC9}" destId="{96498069-9C08-4102-A011-07B00F9987DF}" srcOrd="3" destOrd="0" presId="urn:microsoft.com/office/officeart/2018/5/layout/CenteredIconLabelDescriptionList"/>
    <dgm:cxn modelId="{09D2FBE3-E5DC-42F8-8941-E21469FE601B}" type="presParOf" srcId="{16505E37-D246-4D59-9B64-42E4CF408DC9}" destId="{81C52DFB-7F0B-4795-B991-952CFD628FE9}" srcOrd="4" destOrd="0" presId="urn:microsoft.com/office/officeart/2018/5/layout/CenteredIconLabelDescriptionList"/>
    <dgm:cxn modelId="{36919000-62C5-4B4B-A8F1-9F11D320B468}" type="presParOf" srcId="{1E6CF109-2CFE-43E2-AB2C-349420BD0A99}" destId="{A638E409-A715-478B-9891-1834721937B3}" srcOrd="5" destOrd="0" presId="urn:microsoft.com/office/officeart/2018/5/layout/CenteredIconLabelDescriptionList"/>
    <dgm:cxn modelId="{49B1830B-C8A5-47BB-AE73-3DBC44E451BC}" type="presParOf" srcId="{1E6CF109-2CFE-43E2-AB2C-349420BD0A99}" destId="{EDD2C655-EECD-4BC5-BC06-0D310D513398}" srcOrd="6" destOrd="0" presId="urn:microsoft.com/office/officeart/2018/5/layout/CenteredIconLabelDescriptionList"/>
    <dgm:cxn modelId="{B3FDDB42-BD82-4D23-BFB3-D084721AC245}" type="presParOf" srcId="{EDD2C655-EECD-4BC5-BC06-0D310D513398}" destId="{A2D46069-3D92-4821-ABB6-AAFEF2764C8A}" srcOrd="0" destOrd="0" presId="urn:microsoft.com/office/officeart/2018/5/layout/CenteredIconLabelDescriptionList"/>
    <dgm:cxn modelId="{93605923-1569-4B2A-864A-DAC38A01BF75}" type="presParOf" srcId="{EDD2C655-EECD-4BC5-BC06-0D310D513398}" destId="{208C42B5-1B50-4ABB-B43A-25C46536F174}" srcOrd="1" destOrd="0" presId="urn:microsoft.com/office/officeart/2018/5/layout/CenteredIconLabelDescriptionList"/>
    <dgm:cxn modelId="{D8D7B741-0318-4902-957D-E268D68FF768}" type="presParOf" srcId="{EDD2C655-EECD-4BC5-BC06-0D310D513398}" destId="{93410FA9-B1A2-461C-9C6C-AB6CFCABFBB2}" srcOrd="2" destOrd="0" presId="urn:microsoft.com/office/officeart/2018/5/layout/CenteredIconLabelDescriptionList"/>
    <dgm:cxn modelId="{5A0CE028-A6AA-4D92-BE2F-33F8A00F3551}" type="presParOf" srcId="{EDD2C655-EECD-4BC5-BC06-0D310D513398}" destId="{15E8B4EB-E04B-4933-9876-F11605B9A4A5}" srcOrd="3" destOrd="0" presId="urn:microsoft.com/office/officeart/2018/5/layout/CenteredIconLabelDescriptionList"/>
    <dgm:cxn modelId="{43867463-A101-44F8-8E0E-F64CF8DBA883}" type="presParOf" srcId="{EDD2C655-EECD-4BC5-BC06-0D310D513398}" destId="{B4D2C563-7C8F-4D68-9988-ED9F9ED2F34E}" srcOrd="4" destOrd="0" presId="urn:microsoft.com/office/officeart/2018/5/layout/CenteredIconLabelDescriptionList"/>
    <dgm:cxn modelId="{F56B2F6F-3653-4514-A74D-3ED2468B33BE}" type="presParOf" srcId="{1E6CF109-2CFE-43E2-AB2C-349420BD0A99}" destId="{07FFEB04-78B6-4A12-8884-38AE6F7623AB}" srcOrd="7" destOrd="0" presId="urn:microsoft.com/office/officeart/2018/5/layout/CenteredIconLabelDescriptionList"/>
    <dgm:cxn modelId="{800EF5BC-F070-4ABD-B3C7-6D49F35D11F4}" type="presParOf" srcId="{1E6CF109-2CFE-43E2-AB2C-349420BD0A99}" destId="{59DBDD64-EA99-4DB1-B073-5AACFD892DC8}" srcOrd="8" destOrd="0" presId="urn:microsoft.com/office/officeart/2018/5/layout/CenteredIconLabelDescriptionList"/>
    <dgm:cxn modelId="{654B41ED-370A-4BD2-A2D7-464D71CD729D}" type="presParOf" srcId="{59DBDD64-EA99-4DB1-B073-5AACFD892DC8}" destId="{74F2EF64-A841-4AD9-BDAC-A8106C4DAF77}" srcOrd="0" destOrd="0" presId="urn:microsoft.com/office/officeart/2018/5/layout/CenteredIconLabelDescriptionList"/>
    <dgm:cxn modelId="{8A71F2AB-9F85-4B8C-B19C-E0B3B877BCDD}" type="presParOf" srcId="{59DBDD64-EA99-4DB1-B073-5AACFD892DC8}" destId="{8E8E7CEB-229E-4031-9D92-1A5A46C2A2BA}" srcOrd="1" destOrd="0" presId="urn:microsoft.com/office/officeart/2018/5/layout/CenteredIconLabelDescriptionList"/>
    <dgm:cxn modelId="{D6A51E8D-F864-4B2E-A956-36931CDCC669}" type="presParOf" srcId="{59DBDD64-EA99-4DB1-B073-5AACFD892DC8}" destId="{90286B04-35E3-40B3-804B-381E8341EDF6}" srcOrd="2" destOrd="0" presId="urn:microsoft.com/office/officeart/2018/5/layout/CenteredIconLabelDescriptionList"/>
    <dgm:cxn modelId="{9901D74A-1911-4CBE-8DC5-A203689BB700}" type="presParOf" srcId="{59DBDD64-EA99-4DB1-B073-5AACFD892DC8}" destId="{686F2496-DA6B-4D05-8AE5-57FEDA141C02}" srcOrd="3" destOrd="0" presId="urn:microsoft.com/office/officeart/2018/5/layout/CenteredIconLabelDescriptionList"/>
    <dgm:cxn modelId="{AC938007-80A5-46E5-8A32-3830D69136B0}" type="presParOf" srcId="{59DBDD64-EA99-4DB1-B073-5AACFD892DC8}" destId="{87ED874C-8F07-4661-B81E-7DCEE03DCDDE}" srcOrd="4" destOrd="0" presId="urn:microsoft.com/office/officeart/2018/5/layout/CenteredIconLabelDescriptionList"/>
    <dgm:cxn modelId="{467E12DB-7196-4C93-8860-E0DF52353F28}" type="presParOf" srcId="{1E6CF109-2CFE-43E2-AB2C-349420BD0A99}" destId="{3B890F94-2D48-45CD-94FE-17599D002AD3}" srcOrd="9" destOrd="0" presId="urn:microsoft.com/office/officeart/2018/5/layout/CenteredIconLabelDescriptionList"/>
    <dgm:cxn modelId="{EDCD0BCB-5864-4826-B45C-47D3ED79E3E1}" type="presParOf" srcId="{1E6CF109-2CFE-43E2-AB2C-349420BD0A99}" destId="{52784E57-9486-470B-BE67-21F745F8AFD5}" srcOrd="10" destOrd="0" presId="urn:microsoft.com/office/officeart/2018/5/layout/CenteredIconLabelDescriptionList"/>
    <dgm:cxn modelId="{F18CFC10-477B-4096-AFCE-5A299694E90F}" type="presParOf" srcId="{52784E57-9486-470B-BE67-21F745F8AFD5}" destId="{2ED3FDAB-F732-46F3-9297-31A09572EFD0}" srcOrd="0" destOrd="0" presId="urn:microsoft.com/office/officeart/2018/5/layout/CenteredIconLabelDescriptionList"/>
    <dgm:cxn modelId="{46FEFF4A-0FD8-4B35-9845-3FFCA14A3B3E}" type="presParOf" srcId="{52784E57-9486-470B-BE67-21F745F8AFD5}" destId="{57AF2C9B-18D6-4A41-BFE8-C107E8D473E8}" srcOrd="1" destOrd="0" presId="urn:microsoft.com/office/officeart/2018/5/layout/CenteredIconLabelDescriptionList"/>
    <dgm:cxn modelId="{03D4F886-4466-4BEC-8B55-F4E7AF02B130}" type="presParOf" srcId="{52784E57-9486-470B-BE67-21F745F8AFD5}" destId="{8301621F-C298-4B1C-9C85-A308EDDF4CAE}" srcOrd="2" destOrd="0" presId="urn:microsoft.com/office/officeart/2018/5/layout/CenteredIconLabelDescriptionList"/>
    <dgm:cxn modelId="{4676C3E2-21D9-4A3E-BA05-469B25170895}" type="presParOf" srcId="{52784E57-9486-470B-BE67-21F745F8AFD5}" destId="{6BCD8195-A682-4BE6-89A9-1EA6E4CB4D9D}" srcOrd="3" destOrd="0" presId="urn:microsoft.com/office/officeart/2018/5/layout/CenteredIconLabelDescriptionList"/>
    <dgm:cxn modelId="{734DF922-26DB-4779-949B-327225884F7D}" type="presParOf" srcId="{52784E57-9486-470B-BE67-21F745F8AFD5}" destId="{175EB957-0059-4579-9DDF-B28BF027A97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631945A3-1F41-43C7-BD8F-E98FEFB1C57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433A6A-AB8D-4CA9-9662-4C148FF542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chain code</a:t>
          </a:r>
        </a:p>
      </dgm:t>
    </dgm:pt>
    <dgm:pt modelId="{6C773669-4BEA-4B7C-9DD3-14E748DFE5CE}" type="parTrans" cxnId="{1199ACA2-62BD-4641-A1E7-F6B0318E8C75}">
      <dgm:prSet/>
      <dgm:spPr/>
      <dgm:t>
        <a:bodyPr/>
        <a:lstStyle/>
        <a:p>
          <a:endParaRPr lang="en-US"/>
        </a:p>
      </dgm:t>
    </dgm:pt>
    <dgm:pt modelId="{10FF2ACE-B859-4538-845C-7CF42B798058}" type="sibTrans" cxnId="{1199ACA2-62BD-4641-A1E7-F6B0318E8C75}">
      <dgm:prSet/>
      <dgm:spPr/>
      <dgm:t>
        <a:bodyPr/>
        <a:lstStyle/>
        <a:p>
          <a:endParaRPr lang="en-US"/>
        </a:p>
      </dgm:t>
    </dgm:pt>
    <dgm:pt modelId="{8D7F4F43-7CC9-45FD-93A7-D25685C4FF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index and child key is not sufficient</a:t>
          </a:r>
        </a:p>
      </dgm:t>
    </dgm:pt>
    <dgm:pt modelId="{8FE1A52D-294A-494A-84EC-031416C20719}" type="parTrans" cxnId="{70FCF4EF-D42D-454A-90EF-AFB954F8A59B}">
      <dgm:prSet/>
      <dgm:spPr/>
      <dgm:t>
        <a:bodyPr/>
        <a:lstStyle/>
        <a:p>
          <a:endParaRPr lang="en-US"/>
        </a:p>
      </dgm:t>
    </dgm:pt>
    <dgm:pt modelId="{7901EF62-6E4D-4778-907E-CE06265638A1}" type="sibTrans" cxnId="{70FCF4EF-D42D-454A-90EF-AFB954F8A59B}">
      <dgm:prSet/>
      <dgm:spPr/>
      <dgm:t>
        <a:bodyPr/>
        <a:lstStyle/>
        <a:p>
          <a:endParaRPr lang="en-US"/>
        </a:p>
      </dgm:t>
    </dgm:pt>
    <dgm:pt modelId="{AA7F14BD-8CBF-4683-A405-E364FF4435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0" dirty="0"/>
            <a:t>Secure the siblings</a:t>
          </a:r>
          <a:endParaRPr lang="en-US" dirty="0"/>
        </a:p>
      </dgm:t>
    </dgm:pt>
    <dgm:pt modelId="{CD9A6C1F-F57C-4E98-8660-837D474E763D}" type="parTrans" cxnId="{85989EA4-C827-43F8-B1AA-6472DC90E173}">
      <dgm:prSet/>
      <dgm:spPr/>
      <dgm:t>
        <a:bodyPr/>
        <a:lstStyle/>
        <a:p>
          <a:endParaRPr lang="en-US"/>
        </a:p>
      </dgm:t>
    </dgm:pt>
    <dgm:pt modelId="{E4128F11-4FC9-42B0-8092-361923AC9A35}" type="sibTrans" cxnId="{85989EA4-C827-43F8-B1AA-6472DC90E173}">
      <dgm:prSet/>
      <dgm:spPr/>
      <dgm:t>
        <a:bodyPr/>
        <a:lstStyle/>
        <a:p>
          <a:endParaRPr lang="en-US"/>
        </a:p>
      </dgm:t>
    </dgm:pt>
    <dgm:pt modelId="{F0DC4E7A-35CD-4153-ABDC-78D1F20933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introduce</a:t>
          </a:r>
        </a:p>
      </dgm:t>
    </dgm:pt>
    <dgm:pt modelId="{2BB8FBE1-D0A7-4DE0-9C77-5FBEE985E938}" type="parTrans" cxnId="{30DEB79E-B778-4CA0-9212-86A426D1F86B}">
      <dgm:prSet/>
      <dgm:spPr/>
      <dgm:t>
        <a:bodyPr/>
        <a:lstStyle/>
        <a:p>
          <a:endParaRPr lang="en-US"/>
        </a:p>
      </dgm:t>
    </dgm:pt>
    <dgm:pt modelId="{E464588F-59E8-434E-B039-F4B824FF3E1F}" type="sibTrans" cxnId="{30DEB79E-B778-4CA0-9212-86A426D1F86B}">
      <dgm:prSet/>
      <dgm:spPr/>
      <dgm:t>
        <a:bodyPr/>
        <a:lstStyle/>
        <a:p>
          <a:endParaRPr lang="en-US"/>
        </a:p>
      </dgm:t>
    </dgm:pt>
    <dgm:pt modelId="{F54E76B6-9C7E-4988-9603-FA9BED0C4D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deterministic random data</a:t>
          </a:r>
          <a:r>
            <a:rPr lang="en-US" dirty="0"/>
            <a:t> </a:t>
          </a:r>
        </a:p>
      </dgm:t>
    </dgm:pt>
    <dgm:pt modelId="{3E51FFF9-B77A-4574-880D-9F185C35112E}" type="parTrans" cxnId="{8BE3E671-6550-4E12-BA74-5E85E47E17CC}">
      <dgm:prSet/>
      <dgm:spPr/>
      <dgm:t>
        <a:bodyPr/>
        <a:lstStyle/>
        <a:p>
          <a:endParaRPr lang="en-US"/>
        </a:p>
      </dgm:t>
    </dgm:pt>
    <dgm:pt modelId="{F4085C1B-9F7A-429C-AC96-EE3C9B39635F}" type="sibTrans" cxnId="{8BE3E671-6550-4E12-BA74-5E85E47E17CC}">
      <dgm:prSet/>
      <dgm:spPr/>
      <dgm:t>
        <a:bodyPr/>
        <a:lstStyle/>
        <a:p>
          <a:endParaRPr lang="en-US"/>
        </a:p>
      </dgm:t>
    </dgm:pt>
    <dgm:pt modelId="{FFD84CEE-62A0-4892-B24F-A8B84D5C01D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Secure the children</a:t>
          </a:r>
          <a:endParaRPr lang="en-US" dirty="0"/>
        </a:p>
      </dgm:t>
    </dgm:pt>
    <dgm:pt modelId="{93911271-4820-4952-8C05-2599E89793E1}" type="parTrans" cxnId="{ADDFD6C2-ACB0-4661-A9C7-21D22EDA3D09}">
      <dgm:prSet/>
      <dgm:spPr/>
      <dgm:t>
        <a:bodyPr/>
        <a:lstStyle/>
        <a:p>
          <a:endParaRPr lang="tr-TR"/>
        </a:p>
      </dgm:t>
    </dgm:pt>
    <dgm:pt modelId="{3E7B55F1-06E1-422E-BF7F-26AB25E8C4EA}" type="sibTrans" cxnId="{ADDFD6C2-ACB0-4661-A9C7-21D22EDA3D09}">
      <dgm:prSet/>
      <dgm:spPr/>
      <dgm:t>
        <a:bodyPr/>
        <a:lstStyle/>
        <a:p>
          <a:endParaRPr lang="tr-TR"/>
        </a:p>
      </dgm:t>
    </dgm:pt>
    <dgm:pt modelId="{4E6CB7CF-C317-4643-897B-28D34661A9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find </a:t>
          </a:r>
          <a:r>
            <a:rPr lang="tr-TR" dirty="0"/>
            <a:t>child’s </a:t>
          </a:r>
          <a:r>
            <a:rPr lang="en-US" dirty="0"/>
            <a:t>sibling</a:t>
          </a:r>
          <a:r>
            <a:rPr lang="tr-TR" dirty="0"/>
            <a:t> keys</a:t>
          </a:r>
          <a:endParaRPr lang="en-US" dirty="0"/>
        </a:p>
      </dgm:t>
    </dgm:pt>
    <dgm:pt modelId="{DF8ECE87-0BB8-43E1-B4AD-79A8CEEAC21A}" type="parTrans" cxnId="{8AE9B25E-551F-4A1A-AACA-A0D86EBF7158}">
      <dgm:prSet/>
      <dgm:spPr/>
      <dgm:t>
        <a:bodyPr/>
        <a:lstStyle/>
        <a:p>
          <a:endParaRPr lang="tr-TR"/>
        </a:p>
      </dgm:t>
    </dgm:pt>
    <dgm:pt modelId="{7ADB0BEE-9F57-4A5A-8571-2FA69973DFD0}" type="sibTrans" cxnId="{8AE9B25E-551F-4A1A-AACA-A0D86EBF7158}">
      <dgm:prSet/>
      <dgm:spPr/>
      <dgm:t>
        <a:bodyPr/>
        <a:lstStyle/>
        <a:p>
          <a:endParaRPr lang="tr-TR"/>
        </a:p>
      </dgm:t>
    </dgm:pt>
    <dgm:pt modelId="{B796EBBA-BA2A-4703-BC01-48DEBCE8D6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derive other child keys</a:t>
          </a:r>
        </a:p>
      </dgm:t>
    </dgm:pt>
    <dgm:pt modelId="{AA921ADA-FC68-4704-8057-469D9EF9FEB9}" type="parTrans" cxnId="{4B9F8ADB-05F2-44F5-88D4-384460B83285}">
      <dgm:prSet/>
      <dgm:spPr/>
      <dgm:t>
        <a:bodyPr/>
        <a:lstStyle/>
        <a:p>
          <a:endParaRPr lang="tr-TR"/>
        </a:p>
      </dgm:t>
    </dgm:pt>
    <dgm:pt modelId="{FE63A3A5-A82A-4164-BDB6-92BE5E2EAE4D}" type="sibTrans" cxnId="{4B9F8ADB-05F2-44F5-88D4-384460B83285}">
      <dgm:prSet/>
      <dgm:spPr/>
      <dgm:t>
        <a:bodyPr/>
        <a:lstStyle/>
        <a:p>
          <a:endParaRPr lang="tr-TR"/>
        </a:p>
      </dgm:t>
    </dgm:pt>
    <dgm:pt modelId="{2170FA84-DB8C-44A4-BD4A-DDCAA39E38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using the </a:t>
          </a:r>
          <a:r>
            <a:rPr lang="en-US" dirty="0"/>
            <a:t>child key</a:t>
          </a:r>
        </a:p>
      </dgm:t>
    </dgm:pt>
    <dgm:pt modelId="{562B333C-9D78-457C-9175-790710CADE2B}" type="parTrans" cxnId="{DF0D5A55-D416-4E7E-B3CA-34675DA2E684}">
      <dgm:prSet/>
      <dgm:spPr/>
      <dgm:t>
        <a:bodyPr/>
        <a:lstStyle/>
        <a:p>
          <a:endParaRPr lang="tr-TR"/>
        </a:p>
      </dgm:t>
    </dgm:pt>
    <dgm:pt modelId="{7F2567C6-B319-476B-B284-98C70F944473}" type="sibTrans" cxnId="{DF0D5A55-D416-4E7E-B3CA-34675DA2E684}">
      <dgm:prSet/>
      <dgm:spPr/>
      <dgm:t>
        <a:bodyPr/>
        <a:lstStyle/>
        <a:p>
          <a:endParaRPr lang="tr-TR"/>
        </a:p>
      </dgm:t>
    </dgm:pt>
    <dgm:pt modelId="{E455E58E-3D44-4FDF-BFA3-86A22716AD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dirty="0"/>
            <a:t>chain code</a:t>
          </a:r>
          <a:r>
            <a:rPr lang="tr-TR" i="0" dirty="0"/>
            <a:t> </a:t>
          </a:r>
          <a:r>
            <a:rPr lang="tr-TR" i="1" dirty="0"/>
            <a:t>prevents</a:t>
          </a:r>
          <a:endParaRPr lang="en-US" dirty="0"/>
        </a:p>
      </dgm:t>
    </dgm:pt>
    <dgm:pt modelId="{BB950136-84AC-4C8D-AC32-9ECD82FF8353}" type="parTrans" cxnId="{FCBCCE91-11A0-43D4-9BCD-AF366D098633}">
      <dgm:prSet/>
      <dgm:spPr/>
      <dgm:t>
        <a:bodyPr/>
        <a:lstStyle/>
        <a:p>
          <a:endParaRPr lang="tr-TR"/>
        </a:p>
      </dgm:t>
    </dgm:pt>
    <dgm:pt modelId="{C966EAC4-EDD2-4AD3-ABFE-B6BF827B06BF}" type="sibTrans" cxnId="{FCBCCE91-11A0-43D4-9BCD-AF366D098633}">
      <dgm:prSet/>
      <dgm:spPr/>
      <dgm:t>
        <a:bodyPr/>
        <a:lstStyle/>
        <a:p>
          <a:endParaRPr lang="tr-TR"/>
        </a:p>
      </dgm:t>
    </dgm:pt>
    <dgm:pt modelId="{C17E8BD5-73D0-4B48-93D9-7E533AD2BE3A}" type="pres">
      <dgm:prSet presAssocID="{631945A3-1F41-43C7-BD8F-E98FEFB1C570}" presName="root" presStyleCnt="0">
        <dgm:presLayoutVars>
          <dgm:dir/>
          <dgm:resizeHandles val="exact"/>
        </dgm:presLayoutVars>
      </dgm:prSet>
      <dgm:spPr/>
    </dgm:pt>
    <dgm:pt modelId="{5B0946E4-11C7-4493-A4EC-B6F40ACB887E}" type="pres">
      <dgm:prSet presAssocID="{1C433A6A-AB8D-4CA9-9662-4C148FF5429C}" presName="compNode" presStyleCnt="0"/>
      <dgm:spPr/>
    </dgm:pt>
    <dgm:pt modelId="{0E7307B9-31A9-4A5D-B899-40646AD59E82}" type="pres">
      <dgm:prSet presAssocID="{1C433A6A-AB8D-4CA9-9662-4C148FF542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8EEB361-DA46-49BF-B4CB-09C9EA84936B}" type="pres">
      <dgm:prSet presAssocID="{1C433A6A-AB8D-4CA9-9662-4C148FF5429C}" presName="iconSpace" presStyleCnt="0"/>
      <dgm:spPr/>
    </dgm:pt>
    <dgm:pt modelId="{E6337667-B199-41F3-A184-42E88D7A68CC}" type="pres">
      <dgm:prSet presAssocID="{1C433A6A-AB8D-4CA9-9662-4C148FF5429C}" presName="parTx" presStyleLbl="revTx" presStyleIdx="0" presStyleCnt="6">
        <dgm:presLayoutVars>
          <dgm:chMax val="0"/>
          <dgm:chPref val="0"/>
        </dgm:presLayoutVars>
      </dgm:prSet>
      <dgm:spPr/>
    </dgm:pt>
    <dgm:pt modelId="{86B74AE9-8B63-4AA1-B625-5D6E010DFA71}" type="pres">
      <dgm:prSet presAssocID="{1C433A6A-AB8D-4CA9-9662-4C148FF5429C}" presName="txSpace" presStyleCnt="0"/>
      <dgm:spPr/>
    </dgm:pt>
    <dgm:pt modelId="{1D30B7A8-F91A-4E95-89B4-6052688609F7}" type="pres">
      <dgm:prSet presAssocID="{1C433A6A-AB8D-4CA9-9662-4C148FF5429C}" presName="desTx" presStyleLbl="revTx" presStyleIdx="1" presStyleCnt="6">
        <dgm:presLayoutVars/>
      </dgm:prSet>
      <dgm:spPr/>
    </dgm:pt>
    <dgm:pt modelId="{A68F1D6E-7C4F-427B-8445-93CABDCE75C9}" type="pres">
      <dgm:prSet presAssocID="{10FF2ACE-B859-4538-845C-7CF42B798058}" presName="sibTrans" presStyleCnt="0"/>
      <dgm:spPr/>
    </dgm:pt>
    <dgm:pt modelId="{218C2082-FA30-4E93-AD9C-69539A218D9A}" type="pres">
      <dgm:prSet presAssocID="{FFD84CEE-62A0-4892-B24F-A8B84D5C01D1}" presName="compNode" presStyleCnt="0"/>
      <dgm:spPr/>
    </dgm:pt>
    <dgm:pt modelId="{EDDD21C8-F622-40C1-91F1-223A9E58F34B}" type="pres">
      <dgm:prSet presAssocID="{FFD84CEE-62A0-4892-B24F-A8B84D5C01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79D8C6E-D0E8-4459-AF43-E7591A7E0BCE}" type="pres">
      <dgm:prSet presAssocID="{FFD84CEE-62A0-4892-B24F-A8B84D5C01D1}" presName="iconSpace" presStyleCnt="0"/>
      <dgm:spPr/>
    </dgm:pt>
    <dgm:pt modelId="{A244A011-11A9-463A-97FB-0E13699D39D4}" type="pres">
      <dgm:prSet presAssocID="{FFD84CEE-62A0-4892-B24F-A8B84D5C01D1}" presName="parTx" presStyleLbl="revTx" presStyleIdx="2" presStyleCnt="6">
        <dgm:presLayoutVars>
          <dgm:chMax val="0"/>
          <dgm:chPref val="0"/>
        </dgm:presLayoutVars>
      </dgm:prSet>
      <dgm:spPr/>
    </dgm:pt>
    <dgm:pt modelId="{554EAA3B-FD47-4212-9171-879396C71A48}" type="pres">
      <dgm:prSet presAssocID="{FFD84CEE-62A0-4892-B24F-A8B84D5C01D1}" presName="txSpace" presStyleCnt="0"/>
      <dgm:spPr/>
    </dgm:pt>
    <dgm:pt modelId="{C1A08A95-000C-4741-A29C-C7FD0399BF1B}" type="pres">
      <dgm:prSet presAssocID="{FFD84CEE-62A0-4892-B24F-A8B84D5C01D1}" presName="desTx" presStyleLbl="revTx" presStyleIdx="3" presStyleCnt="6">
        <dgm:presLayoutVars/>
      </dgm:prSet>
      <dgm:spPr/>
    </dgm:pt>
    <dgm:pt modelId="{BBEAC03D-A708-41F1-9542-78A1FC450166}" type="pres">
      <dgm:prSet presAssocID="{3E7B55F1-06E1-422E-BF7F-26AB25E8C4EA}" presName="sibTrans" presStyleCnt="0"/>
      <dgm:spPr/>
    </dgm:pt>
    <dgm:pt modelId="{700E9C51-4795-4FE5-9868-AA8C85B9558A}" type="pres">
      <dgm:prSet presAssocID="{AA7F14BD-8CBF-4683-A405-E364FF4435A2}" presName="compNode" presStyleCnt="0"/>
      <dgm:spPr/>
    </dgm:pt>
    <dgm:pt modelId="{D71324DE-293C-4D2E-953D-C647DB5953D4}" type="pres">
      <dgm:prSet presAssocID="{AA7F14BD-8CBF-4683-A405-E364FF4435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A24295B-3A9C-4189-8064-7D25A74C01C1}" type="pres">
      <dgm:prSet presAssocID="{AA7F14BD-8CBF-4683-A405-E364FF4435A2}" presName="iconSpace" presStyleCnt="0"/>
      <dgm:spPr/>
    </dgm:pt>
    <dgm:pt modelId="{033BDFC4-10D2-4F2E-BE9B-27FC5D71C172}" type="pres">
      <dgm:prSet presAssocID="{AA7F14BD-8CBF-4683-A405-E364FF4435A2}" presName="parTx" presStyleLbl="revTx" presStyleIdx="4" presStyleCnt="6">
        <dgm:presLayoutVars>
          <dgm:chMax val="0"/>
          <dgm:chPref val="0"/>
        </dgm:presLayoutVars>
      </dgm:prSet>
      <dgm:spPr/>
    </dgm:pt>
    <dgm:pt modelId="{89C38DB8-E8D7-4698-A85B-4E542705EB61}" type="pres">
      <dgm:prSet presAssocID="{AA7F14BD-8CBF-4683-A405-E364FF4435A2}" presName="txSpace" presStyleCnt="0"/>
      <dgm:spPr/>
    </dgm:pt>
    <dgm:pt modelId="{34CB0BB0-C352-4A67-9785-8FFFCA172F7D}" type="pres">
      <dgm:prSet presAssocID="{AA7F14BD-8CBF-4683-A405-E364FF4435A2}" presName="desTx" presStyleLbl="revTx" presStyleIdx="5" presStyleCnt="6">
        <dgm:presLayoutVars/>
      </dgm:prSet>
      <dgm:spPr/>
    </dgm:pt>
  </dgm:ptLst>
  <dgm:cxnLst>
    <dgm:cxn modelId="{A5386417-3E54-4B5D-92F5-F744CDCCB355}" type="presOf" srcId="{1C433A6A-AB8D-4CA9-9662-4C148FF5429C}" destId="{E6337667-B199-41F3-A184-42E88D7A68CC}" srcOrd="0" destOrd="0" presId="urn:microsoft.com/office/officeart/2018/5/layout/CenteredIconLabelDescriptionList"/>
    <dgm:cxn modelId="{89874235-DB64-4507-944E-CDE057158350}" type="presOf" srcId="{FFD84CEE-62A0-4892-B24F-A8B84D5C01D1}" destId="{A244A011-11A9-463A-97FB-0E13699D39D4}" srcOrd="0" destOrd="0" presId="urn:microsoft.com/office/officeart/2018/5/layout/CenteredIconLabelDescriptionList"/>
    <dgm:cxn modelId="{BB2C7E5C-779A-4E31-88F9-6CBFDC23E803}" type="presOf" srcId="{8D7F4F43-7CC9-45FD-93A7-D25685C4FFB8}" destId="{C1A08A95-000C-4741-A29C-C7FD0399BF1B}" srcOrd="0" destOrd="0" presId="urn:microsoft.com/office/officeart/2018/5/layout/CenteredIconLabelDescriptionList"/>
    <dgm:cxn modelId="{8AE9B25E-551F-4A1A-AACA-A0D86EBF7158}" srcId="{AA7F14BD-8CBF-4683-A405-E364FF4435A2}" destId="{4E6CB7CF-C317-4643-897B-28D34661A95A}" srcOrd="1" destOrd="0" parTransId="{DF8ECE87-0BB8-43E1-B4AD-79A8CEEAC21A}" sibTransId="{7ADB0BEE-9F57-4A5A-8571-2FA69973DFD0}"/>
    <dgm:cxn modelId="{BCA5A963-CBEB-4F5A-89DC-1437D203EA2F}" type="presOf" srcId="{E455E58E-3D44-4FDF-BFA3-86A22716ADD0}" destId="{34CB0BB0-C352-4A67-9785-8FFFCA172F7D}" srcOrd="0" destOrd="0" presId="urn:microsoft.com/office/officeart/2018/5/layout/CenteredIconLabelDescriptionList"/>
    <dgm:cxn modelId="{AE0CC767-8609-449C-B031-A4B68B340535}" type="presOf" srcId="{F54E76B6-9C7E-4988-9603-FA9BED0C4DC2}" destId="{1D30B7A8-F91A-4E95-89B4-6052688609F7}" srcOrd="0" destOrd="1" presId="urn:microsoft.com/office/officeart/2018/5/layout/CenteredIconLabelDescriptionList"/>
    <dgm:cxn modelId="{2346086A-126C-42B9-907F-C97555729729}" type="presOf" srcId="{631945A3-1F41-43C7-BD8F-E98FEFB1C570}" destId="{C17E8BD5-73D0-4B48-93D9-7E533AD2BE3A}" srcOrd="0" destOrd="0" presId="urn:microsoft.com/office/officeart/2018/5/layout/CenteredIconLabelDescriptionList"/>
    <dgm:cxn modelId="{7647D34C-FBBF-491F-92D9-B12A0D67C359}" type="presOf" srcId="{F0DC4E7A-35CD-4153-ABDC-78D1F209330B}" destId="{1D30B7A8-F91A-4E95-89B4-6052688609F7}" srcOrd="0" destOrd="0" presId="urn:microsoft.com/office/officeart/2018/5/layout/CenteredIconLabelDescriptionList"/>
    <dgm:cxn modelId="{8BE3E671-6550-4E12-BA74-5E85E47E17CC}" srcId="{1C433A6A-AB8D-4CA9-9662-4C148FF5429C}" destId="{F54E76B6-9C7E-4988-9603-FA9BED0C4DC2}" srcOrd="1" destOrd="0" parTransId="{3E51FFF9-B77A-4574-880D-9F185C35112E}" sibTransId="{F4085C1B-9F7A-429C-AC96-EE3C9B39635F}"/>
    <dgm:cxn modelId="{DF0D5A55-D416-4E7E-B3CA-34675DA2E684}" srcId="{AA7F14BD-8CBF-4683-A405-E364FF4435A2}" destId="{2170FA84-DB8C-44A4-BD4A-DDCAA39E38DC}" srcOrd="2" destOrd="0" parTransId="{562B333C-9D78-457C-9175-790710CADE2B}" sibTransId="{7F2567C6-B319-476B-B284-98C70F944473}"/>
    <dgm:cxn modelId="{90119B82-D1B7-4E8A-809E-F86789A87972}" type="presOf" srcId="{B796EBBA-BA2A-4703-BC01-48DEBCE8D62F}" destId="{C1A08A95-000C-4741-A29C-C7FD0399BF1B}" srcOrd="0" destOrd="1" presId="urn:microsoft.com/office/officeart/2018/5/layout/CenteredIconLabelDescriptionList"/>
    <dgm:cxn modelId="{FCBCCE91-11A0-43D4-9BCD-AF366D098633}" srcId="{AA7F14BD-8CBF-4683-A405-E364FF4435A2}" destId="{E455E58E-3D44-4FDF-BFA3-86A22716ADD0}" srcOrd="0" destOrd="0" parTransId="{BB950136-84AC-4C8D-AC32-9ECD82FF8353}" sibTransId="{C966EAC4-EDD2-4AD3-ABFE-B6BF827B06BF}"/>
    <dgm:cxn modelId="{30DEB79E-B778-4CA0-9212-86A426D1F86B}" srcId="{1C433A6A-AB8D-4CA9-9662-4C148FF5429C}" destId="{F0DC4E7A-35CD-4153-ABDC-78D1F209330B}" srcOrd="0" destOrd="0" parTransId="{2BB8FBE1-D0A7-4DE0-9C77-5FBEE985E938}" sibTransId="{E464588F-59E8-434E-B039-F4B824FF3E1F}"/>
    <dgm:cxn modelId="{0101F19F-AA2E-4C38-8632-E8858CEB83BC}" type="presOf" srcId="{2170FA84-DB8C-44A4-BD4A-DDCAA39E38DC}" destId="{34CB0BB0-C352-4A67-9785-8FFFCA172F7D}" srcOrd="0" destOrd="2" presId="urn:microsoft.com/office/officeart/2018/5/layout/CenteredIconLabelDescriptionList"/>
    <dgm:cxn modelId="{1199ACA2-62BD-4641-A1E7-F6B0318E8C75}" srcId="{631945A3-1F41-43C7-BD8F-E98FEFB1C570}" destId="{1C433A6A-AB8D-4CA9-9662-4C148FF5429C}" srcOrd="0" destOrd="0" parTransId="{6C773669-4BEA-4B7C-9DD3-14E748DFE5CE}" sibTransId="{10FF2ACE-B859-4538-845C-7CF42B798058}"/>
    <dgm:cxn modelId="{85989EA4-C827-43F8-B1AA-6472DC90E173}" srcId="{631945A3-1F41-43C7-BD8F-E98FEFB1C570}" destId="{AA7F14BD-8CBF-4683-A405-E364FF4435A2}" srcOrd="2" destOrd="0" parTransId="{CD9A6C1F-F57C-4E98-8660-837D474E763D}" sibTransId="{E4128F11-4FC9-42B0-8092-361923AC9A35}"/>
    <dgm:cxn modelId="{5888DFBA-D4CF-46C4-9C2A-391403716DBF}" type="presOf" srcId="{AA7F14BD-8CBF-4683-A405-E364FF4435A2}" destId="{033BDFC4-10D2-4F2E-BE9B-27FC5D71C172}" srcOrd="0" destOrd="0" presId="urn:microsoft.com/office/officeart/2018/5/layout/CenteredIconLabelDescriptionList"/>
    <dgm:cxn modelId="{ADDFD6C2-ACB0-4661-A9C7-21D22EDA3D09}" srcId="{631945A3-1F41-43C7-BD8F-E98FEFB1C570}" destId="{FFD84CEE-62A0-4892-B24F-A8B84D5C01D1}" srcOrd="1" destOrd="0" parTransId="{93911271-4820-4952-8C05-2599E89793E1}" sibTransId="{3E7B55F1-06E1-422E-BF7F-26AB25E8C4EA}"/>
    <dgm:cxn modelId="{A96ABACF-487A-4BC5-B5A6-B1CA82EDD29F}" type="presOf" srcId="{4E6CB7CF-C317-4643-897B-28D34661A95A}" destId="{34CB0BB0-C352-4A67-9785-8FFFCA172F7D}" srcOrd="0" destOrd="1" presId="urn:microsoft.com/office/officeart/2018/5/layout/CenteredIconLabelDescriptionList"/>
    <dgm:cxn modelId="{4B9F8ADB-05F2-44F5-88D4-384460B83285}" srcId="{FFD84CEE-62A0-4892-B24F-A8B84D5C01D1}" destId="{B796EBBA-BA2A-4703-BC01-48DEBCE8D62F}" srcOrd="1" destOrd="0" parTransId="{AA921ADA-FC68-4704-8057-469D9EF9FEB9}" sibTransId="{FE63A3A5-A82A-4164-BDB6-92BE5E2EAE4D}"/>
    <dgm:cxn modelId="{70FCF4EF-D42D-454A-90EF-AFB954F8A59B}" srcId="{FFD84CEE-62A0-4892-B24F-A8B84D5C01D1}" destId="{8D7F4F43-7CC9-45FD-93A7-D25685C4FFB8}" srcOrd="0" destOrd="0" parTransId="{8FE1A52D-294A-494A-84EC-031416C20719}" sibTransId="{7901EF62-6E4D-4778-907E-CE06265638A1}"/>
    <dgm:cxn modelId="{6E823F26-D0BE-4611-9947-1860D73E1574}" type="presParOf" srcId="{C17E8BD5-73D0-4B48-93D9-7E533AD2BE3A}" destId="{5B0946E4-11C7-4493-A4EC-B6F40ACB887E}" srcOrd="0" destOrd="0" presId="urn:microsoft.com/office/officeart/2018/5/layout/CenteredIconLabelDescriptionList"/>
    <dgm:cxn modelId="{CAA8B1FB-6867-429C-AA18-BF6F7455D223}" type="presParOf" srcId="{5B0946E4-11C7-4493-A4EC-B6F40ACB887E}" destId="{0E7307B9-31A9-4A5D-B899-40646AD59E82}" srcOrd="0" destOrd="0" presId="urn:microsoft.com/office/officeart/2018/5/layout/CenteredIconLabelDescriptionList"/>
    <dgm:cxn modelId="{100AC89B-C0D8-4987-921F-AC0F3FE5302F}" type="presParOf" srcId="{5B0946E4-11C7-4493-A4EC-B6F40ACB887E}" destId="{B8EEB361-DA46-49BF-B4CB-09C9EA84936B}" srcOrd="1" destOrd="0" presId="urn:microsoft.com/office/officeart/2018/5/layout/CenteredIconLabelDescriptionList"/>
    <dgm:cxn modelId="{C5D9793E-5838-4ACF-9BF0-F43D5BE5AABC}" type="presParOf" srcId="{5B0946E4-11C7-4493-A4EC-B6F40ACB887E}" destId="{E6337667-B199-41F3-A184-42E88D7A68CC}" srcOrd="2" destOrd="0" presId="urn:microsoft.com/office/officeart/2018/5/layout/CenteredIconLabelDescriptionList"/>
    <dgm:cxn modelId="{F0F2613C-7B4A-4D5F-8A45-1D150DA7F1CD}" type="presParOf" srcId="{5B0946E4-11C7-4493-A4EC-B6F40ACB887E}" destId="{86B74AE9-8B63-4AA1-B625-5D6E010DFA71}" srcOrd="3" destOrd="0" presId="urn:microsoft.com/office/officeart/2018/5/layout/CenteredIconLabelDescriptionList"/>
    <dgm:cxn modelId="{6EB5A431-8C82-463E-92A5-F328CB25DDEF}" type="presParOf" srcId="{5B0946E4-11C7-4493-A4EC-B6F40ACB887E}" destId="{1D30B7A8-F91A-4E95-89B4-6052688609F7}" srcOrd="4" destOrd="0" presId="urn:microsoft.com/office/officeart/2018/5/layout/CenteredIconLabelDescriptionList"/>
    <dgm:cxn modelId="{7DA44D37-CBC9-47BA-835E-C11FD031B763}" type="presParOf" srcId="{C17E8BD5-73D0-4B48-93D9-7E533AD2BE3A}" destId="{A68F1D6E-7C4F-427B-8445-93CABDCE75C9}" srcOrd="1" destOrd="0" presId="urn:microsoft.com/office/officeart/2018/5/layout/CenteredIconLabelDescriptionList"/>
    <dgm:cxn modelId="{2498FBB0-E77B-4622-BB48-238B3899F07F}" type="presParOf" srcId="{C17E8BD5-73D0-4B48-93D9-7E533AD2BE3A}" destId="{218C2082-FA30-4E93-AD9C-69539A218D9A}" srcOrd="2" destOrd="0" presId="urn:microsoft.com/office/officeart/2018/5/layout/CenteredIconLabelDescriptionList"/>
    <dgm:cxn modelId="{45C6CFCB-8BDC-47CA-A64F-5DD4E2455CFC}" type="presParOf" srcId="{218C2082-FA30-4E93-AD9C-69539A218D9A}" destId="{EDDD21C8-F622-40C1-91F1-223A9E58F34B}" srcOrd="0" destOrd="0" presId="urn:microsoft.com/office/officeart/2018/5/layout/CenteredIconLabelDescriptionList"/>
    <dgm:cxn modelId="{71FA8A57-1EA4-4880-B5CA-329B998C9989}" type="presParOf" srcId="{218C2082-FA30-4E93-AD9C-69539A218D9A}" destId="{B79D8C6E-D0E8-4459-AF43-E7591A7E0BCE}" srcOrd="1" destOrd="0" presId="urn:microsoft.com/office/officeart/2018/5/layout/CenteredIconLabelDescriptionList"/>
    <dgm:cxn modelId="{B3F987E9-0986-417B-B44B-8C6139B8655C}" type="presParOf" srcId="{218C2082-FA30-4E93-AD9C-69539A218D9A}" destId="{A244A011-11A9-463A-97FB-0E13699D39D4}" srcOrd="2" destOrd="0" presId="urn:microsoft.com/office/officeart/2018/5/layout/CenteredIconLabelDescriptionList"/>
    <dgm:cxn modelId="{AFD2006E-9F4C-49DD-8891-680C3907BB58}" type="presParOf" srcId="{218C2082-FA30-4E93-AD9C-69539A218D9A}" destId="{554EAA3B-FD47-4212-9171-879396C71A48}" srcOrd="3" destOrd="0" presId="urn:microsoft.com/office/officeart/2018/5/layout/CenteredIconLabelDescriptionList"/>
    <dgm:cxn modelId="{A61E8AD3-BD69-4D23-B6A6-630FC8906DF3}" type="presParOf" srcId="{218C2082-FA30-4E93-AD9C-69539A218D9A}" destId="{C1A08A95-000C-4741-A29C-C7FD0399BF1B}" srcOrd="4" destOrd="0" presId="urn:microsoft.com/office/officeart/2018/5/layout/CenteredIconLabelDescriptionList"/>
    <dgm:cxn modelId="{D33235A3-4974-471F-B142-620130CE7C74}" type="presParOf" srcId="{C17E8BD5-73D0-4B48-93D9-7E533AD2BE3A}" destId="{BBEAC03D-A708-41F1-9542-78A1FC450166}" srcOrd="3" destOrd="0" presId="urn:microsoft.com/office/officeart/2018/5/layout/CenteredIconLabelDescriptionList"/>
    <dgm:cxn modelId="{AE0590E8-C720-46CA-8AC0-E5E86223E827}" type="presParOf" srcId="{C17E8BD5-73D0-4B48-93D9-7E533AD2BE3A}" destId="{700E9C51-4795-4FE5-9868-AA8C85B9558A}" srcOrd="4" destOrd="0" presId="urn:microsoft.com/office/officeart/2018/5/layout/CenteredIconLabelDescriptionList"/>
    <dgm:cxn modelId="{BD3ED61C-C83A-4248-9979-6611EA05DBFF}" type="presParOf" srcId="{700E9C51-4795-4FE5-9868-AA8C85B9558A}" destId="{D71324DE-293C-4D2E-953D-C647DB5953D4}" srcOrd="0" destOrd="0" presId="urn:microsoft.com/office/officeart/2018/5/layout/CenteredIconLabelDescriptionList"/>
    <dgm:cxn modelId="{0EC08244-B380-452D-AF48-98EEDB6094E7}" type="presParOf" srcId="{700E9C51-4795-4FE5-9868-AA8C85B9558A}" destId="{0A24295B-3A9C-4189-8064-7D25A74C01C1}" srcOrd="1" destOrd="0" presId="urn:microsoft.com/office/officeart/2018/5/layout/CenteredIconLabelDescriptionList"/>
    <dgm:cxn modelId="{B23CF7EA-7CE7-4A0B-917D-661E46E6AAB1}" type="presParOf" srcId="{700E9C51-4795-4FE5-9868-AA8C85B9558A}" destId="{033BDFC4-10D2-4F2E-BE9B-27FC5D71C172}" srcOrd="2" destOrd="0" presId="urn:microsoft.com/office/officeart/2018/5/layout/CenteredIconLabelDescriptionList"/>
    <dgm:cxn modelId="{47E588B1-F608-4EDF-9910-BA5D42F142CF}" type="presParOf" srcId="{700E9C51-4795-4FE5-9868-AA8C85B9558A}" destId="{89C38DB8-E8D7-4698-A85B-4E542705EB61}" srcOrd="3" destOrd="0" presId="urn:microsoft.com/office/officeart/2018/5/layout/CenteredIconLabelDescriptionList"/>
    <dgm:cxn modelId="{1F990E59-5528-4293-9116-6F8D6B6163D3}" type="presParOf" srcId="{700E9C51-4795-4FE5-9868-AA8C85B9558A}" destId="{34CB0BB0-C352-4A67-9785-8FFFCA172F7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92FFCD96-1BBA-4FE3-9B95-30BD884C007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4ADA4623-279F-405A-A837-7E24301EDB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</a:t>
          </a:r>
          <a:r>
            <a:rPr lang="tr-TR" dirty="0"/>
            <a:t>generated</a:t>
          </a:r>
          <a:r>
            <a:rPr lang="en-US" dirty="0"/>
            <a:t> from the seed</a:t>
          </a:r>
          <a:r>
            <a:rPr lang="tr-TR" dirty="0"/>
            <a:t> </a:t>
          </a:r>
          <a:endParaRPr lang="en-US" dirty="0"/>
        </a:p>
      </dgm:t>
    </dgm:pt>
    <dgm:pt modelId="{5C13A6E8-CAD3-479A-9F65-D0CC27751B8B}" type="parTrans" cxnId="{65C3F2D2-EB95-47FD-A757-2C7ADBA46FE8}">
      <dgm:prSet/>
      <dgm:spPr/>
      <dgm:t>
        <a:bodyPr/>
        <a:lstStyle/>
        <a:p>
          <a:endParaRPr lang="en-US"/>
        </a:p>
      </dgm:t>
    </dgm:pt>
    <dgm:pt modelId="{39DAEC0F-584D-4AA5-8110-AC90F9DE9349}" type="sibTrans" cxnId="{65C3F2D2-EB95-47FD-A757-2C7ADBA46FE8}">
      <dgm:prSet/>
      <dgm:spPr/>
      <dgm:t>
        <a:bodyPr/>
        <a:lstStyle/>
        <a:p>
          <a:endParaRPr lang="en-US"/>
        </a:p>
      </dgm:t>
    </dgm:pt>
    <dgm:pt modelId="{C5E117F9-A9A4-424A-8A3D-AD87005D84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Subsequent Chain Codes</a:t>
          </a:r>
          <a:endParaRPr lang="en-US"/>
        </a:p>
      </dgm:t>
    </dgm:pt>
    <dgm:pt modelId="{E08EA4E0-0E73-44B8-93BF-23C5B895F44B}" type="parTrans" cxnId="{1651FC75-4E9F-4D92-945B-8A9A458A8317}">
      <dgm:prSet/>
      <dgm:spPr/>
      <dgm:t>
        <a:bodyPr/>
        <a:lstStyle/>
        <a:p>
          <a:endParaRPr lang="en-US"/>
        </a:p>
      </dgm:t>
    </dgm:pt>
    <dgm:pt modelId="{EEC60181-F7B8-4F67-9DC3-3E657E6F4DF0}" type="sibTrans" cxnId="{1651FC75-4E9F-4D92-945B-8A9A458A8317}">
      <dgm:prSet/>
      <dgm:spPr/>
      <dgm:t>
        <a:bodyPr/>
        <a:lstStyle/>
        <a:p>
          <a:endParaRPr lang="en-US"/>
        </a:p>
      </dgm:t>
    </dgm:pt>
    <dgm:pt modelId="{B94FAEEC-0C9A-40B0-BB19-E85F4F1F8B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 from</a:t>
          </a:r>
        </a:p>
      </dgm:t>
    </dgm:pt>
    <dgm:pt modelId="{970579CD-5BCF-4DC4-8A6D-428905A19688}" type="parTrans" cxnId="{8A33FA54-9AF1-454B-8B00-C56747C699B2}">
      <dgm:prSet/>
      <dgm:spPr/>
      <dgm:t>
        <a:bodyPr/>
        <a:lstStyle/>
        <a:p>
          <a:endParaRPr lang="en-US"/>
        </a:p>
      </dgm:t>
    </dgm:pt>
    <dgm:pt modelId="{D5BCA09D-5FD0-43D9-9F65-C668702FB8F3}" type="sibTrans" cxnId="{8A33FA54-9AF1-454B-8B00-C56747C699B2}">
      <dgm:prSet/>
      <dgm:spPr/>
      <dgm:t>
        <a:bodyPr/>
        <a:lstStyle/>
        <a:p>
          <a:endParaRPr lang="en-US"/>
        </a:p>
      </dgm:t>
    </dgm:pt>
    <dgm:pt modelId="{03AC109C-EBC9-4C0E-9623-081EC25FB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 the root of the tree</a:t>
          </a:r>
        </a:p>
      </dgm:t>
    </dgm:pt>
    <dgm:pt modelId="{0866A7C5-572B-42D1-979E-C6757F6EC86F}" type="parTrans" cxnId="{EDF8366A-BDD1-4AB5-A2AA-CF69FC02240A}">
      <dgm:prSet/>
      <dgm:spPr/>
      <dgm:t>
        <a:bodyPr/>
        <a:lstStyle/>
        <a:p>
          <a:endParaRPr lang="tr-TR"/>
        </a:p>
      </dgm:t>
    </dgm:pt>
    <dgm:pt modelId="{724CAA13-E560-497B-A138-2F2091C9AA6D}" type="sibTrans" cxnId="{EDF8366A-BDD1-4AB5-A2AA-CF69FC02240A}">
      <dgm:prSet/>
      <dgm:spPr/>
      <dgm:t>
        <a:bodyPr/>
        <a:lstStyle/>
        <a:p>
          <a:endParaRPr lang="tr-TR"/>
        </a:p>
      </dgm:t>
    </dgm:pt>
    <dgm:pt modelId="{663EE72E-AA28-4FCB-86B3-1F40712A29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initial chain code</a:t>
          </a:r>
        </a:p>
      </dgm:t>
    </dgm:pt>
    <dgm:pt modelId="{BF00281E-46CC-443B-A7AC-FF4DCF47FC19}" type="sibTrans" cxnId="{DFB1301E-6288-41F6-AF61-EE2F077568E8}">
      <dgm:prSet/>
      <dgm:spPr/>
      <dgm:t>
        <a:bodyPr/>
        <a:lstStyle/>
        <a:p>
          <a:endParaRPr lang="en-US"/>
        </a:p>
      </dgm:t>
    </dgm:pt>
    <dgm:pt modelId="{E4F15A8F-6696-4F4E-ABF8-01922237312C}" type="parTrans" cxnId="{DFB1301E-6288-41F6-AF61-EE2F077568E8}">
      <dgm:prSet/>
      <dgm:spPr/>
      <dgm:t>
        <a:bodyPr/>
        <a:lstStyle/>
        <a:p>
          <a:endParaRPr lang="en-US"/>
        </a:p>
      </dgm:t>
    </dgm:pt>
    <dgm:pt modelId="{BB7376B3-1F6F-42C6-B583-BBB99AADA5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parent chain code</a:t>
          </a:r>
          <a:r>
            <a:rPr lang="tr-TR" dirty="0"/>
            <a:t>s</a:t>
          </a:r>
          <a:endParaRPr lang="en-US" dirty="0"/>
        </a:p>
      </dgm:t>
    </dgm:pt>
    <dgm:pt modelId="{1E803D06-36B5-477A-8F62-AAEE71C7100E}" type="parTrans" cxnId="{D8D3F846-3047-430B-8A10-82E7D47578FE}">
      <dgm:prSet/>
      <dgm:spPr/>
      <dgm:t>
        <a:bodyPr/>
        <a:lstStyle/>
        <a:p>
          <a:endParaRPr lang="tr-TR"/>
        </a:p>
      </dgm:t>
    </dgm:pt>
    <dgm:pt modelId="{59ED7B13-2C99-4C22-8D27-C69FDF05B100}" type="sibTrans" cxnId="{D8D3F846-3047-430B-8A10-82E7D47578FE}">
      <dgm:prSet/>
      <dgm:spPr/>
      <dgm:t>
        <a:bodyPr/>
        <a:lstStyle/>
        <a:p>
          <a:endParaRPr lang="tr-TR"/>
        </a:p>
      </dgm:t>
    </dgm:pt>
    <dgm:pt modelId="{C70309A4-62D2-4F04-85FA-3D1BD5D8C9F0}" type="pres">
      <dgm:prSet presAssocID="{92FFCD96-1BBA-4FE3-9B95-30BD884C0073}" presName="root" presStyleCnt="0">
        <dgm:presLayoutVars>
          <dgm:dir/>
          <dgm:resizeHandles val="exact"/>
        </dgm:presLayoutVars>
      </dgm:prSet>
      <dgm:spPr/>
    </dgm:pt>
    <dgm:pt modelId="{7BD0FBFB-1DFC-4009-B91D-9B08380EC2BC}" type="pres">
      <dgm:prSet presAssocID="{663EE72E-AA28-4FCB-86B3-1F40712A2973}" presName="compNode" presStyleCnt="0"/>
      <dgm:spPr/>
    </dgm:pt>
    <dgm:pt modelId="{E6DD9EA8-8404-4E67-922D-3E7010D51D16}" type="pres">
      <dgm:prSet presAssocID="{663EE72E-AA28-4FCB-86B3-1F40712A29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3973E62A-3245-4CDE-B0C1-53CFEE143904}" type="pres">
      <dgm:prSet presAssocID="{663EE72E-AA28-4FCB-86B3-1F40712A2973}" presName="iconSpace" presStyleCnt="0"/>
      <dgm:spPr/>
    </dgm:pt>
    <dgm:pt modelId="{DA92AB65-11DA-437A-82EA-3F4E7CBE8643}" type="pres">
      <dgm:prSet presAssocID="{663EE72E-AA28-4FCB-86B3-1F40712A2973}" presName="parTx" presStyleLbl="revTx" presStyleIdx="0" presStyleCnt="4">
        <dgm:presLayoutVars>
          <dgm:chMax val="0"/>
          <dgm:chPref val="0"/>
        </dgm:presLayoutVars>
      </dgm:prSet>
      <dgm:spPr/>
    </dgm:pt>
    <dgm:pt modelId="{8CE59DF8-779A-4503-933D-4B3AAA70B371}" type="pres">
      <dgm:prSet presAssocID="{663EE72E-AA28-4FCB-86B3-1F40712A2973}" presName="txSpace" presStyleCnt="0"/>
      <dgm:spPr/>
    </dgm:pt>
    <dgm:pt modelId="{9F365542-E6A4-4722-B0B7-905FFC867141}" type="pres">
      <dgm:prSet presAssocID="{663EE72E-AA28-4FCB-86B3-1F40712A2973}" presName="desTx" presStyleLbl="revTx" presStyleIdx="1" presStyleCnt="4">
        <dgm:presLayoutVars/>
      </dgm:prSet>
      <dgm:spPr/>
    </dgm:pt>
    <dgm:pt modelId="{9A985BBD-C3E1-44F4-9AD0-4DB753683A39}" type="pres">
      <dgm:prSet presAssocID="{BF00281E-46CC-443B-A7AC-FF4DCF47FC19}" presName="sibTrans" presStyleCnt="0"/>
      <dgm:spPr/>
    </dgm:pt>
    <dgm:pt modelId="{DC0D78E0-E564-41E7-A7C9-AFEBD7DA8F7D}" type="pres">
      <dgm:prSet presAssocID="{C5E117F9-A9A4-424A-8A3D-AD87005D84CF}" presName="compNode" presStyleCnt="0"/>
      <dgm:spPr/>
    </dgm:pt>
    <dgm:pt modelId="{E9597586-1DC1-433D-B977-F69B15744FB2}" type="pres">
      <dgm:prSet presAssocID="{C5E117F9-A9A4-424A-8A3D-AD87005D84C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3BD5C5DF-CC54-4AFE-8C85-5E018783F16B}" type="pres">
      <dgm:prSet presAssocID="{C5E117F9-A9A4-424A-8A3D-AD87005D84CF}" presName="iconSpace" presStyleCnt="0"/>
      <dgm:spPr/>
    </dgm:pt>
    <dgm:pt modelId="{099E0DA8-C4B6-47F4-99EB-B4DC8FA77268}" type="pres">
      <dgm:prSet presAssocID="{C5E117F9-A9A4-424A-8A3D-AD87005D84CF}" presName="parTx" presStyleLbl="revTx" presStyleIdx="2" presStyleCnt="4">
        <dgm:presLayoutVars>
          <dgm:chMax val="0"/>
          <dgm:chPref val="0"/>
        </dgm:presLayoutVars>
      </dgm:prSet>
      <dgm:spPr/>
    </dgm:pt>
    <dgm:pt modelId="{94392BD8-A4CC-4791-90A7-243BA20D0A94}" type="pres">
      <dgm:prSet presAssocID="{C5E117F9-A9A4-424A-8A3D-AD87005D84CF}" presName="txSpace" presStyleCnt="0"/>
      <dgm:spPr/>
    </dgm:pt>
    <dgm:pt modelId="{6E590D45-E064-4634-84FD-C2BF6DA58B6D}" type="pres">
      <dgm:prSet presAssocID="{C5E117F9-A9A4-424A-8A3D-AD87005D84CF}" presName="desTx" presStyleLbl="revTx" presStyleIdx="3" presStyleCnt="4">
        <dgm:presLayoutVars/>
      </dgm:prSet>
      <dgm:spPr/>
    </dgm:pt>
  </dgm:ptLst>
  <dgm:cxnLst>
    <dgm:cxn modelId="{CACE4105-A63C-42F8-9787-5ADF115017FB}" type="presOf" srcId="{663EE72E-AA28-4FCB-86B3-1F40712A2973}" destId="{DA92AB65-11DA-437A-82EA-3F4E7CBE8643}" srcOrd="0" destOrd="0" presId="urn:microsoft.com/office/officeart/2018/5/layout/CenteredIconLabelDescriptionList"/>
    <dgm:cxn modelId="{DFB1301E-6288-41F6-AF61-EE2F077568E8}" srcId="{92FFCD96-1BBA-4FE3-9B95-30BD884C0073}" destId="{663EE72E-AA28-4FCB-86B3-1F40712A2973}" srcOrd="0" destOrd="0" parTransId="{E4F15A8F-6696-4F4E-ABF8-01922237312C}" sibTransId="{BF00281E-46CC-443B-A7AC-FF4DCF47FC19}"/>
    <dgm:cxn modelId="{3396A623-9CBA-4506-8E23-E867646D623C}" type="presOf" srcId="{B94FAEEC-0C9A-40B0-BB19-E85F4F1F8BA0}" destId="{6E590D45-E064-4634-84FD-C2BF6DA58B6D}" srcOrd="0" destOrd="0" presId="urn:microsoft.com/office/officeart/2018/5/layout/CenteredIconLabelDescriptionList"/>
    <dgm:cxn modelId="{D8D3F846-3047-430B-8A10-82E7D47578FE}" srcId="{C5E117F9-A9A4-424A-8A3D-AD87005D84CF}" destId="{BB7376B3-1F6F-42C6-B583-BBB99AADA53A}" srcOrd="1" destOrd="0" parTransId="{1E803D06-36B5-477A-8F62-AAEE71C7100E}" sibTransId="{59ED7B13-2C99-4C22-8D27-C69FDF05B100}"/>
    <dgm:cxn modelId="{EDF8366A-BDD1-4AB5-A2AA-CF69FC02240A}" srcId="{663EE72E-AA28-4FCB-86B3-1F40712A2973}" destId="{03AC109C-EBC9-4C0E-9623-081EC25FB065}" srcOrd="0" destOrd="0" parTransId="{0866A7C5-572B-42D1-979E-C6757F6EC86F}" sibTransId="{724CAA13-E560-497B-A138-2F2091C9AA6D}"/>
    <dgm:cxn modelId="{BFB7366C-DDB5-49A7-A6C7-328865E91843}" type="presOf" srcId="{03AC109C-EBC9-4C0E-9623-081EC25FB065}" destId="{9F365542-E6A4-4722-B0B7-905FFC867141}" srcOrd="0" destOrd="0" presId="urn:microsoft.com/office/officeart/2018/5/layout/CenteredIconLabelDescriptionList"/>
    <dgm:cxn modelId="{8A33FA54-9AF1-454B-8B00-C56747C699B2}" srcId="{C5E117F9-A9A4-424A-8A3D-AD87005D84CF}" destId="{B94FAEEC-0C9A-40B0-BB19-E85F4F1F8BA0}" srcOrd="0" destOrd="0" parTransId="{970579CD-5BCF-4DC4-8A6D-428905A19688}" sibTransId="{D5BCA09D-5FD0-43D9-9F65-C668702FB8F3}"/>
    <dgm:cxn modelId="{1651FC75-4E9F-4D92-945B-8A9A458A8317}" srcId="{92FFCD96-1BBA-4FE3-9B95-30BD884C0073}" destId="{C5E117F9-A9A4-424A-8A3D-AD87005D84CF}" srcOrd="1" destOrd="0" parTransId="{E08EA4E0-0E73-44B8-93BF-23C5B895F44B}" sibTransId="{EEC60181-F7B8-4F67-9DC3-3E657E6F4DF0}"/>
    <dgm:cxn modelId="{86277183-044B-4470-B916-26DF53472F44}" type="presOf" srcId="{BB7376B3-1F6F-42C6-B583-BBB99AADA53A}" destId="{6E590D45-E064-4634-84FD-C2BF6DA58B6D}" srcOrd="0" destOrd="1" presId="urn:microsoft.com/office/officeart/2018/5/layout/CenteredIconLabelDescriptionList"/>
    <dgm:cxn modelId="{803FDA8C-0E7F-474F-8D54-16F05E315909}" type="presOf" srcId="{C5E117F9-A9A4-424A-8A3D-AD87005D84CF}" destId="{099E0DA8-C4B6-47F4-99EB-B4DC8FA77268}" srcOrd="0" destOrd="0" presId="urn:microsoft.com/office/officeart/2018/5/layout/CenteredIconLabelDescriptionList"/>
    <dgm:cxn modelId="{65C3F2D2-EB95-47FD-A757-2C7ADBA46FE8}" srcId="{663EE72E-AA28-4FCB-86B3-1F40712A2973}" destId="{4ADA4623-279F-405A-A837-7E24301EDBF8}" srcOrd="1" destOrd="0" parTransId="{5C13A6E8-CAD3-479A-9F65-D0CC27751B8B}" sibTransId="{39DAEC0F-584D-4AA5-8110-AC90F9DE9349}"/>
    <dgm:cxn modelId="{033A15E8-7D1A-4E05-9C40-1A13F77616AB}" type="presOf" srcId="{4ADA4623-279F-405A-A837-7E24301EDBF8}" destId="{9F365542-E6A4-4722-B0B7-905FFC867141}" srcOrd="0" destOrd="1" presId="urn:microsoft.com/office/officeart/2018/5/layout/CenteredIconLabelDescriptionList"/>
    <dgm:cxn modelId="{E6968DF6-C35A-4FEA-B45A-66FE30D480D7}" type="presOf" srcId="{92FFCD96-1BBA-4FE3-9B95-30BD884C0073}" destId="{C70309A4-62D2-4F04-85FA-3D1BD5D8C9F0}" srcOrd="0" destOrd="0" presId="urn:microsoft.com/office/officeart/2018/5/layout/CenteredIconLabelDescriptionList"/>
    <dgm:cxn modelId="{26684883-2095-435E-B4C5-EDDC51D07BCE}" type="presParOf" srcId="{C70309A4-62D2-4F04-85FA-3D1BD5D8C9F0}" destId="{7BD0FBFB-1DFC-4009-B91D-9B08380EC2BC}" srcOrd="0" destOrd="0" presId="urn:microsoft.com/office/officeart/2018/5/layout/CenteredIconLabelDescriptionList"/>
    <dgm:cxn modelId="{5D15C84E-038A-4616-95F0-B2D5A8B9BF2A}" type="presParOf" srcId="{7BD0FBFB-1DFC-4009-B91D-9B08380EC2BC}" destId="{E6DD9EA8-8404-4E67-922D-3E7010D51D16}" srcOrd="0" destOrd="0" presId="urn:microsoft.com/office/officeart/2018/5/layout/CenteredIconLabelDescriptionList"/>
    <dgm:cxn modelId="{65494311-7284-419F-A969-1AF9464EE497}" type="presParOf" srcId="{7BD0FBFB-1DFC-4009-B91D-9B08380EC2BC}" destId="{3973E62A-3245-4CDE-B0C1-53CFEE143904}" srcOrd="1" destOrd="0" presId="urn:microsoft.com/office/officeart/2018/5/layout/CenteredIconLabelDescriptionList"/>
    <dgm:cxn modelId="{79361FEE-6973-4F34-A421-CB1E62414B62}" type="presParOf" srcId="{7BD0FBFB-1DFC-4009-B91D-9B08380EC2BC}" destId="{DA92AB65-11DA-437A-82EA-3F4E7CBE8643}" srcOrd="2" destOrd="0" presId="urn:microsoft.com/office/officeart/2018/5/layout/CenteredIconLabelDescriptionList"/>
    <dgm:cxn modelId="{F1292851-395E-4170-A7A3-0DA71055D926}" type="presParOf" srcId="{7BD0FBFB-1DFC-4009-B91D-9B08380EC2BC}" destId="{8CE59DF8-779A-4503-933D-4B3AAA70B371}" srcOrd="3" destOrd="0" presId="urn:microsoft.com/office/officeart/2018/5/layout/CenteredIconLabelDescriptionList"/>
    <dgm:cxn modelId="{47E9DB04-A65B-4FDD-B5B1-B4B6D042DD73}" type="presParOf" srcId="{7BD0FBFB-1DFC-4009-B91D-9B08380EC2BC}" destId="{9F365542-E6A4-4722-B0B7-905FFC867141}" srcOrd="4" destOrd="0" presId="urn:microsoft.com/office/officeart/2018/5/layout/CenteredIconLabelDescriptionList"/>
    <dgm:cxn modelId="{7EE4A895-8437-4373-A95B-A80C93D995CA}" type="presParOf" srcId="{C70309A4-62D2-4F04-85FA-3D1BD5D8C9F0}" destId="{9A985BBD-C3E1-44F4-9AD0-4DB753683A39}" srcOrd="1" destOrd="0" presId="urn:microsoft.com/office/officeart/2018/5/layout/CenteredIconLabelDescriptionList"/>
    <dgm:cxn modelId="{7DE0375C-3177-4236-9DDE-AB9D9F48854A}" type="presParOf" srcId="{C70309A4-62D2-4F04-85FA-3D1BD5D8C9F0}" destId="{DC0D78E0-E564-41E7-A7C9-AFEBD7DA8F7D}" srcOrd="2" destOrd="0" presId="urn:microsoft.com/office/officeart/2018/5/layout/CenteredIconLabelDescriptionList"/>
    <dgm:cxn modelId="{CA8C1E51-9F91-4CB3-9079-155D02FD2884}" type="presParOf" srcId="{DC0D78E0-E564-41E7-A7C9-AFEBD7DA8F7D}" destId="{E9597586-1DC1-433D-B977-F69B15744FB2}" srcOrd="0" destOrd="0" presId="urn:microsoft.com/office/officeart/2018/5/layout/CenteredIconLabelDescriptionList"/>
    <dgm:cxn modelId="{21F2C47F-A4AE-4915-96D6-F063EF6EDA46}" type="presParOf" srcId="{DC0D78E0-E564-41E7-A7C9-AFEBD7DA8F7D}" destId="{3BD5C5DF-CC54-4AFE-8C85-5E018783F16B}" srcOrd="1" destOrd="0" presId="urn:microsoft.com/office/officeart/2018/5/layout/CenteredIconLabelDescriptionList"/>
    <dgm:cxn modelId="{CFCE60D3-1651-45BC-9632-D99A2BA2B51A}" type="presParOf" srcId="{DC0D78E0-E564-41E7-A7C9-AFEBD7DA8F7D}" destId="{099E0DA8-C4B6-47F4-99EB-B4DC8FA77268}" srcOrd="2" destOrd="0" presId="urn:microsoft.com/office/officeart/2018/5/layout/CenteredIconLabelDescriptionList"/>
    <dgm:cxn modelId="{1BAE89FE-0D05-4C7F-8BBA-93EF8344C0A5}" type="presParOf" srcId="{DC0D78E0-E564-41E7-A7C9-AFEBD7DA8F7D}" destId="{94392BD8-A4CC-4791-90A7-243BA20D0A94}" srcOrd="3" destOrd="0" presId="urn:microsoft.com/office/officeart/2018/5/layout/CenteredIconLabelDescriptionList"/>
    <dgm:cxn modelId="{CA08ADC7-C0B9-4CBB-952D-79C1BFBD4B28}" type="presParOf" srcId="{DC0D78E0-E564-41E7-A7C9-AFEBD7DA8F7D}" destId="{6E590D45-E064-4634-84FD-C2BF6DA58B6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4BEE86B3-5EF5-42FC-944D-B9A097E6122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9EBD25E-4865-43FF-9639-6BEF34F439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Children keys</a:t>
          </a:r>
          <a:endParaRPr lang="en-US"/>
        </a:p>
      </dgm:t>
    </dgm:pt>
    <dgm:pt modelId="{9B316826-3C76-44EA-8D7F-11AD199EED56}" type="parTrans" cxnId="{E08FA590-58E7-40CD-A12F-DE7A91AB0D91}">
      <dgm:prSet/>
      <dgm:spPr/>
      <dgm:t>
        <a:bodyPr/>
        <a:lstStyle/>
        <a:p>
          <a:endParaRPr lang="en-US"/>
        </a:p>
      </dgm:t>
    </dgm:pt>
    <dgm:pt modelId="{A514A289-C316-42B9-B38A-C0B82631B3D3}" type="sibTrans" cxnId="{E08FA590-58E7-40CD-A12F-DE7A91AB0D91}">
      <dgm:prSet/>
      <dgm:spPr/>
      <dgm:t>
        <a:bodyPr/>
        <a:lstStyle/>
        <a:p>
          <a:endParaRPr lang="en-US"/>
        </a:p>
      </dgm:t>
    </dgm:pt>
    <dgm:pt modelId="{7C295A4F-4ED7-4543-8666-C301C5A43BC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 dirty="0"/>
            <a:t>combine</a:t>
          </a:r>
          <a:endParaRPr lang="en-US" b="1" dirty="0"/>
        </a:p>
      </dgm:t>
    </dgm:pt>
    <dgm:pt modelId="{E549F55C-6661-4B2A-916D-FB9BED879DA3}" type="parTrans" cxnId="{2E08F90E-9654-4288-BADE-6E235BC6BF3C}">
      <dgm:prSet/>
      <dgm:spPr/>
      <dgm:t>
        <a:bodyPr/>
        <a:lstStyle/>
        <a:p>
          <a:endParaRPr lang="en-US"/>
        </a:p>
      </dgm:t>
    </dgm:pt>
    <dgm:pt modelId="{FAE86FF4-1371-4F4A-9504-E64F6E33EB46}" type="sibTrans" cxnId="{2E08F90E-9654-4288-BADE-6E235BC6BF3C}">
      <dgm:prSet/>
      <dgm:spPr/>
      <dgm:t>
        <a:bodyPr/>
        <a:lstStyle/>
        <a:p>
          <a:endParaRPr lang="en-US"/>
        </a:p>
      </dgm:t>
    </dgm:pt>
    <dgm:pt modelId="{097AEA14-EE45-466C-B3F2-0903CFB151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hash</a:t>
          </a:r>
        </a:p>
      </dgm:t>
    </dgm:pt>
    <dgm:pt modelId="{251BEA4A-3B82-4C87-8CEA-696D76C4983B}" type="parTrans" cxnId="{3B71BC5D-0996-4C29-BFB9-85E2E5EEADE0}">
      <dgm:prSet/>
      <dgm:spPr/>
      <dgm:t>
        <a:bodyPr/>
        <a:lstStyle/>
        <a:p>
          <a:endParaRPr lang="en-US"/>
        </a:p>
      </dgm:t>
    </dgm:pt>
    <dgm:pt modelId="{BC89B30F-9824-4D80-AB09-DE1A53ED56F6}" type="sibTrans" cxnId="{3B71BC5D-0996-4C29-BFB9-85E2E5EEADE0}">
      <dgm:prSet/>
      <dgm:spPr/>
      <dgm:t>
        <a:bodyPr/>
        <a:lstStyle/>
        <a:p>
          <a:endParaRPr lang="en-US"/>
        </a:p>
      </dgm:t>
    </dgm:pt>
    <dgm:pt modelId="{136DC1E3-ED38-4936-95C7-AC332B9CA1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512-bit hash</a:t>
          </a:r>
        </a:p>
      </dgm:t>
    </dgm:pt>
    <dgm:pt modelId="{7D9FC83B-5381-47A0-81B3-990B4488D114}" type="parTrans" cxnId="{70127266-0E78-488E-ACE9-9CF0C842546F}">
      <dgm:prSet/>
      <dgm:spPr/>
      <dgm:t>
        <a:bodyPr/>
        <a:lstStyle/>
        <a:p>
          <a:endParaRPr lang="en-US"/>
        </a:p>
      </dgm:t>
    </dgm:pt>
    <dgm:pt modelId="{A6B1BD03-D585-4C75-BECF-E1413C19F451}" type="sibTrans" cxnId="{70127266-0E78-488E-ACE9-9CF0C842546F}">
      <dgm:prSet/>
      <dgm:spPr/>
      <dgm:t>
        <a:bodyPr/>
        <a:lstStyle/>
        <a:p>
          <a:endParaRPr lang="en-US"/>
        </a:p>
      </dgm:t>
    </dgm:pt>
    <dgm:pt modelId="{B279AE48-29A5-4352-8F77-17E935EDE53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combine</a:t>
          </a:r>
          <a:endParaRPr lang="en-US" b="1" dirty="0"/>
        </a:p>
      </dgm:t>
    </dgm:pt>
    <dgm:pt modelId="{8275CE2B-867D-4661-85C9-FBF22A965B64}" type="parTrans" cxnId="{4E464E3C-134C-4013-90CE-2264AF74A13F}">
      <dgm:prSet/>
      <dgm:spPr/>
      <dgm:t>
        <a:bodyPr/>
        <a:lstStyle/>
        <a:p>
          <a:endParaRPr lang="en-US"/>
        </a:p>
      </dgm:t>
    </dgm:pt>
    <dgm:pt modelId="{DC96EE41-9525-459C-8461-8B32A4468359}" type="sibTrans" cxnId="{4E464E3C-134C-4013-90CE-2264AF74A13F}">
      <dgm:prSet/>
      <dgm:spPr/>
      <dgm:t>
        <a:bodyPr/>
        <a:lstStyle/>
        <a:p>
          <a:endParaRPr lang="en-US"/>
        </a:p>
      </dgm:t>
    </dgm:pt>
    <dgm:pt modelId="{A3F7047C-499A-4683-BC20-4A8736908D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hash</a:t>
          </a:r>
          <a:r>
            <a:rPr lang="tr-TR" dirty="0"/>
            <a:t> </a:t>
          </a:r>
          <a:r>
            <a:rPr lang="en-US" dirty="0"/>
            <a:t>with the </a:t>
          </a:r>
          <a:r>
            <a:rPr lang="en-US" b="1" dirty="0"/>
            <a:t>HMAC-SHA512</a:t>
          </a:r>
          <a:r>
            <a:rPr lang="en-US" dirty="0"/>
            <a:t> algorithm</a:t>
          </a:r>
        </a:p>
      </dgm:t>
    </dgm:pt>
    <dgm:pt modelId="{FF980B47-EF54-41C9-8B27-2EF56AAB53F9}" type="parTrans" cxnId="{ACD62290-F9A1-4A0B-9C7D-58572668D140}">
      <dgm:prSet/>
      <dgm:spPr/>
      <dgm:t>
        <a:bodyPr/>
        <a:lstStyle/>
        <a:p>
          <a:endParaRPr lang="en-US"/>
        </a:p>
      </dgm:t>
    </dgm:pt>
    <dgm:pt modelId="{60826DF0-2C20-4A00-86BB-E46132CE4DC9}" type="sibTrans" cxnId="{ACD62290-F9A1-4A0B-9C7D-58572668D140}">
      <dgm:prSet/>
      <dgm:spPr/>
      <dgm:t>
        <a:bodyPr/>
        <a:lstStyle/>
        <a:p>
          <a:endParaRPr lang="en-US"/>
        </a:p>
      </dgm:t>
    </dgm:pt>
    <dgm:pt modelId="{7697FE3B-147C-4DB1-9FF6-989B3D05EBF8}">
      <dgm:prSet/>
      <dgm:spPr/>
      <dgm:t>
        <a:bodyPr/>
        <a:lstStyle/>
        <a:p>
          <a:r>
            <a:rPr lang="en-US" b="0" dirty="0"/>
            <a:t>parent key</a:t>
          </a:r>
        </a:p>
      </dgm:t>
    </dgm:pt>
    <dgm:pt modelId="{B54602CD-CA45-4DB6-8A12-DDB95222A852}" type="parTrans" cxnId="{2CA234E5-9F0F-4041-B7C8-54565DFE06E1}">
      <dgm:prSet/>
      <dgm:spPr/>
      <dgm:t>
        <a:bodyPr/>
        <a:lstStyle/>
        <a:p>
          <a:endParaRPr lang="tr-TR"/>
        </a:p>
      </dgm:t>
    </dgm:pt>
    <dgm:pt modelId="{6BC88535-2CCB-4006-948A-FA20EB559A3F}" type="sibTrans" cxnId="{2CA234E5-9F0F-4041-B7C8-54565DFE06E1}">
      <dgm:prSet/>
      <dgm:spPr/>
      <dgm:t>
        <a:bodyPr/>
        <a:lstStyle/>
        <a:p>
          <a:endParaRPr lang="tr-TR"/>
        </a:p>
      </dgm:t>
    </dgm:pt>
    <dgm:pt modelId="{9DA1E887-FAA6-4776-9863-E5A7DFFDD80C}">
      <dgm:prSet/>
      <dgm:spPr/>
      <dgm:t>
        <a:bodyPr/>
        <a:lstStyle/>
        <a:p>
          <a:r>
            <a:rPr lang="en-US" b="0" dirty="0"/>
            <a:t>chain code </a:t>
          </a:r>
        </a:p>
      </dgm:t>
    </dgm:pt>
    <dgm:pt modelId="{48444FA2-659F-4391-AF6A-AD77EC464135}" type="parTrans" cxnId="{A5C13F84-E760-4BE0-845E-8DA11FE6D2E4}">
      <dgm:prSet/>
      <dgm:spPr/>
      <dgm:t>
        <a:bodyPr/>
        <a:lstStyle/>
        <a:p>
          <a:endParaRPr lang="tr-TR"/>
        </a:p>
      </dgm:t>
    </dgm:pt>
    <dgm:pt modelId="{AE41D2CD-B5C3-4298-BA5B-6C148FCA7CC0}" type="sibTrans" cxnId="{A5C13F84-E760-4BE0-845E-8DA11FE6D2E4}">
      <dgm:prSet/>
      <dgm:spPr/>
      <dgm:t>
        <a:bodyPr/>
        <a:lstStyle/>
        <a:p>
          <a:endParaRPr lang="tr-TR"/>
        </a:p>
      </dgm:t>
    </dgm:pt>
    <dgm:pt modelId="{F0D6CED0-9799-43A7-A86B-6DA8FBE6C640}">
      <dgm:prSet/>
      <dgm:spPr/>
      <dgm:t>
        <a:bodyPr/>
        <a:lstStyle/>
        <a:p>
          <a:r>
            <a:rPr lang="en-US" b="0" dirty="0"/>
            <a:t>index</a:t>
          </a:r>
        </a:p>
      </dgm:t>
    </dgm:pt>
    <dgm:pt modelId="{AFBDC41F-D8D2-4BF4-AF0E-222D822EB2CC}" type="parTrans" cxnId="{D1CB03A5-26F1-472B-A10F-5984C7926D32}">
      <dgm:prSet/>
      <dgm:spPr/>
      <dgm:t>
        <a:bodyPr/>
        <a:lstStyle/>
        <a:p>
          <a:endParaRPr lang="tr-TR"/>
        </a:p>
      </dgm:t>
    </dgm:pt>
    <dgm:pt modelId="{D0EBC4E6-0F5C-481F-924E-DDF86FE8A3A0}" type="sibTrans" cxnId="{D1CB03A5-26F1-472B-A10F-5984C7926D32}">
      <dgm:prSet/>
      <dgm:spPr/>
      <dgm:t>
        <a:bodyPr/>
        <a:lstStyle/>
        <a:p>
          <a:endParaRPr lang="tr-TR"/>
        </a:p>
      </dgm:t>
    </dgm:pt>
    <dgm:pt modelId="{6D300F16-1261-4506-B19A-FBDDB30E5B1D}">
      <dgm:prSet/>
      <dgm:spPr/>
      <dgm:t>
        <a:bodyPr/>
        <a:lstStyle/>
        <a:p>
          <a:r>
            <a:rPr lang="en-US" dirty="0"/>
            <a:t>to</a:t>
          </a:r>
          <a:r>
            <a:rPr lang="tr-TR" dirty="0"/>
            <a:t> </a:t>
          </a:r>
          <a:r>
            <a:rPr lang="en-US" dirty="0"/>
            <a:t>generate</a:t>
          </a:r>
        </a:p>
      </dgm:t>
    </dgm:pt>
    <dgm:pt modelId="{60412D8E-A6EA-4932-8F83-D1CFC03CE0A3}" type="parTrans" cxnId="{DB9B8D0C-C022-4930-87A9-7B35D241D418}">
      <dgm:prSet/>
      <dgm:spPr/>
      <dgm:t>
        <a:bodyPr/>
        <a:lstStyle/>
        <a:p>
          <a:endParaRPr lang="tr-TR"/>
        </a:p>
      </dgm:t>
    </dgm:pt>
    <dgm:pt modelId="{F0309EED-41FC-4BC6-8717-8056B91ACC37}" type="sibTrans" cxnId="{DB9B8D0C-C022-4930-87A9-7B35D241D418}">
      <dgm:prSet/>
      <dgm:spPr/>
      <dgm:t>
        <a:bodyPr/>
        <a:lstStyle/>
        <a:p>
          <a:endParaRPr lang="tr-TR"/>
        </a:p>
      </dgm:t>
    </dgm:pt>
    <dgm:pt modelId="{D5251D1B-2CF9-4860-90E8-7DEF95A166EA}">
      <dgm:prSet/>
      <dgm:spPr/>
      <dgm:t>
        <a:bodyPr/>
        <a:lstStyle/>
        <a:p>
          <a:r>
            <a:rPr lang="en-US" b="1" dirty="0"/>
            <a:t>parent public key</a:t>
          </a:r>
        </a:p>
      </dgm:t>
    </dgm:pt>
    <dgm:pt modelId="{0A1E4998-8CF7-4733-8C6E-28ACA606844C}" type="parTrans" cxnId="{83B51F87-B2E9-45A3-AD88-FC9D0E8A41F2}">
      <dgm:prSet/>
      <dgm:spPr/>
      <dgm:t>
        <a:bodyPr/>
        <a:lstStyle/>
        <a:p>
          <a:endParaRPr lang="tr-TR"/>
        </a:p>
      </dgm:t>
    </dgm:pt>
    <dgm:pt modelId="{C096C7BD-E028-4584-8BA8-A1057769DA77}" type="sibTrans" cxnId="{83B51F87-B2E9-45A3-AD88-FC9D0E8A41F2}">
      <dgm:prSet/>
      <dgm:spPr/>
      <dgm:t>
        <a:bodyPr/>
        <a:lstStyle/>
        <a:p>
          <a:endParaRPr lang="tr-TR"/>
        </a:p>
      </dgm:t>
    </dgm:pt>
    <dgm:pt modelId="{B6ABB017-EE98-4976-9FFA-B9B27B932621}">
      <dgm:prSet/>
      <dgm:spPr/>
      <dgm:t>
        <a:bodyPr/>
        <a:lstStyle/>
        <a:p>
          <a:r>
            <a:rPr lang="en-US" b="1" dirty="0"/>
            <a:t>chain code</a:t>
          </a:r>
        </a:p>
      </dgm:t>
    </dgm:pt>
    <dgm:pt modelId="{E394D0DB-280E-45A7-9BF5-218237ACAA05}" type="parTrans" cxnId="{7EB5EF13-AB54-49F6-8020-FB82CD263F26}">
      <dgm:prSet/>
      <dgm:spPr/>
      <dgm:t>
        <a:bodyPr/>
        <a:lstStyle/>
        <a:p>
          <a:endParaRPr lang="tr-TR"/>
        </a:p>
      </dgm:t>
    </dgm:pt>
    <dgm:pt modelId="{AD45D2C3-43DB-4289-8B2A-F8A5B36220A9}" type="sibTrans" cxnId="{7EB5EF13-AB54-49F6-8020-FB82CD263F26}">
      <dgm:prSet/>
      <dgm:spPr/>
      <dgm:t>
        <a:bodyPr/>
        <a:lstStyle/>
        <a:p>
          <a:endParaRPr lang="tr-TR"/>
        </a:p>
      </dgm:t>
    </dgm:pt>
    <dgm:pt modelId="{2C126AF1-247C-4614-8A45-FA008FC3EEB4}">
      <dgm:prSet/>
      <dgm:spPr/>
      <dgm:t>
        <a:bodyPr/>
        <a:lstStyle/>
        <a:p>
          <a:r>
            <a:rPr lang="en-US" b="1" dirty="0"/>
            <a:t>index number</a:t>
          </a:r>
        </a:p>
      </dgm:t>
    </dgm:pt>
    <dgm:pt modelId="{67CB0340-EEE9-474F-B884-EDFDC7160CB7}" type="parTrans" cxnId="{065004EC-7BB5-4697-A03E-0EA524E82103}">
      <dgm:prSet/>
      <dgm:spPr/>
      <dgm:t>
        <a:bodyPr/>
        <a:lstStyle/>
        <a:p>
          <a:endParaRPr lang="tr-TR"/>
        </a:p>
      </dgm:t>
    </dgm:pt>
    <dgm:pt modelId="{A6423253-C5E8-407A-B344-95074A206FD9}" type="sibTrans" cxnId="{065004EC-7BB5-4697-A03E-0EA524E82103}">
      <dgm:prSet/>
      <dgm:spPr/>
      <dgm:t>
        <a:bodyPr/>
        <a:lstStyle/>
        <a:p>
          <a:endParaRPr lang="tr-TR"/>
        </a:p>
      </dgm:t>
    </dgm:pt>
    <dgm:pt modelId="{8D96968C-71AE-4D3F-8DAC-56CC525A4B8D}">
      <dgm:prSet/>
      <dgm:spPr/>
      <dgm:t>
        <a:bodyPr/>
        <a:lstStyle/>
        <a:p>
          <a:r>
            <a:rPr lang="en-US" b="1"/>
            <a:t>children </a:t>
          </a:r>
          <a:r>
            <a:rPr lang="en-US" b="1" dirty="0"/>
            <a:t>keys</a:t>
          </a:r>
          <a:endParaRPr lang="en-US" dirty="0"/>
        </a:p>
      </dgm:t>
    </dgm:pt>
    <dgm:pt modelId="{F783872D-EF6D-469B-B17A-159AF34EFBA1}" type="parTrans" cxnId="{6D5C94FA-B851-4C25-A397-1EB5CC3AA342}">
      <dgm:prSet/>
      <dgm:spPr/>
      <dgm:t>
        <a:bodyPr/>
        <a:lstStyle/>
        <a:p>
          <a:endParaRPr lang="tr-TR"/>
        </a:p>
      </dgm:t>
    </dgm:pt>
    <dgm:pt modelId="{6014BBCA-F696-4CC9-AEFF-22922BA3F4A0}" type="sibTrans" cxnId="{6D5C94FA-B851-4C25-A397-1EB5CC3AA342}">
      <dgm:prSet/>
      <dgm:spPr/>
      <dgm:t>
        <a:bodyPr/>
        <a:lstStyle/>
        <a:p>
          <a:endParaRPr lang="tr-TR"/>
        </a:p>
      </dgm:t>
    </dgm:pt>
    <dgm:pt modelId="{68C775F7-4803-4F52-A20D-047840AA6316}">
      <dgm:prSet/>
      <dgm:spPr/>
      <dgm:t>
        <a:bodyPr/>
        <a:lstStyle/>
        <a:p>
          <a:r>
            <a:rPr lang="en-US"/>
            <a:t>to produce a </a:t>
          </a:r>
          <a:r>
            <a:rPr lang="en-US" i="1"/>
            <a:t>512-bit hash</a:t>
          </a:r>
          <a:endParaRPr lang="en-US" dirty="0"/>
        </a:p>
      </dgm:t>
    </dgm:pt>
    <dgm:pt modelId="{1802FE4B-B073-47C6-951E-7F3D9F66FFD6}" type="parTrans" cxnId="{AA1793AB-4006-4779-AD2E-C1E209ACA896}">
      <dgm:prSet/>
      <dgm:spPr/>
      <dgm:t>
        <a:bodyPr/>
        <a:lstStyle/>
        <a:p>
          <a:endParaRPr lang="tr-TR"/>
        </a:p>
      </dgm:t>
    </dgm:pt>
    <dgm:pt modelId="{BF7BE09B-427B-488F-80D1-2E8A465E2CA2}" type="sibTrans" cxnId="{AA1793AB-4006-4779-AD2E-C1E209ACA896}">
      <dgm:prSet/>
      <dgm:spPr/>
      <dgm:t>
        <a:bodyPr/>
        <a:lstStyle/>
        <a:p>
          <a:endParaRPr lang="tr-TR"/>
        </a:p>
      </dgm:t>
    </dgm:pt>
    <dgm:pt modelId="{61F794C2-B8B1-4D07-B4F4-7D48B038B6D7}" type="pres">
      <dgm:prSet presAssocID="{4BEE86B3-5EF5-42FC-944D-B9A097E61222}" presName="root" presStyleCnt="0">
        <dgm:presLayoutVars>
          <dgm:dir/>
          <dgm:resizeHandles val="exact"/>
        </dgm:presLayoutVars>
      </dgm:prSet>
      <dgm:spPr/>
    </dgm:pt>
    <dgm:pt modelId="{015CE18B-C2EC-45A1-A5DA-83C43E0C701D}" type="pres">
      <dgm:prSet presAssocID="{C9EBD25E-4865-43FF-9639-6BEF34F439E1}" presName="compNode" presStyleCnt="0"/>
      <dgm:spPr/>
    </dgm:pt>
    <dgm:pt modelId="{02D93733-D865-4152-B467-1122F38F721B}" type="pres">
      <dgm:prSet presAssocID="{C9EBD25E-4865-43FF-9639-6BEF34F439E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8246A80-40F9-4A02-89BA-3FB46387EA92}" type="pres">
      <dgm:prSet presAssocID="{C9EBD25E-4865-43FF-9639-6BEF34F439E1}" presName="iconSpace" presStyleCnt="0"/>
      <dgm:spPr/>
    </dgm:pt>
    <dgm:pt modelId="{48715E89-2336-4758-9108-D295FF22390C}" type="pres">
      <dgm:prSet presAssocID="{C9EBD25E-4865-43FF-9639-6BEF34F439E1}" presName="parTx" presStyleLbl="revTx" presStyleIdx="0" presStyleCnt="4">
        <dgm:presLayoutVars>
          <dgm:chMax val="0"/>
          <dgm:chPref val="0"/>
        </dgm:presLayoutVars>
      </dgm:prSet>
      <dgm:spPr/>
    </dgm:pt>
    <dgm:pt modelId="{FA6693B3-5C3A-4DB8-83EA-340124A08E86}" type="pres">
      <dgm:prSet presAssocID="{C9EBD25E-4865-43FF-9639-6BEF34F439E1}" presName="txSpace" presStyleCnt="0"/>
      <dgm:spPr/>
    </dgm:pt>
    <dgm:pt modelId="{E13418A5-61D3-490C-9EE0-1F05E22B26C5}" type="pres">
      <dgm:prSet presAssocID="{C9EBD25E-4865-43FF-9639-6BEF34F439E1}" presName="desTx" presStyleLbl="revTx" presStyleIdx="1" presStyleCnt="4">
        <dgm:presLayoutVars/>
      </dgm:prSet>
      <dgm:spPr/>
    </dgm:pt>
    <dgm:pt modelId="{D797FB3F-242F-4AB5-B0DF-B0EDD25F4062}" type="pres">
      <dgm:prSet presAssocID="{A514A289-C316-42B9-B38A-C0B82631B3D3}" presName="sibTrans" presStyleCnt="0"/>
      <dgm:spPr/>
    </dgm:pt>
    <dgm:pt modelId="{604DF665-E934-4050-82D1-089EEE54AF79}" type="pres">
      <dgm:prSet presAssocID="{136DC1E3-ED38-4936-95C7-AC332B9CA10F}" presName="compNode" presStyleCnt="0"/>
      <dgm:spPr/>
    </dgm:pt>
    <dgm:pt modelId="{E9E64F11-A92A-4CBF-AF4A-92980EBEC875}" type="pres">
      <dgm:prSet presAssocID="{136DC1E3-ED38-4936-95C7-AC332B9CA1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BA52FEA-15C8-4F89-A0FA-E86057E3468D}" type="pres">
      <dgm:prSet presAssocID="{136DC1E3-ED38-4936-95C7-AC332B9CA10F}" presName="iconSpace" presStyleCnt="0"/>
      <dgm:spPr/>
    </dgm:pt>
    <dgm:pt modelId="{577B6722-FB66-4C51-909E-1304E49B60C7}" type="pres">
      <dgm:prSet presAssocID="{136DC1E3-ED38-4936-95C7-AC332B9CA10F}" presName="parTx" presStyleLbl="revTx" presStyleIdx="2" presStyleCnt="4">
        <dgm:presLayoutVars>
          <dgm:chMax val="0"/>
          <dgm:chPref val="0"/>
        </dgm:presLayoutVars>
      </dgm:prSet>
      <dgm:spPr/>
    </dgm:pt>
    <dgm:pt modelId="{88B43898-D27A-43C2-9E66-E6DB7D9FE0FA}" type="pres">
      <dgm:prSet presAssocID="{136DC1E3-ED38-4936-95C7-AC332B9CA10F}" presName="txSpace" presStyleCnt="0"/>
      <dgm:spPr/>
    </dgm:pt>
    <dgm:pt modelId="{02481B45-D1F8-4D9D-911A-79BE547F15A9}" type="pres">
      <dgm:prSet presAssocID="{136DC1E3-ED38-4936-95C7-AC332B9CA10F}" presName="desTx" presStyleLbl="revTx" presStyleIdx="3" presStyleCnt="4">
        <dgm:presLayoutVars/>
      </dgm:prSet>
      <dgm:spPr/>
    </dgm:pt>
  </dgm:ptLst>
  <dgm:cxnLst>
    <dgm:cxn modelId="{DB9B8D0C-C022-4930-87A9-7B35D241D418}" srcId="{097AEA14-EE45-466C-B3F2-0903CFB15151}" destId="{6D300F16-1261-4506-B19A-FBDDB30E5B1D}" srcOrd="0" destOrd="0" parTransId="{60412D8E-A6EA-4932-8F83-D1CFC03CE0A3}" sibTransId="{F0309EED-41FC-4BC6-8717-8056B91ACC37}"/>
    <dgm:cxn modelId="{2E08F90E-9654-4288-BADE-6E235BC6BF3C}" srcId="{C9EBD25E-4865-43FF-9639-6BEF34F439E1}" destId="{7C295A4F-4ED7-4543-8666-C301C5A43BC0}" srcOrd="0" destOrd="0" parTransId="{E549F55C-6661-4B2A-916D-FB9BED879DA3}" sibTransId="{FAE86FF4-1371-4F4A-9504-E64F6E33EB46}"/>
    <dgm:cxn modelId="{7EB5EF13-AB54-49F6-8020-FB82CD263F26}" srcId="{B279AE48-29A5-4352-8F77-17E935EDE53F}" destId="{B6ABB017-EE98-4976-9FFA-B9B27B932621}" srcOrd="1" destOrd="0" parTransId="{E394D0DB-280E-45A7-9BF5-218237ACAA05}" sibTransId="{AD45D2C3-43DB-4289-8B2A-F8A5B36220A9}"/>
    <dgm:cxn modelId="{BC9BEF1D-3B92-4DE8-A13A-3D0D990AB985}" type="presOf" srcId="{B279AE48-29A5-4352-8F77-17E935EDE53F}" destId="{02481B45-D1F8-4D9D-911A-79BE547F15A9}" srcOrd="0" destOrd="0" presId="urn:microsoft.com/office/officeart/2018/5/layout/CenteredIconLabelDescriptionList"/>
    <dgm:cxn modelId="{0144B41E-7F0E-4853-A2F7-0AE1763A626A}" type="presOf" srcId="{4BEE86B3-5EF5-42FC-944D-B9A097E61222}" destId="{61F794C2-B8B1-4D07-B4F4-7D48B038B6D7}" srcOrd="0" destOrd="0" presId="urn:microsoft.com/office/officeart/2018/5/layout/CenteredIconLabelDescriptionList"/>
    <dgm:cxn modelId="{184E0428-C345-47F6-A266-0D96D82FEE73}" type="presOf" srcId="{7697FE3B-147C-4DB1-9FF6-989B3D05EBF8}" destId="{E13418A5-61D3-490C-9EE0-1F05E22B26C5}" srcOrd="0" destOrd="1" presId="urn:microsoft.com/office/officeart/2018/5/layout/CenteredIconLabelDescriptionList"/>
    <dgm:cxn modelId="{CE309D33-7B7B-4FB0-AC0D-665B5270A7D0}" type="presOf" srcId="{D5251D1B-2CF9-4860-90E8-7DEF95A166EA}" destId="{02481B45-D1F8-4D9D-911A-79BE547F15A9}" srcOrd="0" destOrd="1" presId="urn:microsoft.com/office/officeart/2018/5/layout/CenteredIconLabelDescriptionList"/>
    <dgm:cxn modelId="{4E464E3C-134C-4013-90CE-2264AF74A13F}" srcId="{136DC1E3-ED38-4936-95C7-AC332B9CA10F}" destId="{B279AE48-29A5-4352-8F77-17E935EDE53F}" srcOrd="0" destOrd="0" parTransId="{8275CE2B-867D-4661-85C9-FBF22A965B64}" sibTransId="{DC96EE41-9525-459C-8461-8B32A4468359}"/>
    <dgm:cxn modelId="{2522425B-FB68-4FA8-91E0-54836B6C9F91}" type="presOf" srcId="{9DA1E887-FAA6-4776-9863-E5A7DFFDD80C}" destId="{E13418A5-61D3-490C-9EE0-1F05E22B26C5}" srcOrd="0" destOrd="2" presId="urn:microsoft.com/office/officeart/2018/5/layout/CenteredIconLabelDescriptionList"/>
    <dgm:cxn modelId="{3B71BC5D-0996-4C29-BFB9-85E2E5EEADE0}" srcId="{C9EBD25E-4865-43FF-9639-6BEF34F439E1}" destId="{097AEA14-EE45-466C-B3F2-0903CFB15151}" srcOrd="1" destOrd="0" parTransId="{251BEA4A-3B82-4C87-8CEA-696D76C4983B}" sibTransId="{BC89B30F-9824-4D80-AB09-DE1A53ED56F6}"/>
    <dgm:cxn modelId="{70127266-0E78-488E-ACE9-9CF0C842546F}" srcId="{4BEE86B3-5EF5-42FC-944D-B9A097E61222}" destId="{136DC1E3-ED38-4936-95C7-AC332B9CA10F}" srcOrd="1" destOrd="0" parTransId="{7D9FC83B-5381-47A0-81B3-990B4488D114}" sibTransId="{A6B1BD03-D585-4C75-BECF-E1413C19F451}"/>
    <dgm:cxn modelId="{31B5CC47-678E-42B5-B550-2756A1C26187}" type="presOf" srcId="{2C126AF1-247C-4614-8A45-FA008FC3EEB4}" destId="{02481B45-D1F8-4D9D-911A-79BE547F15A9}" srcOrd="0" destOrd="3" presId="urn:microsoft.com/office/officeart/2018/5/layout/CenteredIconLabelDescriptionList"/>
    <dgm:cxn modelId="{2DBE7E59-48A7-458E-BC14-2F6B4CB3413A}" type="presOf" srcId="{F0D6CED0-9799-43A7-A86B-6DA8FBE6C640}" destId="{E13418A5-61D3-490C-9EE0-1F05E22B26C5}" srcOrd="0" destOrd="3" presId="urn:microsoft.com/office/officeart/2018/5/layout/CenteredIconLabelDescriptionList"/>
    <dgm:cxn modelId="{63C47F7A-F76F-46EA-A970-5CF35DC1DF2A}" type="presOf" srcId="{097AEA14-EE45-466C-B3F2-0903CFB15151}" destId="{E13418A5-61D3-490C-9EE0-1F05E22B26C5}" srcOrd="0" destOrd="4" presId="urn:microsoft.com/office/officeart/2018/5/layout/CenteredIconLabelDescriptionList"/>
    <dgm:cxn modelId="{7E955281-3C4C-48CF-BA77-CC744D640A83}" type="presOf" srcId="{7C295A4F-4ED7-4543-8666-C301C5A43BC0}" destId="{E13418A5-61D3-490C-9EE0-1F05E22B26C5}" srcOrd="0" destOrd="0" presId="urn:microsoft.com/office/officeart/2018/5/layout/CenteredIconLabelDescriptionList"/>
    <dgm:cxn modelId="{1943C682-E808-4B6B-9B94-3E84A73AF4F8}" type="presOf" srcId="{B6ABB017-EE98-4976-9FFA-B9B27B932621}" destId="{02481B45-D1F8-4D9D-911A-79BE547F15A9}" srcOrd="0" destOrd="2" presId="urn:microsoft.com/office/officeart/2018/5/layout/CenteredIconLabelDescriptionList"/>
    <dgm:cxn modelId="{A5C13F84-E760-4BE0-845E-8DA11FE6D2E4}" srcId="{7C295A4F-4ED7-4543-8666-C301C5A43BC0}" destId="{9DA1E887-FAA6-4776-9863-E5A7DFFDD80C}" srcOrd="1" destOrd="0" parTransId="{48444FA2-659F-4391-AF6A-AD77EC464135}" sibTransId="{AE41D2CD-B5C3-4298-BA5B-6C148FCA7CC0}"/>
    <dgm:cxn modelId="{C8DD5E85-96D7-4C2C-8715-377B0CFF8730}" type="presOf" srcId="{C9EBD25E-4865-43FF-9639-6BEF34F439E1}" destId="{48715E89-2336-4758-9108-D295FF22390C}" srcOrd="0" destOrd="0" presId="urn:microsoft.com/office/officeart/2018/5/layout/CenteredIconLabelDescriptionList"/>
    <dgm:cxn modelId="{83B51F87-B2E9-45A3-AD88-FC9D0E8A41F2}" srcId="{B279AE48-29A5-4352-8F77-17E935EDE53F}" destId="{D5251D1B-2CF9-4860-90E8-7DEF95A166EA}" srcOrd="0" destOrd="0" parTransId="{0A1E4998-8CF7-4733-8C6E-28ACA606844C}" sibTransId="{C096C7BD-E028-4584-8BA8-A1057769DA77}"/>
    <dgm:cxn modelId="{ACD62290-F9A1-4A0B-9C7D-58572668D140}" srcId="{136DC1E3-ED38-4936-95C7-AC332B9CA10F}" destId="{A3F7047C-499A-4683-BC20-4A8736908D7E}" srcOrd="1" destOrd="0" parTransId="{FF980B47-EF54-41C9-8B27-2EF56AAB53F9}" sibTransId="{60826DF0-2C20-4A00-86BB-E46132CE4DC9}"/>
    <dgm:cxn modelId="{E08FA590-58E7-40CD-A12F-DE7A91AB0D91}" srcId="{4BEE86B3-5EF5-42FC-944D-B9A097E61222}" destId="{C9EBD25E-4865-43FF-9639-6BEF34F439E1}" srcOrd="0" destOrd="0" parTransId="{9B316826-3C76-44EA-8D7F-11AD199EED56}" sibTransId="{A514A289-C316-42B9-B38A-C0B82631B3D3}"/>
    <dgm:cxn modelId="{5A3CC9A4-363E-43F2-906B-A84F9D8206A1}" type="presOf" srcId="{68C775F7-4803-4F52-A20D-047840AA6316}" destId="{02481B45-D1F8-4D9D-911A-79BE547F15A9}" srcOrd="0" destOrd="5" presId="urn:microsoft.com/office/officeart/2018/5/layout/CenteredIconLabelDescriptionList"/>
    <dgm:cxn modelId="{D1CB03A5-26F1-472B-A10F-5984C7926D32}" srcId="{7C295A4F-4ED7-4543-8666-C301C5A43BC0}" destId="{F0D6CED0-9799-43A7-A86B-6DA8FBE6C640}" srcOrd="2" destOrd="0" parTransId="{AFBDC41F-D8D2-4BF4-AF0E-222D822EB2CC}" sibTransId="{D0EBC4E6-0F5C-481F-924E-DDF86FE8A3A0}"/>
    <dgm:cxn modelId="{AA1793AB-4006-4779-AD2E-C1E209ACA896}" srcId="{A3F7047C-499A-4683-BC20-4A8736908D7E}" destId="{68C775F7-4803-4F52-A20D-047840AA6316}" srcOrd="0" destOrd="0" parTransId="{1802FE4B-B073-47C6-951E-7F3D9F66FFD6}" sibTransId="{BF7BE09B-427B-488F-80D1-2E8A465E2CA2}"/>
    <dgm:cxn modelId="{C60418B3-3ADE-4BAF-8A87-EBA92037AB38}" type="presOf" srcId="{8D96968C-71AE-4D3F-8DAC-56CC525A4B8D}" destId="{E13418A5-61D3-490C-9EE0-1F05E22B26C5}" srcOrd="0" destOrd="6" presId="urn:microsoft.com/office/officeart/2018/5/layout/CenteredIconLabelDescriptionList"/>
    <dgm:cxn modelId="{4EBF54CA-6A63-4498-868D-5207F51C080F}" type="presOf" srcId="{A3F7047C-499A-4683-BC20-4A8736908D7E}" destId="{02481B45-D1F8-4D9D-911A-79BE547F15A9}" srcOrd="0" destOrd="4" presId="urn:microsoft.com/office/officeart/2018/5/layout/CenteredIconLabelDescriptionList"/>
    <dgm:cxn modelId="{A11284D4-DA40-43C5-8AD8-BB3929DAC97A}" type="presOf" srcId="{6D300F16-1261-4506-B19A-FBDDB30E5B1D}" destId="{E13418A5-61D3-490C-9EE0-1F05E22B26C5}" srcOrd="0" destOrd="5" presId="urn:microsoft.com/office/officeart/2018/5/layout/CenteredIconLabelDescriptionList"/>
    <dgm:cxn modelId="{2CA234E5-9F0F-4041-B7C8-54565DFE06E1}" srcId="{7C295A4F-4ED7-4543-8666-C301C5A43BC0}" destId="{7697FE3B-147C-4DB1-9FF6-989B3D05EBF8}" srcOrd="0" destOrd="0" parTransId="{B54602CD-CA45-4DB6-8A12-DDB95222A852}" sibTransId="{6BC88535-2CCB-4006-948A-FA20EB559A3F}"/>
    <dgm:cxn modelId="{9533F6E7-31D8-4071-B412-14AB3B85D1AB}" type="presOf" srcId="{136DC1E3-ED38-4936-95C7-AC332B9CA10F}" destId="{577B6722-FB66-4C51-909E-1304E49B60C7}" srcOrd="0" destOrd="0" presId="urn:microsoft.com/office/officeart/2018/5/layout/CenteredIconLabelDescriptionList"/>
    <dgm:cxn modelId="{065004EC-7BB5-4697-A03E-0EA524E82103}" srcId="{B279AE48-29A5-4352-8F77-17E935EDE53F}" destId="{2C126AF1-247C-4614-8A45-FA008FC3EEB4}" srcOrd="2" destOrd="0" parTransId="{67CB0340-EEE9-474F-B884-EDFDC7160CB7}" sibTransId="{A6423253-C5E8-407A-B344-95074A206FD9}"/>
    <dgm:cxn modelId="{6D5C94FA-B851-4C25-A397-1EB5CC3AA342}" srcId="{097AEA14-EE45-466C-B3F2-0903CFB15151}" destId="{8D96968C-71AE-4D3F-8DAC-56CC525A4B8D}" srcOrd="1" destOrd="0" parTransId="{F783872D-EF6D-469B-B17A-159AF34EFBA1}" sibTransId="{6014BBCA-F696-4CC9-AEFF-22922BA3F4A0}"/>
    <dgm:cxn modelId="{460F021C-BD57-436C-855C-E64806A17FA6}" type="presParOf" srcId="{61F794C2-B8B1-4D07-B4F4-7D48B038B6D7}" destId="{015CE18B-C2EC-45A1-A5DA-83C43E0C701D}" srcOrd="0" destOrd="0" presId="urn:microsoft.com/office/officeart/2018/5/layout/CenteredIconLabelDescriptionList"/>
    <dgm:cxn modelId="{C80B49CF-734D-4863-B3E0-0A91ACE76AC7}" type="presParOf" srcId="{015CE18B-C2EC-45A1-A5DA-83C43E0C701D}" destId="{02D93733-D865-4152-B467-1122F38F721B}" srcOrd="0" destOrd="0" presId="urn:microsoft.com/office/officeart/2018/5/layout/CenteredIconLabelDescriptionList"/>
    <dgm:cxn modelId="{39934C34-CC34-4125-8BD7-7EAA4A8E84F9}" type="presParOf" srcId="{015CE18B-C2EC-45A1-A5DA-83C43E0C701D}" destId="{A8246A80-40F9-4A02-89BA-3FB46387EA92}" srcOrd="1" destOrd="0" presId="urn:microsoft.com/office/officeart/2018/5/layout/CenteredIconLabelDescriptionList"/>
    <dgm:cxn modelId="{6365D94D-84E8-4269-8BDD-159F40991729}" type="presParOf" srcId="{015CE18B-C2EC-45A1-A5DA-83C43E0C701D}" destId="{48715E89-2336-4758-9108-D295FF22390C}" srcOrd="2" destOrd="0" presId="urn:microsoft.com/office/officeart/2018/5/layout/CenteredIconLabelDescriptionList"/>
    <dgm:cxn modelId="{9124CC6C-051F-43CC-B270-02FA0B037191}" type="presParOf" srcId="{015CE18B-C2EC-45A1-A5DA-83C43E0C701D}" destId="{FA6693B3-5C3A-4DB8-83EA-340124A08E86}" srcOrd="3" destOrd="0" presId="urn:microsoft.com/office/officeart/2018/5/layout/CenteredIconLabelDescriptionList"/>
    <dgm:cxn modelId="{3A4BC9A9-29A4-4D47-A2C5-1B768E1A534F}" type="presParOf" srcId="{015CE18B-C2EC-45A1-A5DA-83C43E0C701D}" destId="{E13418A5-61D3-490C-9EE0-1F05E22B26C5}" srcOrd="4" destOrd="0" presId="urn:microsoft.com/office/officeart/2018/5/layout/CenteredIconLabelDescriptionList"/>
    <dgm:cxn modelId="{D92DB0C2-C511-4972-B79C-04A7A1968637}" type="presParOf" srcId="{61F794C2-B8B1-4D07-B4F4-7D48B038B6D7}" destId="{D797FB3F-242F-4AB5-B0DF-B0EDD25F4062}" srcOrd="1" destOrd="0" presId="urn:microsoft.com/office/officeart/2018/5/layout/CenteredIconLabelDescriptionList"/>
    <dgm:cxn modelId="{EEA60E29-7238-40A7-9622-239324E1E84A}" type="presParOf" srcId="{61F794C2-B8B1-4D07-B4F4-7D48B038B6D7}" destId="{604DF665-E934-4050-82D1-089EEE54AF79}" srcOrd="2" destOrd="0" presId="urn:microsoft.com/office/officeart/2018/5/layout/CenteredIconLabelDescriptionList"/>
    <dgm:cxn modelId="{DF4CCC2F-DC6F-4498-890A-FA73D137B7F3}" type="presParOf" srcId="{604DF665-E934-4050-82D1-089EEE54AF79}" destId="{E9E64F11-A92A-4CBF-AF4A-92980EBEC875}" srcOrd="0" destOrd="0" presId="urn:microsoft.com/office/officeart/2018/5/layout/CenteredIconLabelDescriptionList"/>
    <dgm:cxn modelId="{555D3959-C7F7-4600-B143-C3CDC48150FB}" type="presParOf" srcId="{604DF665-E934-4050-82D1-089EEE54AF79}" destId="{2BA52FEA-15C8-4F89-A0FA-E86057E3468D}" srcOrd="1" destOrd="0" presId="urn:microsoft.com/office/officeart/2018/5/layout/CenteredIconLabelDescriptionList"/>
    <dgm:cxn modelId="{FC33E406-D4C9-4C82-B804-2B96135B7BC7}" type="presParOf" srcId="{604DF665-E934-4050-82D1-089EEE54AF79}" destId="{577B6722-FB66-4C51-909E-1304E49B60C7}" srcOrd="2" destOrd="0" presId="urn:microsoft.com/office/officeart/2018/5/layout/CenteredIconLabelDescriptionList"/>
    <dgm:cxn modelId="{856E0878-9C15-4809-963D-68F8AEBDC7D2}" type="presParOf" srcId="{604DF665-E934-4050-82D1-089EEE54AF79}" destId="{88B43898-D27A-43C2-9E66-E6DB7D9FE0FA}" srcOrd="3" destOrd="0" presId="urn:microsoft.com/office/officeart/2018/5/layout/CenteredIconLabelDescriptionList"/>
    <dgm:cxn modelId="{B19F6636-556E-4A43-832F-2D6537E534F0}" type="presParOf" srcId="{604DF665-E934-4050-82D1-089EEE54AF79}" destId="{02481B45-D1F8-4D9D-911A-79BE547F15A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2E0A43CE-09A8-4FC8-8F4C-3D95E9E0B41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84D500-DFFC-4F90-8DCF-36077837BC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Split </a:t>
          </a:r>
          <a:r>
            <a:rPr lang="en-US"/>
            <a:t>512-bit hash </a:t>
          </a:r>
        </a:p>
      </dgm:t>
    </dgm:pt>
    <dgm:pt modelId="{78B5AF3E-FEE2-4460-B614-37B5F8AF0042}" type="parTrans" cxnId="{1FCF8EF2-3AC9-4696-9DF2-3DB0038C87E9}">
      <dgm:prSet/>
      <dgm:spPr/>
      <dgm:t>
        <a:bodyPr/>
        <a:lstStyle/>
        <a:p>
          <a:endParaRPr lang="en-US"/>
        </a:p>
      </dgm:t>
    </dgm:pt>
    <dgm:pt modelId="{1663DFB0-05A2-4B09-AA20-03B55817A4E2}" type="sibTrans" cxnId="{1FCF8EF2-3AC9-4696-9DF2-3DB0038C87E9}">
      <dgm:prSet/>
      <dgm:spPr/>
      <dgm:t>
        <a:bodyPr/>
        <a:lstStyle/>
        <a:p>
          <a:endParaRPr lang="en-US"/>
        </a:p>
      </dgm:t>
    </dgm:pt>
    <dgm:pt modelId="{9429F908-161E-4122-9ECF-6F601B5C96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into two 256-bit halves </a:t>
          </a:r>
        </a:p>
      </dgm:t>
    </dgm:pt>
    <dgm:pt modelId="{FC0168CF-3942-48DF-BD00-5238DC8870D2}" type="parTrans" cxnId="{79764462-B27B-458E-AF2A-A8D9C4C55662}">
      <dgm:prSet/>
      <dgm:spPr/>
      <dgm:t>
        <a:bodyPr/>
        <a:lstStyle/>
        <a:p>
          <a:endParaRPr lang="en-US"/>
        </a:p>
      </dgm:t>
    </dgm:pt>
    <dgm:pt modelId="{FAFD7822-4E43-4392-BF54-CCEF28F32170}" type="sibTrans" cxnId="{79764462-B27B-458E-AF2A-A8D9C4C55662}">
      <dgm:prSet/>
      <dgm:spPr/>
      <dgm:t>
        <a:bodyPr/>
        <a:lstStyle/>
        <a:p>
          <a:endParaRPr lang="en-US"/>
        </a:p>
      </dgm:t>
    </dgm:pt>
    <dgm:pt modelId="{059615CD-3FDC-4CB1-9704-EF35F15662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right-half </a:t>
          </a:r>
        </a:p>
      </dgm:t>
    </dgm:pt>
    <dgm:pt modelId="{8D90AA6A-9556-489F-9EEE-EEA19C0C1D6C}" type="parTrans" cxnId="{CDB29F0B-086D-4916-A83E-BD6DA7B0DDC4}">
      <dgm:prSet/>
      <dgm:spPr/>
      <dgm:t>
        <a:bodyPr/>
        <a:lstStyle/>
        <a:p>
          <a:endParaRPr lang="en-US"/>
        </a:p>
      </dgm:t>
    </dgm:pt>
    <dgm:pt modelId="{2A813A3F-8B7D-4F75-9F32-B46460D24586}" type="sibTrans" cxnId="{CDB29F0B-086D-4916-A83E-BD6DA7B0DDC4}">
      <dgm:prSet/>
      <dgm:spPr/>
      <dgm:t>
        <a:bodyPr/>
        <a:lstStyle/>
        <a:p>
          <a:endParaRPr lang="en-US"/>
        </a:p>
      </dgm:t>
    </dgm:pt>
    <dgm:pt modelId="{FD70B635-2F2E-464B-849B-8870C8DAB4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become the</a:t>
          </a:r>
          <a:r>
            <a:rPr lang="tr-TR"/>
            <a:t> </a:t>
          </a:r>
          <a:r>
            <a:rPr lang="en-US" b="1"/>
            <a:t>chain code</a:t>
          </a:r>
        </a:p>
      </dgm:t>
    </dgm:pt>
    <dgm:pt modelId="{83F18A78-9799-4AE3-BF2E-10A002244B10}" type="parTrans" cxnId="{838867C2-FF71-4DBB-A475-7D76E3E46123}">
      <dgm:prSet/>
      <dgm:spPr/>
      <dgm:t>
        <a:bodyPr/>
        <a:lstStyle/>
        <a:p>
          <a:endParaRPr lang="en-US"/>
        </a:p>
      </dgm:t>
    </dgm:pt>
    <dgm:pt modelId="{E6900702-A6B6-4A8F-B05F-1F8E807C5C47}" type="sibTrans" cxnId="{838867C2-FF71-4DBB-A475-7D76E3E46123}">
      <dgm:prSet/>
      <dgm:spPr/>
      <dgm:t>
        <a:bodyPr/>
        <a:lstStyle/>
        <a:p>
          <a:endParaRPr lang="en-US"/>
        </a:p>
      </dgm:t>
    </dgm:pt>
    <dgm:pt modelId="{4B9A7EC4-8C26-4759-B71A-3B530B0A5D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left-half</a:t>
          </a:r>
          <a:endParaRPr lang="en-US"/>
        </a:p>
      </dgm:t>
    </dgm:pt>
    <dgm:pt modelId="{496C1190-4167-439A-B94A-F980DE6E357D}" type="parTrans" cxnId="{0A114F09-CE60-49C1-BFCB-3E690EFCEE92}">
      <dgm:prSet/>
      <dgm:spPr/>
      <dgm:t>
        <a:bodyPr/>
        <a:lstStyle/>
        <a:p>
          <a:endParaRPr lang="en-US"/>
        </a:p>
      </dgm:t>
    </dgm:pt>
    <dgm:pt modelId="{550272AA-40FD-4A45-96F0-F436DFDBF478}" type="sibTrans" cxnId="{0A114F09-CE60-49C1-BFCB-3E690EFCEE92}">
      <dgm:prSet/>
      <dgm:spPr/>
      <dgm:t>
        <a:bodyPr/>
        <a:lstStyle/>
        <a:p>
          <a:endParaRPr lang="en-US"/>
        </a:p>
      </dgm:t>
    </dgm:pt>
    <dgm:pt modelId="{1C953D01-5695-421C-B06B-FA87EFF882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production steps</a:t>
          </a:r>
        </a:p>
      </dgm:t>
    </dgm:pt>
    <dgm:pt modelId="{FAD71BD2-C25C-48A6-9ED7-7B69670BE916}" type="parTrans" cxnId="{BF7806C9-3CCD-41DF-9913-455BAE8D4DA0}">
      <dgm:prSet/>
      <dgm:spPr/>
      <dgm:t>
        <a:bodyPr/>
        <a:lstStyle/>
        <a:p>
          <a:endParaRPr lang="en-US"/>
        </a:p>
      </dgm:t>
    </dgm:pt>
    <dgm:pt modelId="{1CA05FE7-5DEF-40F3-8424-3F8E6A6C9FA2}" type="sibTrans" cxnId="{BF7806C9-3CCD-41DF-9913-455BAE8D4DA0}">
      <dgm:prSet/>
      <dgm:spPr/>
      <dgm:t>
        <a:bodyPr/>
        <a:lstStyle/>
        <a:p>
          <a:endParaRPr lang="en-US"/>
        </a:p>
      </dgm:t>
    </dgm:pt>
    <dgm:pt modelId="{272B964F-8B6D-47E0-8569-F07D8BC9C9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parent</a:t>
          </a:r>
          <a:r>
            <a:rPr lang="tr-TR"/>
            <a:t> </a:t>
          </a:r>
          <a:r>
            <a:rPr lang="en-US"/>
            <a:t>private key</a:t>
          </a:r>
        </a:p>
      </dgm:t>
    </dgm:pt>
    <dgm:pt modelId="{7C312138-BCE7-4F5E-BE01-11A516DF5BBA}" type="parTrans" cxnId="{F5372773-15E9-4919-B1FB-A7465A631647}">
      <dgm:prSet/>
      <dgm:spPr/>
      <dgm:t>
        <a:bodyPr/>
        <a:lstStyle/>
        <a:p>
          <a:endParaRPr lang="en-US"/>
        </a:p>
      </dgm:t>
    </dgm:pt>
    <dgm:pt modelId="{65BDC18F-26B9-41C0-A73F-FE41061CF738}" type="sibTrans" cxnId="{F5372773-15E9-4919-B1FB-A7465A631647}">
      <dgm:prSet/>
      <dgm:spPr/>
      <dgm:t>
        <a:bodyPr/>
        <a:lstStyle/>
        <a:p>
          <a:endParaRPr lang="en-US"/>
        </a:p>
      </dgm:t>
    </dgm:pt>
    <dgm:pt modelId="{EF87FBD2-50C8-4A94-91B8-614F1FA848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child</a:t>
          </a:r>
          <a:r>
            <a:rPr lang="tr-TR"/>
            <a:t>: </a:t>
          </a:r>
          <a:r>
            <a:rPr lang="en-US"/>
            <a:t>256 bits</a:t>
          </a:r>
        </a:p>
      </dgm:t>
    </dgm:pt>
    <dgm:pt modelId="{38DAC94A-810A-4A89-9C89-646420AD0EA7}" type="parTrans" cxnId="{A044E28B-D259-4E4D-891E-178D8F9D5304}">
      <dgm:prSet/>
      <dgm:spPr/>
      <dgm:t>
        <a:bodyPr/>
        <a:lstStyle/>
        <a:p>
          <a:endParaRPr lang="tr-TR"/>
        </a:p>
      </dgm:t>
    </dgm:pt>
    <dgm:pt modelId="{15837C5B-C24D-4B84-9ACA-D11A55A27788}" type="sibTrans" cxnId="{A044E28B-D259-4E4D-891E-178D8F9D5304}">
      <dgm:prSet/>
      <dgm:spPr/>
      <dgm:t>
        <a:bodyPr/>
        <a:lstStyle/>
        <a:p>
          <a:endParaRPr lang="tr-TR"/>
        </a:p>
      </dgm:t>
    </dgm:pt>
    <dgm:pt modelId="{BAFF2C94-6B32-4CD8-9F1F-5C3AD670133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used in prodcution of</a:t>
          </a:r>
          <a:endParaRPr lang="en-US"/>
        </a:p>
      </dgm:t>
    </dgm:pt>
    <dgm:pt modelId="{96378C57-878C-46CD-AE78-C1CEEBA50E6A}" type="parTrans" cxnId="{F9F77DDA-DB6E-4BBB-B338-D52436C5E7EC}">
      <dgm:prSet/>
      <dgm:spPr/>
      <dgm:t>
        <a:bodyPr/>
        <a:lstStyle/>
        <a:p>
          <a:endParaRPr lang="tr-TR"/>
        </a:p>
      </dgm:t>
    </dgm:pt>
    <dgm:pt modelId="{4D33EBFA-7C2A-4C38-A71F-D7BD7AE1E3F9}" type="sibTrans" cxnId="{F9F77DDA-DB6E-4BBB-B338-D52436C5E7EC}">
      <dgm:prSet/>
      <dgm:spPr/>
      <dgm:t>
        <a:bodyPr/>
        <a:lstStyle/>
        <a:p>
          <a:endParaRPr lang="tr-TR"/>
        </a:p>
      </dgm:t>
    </dgm:pt>
    <dgm:pt modelId="{CFE1A7C8-9138-445C-87C3-F9EAC471F9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child private key</a:t>
          </a:r>
        </a:p>
      </dgm:t>
    </dgm:pt>
    <dgm:pt modelId="{F22EA51D-3915-4408-ABB7-0E9B9BD15861}" type="parTrans" cxnId="{6AFE2318-3BB1-460E-9CC5-858A3E1F93B9}">
      <dgm:prSet/>
      <dgm:spPr/>
      <dgm:t>
        <a:bodyPr/>
        <a:lstStyle/>
        <a:p>
          <a:endParaRPr lang="tr-TR"/>
        </a:p>
      </dgm:t>
    </dgm:pt>
    <dgm:pt modelId="{33F9022E-5619-4EB0-AFC4-C230F6FF9E4D}" type="sibTrans" cxnId="{6AFE2318-3BB1-460E-9CC5-858A3E1F93B9}">
      <dgm:prSet/>
      <dgm:spPr/>
      <dgm:t>
        <a:bodyPr/>
        <a:lstStyle/>
        <a:p>
          <a:endParaRPr lang="tr-TR"/>
        </a:p>
      </dgm:t>
    </dgm:pt>
    <dgm:pt modelId="{91F25545-61A4-4DCB-B0F5-B6386E35BD5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add </a:t>
          </a:r>
          <a:r>
            <a:rPr lang="en-US"/>
            <a:t>256 bits of the hash</a:t>
          </a:r>
        </a:p>
      </dgm:t>
    </dgm:pt>
    <dgm:pt modelId="{9E8AD5F1-D296-427E-8261-FA05207D1EDE}" type="parTrans" cxnId="{5D50F779-DB60-4100-A524-9A958C22E107}">
      <dgm:prSet/>
      <dgm:spPr/>
      <dgm:t>
        <a:bodyPr/>
        <a:lstStyle/>
        <a:p>
          <a:endParaRPr lang="tr-TR"/>
        </a:p>
      </dgm:t>
    </dgm:pt>
    <dgm:pt modelId="{D1BF7335-E15A-41E6-80D6-2D9698517A37}" type="sibTrans" cxnId="{5D50F779-DB60-4100-A524-9A958C22E107}">
      <dgm:prSet/>
      <dgm:spPr/>
      <dgm:t>
        <a:bodyPr/>
        <a:lstStyle/>
        <a:p>
          <a:endParaRPr lang="tr-TR"/>
        </a:p>
      </dgm:t>
    </dgm:pt>
    <dgm:pt modelId="{3E9EADCA-364D-4403-A4E2-B09BE2A5EE7E}" type="pres">
      <dgm:prSet presAssocID="{2E0A43CE-09A8-4FC8-8F4C-3D95E9E0B416}" presName="root" presStyleCnt="0">
        <dgm:presLayoutVars>
          <dgm:dir/>
          <dgm:resizeHandles val="exact"/>
        </dgm:presLayoutVars>
      </dgm:prSet>
      <dgm:spPr/>
    </dgm:pt>
    <dgm:pt modelId="{9940B9DD-E253-47DC-8556-1040A303BE14}" type="pres">
      <dgm:prSet presAssocID="{2D84D500-DFFC-4F90-8DCF-36077837BCA1}" presName="compNode" presStyleCnt="0"/>
      <dgm:spPr/>
    </dgm:pt>
    <dgm:pt modelId="{CDF2548D-7BD6-4E1A-9D0E-875AC5BD9D3A}" type="pres">
      <dgm:prSet presAssocID="{2D84D500-DFFC-4F90-8DCF-36077837BCA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F42C21B-DB0D-410F-B240-56AE5B66F911}" type="pres">
      <dgm:prSet presAssocID="{2D84D500-DFFC-4F90-8DCF-36077837BCA1}" presName="iconSpace" presStyleCnt="0"/>
      <dgm:spPr/>
    </dgm:pt>
    <dgm:pt modelId="{B0600030-4682-4CE4-B9C2-D42FEC22EC27}" type="pres">
      <dgm:prSet presAssocID="{2D84D500-DFFC-4F90-8DCF-36077837BCA1}" presName="parTx" presStyleLbl="revTx" presStyleIdx="0" presStyleCnt="8">
        <dgm:presLayoutVars>
          <dgm:chMax val="0"/>
          <dgm:chPref val="0"/>
        </dgm:presLayoutVars>
      </dgm:prSet>
      <dgm:spPr/>
    </dgm:pt>
    <dgm:pt modelId="{CF60B6EB-353C-42AF-BF54-76739AB45F05}" type="pres">
      <dgm:prSet presAssocID="{2D84D500-DFFC-4F90-8DCF-36077837BCA1}" presName="txSpace" presStyleCnt="0"/>
      <dgm:spPr/>
    </dgm:pt>
    <dgm:pt modelId="{C515745A-CE56-4D36-88F5-C61A02A00191}" type="pres">
      <dgm:prSet presAssocID="{2D84D500-DFFC-4F90-8DCF-36077837BCA1}" presName="desTx" presStyleLbl="revTx" presStyleIdx="1" presStyleCnt="8">
        <dgm:presLayoutVars/>
      </dgm:prSet>
      <dgm:spPr/>
    </dgm:pt>
    <dgm:pt modelId="{8F5B3F33-201A-4E39-9CCB-CE3254867E37}" type="pres">
      <dgm:prSet presAssocID="{1663DFB0-05A2-4B09-AA20-03B55817A4E2}" presName="sibTrans" presStyleCnt="0"/>
      <dgm:spPr/>
    </dgm:pt>
    <dgm:pt modelId="{7C6F5FEA-1387-4E9D-9708-F1104F946429}" type="pres">
      <dgm:prSet presAssocID="{059615CD-3FDC-4CB1-9704-EF35F15662F9}" presName="compNode" presStyleCnt="0"/>
      <dgm:spPr/>
    </dgm:pt>
    <dgm:pt modelId="{075FF069-1DA4-4BB9-9669-6EC2D4F4E6E8}" type="pres">
      <dgm:prSet presAssocID="{059615CD-3FDC-4CB1-9704-EF35F15662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F85C490-4097-45BF-A018-A738655751BE}" type="pres">
      <dgm:prSet presAssocID="{059615CD-3FDC-4CB1-9704-EF35F15662F9}" presName="iconSpace" presStyleCnt="0"/>
      <dgm:spPr/>
    </dgm:pt>
    <dgm:pt modelId="{C8F69A18-9803-4052-96E2-B676957D2E9C}" type="pres">
      <dgm:prSet presAssocID="{059615CD-3FDC-4CB1-9704-EF35F15662F9}" presName="parTx" presStyleLbl="revTx" presStyleIdx="2" presStyleCnt="8">
        <dgm:presLayoutVars>
          <dgm:chMax val="0"/>
          <dgm:chPref val="0"/>
        </dgm:presLayoutVars>
      </dgm:prSet>
      <dgm:spPr/>
    </dgm:pt>
    <dgm:pt modelId="{EE150DBB-06CE-443E-8BDC-C02A7A4E50EE}" type="pres">
      <dgm:prSet presAssocID="{059615CD-3FDC-4CB1-9704-EF35F15662F9}" presName="txSpace" presStyleCnt="0"/>
      <dgm:spPr/>
    </dgm:pt>
    <dgm:pt modelId="{9D56E1A4-0121-4AE6-A454-19F768DCF0E8}" type="pres">
      <dgm:prSet presAssocID="{059615CD-3FDC-4CB1-9704-EF35F15662F9}" presName="desTx" presStyleLbl="revTx" presStyleIdx="3" presStyleCnt="8">
        <dgm:presLayoutVars/>
      </dgm:prSet>
      <dgm:spPr/>
    </dgm:pt>
    <dgm:pt modelId="{1D3DB74B-E7E7-49C3-A384-F7A82F93CC9A}" type="pres">
      <dgm:prSet presAssocID="{2A813A3F-8B7D-4F75-9F32-B46460D24586}" presName="sibTrans" presStyleCnt="0"/>
      <dgm:spPr/>
    </dgm:pt>
    <dgm:pt modelId="{4E649ADE-5CEC-4F35-82CA-3775EE363D78}" type="pres">
      <dgm:prSet presAssocID="{4B9A7EC4-8C26-4759-B71A-3B530B0A5D3E}" presName="compNode" presStyleCnt="0"/>
      <dgm:spPr/>
    </dgm:pt>
    <dgm:pt modelId="{F46D4ACE-36A2-4479-9B25-9228796BD7CE}" type="pres">
      <dgm:prSet presAssocID="{4B9A7EC4-8C26-4759-B71A-3B530B0A5D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4694F2F4-9626-4325-BA1E-CFD7E9808E3E}" type="pres">
      <dgm:prSet presAssocID="{4B9A7EC4-8C26-4759-B71A-3B530B0A5D3E}" presName="iconSpace" presStyleCnt="0"/>
      <dgm:spPr/>
    </dgm:pt>
    <dgm:pt modelId="{1B73A382-6388-4947-B155-09CFCF708E34}" type="pres">
      <dgm:prSet presAssocID="{4B9A7EC4-8C26-4759-B71A-3B530B0A5D3E}" presName="parTx" presStyleLbl="revTx" presStyleIdx="4" presStyleCnt="8">
        <dgm:presLayoutVars>
          <dgm:chMax val="0"/>
          <dgm:chPref val="0"/>
        </dgm:presLayoutVars>
      </dgm:prSet>
      <dgm:spPr/>
    </dgm:pt>
    <dgm:pt modelId="{B95F5B29-0FDB-42C6-8D74-E55393E007EF}" type="pres">
      <dgm:prSet presAssocID="{4B9A7EC4-8C26-4759-B71A-3B530B0A5D3E}" presName="txSpace" presStyleCnt="0"/>
      <dgm:spPr/>
    </dgm:pt>
    <dgm:pt modelId="{234AD153-D8F2-450F-A366-0403FA198F97}" type="pres">
      <dgm:prSet presAssocID="{4B9A7EC4-8C26-4759-B71A-3B530B0A5D3E}" presName="desTx" presStyleLbl="revTx" presStyleIdx="5" presStyleCnt="8">
        <dgm:presLayoutVars/>
      </dgm:prSet>
      <dgm:spPr/>
    </dgm:pt>
    <dgm:pt modelId="{0AEFE8A2-C482-4A1E-A1AB-0BC1D4AA466F}" type="pres">
      <dgm:prSet presAssocID="{550272AA-40FD-4A45-96F0-F436DFDBF478}" presName="sibTrans" presStyleCnt="0"/>
      <dgm:spPr/>
    </dgm:pt>
    <dgm:pt modelId="{BBB7515E-10C6-4D02-8230-2625CF9AABFC}" type="pres">
      <dgm:prSet presAssocID="{1C953D01-5695-421C-B06B-FA87EFF882D6}" presName="compNode" presStyleCnt="0"/>
      <dgm:spPr/>
    </dgm:pt>
    <dgm:pt modelId="{F0DEE260-E692-4C5E-ACC8-C388D791060E}" type="pres">
      <dgm:prSet presAssocID="{1C953D01-5695-421C-B06B-FA87EFF882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D64C414-45CB-401F-A38C-EB85A779B676}" type="pres">
      <dgm:prSet presAssocID="{1C953D01-5695-421C-B06B-FA87EFF882D6}" presName="iconSpace" presStyleCnt="0"/>
      <dgm:spPr/>
    </dgm:pt>
    <dgm:pt modelId="{BAC50E1F-6133-40CA-BE07-59FC937B54FA}" type="pres">
      <dgm:prSet presAssocID="{1C953D01-5695-421C-B06B-FA87EFF882D6}" presName="parTx" presStyleLbl="revTx" presStyleIdx="6" presStyleCnt="8">
        <dgm:presLayoutVars>
          <dgm:chMax val="0"/>
          <dgm:chPref val="0"/>
        </dgm:presLayoutVars>
      </dgm:prSet>
      <dgm:spPr/>
    </dgm:pt>
    <dgm:pt modelId="{DCF3858A-1F69-40E0-9952-F3BF18352988}" type="pres">
      <dgm:prSet presAssocID="{1C953D01-5695-421C-B06B-FA87EFF882D6}" presName="txSpace" presStyleCnt="0"/>
      <dgm:spPr/>
    </dgm:pt>
    <dgm:pt modelId="{287D4FB8-2CD4-4F05-AAC0-BA1890AE94C8}" type="pres">
      <dgm:prSet presAssocID="{1C953D01-5695-421C-B06B-FA87EFF882D6}" presName="desTx" presStyleLbl="revTx" presStyleIdx="7" presStyleCnt="8">
        <dgm:presLayoutVars/>
      </dgm:prSet>
      <dgm:spPr/>
    </dgm:pt>
  </dgm:ptLst>
  <dgm:cxnLst>
    <dgm:cxn modelId="{36D1CC08-D012-4BAE-B8DB-56A8CF35818B}" type="presOf" srcId="{CFE1A7C8-9138-445C-87C3-F9EAC471F9B4}" destId="{234AD153-D8F2-450F-A366-0403FA198F97}" srcOrd="0" destOrd="1" presId="urn:microsoft.com/office/officeart/2018/2/layout/IconLabelDescriptionList"/>
    <dgm:cxn modelId="{0A114F09-CE60-49C1-BFCB-3E690EFCEE92}" srcId="{2E0A43CE-09A8-4FC8-8F4C-3D95E9E0B416}" destId="{4B9A7EC4-8C26-4759-B71A-3B530B0A5D3E}" srcOrd="2" destOrd="0" parTransId="{496C1190-4167-439A-B94A-F980DE6E357D}" sibTransId="{550272AA-40FD-4A45-96F0-F436DFDBF478}"/>
    <dgm:cxn modelId="{CDB29F0B-086D-4916-A83E-BD6DA7B0DDC4}" srcId="{2E0A43CE-09A8-4FC8-8F4C-3D95E9E0B416}" destId="{059615CD-3FDC-4CB1-9704-EF35F15662F9}" srcOrd="1" destOrd="0" parTransId="{8D90AA6A-9556-489F-9EEE-EEA19C0C1D6C}" sibTransId="{2A813A3F-8B7D-4F75-9F32-B46460D24586}"/>
    <dgm:cxn modelId="{D179D10F-1348-4BAD-B99E-EA874B2CCE47}" type="presOf" srcId="{9429F908-161E-4122-9ECF-6F601B5C9646}" destId="{C515745A-CE56-4D36-88F5-C61A02A00191}" srcOrd="0" destOrd="0" presId="urn:microsoft.com/office/officeart/2018/2/layout/IconLabelDescriptionList"/>
    <dgm:cxn modelId="{6AFE2318-3BB1-460E-9CC5-858A3E1F93B9}" srcId="{4B9A7EC4-8C26-4759-B71A-3B530B0A5D3E}" destId="{CFE1A7C8-9138-445C-87C3-F9EAC471F9B4}" srcOrd="1" destOrd="0" parTransId="{F22EA51D-3915-4408-ABB7-0E9B9BD15861}" sibTransId="{33F9022E-5619-4EB0-AFC4-C230F6FF9E4D}"/>
    <dgm:cxn modelId="{3EF1F92A-D236-4E4F-925D-7EF03D09801B}" type="presOf" srcId="{1C953D01-5695-421C-B06B-FA87EFF882D6}" destId="{BAC50E1F-6133-40CA-BE07-59FC937B54FA}" srcOrd="0" destOrd="0" presId="urn:microsoft.com/office/officeart/2018/2/layout/IconLabelDescriptionList"/>
    <dgm:cxn modelId="{AC352D2D-ACAD-4C15-B799-6C0276030A98}" type="presOf" srcId="{91F25545-61A4-4DCB-B0F5-B6386E35BD55}" destId="{287D4FB8-2CD4-4F05-AAC0-BA1890AE94C8}" srcOrd="0" destOrd="0" presId="urn:microsoft.com/office/officeart/2018/2/layout/IconLabelDescriptionList"/>
    <dgm:cxn modelId="{2EE6D140-300C-40AD-B3DD-1F9054F11840}" type="presOf" srcId="{FD70B635-2F2E-464B-849B-8870C8DAB407}" destId="{9D56E1A4-0121-4AE6-A454-19F768DCF0E8}" srcOrd="0" destOrd="0" presId="urn:microsoft.com/office/officeart/2018/2/layout/IconLabelDescriptionList"/>
    <dgm:cxn modelId="{79764462-B27B-458E-AF2A-A8D9C4C55662}" srcId="{2D84D500-DFFC-4F90-8DCF-36077837BCA1}" destId="{9429F908-161E-4122-9ECF-6F601B5C9646}" srcOrd="0" destOrd="0" parTransId="{FC0168CF-3942-48DF-BD00-5238DC8870D2}" sibTransId="{FAFD7822-4E43-4392-BF54-CCEF28F32170}"/>
    <dgm:cxn modelId="{A2CD1668-5557-44CE-9A04-FF8B167DF6DD}" type="presOf" srcId="{059615CD-3FDC-4CB1-9704-EF35F15662F9}" destId="{C8F69A18-9803-4052-96E2-B676957D2E9C}" srcOrd="0" destOrd="0" presId="urn:microsoft.com/office/officeart/2018/2/layout/IconLabelDescriptionList"/>
    <dgm:cxn modelId="{900D534E-89E7-408C-A47C-F4F66D28F0C2}" type="presOf" srcId="{272B964F-8B6D-47E0-8569-F07D8BC9C9D8}" destId="{287D4FB8-2CD4-4F05-AAC0-BA1890AE94C8}" srcOrd="0" destOrd="1" presId="urn:microsoft.com/office/officeart/2018/2/layout/IconLabelDescriptionList"/>
    <dgm:cxn modelId="{F5372773-15E9-4919-B1FB-A7465A631647}" srcId="{1C953D01-5695-421C-B06B-FA87EFF882D6}" destId="{272B964F-8B6D-47E0-8569-F07D8BC9C9D8}" srcOrd="1" destOrd="0" parTransId="{7C312138-BCE7-4F5E-BE01-11A516DF5BBA}" sibTransId="{65BDC18F-26B9-41C0-A73F-FE41061CF738}"/>
    <dgm:cxn modelId="{B8FA3474-0A40-40E4-BFF1-FDBC521B0068}" type="presOf" srcId="{2D84D500-DFFC-4F90-8DCF-36077837BCA1}" destId="{B0600030-4682-4CE4-B9C2-D42FEC22EC27}" srcOrd="0" destOrd="0" presId="urn:microsoft.com/office/officeart/2018/2/layout/IconLabelDescriptionList"/>
    <dgm:cxn modelId="{5D50F779-DB60-4100-A524-9A958C22E107}" srcId="{1C953D01-5695-421C-B06B-FA87EFF882D6}" destId="{91F25545-61A4-4DCB-B0F5-B6386E35BD55}" srcOrd="0" destOrd="0" parTransId="{9E8AD5F1-D296-427E-8261-FA05207D1EDE}" sibTransId="{D1BF7335-E15A-41E6-80D6-2D9698517A37}"/>
    <dgm:cxn modelId="{A044E28B-D259-4E4D-891E-178D8F9D5304}" srcId="{059615CD-3FDC-4CB1-9704-EF35F15662F9}" destId="{EF87FBD2-50C8-4A94-91B8-614F1FA848E3}" srcOrd="1" destOrd="0" parTransId="{38DAC94A-810A-4A89-9C89-646420AD0EA7}" sibTransId="{15837C5B-C24D-4B84-9ACA-D11A55A27788}"/>
    <dgm:cxn modelId="{D377619B-C410-4C28-8038-58586B94ECDB}" type="presOf" srcId="{BAFF2C94-6B32-4CD8-9F1F-5C3AD670133B}" destId="{234AD153-D8F2-450F-A366-0403FA198F97}" srcOrd="0" destOrd="0" presId="urn:microsoft.com/office/officeart/2018/2/layout/IconLabelDescriptionList"/>
    <dgm:cxn modelId="{E3C88FA4-99B8-48D3-8064-22493786D0DF}" type="presOf" srcId="{4B9A7EC4-8C26-4759-B71A-3B530B0A5D3E}" destId="{1B73A382-6388-4947-B155-09CFCF708E34}" srcOrd="0" destOrd="0" presId="urn:microsoft.com/office/officeart/2018/2/layout/IconLabelDescriptionList"/>
    <dgm:cxn modelId="{50EFE1A4-E348-4FF9-B5D3-D8E41DE15D9C}" type="presOf" srcId="{EF87FBD2-50C8-4A94-91B8-614F1FA848E3}" destId="{9D56E1A4-0121-4AE6-A454-19F768DCF0E8}" srcOrd="0" destOrd="1" presId="urn:microsoft.com/office/officeart/2018/2/layout/IconLabelDescriptionList"/>
    <dgm:cxn modelId="{6140ACAB-494C-445B-9B5E-4CC68707DD19}" type="presOf" srcId="{2E0A43CE-09A8-4FC8-8F4C-3D95E9E0B416}" destId="{3E9EADCA-364D-4403-A4E2-B09BE2A5EE7E}" srcOrd="0" destOrd="0" presId="urn:microsoft.com/office/officeart/2018/2/layout/IconLabelDescriptionList"/>
    <dgm:cxn modelId="{838867C2-FF71-4DBB-A475-7D76E3E46123}" srcId="{059615CD-3FDC-4CB1-9704-EF35F15662F9}" destId="{FD70B635-2F2E-464B-849B-8870C8DAB407}" srcOrd="0" destOrd="0" parTransId="{83F18A78-9799-4AE3-BF2E-10A002244B10}" sibTransId="{E6900702-A6B6-4A8F-B05F-1F8E807C5C47}"/>
    <dgm:cxn modelId="{BF7806C9-3CCD-41DF-9913-455BAE8D4DA0}" srcId="{2E0A43CE-09A8-4FC8-8F4C-3D95E9E0B416}" destId="{1C953D01-5695-421C-B06B-FA87EFF882D6}" srcOrd="3" destOrd="0" parTransId="{FAD71BD2-C25C-48A6-9ED7-7B69670BE916}" sibTransId="{1CA05FE7-5DEF-40F3-8424-3F8E6A6C9FA2}"/>
    <dgm:cxn modelId="{F9F77DDA-DB6E-4BBB-B338-D52436C5E7EC}" srcId="{4B9A7EC4-8C26-4759-B71A-3B530B0A5D3E}" destId="{BAFF2C94-6B32-4CD8-9F1F-5C3AD670133B}" srcOrd="0" destOrd="0" parTransId="{96378C57-878C-46CD-AE78-C1CEEBA50E6A}" sibTransId="{4D33EBFA-7C2A-4C38-A71F-D7BD7AE1E3F9}"/>
    <dgm:cxn modelId="{1FCF8EF2-3AC9-4696-9DF2-3DB0038C87E9}" srcId="{2E0A43CE-09A8-4FC8-8F4C-3D95E9E0B416}" destId="{2D84D500-DFFC-4F90-8DCF-36077837BCA1}" srcOrd="0" destOrd="0" parTransId="{78B5AF3E-FEE2-4460-B614-37B5F8AF0042}" sibTransId="{1663DFB0-05A2-4B09-AA20-03B55817A4E2}"/>
    <dgm:cxn modelId="{ABBA17C0-6E51-4019-A2E5-D498CB0CA4E7}" type="presParOf" srcId="{3E9EADCA-364D-4403-A4E2-B09BE2A5EE7E}" destId="{9940B9DD-E253-47DC-8556-1040A303BE14}" srcOrd="0" destOrd="0" presId="urn:microsoft.com/office/officeart/2018/2/layout/IconLabelDescriptionList"/>
    <dgm:cxn modelId="{93FAB149-D5BB-4B7F-AFEB-FE7B5B780059}" type="presParOf" srcId="{9940B9DD-E253-47DC-8556-1040A303BE14}" destId="{CDF2548D-7BD6-4E1A-9D0E-875AC5BD9D3A}" srcOrd="0" destOrd="0" presId="urn:microsoft.com/office/officeart/2018/2/layout/IconLabelDescriptionList"/>
    <dgm:cxn modelId="{258306E3-1942-4D4A-B576-A94B56A43BF2}" type="presParOf" srcId="{9940B9DD-E253-47DC-8556-1040A303BE14}" destId="{9F42C21B-DB0D-410F-B240-56AE5B66F911}" srcOrd="1" destOrd="0" presId="urn:microsoft.com/office/officeart/2018/2/layout/IconLabelDescriptionList"/>
    <dgm:cxn modelId="{8AF4EFB5-5AD6-4DDD-A341-EC90AAF8B963}" type="presParOf" srcId="{9940B9DD-E253-47DC-8556-1040A303BE14}" destId="{B0600030-4682-4CE4-B9C2-D42FEC22EC27}" srcOrd="2" destOrd="0" presId="urn:microsoft.com/office/officeart/2018/2/layout/IconLabelDescriptionList"/>
    <dgm:cxn modelId="{88D06C7E-A055-46C6-B5AA-B5F0C161974B}" type="presParOf" srcId="{9940B9DD-E253-47DC-8556-1040A303BE14}" destId="{CF60B6EB-353C-42AF-BF54-76739AB45F05}" srcOrd="3" destOrd="0" presId="urn:microsoft.com/office/officeart/2018/2/layout/IconLabelDescriptionList"/>
    <dgm:cxn modelId="{31D1EEF7-F340-4E84-B415-3B3A5135528B}" type="presParOf" srcId="{9940B9DD-E253-47DC-8556-1040A303BE14}" destId="{C515745A-CE56-4D36-88F5-C61A02A00191}" srcOrd="4" destOrd="0" presId="urn:microsoft.com/office/officeart/2018/2/layout/IconLabelDescriptionList"/>
    <dgm:cxn modelId="{9D068851-D493-4D7E-80A9-6C5ACC361E31}" type="presParOf" srcId="{3E9EADCA-364D-4403-A4E2-B09BE2A5EE7E}" destId="{8F5B3F33-201A-4E39-9CCB-CE3254867E37}" srcOrd="1" destOrd="0" presId="urn:microsoft.com/office/officeart/2018/2/layout/IconLabelDescriptionList"/>
    <dgm:cxn modelId="{B602A432-209A-4146-A951-E60CF5EEED9A}" type="presParOf" srcId="{3E9EADCA-364D-4403-A4E2-B09BE2A5EE7E}" destId="{7C6F5FEA-1387-4E9D-9708-F1104F946429}" srcOrd="2" destOrd="0" presId="urn:microsoft.com/office/officeart/2018/2/layout/IconLabelDescriptionList"/>
    <dgm:cxn modelId="{3B84DBA9-0768-4828-A5FC-E3F68BD13EF9}" type="presParOf" srcId="{7C6F5FEA-1387-4E9D-9708-F1104F946429}" destId="{075FF069-1DA4-4BB9-9669-6EC2D4F4E6E8}" srcOrd="0" destOrd="0" presId="urn:microsoft.com/office/officeart/2018/2/layout/IconLabelDescriptionList"/>
    <dgm:cxn modelId="{701F6072-A60C-4CD9-B5C2-7EB03782AAE8}" type="presParOf" srcId="{7C6F5FEA-1387-4E9D-9708-F1104F946429}" destId="{2F85C490-4097-45BF-A018-A738655751BE}" srcOrd="1" destOrd="0" presId="urn:microsoft.com/office/officeart/2018/2/layout/IconLabelDescriptionList"/>
    <dgm:cxn modelId="{ED80F4B7-1035-4531-95EC-DB20A578E873}" type="presParOf" srcId="{7C6F5FEA-1387-4E9D-9708-F1104F946429}" destId="{C8F69A18-9803-4052-96E2-B676957D2E9C}" srcOrd="2" destOrd="0" presId="urn:microsoft.com/office/officeart/2018/2/layout/IconLabelDescriptionList"/>
    <dgm:cxn modelId="{9DF5922E-B1FD-4D85-9533-B5E1ADFA2FF0}" type="presParOf" srcId="{7C6F5FEA-1387-4E9D-9708-F1104F946429}" destId="{EE150DBB-06CE-443E-8BDC-C02A7A4E50EE}" srcOrd="3" destOrd="0" presId="urn:microsoft.com/office/officeart/2018/2/layout/IconLabelDescriptionList"/>
    <dgm:cxn modelId="{E05072F9-E122-4578-96EE-ED597C65879C}" type="presParOf" srcId="{7C6F5FEA-1387-4E9D-9708-F1104F946429}" destId="{9D56E1A4-0121-4AE6-A454-19F768DCF0E8}" srcOrd="4" destOrd="0" presId="urn:microsoft.com/office/officeart/2018/2/layout/IconLabelDescriptionList"/>
    <dgm:cxn modelId="{8C66FA5C-F93D-43B7-80B7-83F009728F4A}" type="presParOf" srcId="{3E9EADCA-364D-4403-A4E2-B09BE2A5EE7E}" destId="{1D3DB74B-E7E7-49C3-A384-F7A82F93CC9A}" srcOrd="3" destOrd="0" presId="urn:microsoft.com/office/officeart/2018/2/layout/IconLabelDescriptionList"/>
    <dgm:cxn modelId="{4465B079-F988-4F2F-97ED-5E348505EEE6}" type="presParOf" srcId="{3E9EADCA-364D-4403-A4E2-B09BE2A5EE7E}" destId="{4E649ADE-5CEC-4F35-82CA-3775EE363D78}" srcOrd="4" destOrd="0" presId="urn:microsoft.com/office/officeart/2018/2/layout/IconLabelDescriptionList"/>
    <dgm:cxn modelId="{8AE39047-AD49-40D6-AE5B-265DE2C5A6E7}" type="presParOf" srcId="{4E649ADE-5CEC-4F35-82CA-3775EE363D78}" destId="{F46D4ACE-36A2-4479-9B25-9228796BD7CE}" srcOrd="0" destOrd="0" presId="urn:microsoft.com/office/officeart/2018/2/layout/IconLabelDescriptionList"/>
    <dgm:cxn modelId="{F17B8CA7-A304-4A96-B30C-596208DD3C9F}" type="presParOf" srcId="{4E649ADE-5CEC-4F35-82CA-3775EE363D78}" destId="{4694F2F4-9626-4325-BA1E-CFD7E9808E3E}" srcOrd="1" destOrd="0" presId="urn:microsoft.com/office/officeart/2018/2/layout/IconLabelDescriptionList"/>
    <dgm:cxn modelId="{D1B76D55-A03B-42C3-A429-B05E6756A8E8}" type="presParOf" srcId="{4E649ADE-5CEC-4F35-82CA-3775EE363D78}" destId="{1B73A382-6388-4947-B155-09CFCF708E34}" srcOrd="2" destOrd="0" presId="urn:microsoft.com/office/officeart/2018/2/layout/IconLabelDescriptionList"/>
    <dgm:cxn modelId="{A6FE7975-97D9-458B-8961-A6B0968D8F7B}" type="presParOf" srcId="{4E649ADE-5CEC-4F35-82CA-3775EE363D78}" destId="{B95F5B29-0FDB-42C6-8D74-E55393E007EF}" srcOrd="3" destOrd="0" presId="urn:microsoft.com/office/officeart/2018/2/layout/IconLabelDescriptionList"/>
    <dgm:cxn modelId="{425C01A1-66E2-43F2-9B4E-9E3E8FF11831}" type="presParOf" srcId="{4E649ADE-5CEC-4F35-82CA-3775EE363D78}" destId="{234AD153-D8F2-450F-A366-0403FA198F97}" srcOrd="4" destOrd="0" presId="urn:microsoft.com/office/officeart/2018/2/layout/IconLabelDescriptionList"/>
    <dgm:cxn modelId="{E2DF0F77-7E7A-408E-A050-BFD10E81ECD4}" type="presParOf" srcId="{3E9EADCA-364D-4403-A4E2-B09BE2A5EE7E}" destId="{0AEFE8A2-C482-4A1E-A1AB-0BC1D4AA466F}" srcOrd="5" destOrd="0" presId="urn:microsoft.com/office/officeart/2018/2/layout/IconLabelDescriptionList"/>
    <dgm:cxn modelId="{3B482E40-8E59-4B6D-A5A0-DA57363B37F5}" type="presParOf" srcId="{3E9EADCA-364D-4403-A4E2-B09BE2A5EE7E}" destId="{BBB7515E-10C6-4D02-8230-2625CF9AABFC}" srcOrd="6" destOrd="0" presId="urn:microsoft.com/office/officeart/2018/2/layout/IconLabelDescriptionList"/>
    <dgm:cxn modelId="{AD9D715D-D4BD-4979-96B2-238E13D7B62A}" type="presParOf" srcId="{BBB7515E-10C6-4D02-8230-2625CF9AABFC}" destId="{F0DEE260-E692-4C5E-ACC8-C388D791060E}" srcOrd="0" destOrd="0" presId="urn:microsoft.com/office/officeart/2018/2/layout/IconLabelDescriptionList"/>
    <dgm:cxn modelId="{EB611C95-AB7D-46A2-8F67-06F364B9C3EE}" type="presParOf" srcId="{BBB7515E-10C6-4D02-8230-2625CF9AABFC}" destId="{0D64C414-45CB-401F-A38C-EB85A779B676}" srcOrd="1" destOrd="0" presId="urn:microsoft.com/office/officeart/2018/2/layout/IconLabelDescriptionList"/>
    <dgm:cxn modelId="{103D1178-8078-434A-8AD5-2B1CB2E015B6}" type="presParOf" srcId="{BBB7515E-10C6-4D02-8230-2625CF9AABFC}" destId="{BAC50E1F-6133-40CA-BE07-59FC937B54FA}" srcOrd="2" destOrd="0" presId="urn:microsoft.com/office/officeart/2018/2/layout/IconLabelDescriptionList"/>
    <dgm:cxn modelId="{263029A6-3131-492D-A942-77418097F27B}" type="presParOf" srcId="{BBB7515E-10C6-4D02-8230-2625CF9AABFC}" destId="{DCF3858A-1F69-40E0-9952-F3BF18352988}" srcOrd="3" destOrd="0" presId="urn:microsoft.com/office/officeart/2018/2/layout/IconLabelDescriptionList"/>
    <dgm:cxn modelId="{552E8C21-A8B4-45F2-8B67-92E6807D1A91}" type="presParOf" srcId="{BBB7515E-10C6-4D02-8230-2625CF9AABFC}" destId="{287D4FB8-2CD4-4F05-AAC0-BA1890AE94C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CF25274A-323F-4D8D-9244-266522DD6DC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C1F99B-FECF-462A-95A7-3E0A7492C9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Other Children</a:t>
          </a:r>
          <a:endParaRPr lang="en-US"/>
        </a:p>
      </dgm:t>
    </dgm:pt>
    <dgm:pt modelId="{0E3810F3-0656-4920-AB82-3B47603D9576}" type="parTrans" cxnId="{CA95379A-9548-4FF9-8712-ABCD35F4A1C0}">
      <dgm:prSet/>
      <dgm:spPr/>
      <dgm:t>
        <a:bodyPr/>
        <a:lstStyle/>
        <a:p>
          <a:endParaRPr lang="en-US"/>
        </a:p>
      </dgm:t>
    </dgm:pt>
    <dgm:pt modelId="{91847368-F474-4EBB-8BA7-5AC809B98FE6}" type="sibTrans" cxnId="{CA95379A-9548-4FF9-8712-ABCD35F4A1C0}">
      <dgm:prSet/>
      <dgm:spPr/>
      <dgm:t>
        <a:bodyPr/>
        <a:lstStyle/>
        <a:p>
          <a:endParaRPr lang="en-US"/>
        </a:p>
      </dgm:t>
    </dgm:pt>
    <dgm:pt modelId="{1B1B5BB3-2A97-4269-88B7-196F5A5B89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Child 0</a:t>
          </a:r>
        </a:p>
      </dgm:t>
    </dgm:pt>
    <dgm:pt modelId="{051D2D14-C87F-4218-B4A0-991D7B905FEE}" type="parTrans" cxnId="{F17201EF-BECE-4040-A0FE-10402E682926}">
      <dgm:prSet/>
      <dgm:spPr/>
      <dgm:t>
        <a:bodyPr/>
        <a:lstStyle/>
        <a:p>
          <a:endParaRPr lang="en-US"/>
        </a:p>
      </dgm:t>
    </dgm:pt>
    <dgm:pt modelId="{CF4F8FEE-2766-4A1C-86EF-9B8C69D35C20}" type="sibTrans" cxnId="{F17201EF-BECE-4040-A0FE-10402E682926}">
      <dgm:prSet/>
      <dgm:spPr/>
      <dgm:t>
        <a:bodyPr/>
        <a:lstStyle/>
        <a:p>
          <a:endParaRPr lang="en-US"/>
        </a:p>
      </dgm:t>
    </dgm:pt>
    <dgm:pt modelId="{366E68CC-C4B8-426E-B9B5-39F489146B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the other children 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in</a:t>
          </a:r>
          <a:r>
            <a:rPr lang="tr-TR" dirty="0"/>
            <a:t> </a:t>
          </a:r>
          <a:r>
            <a:rPr lang="en-US" dirty="0"/>
            <a:t>the sequence </a:t>
          </a:r>
          <a:endParaRPr lang="tr-TR" dirty="0"/>
        </a:p>
      </dgm:t>
    </dgm:pt>
    <dgm:pt modelId="{412B2ECD-4376-46EA-9FCF-2FF3D6AF63BB}" type="parTrans" cxnId="{011CB152-97B1-4A26-84EC-9AA8F17465FE}">
      <dgm:prSet/>
      <dgm:spPr/>
      <dgm:t>
        <a:bodyPr/>
        <a:lstStyle/>
        <a:p>
          <a:endParaRPr lang="tr-TR"/>
        </a:p>
      </dgm:t>
    </dgm:pt>
    <dgm:pt modelId="{7B879684-1612-4D9B-8185-D3328D6A0802}" type="sibTrans" cxnId="{011CB152-97B1-4A26-84EC-9AA8F17465FE}">
      <dgm:prSet/>
      <dgm:spPr/>
      <dgm:t>
        <a:bodyPr/>
        <a:lstStyle/>
        <a:p>
          <a:endParaRPr lang="tr-TR"/>
        </a:p>
      </dgm:t>
    </dgm:pt>
    <dgm:pt modelId="{BC071206-6238-4254-9AC4-C666F886CB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Such as</a:t>
          </a:r>
          <a:endParaRPr lang="en-US"/>
        </a:p>
      </dgm:t>
    </dgm:pt>
    <dgm:pt modelId="{9E5E5F27-6FC9-44AB-93F3-CC4AB9FB2B6C}" type="parTrans" cxnId="{F02235C2-7DF8-4DA0-A8D2-D43F888391DF}">
      <dgm:prSet/>
      <dgm:spPr/>
      <dgm:t>
        <a:bodyPr/>
        <a:lstStyle/>
        <a:p>
          <a:endParaRPr lang="tr-TR"/>
        </a:p>
      </dgm:t>
    </dgm:pt>
    <dgm:pt modelId="{6C744059-C75D-42BC-8401-D5BABBA6730A}" type="sibTrans" cxnId="{F02235C2-7DF8-4DA0-A8D2-D43F888391DF}">
      <dgm:prSet/>
      <dgm:spPr/>
      <dgm:t>
        <a:bodyPr/>
        <a:lstStyle/>
        <a:p>
          <a:endParaRPr lang="tr-TR"/>
        </a:p>
      </dgm:t>
    </dgm:pt>
    <dgm:pt modelId="{DB0E3103-08A5-4264-B15E-7C3A285E35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index </a:t>
          </a:r>
          <a:r>
            <a:rPr lang="tr-TR"/>
            <a:t>is changed</a:t>
          </a:r>
        </a:p>
        <a:p>
          <a:pPr>
            <a:lnSpc>
              <a:spcPct val="100000"/>
            </a:lnSpc>
          </a:pPr>
          <a:r>
            <a:rPr lang="en-US"/>
            <a:t>to extend the parent</a:t>
          </a:r>
        </a:p>
      </dgm:t>
    </dgm:pt>
    <dgm:pt modelId="{69307E42-A271-475F-816F-3093822FB057}" type="parTrans" cxnId="{6CF1149D-30A6-413B-8DDB-5F29933F6313}">
      <dgm:prSet/>
      <dgm:spPr/>
      <dgm:t>
        <a:bodyPr/>
        <a:lstStyle/>
        <a:p>
          <a:endParaRPr lang="tr-TR"/>
        </a:p>
      </dgm:t>
    </dgm:pt>
    <dgm:pt modelId="{634244C8-3FAD-4C29-93EB-51B51FD6C92F}" type="sibTrans" cxnId="{6CF1149D-30A6-413B-8DDB-5F29933F6313}">
      <dgm:prSet/>
      <dgm:spPr/>
      <dgm:t>
        <a:bodyPr/>
        <a:lstStyle/>
        <a:p>
          <a:endParaRPr lang="en-US"/>
        </a:p>
      </dgm:t>
    </dgm:pt>
    <dgm:pt modelId="{8EDEB787-8578-4F0B-9400-CCF75E24E7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Steps</a:t>
          </a:r>
          <a:endParaRPr lang="en-US"/>
        </a:p>
      </dgm:t>
    </dgm:pt>
    <dgm:pt modelId="{77710758-0D3E-4404-A004-6E1E5FDFB9B4}" type="parTrans" cxnId="{72DF331F-97DD-4A41-A493-2D288522D71A}">
      <dgm:prSet/>
      <dgm:spPr/>
      <dgm:t>
        <a:bodyPr/>
        <a:lstStyle/>
        <a:p>
          <a:endParaRPr lang="tr-TR"/>
        </a:p>
      </dgm:t>
    </dgm:pt>
    <dgm:pt modelId="{D0B24101-9BE0-4A60-84FB-69E02EBAD7E3}" type="sibTrans" cxnId="{72DF331F-97DD-4A41-A493-2D288522D71A}">
      <dgm:prSet/>
      <dgm:spPr/>
      <dgm:t>
        <a:bodyPr/>
        <a:lstStyle/>
        <a:p>
          <a:endParaRPr lang="en-US"/>
        </a:p>
      </dgm:t>
    </dgm:pt>
    <dgm:pt modelId="{5EBB6122-79FF-4A50-AC29-06F6A7D0A8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Child 1</a:t>
          </a:r>
        </a:p>
      </dgm:t>
    </dgm:pt>
    <dgm:pt modelId="{668DC712-CBED-4944-A99A-B87F5CFB7740}" type="parTrans" cxnId="{B257C3FB-F726-4C93-BD31-0781412453CC}">
      <dgm:prSet/>
      <dgm:spPr/>
      <dgm:t>
        <a:bodyPr/>
        <a:lstStyle/>
        <a:p>
          <a:endParaRPr lang="tr-TR"/>
        </a:p>
      </dgm:t>
    </dgm:pt>
    <dgm:pt modelId="{2D5B7855-232F-419B-BC6F-2B6DFB53E583}" type="sibTrans" cxnId="{B257C3FB-F726-4C93-BD31-0781412453CC}">
      <dgm:prSet/>
      <dgm:spPr/>
      <dgm:t>
        <a:bodyPr/>
        <a:lstStyle/>
        <a:p>
          <a:endParaRPr lang="tr-TR"/>
        </a:p>
      </dgm:t>
    </dgm:pt>
    <dgm:pt modelId="{D0555A91-9F4E-4320-8039-C2F0158FCE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Child 2</a:t>
          </a:r>
        </a:p>
      </dgm:t>
    </dgm:pt>
    <dgm:pt modelId="{15BFB45D-E496-4D5F-931B-102DB2DD87BA}" type="parTrans" cxnId="{56E67F27-46FC-4D79-BF84-8BC5B922110A}">
      <dgm:prSet/>
      <dgm:spPr/>
      <dgm:t>
        <a:bodyPr/>
        <a:lstStyle/>
        <a:p>
          <a:endParaRPr lang="tr-TR"/>
        </a:p>
      </dgm:t>
    </dgm:pt>
    <dgm:pt modelId="{684640A9-03D2-4580-8916-0CE9A602555F}" type="sibTrans" cxnId="{56E67F27-46FC-4D79-BF84-8BC5B922110A}">
      <dgm:prSet/>
      <dgm:spPr/>
      <dgm:t>
        <a:bodyPr/>
        <a:lstStyle/>
        <a:p>
          <a:endParaRPr lang="tr-TR"/>
        </a:p>
      </dgm:t>
    </dgm:pt>
    <dgm:pt modelId="{9BA36908-2879-45C0-9910-64CFEBC1641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…</a:t>
          </a:r>
          <a:r>
            <a:rPr lang="en-US" dirty="0"/>
            <a:t> </a:t>
          </a:r>
        </a:p>
      </dgm:t>
    </dgm:pt>
    <dgm:pt modelId="{6F7E209E-D361-4B0C-83FB-B042E770160A}" type="parTrans" cxnId="{C281D75E-13A7-4F7B-A14A-A868DCE23FDE}">
      <dgm:prSet/>
      <dgm:spPr/>
      <dgm:t>
        <a:bodyPr/>
        <a:lstStyle/>
        <a:p>
          <a:endParaRPr lang="tr-TR"/>
        </a:p>
      </dgm:t>
    </dgm:pt>
    <dgm:pt modelId="{4DFB0592-FC03-40F9-ABE6-BFCE8A446DDD}" type="sibTrans" cxnId="{C281D75E-13A7-4F7B-A14A-A868DCE23FDE}">
      <dgm:prSet/>
      <dgm:spPr/>
      <dgm:t>
        <a:bodyPr/>
        <a:lstStyle/>
        <a:p>
          <a:endParaRPr lang="tr-TR"/>
        </a:p>
      </dgm:t>
    </dgm:pt>
    <dgm:pt modelId="{68DED983-2FDB-46AC-86A1-55C037BE3BED}" type="pres">
      <dgm:prSet presAssocID="{CF25274A-323F-4D8D-9244-266522DD6DC5}" presName="root" presStyleCnt="0">
        <dgm:presLayoutVars>
          <dgm:dir/>
          <dgm:resizeHandles val="exact"/>
        </dgm:presLayoutVars>
      </dgm:prSet>
      <dgm:spPr/>
    </dgm:pt>
    <dgm:pt modelId="{08E059A2-9C58-4185-AB10-459698378632}" type="pres">
      <dgm:prSet presAssocID="{03C1F99B-FECF-462A-95A7-3E0A7492C96C}" presName="compNode" presStyleCnt="0"/>
      <dgm:spPr/>
    </dgm:pt>
    <dgm:pt modelId="{7766E013-D8A3-43E6-BE36-B6C9702D24CC}" type="pres">
      <dgm:prSet presAssocID="{03C1F99B-FECF-462A-95A7-3E0A7492C96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ild with Balloon"/>
        </a:ext>
      </dgm:extLst>
    </dgm:pt>
    <dgm:pt modelId="{360EB072-EE4F-4F67-8803-F23DBD94C745}" type="pres">
      <dgm:prSet presAssocID="{03C1F99B-FECF-462A-95A7-3E0A7492C96C}" presName="iconSpace" presStyleCnt="0"/>
      <dgm:spPr/>
    </dgm:pt>
    <dgm:pt modelId="{498590E5-0B7F-49FA-A273-3791ED0813E3}" type="pres">
      <dgm:prSet presAssocID="{03C1F99B-FECF-462A-95A7-3E0A7492C96C}" presName="parTx" presStyleLbl="revTx" presStyleIdx="0" presStyleCnt="6">
        <dgm:presLayoutVars>
          <dgm:chMax val="0"/>
          <dgm:chPref val="0"/>
        </dgm:presLayoutVars>
      </dgm:prSet>
      <dgm:spPr/>
    </dgm:pt>
    <dgm:pt modelId="{D1879A8C-825E-4489-A8A7-2BAF8499D0D0}" type="pres">
      <dgm:prSet presAssocID="{03C1F99B-FECF-462A-95A7-3E0A7492C96C}" presName="txSpace" presStyleCnt="0"/>
      <dgm:spPr/>
    </dgm:pt>
    <dgm:pt modelId="{BD37DC67-9D64-4B4E-A430-705858045806}" type="pres">
      <dgm:prSet presAssocID="{03C1F99B-FECF-462A-95A7-3E0A7492C96C}" presName="desTx" presStyleLbl="revTx" presStyleIdx="1" presStyleCnt="6">
        <dgm:presLayoutVars/>
      </dgm:prSet>
      <dgm:spPr/>
    </dgm:pt>
    <dgm:pt modelId="{51806C42-A9D9-4EEB-AD0D-7305002A1406}" type="pres">
      <dgm:prSet presAssocID="{91847368-F474-4EBB-8BA7-5AC809B98FE6}" presName="sibTrans" presStyleCnt="0"/>
      <dgm:spPr/>
    </dgm:pt>
    <dgm:pt modelId="{4DECECF9-1EF5-409C-8178-9769842D95E4}" type="pres">
      <dgm:prSet presAssocID="{8EDEB787-8578-4F0B-9400-CCF75E24E752}" presName="compNode" presStyleCnt="0"/>
      <dgm:spPr/>
    </dgm:pt>
    <dgm:pt modelId="{7F3D2FFF-D3A3-45AB-AA1B-7293605EE0C8}" type="pres">
      <dgm:prSet presAssocID="{8EDEB787-8578-4F0B-9400-CCF75E24E7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ADD30420-4349-41DA-9AD4-AE0776001582}" type="pres">
      <dgm:prSet presAssocID="{8EDEB787-8578-4F0B-9400-CCF75E24E752}" presName="iconSpace" presStyleCnt="0"/>
      <dgm:spPr/>
    </dgm:pt>
    <dgm:pt modelId="{14628CE8-8C9B-4C58-9143-A86BD11B64F6}" type="pres">
      <dgm:prSet presAssocID="{8EDEB787-8578-4F0B-9400-CCF75E24E752}" presName="parTx" presStyleLbl="revTx" presStyleIdx="2" presStyleCnt="6">
        <dgm:presLayoutVars>
          <dgm:chMax val="0"/>
          <dgm:chPref val="0"/>
        </dgm:presLayoutVars>
      </dgm:prSet>
      <dgm:spPr/>
    </dgm:pt>
    <dgm:pt modelId="{258BF878-9C9C-4B25-AC52-7D11EB3DB7F5}" type="pres">
      <dgm:prSet presAssocID="{8EDEB787-8578-4F0B-9400-CCF75E24E752}" presName="txSpace" presStyleCnt="0"/>
      <dgm:spPr/>
    </dgm:pt>
    <dgm:pt modelId="{E4A0CAAF-C290-488B-88AB-82930464B31D}" type="pres">
      <dgm:prSet presAssocID="{8EDEB787-8578-4F0B-9400-CCF75E24E752}" presName="desTx" presStyleLbl="revTx" presStyleIdx="3" presStyleCnt="6">
        <dgm:presLayoutVars/>
      </dgm:prSet>
      <dgm:spPr/>
    </dgm:pt>
    <dgm:pt modelId="{09C90471-0A1F-43EE-A036-E3F306F9DDD2}" type="pres">
      <dgm:prSet presAssocID="{D0B24101-9BE0-4A60-84FB-69E02EBAD7E3}" presName="sibTrans" presStyleCnt="0"/>
      <dgm:spPr/>
    </dgm:pt>
    <dgm:pt modelId="{663565DD-AEB4-4A29-8094-22C9193F2BC6}" type="pres">
      <dgm:prSet presAssocID="{BC071206-6238-4254-9AC4-C666F886CBA1}" presName="compNode" presStyleCnt="0"/>
      <dgm:spPr/>
    </dgm:pt>
    <dgm:pt modelId="{4BEE8CDB-3862-4A8F-8DF9-5051158AAC48}" type="pres">
      <dgm:prSet presAssocID="{BC071206-6238-4254-9AC4-C666F886CBA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80FDD1EB-F4CD-4354-A1C1-8F4CD1CD77AF}" type="pres">
      <dgm:prSet presAssocID="{BC071206-6238-4254-9AC4-C666F886CBA1}" presName="iconSpace" presStyleCnt="0"/>
      <dgm:spPr/>
    </dgm:pt>
    <dgm:pt modelId="{3962422E-3AD2-4F77-91ED-4695C79620CC}" type="pres">
      <dgm:prSet presAssocID="{BC071206-6238-4254-9AC4-C666F886CBA1}" presName="parTx" presStyleLbl="revTx" presStyleIdx="4" presStyleCnt="6">
        <dgm:presLayoutVars>
          <dgm:chMax val="0"/>
          <dgm:chPref val="0"/>
        </dgm:presLayoutVars>
      </dgm:prSet>
      <dgm:spPr/>
    </dgm:pt>
    <dgm:pt modelId="{7053062D-8174-4905-A7D7-1FAF7D67D6C3}" type="pres">
      <dgm:prSet presAssocID="{BC071206-6238-4254-9AC4-C666F886CBA1}" presName="txSpace" presStyleCnt="0"/>
      <dgm:spPr/>
    </dgm:pt>
    <dgm:pt modelId="{4288B57E-0D87-49CD-93BB-4DD5740ED38B}" type="pres">
      <dgm:prSet presAssocID="{BC071206-6238-4254-9AC4-C666F886CBA1}" presName="desTx" presStyleLbl="revTx" presStyleIdx="5" presStyleCnt="6">
        <dgm:presLayoutVars/>
      </dgm:prSet>
      <dgm:spPr/>
    </dgm:pt>
  </dgm:ptLst>
  <dgm:cxnLst>
    <dgm:cxn modelId="{DD4AB008-F18E-42F7-BE15-3CABEAF13C0D}" type="presOf" srcId="{D0555A91-9F4E-4320-8039-C2F0158FCE12}" destId="{4288B57E-0D87-49CD-93BB-4DD5740ED38B}" srcOrd="0" destOrd="2" presId="urn:microsoft.com/office/officeart/2018/5/layout/CenteredIconLabelDescriptionList"/>
    <dgm:cxn modelId="{72DF331F-97DD-4A41-A493-2D288522D71A}" srcId="{CF25274A-323F-4D8D-9244-266522DD6DC5}" destId="{8EDEB787-8578-4F0B-9400-CCF75E24E752}" srcOrd="1" destOrd="0" parTransId="{77710758-0D3E-4404-A004-6E1E5FDFB9B4}" sibTransId="{D0B24101-9BE0-4A60-84FB-69E02EBAD7E3}"/>
    <dgm:cxn modelId="{56E67F27-46FC-4D79-BF84-8BC5B922110A}" srcId="{BC071206-6238-4254-9AC4-C666F886CBA1}" destId="{D0555A91-9F4E-4320-8039-C2F0158FCE12}" srcOrd="2" destOrd="0" parTransId="{15BFB45D-E496-4D5F-931B-102DB2DD87BA}" sibTransId="{684640A9-03D2-4580-8916-0CE9A602555F}"/>
    <dgm:cxn modelId="{C281D75E-13A7-4F7B-A14A-A868DCE23FDE}" srcId="{BC071206-6238-4254-9AC4-C666F886CBA1}" destId="{9BA36908-2879-45C0-9910-64CFEBC1641D}" srcOrd="3" destOrd="0" parTransId="{6F7E209E-D361-4B0C-83FB-B042E770160A}" sibTransId="{4DFB0592-FC03-40F9-ABE6-BFCE8A446DDD}"/>
    <dgm:cxn modelId="{EABD4662-85BE-42B6-B8DB-8491F194FA9B}" type="presOf" srcId="{9BA36908-2879-45C0-9910-64CFEBC1641D}" destId="{4288B57E-0D87-49CD-93BB-4DD5740ED38B}" srcOrd="0" destOrd="3" presId="urn:microsoft.com/office/officeart/2018/5/layout/CenteredIconLabelDescriptionList"/>
    <dgm:cxn modelId="{A643AD4A-11CC-4199-BA29-ED446FEC5D8A}" type="presOf" srcId="{03C1F99B-FECF-462A-95A7-3E0A7492C96C}" destId="{498590E5-0B7F-49FA-A273-3791ED0813E3}" srcOrd="0" destOrd="0" presId="urn:microsoft.com/office/officeart/2018/5/layout/CenteredIconLabelDescriptionList"/>
    <dgm:cxn modelId="{C0B8EC4C-9612-4893-8EDF-A04F013794A0}" type="presOf" srcId="{CF25274A-323F-4D8D-9244-266522DD6DC5}" destId="{68DED983-2FDB-46AC-86A1-55C037BE3BED}" srcOrd="0" destOrd="0" presId="urn:microsoft.com/office/officeart/2018/5/layout/CenteredIconLabelDescriptionList"/>
    <dgm:cxn modelId="{011CB152-97B1-4A26-84EC-9AA8F17465FE}" srcId="{03C1F99B-FECF-462A-95A7-3E0A7492C96C}" destId="{366E68CC-C4B8-426E-B9B5-39F489146BD8}" srcOrd="0" destOrd="0" parTransId="{412B2ECD-4376-46EA-9FCF-2FF3D6AF63BB}" sibTransId="{7B879684-1612-4D9B-8185-D3328D6A0802}"/>
    <dgm:cxn modelId="{7333B158-A31A-476E-8929-714BA8CDDB0D}" type="presOf" srcId="{8EDEB787-8578-4F0B-9400-CCF75E24E752}" destId="{14628CE8-8C9B-4C58-9143-A86BD11B64F6}" srcOrd="0" destOrd="0" presId="urn:microsoft.com/office/officeart/2018/5/layout/CenteredIconLabelDescriptionList"/>
    <dgm:cxn modelId="{ABE4A084-9F82-4C40-A24A-43E3DB454417}" type="presOf" srcId="{5EBB6122-79FF-4A50-AC29-06F6A7D0A8BB}" destId="{4288B57E-0D87-49CD-93BB-4DD5740ED38B}" srcOrd="0" destOrd="1" presId="urn:microsoft.com/office/officeart/2018/5/layout/CenteredIconLabelDescriptionList"/>
    <dgm:cxn modelId="{CA95379A-9548-4FF9-8712-ABCD35F4A1C0}" srcId="{CF25274A-323F-4D8D-9244-266522DD6DC5}" destId="{03C1F99B-FECF-462A-95A7-3E0A7492C96C}" srcOrd="0" destOrd="0" parTransId="{0E3810F3-0656-4920-AB82-3B47603D9576}" sibTransId="{91847368-F474-4EBB-8BA7-5AC809B98FE6}"/>
    <dgm:cxn modelId="{6CF1149D-30A6-413B-8DDB-5F29933F6313}" srcId="{8EDEB787-8578-4F0B-9400-CCF75E24E752}" destId="{DB0E3103-08A5-4264-B15E-7C3A285E35C5}" srcOrd="0" destOrd="0" parTransId="{69307E42-A271-475F-816F-3093822FB057}" sibTransId="{634244C8-3FAD-4C29-93EB-51B51FD6C92F}"/>
    <dgm:cxn modelId="{F02235C2-7DF8-4DA0-A8D2-D43F888391DF}" srcId="{CF25274A-323F-4D8D-9244-266522DD6DC5}" destId="{BC071206-6238-4254-9AC4-C666F886CBA1}" srcOrd="2" destOrd="0" parTransId="{9E5E5F27-6FC9-44AB-93F3-CC4AB9FB2B6C}" sibTransId="{6C744059-C75D-42BC-8401-D5BABBA6730A}"/>
    <dgm:cxn modelId="{FA1BE3E0-1824-469D-873F-5DA1DD31291B}" type="presOf" srcId="{366E68CC-C4B8-426E-B9B5-39F489146BD8}" destId="{BD37DC67-9D64-4B4E-A430-705858045806}" srcOrd="0" destOrd="0" presId="urn:microsoft.com/office/officeart/2018/5/layout/CenteredIconLabelDescriptionList"/>
    <dgm:cxn modelId="{C06CB2E1-11F9-403A-B04F-A880347FADA4}" type="presOf" srcId="{BC071206-6238-4254-9AC4-C666F886CBA1}" destId="{3962422E-3AD2-4F77-91ED-4695C79620CC}" srcOrd="0" destOrd="0" presId="urn:microsoft.com/office/officeart/2018/5/layout/CenteredIconLabelDescriptionList"/>
    <dgm:cxn modelId="{22B0AAE5-1539-4AC6-88CA-EF967740F12E}" type="presOf" srcId="{1B1B5BB3-2A97-4269-88B7-196F5A5B8917}" destId="{4288B57E-0D87-49CD-93BB-4DD5740ED38B}" srcOrd="0" destOrd="0" presId="urn:microsoft.com/office/officeart/2018/5/layout/CenteredIconLabelDescriptionList"/>
    <dgm:cxn modelId="{F17201EF-BECE-4040-A0FE-10402E682926}" srcId="{BC071206-6238-4254-9AC4-C666F886CBA1}" destId="{1B1B5BB3-2A97-4269-88B7-196F5A5B8917}" srcOrd="0" destOrd="0" parTransId="{051D2D14-C87F-4218-B4A0-991D7B905FEE}" sibTransId="{CF4F8FEE-2766-4A1C-86EF-9B8C69D35C20}"/>
    <dgm:cxn modelId="{B2993FF2-E5B1-490E-9553-DE682ABC6F39}" type="presOf" srcId="{DB0E3103-08A5-4264-B15E-7C3A285E35C5}" destId="{E4A0CAAF-C290-488B-88AB-82930464B31D}" srcOrd="0" destOrd="0" presId="urn:microsoft.com/office/officeart/2018/5/layout/CenteredIconLabelDescriptionList"/>
    <dgm:cxn modelId="{B257C3FB-F726-4C93-BD31-0781412453CC}" srcId="{BC071206-6238-4254-9AC4-C666F886CBA1}" destId="{5EBB6122-79FF-4A50-AC29-06F6A7D0A8BB}" srcOrd="1" destOrd="0" parTransId="{668DC712-CBED-4944-A99A-B87F5CFB7740}" sibTransId="{2D5B7855-232F-419B-BC6F-2B6DFB53E583}"/>
    <dgm:cxn modelId="{0AF205EA-AD3F-456A-9548-6E7AEF69BD9E}" type="presParOf" srcId="{68DED983-2FDB-46AC-86A1-55C037BE3BED}" destId="{08E059A2-9C58-4185-AB10-459698378632}" srcOrd="0" destOrd="0" presId="urn:microsoft.com/office/officeart/2018/5/layout/CenteredIconLabelDescriptionList"/>
    <dgm:cxn modelId="{D7BC6396-F99C-47F7-9639-B6BC5C5A4F31}" type="presParOf" srcId="{08E059A2-9C58-4185-AB10-459698378632}" destId="{7766E013-D8A3-43E6-BE36-B6C9702D24CC}" srcOrd="0" destOrd="0" presId="urn:microsoft.com/office/officeart/2018/5/layout/CenteredIconLabelDescriptionList"/>
    <dgm:cxn modelId="{20EA6636-5991-4DA8-97EF-6C5BB88CC9F0}" type="presParOf" srcId="{08E059A2-9C58-4185-AB10-459698378632}" destId="{360EB072-EE4F-4F67-8803-F23DBD94C745}" srcOrd="1" destOrd="0" presId="urn:microsoft.com/office/officeart/2018/5/layout/CenteredIconLabelDescriptionList"/>
    <dgm:cxn modelId="{1A21BB4F-0C94-4A05-AA83-B22C3FC4095D}" type="presParOf" srcId="{08E059A2-9C58-4185-AB10-459698378632}" destId="{498590E5-0B7F-49FA-A273-3791ED0813E3}" srcOrd="2" destOrd="0" presId="urn:microsoft.com/office/officeart/2018/5/layout/CenteredIconLabelDescriptionList"/>
    <dgm:cxn modelId="{1655DC75-1209-4907-B016-6095948D49C4}" type="presParOf" srcId="{08E059A2-9C58-4185-AB10-459698378632}" destId="{D1879A8C-825E-4489-A8A7-2BAF8499D0D0}" srcOrd="3" destOrd="0" presId="urn:microsoft.com/office/officeart/2018/5/layout/CenteredIconLabelDescriptionList"/>
    <dgm:cxn modelId="{D4AEF703-68AF-491C-A86A-E2A5C3DB7F41}" type="presParOf" srcId="{08E059A2-9C58-4185-AB10-459698378632}" destId="{BD37DC67-9D64-4B4E-A430-705858045806}" srcOrd="4" destOrd="0" presId="urn:microsoft.com/office/officeart/2018/5/layout/CenteredIconLabelDescriptionList"/>
    <dgm:cxn modelId="{B52D1EBA-3E57-4610-939F-E8DFE8DFEBEA}" type="presParOf" srcId="{68DED983-2FDB-46AC-86A1-55C037BE3BED}" destId="{51806C42-A9D9-4EEB-AD0D-7305002A1406}" srcOrd="1" destOrd="0" presId="urn:microsoft.com/office/officeart/2018/5/layout/CenteredIconLabelDescriptionList"/>
    <dgm:cxn modelId="{EBFF132D-6EF3-43F8-94FD-FCE8C1B6445C}" type="presParOf" srcId="{68DED983-2FDB-46AC-86A1-55C037BE3BED}" destId="{4DECECF9-1EF5-409C-8178-9769842D95E4}" srcOrd="2" destOrd="0" presId="urn:microsoft.com/office/officeart/2018/5/layout/CenteredIconLabelDescriptionList"/>
    <dgm:cxn modelId="{C37441A5-B0A1-4866-B516-DC97E30DB1C6}" type="presParOf" srcId="{4DECECF9-1EF5-409C-8178-9769842D95E4}" destId="{7F3D2FFF-D3A3-45AB-AA1B-7293605EE0C8}" srcOrd="0" destOrd="0" presId="urn:microsoft.com/office/officeart/2018/5/layout/CenteredIconLabelDescriptionList"/>
    <dgm:cxn modelId="{7E3EBE27-4C53-4D21-AAA1-5B421258297B}" type="presParOf" srcId="{4DECECF9-1EF5-409C-8178-9769842D95E4}" destId="{ADD30420-4349-41DA-9AD4-AE0776001582}" srcOrd="1" destOrd="0" presId="urn:microsoft.com/office/officeart/2018/5/layout/CenteredIconLabelDescriptionList"/>
    <dgm:cxn modelId="{A1CA1FA7-2E25-40DD-97DE-A6E066A6A970}" type="presParOf" srcId="{4DECECF9-1EF5-409C-8178-9769842D95E4}" destId="{14628CE8-8C9B-4C58-9143-A86BD11B64F6}" srcOrd="2" destOrd="0" presId="urn:microsoft.com/office/officeart/2018/5/layout/CenteredIconLabelDescriptionList"/>
    <dgm:cxn modelId="{523E0339-1047-4A63-B4E8-4AB4C409C6AC}" type="presParOf" srcId="{4DECECF9-1EF5-409C-8178-9769842D95E4}" destId="{258BF878-9C9C-4B25-AC52-7D11EB3DB7F5}" srcOrd="3" destOrd="0" presId="urn:microsoft.com/office/officeart/2018/5/layout/CenteredIconLabelDescriptionList"/>
    <dgm:cxn modelId="{627A2738-C1EC-450C-88A6-ED808C4617E8}" type="presParOf" srcId="{4DECECF9-1EF5-409C-8178-9769842D95E4}" destId="{E4A0CAAF-C290-488B-88AB-82930464B31D}" srcOrd="4" destOrd="0" presId="urn:microsoft.com/office/officeart/2018/5/layout/CenteredIconLabelDescriptionList"/>
    <dgm:cxn modelId="{40AD864F-0294-4A53-90ED-B013C78EDE5B}" type="presParOf" srcId="{68DED983-2FDB-46AC-86A1-55C037BE3BED}" destId="{09C90471-0A1F-43EE-A036-E3F306F9DDD2}" srcOrd="3" destOrd="0" presId="urn:microsoft.com/office/officeart/2018/5/layout/CenteredIconLabelDescriptionList"/>
    <dgm:cxn modelId="{39D9CD91-380E-4180-941D-241B4288DA9F}" type="presParOf" srcId="{68DED983-2FDB-46AC-86A1-55C037BE3BED}" destId="{663565DD-AEB4-4A29-8094-22C9193F2BC6}" srcOrd="4" destOrd="0" presId="urn:microsoft.com/office/officeart/2018/5/layout/CenteredIconLabelDescriptionList"/>
    <dgm:cxn modelId="{02499674-D050-49E6-8190-7AE8EB6D3950}" type="presParOf" srcId="{663565DD-AEB4-4A29-8094-22C9193F2BC6}" destId="{4BEE8CDB-3862-4A8F-8DF9-5051158AAC48}" srcOrd="0" destOrd="0" presId="urn:microsoft.com/office/officeart/2018/5/layout/CenteredIconLabelDescriptionList"/>
    <dgm:cxn modelId="{53C0E3E1-62FE-4279-9CD4-4C00DE64A5AB}" type="presParOf" srcId="{663565DD-AEB4-4A29-8094-22C9193F2BC6}" destId="{80FDD1EB-F4CD-4354-A1C1-8F4CD1CD77AF}" srcOrd="1" destOrd="0" presId="urn:microsoft.com/office/officeart/2018/5/layout/CenteredIconLabelDescriptionList"/>
    <dgm:cxn modelId="{452B65BE-0BE8-4D17-9FEB-76FA523AAFE9}" type="presParOf" srcId="{663565DD-AEB4-4A29-8094-22C9193F2BC6}" destId="{3962422E-3AD2-4F77-91ED-4695C79620CC}" srcOrd="2" destOrd="0" presId="urn:microsoft.com/office/officeart/2018/5/layout/CenteredIconLabelDescriptionList"/>
    <dgm:cxn modelId="{B7AD6695-29B0-4103-8BE2-1C6E791CC1E9}" type="presParOf" srcId="{663565DD-AEB4-4A29-8094-22C9193F2BC6}" destId="{7053062D-8174-4905-A7D7-1FAF7D67D6C3}" srcOrd="3" destOrd="0" presId="urn:microsoft.com/office/officeart/2018/5/layout/CenteredIconLabelDescriptionList"/>
    <dgm:cxn modelId="{6F0E400D-6691-463C-B1B8-C25A9AC4C1F5}" type="presParOf" srcId="{663565DD-AEB4-4A29-8094-22C9193F2BC6}" destId="{4288B57E-0D87-49CD-93BB-4DD5740ED38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CF25274A-323F-4D8D-9244-266522DD6DC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230CB2-1F34-4BCA-991D-E37F8829D2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</a:t>
          </a:r>
          <a:r>
            <a:rPr lang="en-US" baseline="30000"/>
            <a:t>31</a:t>
          </a:r>
          <a:r>
            <a:rPr lang="en-US"/>
            <a:t> children </a:t>
          </a:r>
        </a:p>
      </dgm:t>
    </dgm:pt>
    <dgm:pt modelId="{76F8F1D0-63B7-418A-B532-221DB87E2C6B}" type="parTrans" cxnId="{FAF9B995-DB02-47BC-B2BF-2F1D74B6A2B6}">
      <dgm:prSet/>
      <dgm:spPr/>
      <dgm:t>
        <a:bodyPr/>
        <a:lstStyle/>
        <a:p>
          <a:endParaRPr lang="en-US"/>
        </a:p>
      </dgm:t>
    </dgm:pt>
    <dgm:pt modelId="{3BE31F95-25D7-45CA-8DF1-65DE53D4E90C}" type="sibTrans" cxnId="{FAF9B995-DB02-47BC-B2BF-2F1D74B6A2B6}">
      <dgm:prSet/>
      <dgm:spPr/>
      <dgm:t>
        <a:bodyPr/>
        <a:lstStyle/>
        <a:p>
          <a:endParaRPr lang="en-US"/>
        </a:p>
      </dgm:t>
    </dgm:pt>
    <dgm:pt modelId="{872C1535-F63E-4F3B-83E4-12FCAABB4E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Parent</a:t>
          </a:r>
          <a:r>
            <a:rPr lang="tr-TR"/>
            <a:t> </a:t>
          </a:r>
          <a:r>
            <a:rPr lang="tr-TR" err="1"/>
            <a:t>capacity</a:t>
          </a:r>
          <a:endParaRPr lang="en-US"/>
        </a:p>
      </dgm:t>
    </dgm:pt>
    <dgm:pt modelId="{37E23FE8-357A-4198-8A11-2A72416BD34E}" type="parTrans" cxnId="{95B0FDE5-EE08-45E0-9422-E214FFDE1F63}">
      <dgm:prSet/>
      <dgm:spPr/>
      <dgm:t>
        <a:bodyPr/>
        <a:lstStyle/>
        <a:p>
          <a:endParaRPr lang="tr-TR"/>
        </a:p>
      </dgm:t>
    </dgm:pt>
    <dgm:pt modelId="{5B53BD3F-1070-47CF-B2BC-90F4DE1FFCDE}" type="sibTrans" cxnId="{95B0FDE5-EE08-45E0-9422-E214FFDE1F63}">
      <dgm:prSet/>
      <dgm:spPr/>
      <dgm:t>
        <a:bodyPr/>
        <a:lstStyle/>
        <a:p>
          <a:endParaRPr lang="tr-TR"/>
        </a:p>
      </dgm:t>
    </dgm:pt>
    <dgm:pt modelId="{F7BA782B-D029-492A-9CC5-3120754594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2,147,483,647</a:t>
          </a:r>
          <a:endParaRPr lang="tr-TR"/>
        </a:p>
      </dgm:t>
    </dgm:pt>
    <dgm:pt modelId="{5169FE6A-BCAA-4CB4-9999-5FCCA76271F3}" type="parTrans" cxnId="{06BA8CE0-CF7C-46A0-A3D3-77EB98F1E9E8}">
      <dgm:prSet/>
      <dgm:spPr/>
      <dgm:t>
        <a:bodyPr/>
        <a:lstStyle/>
        <a:p>
          <a:endParaRPr lang="tr-TR"/>
        </a:p>
      </dgm:t>
    </dgm:pt>
    <dgm:pt modelId="{C0943771-B406-4030-8779-B8F0629F7204}" type="sibTrans" cxnId="{06BA8CE0-CF7C-46A0-A3D3-77EB98F1E9E8}">
      <dgm:prSet/>
      <dgm:spPr/>
      <dgm:t>
        <a:bodyPr/>
        <a:lstStyle/>
        <a:p>
          <a:endParaRPr lang="en-US"/>
        </a:p>
      </dgm:t>
    </dgm:pt>
    <dgm:pt modelId="{1C36BE5D-9220-4D4B-99D8-8411FF51126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around</a:t>
          </a:r>
          <a:r>
            <a:rPr lang="tr-TR"/>
            <a:t> 2 </a:t>
          </a:r>
          <a:r>
            <a:rPr lang="tr-TR" err="1"/>
            <a:t>Billions</a:t>
          </a:r>
          <a:endParaRPr lang="en-US"/>
        </a:p>
      </dgm:t>
    </dgm:pt>
    <dgm:pt modelId="{FEF42786-90E9-4DF7-894B-7942BB0663CD}" type="parTrans" cxnId="{320B1AA7-81B4-4698-838C-A7DD5EB2932A}">
      <dgm:prSet/>
      <dgm:spPr/>
      <dgm:t>
        <a:bodyPr/>
        <a:lstStyle/>
        <a:p>
          <a:endParaRPr lang="tr-TR"/>
        </a:p>
      </dgm:t>
    </dgm:pt>
    <dgm:pt modelId="{46306A94-ACED-4493-8F68-B6E1E464C6BE}" type="sibTrans" cxnId="{320B1AA7-81B4-4698-838C-A7DD5EB2932A}">
      <dgm:prSet/>
      <dgm:spPr/>
      <dgm:t>
        <a:bodyPr/>
        <a:lstStyle/>
        <a:p>
          <a:endParaRPr lang="tr-TR"/>
        </a:p>
      </dgm:t>
    </dgm:pt>
    <dgm:pt modelId="{AEDCF53E-FAC0-47B6-819C-2DFA7932CB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Leveling</a:t>
          </a:r>
          <a:endParaRPr lang="en-US"/>
        </a:p>
      </dgm:t>
    </dgm:pt>
    <dgm:pt modelId="{9AE14BD0-12B9-4C7C-8A89-785B347CD185}" type="parTrans" cxnId="{3BCB9AA3-091F-4DFD-B66D-D995283905FC}">
      <dgm:prSet/>
      <dgm:spPr/>
      <dgm:t>
        <a:bodyPr/>
        <a:lstStyle/>
        <a:p>
          <a:endParaRPr lang="tr-TR"/>
        </a:p>
      </dgm:t>
    </dgm:pt>
    <dgm:pt modelId="{386BE7D1-CA1D-4800-BB30-6C6BDCD5E903}" type="sibTrans" cxnId="{3BCB9AA3-091F-4DFD-B66D-D995283905FC}">
      <dgm:prSet/>
      <dgm:spPr/>
      <dgm:t>
        <a:bodyPr/>
        <a:lstStyle/>
        <a:p>
          <a:endParaRPr lang="tr-TR"/>
        </a:p>
      </dgm:t>
    </dgm:pt>
    <dgm:pt modelId="{FA2C00F6-DE2A-4E59-9ED8-F64502F195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Repeating the process</a:t>
          </a:r>
        </a:p>
      </dgm:t>
    </dgm:pt>
    <dgm:pt modelId="{E3EEA67D-AD7A-4B32-A7B5-2E049383FE9A}" type="parTrans" cxnId="{30B8A2F9-0E55-410D-9C62-3C5CD0F38CE6}">
      <dgm:prSet/>
      <dgm:spPr/>
      <dgm:t>
        <a:bodyPr/>
        <a:lstStyle/>
        <a:p>
          <a:endParaRPr lang="tr-TR"/>
        </a:p>
      </dgm:t>
    </dgm:pt>
    <dgm:pt modelId="{DF69CAAB-53BB-4FEF-95AE-F6296B5DC745}" type="sibTrans" cxnId="{30B8A2F9-0E55-410D-9C62-3C5CD0F38CE6}">
      <dgm:prSet/>
      <dgm:spPr/>
      <dgm:t>
        <a:bodyPr/>
        <a:lstStyle/>
        <a:p>
          <a:endParaRPr lang="tr-TR"/>
        </a:p>
      </dgm:t>
    </dgm:pt>
    <dgm:pt modelId="{03924C1A-FD5E-4DD3-8FFD-C51993F88E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level down the tree </a:t>
          </a:r>
        </a:p>
      </dgm:t>
    </dgm:pt>
    <dgm:pt modelId="{7AFA813E-3D27-4BD9-87F4-3B4E9D794C74}" type="parTrans" cxnId="{76C92FE1-F685-42BE-B702-56BF44A2A62B}">
      <dgm:prSet/>
      <dgm:spPr/>
      <dgm:t>
        <a:bodyPr/>
        <a:lstStyle/>
        <a:p>
          <a:endParaRPr lang="tr-TR"/>
        </a:p>
      </dgm:t>
    </dgm:pt>
    <dgm:pt modelId="{397DD4CC-6E38-495E-835B-37CC2C555290}" type="sibTrans" cxnId="{76C92FE1-F685-42BE-B702-56BF44A2A62B}">
      <dgm:prSet/>
      <dgm:spPr/>
      <dgm:t>
        <a:bodyPr/>
        <a:lstStyle/>
        <a:p>
          <a:endParaRPr lang="tr-TR"/>
        </a:p>
      </dgm:t>
    </dgm:pt>
    <dgm:pt modelId="{74929A88-148C-4617-AC3F-C7B7EEBAB4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Intermediate</a:t>
          </a:r>
          <a:r>
            <a:rPr lang="tr-TR"/>
            <a:t> </a:t>
          </a:r>
          <a:r>
            <a:rPr lang="tr-TR" err="1"/>
            <a:t>Node</a:t>
          </a:r>
          <a:endParaRPr lang="en-US"/>
        </a:p>
      </dgm:t>
    </dgm:pt>
    <dgm:pt modelId="{4593EA21-5AB3-44EA-A510-C75CCCE182CD}" type="parTrans" cxnId="{E80CF762-5586-41FF-B419-DC864A40863E}">
      <dgm:prSet/>
      <dgm:spPr/>
      <dgm:t>
        <a:bodyPr/>
        <a:lstStyle/>
        <a:p>
          <a:endParaRPr lang="tr-TR"/>
        </a:p>
      </dgm:t>
    </dgm:pt>
    <dgm:pt modelId="{89D44F51-017A-49EF-B192-F7B7D2DFBEB9}" type="sibTrans" cxnId="{E80CF762-5586-41FF-B419-DC864A40863E}">
      <dgm:prSet/>
      <dgm:spPr/>
      <dgm:t>
        <a:bodyPr/>
        <a:lstStyle/>
        <a:p>
          <a:endParaRPr lang="tr-TR"/>
        </a:p>
      </dgm:t>
    </dgm:pt>
    <dgm:pt modelId="{1F8DD57A-000C-41BC-BDEF-2F5CFDF2FB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child can</a:t>
          </a:r>
          <a:r>
            <a:rPr lang="tr-TR"/>
            <a:t> </a:t>
          </a:r>
          <a:r>
            <a:rPr lang="en-US"/>
            <a:t>become a parent</a:t>
          </a:r>
        </a:p>
      </dgm:t>
    </dgm:pt>
    <dgm:pt modelId="{6BA8044A-C08A-486C-9C26-4745FB9C45B0}" type="parTrans" cxnId="{33FA0FFB-49BA-45AC-A883-D697F4F834EE}">
      <dgm:prSet/>
      <dgm:spPr/>
      <dgm:t>
        <a:bodyPr/>
        <a:lstStyle/>
        <a:p>
          <a:endParaRPr lang="tr-TR"/>
        </a:p>
      </dgm:t>
    </dgm:pt>
    <dgm:pt modelId="{DA4ED051-3ABE-406E-9270-AF3D2530497F}" type="sibTrans" cxnId="{33FA0FFB-49BA-45AC-A883-D697F4F834EE}">
      <dgm:prSet/>
      <dgm:spPr/>
      <dgm:t>
        <a:bodyPr/>
        <a:lstStyle/>
        <a:p>
          <a:endParaRPr lang="tr-TR"/>
        </a:p>
      </dgm:t>
    </dgm:pt>
    <dgm:pt modelId="{0CAE823E-244B-434D-B056-65078677EE9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to</a:t>
          </a:r>
          <a:r>
            <a:rPr lang="en-US"/>
            <a:t> create its own children</a:t>
          </a:r>
        </a:p>
      </dgm:t>
    </dgm:pt>
    <dgm:pt modelId="{08FE590F-E274-44BE-9EA9-D6A06C6636B6}" type="parTrans" cxnId="{67C0E44B-91BD-4B44-A6FA-21550D24BD65}">
      <dgm:prSet/>
      <dgm:spPr/>
      <dgm:t>
        <a:bodyPr/>
        <a:lstStyle/>
        <a:p>
          <a:endParaRPr lang="tr-TR"/>
        </a:p>
      </dgm:t>
    </dgm:pt>
    <dgm:pt modelId="{99A2ED4C-A1D3-4C8A-B06E-598AE749CEFE}" type="sibTrans" cxnId="{67C0E44B-91BD-4B44-A6FA-21550D24BD65}">
      <dgm:prSet/>
      <dgm:spPr/>
      <dgm:t>
        <a:bodyPr/>
        <a:lstStyle/>
        <a:p>
          <a:endParaRPr lang="tr-TR"/>
        </a:p>
      </dgm:t>
    </dgm:pt>
    <dgm:pt modelId="{F0B8DAB8-8B1E-423B-B30D-1FF4B80BF9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# of generations</a:t>
          </a:r>
          <a:endParaRPr lang="en-US"/>
        </a:p>
      </dgm:t>
    </dgm:pt>
    <dgm:pt modelId="{00B4AA86-0455-49D9-8814-888D6B144C08}" type="parTrans" cxnId="{E8449887-AA18-4DFA-99A6-E214B3363603}">
      <dgm:prSet/>
      <dgm:spPr/>
      <dgm:t>
        <a:bodyPr/>
        <a:lstStyle/>
        <a:p>
          <a:endParaRPr lang="tr-TR"/>
        </a:p>
      </dgm:t>
    </dgm:pt>
    <dgm:pt modelId="{A4A0026E-9348-48B3-B62E-FD93E44D3308}" type="sibTrans" cxnId="{E8449887-AA18-4DFA-99A6-E214B3363603}">
      <dgm:prSet/>
      <dgm:spPr/>
      <dgm:t>
        <a:bodyPr/>
        <a:lstStyle/>
        <a:p>
          <a:endParaRPr lang="tr-TR"/>
        </a:p>
      </dgm:t>
    </dgm:pt>
    <dgm:pt modelId="{D552653D-A3CE-4B04-8BFB-576C365B99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an infinite number of generations.</a:t>
          </a:r>
        </a:p>
      </dgm:t>
    </dgm:pt>
    <dgm:pt modelId="{03BFDE3C-654F-47F4-A9A1-504BC39C0E49}" type="parTrans" cxnId="{CB21D112-0CA4-4279-A7CB-2C566E14E4D3}">
      <dgm:prSet/>
      <dgm:spPr/>
      <dgm:t>
        <a:bodyPr/>
        <a:lstStyle/>
        <a:p>
          <a:endParaRPr lang="tr-TR"/>
        </a:p>
      </dgm:t>
    </dgm:pt>
    <dgm:pt modelId="{135C7473-F94C-4D11-9BE6-701071914CE3}" type="sibTrans" cxnId="{CB21D112-0CA4-4279-A7CB-2C566E14E4D3}">
      <dgm:prSet/>
      <dgm:spPr/>
      <dgm:t>
        <a:bodyPr/>
        <a:lstStyle/>
        <a:p>
          <a:endParaRPr lang="tr-TR"/>
        </a:p>
      </dgm:t>
    </dgm:pt>
    <dgm:pt modelId="{665416E4-548E-4099-9F4D-E7BE0B7499B8}" type="pres">
      <dgm:prSet presAssocID="{CF25274A-323F-4D8D-9244-266522DD6DC5}" presName="root" presStyleCnt="0">
        <dgm:presLayoutVars>
          <dgm:dir/>
          <dgm:resizeHandles val="exact"/>
        </dgm:presLayoutVars>
      </dgm:prSet>
      <dgm:spPr/>
    </dgm:pt>
    <dgm:pt modelId="{F554D951-CE81-4BDE-8C6B-059B681A7145}" type="pres">
      <dgm:prSet presAssocID="{872C1535-F63E-4F3B-83E4-12FCAABB4EBC}" presName="compNode" presStyleCnt="0"/>
      <dgm:spPr/>
    </dgm:pt>
    <dgm:pt modelId="{D0F787BD-EE98-442C-90CB-75E8954985E4}" type="pres">
      <dgm:prSet presAssocID="{872C1535-F63E-4F3B-83E4-12FCAABB4EB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U-turn"/>
        </a:ext>
      </dgm:extLst>
    </dgm:pt>
    <dgm:pt modelId="{F99953AB-BFC8-46B7-B03D-26A6671A0D19}" type="pres">
      <dgm:prSet presAssocID="{872C1535-F63E-4F3B-83E4-12FCAABB4EBC}" presName="iconSpace" presStyleCnt="0"/>
      <dgm:spPr/>
    </dgm:pt>
    <dgm:pt modelId="{938D42F4-AE58-4DDC-96C5-FAF3B7E1E151}" type="pres">
      <dgm:prSet presAssocID="{872C1535-F63E-4F3B-83E4-12FCAABB4EBC}" presName="parTx" presStyleLbl="revTx" presStyleIdx="0" presStyleCnt="8">
        <dgm:presLayoutVars>
          <dgm:chMax val="0"/>
          <dgm:chPref val="0"/>
        </dgm:presLayoutVars>
      </dgm:prSet>
      <dgm:spPr/>
    </dgm:pt>
    <dgm:pt modelId="{8BFFB360-8670-48B7-98B7-FF5B64352D20}" type="pres">
      <dgm:prSet presAssocID="{872C1535-F63E-4F3B-83E4-12FCAABB4EBC}" presName="txSpace" presStyleCnt="0"/>
      <dgm:spPr/>
    </dgm:pt>
    <dgm:pt modelId="{1BC47309-A461-47AF-B64F-1A982434F723}" type="pres">
      <dgm:prSet presAssocID="{872C1535-F63E-4F3B-83E4-12FCAABB4EBC}" presName="desTx" presStyleLbl="revTx" presStyleIdx="1" presStyleCnt="8">
        <dgm:presLayoutVars/>
      </dgm:prSet>
      <dgm:spPr/>
    </dgm:pt>
    <dgm:pt modelId="{031A3857-24DB-4956-B565-39E7184842A1}" type="pres">
      <dgm:prSet presAssocID="{5B53BD3F-1070-47CF-B2BC-90F4DE1FFCDE}" presName="sibTrans" presStyleCnt="0"/>
      <dgm:spPr/>
    </dgm:pt>
    <dgm:pt modelId="{BB9B8158-46D5-4A74-B139-B711150C6DA4}" type="pres">
      <dgm:prSet presAssocID="{AEDCF53E-FAC0-47B6-819C-2DFA7932CBB2}" presName="compNode" presStyleCnt="0"/>
      <dgm:spPr/>
    </dgm:pt>
    <dgm:pt modelId="{14CAF33C-00B7-4BCB-8229-D86E85F4AD11}" type="pres">
      <dgm:prSet presAssocID="{AEDCF53E-FAC0-47B6-819C-2DFA7932CBB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yerarşi"/>
        </a:ext>
      </dgm:extLst>
    </dgm:pt>
    <dgm:pt modelId="{4BE48F7A-1EF9-43E6-BC70-280B332C3332}" type="pres">
      <dgm:prSet presAssocID="{AEDCF53E-FAC0-47B6-819C-2DFA7932CBB2}" presName="iconSpace" presStyleCnt="0"/>
      <dgm:spPr/>
    </dgm:pt>
    <dgm:pt modelId="{5E3F5256-F6D2-420D-9568-4AA6D2F6D483}" type="pres">
      <dgm:prSet presAssocID="{AEDCF53E-FAC0-47B6-819C-2DFA7932CBB2}" presName="parTx" presStyleLbl="revTx" presStyleIdx="2" presStyleCnt="8">
        <dgm:presLayoutVars>
          <dgm:chMax val="0"/>
          <dgm:chPref val="0"/>
        </dgm:presLayoutVars>
      </dgm:prSet>
      <dgm:spPr/>
    </dgm:pt>
    <dgm:pt modelId="{7D37996A-CFEF-4996-9234-64CA4658687B}" type="pres">
      <dgm:prSet presAssocID="{AEDCF53E-FAC0-47B6-819C-2DFA7932CBB2}" presName="txSpace" presStyleCnt="0"/>
      <dgm:spPr/>
    </dgm:pt>
    <dgm:pt modelId="{5618DB9F-D178-4459-886E-4E8E0C074416}" type="pres">
      <dgm:prSet presAssocID="{AEDCF53E-FAC0-47B6-819C-2DFA7932CBB2}" presName="desTx" presStyleLbl="revTx" presStyleIdx="3" presStyleCnt="8">
        <dgm:presLayoutVars/>
      </dgm:prSet>
      <dgm:spPr/>
    </dgm:pt>
    <dgm:pt modelId="{E9BE0485-3F7C-4E6F-A16E-26836F5A4927}" type="pres">
      <dgm:prSet presAssocID="{386BE7D1-CA1D-4800-BB30-6C6BDCD5E903}" presName="sibTrans" presStyleCnt="0"/>
      <dgm:spPr/>
    </dgm:pt>
    <dgm:pt modelId="{AB01DADD-6A85-42F5-9397-9703D2D4F225}" type="pres">
      <dgm:prSet presAssocID="{74929A88-148C-4617-AC3F-C7B7EEBAB454}" presName="compNode" presStyleCnt="0"/>
      <dgm:spPr/>
    </dgm:pt>
    <dgm:pt modelId="{FB8F01E4-BF74-4FC2-9D0B-8401F8EE9892}" type="pres">
      <dgm:prSet presAssocID="{74929A88-148C-4617-AC3F-C7B7EEBAB45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mono"/>
        </a:ext>
      </dgm:extLst>
    </dgm:pt>
    <dgm:pt modelId="{2E86F7FB-1F98-49A8-A8BE-EEB3B58F5329}" type="pres">
      <dgm:prSet presAssocID="{74929A88-148C-4617-AC3F-C7B7EEBAB454}" presName="iconSpace" presStyleCnt="0"/>
      <dgm:spPr/>
    </dgm:pt>
    <dgm:pt modelId="{E25F0A9C-509E-4A7C-9550-727B05A0CE2D}" type="pres">
      <dgm:prSet presAssocID="{74929A88-148C-4617-AC3F-C7B7EEBAB454}" presName="parTx" presStyleLbl="revTx" presStyleIdx="4" presStyleCnt="8">
        <dgm:presLayoutVars>
          <dgm:chMax val="0"/>
          <dgm:chPref val="0"/>
        </dgm:presLayoutVars>
      </dgm:prSet>
      <dgm:spPr/>
    </dgm:pt>
    <dgm:pt modelId="{52A54282-63C0-4313-8111-3F60FD11C8E9}" type="pres">
      <dgm:prSet presAssocID="{74929A88-148C-4617-AC3F-C7B7EEBAB454}" presName="txSpace" presStyleCnt="0"/>
      <dgm:spPr/>
    </dgm:pt>
    <dgm:pt modelId="{F3435065-B352-4D0B-9FDB-BAC192F9B086}" type="pres">
      <dgm:prSet presAssocID="{74929A88-148C-4617-AC3F-C7B7EEBAB454}" presName="desTx" presStyleLbl="revTx" presStyleIdx="5" presStyleCnt="8">
        <dgm:presLayoutVars/>
      </dgm:prSet>
      <dgm:spPr/>
    </dgm:pt>
    <dgm:pt modelId="{9C6E41B0-3EA2-4DB5-9E21-ACA18208EFD3}" type="pres">
      <dgm:prSet presAssocID="{89D44F51-017A-49EF-B192-F7B7D2DFBEB9}" presName="sibTrans" presStyleCnt="0"/>
      <dgm:spPr/>
    </dgm:pt>
    <dgm:pt modelId="{611CF14A-6865-4D09-80D7-F879637ADE16}" type="pres">
      <dgm:prSet presAssocID="{F0B8DAB8-8B1E-423B-B30D-1FF4B80BF93A}" presName="compNode" presStyleCnt="0"/>
      <dgm:spPr/>
    </dgm:pt>
    <dgm:pt modelId="{C8C79EC3-AAEB-48D9-88A5-D2FDCAE508C1}" type="pres">
      <dgm:prSet presAssocID="{F0B8DAB8-8B1E-423B-B30D-1FF4B80BF93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C41529DD-9645-4387-ADFE-192A42412E0E}" type="pres">
      <dgm:prSet presAssocID="{F0B8DAB8-8B1E-423B-B30D-1FF4B80BF93A}" presName="iconSpace" presStyleCnt="0"/>
      <dgm:spPr/>
    </dgm:pt>
    <dgm:pt modelId="{3B29DB24-A3CB-4E7B-B70B-2131051F06D6}" type="pres">
      <dgm:prSet presAssocID="{F0B8DAB8-8B1E-423B-B30D-1FF4B80BF93A}" presName="parTx" presStyleLbl="revTx" presStyleIdx="6" presStyleCnt="8">
        <dgm:presLayoutVars>
          <dgm:chMax val="0"/>
          <dgm:chPref val="0"/>
        </dgm:presLayoutVars>
      </dgm:prSet>
      <dgm:spPr/>
    </dgm:pt>
    <dgm:pt modelId="{03F727CF-3CDF-4029-B663-C1F0F69F9158}" type="pres">
      <dgm:prSet presAssocID="{F0B8DAB8-8B1E-423B-B30D-1FF4B80BF93A}" presName="txSpace" presStyleCnt="0"/>
      <dgm:spPr/>
    </dgm:pt>
    <dgm:pt modelId="{4B432157-722C-436E-BAD2-C15920FFBA1D}" type="pres">
      <dgm:prSet presAssocID="{F0B8DAB8-8B1E-423B-B30D-1FF4B80BF93A}" presName="desTx" presStyleLbl="revTx" presStyleIdx="7" presStyleCnt="8">
        <dgm:presLayoutVars/>
      </dgm:prSet>
      <dgm:spPr/>
    </dgm:pt>
  </dgm:ptLst>
  <dgm:cxnLst>
    <dgm:cxn modelId="{B7205900-D8BC-4907-ADB5-1CD35577407B}" type="presOf" srcId="{F0B8DAB8-8B1E-423B-B30D-1FF4B80BF93A}" destId="{3B29DB24-A3CB-4E7B-B70B-2131051F06D6}" srcOrd="0" destOrd="0" presId="urn:microsoft.com/office/officeart/2018/5/layout/CenteredIconLabelDescriptionList"/>
    <dgm:cxn modelId="{9952660E-29B7-4885-BA94-96D61F0EA0BE}" type="presOf" srcId="{03924C1A-FD5E-4DD3-8FFD-C51993F88E38}" destId="{5618DB9F-D178-4459-886E-4E8E0C074416}" srcOrd="0" destOrd="1" presId="urn:microsoft.com/office/officeart/2018/5/layout/CenteredIconLabelDescriptionList"/>
    <dgm:cxn modelId="{CB21D112-0CA4-4279-A7CB-2C566E14E4D3}" srcId="{F0B8DAB8-8B1E-423B-B30D-1FF4B80BF93A}" destId="{D552653D-A3CE-4B04-8BFB-576C365B991E}" srcOrd="0" destOrd="0" parTransId="{03BFDE3C-654F-47F4-A9A1-504BC39C0E49}" sibTransId="{135C7473-F94C-4D11-9BE6-701071914CE3}"/>
    <dgm:cxn modelId="{8CA32C15-A313-4CFC-9753-584E4E2EFEA0}" type="presOf" srcId="{F7BA782B-D029-492A-9CC5-3120754594B7}" destId="{1BC47309-A461-47AF-B64F-1A982434F723}" srcOrd="0" destOrd="1" presId="urn:microsoft.com/office/officeart/2018/5/layout/CenteredIconLabelDescriptionList"/>
    <dgm:cxn modelId="{AB15C83A-A37E-4CA7-B1DA-85784074A9F9}" type="presOf" srcId="{AEDCF53E-FAC0-47B6-819C-2DFA7932CBB2}" destId="{5E3F5256-F6D2-420D-9568-4AA6D2F6D483}" srcOrd="0" destOrd="0" presId="urn:microsoft.com/office/officeart/2018/5/layout/CenteredIconLabelDescriptionList"/>
    <dgm:cxn modelId="{3B357762-8525-4057-9746-CA25BBF5505F}" type="presOf" srcId="{CF25274A-323F-4D8D-9244-266522DD6DC5}" destId="{665416E4-548E-4099-9F4D-E7BE0B7499B8}" srcOrd="0" destOrd="0" presId="urn:microsoft.com/office/officeart/2018/5/layout/CenteredIconLabelDescriptionList"/>
    <dgm:cxn modelId="{E80CF762-5586-41FF-B419-DC864A40863E}" srcId="{CF25274A-323F-4D8D-9244-266522DD6DC5}" destId="{74929A88-148C-4617-AC3F-C7B7EEBAB454}" srcOrd="2" destOrd="0" parTransId="{4593EA21-5AB3-44EA-A510-C75CCCE182CD}" sibTransId="{89D44F51-017A-49EF-B192-F7B7D2DFBEB9}"/>
    <dgm:cxn modelId="{857FA648-668D-4BE5-BB75-88B5AC54B69D}" type="presOf" srcId="{1C36BE5D-9220-4D4B-99D8-8411FF51126F}" destId="{1BC47309-A461-47AF-B64F-1A982434F723}" srcOrd="0" destOrd="2" presId="urn:microsoft.com/office/officeart/2018/5/layout/CenteredIconLabelDescriptionList"/>
    <dgm:cxn modelId="{67C0E44B-91BD-4B44-A6FA-21550D24BD65}" srcId="{74929A88-148C-4617-AC3F-C7B7EEBAB454}" destId="{0CAE823E-244B-434D-B056-65078677EE9C}" srcOrd="1" destOrd="0" parTransId="{08FE590F-E274-44BE-9EA9-D6A06C6636B6}" sibTransId="{99A2ED4C-A1D3-4C8A-B06E-598AE749CEFE}"/>
    <dgm:cxn modelId="{EA588F77-FADD-4275-8860-E5496EE7D6CE}" type="presOf" srcId="{FA2C00F6-DE2A-4E59-9ED8-F64502F19580}" destId="{5618DB9F-D178-4459-886E-4E8E0C074416}" srcOrd="0" destOrd="0" presId="urn:microsoft.com/office/officeart/2018/5/layout/CenteredIconLabelDescriptionList"/>
    <dgm:cxn modelId="{E8449887-AA18-4DFA-99A6-E214B3363603}" srcId="{CF25274A-323F-4D8D-9244-266522DD6DC5}" destId="{F0B8DAB8-8B1E-423B-B30D-1FF4B80BF93A}" srcOrd="3" destOrd="0" parTransId="{00B4AA86-0455-49D9-8814-888D6B144C08}" sibTransId="{A4A0026E-9348-48B3-B62E-FD93E44D3308}"/>
    <dgm:cxn modelId="{5E984793-1B59-43D9-B3BD-A528A726C1B7}" type="presOf" srcId="{872C1535-F63E-4F3B-83E4-12FCAABB4EBC}" destId="{938D42F4-AE58-4DDC-96C5-FAF3B7E1E151}" srcOrd="0" destOrd="0" presId="urn:microsoft.com/office/officeart/2018/5/layout/CenteredIconLabelDescriptionList"/>
    <dgm:cxn modelId="{FAF9B995-DB02-47BC-B2BF-2F1D74B6A2B6}" srcId="{872C1535-F63E-4F3B-83E4-12FCAABB4EBC}" destId="{A0230CB2-1F34-4BCA-991D-E37F8829D296}" srcOrd="0" destOrd="0" parTransId="{76F8F1D0-63B7-418A-B532-221DB87E2C6B}" sibTransId="{3BE31F95-25D7-45CA-8DF1-65DE53D4E90C}"/>
    <dgm:cxn modelId="{3BCB9AA3-091F-4DFD-B66D-D995283905FC}" srcId="{CF25274A-323F-4D8D-9244-266522DD6DC5}" destId="{AEDCF53E-FAC0-47B6-819C-2DFA7932CBB2}" srcOrd="1" destOrd="0" parTransId="{9AE14BD0-12B9-4C7C-8A89-785B347CD185}" sibTransId="{386BE7D1-CA1D-4800-BB30-6C6BDCD5E903}"/>
    <dgm:cxn modelId="{320B1AA7-81B4-4698-838C-A7DD5EB2932A}" srcId="{872C1535-F63E-4F3B-83E4-12FCAABB4EBC}" destId="{1C36BE5D-9220-4D4B-99D8-8411FF51126F}" srcOrd="2" destOrd="0" parTransId="{FEF42786-90E9-4DF7-894B-7942BB0663CD}" sibTransId="{46306A94-ACED-4493-8F68-B6E1E464C6BE}"/>
    <dgm:cxn modelId="{0A7716D6-C2DE-4C0A-9620-8AFFA096A97E}" type="presOf" srcId="{D552653D-A3CE-4B04-8BFB-576C365B991E}" destId="{4B432157-722C-436E-BAD2-C15920FFBA1D}" srcOrd="0" destOrd="0" presId="urn:microsoft.com/office/officeart/2018/5/layout/CenteredIconLabelDescriptionList"/>
    <dgm:cxn modelId="{06BA8CE0-CF7C-46A0-A3D3-77EB98F1E9E8}" srcId="{872C1535-F63E-4F3B-83E4-12FCAABB4EBC}" destId="{F7BA782B-D029-492A-9CC5-3120754594B7}" srcOrd="1" destOrd="0" parTransId="{5169FE6A-BCAA-4CB4-9999-5FCCA76271F3}" sibTransId="{C0943771-B406-4030-8779-B8F0629F7204}"/>
    <dgm:cxn modelId="{76C92FE1-F685-42BE-B702-56BF44A2A62B}" srcId="{AEDCF53E-FAC0-47B6-819C-2DFA7932CBB2}" destId="{03924C1A-FD5E-4DD3-8FFD-C51993F88E38}" srcOrd="1" destOrd="0" parTransId="{7AFA813E-3D27-4BD9-87F4-3B4E9D794C74}" sibTransId="{397DD4CC-6E38-495E-835B-37CC2C555290}"/>
    <dgm:cxn modelId="{95B0FDE5-EE08-45E0-9422-E214FFDE1F63}" srcId="{CF25274A-323F-4D8D-9244-266522DD6DC5}" destId="{872C1535-F63E-4F3B-83E4-12FCAABB4EBC}" srcOrd="0" destOrd="0" parTransId="{37E23FE8-357A-4198-8A11-2A72416BD34E}" sibTransId="{5B53BD3F-1070-47CF-B2BC-90F4DE1FFCDE}"/>
    <dgm:cxn modelId="{38DF3FE9-3178-41AA-A629-2926C3A0D325}" type="presOf" srcId="{0CAE823E-244B-434D-B056-65078677EE9C}" destId="{F3435065-B352-4D0B-9FDB-BAC192F9B086}" srcOrd="0" destOrd="1" presId="urn:microsoft.com/office/officeart/2018/5/layout/CenteredIconLabelDescriptionList"/>
    <dgm:cxn modelId="{1391EFEB-DABD-4476-B2AA-F6D914E31DCF}" type="presOf" srcId="{1F8DD57A-000C-41BC-BDEF-2F5CFDF2FB2C}" destId="{F3435065-B352-4D0B-9FDB-BAC192F9B086}" srcOrd="0" destOrd="0" presId="urn:microsoft.com/office/officeart/2018/5/layout/CenteredIconLabelDescriptionList"/>
    <dgm:cxn modelId="{EA590AEF-1059-4541-8EC0-D9DC60552FA7}" type="presOf" srcId="{74929A88-148C-4617-AC3F-C7B7EEBAB454}" destId="{E25F0A9C-509E-4A7C-9550-727B05A0CE2D}" srcOrd="0" destOrd="0" presId="urn:microsoft.com/office/officeart/2018/5/layout/CenteredIconLabelDescriptionList"/>
    <dgm:cxn modelId="{E525C5F2-B55F-4816-B9FB-A3BE0AFEB486}" type="presOf" srcId="{A0230CB2-1F34-4BCA-991D-E37F8829D296}" destId="{1BC47309-A461-47AF-B64F-1A982434F723}" srcOrd="0" destOrd="0" presId="urn:microsoft.com/office/officeart/2018/5/layout/CenteredIconLabelDescriptionList"/>
    <dgm:cxn modelId="{30B8A2F9-0E55-410D-9C62-3C5CD0F38CE6}" srcId="{AEDCF53E-FAC0-47B6-819C-2DFA7932CBB2}" destId="{FA2C00F6-DE2A-4E59-9ED8-F64502F19580}" srcOrd="0" destOrd="0" parTransId="{E3EEA67D-AD7A-4B32-A7B5-2E049383FE9A}" sibTransId="{DF69CAAB-53BB-4FEF-95AE-F6296B5DC745}"/>
    <dgm:cxn modelId="{33FA0FFB-49BA-45AC-A883-D697F4F834EE}" srcId="{74929A88-148C-4617-AC3F-C7B7EEBAB454}" destId="{1F8DD57A-000C-41BC-BDEF-2F5CFDF2FB2C}" srcOrd="0" destOrd="0" parTransId="{6BA8044A-C08A-486C-9C26-4745FB9C45B0}" sibTransId="{DA4ED051-3ABE-406E-9270-AF3D2530497F}"/>
    <dgm:cxn modelId="{A2F64382-34D9-4859-92D7-3CC848106663}" type="presParOf" srcId="{665416E4-548E-4099-9F4D-E7BE0B7499B8}" destId="{F554D951-CE81-4BDE-8C6B-059B681A7145}" srcOrd="0" destOrd="0" presId="urn:microsoft.com/office/officeart/2018/5/layout/CenteredIconLabelDescriptionList"/>
    <dgm:cxn modelId="{3A812FD4-4D51-4A3E-B84C-9DB44BE56A2F}" type="presParOf" srcId="{F554D951-CE81-4BDE-8C6B-059B681A7145}" destId="{D0F787BD-EE98-442C-90CB-75E8954985E4}" srcOrd="0" destOrd="0" presId="urn:microsoft.com/office/officeart/2018/5/layout/CenteredIconLabelDescriptionList"/>
    <dgm:cxn modelId="{1BF9D772-0E89-4859-B10F-739E42ED591B}" type="presParOf" srcId="{F554D951-CE81-4BDE-8C6B-059B681A7145}" destId="{F99953AB-BFC8-46B7-B03D-26A6671A0D19}" srcOrd="1" destOrd="0" presId="urn:microsoft.com/office/officeart/2018/5/layout/CenteredIconLabelDescriptionList"/>
    <dgm:cxn modelId="{4FFAC517-9A2E-4476-84B4-170A879AFE36}" type="presParOf" srcId="{F554D951-CE81-4BDE-8C6B-059B681A7145}" destId="{938D42F4-AE58-4DDC-96C5-FAF3B7E1E151}" srcOrd="2" destOrd="0" presId="urn:microsoft.com/office/officeart/2018/5/layout/CenteredIconLabelDescriptionList"/>
    <dgm:cxn modelId="{868EF2A4-B322-4FF9-99E0-101CB7CAFAC7}" type="presParOf" srcId="{F554D951-CE81-4BDE-8C6B-059B681A7145}" destId="{8BFFB360-8670-48B7-98B7-FF5B64352D20}" srcOrd="3" destOrd="0" presId="urn:microsoft.com/office/officeart/2018/5/layout/CenteredIconLabelDescriptionList"/>
    <dgm:cxn modelId="{254757B4-E0C3-4ADF-8369-968CBF31CBCF}" type="presParOf" srcId="{F554D951-CE81-4BDE-8C6B-059B681A7145}" destId="{1BC47309-A461-47AF-B64F-1A982434F723}" srcOrd="4" destOrd="0" presId="urn:microsoft.com/office/officeart/2018/5/layout/CenteredIconLabelDescriptionList"/>
    <dgm:cxn modelId="{C9845ED4-DCC7-4A44-BC3F-273776B798F1}" type="presParOf" srcId="{665416E4-548E-4099-9F4D-E7BE0B7499B8}" destId="{031A3857-24DB-4956-B565-39E7184842A1}" srcOrd="1" destOrd="0" presId="urn:microsoft.com/office/officeart/2018/5/layout/CenteredIconLabelDescriptionList"/>
    <dgm:cxn modelId="{E9796978-91C0-4CF4-8250-B9A4BC754C99}" type="presParOf" srcId="{665416E4-548E-4099-9F4D-E7BE0B7499B8}" destId="{BB9B8158-46D5-4A74-B139-B711150C6DA4}" srcOrd="2" destOrd="0" presId="urn:microsoft.com/office/officeart/2018/5/layout/CenteredIconLabelDescriptionList"/>
    <dgm:cxn modelId="{2E2E8B27-482D-4A2C-BB97-608F3CBD7C7E}" type="presParOf" srcId="{BB9B8158-46D5-4A74-B139-B711150C6DA4}" destId="{14CAF33C-00B7-4BCB-8229-D86E85F4AD11}" srcOrd="0" destOrd="0" presId="urn:microsoft.com/office/officeart/2018/5/layout/CenteredIconLabelDescriptionList"/>
    <dgm:cxn modelId="{EC61D3A3-16C5-423B-AD58-79F8D7F420EE}" type="presParOf" srcId="{BB9B8158-46D5-4A74-B139-B711150C6DA4}" destId="{4BE48F7A-1EF9-43E6-BC70-280B332C3332}" srcOrd="1" destOrd="0" presId="urn:microsoft.com/office/officeart/2018/5/layout/CenteredIconLabelDescriptionList"/>
    <dgm:cxn modelId="{252B08C7-D9DA-4190-B1F9-3E98EC666410}" type="presParOf" srcId="{BB9B8158-46D5-4A74-B139-B711150C6DA4}" destId="{5E3F5256-F6D2-420D-9568-4AA6D2F6D483}" srcOrd="2" destOrd="0" presId="urn:microsoft.com/office/officeart/2018/5/layout/CenteredIconLabelDescriptionList"/>
    <dgm:cxn modelId="{61BA8E99-A40B-4419-B2CD-7FA027B7F4F9}" type="presParOf" srcId="{BB9B8158-46D5-4A74-B139-B711150C6DA4}" destId="{7D37996A-CFEF-4996-9234-64CA4658687B}" srcOrd="3" destOrd="0" presId="urn:microsoft.com/office/officeart/2018/5/layout/CenteredIconLabelDescriptionList"/>
    <dgm:cxn modelId="{84BC5877-B09C-4653-AB1D-ECE368105056}" type="presParOf" srcId="{BB9B8158-46D5-4A74-B139-B711150C6DA4}" destId="{5618DB9F-D178-4459-886E-4E8E0C074416}" srcOrd="4" destOrd="0" presId="urn:microsoft.com/office/officeart/2018/5/layout/CenteredIconLabelDescriptionList"/>
    <dgm:cxn modelId="{C56A0459-4BAE-49D8-AD63-77AFBEAE7A82}" type="presParOf" srcId="{665416E4-548E-4099-9F4D-E7BE0B7499B8}" destId="{E9BE0485-3F7C-4E6F-A16E-26836F5A4927}" srcOrd="3" destOrd="0" presId="urn:microsoft.com/office/officeart/2018/5/layout/CenteredIconLabelDescriptionList"/>
    <dgm:cxn modelId="{57E026AE-AB0C-44F6-AC77-2ADC129B9B45}" type="presParOf" srcId="{665416E4-548E-4099-9F4D-E7BE0B7499B8}" destId="{AB01DADD-6A85-42F5-9397-9703D2D4F225}" srcOrd="4" destOrd="0" presId="urn:microsoft.com/office/officeart/2018/5/layout/CenteredIconLabelDescriptionList"/>
    <dgm:cxn modelId="{C8166C83-4A75-4AF1-B975-43526225AE66}" type="presParOf" srcId="{AB01DADD-6A85-42F5-9397-9703D2D4F225}" destId="{FB8F01E4-BF74-4FC2-9D0B-8401F8EE9892}" srcOrd="0" destOrd="0" presId="urn:microsoft.com/office/officeart/2018/5/layout/CenteredIconLabelDescriptionList"/>
    <dgm:cxn modelId="{5D6DD2E3-FAFE-4D1E-8EBD-46054A4D3FDF}" type="presParOf" srcId="{AB01DADD-6A85-42F5-9397-9703D2D4F225}" destId="{2E86F7FB-1F98-49A8-A8BE-EEB3B58F5329}" srcOrd="1" destOrd="0" presId="urn:microsoft.com/office/officeart/2018/5/layout/CenteredIconLabelDescriptionList"/>
    <dgm:cxn modelId="{2B7BE088-F917-4675-BF15-AAE1FE4C82F7}" type="presParOf" srcId="{AB01DADD-6A85-42F5-9397-9703D2D4F225}" destId="{E25F0A9C-509E-4A7C-9550-727B05A0CE2D}" srcOrd="2" destOrd="0" presId="urn:microsoft.com/office/officeart/2018/5/layout/CenteredIconLabelDescriptionList"/>
    <dgm:cxn modelId="{05E4AE28-D96D-4F90-B81D-B6DE5EB796C7}" type="presParOf" srcId="{AB01DADD-6A85-42F5-9397-9703D2D4F225}" destId="{52A54282-63C0-4313-8111-3F60FD11C8E9}" srcOrd="3" destOrd="0" presId="urn:microsoft.com/office/officeart/2018/5/layout/CenteredIconLabelDescriptionList"/>
    <dgm:cxn modelId="{ED129E8E-4E0F-4157-9034-1CE26B815C83}" type="presParOf" srcId="{AB01DADD-6A85-42F5-9397-9703D2D4F225}" destId="{F3435065-B352-4D0B-9FDB-BAC192F9B086}" srcOrd="4" destOrd="0" presId="urn:microsoft.com/office/officeart/2018/5/layout/CenteredIconLabelDescriptionList"/>
    <dgm:cxn modelId="{324C838E-6D76-42DA-94DF-64186015DB0E}" type="presParOf" srcId="{665416E4-548E-4099-9F4D-E7BE0B7499B8}" destId="{9C6E41B0-3EA2-4DB5-9E21-ACA18208EFD3}" srcOrd="5" destOrd="0" presId="urn:microsoft.com/office/officeart/2018/5/layout/CenteredIconLabelDescriptionList"/>
    <dgm:cxn modelId="{80613E64-3B8A-47D2-BD4F-3FA87FC20C44}" type="presParOf" srcId="{665416E4-548E-4099-9F4D-E7BE0B7499B8}" destId="{611CF14A-6865-4D09-80D7-F879637ADE16}" srcOrd="6" destOrd="0" presId="urn:microsoft.com/office/officeart/2018/5/layout/CenteredIconLabelDescriptionList"/>
    <dgm:cxn modelId="{2ED739C3-AF94-49F9-916A-8483CAEAC49B}" type="presParOf" srcId="{611CF14A-6865-4D09-80D7-F879637ADE16}" destId="{C8C79EC3-AAEB-48D9-88A5-D2FDCAE508C1}" srcOrd="0" destOrd="0" presId="urn:microsoft.com/office/officeart/2018/5/layout/CenteredIconLabelDescriptionList"/>
    <dgm:cxn modelId="{A4DAECF7-CB55-41B5-88C5-75CC79213C58}" type="presParOf" srcId="{611CF14A-6865-4D09-80D7-F879637ADE16}" destId="{C41529DD-9645-4387-ADFE-192A42412E0E}" srcOrd="1" destOrd="0" presId="urn:microsoft.com/office/officeart/2018/5/layout/CenteredIconLabelDescriptionList"/>
    <dgm:cxn modelId="{4A895CAD-A1F2-42C7-83C8-516DD5BB59B3}" type="presParOf" srcId="{611CF14A-6865-4D09-80D7-F879637ADE16}" destId="{3B29DB24-A3CB-4E7B-B70B-2131051F06D6}" srcOrd="2" destOrd="0" presId="urn:microsoft.com/office/officeart/2018/5/layout/CenteredIconLabelDescriptionList"/>
    <dgm:cxn modelId="{F99AB61E-5ECD-442B-8150-0A8DA0295A20}" type="presParOf" srcId="{611CF14A-6865-4D09-80D7-F879637ADE16}" destId="{03F727CF-3CDF-4029-B663-C1F0F69F9158}" srcOrd="3" destOrd="0" presId="urn:microsoft.com/office/officeart/2018/5/layout/CenteredIconLabelDescriptionList"/>
    <dgm:cxn modelId="{D8D1FE49-4C1D-4CBA-9EC7-601733F42466}" type="presParOf" srcId="{611CF14A-6865-4D09-80D7-F879637ADE16}" destId="{4B432157-722C-436E-BAD2-C15920FFBA1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A7A66319-76DA-40EE-8DC5-1360F47B576F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73A02E-53CF-4E32-A19C-3A3B58A07528}">
      <dgm:prSet/>
      <dgm:spPr/>
      <dgm:t>
        <a:bodyPr/>
        <a:lstStyle/>
        <a:p>
          <a:r>
            <a:rPr lang="en-US"/>
            <a:t>Child private keys</a:t>
          </a:r>
          <a:r>
            <a:rPr lang="tr-TR"/>
            <a:t> are random</a:t>
          </a:r>
          <a:endParaRPr lang="en-US"/>
        </a:p>
      </dgm:t>
    </dgm:pt>
    <dgm:pt modelId="{C88235B6-05E7-449F-85F3-49C8708BFDCD}" type="parTrans" cxnId="{042F6616-138A-4845-BD66-4542542D8A23}">
      <dgm:prSet/>
      <dgm:spPr/>
      <dgm:t>
        <a:bodyPr/>
        <a:lstStyle/>
        <a:p>
          <a:endParaRPr lang="en-US" sz="2400"/>
        </a:p>
      </dgm:t>
    </dgm:pt>
    <dgm:pt modelId="{1E6487C9-81E1-4D7B-A6AE-76EA7FEA138C}" type="sibTrans" cxnId="{042F6616-138A-4845-BD66-4542542D8A23}">
      <dgm:prSet/>
      <dgm:spPr/>
      <dgm:t>
        <a:bodyPr/>
        <a:lstStyle/>
        <a:p>
          <a:endParaRPr lang="en-US"/>
        </a:p>
      </dgm:t>
    </dgm:pt>
    <dgm:pt modelId="{DFEDB7E0-27FF-437B-AE2E-EF2D9DC43288}">
      <dgm:prSet/>
      <dgm:spPr/>
      <dgm:t>
        <a:bodyPr/>
        <a:lstStyle/>
        <a:p>
          <a:r>
            <a:rPr lang="en-US"/>
            <a:t>the derivation function is</a:t>
          </a:r>
        </a:p>
      </dgm:t>
    </dgm:pt>
    <dgm:pt modelId="{F2FE796D-CEB6-4ECD-A0A0-F6179F4B15EF}" type="parTrans" cxnId="{925ECAFC-EE2C-42E6-8A59-8102E49AB0FE}">
      <dgm:prSet/>
      <dgm:spPr/>
      <dgm:t>
        <a:bodyPr/>
        <a:lstStyle/>
        <a:p>
          <a:endParaRPr lang="en-US" sz="2400"/>
        </a:p>
      </dgm:t>
    </dgm:pt>
    <dgm:pt modelId="{FB430539-8673-4F7B-9833-4B76204ACA71}" type="sibTrans" cxnId="{925ECAFC-EE2C-42E6-8A59-8102E49AB0FE}">
      <dgm:prSet/>
      <dgm:spPr/>
      <dgm:t>
        <a:bodyPr/>
        <a:lstStyle/>
        <a:p>
          <a:endParaRPr lang="en-US"/>
        </a:p>
      </dgm:t>
    </dgm:pt>
    <dgm:pt modelId="{551A2CF7-D34E-4B88-806F-2E9D789B00C3}">
      <dgm:prSet/>
      <dgm:spPr/>
      <dgm:t>
        <a:bodyPr/>
        <a:lstStyle/>
        <a:p>
          <a:r>
            <a:rPr lang="en-US"/>
            <a:t>the child key cannot be used</a:t>
          </a:r>
        </a:p>
      </dgm:t>
    </dgm:pt>
    <dgm:pt modelId="{ACDF9EA0-F0D5-4CF7-A5C5-CAEA360EA36B}" type="parTrans" cxnId="{FBAC9450-7463-4AB6-A034-C56F5174B974}">
      <dgm:prSet/>
      <dgm:spPr/>
      <dgm:t>
        <a:bodyPr/>
        <a:lstStyle/>
        <a:p>
          <a:endParaRPr lang="en-US" sz="2400"/>
        </a:p>
      </dgm:t>
    </dgm:pt>
    <dgm:pt modelId="{17317AD3-1467-4473-8EFD-33BA6F23E209}" type="sibTrans" cxnId="{FBAC9450-7463-4AB6-A034-C56F5174B974}">
      <dgm:prSet/>
      <dgm:spPr/>
      <dgm:t>
        <a:bodyPr/>
        <a:lstStyle/>
        <a:p>
          <a:endParaRPr lang="en-US"/>
        </a:p>
      </dgm:t>
    </dgm:pt>
    <dgm:pt modelId="{6B8C13BC-EDDC-480E-9D92-EA4B35450AEA}">
      <dgm:prSet/>
      <dgm:spPr/>
      <dgm:t>
        <a:bodyPr/>
        <a:lstStyle/>
        <a:p>
          <a:r>
            <a:rPr lang="tr-TR"/>
            <a:t>siblings cannot be found</a:t>
          </a:r>
          <a:endParaRPr lang="en-US"/>
        </a:p>
      </dgm:t>
    </dgm:pt>
    <dgm:pt modelId="{D52C2213-7C45-4C4D-B8A3-B63B9085EBF7}" type="parTrans" cxnId="{35700186-C129-43A5-9A10-504AF25D7E10}">
      <dgm:prSet/>
      <dgm:spPr/>
      <dgm:t>
        <a:bodyPr/>
        <a:lstStyle/>
        <a:p>
          <a:endParaRPr lang="en-US" sz="2400"/>
        </a:p>
      </dgm:t>
    </dgm:pt>
    <dgm:pt modelId="{6EC9117D-78E8-4842-848B-5CE3FAE657C2}" type="sibTrans" cxnId="{35700186-C129-43A5-9A10-504AF25D7E10}">
      <dgm:prSet/>
      <dgm:spPr/>
      <dgm:t>
        <a:bodyPr/>
        <a:lstStyle/>
        <a:p>
          <a:endParaRPr lang="en-US"/>
        </a:p>
      </dgm:t>
    </dgm:pt>
    <dgm:pt modelId="{4217C2CA-379F-4DB1-A0F6-DDA49CEB5795}">
      <dgm:prSet/>
      <dgm:spPr/>
      <dgm:t>
        <a:bodyPr/>
        <a:lstStyle/>
        <a:p>
          <a:pPr>
            <a:defRPr b="1"/>
          </a:pPr>
          <a:r>
            <a:rPr lang="tr-TR"/>
            <a:t>Randomness</a:t>
          </a:r>
          <a:endParaRPr lang="en-US"/>
        </a:p>
      </dgm:t>
    </dgm:pt>
    <dgm:pt modelId="{A70D77E2-A153-4712-AB71-95104FBC67D1}" type="parTrans" cxnId="{49342FA5-051F-40C4-985C-379702CE23B0}">
      <dgm:prSet/>
      <dgm:spPr/>
      <dgm:t>
        <a:bodyPr/>
        <a:lstStyle/>
        <a:p>
          <a:endParaRPr lang="en-US" sz="2400"/>
        </a:p>
      </dgm:t>
    </dgm:pt>
    <dgm:pt modelId="{801E8082-A3C4-4337-8EE5-18AFE7890AD7}" type="sibTrans" cxnId="{49342FA5-051F-40C4-985C-379702CE23B0}">
      <dgm:prSet/>
      <dgm:spPr/>
      <dgm:t>
        <a:bodyPr/>
        <a:lstStyle/>
        <a:p>
          <a:endParaRPr lang="en-US"/>
        </a:p>
      </dgm:t>
    </dgm:pt>
    <dgm:pt modelId="{1E34863D-E012-401D-B271-1F85D10BD4C7}">
      <dgm:prSet/>
      <dgm:spPr/>
      <dgm:t>
        <a:bodyPr/>
        <a:lstStyle/>
        <a:p>
          <a:pPr>
            <a:defRPr b="1"/>
          </a:pPr>
          <a:r>
            <a:rPr lang="tr-TR"/>
            <a:t>One way function</a:t>
          </a:r>
          <a:endParaRPr lang="en-US"/>
        </a:p>
      </dgm:t>
    </dgm:pt>
    <dgm:pt modelId="{D21C6805-89E9-4ECB-A702-4D66796C3209}" type="parTrans" cxnId="{8E6F7B71-80C7-417B-8108-D389B442ADBC}">
      <dgm:prSet/>
      <dgm:spPr/>
      <dgm:t>
        <a:bodyPr/>
        <a:lstStyle/>
        <a:p>
          <a:endParaRPr lang="en-US" sz="2400"/>
        </a:p>
      </dgm:t>
    </dgm:pt>
    <dgm:pt modelId="{D8B560CC-AC3C-4A70-A657-AE36B731F54E}" type="sibTrans" cxnId="{8E6F7B71-80C7-417B-8108-D389B442ADBC}">
      <dgm:prSet/>
      <dgm:spPr/>
      <dgm:t>
        <a:bodyPr/>
        <a:lstStyle/>
        <a:p>
          <a:endParaRPr lang="en-US"/>
        </a:p>
      </dgm:t>
    </dgm:pt>
    <dgm:pt modelId="{BED83F41-9994-48F6-84BE-13DC7F95E586}">
      <dgm:prSet/>
      <dgm:spPr/>
      <dgm:t>
        <a:bodyPr/>
        <a:lstStyle/>
        <a:p>
          <a:pPr>
            <a:defRPr b="1"/>
          </a:pPr>
          <a:r>
            <a:rPr lang="tr-TR" dirty="0" err="1"/>
            <a:t>Inaccessible</a:t>
          </a:r>
          <a:r>
            <a:rPr lang="tr-TR" dirty="0"/>
            <a:t> </a:t>
          </a:r>
          <a:r>
            <a:rPr lang="tr-TR" dirty="0" err="1"/>
            <a:t>Siblings</a:t>
          </a:r>
          <a:endParaRPr lang="en-US" dirty="0"/>
        </a:p>
      </dgm:t>
    </dgm:pt>
    <dgm:pt modelId="{65852060-89B5-4757-BF10-9EC29CB88FF7}" type="parTrans" cxnId="{921F1F31-D78E-4905-82FA-D16C9CDA4E13}">
      <dgm:prSet/>
      <dgm:spPr/>
      <dgm:t>
        <a:bodyPr/>
        <a:lstStyle/>
        <a:p>
          <a:endParaRPr lang="en-US" sz="2400"/>
        </a:p>
      </dgm:t>
    </dgm:pt>
    <dgm:pt modelId="{25EF8419-D0A1-4CAC-A1F9-10A096242E04}" type="sibTrans" cxnId="{921F1F31-D78E-4905-82FA-D16C9CDA4E13}">
      <dgm:prSet/>
      <dgm:spPr/>
      <dgm:t>
        <a:bodyPr/>
        <a:lstStyle/>
        <a:p>
          <a:endParaRPr lang="en-US"/>
        </a:p>
      </dgm:t>
    </dgm:pt>
    <dgm:pt modelId="{CB9ADEDE-F933-4CAD-AF96-70A04576D998}">
      <dgm:prSet/>
      <dgm:spPr/>
      <dgm:t>
        <a:bodyPr/>
        <a:lstStyle/>
        <a:p>
          <a:r>
            <a:rPr lang="tr-TR"/>
            <a:t>as if a random key</a:t>
          </a:r>
          <a:endParaRPr lang="en-US"/>
        </a:p>
      </dgm:t>
    </dgm:pt>
    <dgm:pt modelId="{CFDA8412-CDE2-4A33-A728-D3E8587B5C43}" type="parTrans" cxnId="{E2CB3148-2C11-4A02-B078-FFE45EAEB548}">
      <dgm:prSet/>
      <dgm:spPr/>
      <dgm:t>
        <a:bodyPr/>
        <a:lstStyle/>
        <a:p>
          <a:endParaRPr lang="tr-TR"/>
        </a:p>
      </dgm:t>
    </dgm:pt>
    <dgm:pt modelId="{5BCE7492-CE35-4B13-B143-773F75720E0A}" type="sibTrans" cxnId="{E2CB3148-2C11-4A02-B078-FFE45EAEB548}">
      <dgm:prSet/>
      <dgm:spPr/>
      <dgm:t>
        <a:bodyPr/>
        <a:lstStyle/>
        <a:p>
          <a:endParaRPr lang="tr-TR"/>
        </a:p>
      </dgm:t>
    </dgm:pt>
    <dgm:pt modelId="{82E04495-E365-46BA-A216-F42A0E5B8599}">
      <dgm:prSet/>
      <dgm:spPr/>
      <dgm:t>
        <a:bodyPr/>
        <a:lstStyle/>
        <a:p>
          <a:r>
            <a:rPr lang="en-US"/>
            <a:t>a one-way function</a:t>
          </a:r>
        </a:p>
      </dgm:t>
    </dgm:pt>
    <dgm:pt modelId="{D266E44D-0248-4060-B00F-81A2397ADC21}" type="parTrans" cxnId="{118E3CBF-FA39-412C-A664-F2A041805A31}">
      <dgm:prSet/>
      <dgm:spPr/>
      <dgm:t>
        <a:bodyPr/>
        <a:lstStyle/>
        <a:p>
          <a:endParaRPr lang="tr-TR"/>
        </a:p>
      </dgm:t>
    </dgm:pt>
    <dgm:pt modelId="{498642D4-5445-4AB2-BD21-9C97E75BD1D0}" type="sibTrans" cxnId="{118E3CBF-FA39-412C-A664-F2A041805A31}">
      <dgm:prSet/>
      <dgm:spPr/>
      <dgm:t>
        <a:bodyPr/>
        <a:lstStyle/>
        <a:p>
          <a:endParaRPr lang="tr-TR"/>
        </a:p>
      </dgm:t>
    </dgm:pt>
    <dgm:pt modelId="{4AC3F2BE-3384-41CB-B493-464FCCDC22E1}">
      <dgm:prSet/>
      <dgm:spPr/>
      <dgm:t>
        <a:bodyPr/>
        <a:lstStyle/>
        <a:p>
          <a:pPr>
            <a:defRPr b="1"/>
          </a:pPr>
          <a:r>
            <a:rPr lang="tr-TR" dirty="0" err="1"/>
            <a:t>Unreachable</a:t>
          </a:r>
          <a:r>
            <a:rPr lang="tr-TR" dirty="0"/>
            <a:t> </a:t>
          </a:r>
          <a:r>
            <a:rPr lang="tr-TR" dirty="0" err="1"/>
            <a:t>Parent</a:t>
          </a:r>
          <a:endParaRPr lang="en-US" dirty="0"/>
        </a:p>
      </dgm:t>
    </dgm:pt>
    <dgm:pt modelId="{4B18DF95-7EEE-46CA-8661-9338C4FD48CF}" type="parTrans" cxnId="{683B800B-237F-4735-93AD-5EE4CE630538}">
      <dgm:prSet/>
      <dgm:spPr/>
      <dgm:t>
        <a:bodyPr/>
        <a:lstStyle/>
        <a:p>
          <a:endParaRPr lang="tr-TR"/>
        </a:p>
      </dgm:t>
    </dgm:pt>
    <dgm:pt modelId="{9E43184B-8AB8-4F86-9BA2-15018C724A52}" type="sibTrans" cxnId="{683B800B-237F-4735-93AD-5EE4CE630538}">
      <dgm:prSet/>
      <dgm:spPr/>
      <dgm:t>
        <a:bodyPr/>
        <a:lstStyle/>
        <a:p>
          <a:endParaRPr lang="tr-TR"/>
        </a:p>
      </dgm:t>
    </dgm:pt>
    <dgm:pt modelId="{E22EC891-7430-4F02-B3AE-E8084CC66736}">
      <dgm:prSet/>
      <dgm:spPr/>
      <dgm:t>
        <a:bodyPr/>
        <a:lstStyle/>
        <a:p>
          <a:r>
            <a:rPr lang="en-US"/>
            <a:t>to find the parent key</a:t>
          </a:r>
        </a:p>
      </dgm:t>
    </dgm:pt>
    <dgm:pt modelId="{F6C8DAAB-C981-4BCB-9BBC-7D540AC71103}" type="parTrans" cxnId="{85CE0379-0CE9-49F5-92DB-0D2ADAE21B2E}">
      <dgm:prSet/>
      <dgm:spPr/>
      <dgm:t>
        <a:bodyPr/>
        <a:lstStyle/>
        <a:p>
          <a:endParaRPr lang="tr-TR"/>
        </a:p>
      </dgm:t>
    </dgm:pt>
    <dgm:pt modelId="{24365224-3452-42F3-B324-46C5616797B9}" type="sibTrans" cxnId="{85CE0379-0CE9-49F5-92DB-0D2ADAE21B2E}">
      <dgm:prSet/>
      <dgm:spPr/>
      <dgm:t>
        <a:bodyPr/>
        <a:lstStyle/>
        <a:p>
          <a:endParaRPr lang="tr-TR"/>
        </a:p>
      </dgm:t>
    </dgm:pt>
    <dgm:pt modelId="{864C2613-DD3E-436F-9F63-F036F57A1D65}">
      <dgm:prSet/>
      <dgm:spPr/>
      <dgm:t>
        <a:bodyPr/>
        <a:lstStyle/>
        <a:p>
          <a:r>
            <a:rPr lang="tr-TR"/>
            <a:t>from the child keys</a:t>
          </a:r>
          <a:endParaRPr lang="en-US"/>
        </a:p>
      </dgm:t>
    </dgm:pt>
    <dgm:pt modelId="{C0604313-33D1-46CC-BF72-40DB9DCA39B5}" type="parTrans" cxnId="{0F41BB1F-3068-4314-B04A-FD3535A4ED1D}">
      <dgm:prSet/>
      <dgm:spPr/>
      <dgm:t>
        <a:bodyPr/>
        <a:lstStyle/>
        <a:p>
          <a:endParaRPr lang="tr-TR"/>
        </a:p>
      </dgm:t>
    </dgm:pt>
    <dgm:pt modelId="{9DBCA392-19FB-4754-A91F-0156D512DAEE}" type="sibTrans" cxnId="{0F41BB1F-3068-4314-B04A-FD3535A4ED1D}">
      <dgm:prSet/>
      <dgm:spPr/>
      <dgm:t>
        <a:bodyPr/>
        <a:lstStyle/>
        <a:p>
          <a:endParaRPr lang="tr-TR"/>
        </a:p>
      </dgm:t>
    </dgm:pt>
    <dgm:pt modelId="{7A5F1FEC-3C48-4CD8-9506-BA65D2D7D763}" type="pres">
      <dgm:prSet presAssocID="{A7A66319-76DA-40EE-8DC5-1360F47B576F}" presName="Name0" presStyleCnt="0">
        <dgm:presLayoutVars>
          <dgm:dir/>
          <dgm:animLvl val="lvl"/>
          <dgm:resizeHandles val="exact"/>
        </dgm:presLayoutVars>
      </dgm:prSet>
      <dgm:spPr/>
    </dgm:pt>
    <dgm:pt modelId="{D5EB706F-A75A-4B4E-897C-411E84A63187}" type="pres">
      <dgm:prSet presAssocID="{4217C2CA-379F-4DB1-A0F6-DDA49CEB5795}" presName="composite" presStyleCnt="0"/>
      <dgm:spPr/>
    </dgm:pt>
    <dgm:pt modelId="{DD14A4CB-1788-40F3-B881-E08252C488E7}" type="pres">
      <dgm:prSet presAssocID="{4217C2CA-379F-4DB1-A0F6-DDA49CEB5795}" presName="parTx" presStyleLbl="alignNode1" presStyleIdx="0" presStyleCnt="4">
        <dgm:presLayoutVars>
          <dgm:chMax val="0"/>
          <dgm:chPref val="0"/>
        </dgm:presLayoutVars>
      </dgm:prSet>
      <dgm:spPr/>
    </dgm:pt>
    <dgm:pt modelId="{01F4E55B-B53C-4D8D-BA14-B70AB8275A5C}" type="pres">
      <dgm:prSet presAssocID="{4217C2CA-379F-4DB1-A0F6-DDA49CEB5795}" presName="desTx" presStyleLbl="alignAccFollowNode1" presStyleIdx="0" presStyleCnt="4">
        <dgm:presLayoutVars/>
      </dgm:prSet>
      <dgm:spPr/>
    </dgm:pt>
    <dgm:pt modelId="{F7BFA67F-D88E-4083-8C71-8E66E16403E6}" type="pres">
      <dgm:prSet presAssocID="{801E8082-A3C4-4337-8EE5-18AFE7890AD7}" presName="space" presStyleCnt="0"/>
      <dgm:spPr/>
    </dgm:pt>
    <dgm:pt modelId="{2CAF354D-ADD0-44C1-9313-959F601D9C89}" type="pres">
      <dgm:prSet presAssocID="{1E34863D-E012-401D-B271-1F85D10BD4C7}" presName="composite" presStyleCnt="0"/>
      <dgm:spPr/>
    </dgm:pt>
    <dgm:pt modelId="{054D33A4-F51B-4BEB-BD5B-084791C90915}" type="pres">
      <dgm:prSet presAssocID="{1E34863D-E012-401D-B271-1F85D10BD4C7}" presName="parTx" presStyleLbl="alignNode1" presStyleIdx="1" presStyleCnt="4">
        <dgm:presLayoutVars>
          <dgm:chMax val="0"/>
          <dgm:chPref val="0"/>
        </dgm:presLayoutVars>
      </dgm:prSet>
      <dgm:spPr/>
    </dgm:pt>
    <dgm:pt modelId="{AC118A34-B2ED-483D-BA11-4E293D0173ED}" type="pres">
      <dgm:prSet presAssocID="{1E34863D-E012-401D-B271-1F85D10BD4C7}" presName="desTx" presStyleLbl="alignAccFollowNode1" presStyleIdx="1" presStyleCnt="4">
        <dgm:presLayoutVars/>
      </dgm:prSet>
      <dgm:spPr/>
    </dgm:pt>
    <dgm:pt modelId="{DEE7CC96-BEA1-4716-B9C7-CB6ADD0C8EA2}" type="pres">
      <dgm:prSet presAssocID="{D8B560CC-AC3C-4A70-A657-AE36B731F54E}" presName="space" presStyleCnt="0"/>
      <dgm:spPr/>
    </dgm:pt>
    <dgm:pt modelId="{0054DDB8-D677-4729-A616-314A52DD75BA}" type="pres">
      <dgm:prSet presAssocID="{4AC3F2BE-3384-41CB-B493-464FCCDC22E1}" presName="composite" presStyleCnt="0"/>
      <dgm:spPr/>
    </dgm:pt>
    <dgm:pt modelId="{42A40DFE-ECE2-4071-A4E1-F3F1C3815946}" type="pres">
      <dgm:prSet presAssocID="{4AC3F2BE-3384-41CB-B493-464FCCDC22E1}" presName="parTx" presStyleLbl="alignNode1" presStyleIdx="2" presStyleCnt="4">
        <dgm:presLayoutVars>
          <dgm:chMax val="0"/>
          <dgm:chPref val="0"/>
        </dgm:presLayoutVars>
      </dgm:prSet>
      <dgm:spPr/>
    </dgm:pt>
    <dgm:pt modelId="{25A89A92-B762-4151-ADD6-AD160C3287D1}" type="pres">
      <dgm:prSet presAssocID="{4AC3F2BE-3384-41CB-B493-464FCCDC22E1}" presName="desTx" presStyleLbl="alignAccFollowNode1" presStyleIdx="2" presStyleCnt="4">
        <dgm:presLayoutVars/>
      </dgm:prSet>
      <dgm:spPr/>
    </dgm:pt>
    <dgm:pt modelId="{4F5C0C15-FAB3-408D-9B48-D268CCADD015}" type="pres">
      <dgm:prSet presAssocID="{9E43184B-8AB8-4F86-9BA2-15018C724A52}" presName="space" presStyleCnt="0"/>
      <dgm:spPr/>
    </dgm:pt>
    <dgm:pt modelId="{719B9907-0AEC-47E0-AA77-A1FE7F61699E}" type="pres">
      <dgm:prSet presAssocID="{BED83F41-9994-48F6-84BE-13DC7F95E586}" presName="composite" presStyleCnt="0"/>
      <dgm:spPr/>
    </dgm:pt>
    <dgm:pt modelId="{4E22F642-0EBB-41AE-AA2B-298464ADB5A6}" type="pres">
      <dgm:prSet presAssocID="{BED83F41-9994-48F6-84BE-13DC7F95E586}" presName="parTx" presStyleLbl="alignNode1" presStyleIdx="3" presStyleCnt="4">
        <dgm:presLayoutVars>
          <dgm:chMax val="0"/>
          <dgm:chPref val="0"/>
        </dgm:presLayoutVars>
      </dgm:prSet>
      <dgm:spPr/>
    </dgm:pt>
    <dgm:pt modelId="{F68B82ED-F5C3-4C34-AD98-98F784EFF49E}" type="pres">
      <dgm:prSet presAssocID="{BED83F41-9994-48F6-84BE-13DC7F95E586}" presName="desTx" presStyleLbl="alignAccFollowNode1" presStyleIdx="3" presStyleCnt="4">
        <dgm:presLayoutVars/>
      </dgm:prSet>
      <dgm:spPr/>
    </dgm:pt>
  </dgm:ptLst>
  <dgm:cxnLst>
    <dgm:cxn modelId="{7ED2CB05-8451-4D7C-9697-0B9CD253FC71}" type="presOf" srcId="{E22EC891-7430-4F02-B3AE-E8084CC66736}" destId="{25A89A92-B762-4151-ADD6-AD160C3287D1}" srcOrd="0" destOrd="1" presId="urn:microsoft.com/office/officeart/2016/7/layout/HorizontalActionList"/>
    <dgm:cxn modelId="{683B800B-237F-4735-93AD-5EE4CE630538}" srcId="{A7A66319-76DA-40EE-8DC5-1360F47B576F}" destId="{4AC3F2BE-3384-41CB-B493-464FCCDC22E1}" srcOrd="2" destOrd="0" parTransId="{4B18DF95-7EEE-46CA-8661-9338C4FD48CF}" sibTransId="{9E43184B-8AB8-4F86-9BA2-15018C724A52}"/>
    <dgm:cxn modelId="{042F6616-138A-4845-BD66-4542542D8A23}" srcId="{4217C2CA-379F-4DB1-A0F6-DDA49CEB5795}" destId="{E373A02E-53CF-4E32-A19C-3A3B58A07528}" srcOrd="0" destOrd="0" parTransId="{C88235B6-05E7-449F-85F3-49C8708BFDCD}" sibTransId="{1E6487C9-81E1-4D7B-A6AE-76EA7FEA138C}"/>
    <dgm:cxn modelId="{520B0619-2A3F-48B2-A09D-561541CF0A4A}" type="presOf" srcId="{551A2CF7-D34E-4B88-806F-2E9D789B00C3}" destId="{25A89A92-B762-4151-ADD6-AD160C3287D1}" srcOrd="0" destOrd="0" presId="urn:microsoft.com/office/officeart/2016/7/layout/HorizontalActionList"/>
    <dgm:cxn modelId="{0F41BB1F-3068-4314-B04A-FD3535A4ED1D}" srcId="{BED83F41-9994-48F6-84BE-13DC7F95E586}" destId="{864C2613-DD3E-436F-9F63-F036F57A1D65}" srcOrd="1" destOrd="0" parTransId="{C0604313-33D1-46CC-BF72-40DB9DCA39B5}" sibTransId="{9DBCA392-19FB-4754-A91F-0156D512DAEE}"/>
    <dgm:cxn modelId="{F2733F2A-40C0-4434-9463-99BD6F7E54B3}" type="presOf" srcId="{CB9ADEDE-F933-4CAD-AF96-70A04576D998}" destId="{01F4E55B-B53C-4D8D-BA14-B70AB8275A5C}" srcOrd="0" destOrd="1" presId="urn:microsoft.com/office/officeart/2016/7/layout/HorizontalActionList"/>
    <dgm:cxn modelId="{921F1F31-D78E-4905-82FA-D16C9CDA4E13}" srcId="{A7A66319-76DA-40EE-8DC5-1360F47B576F}" destId="{BED83F41-9994-48F6-84BE-13DC7F95E586}" srcOrd="3" destOrd="0" parTransId="{65852060-89B5-4757-BF10-9EC29CB88FF7}" sibTransId="{25EF8419-D0A1-4CAC-A1F9-10A096242E04}"/>
    <dgm:cxn modelId="{42E7F03E-FCA6-448E-97E8-0158F8941110}" type="presOf" srcId="{BED83F41-9994-48F6-84BE-13DC7F95E586}" destId="{4E22F642-0EBB-41AE-AA2B-298464ADB5A6}" srcOrd="0" destOrd="0" presId="urn:microsoft.com/office/officeart/2016/7/layout/HorizontalActionList"/>
    <dgm:cxn modelId="{E3AA4A5E-7ED2-41B4-843B-10F762A2D733}" type="presOf" srcId="{4AC3F2BE-3384-41CB-B493-464FCCDC22E1}" destId="{42A40DFE-ECE2-4071-A4E1-F3F1C3815946}" srcOrd="0" destOrd="0" presId="urn:microsoft.com/office/officeart/2016/7/layout/HorizontalActionList"/>
    <dgm:cxn modelId="{E2CB3148-2C11-4A02-B078-FFE45EAEB548}" srcId="{4217C2CA-379F-4DB1-A0F6-DDA49CEB5795}" destId="{CB9ADEDE-F933-4CAD-AF96-70A04576D998}" srcOrd="1" destOrd="0" parTransId="{CFDA8412-CDE2-4A33-A728-D3E8587B5C43}" sibTransId="{5BCE7492-CE35-4B13-B143-773F75720E0A}"/>
    <dgm:cxn modelId="{FBAC9450-7463-4AB6-A034-C56F5174B974}" srcId="{4AC3F2BE-3384-41CB-B493-464FCCDC22E1}" destId="{551A2CF7-D34E-4B88-806F-2E9D789B00C3}" srcOrd="0" destOrd="0" parTransId="{ACDF9EA0-F0D5-4CF7-A5C5-CAEA360EA36B}" sibTransId="{17317AD3-1467-4473-8EFD-33BA6F23E209}"/>
    <dgm:cxn modelId="{8E6F7B71-80C7-417B-8108-D389B442ADBC}" srcId="{A7A66319-76DA-40EE-8DC5-1360F47B576F}" destId="{1E34863D-E012-401D-B271-1F85D10BD4C7}" srcOrd="1" destOrd="0" parTransId="{D21C6805-89E9-4ECB-A702-4D66796C3209}" sibTransId="{D8B560CC-AC3C-4A70-A657-AE36B731F54E}"/>
    <dgm:cxn modelId="{55D6B772-C805-4D65-B952-51D2081F2891}" type="presOf" srcId="{E373A02E-53CF-4E32-A19C-3A3B58A07528}" destId="{01F4E55B-B53C-4D8D-BA14-B70AB8275A5C}" srcOrd="0" destOrd="0" presId="urn:microsoft.com/office/officeart/2016/7/layout/HorizontalActionList"/>
    <dgm:cxn modelId="{85CE0379-0CE9-49F5-92DB-0D2ADAE21B2E}" srcId="{4AC3F2BE-3384-41CB-B493-464FCCDC22E1}" destId="{E22EC891-7430-4F02-B3AE-E8084CC66736}" srcOrd="1" destOrd="0" parTransId="{F6C8DAAB-C981-4BCB-9BBC-7D540AC71103}" sibTransId="{24365224-3452-42F3-B324-46C5616797B9}"/>
    <dgm:cxn modelId="{D732457B-7F5E-4A72-845D-2064E694E03A}" type="presOf" srcId="{82E04495-E365-46BA-A216-F42A0E5B8599}" destId="{AC118A34-B2ED-483D-BA11-4E293D0173ED}" srcOrd="0" destOrd="1" presId="urn:microsoft.com/office/officeart/2016/7/layout/HorizontalActionList"/>
    <dgm:cxn modelId="{35700186-C129-43A5-9A10-504AF25D7E10}" srcId="{BED83F41-9994-48F6-84BE-13DC7F95E586}" destId="{6B8C13BC-EDDC-480E-9D92-EA4B35450AEA}" srcOrd="0" destOrd="0" parTransId="{D52C2213-7C45-4C4D-B8A3-B63B9085EBF7}" sibTransId="{6EC9117D-78E8-4842-848B-5CE3FAE657C2}"/>
    <dgm:cxn modelId="{EAE2989D-206B-40A7-9729-BF8A3F5B27A5}" type="presOf" srcId="{A7A66319-76DA-40EE-8DC5-1360F47B576F}" destId="{7A5F1FEC-3C48-4CD8-9506-BA65D2D7D763}" srcOrd="0" destOrd="0" presId="urn:microsoft.com/office/officeart/2016/7/layout/HorizontalActionList"/>
    <dgm:cxn modelId="{49342FA5-051F-40C4-985C-379702CE23B0}" srcId="{A7A66319-76DA-40EE-8DC5-1360F47B576F}" destId="{4217C2CA-379F-4DB1-A0F6-DDA49CEB5795}" srcOrd="0" destOrd="0" parTransId="{A70D77E2-A153-4712-AB71-95104FBC67D1}" sibTransId="{801E8082-A3C4-4337-8EE5-18AFE7890AD7}"/>
    <dgm:cxn modelId="{033A7CA5-5E3F-4154-ABDF-224FE061BC36}" type="presOf" srcId="{864C2613-DD3E-436F-9F63-F036F57A1D65}" destId="{F68B82ED-F5C3-4C34-AD98-98F784EFF49E}" srcOrd="0" destOrd="1" presId="urn:microsoft.com/office/officeart/2016/7/layout/HorizontalActionList"/>
    <dgm:cxn modelId="{F3F0C8AB-6501-4AC2-A840-5B2ACE02077C}" type="presOf" srcId="{1E34863D-E012-401D-B271-1F85D10BD4C7}" destId="{054D33A4-F51B-4BEB-BD5B-084791C90915}" srcOrd="0" destOrd="0" presId="urn:microsoft.com/office/officeart/2016/7/layout/HorizontalActionList"/>
    <dgm:cxn modelId="{6D54F3B2-B071-4E4B-949C-7C15A1380EA9}" type="presOf" srcId="{6B8C13BC-EDDC-480E-9D92-EA4B35450AEA}" destId="{F68B82ED-F5C3-4C34-AD98-98F784EFF49E}" srcOrd="0" destOrd="0" presId="urn:microsoft.com/office/officeart/2016/7/layout/HorizontalActionList"/>
    <dgm:cxn modelId="{259228BE-33ED-4962-9CFE-3EED968D4C23}" type="presOf" srcId="{DFEDB7E0-27FF-437B-AE2E-EF2D9DC43288}" destId="{AC118A34-B2ED-483D-BA11-4E293D0173ED}" srcOrd="0" destOrd="0" presId="urn:microsoft.com/office/officeart/2016/7/layout/HorizontalActionList"/>
    <dgm:cxn modelId="{118E3CBF-FA39-412C-A664-F2A041805A31}" srcId="{1E34863D-E012-401D-B271-1F85D10BD4C7}" destId="{82E04495-E365-46BA-A216-F42A0E5B8599}" srcOrd="1" destOrd="0" parTransId="{D266E44D-0248-4060-B00F-81A2397ADC21}" sibTransId="{498642D4-5445-4AB2-BD21-9C97E75BD1D0}"/>
    <dgm:cxn modelId="{EB01AEFC-B405-4085-B6C4-CBCE6BF04D6C}" type="presOf" srcId="{4217C2CA-379F-4DB1-A0F6-DDA49CEB5795}" destId="{DD14A4CB-1788-40F3-B881-E08252C488E7}" srcOrd="0" destOrd="0" presId="urn:microsoft.com/office/officeart/2016/7/layout/HorizontalActionList"/>
    <dgm:cxn modelId="{925ECAFC-EE2C-42E6-8A59-8102E49AB0FE}" srcId="{1E34863D-E012-401D-B271-1F85D10BD4C7}" destId="{DFEDB7E0-27FF-437B-AE2E-EF2D9DC43288}" srcOrd="0" destOrd="0" parTransId="{F2FE796D-CEB6-4ECD-A0A0-F6179F4B15EF}" sibTransId="{FB430539-8673-4F7B-9833-4B76204ACA71}"/>
    <dgm:cxn modelId="{F86E2626-0178-4301-8BEA-FAC889611560}" type="presParOf" srcId="{7A5F1FEC-3C48-4CD8-9506-BA65D2D7D763}" destId="{D5EB706F-A75A-4B4E-897C-411E84A63187}" srcOrd="0" destOrd="0" presId="urn:microsoft.com/office/officeart/2016/7/layout/HorizontalActionList"/>
    <dgm:cxn modelId="{C0378F5F-1600-494C-8A87-E9BBD0C5112E}" type="presParOf" srcId="{D5EB706F-A75A-4B4E-897C-411E84A63187}" destId="{DD14A4CB-1788-40F3-B881-E08252C488E7}" srcOrd="0" destOrd="0" presId="urn:microsoft.com/office/officeart/2016/7/layout/HorizontalActionList"/>
    <dgm:cxn modelId="{0ED9C158-BD73-472F-81C0-3324E8A3889A}" type="presParOf" srcId="{D5EB706F-A75A-4B4E-897C-411E84A63187}" destId="{01F4E55B-B53C-4D8D-BA14-B70AB8275A5C}" srcOrd="1" destOrd="0" presId="urn:microsoft.com/office/officeart/2016/7/layout/HorizontalActionList"/>
    <dgm:cxn modelId="{ED28C3F3-9A8D-4FB7-B39E-C68F70197B06}" type="presParOf" srcId="{7A5F1FEC-3C48-4CD8-9506-BA65D2D7D763}" destId="{F7BFA67F-D88E-4083-8C71-8E66E16403E6}" srcOrd="1" destOrd="0" presId="urn:microsoft.com/office/officeart/2016/7/layout/HorizontalActionList"/>
    <dgm:cxn modelId="{40D7B226-71D1-47D1-BF4A-1CE22D1A6DEC}" type="presParOf" srcId="{7A5F1FEC-3C48-4CD8-9506-BA65D2D7D763}" destId="{2CAF354D-ADD0-44C1-9313-959F601D9C89}" srcOrd="2" destOrd="0" presId="urn:microsoft.com/office/officeart/2016/7/layout/HorizontalActionList"/>
    <dgm:cxn modelId="{F3B2E7D5-EAC4-4462-95E1-DC662D50B86A}" type="presParOf" srcId="{2CAF354D-ADD0-44C1-9313-959F601D9C89}" destId="{054D33A4-F51B-4BEB-BD5B-084791C90915}" srcOrd="0" destOrd="0" presId="urn:microsoft.com/office/officeart/2016/7/layout/HorizontalActionList"/>
    <dgm:cxn modelId="{E667F737-4F71-4F63-ABFE-CD4B9710CEB1}" type="presParOf" srcId="{2CAF354D-ADD0-44C1-9313-959F601D9C89}" destId="{AC118A34-B2ED-483D-BA11-4E293D0173ED}" srcOrd="1" destOrd="0" presId="urn:microsoft.com/office/officeart/2016/7/layout/HorizontalActionList"/>
    <dgm:cxn modelId="{FA31B6B1-20CA-4073-AB74-0F86E4D9F713}" type="presParOf" srcId="{7A5F1FEC-3C48-4CD8-9506-BA65D2D7D763}" destId="{DEE7CC96-BEA1-4716-B9C7-CB6ADD0C8EA2}" srcOrd="3" destOrd="0" presId="urn:microsoft.com/office/officeart/2016/7/layout/HorizontalActionList"/>
    <dgm:cxn modelId="{F09B5D07-EC26-40B2-952E-A7E2834B7322}" type="presParOf" srcId="{7A5F1FEC-3C48-4CD8-9506-BA65D2D7D763}" destId="{0054DDB8-D677-4729-A616-314A52DD75BA}" srcOrd="4" destOrd="0" presId="urn:microsoft.com/office/officeart/2016/7/layout/HorizontalActionList"/>
    <dgm:cxn modelId="{1673DA37-CCFD-440A-BE87-474E3E0B1F24}" type="presParOf" srcId="{0054DDB8-D677-4729-A616-314A52DD75BA}" destId="{42A40DFE-ECE2-4071-A4E1-F3F1C3815946}" srcOrd="0" destOrd="0" presId="urn:microsoft.com/office/officeart/2016/7/layout/HorizontalActionList"/>
    <dgm:cxn modelId="{AF5A41E6-0BA2-47C0-BF0D-964DC3B99391}" type="presParOf" srcId="{0054DDB8-D677-4729-A616-314A52DD75BA}" destId="{25A89A92-B762-4151-ADD6-AD160C3287D1}" srcOrd="1" destOrd="0" presId="urn:microsoft.com/office/officeart/2016/7/layout/HorizontalActionList"/>
    <dgm:cxn modelId="{38B7FC27-48A9-4712-9DE7-CE07598F9459}" type="presParOf" srcId="{7A5F1FEC-3C48-4CD8-9506-BA65D2D7D763}" destId="{4F5C0C15-FAB3-408D-9B48-D268CCADD015}" srcOrd="5" destOrd="0" presId="urn:microsoft.com/office/officeart/2016/7/layout/HorizontalActionList"/>
    <dgm:cxn modelId="{4E127F8F-EBA4-4E0F-B0BF-57A18F0880FD}" type="presParOf" srcId="{7A5F1FEC-3C48-4CD8-9506-BA65D2D7D763}" destId="{719B9907-0AEC-47E0-AA77-A1FE7F61699E}" srcOrd="6" destOrd="0" presId="urn:microsoft.com/office/officeart/2016/7/layout/HorizontalActionList"/>
    <dgm:cxn modelId="{5AA1D35C-8B45-4A8B-8578-DCC3024C75C1}" type="presParOf" srcId="{719B9907-0AEC-47E0-AA77-A1FE7F61699E}" destId="{4E22F642-0EBB-41AE-AA2B-298464ADB5A6}" srcOrd="0" destOrd="0" presId="urn:microsoft.com/office/officeart/2016/7/layout/HorizontalActionList"/>
    <dgm:cxn modelId="{560357B1-0C85-4756-AC01-2C6A4FDDECEA}" type="presParOf" srcId="{719B9907-0AEC-47E0-AA77-A1FE7F61699E}" destId="{F68B82ED-F5C3-4C34-AD98-98F784EFF49E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EC505600-107A-4E36-8112-D3C891B3EC0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D6EB299-155C-4C5B-824F-27C6684024F5}">
      <dgm:prSet/>
      <dgm:spPr/>
      <dgm:t>
        <a:bodyPr/>
        <a:lstStyle/>
        <a:p>
          <a:r>
            <a:rPr lang="tr-TR" dirty="0"/>
            <a:t>Children are protected</a:t>
          </a:r>
          <a:endParaRPr lang="en-US" dirty="0"/>
        </a:p>
      </dgm:t>
    </dgm:pt>
    <dgm:pt modelId="{DCFB0B65-E6E4-4225-92E7-7D3C94C4E8E8}" type="parTrans" cxnId="{B666CD37-487C-4C93-935D-5D0DCF564799}">
      <dgm:prSet/>
      <dgm:spPr/>
      <dgm:t>
        <a:bodyPr/>
        <a:lstStyle/>
        <a:p>
          <a:endParaRPr lang="en-US"/>
        </a:p>
      </dgm:t>
    </dgm:pt>
    <dgm:pt modelId="{ADEFB645-6DEC-469F-A800-0C1AD9F8244B}" type="sibTrans" cxnId="{B666CD37-487C-4C93-935D-5D0DCF564799}">
      <dgm:prSet/>
      <dgm:spPr/>
      <dgm:t>
        <a:bodyPr/>
        <a:lstStyle/>
        <a:p>
          <a:endParaRPr lang="en-US"/>
        </a:p>
      </dgm:t>
    </dgm:pt>
    <dgm:pt modelId="{30A89EB9-0534-4711-BAEE-1CCC6C8F466D}">
      <dgm:prSet/>
      <dgm:spPr/>
      <dgm:t>
        <a:bodyPr/>
        <a:lstStyle/>
        <a:p>
          <a:r>
            <a:rPr lang="en-US" dirty="0"/>
            <a:t>parent key and chain</a:t>
          </a:r>
          <a:r>
            <a:rPr lang="tr-TR" dirty="0"/>
            <a:t> </a:t>
          </a:r>
          <a:r>
            <a:rPr lang="en-US" dirty="0"/>
            <a:t>code </a:t>
          </a:r>
        </a:p>
      </dgm:t>
    </dgm:pt>
    <dgm:pt modelId="{66658809-BCEB-428D-B0F9-8A24143179A1}" type="parTrans" cxnId="{C67A3EBC-5D13-4D14-8526-5A42C380768E}">
      <dgm:prSet/>
      <dgm:spPr/>
      <dgm:t>
        <a:bodyPr/>
        <a:lstStyle/>
        <a:p>
          <a:endParaRPr lang="en-US"/>
        </a:p>
      </dgm:t>
    </dgm:pt>
    <dgm:pt modelId="{D1CB7713-9DD5-45C4-9FA3-8CF1EED5E0FC}" type="sibTrans" cxnId="{C67A3EBC-5D13-4D14-8526-5A42C380768E}">
      <dgm:prSet/>
      <dgm:spPr/>
      <dgm:t>
        <a:bodyPr/>
        <a:lstStyle/>
        <a:p>
          <a:endParaRPr lang="en-US"/>
        </a:p>
      </dgm:t>
    </dgm:pt>
    <dgm:pt modelId="{DAC7ED4E-4D4A-44E0-90EB-6335270CE241}">
      <dgm:prSet/>
      <dgm:spPr/>
      <dgm:t>
        <a:bodyPr/>
        <a:lstStyle/>
        <a:p>
          <a:r>
            <a:rPr lang="en-US" dirty="0"/>
            <a:t>can derive all the children </a:t>
          </a:r>
        </a:p>
      </dgm:t>
    </dgm:pt>
    <dgm:pt modelId="{7BFEDA02-8A4A-4056-961E-DF856E382CBE}" type="parTrans" cxnId="{13B39F3D-BBBC-4C60-B6C8-C399F766BF90}">
      <dgm:prSet/>
      <dgm:spPr/>
      <dgm:t>
        <a:bodyPr/>
        <a:lstStyle/>
        <a:p>
          <a:endParaRPr lang="en-US"/>
        </a:p>
      </dgm:t>
    </dgm:pt>
    <dgm:pt modelId="{FC7240B8-4885-4E87-9DB2-AFC14DFA33E0}" type="sibTrans" cxnId="{13B39F3D-BBBC-4C60-B6C8-C399F766BF90}">
      <dgm:prSet/>
      <dgm:spPr/>
      <dgm:t>
        <a:bodyPr/>
        <a:lstStyle/>
        <a:p>
          <a:endParaRPr lang="en-US"/>
        </a:p>
      </dgm:t>
    </dgm:pt>
    <dgm:pt modelId="{BF2241B8-B906-4A9B-AD3B-96E19699210A}">
      <dgm:prSet/>
      <dgm:spPr/>
      <dgm:t>
        <a:bodyPr/>
        <a:lstStyle/>
        <a:p>
          <a:r>
            <a:rPr lang="tr-TR" dirty="0" err="1"/>
            <a:t>are</a:t>
          </a:r>
          <a:r>
            <a:rPr lang="tr-TR" dirty="0"/>
            <a:t> </a:t>
          </a:r>
          <a:r>
            <a:rPr lang="tr-TR" dirty="0" err="1"/>
            <a:t>needed</a:t>
          </a:r>
          <a:endParaRPr lang="en-US" dirty="0"/>
        </a:p>
      </dgm:t>
    </dgm:pt>
    <dgm:pt modelId="{D4FB62A2-6F87-4E9F-95E7-BB1FB2FE6AE5}" type="parTrans" cxnId="{7911BCA7-E91B-42EB-A615-3A681AEFE6F1}">
      <dgm:prSet/>
      <dgm:spPr/>
      <dgm:t>
        <a:bodyPr/>
        <a:lstStyle/>
        <a:p>
          <a:endParaRPr lang="en-US"/>
        </a:p>
      </dgm:t>
    </dgm:pt>
    <dgm:pt modelId="{2ED84B8E-C81F-4596-B500-2DC066E697D3}" type="sibTrans" cxnId="{7911BCA7-E91B-42EB-A615-3A681AEFE6F1}">
      <dgm:prSet/>
      <dgm:spPr/>
      <dgm:t>
        <a:bodyPr/>
        <a:lstStyle/>
        <a:p>
          <a:endParaRPr lang="en-US"/>
        </a:p>
      </dgm:t>
    </dgm:pt>
    <dgm:pt modelId="{040E2DB6-4829-4A28-AA5A-E7CF399D7E80}">
      <dgm:prSet/>
      <dgm:spPr/>
      <dgm:t>
        <a:bodyPr/>
        <a:lstStyle/>
        <a:p>
          <a:r>
            <a:rPr lang="tr-TR" dirty="0"/>
            <a:t>can be started with</a:t>
          </a:r>
          <a:endParaRPr lang="en-US" dirty="0"/>
        </a:p>
      </dgm:t>
    </dgm:pt>
    <dgm:pt modelId="{5BC42C10-D095-49D7-9D5A-685E4F2D9ED9}" type="parTrans" cxnId="{8B37EC0C-7E31-4545-857D-29B00B70DD5C}">
      <dgm:prSet/>
      <dgm:spPr/>
      <dgm:t>
        <a:bodyPr/>
        <a:lstStyle/>
        <a:p>
          <a:endParaRPr lang="en-US"/>
        </a:p>
      </dgm:t>
    </dgm:pt>
    <dgm:pt modelId="{D387562D-3738-4B50-8021-5A2EB419DF7A}" type="sibTrans" cxnId="{8B37EC0C-7E31-4545-857D-29B00B70DD5C}">
      <dgm:prSet/>
      <dgm:spPr/>
      <dgm:t>
        <a:bodyPr/>
        <a:lstStyle/>
        <a:p>
          <a:endParaRPr lang="en-US"/>
        </a:p>
      </dgm:t>
    </dgm:pt>
    <dgm:pt modelId="{544536C7-1951-4A4F-B61E-9DCD15D8382B}">
      <dgm:prSet/>
      <dgm:spPr/>
      <dgm:t>
        <a:bodyPr/>
        <a:lstStyle/>
        <a:p>
          <a:r>
            <a:rPr lang="en-US"/>
            <a:t>and</a:t>
          </a:r>
          <a:r>
            <a:rPr lang="tr-TR"/>
            <a:t> </a:t>
          </a:r>
          <a:r>
            <a:rPr lang="en-US"/>
            <a:t>the child chain code</a:t>
          </a:r>
        </a:p>
      </dgm:t>
    </dgm:pt>
    <dgm:pt modelId="{01F85463-EE14-4DA9-894E-ED2BB490CBBB}" type="parTrans" cxnId="{C0529AF6-AAA6-4FC0-8D01-BF456402589F}">
      <dgm:prSet/>
      <dgm:spPr/>
      <dgm:t>
        <a:bodyPr/>
        <a:lstStyle/>
        <a:p>
          <a:endParaRPr lang="en-US"/>
        </a:p>
      </dgm:t>
    </dgm:pt>
    <dgm:pt modelId="{E3854DAD-ADC7-427E-A7CC-7D9D5B71CAF4}" type="sibTrans" cxnId="{C0529AF6-AAA6-4FC0-8D01-BF456402589F}">
      <dgm:prSet/>
      <dgm:spPr/>
      <dgm:t>
        <a:bodyPr/>
        <a:lstStyle/>
        <a:p>
          <a:endParaRPr lang="en-US"/>
        </a:p>
      </dgm:t>
    </dgm:pt>
    <dgm:pt modelId="{41F59282-1936-4599-B6D8-84664B57A991}">
      <dgm:prSet/>
      <dgm:spPr/>
      <dgm:t>
        <a:bodyPr/>
        <a:lstStyle/>
        <a:p>
          <a:r>
            <a:rPr lang="en-US" dirty="0"/>
            <a:t>New</a:t>
          </a:r>
          <a:r>
            <a:rPr lang="tr-TR" dirty="0"/>
            <a:t> </a:t>
          </a:r>
          <a:r>
            <a:rPr lang="en-US" dirty="0"/>
            <a:t>branch</a:t>
          </a:r>
        </a:p>
      </dgm:t>
    </dgm:pt>
    <dgm:pt modelId="{18792116-F819-4911-BC2B-B8D2FABCEF75}" type="parTrans" cxnId="{40663173-519D-4E9A-A028-10F5B1551153}">
      <dgm:prSet/>
      <dgm:spPr/>
      <dgm:t>
        <a:bodyPr/>
        <a:lstStyle/>
        <a:p>
          <a:endParaRPr lang="tr-TR"/>
        </a:p>
      </dgm:t>
    </dgm:pt>
    <dgm:pt modelId="{C2ECE91E-6126-4F9E-AFD5-AD537C45934A}" type="sibTrans" cxnId="{40663173-519D-4E9A-A028-10F5B1551153}">
      <dgm:prSet/>
      <dgm:spPr/>
      <dgm:t>
        <a:bodyPr/>
        <a:lstStyle/>
        <a:p>
          <a:endParaRPr lang="tr-TR"/>
        </a:p>
      </dgm:t>
    </dgm:pt>
    <dgm:pt modelId="{E6A6FB1D-E72D-4C78-B325-427755E4D2DB}">
      <dgm:prSet/>
      <dgm:spPr/>
      <dgm:t>
        <a:bodyPr/>
        <a:lstStyle/>
        <a:p>
          <a:r>
            <a:rPr lang="en-US" dirty="0" err="1"/>
            <a:t>Grandchil</a:t>
          </a:r>
          <a:r>
            <a:rPr lang="tr-TR" dirty="0"/>
            <a:t>d </a:t>
          </a:r>
          <a:r>
            <a:rPr lang="en-US" dirty="0" err="1"/>
            <a:t>deriv</a:t>
          </a:r>
          <a:r>
            <a:rPr lang="tr-TR" dirty="0" err="1"/>
            <a:t>ation</a:t>
          </a:r>
          <a:endParaRPr lang="en-US" dirty="0"/>
        </a:p>
      </dgm:t>
    </dgm:pt>
    <dgm:pt modelId="{F79D644B-A0F1-4D60-8A87-B880249B1B55}" type="parTrans" cxnId="{AFAE69F6-B19D-4A4D-BA6A-DE86E3919EF4}">
      <dgm:prSet/>
      <dgm:spPr/>
      <dgm:t>
        <a:bodyPr/>
        <a:lstStyle/>
        <a:p>
          <a:endParaRPr lang="tr-TR"/>
        </a:p>
      </dgm:t>
    </dgm:pt>
    <dgm:pt modelId="{B5C83CBF-E620-46DB-BD7E-30F9E88E31DC}" type="sibTrans" cxnId="{AFAE69F6-B19D-4A4D-BA6A-DE86E3919EF4}">
      <dgm:prSet/>
      <dgm:spPr/>
      <dgm:t>
        <a:bodyPr/>
        <a:lstStyle/>
        <a:p>
          <a:endParaRPr lang="tr-TR"/>
        </a:p>
      </dgm:t>
    </dgm:pt>
    <dgm:pt modelId="{F9B805CB-8B57-4A2D-BDE9-8D978409E295}">
      <dgm:prSet/>
      <dgm:spPr/>
      <dgm:t>
        <a:bodyPr/>
        <a:lstStyle/>
        <a:p>
          <a:r>
            <a:rPr lang="en-US" dirty="0"/>
            <a:t>the child</a:t>
          </a:r>
        </a:p>
      </dgm:t>
    </dgm:pt>
    <dgm:pt modelId="{07F3D6BF-7B5C-4301-9A95-5BB0D9418607}" type="parTrans" cxnId="{8E1C6E00-11D8-4140-B964-4ED245D4BA18}">
      <dgm:prSet/>
      <dgm:spPr/>
      <dgm:t>
        <a:bodyPr/>
        <a:lstStyle/>
        <a:p>
          <a:endParaRPr lang="tr-TR"/>
        </a:p>
      </dgm:t>
    </dgm:pt>
    <dgm:pt modelId="{61FADFB4-87D5-4F93-9152-69E6E674E96F}" type="sibTrans" cxnId="{8E1C6E00-11D8-4140-B964-4ED245D4BA18}">
      <dgm:prSet/>
      <dgm:spPr/>
      <dgm:t>
        <a:bodyPr/>
        <a:lstStyle/>
        <a:p>
          <a:endParaRPr lang="tr-TR"/>
        </a:p>
      </dgm:t>
    </dgm:pt>
    <dgm:pt modelId="{95A72162-749C-40E5-A7C2-146EDC5A02C8}">
      <dgm:prSet/>
      <dgm:spPr/>
      <dgm:t>
        <a:bodyPr/>
        <a:lstStyle/>
        <a:p>
          <a:r>
            <a:rPr lang="en-US" dirty="0"/>
            <a:t>the child private key </a:t>
          </a:r>
        </a:p>
      </dgm:t>
    </dgm:pt>
    <dgm:pt modelId="{002843DC-A5DE-4C9A-A25D-4530BC4094BF}" type="parTrans" cxnId="{A6ED8EC3-5896-4338-8E76-6F93DAFB036D}">
      <dgm:prSet/>
      <dgm:spPr/>
      <dgm:t>
        <a:bodyPr/>
        <a:lstStyle/>
        <a:p>
          <a:endParaRPr lang="tr-TR"/>
        </a:p>
      </dgm:t>
    </dgm:pt>
    <dgm:pt modelId="{69FCA9FE-2386-4C2E-9E55-FD32877E51AA}" type="sibTrans" cxnId="{A6ED8EC3-5896-4338-8E76-6F93DAFB036D}">
      <dgm:prSet/>
      <dgm:spPr/>
      <dgm:t>
        <a:bodyPr/>
        <a:lstStyle/>
        <a:p>
          <a:endParaRPr lang="tr-TR"/>
        </a:p>
      </dgm:t>
    </dgm:pt>
    <dgm:pt modelId="{B369ADAD-3070-4808-A61E-D4902946330F}">
      <dgm:prSet/>
      <dgm:spPr/>
      <dgm:t>
        <a:bodyPr/>
        <a:lstStyle/>
        <a:p>
          <a:r>
            <a:rPr lang="en-US" dirty="0"/>
            <a:t>child chain code </a:t>
          </a:r>
        </a:p>
      </dgm:t>
    </dgm:pt>
    <dgm:pt modelId="{A117280F-89BB-4BCB-A718-E29EF8773914}" type="parTrans" cxnId="{25244AFC-D129-4149-BBDB-92E8DA01608D}">
      <dgm:prSet/>
      <dgm:spPr/>
      <dgm:t>
        <a:bodyPr/>
        <a:lstStyle/>
        <a:p>
          <a:endParaRPr lang="tr-TR"/>
        </a:p>
      </dgm:t>
    </dgm:pt>
    <dgm:pt modelId="{F2F6C3E4-7B51-42AD-B998-DBBDE3ED9EC4}" type="sibTrans" cxnId="{25244AFC-D129-4149-BBDB-92E8DA01608D}">
      <dgm:prSet/>
      <dgm:spPr/>
      <dgm:t>
        <a:bodyPr/>
        <a:lstStyle/>
        <a:p>
          <a:endParaRPr lang="tr-TR"/>
        </a:p>
      </dgm:t>
    </dgm:pt>
    <dgm:pt modelId="{46965C7B-1114-4556-AF52-8D739640B911}" type="pres">
      <dgm:prSet presAssocID="{EC505600-107A-4E36-8112-D3C891B3EC03}" presName="Name0" presStyleCnt="0">
        <dgm:presLayoutVars>
          <dgm:dir/>
          <dgm:animLvl val="lvl"/>
          <dgm:resizeHandles val="exact"/>
        </dgm:presLayoutVars>
      </dgm:prSet>
      <dgm:spPr/>
    </dgm:pt>
    <dgm:pt modelId="{C6D15981-4506-41CB-9A32-FF65FA7FEE4B}" type="pres">
      <dgm:prSet presAssocID="{2D6EB299-155C-4C5B-824F-27C6684024F5}" presName="composite" presStyleCnt="0"/>
      <dgm:spPr/>
    </dgm:pt>
    <dgm:pt modelId="{63515BD9-3925-440A-9B63-327E8853D798}" type="pres">
      <dgm:prSet presAssocID="{2D6EB299-155C-4C5B-824F-27C6684024F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28EB90E-7A8C-45FB-BAD5-7D510A6F0613}" type="pres">
      <dgm:prSet presAssocID="{2D6EB299-155C-4C5B-824F-27C6684024F5}" presName="desTx" presStyleLbl="alignAccFollowNode1" presStyleIdx="0" presStyleCnt="3">
        <dgm:presLayoutVars>
          <dgm:bulletEnabled val="1"/>
        </dgm:presLayoutVars>
      </dgm:prSet>
      <dgm:spPr/>
    </dgm:pt>
    <dgm:pt modelId="{4F68E9BA-052F-4115-8497-E02D8BB0C9F4}" type="pres">
      <dgm:prSet presAssocID="{ADEFB645-6DEC-469F-A800-0C1AD9F8244B}" presName="space" presStyleCnt="0"/>
      <dgm:spPr/>
    </dgm:pt>
    <dgm:pt modelId="{E219158E-F4E1-4158-8AD8-31531BA425BF}" type="pres">
      <dgm:prSet presAssocID="{E6A6FB1D-E72D-4C78-B325-427755E4D2DB}" presName="composite" presStyleCnt="0"/>
      <dgm:spPr/>
    </dgm:pt>
    <dgm:pt modelId="{6A7DB819-FC5E-496A-9167-7C59C1729715}" type="pres">
      <dgm:prSet presAssocID="{E6A6FB1D-E72D-4C78-B325-427755E4D2D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07730C4-8F46-4BF8-893E-5A96FA07BB05}" type="pres">
      <dgm:prSet presAssocID="{E6A6FB1D-E72D-4C78-B325-427755E4D2DB}" presName="desTx" presStyleLbl="alignAccFollowNode1" presStyleIdx="1" presStyleCnt="3">
        <dgm:presLayoutVars>
          <dgm:bulletEnabled val="1"/>
        </dgm:presLayoutVars>
      </dgm:prSet>
      <dgm:spPr/>
    </dgm:pt>
    <dgm:pt modelId="{8EE7845E-0E3F-4A2C-836A-A0814DDA0906}" type="pres">
      <dgm:prSet presAssocID="{B5C83CBF-E620-46DB-BD7E-30F9E88E31DC}" presName="space" presStyleCnt="0"/>
      <dgm:spPr/>
    </dgm:pt>
    <dgm:pt modelId="{D54A4E59-4DF5-4C6B-8BFE-E4166F398265}" type="pres">
      <dgm:prSet presAssocID="{41F59282-1936-4599-B6D8-84664B57A991}" presName="composite" presStyleCnt="0"/>
      <dgm:spPr/>
    </dgm:pt>
    <dgm:pt modelId="{449384B8-59ED-46AD-8586-577F1F048FD2}" type="pres">
      <dgm:prSet presAssocID="{41F59282-1936-4599-B6D8-84664B57A99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71D6091-9626-4ADD-9FC6-421BA8E71043}" type="pres">
      <dgm:prSet presAssocID="{41F59282-1936-4599-B6D8-84664B57A99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E1C6E00-11D8-4140-B964-4ED245D4BA18}" srcId="{E6A6FB1D-E72D-4C78-B325-427755E4D2DB}" destId="{F9B805CB-8B57-4A2D-BDE9-8D978409E295}" srcOrd="0" destOrd="0" parTransId="{07F3D6BF-7B5C-4301-9A95-5BB0D9418607}" sibTransId="{61FADFB4-87D5-4F93-9152-69E6E674E96F}"/>
    <dgm:cxn modelId="{90CD590B-B71E-4E3D-9FEB-CC33C1B4B1A2}" type="presOf" srcId="{2D6EB299-155C-4C5B-824F-27C6684024F5}" destId="{63515BD9-3925-440A-9B63-327E8853D798}" srcOrd="0" destOrd="0" presId="urn:microsoft.com/office/officeart/2005/8/layout/hList1"/>
    <dgm:cxn modelId="{A305EE0B-70E8-4CC2-BF3C-A1C40E5651FC}" type="presOf" srcId="{B369ADAD-3070-4808-A61E-D4902946330F}" destId="{607730C4-8F46-4BF8-893E-5A96FA07BB05}" srcOrd="0" destOrd="1" presId="urn:microsoft.com/office/officeart/2005/8/layout/hList1"/>
    <dgm:cxn modelId="{8B37EC0C-7E31-4545-857D-29B00B70DD5C}" srcId="{41F59282-1936-4599-B6D8-84664B57A991}" destId="{040E2DB6-4829-4A28-AA5A-E7CF399D7E80}" srcOrd="0" destOrd="0" parTransId="{5BC42C10-D095-49D7-9D5A-685E4F2D9ED9}" sibTransId="{D387562D-3738-4B50-8021-5A2EB419DF7A}"/>
    <dgm:cxn modelId="{78CFB71B-F357-4538-BF89-77E6C093BA8A}" type="presOf" srcId="{EC505600-107A-4E36-8112-D3C891B3EC03}" destId="{46965C7B-1114-4556-AF52-8D739640B911}" srcOrd="0" destOrd="0" presId="urn:microsoft.com/office/officeart/2005/8/layout/hList1"/>
    <dgm:cxn modelId="{70462F1D-524B-471C-ACC0-84C714832B6A}" type="presOf" srcId="{95A72162-749C-40E5-A7C2-146EDC5A02C8}" destId="{D71D6091-9626-4ADD-9FC6-421BA8E71043}" srcOrd="0" destOrd="1" presId="urn:microsoft.com/office/officeart/2005/8/layout/hList1"/>
    <dgm:cxn modelId="{B666CD37-487C-4C93-935D-5D0DCF564799}" srcId="{EC505600-107A-4E36-8112-D3C891B3EC03}" destId="{2D6EB299-155C-4C5B-824F-27C6684024F5}" srcOrd="0" destOrd="0" parTransId="{DCFB0B65-E6E4-4225-92E7-7D3C94C4E8E8}" sibTransId="{ADEFB645-6DEC-469F-A800-0C1AD9F8244B}"/>
    <dgm:cxn modelId="{13B39F3D-BBBC-4C60-B6C8-C399F766BF90}" srcId="{2D6EB299-155C-4C5B-824F-27C6684024F5}" destId="{DAC7ED4E-4D4A-44E0-90EB-6335270CE241}" srcOrd="1" destOrd="0" parTransId="{7BFEDA02-8A4A-4056-961E-DF856E382CBE}" sibTransId="{FC7240B8-4885-4E87-9DB2-AFC14DFA33E0}"/>
    <dgm:cxn modelId="{40663173-519D-4E9A-A028-10F5B1551153}" srcId="{EC505600-107A-4E36-8112-D3C891B3EC03}" destId="{41F59282-1936-4599-B6D8-84664B57A991}" srcOrd="2" destOrd="0" parTransId="{18792116-F819-4911-BC2B-B8D2FABCEF75}" sibTransId="{C2ECE91E-6126-4F9E-AFD5-AD537C45934A}"/>
    <dgm:cxn modelId="{1FFB3157-2F98-41C5-9289-74483A3274B3}" type="presOf" srcId="{41F59282-1936-4599-B6D8-84664B57A991}" destId="{449384B8-59ED-46AD-8586-577F1F048FD2}" srcOrd="0" destOrd="0" presId="urn:microsoft.com/office/officeart/2005/8/layout/hList1"/>
    <dgm:cxn modelId="{1A42107A-0F64-482F-BE57-BDA849F9BB9C}" type="presOf" srcId="{544536C7-1951-4A4F-B61E-9DCD15D8382B}" destId="{D71D6091-9626-4ADD-9FC6-421BA8E71043}" srcOrd="0" destOrd="2" presId="urn:microsoft.com/office/officeart/2005/8/layout/hList1"/>
    <dgm:cxn modelId="{DB80C386-ABFC-4923-A30E-84567DD25720}" type="presOf" srcId="{30A89EB9-0534-4711-BAEE-1CCC6C8F466D}" destId="{528EB90E-7A8C-45FB-BAD5-7D510A6F0613}" srcOrd="0" destOrd="0" presId="urn:microsoft.com/office/officeart/2005/8/layout/hList1"/>
    <dgm:cxn modelId="{7911BCA7-E91B-42EB-A615-3A681AEFE6F1}" srcId="{E6A6FB1D-E72D-4C78-B325-427755E4D2DB}" destId="{BF2241B8-B906-4A9B-AD3B-96E19699210A}" srcOrd="2" destOrd="0" parTransId="{D4FB62A2-6F87-4E9F-95E7-BB1FB2FE6AE5}" sibTransId="{2ED84B8E-C81F-4596-B500-2DC066E697D3}"/>
    <dgm:cxn modelId="{C67A3EBC-5D13-4D14-8526-5A42C380768E}" srcId="{2D6EB299-155C-4C5B-824F-27C6684024F5}" destId="{30A89EB9-0534-4711-BAEE-1CCC6C8F466D}" srcOrd="0" destOrd="0" parTransId="{66658809-BCEB-428D-B0F9-8A24143179A1}" sibTransId="{D1CB7713-9DD5-45C4-9FA3-8CF1EED5E0FC}"/>
    <dgm:cxn modelId="{A6ED8EC3-5896-4338-8E76-6F93DAFB036D}" srcId="{41F59282-1936-4599-B6D8-84664B57A991}" destId="{95A72162-749C-40E5-A7C2-146EDC5A02C8}" srcOrd="1" destOrd="0" parTransId="{002843DC-A5DE-4C9A-A25D-4530BC4094BF}" sibTransId="{69FCA9FE-2386-4C2E-9E55-FD32877E51AA}"/>
    <dgm:cxn modelId="{1B6F9CC4-7B6D-4422-BEA7-38D4BCF9B6E2}" type="presOf" srcId="{E6A6FB1D-E72D-4C78-B325-427755E4D2DB}" destId="{6A7DB819-FC5E-496A-9167-7C59C1729715}" srcOrd="0" destOrd="0" presId="urn:microsoft.com/office/officeart/2005/8/layout/hList1"/>
    <dgm:cxn modelId="{4CCB7DC9-D0DB-4AC9-AB60-A94B1D2A1B49}" type="presOf" srcId="{BF2241B8-B906-4A9B-AD3B-96E19699210A}" destId="{607730C4-8F46-4BF8-893E-5A96FA07BB05}" srcOrd="0" destOrd="2" presId="urn:microsoft.com/office/officeart/2005/8/layout/hList1"/>
    <dgm:cxn modelId="{982D84E5-3C62-4A67-923D-90517FF988CB}" type="presOf" srcId="{F9B805CB-8B57-4A2D-BDE9-8D978409E295}" destId="{607730C4-8F46-4BF8-893E-5A96FA07BB05}" srcOrd="0" destOrd="0" presId="urn:microsoft.com/office/officeart/2005/8/layout/hList1"/>
    <dgm:cxn modelId="{AFAE69F6-B19D-4A4D-BA6A-DE86E3919EF4}" srcId="{EC505600-107A-4E36-8112-D3C891B3EC03}" destId="{E6A6FB1D-E72D-4C78-B325-427755E4D2DB}" srcOrd="1" destOrd="0" parTransId="{F79D644B-A0F1-4D60-8A87-B880249B1B55}" sibTransId="{B5C83CBF-E620-46DB-BD7E-30F9E88E31DC}"/>
    <dgm:cxn modelId="{C0529AF6-AAA6-4FC0-8D01-BF456402589F}" srcId="{41F59282-1936-4599-B6D8-84664B57A991}" destId="{544536C7-1951-4A4F-B61E-9DCD15D8382B}" srcOrd="2" destOrd="0" parTransId="{01F85463-EE14-4DA9-894E-ED2BB490CBBB}" sibTransId="{E3854DAD-ADC7-427E-A7CC-7D9D5B71CAF4}"/>
    <dgm:cxn modelId="{5DEFE1F8-34F4-42FA-932B-B4CA6F3E8EE4}" type="presOf" srcId="{040E2DB6-4829-4A28-AA5A-E7CF399D7E80}" destId="{D71D6091-9626-4ADD-9FC6-421BA8E71043}" srcOrd="0" destOrd="0" presId="urn:microsoft.com/office/officeart/2005/8/layout/hList1"/>
    <dgm:cxn modelId="{25244AFC-D129-4149-BBDB-92E8DA01608D}" srcId="{E6A6FB1D-E72D-4C78-B325-427755E4D2DB}" destId="{B369ADAD-3070-4808-A61E-D4902946330F}" srcOrd="1" destOrd="0" parTransId="{A117280F-89BB-4BCB-A718-E29EF8773914}" sibTransId="{F2F6C3E4-7B51-42AD-B998-DBBDE3ED9EC4}"/>
    <dgm:cxn modelId="{402C00FD-E76B-4070-8662-9EB0849009A7}" type="presOf" srcId="{DAC7ED4E-4D4A-44E0-90EB-6335270CE241}" destId="{528EB90E-7A8C-45FB-BAD5-7D510A6F0613}" srcOrd="0" destOrd="1" presId="urn:microsoft.com/office/officeart/2005/8/layout/hList1"/>
    <dgm:cxn modelId="{0A7116B7-3306-4529-B231-840BED856F9B}" type="presParOf" srcId="{46965C7B-1114-4556-AF52-8D739640B911}" destId="{C6D15981-4506-41CB-9A32-FF65FA7FEE4B}" srcOrd="0" destOrd="0" presId="urn:microsoft.com/office/officeart/2005/8/layout/hList1"/>
    <dgm:cxn modelId="{78B32211-EE8F-4857-B188-9BCE5BFACBAD}" type="presParOf" srcId="{C6D15981-4506-41CB-9A32-FF65FA7FEE4B}" destId="{63515BD9-3925-440A-9B63-327E8853D798}" srcOrd="0" destOrd="0" presId="urn:microsoft.com/office/officeart/2005/8/layout/hList1"/>
    <dgm:cxn modelId="{295C826A-6698-41C6-95EE-B728AC2219C2}" type="presParOf" srcId="{C6D15981-4506-41CB-9A32-FF65FA7FEE4B}" destId="{528EB90E-7A8C-45FB-BAD5-7D510A6F0613}" srcOrd="1" destOrd="0" presId="urn:microsoft.com/office/officeart/2005/8/layout/hList1"/>
    <dgm:cxn modelId="{168E4A3D-523E-4780-A128-719FD9E92D55}" type="presParOf" srcId="{46965C7B-1114-4556-AF52-8D739640B911}" destId="{4F68E9BA-052F-4115-8497-E02D8BB0C9F4}" srcOrd="1" destOrd="0" presId="urn:microsoft.com/office/officeart/2005/8/layout/hList1"/>
    <dgm:cxn modelId="{0177FD2D-FEB1-499B-83C6-B516A7607C36}" type="presParOf" srcId="{46965C7B-1114-4556-AF52-8D739640B911}" destId="{E219158E-F4E1-4158-8AD8-31531BA425BF}" srcOrd="2" destOrd="0" presId="urn:microsoft.com/office/officeart/2005/8/layout/hList1"/>
    <dgm:cxn modelId="{842833B4-4560-4FC2-AFF0-EB803CC8851F}" type="presParOf" srcId="{E219158E-F4E1-4158-8AD8-31531BA425BF}" destId="{6A7DB819-FC5E-496A-9167-7C59C1729715}" srcOrd="0" destOrd="0" presId="urn:microsoft.com/office/officeart/2005/8/layout/hList1"/>
    <dgm:cxn modelId="{6AC503C2-040F-4813-86DE-E6CEBB733B54}" type="presParOf" srcId="{E219158E-F4E1-4158-8AD8-31531BA425BF}" destId="{607730C4-8F46-4BF8-893E-5A96FA07BB05}" srcOrd="1" destOrd="0" presId="urn:microsoft.com/office/officeart/2005/8/layout/hList1"/>
    <dgm:cxn modelId="{C1351607-EED2-42E8-9343-828EF783FC4C}" type="presParOf" srcId="{46965C7B-1114-4556-AF52-8D739640B911}" destId="{8EE7845E-0E3F-4A2C-836A-A0814DDA0906}" srcOrd="3" destOrd="0" presId="urn:microsoft.com/office/officeart/2005/8/layout/hList1"/>
    <dgm:cxn modelId="{45436E95-9A07-470D-8217-86FD472146A9}" type="presParOf" srcId="{46965C7B-1114-4556-AF52-8D739640B911}" destId="{D54A4E59-4DF5-4C6B-8BFE-E4166F398265}" srcOrd="4" destOrd="0" presId="urn:microsoft.com/office/officeart/2005/8/layout/hList1"/>
    <dgm:cxn modelId="{806727E8-0178-45EE-B63D-9415154530D0}" type="presParOf" srcId="{D54A4E59-4DF5-4C6B-8BFE-E4166F398265}" destId="{449384B8-59ED-46AD-8586-577F1F048FD2}" srcOrd="0" destOrd="0" presId="urn:microsoft.com/office/officeart/2005/8/layout/hList1"/>
    <dgm:cxn modelId="{CE82343D-8E24-4B21-9131-843B1C598525}" type="presParOf" srcId="{D54A4E59-4DF5-4C6B-8BFE-E4166F398265}" destId="{D71D6091-9626-4ADD-9FC6-421BA8E710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4A7FA55D-DD8E-4B76-8C28-40C707B2274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463F5B00-B85A-4C1B-B6E4-A2713144F7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tr-TR"/>
            <a:t>generate</a:t>
          </a:r>
          <a:endParaRPr lang="en-US"/>
        </a:p>
      </dgm:t>
    </dgm:pt>
    <dgm:pt modelId="{53DAEFB2-29BF-400D-909A-CCC33499BA71}" type="parTrans" cxnId="{B81CDFA0-E7D2-4E12-862C-C4805D3CBE1F}">
      <dgm:prSet/>
      <dgm:spPr/>
      <dgm:t>
        <a:bodyPr/>
        <a:lstStyle/>
        <a:p>
          <a:endParaRPr lang="en-US"/>
        </a:p>
      </dgm:t>
    </dgm:pt>
    <dgm:pt modelId="{53ADA560-95DE-4725-BB21-8EDB459E9C89}" type="sibTrans" cxnId="{B81CDFA0-E7D2-4E12-862C-C4805D3CBE1F}">
      <dgm:prSet/>
      <dgm:spPr/>
      <dgm:t>
        <a:bodyPr/>
        <a:lstStyle/>
        <a:p>
          <a:endParaRPr lang="en-US"/>
        </a:p>
      </dgm:t>
    </dgm:pt>
    <dgm:pt modelId="{FCF7C9F4-9DB1-4EF7-AC05-51410D2930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sign transactions </a:t>
          </a:r>
        </a:p>
      </dgm:t>
    </dgm:pt>
    <dgm:pt modelId="{FCF1A39F-50BC-4755-B2F9-EC2A3870897D}" type="parTrans" cxnId="{1D44A3F3-6642-4A7F-BE4E-4D4B2678A21F}">
      <dgm:prSet/>
      <dgm:spPr/>
      <dgm:t>
        <a:bodyPr/>
        <a:lstStyle/>
        <a:p>
          <a:endParaRPr lang="en-US"/>
        </a:p>
      </dgm:t>
    </dgm:pt>
    <dgm:pt modelId="{BC3C049B-03C3-4D66-935E-0ABC66E94A7D}" type="sibTrans" cxnId="{1D44A3F3-6642-4A7F-BE4E-4D4B2678A21F}">
      <dgm:prSet/>
      <dgm:spPr/>
      <dgm:t>
        <a:bodyPr/>
        <a:lstStyle/>
        <a:p>
          <a:endParaRPr lang="en-US"/>
        </a:p>
      </dgm:t>
    </dgm:pt>
    <dgm:pt modelId="{EB301866-21AE-4F4F-A559-9EF68A64A2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spend</a:t>
          </a:r>
          <a:r>
            <a:rPr lang="tr-TR"/>
            <a:t> </a:t>
          </a:r>
          <a:r>
            <a:rPr lang="en-US"/>
            <a:t>anything</a:t>
          </a:r>
        </a:p>
      </dgm:t>
    </dgm:pt>
    <dgm:pt modelId="{210C2B13-9514-47F0-B796-2C757864DF8C}" type="parTrans" cxnId="{B400C598-439F-439C-9D99-FB5F42AC24FC}">
      <dgm:prSet/>
      <dgm:spPr/>
      <dgm:t>
        <a:bodyPr/>
        <a:lstStyle/>
        <a:p>
          <a:endParaRPr lang="en-US"/>
        </a:p>
      </dgm:t>
    </dgm:pt>
    <dgm:pt modelId="{73F4DB86-B934-4232-8A53-B1D1E5F1E0E7}" type="sibTrans" cxnId="{B400C598-439F-439C-9D99-FB5F42AC24FC}">
      <dgm:prSet/>
      <dgm:spPr/>
      <dgm:t>
        <a:bodyPr/>
        <a:lstStyle/>
        <a:p>
          <a:endParaRPr lang="en-US"/>
        </a:p>
      </dgm:t>
    </dgm:pt>
    <dgm:pt modelId="{BF97D222-0E2D-44DF-B4B7-8C4EDF4C76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child private key </a:t>
          </a:r>
        </a:p>
      </dgm:t>
    </dgm:pt>
    <dgm:pt modelId="{6C831F45-852C-4D00-8545-46EB2BD45ACD}" type="parTrans" cxnId="{89A8E59A-0549-4E42-908D-F4EE3BA6F6BC}">
      <dgm:prSet/>
      <dgm:spPr/>
      <dgm:t>
        <a:bodyPr/>
        <a:lstStyle/>
        <a:p>
          <a:endParaRPr lang="tr-TR"/>
        </a:p>
      </dgm:t>
    </dgm:pt>
    <dgm:pt modelId="{CCB03DDC-0664-4C75-9829-C46A08B31DF4}" type="sibTrans" cxnId="{89A8E59A-0549-4E42-908D-F4EE3BA6F6BC}">
      <dgm:prSet/>
      <dgm:spPr/>
      <dgm:t>
        <a:bodyPr/>
        <a:lstStyle/>
        <a:p>
          <a:endParaRPr lang="tr-TR"/>
        </a:p>
      </dgm:t>
    </dgm:pt>
    <dgm:pt modelId="{288BCDA5-E6EA-4878-89BB-B5C4F8A592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</a:t>
          </a:r>
          <a:endParaRPr lang="en-US"/>
        </a:p>
      </dgm:t>
    </dgm:pt>
    <dgm:pt modelId="{A5989994-07E7-4FDE-83F7-51C5DEE524E3}" type="parTrans" cxnId="{A634C133-AF60-46F5-ACA9-C562308E8FF9}">
      <dgm:prSet/>
      <dgm:spPr/>
      <dgm:t>
        <a:bodyPr/>
        <a:lstStyle/>
        <a:p>
          <a:endParaRPr lang="tr-TR"/>
        </a:p>
      </dgm:t>
    </dgm:pt>
    <dgm:pt modelId="{6C0457A8-AA3A-4F8F-AF3A-61660E380883}" type="sibTrans" cxnId="{A634C133-AF60-46F5-ACA9-C562308E8FF9}">
      <dgm:prSet/>
      <dgm:spPr/>
      <dgm:t>
        <a:bodyPr/>
        <a:lstStyle/>
        <a:p>
          <a:endParaRPr lang="tr-TR"/>
        </a:p>
      </dgm:t>
    </dgm:pt>
    <dgm:pt modelId="{4BBA8CC8-A522-406A-A676-7D70862EE129}">
      <dgm:prSet/>
      <dgm:spPr/>
      <dgm:t>
        <a:bodyPr/>
        <a:lstStyle/>
        <a:p>
          <a:r>
            <a:rPr lang="en-US"/>
            <a:t>a</a:t>
          </a:r>
          <a:r>
            <a:rPr lang="tr-TR"/>
            <a:t> </a:t>
          </a:r>
          <a:r>
            <a:rPr lang="en-US"/>
            <a:t>public key</a:t>
          </a:r>
        </a:p>
      </dgm:t>
    </dgm:pt>
    <dgm:pt modelId="{EF629EF4-3F21-4994-B556-17920E0D00FA}" type="parTrans" cxnId="{9F1AD522-BFC3-4202-8670-B4521BAAE04D}">
      <dgm:prSet/>
      <dgm:spPr/>
      <dgm:t>
        <a:bodyPr/>
        <a:lstStyle/>
        <a:p>
          <a:endParaRPr lang="tr-TR"/>
        </a:p>
      </dgm:t>
    </dgm:pt>
    <dgm:pt modelId="{821A09BC-98A2-4156-8C49-618B1B363DC3}" type="sibTrans" cxnId="{9F1AD522-BFC3-4202-8670-B4521BAAE04D}">
      <dgm:prSet/>
      <dgm:spPr/>
      <dgm:t>
        <a:bodyPr/>
        <a:lstStyle/>
        <a:p>
          <a:endParaRPr lang="tr-TR"/>
        </a:p>
      </dgm:t>
    </dgm:pt>
    <dgm:pt modelId="{8A324898-282C-4EA4-92FB-E20263D6C036}">
      <dgm:prSet/>
      <dgm:spPr/>
      <dgm:t>
        <a:bodyPr/>
        <a:lstStyle/>
        <a:p>
          <a:r>
            <a:rPr lang="en-US"/>
            <a:t>a bitcoin address </a:t>
          </a:r>
        </a:p>
      </dgm:t>
    </dgm:pt>
    <dgm:pt modelId="{FABCCA52-3ABC-4778-B28E-A0C868EA5EE3}" type="parTrans" cxnId="{E1C6FA05-E2C8-4A40-B712-D79CB60FA7EB}">
      <dgm:prSet/>
      <dgm:spPr/>
      <dgm:t>
        <a:bodyPr/>
        <a:lstStyle/>
        <a:p>
          <a:endParaRPr lang="tr-TR"/>
        </a:p>
      </dgm:t>
    </dgm:pt>
    <dgm:pt modelId="{607C24A3-D148-4905-92D0-C5998B080247}" type="sibTrans" cxnId="{E1C6FA05-E2C8-4A40-B712-D79CB60FA7EB}">
      <dgm:prSet/>
      <dgm:spPr/>
      <dgm:t>
        <a:bodyPr/>
        <a:lstStyle/>
        <a:p>
          <a:endParaRPr lang="tr-TR"/>
        </a:p>
      </dgm:t>
    </dgm:pt>
    <dgm:pt modelId="{E387CBDC-0B76-4F58-A4FA-50F948AB9D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paid to that address</a:t>
          </a:r>
        </a:p>
      </dgm:t>
    </dgm:pt>
    <dgm:pt modelId="{A89D1ECE-9F23-432A-AF8C-78C66E539762}" type="parTrans" cxnId="{C01D1A37-5B80-44EF-82C2-DFA54715B95C}">
      <dgm:prSet/>
      <dgm:spPr/>
    </dgm:pt>
    <dgm:pt modelId="{F199E7DD-A544-4117-9C9F-57DB0403F033}" type="sibTrans" cxnId="{C01D1A37-5B80-44EF-82C2-DFA54715B95C}">
      <dgm:prSet/>
      <dgm:spPr/>
    </dgm:pt>
    <dgm:pt modelId="{E994F2F6-A961-4EE1-BC12-8DD8A1BB99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Signing</a:t>
          </a:r>
          <a:endParaRPr lang="en-US"/>
        </a:p>
      </dgm:t>
    </dgm:pt>
    <dgm:pt modelId="{F7785EEA-F7A4-47CE-A6D2-AC730E6A1E3A}" type="parTrans" cxnId="{F59BF817-080D-4CC4-A24C-C2907219C191}">
      <dgm:prSet/>
      <dgm:spPr/>
    </dgm:pt>
    <dgm:pt modelId="{1767FB12-B435-445F-81E0-92AE09F97447}" type="sibTrans" cxnId="{F59BF817-080D-4CC4-A24C-C2907219C191}">
      <dgm:prSet/>
      <dgm:spPr/>
    </dgm:pt>
    <dgm:pt modelId="{7AE8AAF3-E30A-43B0-8B05-89CB0D2BE899}" type="pres">
      <dgm:prSet presAssocID="{4A7FA55D-DD8E-4B76-8C28-40C707B22742}" presName="root" presStyleCnt="0">
        <dgm:presLayoutVars>
          <dgm:dir/>
          <dgm:resizeHandles val="exact"/>
        </dgm:presLayoutVars>
      </dgm:prSet>
      <dgm:spPr/>
    </dgm:pt>
    <dgm:pt modelId="{A9825AA0-84EA-4BB0-971A-770B030C11EA}" type="pres">
      <dgm:prSet presAssocID="{BF97D222-0E2D-44DF-B4B7-8C4EDF4C7655}" presName="compNode" presStyleCnt="0"/>
      <dgm:spPr/>
    </dgm:pt>
    <dgm:pt modelId="{C2242ECA-C159-4062-8AA5-64BC712E0F01}" type="pres">
      <dgm:prSet presAssocID="{BF97D222-0E2D-44DF-B4B7-8C4EDF4C76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3E120B4-CD82-4AE4-A8EC-D0948A25BB84}" type="pres">
      <dgm:prSet presAssocID="{BF97D222-0E2D-44DF-B4B7-8C4EDF4C7655}" presName="iconSpace" presStyleCnt="0"/>
      <dgm:spPr/>
    </dgm:pt>
    <dgm:pt modelId="{2DE0826F-7EE7-4141-8C1B-9B9973DD270C}" type="pres">
      <dgm:prSet presAssocID="{BF97D222-0E2D-44DF-B4B7-8C4EDF4C7655}" presName="parTx" presStyleLbl="revTx" presStyleIdx="0" presStyleCnt="6">
        <dgm:presLayoutVars>
          <dgm:chMax val="0"/>
          <dgm:chPref val="0"/>
        </dgm:presLayoutVars>
      </dgm:prSet>
      <dgm:spPr/>
    </dgm:pt>
    <dgm:pt modelId="{12DD1539-634F-47E4-9500-E2BA6EB7A0FF}" type="pres">
      <dgm:prSet presAssocID="{BF97D222-0E2D-44DF-B4B7-8C4EDF4C7655}" presName="txSpace" presStyleCnt="0"/>
      <dgm:spPr/>
    </dgm:pt>
    <dgm:pt modelId="{A1A996F7-A645-490A-A635-5EE4ABE70F7C}" type="pres">
      <dgm:prSet presAssocID="{BF97D222-0E2D-44DF-B4B7-8C4EDF4C7655}" presName="desTx" presStyleLbl="revTx" presStyleIdx="1" presStyleCnt="6">
        <dgm:presLayoutVars/>
      </dgm:prSet>
      <dgm:spPr/>
    </dgm:pt>
    <dgm:pt modelId="{ED7D4EBD-A216-4844-8EF4-370A698B97CB}" type="pres">
      <dgm:prSet presAssocID="{CCB03DDC-0664-4C75-9829-C46A08B31DF4}" presName="sibTrans" presStyleCnt="0"/>
      <dgm:spPr/>
    </dgm:pt>
    <dgm:pt modelId="{0B69502D-31A7-4797-AD84-73E7EFD1DF28}" type="pres">
      <dgm:prSet presAssocID="{288BCDA5-E6EA-4878-89BB-B5C4F8A5929E}" presName="compNode" presStyleCnt="0"/>
      <dgm:spPr/>
    </dgm:pt>
    <dgm:pt modelId="{33822D5F-0B2C-4E4E-A6A9-523CEECB998E}" type="pres">
      <dgm:prSet presAssocID="{288BCDA5-E6EA-4878-89BB-B5C4F8A592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3CBFD4E5-4F1A-4A29-8752-0EF1F0EC0092}" type="pres">
      <dgm:prSet presAssocID="{288BCDA5-E6EA-4878-89BB-B5C4F8A5929E}" presName="iconSpace" presStyleCnt="0"/>
      <dgm:spPr/>
    </dgm:pt>
    <dgm:pt modelId="{927A0827-53C9-4F6A-8809-121B66794C30}" type="pres">
      <dgm:prSet presAssocID="{288BCDA5-E6EA-4878-89BB-B5C4F8A5929E}" presName="parTx" presStyleLbl="revTx" presStyleIdx="2" presStyleCnt="6">
        <dgm:presLayoutVars>
          <dgm:chMax val="0"/>
          <dgm:chPref val="0"/>
        </dgm:presLayoutVars>
      </dgm:prSet>
      <dgm:spPr/>
    </dgm:pt>
    <dgm:pt modelId="{12199EFA-6A8C-426D-AD6A-13BBC36DC1B5}" type="pres">
      <dgm:prSet presAssocID="{288BCDA5-E6EA-4878-89BB-B5C4F8A5929E}" presName="txSpace" presStyleCnt="0"/>
      <dgm:spPr/>
    </dgm:pt>
    <dgm:pt modelId="{D1CC5E2C-2A1F-4DA3-95AD-7D20B56B7308}" type="pres">
      <dgm:prSet presAssocID="{288BCDA5-E6EA-4878-89BB-B5C4F8A5929E}" presName="desTx" presStyleLbl="revTx" presStyleIdx="3" presStyleCnt="6">
        <dgm:presLayoutVars/>
      </dgm:prSet>
      <dgm:spPr/>
    </dgm:pt>
    <dgm:pt modelId="{2B83679C-16B1-4C94-AE36-36A0C49AC1E1}" type="pres">
      <dgm:prSet presAssocID="{6C0457A8-AA3A-4F8F-AF3A-61660E380883}" presName="sibTrans" presStyleCnt="0"/>
      <dgm:spPr/>
    </dgm:pt>
    <dgm:pt modelId="{4E42188E-65D3-4731-A6D4-597AF1BA549A}" type="pres">
      <dgm:prSet presAssocID="{E994F2F6-A961-4EE1-BC12-8DD8A1BB999C}" presName="compNode" presStyleCnt="0"/>
      <dgm:spPr/>
    </dgm:pt>
    <dgm:pt modelId="{90C849E3-39F6-48D5-9986-086FEFF83D9C}" type="pres">
      <dgm:prSet presAssocID="{E994F2F6-A961-4EE1-BC12-8DD8A1BB999C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DB2B6B88-A455-49C7-B08F-863B45B7D5F7}" type="pres">
      <dgm:prSet presAssocID="{E994F2F6-A961-4EE1-BC12-8DD8A1BB999C}" presName="iconSpace" presStyleCnt="0"/>
      <dgm:spPr/>
    </dgm:pt>
    <dgm:pt modelId="{5D8E084A-B677-4D54-A291-7A1B0E257D6B}" type="pres">
      <dgm:prSet presAssocID="{E994F2F6-A961-4EE1-BC12-8DD8A1BB999C}" presName="parTx" presStyleLbl="revTx" presStyleIdx="4" presStyleCnt="6">
        <dgm:presLayoutVars>
          <dgm:chMax val="0"/>
          <dgm:chPref val="0"/>
        </dgm:presLayoutVars>
      </dgm:prSet>
      <dgm:spPr/>
    </dgm:pt>
    <dgm:pt modelId="{56839242-BBC9-46F7-8475-CB361D7F5CAB}" type="pres">
      <dgm:prSet presAssocID="{E994F2F6-A961-4EE1-BC12-8DD8A1BB999C}" presName="txSpace" presStyleCnt="0"/>
      <dgm:spPr/>
    </dgm:pt>
    <dgm:pt modelId="{E1974064-9DC2-4531-B787-0018E40AA0FC}" type="pres">
      <dgm:prSet presAssocID="{E994F2F6-A961-4EE1-BC12-8DD8A1BB999C}" presName="desTx" presStyleLbl="revTx" presStyleIdx="5" presStyleCnt="6">
        <dgm:presLayoutVars/>
      </dgm:prSet>
      <dgm:spPr/>
    </dgm:pt>
  </dgm:ptLst>
  <dgm:cxnLst>
    <dgm:cxn modelId="{E1C6FA05-E2C8-4A40-B712-D79CB60FA7EB}" srcId="{463F5B00-B85A-4C1B-B6E4-A2713144F70A}" destId="{8A324898-282C-4EA4-92FB-E20263D6C036}" srcOrd="1" destOrd="0" parTransId="{FABCCA52-3ABC-4778-B28E-A0C868EA5EE3}" sibTransId="{607C24A3-D148-4905-92D0-C5998B080247}"/>
    <dgm:cxn modelId="{F59BF817-080D-4CC4-A24C-C2907219C191}" srcId="{4A7FA55D-DD8E-4B76-8C28-40C707B22742}" destId="{E994F2F6-A961-4EE1-BC12-8DD8A1BB999C}" srcOrd="2" destOrd="0" parTransId="{F7785EEA-F7A4-47CE-A6D2-AC730E6A1E3A}" sibTransId="{1767FB12-B435-445F-81E0-92AE09F97447}"/>
    <dgm:cxn modelId="{9F1AD522-BFC3-4202-8670-B4521BAAE04D}" srcId="{463F5B00-B85A-4C1B-B6E4-A2713144F70A}" destId="{4BBA8CC8-A522-406A-A676-7D70862EE129}" srcOrd="0" destOrd="0" parTransId="{EF629EF4-3F21-4994-B556-17920E0D00FA}" sibTransId="{821A09BC-98A2-4156-8C49-618B1B363DC3}"/>
    <dgm:cxn modelId="{A634C133-AF60-46F5-ACA9-C562308E8FF9}" srcId="{4A7FA55D-DD8E-4B76-8C28-40C707B22742}" destId="{288BCDA5-E6EA-4878-89BB-B5C4F8A5929E}" srcOrd="1" destOrd="0" parTransId="{A5989994-07E7-4FDE-83F7-51C5DEE524E3}" sibTransId="{6C0457A8-AA3A-4F8F-AF3A-61660E380883}"/>
    <dgm:cxn modelId="{C01D1A37-5B80-44EF-82C2-DFA54715B95C}" srcId="{E994F2F6-A961-4EE1-BC12-8DD8A1BB999C}" destId="{E387CBDC-0B76-4F58-A4FA-50F948AB9D55}" srcOrd="1" destOrd="0" parTransId="{A89D1ECE-9F23-432A-AF8C-78C66E539762}" sibTransId="{F199E7DD-A544-4117-9C9F-57DB0403F033}"/>
    <dgm:cxn modelId="{DCDCBC43-4344-4B27-B4FF-E25A47C37DA6}" type="presOf" srcId="{4BBA8CC8-A522-406A-A676-7D70862EE129}" destId="{A1A996F7-A645-490A-A635-5EE4ABE70F7C}" srcOrd="0" destOrd="1" presId="urn:microsoft.com/office/officeart/2018/5/layout/CenteredIconLabelDescriptionList"/>
    <dgm:cxn modelId="{24345268-8035-4358-8CB4-B650D9BB8647}" type="presOf" srcId="{E387CBDC-0B76-4F58-A4FA-50F948AB9D55}" destId="{E1974064-9DC2-4531-B787-0018E40AA0FC}" srcOrd="0" destOrd="1" presId="urn:microsoft.com/office/officeart/2018/5/layout/CenteredIconLabelDescriptionList"/>
    <dgm:cxn modelId="{54559980-7CF8-417F-9509-E0B5A0D33C3F}" type="presOf" srcId="{4A7FA55D-DD8E-4B76-8C28-40C707B22742}" destId="{7AE8AAF3-E30A-43B0-8B05-89CB0D2BE899}" srcOrd="0" destOrd="0" presId="urn:microsoft.com/office/officeart/2018/5/layout/CenteredIconLabelDescriptionList"/>
    <dgm:cxn modelId="{EBBAA587-9EC3-47E6-9794-81BDCB89346D}" type="presOf" srcId="{EB301866-21AE-4F4F-A559-9EF68A64A253}" destId="{E1974064-9DC2-4531-B787-0018E40AA0FC}" srcOrd="0" destOrd="0" presId="urn:microsoft.com/office/officeart/2018/5/layout/CenteredIconLabelDescriptionList"/>
    <dgm:cxn modelId="{B400C598-439F-439C-9D99-FB5F42AC24FC}" srcId="{E994F2F6-A961-4EE1-BC12-8DD8A1BB999C}" destId="{EB301866-21AE-4F4F-A559-9EF68A64A253}" srcOrd="0" destOrd="0" parTransId="{210C2B13-9514-47F0-B796-2C757864DF8C}" sibTransId="{73F4DB86-B934-4232-8A53-B1D1E5F1E0E7}"/>
    <dgm:cxn modelId="{89A8E59A-0549-4E42-908D-F4EE3BA6F6BC}" srcId="{4A7FA55D-DD8E-4B76-8C28-40C707B22742}" destId="{BF97D222-0E2D-44DF-B4B7-8C4EDF4C7655}" srcOrd="0" destOrd="0" parTransId="{6C831F45-852C-4D00-8545-46EB2BD45ACD}" sibTransId="{CCB03DDC-0664-4C75-9829-C46A08B31DF4}"/>
    <dgm:cxn modelId="{FA65FB9B-3B3F-49A5-96E2-D0BCD1A51F81}" type="presOf" srcId="{BF97D222-0E2D-44DF-B4B7-8C4EDF4C7655}" destId="{2DE0826F-7EE7-4141-8C1B-9B9973DD270C}" srcOrd="0" destOrd="0" presId="urn:microsoft.com/office/officeart/2018/5/layout/CenteredIconLabelDescriptionList"/>
    <dgm:cxn modelId="{B81CDFA0-E7D2-4E12-862C-C4805D3CBE1F}" srcId="{BF97D222-0E2D-44DF-B4B7-8C4EDF4C7655}" destId="{463F5B00-B85A-4C1B-B6E4-A2713144F70A}" srcOrd="0" destOrd="0" parTransId="{53DAEFB2-29BF-400D-909A-CCC33499BA71}" sibTransId="{53ADA560-95DE-4725-BB21-8EDB459E9C89}"/>
    <dgm:cxn modelId="{69C8C1B6-4BCA-48F4-9F2C-5683F87852BB}" type="presOf" srcId="{FCF7C9F4-9DB1-4EF7-AC05-51410D2930DD}" destId="{D1CC5E2C-2A1F-4DA3-95AD-7D20B56B7308}" srcOrd="0" destOrd="0" presId="urn:microsoft.com/office/officeart/2018/5/layout/CenteredIconLabelDescriptionList"/>
    <dgm:cxn modelId="{B49123C7-DAE8-4D79-B6BD-918BC6D0465A}" type="presOf" srcId="{288BCDA5-E6EA-4878-89BB-B5C4F8A5929E}" destId="{927A0827-53C9-4F6A-8809-121B66794C30}" srcOrd="0" destOrd="0" presId="urn:microsoft.com/office/officeart/2018/5/layout/CenteredIconLabelDescriptionList"/>
    <dgm:cxn modelId="{8702D8D6-7325-4854-8F47-A77DEC7F61F1}" type="presOf" srcId="{E994F2F6-A961-4EE1-BC12-8DD8A1BB999C}" destId="{5D8E084A-B677-4D54-A291-7A1B0E257D6B}" srcOrd="0" destOrd="0" presId="urn:microsoft.com/office/officeart/2018/5/layout/CenteredIconLabelDescriptionList"/>
    <dgm:cxn modelId="{1D44A3F3-6642-4A7F-BE4E-4D4B2678A21F}" srcId="{288BCDA5-E6EA-4878-89BB-B5C4F8A5929E}" destId="{FCF7C9F4-9DB1-4EF7-AC05-51410D2930DD}" srcOrd="0" destOrd="0" parTransId="{FCF1A39F-50BC-4755-B2F9-EC2A3870897D}" sibTransId="{BC3C049B-03C3-4D66-935E-0ABC66E94A7D}"/>
    <dgm:cxn modelId="{5CE683F9-1F4D-4595-9A0F-139322E19797}" type="presOf" srcId="{463F5B00-B85A-4C1B-B6E4-A2713144F70A}" destId="{A1A996F7-A645-490A-A635-5EE4ABE70F7C}" srcOrd="0" destOrd="0" presId="urn:microsoft.com/office/officeart/2018/5/layout/CenteredIconLabelDescriptionList"/>
    <dgm:cxn modelId="{456E1DFE-FCBA-4A37-9B70-21952D13626D}" type="presOf" srcId="{8A324898-282C-4EA4-92FB-E20263D6C036}" destId="{A1A996F7-A645-490A-A635-5EE4ABE70F7C}" srcOrd="0" destOrd="2" presId="urn:microsoft.com/office/officeart/2018/5/layout/CenteredIconLabelDescriptionList"/>
    <dgm:cxn modelId="{9BBFF781-4A8F-44DC-A54E-7EE46C5A0C84}" type="presParOf" srcId="{7AE8AAF3-E30A-43B0-8B05-89CB0D2BE899}" destId="{A9825AA0-84EA-4BB0-971A-770B030C11EA}" srcOrd="0" destOrd="0" presId="urn:microsoft.com/office/officeart/2018/5/layout/CenteredIconLabelDescriptionList"/>
    <dgm:cxn modelId="{CB603D4F-7294-4463-AD1E-20AE95F73D09}" type="presParOf" srcId="{A9825AA0-84EA-4BB0-971A-770B030C11EA}" destId="{C2242ECA-C159-4062-8AA5-64BC712E0F01}" srcOrd="0" destOrd="0" presId="urn:microsoft.com/office/officeart/2018/5/layout/CenteredIconLabelDescriptionList"/>
    <dgm:cxn modelId="{1E9B7CCF-5BF2-41C9-B6AA-2DA53EE6588D}" type="presParOf" srcId="{A9825AA0-84EA-4BB0-971A-770B030C11EA}" destId="{53E120B4-CD82-4AE4-A8EC-D0948A25BB84}" srcOrd="1" destOrd="0" presId="urn:microsoft.com/office/officeart/2018/5/layout/CenteredIconLabelDescriptionList"/>
    <dgm:cxn modelId="{B6E91DE2-AFC4-4694-AD58-3331A49F5050}" type="presParOf" srcId="{A9825AA0-84EA-4BB0-971A-770B030C11EA}" destId="{2DE0826F-7EE7-4141-8C1B-9B9973DD270C}" srcOrd="2" destOrd="0" presId="urn:microsoft.com/office/officeart/2018/5/layout/CenteredIconLabelDescriptionList"/>
    <dgm:cxn modelId="{C2A2636E-7490-4921-9A7E-1CC47ED44EB8}" type="presParOf" srcId="{A9825AA0-84EA-4BB0-971A-770B030C11EA}" destId="{12DD1539-634F-47E4-9500-E2BA6EB7A0FF}" srcOrd="3" destOrd="0" presId="urn:microsoft.com/office/officeart/2018/5/layout/CenteredIconLabelDescriptionList"/>
    <dgm:cxn modelId="{106D827A-0413-4B91-8E2B-17412F2E8116}" type="presParOf" srcId="{A9825AA0-84EA-4BB0-971A-770B030C11EA}" destId="{A1A996F7-A645-490A-A635-5EE4ABE70F7C}" srcOrd="4" destOrd="0" presId="urn:microsoft.com/office/officeart/2018/5/layout/CenteredIconLabelDescriptionList"/>
    <dgm:cxn modelId="{38C2938A-70D8-4098-A661-1A6AFA475732}" type="presParOf" srcId="{7AE8AAF3-E30A-43B0-8B05-89CB0D2BE899}" destId="{ED7D4EBD-A216-4844-8EF4-370A698B97CB}" srcOrd="1" destOrd="0" presId="urn:microsoft.com/office/officeart/2018/5/layout/CenteredIconLabelDescriptionList"/>
    <dgm:cxn modelId="{3554480E-410E-4DAE-A16B-3B8971539913}" type="presParOf" srcId="{7AE8AAF3-E30A-43B0-8B05-89CB0D2BE899}" destId="{0B69502D-31A7-4797-AD84-73E7EFD1DF28}" srcOrd="2" destOrd="0" presId="urn:microsoft.com/office/officeart/2018/5/layout/CenteredIconLabelDescriptionList"/>
    <dgm:cxn modelId="{F8BCE458-D8EC-4A1C-91C1-421E7A6C16E0}" type="presParOf" srcId="{0B69502D-31A7-4797-AD84-73E7EFD1DF28}" destId="{33822D5F-0B2C-4E4E-A6A9-523CEECB998E}" srcOrd="0" destOrd="0" presId="urn:microsoft.com/office/officeart/2018/5/layout/CenteredIconLabelDescriptionList"/>
    <dgm:cxn modelId="{4A9C03A2-6200-4A47-AF76-F1005B567A21}" type="presParOf" srcId="{0B69502D-31A7-4797-AD84-73E7EFD1DF28}" destId="{3CBFD4E5-4F1A-4A29-8752-0EF1F0EC0092}" srcOrd="1" destOrd="0" presId="urn:microsoft.com/office/officeart/2018/5/layout/CenteredIconLabelDescriptionList"/>
    <dgm:cxn modelId="{A0E284A9-F17C-4702-923E-095CF81BA64F}" type="presParOf" srcId="{0B69502D-31A7-4797-AD84-73E7EFD1DF28}" destId="{927A0827-53C9-4F6A-8809-121B66794C30}" srcOrd="2" destOrd="0" presId="urn:microsoft.com/office/officeart/2018/5/layout/CenteredIconLabelDescriptionList"/>
    <dgm:cxn modelId="{F2B53203-ACB1-4601-BE16-88DDAE997295}" type="presParOf" srcId="{0B69502D-31A7-4797-AD84-73E7EFD1DF28}" destId="{12199EFA-6A8C-426D-AD6A-13BBC36DC1B5}" srcOrd="3" destOrd="0" presId="urn:microsoft.com/office/officeart/2018/5/layout/CenteredIconLabelDescriptionList"/>
    <dgm:cxn modelId="{E23D8472-7034-49A1-BE09-700A205E9E31}" type="presParOf" srcId="{0B69502D-31A7-4797-AD84-73E7EFD1DF28}" destId="{D1CC5E2C-2A1F-4DA3-95AD-7D20B56B7308}" srcOrd="4" destOrd="0" presId="urn:microsoft.com/office/officeart/2018/5/layout/CenteredIconLabelDescriptionList"/>
    <dgm:cxn modelId="{DE66BC42-510D-45A0-ADB2-1236939DEB3F}" type="presParOf" srcId="{7AE8AAF3-E30A-43B0-8B05-89CB0D2BE899}" destId="{2B83679C-16B1-4C94-AE36-36A0C49AC1E1}" srcOrd="3" destOrd="0" presId="urn:microsoft.com/office/officeart/2018/5/layout/CenteredIconLabelDescriptionList"/>
    <dgm:cxn modelId="{8200AC18-2145-4B9F-8D06-38E15D2078C1}" type="presParOf" srcId="{7AE8AAF3-E30A-43B0-8B05-89CB0D2BE899}" destId="{4E42188E-65D3-4731-A6D4-597AF1BA549A}" srcOrd="4" destOrd="0" presId="urn:microsoft.com/office/officeart/2018/5/layout/CenteredIconLabelDescriptionList"/>
    <dgm:cxn modelId="{5BD687AE-A8B1-478E-830C-797EFFFF86A0}" type="presParOf" srcId="{4E42188E-65D3-4731-A6D4-597AF1BA549A}" destId="{90C849E3-39F6-48D5-9986-086FEFF83D9C}" srcOrd="0" destOrd="0" presId="urn:microsoft.com/office/officeart/2018/5/layout/CenteredIconLabelDescriptionList"/>
    <dgm:cxn modelId="{74025484-E005-490B-A51C-48C9544E70FA}" type="presParOf" srcId="{4E42188E-65D3-4731-A6D4-597AF1BA549A}" destId="{DB2B6B88-A455-49C7-B08F-863B45B7D5F7}" srcOrd="1" destOrd="0" presId="urn:microsoft.com/office/officeart/2018/5/layout/CenteredIconLabelDescriptionList"/>
    <dgm:cxn modelId="{D30D90FD-A0DD-45CB-A7F6-CD3DF0849185}" type="presParOf" srcId="{4E42188E-65D3-4731-A6D4-597AF1BA549A}" destId="{5D8E084A-B677-4D54-A291-7A1B0E257D6B}" srcOrd="2" destOrd="0" presId="urn:microsoft.com/office/officeart/2018/5/layout/CenteredIconLabelDescriptionList"/>
    <dgm:cxn modelId="{E5BB9684-93F6-4CED-8A33-AC4C21B4EAB9}" type="presParOf" srcId="{4E42188E-65D3-4731-A6D4-597AF1BA549A}" destId="{56839242-BBC9-46F7-8475-CB361D7F5CAB}" srcOrd="3" destOrd="0" presId="urn:microsoft.com/office/officeart/2018/5/layout/CenteredIconLabelDescriptionList"/>
    <dgm:cxn modelId="{96215397-63DA-4A22-A12B-E882598E7329}" type="presParOf" srcId="{4E42188E-65D3-4731-A6D4-597AF1BA549A}" destId="{E1974064-9DC2-4531-B787-0018E40AA0F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D8FCD6E5-8F14-42C0-9DCA-F526C42C739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D0BF79-95BD-4B10-B058-9455BE35DC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</a:t>
          </a:r>
          <a:r>
            <a:rPr lang="tr-TR"/>
            <a:t> </a:t>
          </a:r>
          <a:r>
            <a:rPr lang="en-US"/>
            <a:t>address </a:t>
          </a:r>
        </a:p>
      </dgm:t>
    </dgm:pt>
    <dgm:pt modelId="{801AEB5A-AC65-48C8-BE0E-D1D3BCB9865D}" type="parTrans" cxnId="{83D46314-3723-4F65-80B3-3CF77FA62FFC}">
      <dgm:prSet/>
      <dgm:spPr/>
      <dgm:t>
        <a:bodyPr/>
        <a:lstStyle/>
        <a:p>
          <a:endParaRPr lang="en-US"/>
        </a:p>
      </dgm:t>
    </dgm:pt>
    <dgm:pt modelId="{9D838A29-4047-462C-A088-D89E45A8301F}" type="sibTrans" cxnId="{83D46314-3723-4F65-80B3-3CF77FA62FFC}">
      <dgm:prSet/>
      <dgm:spPr/>
      <dgm:t>
        <a:bodyPr/>
        <a:lstStyle/>
        <a:p>
          <a:endParaRPr lang="en-US"/>
        </a:p>
      </dgm:t>
    </dgm:pt>
    <dgm:pt modelId="{2D10E763-389B-44CF-AC8A-FEA3E63F9CD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Randomness</a:t>
          </a:r>
          <a:endParaRPr lang="en-US" dirty="0"/>
        </a:p>
      </dgm:t>
    </dgm:pt>
    <dgm:pt modelId="{1CBB8E53-7B12-4C20-9879-DEA57877E05B}" type="parTrans" cxnId="{ED71FD50-45BD-409F-B149-3147FDAE64C5}">
      <dgm:prSet/>
      <dgm:spPr/>
      <dgm:t>
        <a:bodyPr/>
        <a:lstStyle/>
        <a:p>
          <a:endParaRPr lang="en-US"/>
        </a:p>
      </dgm:t>
    </dgm:pt>
    <dgm:pt modelId="{D4C02B05-090F-4287-A0A4-9ACBB2BC627E}" type="sibTrans" cxnId="{ED71FD50-45BD-409F-B149-3147FDAE64C5}">
      <dgm:prSet/>
      <dgm:spPr/>
      <dgm:t>
        <a:bodyPr/>
        <a:lstStyle/>
        <a:p>
          <a:endParaRPr lang="en-US"/>
        </a:p>
      </dgm:t>
    </dgm:pt>
    <dgm:pt modelId="{3FBDC5B2-180E-49C7-B3B3-20EDA8E50E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</a:t>
          </a:r>
          <a:r>
            <a:rPr lang="tr-TR"/>
            <a:t> are</a:t>
          </a:r>
          <a:r>
            <a:rPr lang="en-US"/>
            <a:t> indistinguishable </a:t>
          </a:r>
        </a:p>
      </dgm:t>
    </dgm:pt>
    <dgm:pt modelId="{A7C444F5-8F19-4AD7-82B2-3D9A2871D557}" type="parTrans" cxnId="{2A61DD86-8CF5-4BED-BC42-18370341DBD4}">
      <dgm:prSet/>
      <dgm:spPr/>
      <dgm:t>
        <a:bodyPr/>
        <a:lstStyle/>
        <a:p>
          <a:endParaRPr lang="en-US"/>
        </a:p>
      </dgm:t>
    </dgm:pt>
    <dgm:pt modelId="{D5324CAD-8318-4CE6-8BAA-B1E0FF534E98}" type="sibTrans" cxnId="{2A61DD86-8CF5-4BED-BC42-18370341DBD4}">
      <dgm:prSet/>
      <dgm:spPr/>
      <dgm:t>
        <a:bodyPr/>
        <a:lstStyle/>
        <a:p>
          <a:endParaRPr lang="en-US"/>
        </a:p>
      </dgm:t>
    </dgm:pt>
    <dgm:pt modelId="{C6DF2AB9-5115-4AF4-9FCB-B670B04423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</a:t>
          </a:r>
          <a:r>
            <a:rPr lang="tr-TR"/>
            <a:t>random </a:t>
          </a:r>
          <a:r>
            <a:rPr lang="en-US"/>
            <a:t>keys and addresses</a:t>
          </a:r>
        </a:p>
      </dgm:t>
    </dgm:pt>
    <dgm:pt modelId="{D1138B6D-FDA9-4F89-A211-6874B75D35D9}" type="parTrans" cxnId="{EA9F7C4C-9A7C-4BBA-A68B-777C5243BEF2}">
      <dgm:prSet/>
      <dgm:spPr/>
      <dgm:t>
        <a:bodyPr/>
        <a:lstStyle/>
        <a:p>
          <a:endParaRPr lang="en-US"/>
        </a:p>
      </dgm:t>
    </dgm:pt>
    <dgm:pt modelId="{6974598C-F828-476F-B065-813ACFB10440}" type="sibTrans" cxnId="{EA9F7C4C-9A7C-4BBA-A68B-777C5243BEF2}">
      <dgm:prSet/>
      <dgm:spPr/>
      <dgm:t>
        <a:bodyPr/>
        <a:lstStyle/>
        <a:p>
          <a:endParaRPr lang="en-US"/>
        </a:p>
      </dgm:t>
    </dgm:pt>
    <dgm:pt modelId="{B6377CE5-31B7-416B-B1BF-EB0EB45497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</a:t>
          </a:r>
        </a:p>
      </dgm:t>
    </dgm:pt>
    <dgm:pt modelId="{8534CCB5-AF8D-4481-8645-9D217BE1116A}" type="parTrans" cxnId="{D40088D1-9371-4EBB-97E8-541B56A3F07F}">
      <dgm:prSet/>
      <dgm:spPr/>
      <dgm:t>
        <a:bodyPr/>
        <a:lstStyle/>
        <a:p>
          <a:endParaRPr lang="tr-TR"/>
        </a:p>
      </dgm:t>
    </dgm:pt>
    <dgm:pt modelId="{0991E1E7-52E9-4FAC-8268-765D1EFC5BC9}" type="sibTrans" cxnId="{D40088D1-9371-4EBB-97E8-541B56A3F07F}">
      <dgm:prSet/>
      <dgm:spPr/>
      <dgm:t>
        <a:bodyPr/>
        <a:lstStyle/>
        <a:p>
          <a:endParaRPr lang="tr-TR"/>
        </a:p>
      </dgm:t>
    </dgm:pt>
    <dgm:pt modelId="{1378C5A0-BA37-4CC3-9C9B-080553B433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Visibility</a:t>
          </a:r>
          <a:endParaRPr lang="en-US"/>
        </a:p>
      </dgm:t>
    </dgm:pt>
    <dgm:pt modelId="{6DC92868-BBA6-4C1D-B134-2E2EC8D1FAB2}" type="parTrans" cxnId="{46101B39-0121-4A71-9145-90B9C5B2CD33}">
      <dgm:prSet/>
      <dgm:spPr/>
      <dgm:t>
        <a:bodyPr/>
        <a:lstStyle/>
        <a:p>
          <a:endParaRPr lang="tr-TR"/>
        </a:p>
      </dgm:t>
    </dgm:pt>
    <dgm:pt modelId="{3D263E8C-61B3-4C8D-8518-23F756C237E9}" type="sibTrans" cxnId="{46101B39-0121-4A71-9145-90B9C5B2CD33}">
      <dgm:prSet/>
      <dgm:spPr/>
      <dgm:t>
        <a:bodyPr/>
        <a:lstStyle/>
        <a:p>
          <a:endParaRPr lang="tr-TR"/>
        </a:p>
      </dgm:t>
    </dgm:pt>
    <dgm:pt modelId="{EB2D9E0F-333C-45DC-822F-0821D5184DB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nobody can see them</a:t>
          </a:r>
          <a:endParaRPr lang="en-US"/>
        </a:p>
      </dgm:t>
    </dgm:pt>
    <dgm:pt modelId="{74617EDC-5EE1-4A63-A3FD-C7DCFA26FBA7}" type="parTrans" cxnId="{04A94DCF-A60C-47E7-8410-14942091827E}">
      <dgm:prSet/>
      <dgm:spPr/>
      <dgm:t>
        <a:bodyPr/>
        <a:lstStyle/>
        <a:p>
          <a:endParaRPr lang="tr-TR"/>
        </a:p>
      </dgm:t>
    </dgm:pt>
    <dgm:pt modelId="{053B1961-891E-4B5A-A426-833552C974FF}" type="sibTrans" cxnId="{04A94DCF-A60C-47E7-8410-14942091827E}">
      <dgm:prSet/>
      <dgm:spPr/>
      <dgm:t>
        <a:bodyPr/>
        <a:lstStyle/>
        <a:p>
          <a:endParaRPr lang="tr-TR"/>
        </a:p>
      </dgm:t>
    </dgm:pt>
    <dgm:pt modelId="{F923D675-573C-4DDE-A70C-E46DE69271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outside of the HD wallet</a:t>
          </a:r>
        </a:p>
      </dgm:t>
    </dgm:pt>
    <dgm:pt modelId="{A80D3687-E750-4BE2-AF55-BD85100A7541}" type="parTrans" cxnId="{9A4C79BC-27BD-469D-89B9-4F5634031189}">
      <dgm:prSet/>
      <dgm:spPr/>
      <dgm:t>
        <a:bodyPr/>
        <a:lstStyle/>
        <a:p>
          <a:endParaRPr lang="tr-TR"/>
        </a:p>
      </dgm:t>
    </dgm:pt>
    <dgm:pt modelId="{D1EC3DFB-8829-482A-9CBB-4576217F96F4}" type="sibTrans" cxnId="{9A4C79BC-27BD-469D-89B9-4F5634031189}">
      <dgm:prSet/>
      <dgm:spPr/>
      <dgm:t>
        <a:bodyPr/>
        <a:lstStyle/>
        <a:p>
          <a:endParaRPr lang="tr-TR"/>
        </a:p>
      </dgm:t>
    </dgm:pt>
    <dgm:pt modelId="{B1793E53-5DB3-459D-92CB-6D941963A6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child private key</a:t>
          </a:r>
        </a:p>
      </dgm:t>
    </dgm:pt>
    <dgm:pt modelId="{677700AF-1E58-4C83-AC65-A06FFFB99495}" type="parTrans" cxnId="{716DAB43-4BFC-449B-9AF9-91F82544B1A7}">
      <dgm:prSet/>
      <dgm:spPr/>
      <dgm:t>
        <a:bodyPr/>
        <a:lstStyle/>
        <a:p>
          <a:endParaRPr lang="tr-TR"/>
        </a:p>
      </dgm:t>
    </dgm:pt>
    <dgm:pt modelId="{1D0A8DA3-5ED0-4598-AE7A-AB8DE7A307BB}" type="sibTrans" cxnId="{716DAB43-4BFC-449B-9AF9-91F82544B1A7}">
      <dgm:prSet/>
      <dgm:spPr/>
      <dgm:t>
        <a:bodyPr/>
        <a:lstStyle/>
        <a:p>
          <a:endParaRPr lang="tr-TR"/>
        </a:p>
      </dgm:t>
    </dgm:pt>
    <dgm:pt modelId="{917336C1-0CC3-4655-AE62-58A410ECE7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Keys</a:t>
          </a:r>
          <a:endParaRPr lang="en-US" dirty="0"/>
        </a:p>
      </dgm:t>
    </dgm:pt>
    <dgm:pt modelId="{42BD77AA-DE5B-4A7D-918E-8D4B1EB25114}" type="parTrans" cxnId="{247EFC0F-C20C-4556-82F2-BBCD805E8E20}">
      <dgm:prSet/>
      <dgm:spPr/>
      <dgm:t>
        <a:bodyPr/>
        <a:lstStyle/>
        <a:p>
          <a:endParaRPr lang="tr-TR"/>
        </a:p>
      </dgm:t>
    </dgm:pt>
    <dgm:pt modelId="{F94B0B03-9A17-4B48-925C-F8670C865D84}" type="sibTrans" cxnId="{247EFC0F-C20C-4556-82F2-BBCD805E8E20}">
      <dgm:prSet/>
      <dgm:spPr/>
      <dgm:t>
        <a:bodyPr/>
        <a:lstStyle/>
        <a:p>
          <a:endParaRPr lang="tr-TR"/>
        </a:p>
      </dgm:t>
    </dgm:pt>
    <dgm:pt modelId="{BA967894-C8F1-4774-86EC-743E40D0092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Once</a:t>
          </a:r>
          <a:r>
            <a:rPr lang="tr-TR" dirty="0"/>
            <a:t> </a:t>
          </a:r>
          <a:r>
            <a:rPr lang="tr-TR" dirty="0" err="1"/>
            <a:t>created</a:t>
          </a:r>
          <a:endParaRPr lang="en-US" dirty="0"/>
        </a:p>
      </dgm:t>
    </dgm:pt>
    <dgm:pt modelId="{B7CE45B7-36E8-403C-B241-AD6F8D8B4EA4}" type="parTrans" cxnId="{E73310B8-575C-4D4E-8121-20CE262922DB}">
      <dgm:prSet/>
      <dgm:spPr/>
      <dgm:t>
        <a:bodyPr/>
        <a:lstStyle/>
        <a:p>
          <a:endParaRPr lang="tr-TR"/>
        </a:p>
      </dgm:t>
    </dgm:pt>
    <dgm:pt modelId="{02A938FF-561D-4E6C-900B-0078DB6BEE5C}" type="sibTrans" cxnId="{E73310B8-575C-4D4E-8121-20CE262922DB}">
      <dgm:prSet/>
      <dgm:spPr/>
      <dgm:t>
        <a:bodyPr/>
        <a:lstStyle/>
        <a:p>
          <a:endParaRPr lang="tr-TR"/>
        </a:p>
      </dgm:t>
    </dgm:pt>
    <dgm:pt modelId="{CF58BA9F-2F6F-4B61-94EB-DE14C4C1A41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Can be </a:t>
          </a:r>
          <a:r>
            <a:rPr lang="tr-TR" dirty="0" err="1"/>
            <a:t>used</a:t>
          </a:r>
          <a:r>
            <a:rPr lang="tr-TR" dirty="0"/>
            <a:t> as normal </a:t>
          </a:r>
          <a:r>
            <a:rPr lang="tr-TR" dirty="0" err="1"/>
            <a:t>keys</a:t>
          </a:r>
          <a:endParaRPr lang="en-US" dirty="0"/>
        </a:p>
      </dgm:t>
    </dgm:pt>
    <dgm:pt modelId="{D25BEAEC-9B70-4E42-8BDE-E413417F9C86}" type="parTrans" cxnId="{C7CF267F-3B96-4EC4-A80A-40D6DF88D548}">
      <dgm:prSet/>
      <dgm:spPr/>
      <dgm:t>
        <a:bodyPr/>
        <a:lstStyle/>
        <a:p>
          <a:endParaRPr lang="tr-TR"/>
        </a:p>
      </dgm:t>
    </dgm:pt>
    <dgm:pt modelId="{51CE0597-3CBC-4903-B9C4-1B23C9C79AC3}" type="sibTrans" cxnId="{C7CF267F-3B96-4EC4-A80A-40D6DF88D548}">
      <dgm:prSet/>
      <dgm:spPr/>
      <dgm:t>
        <a:bodyPr/>
        <a:lstStyle/>
        <a:p>
          <a:endParaRPr lang="tr-TR"/>
        </a:p>
      </dgm:t>
    </dgm:pt>
    <dgm:pt modelId="{804402BC-1A9F-477E-8FE2-D35FA9EDC37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Provide</a:t>
          </a:r>
          <a:r>
            <a:rPr lang="tr-TR" dirty="0"/>
            <a:t> a </a:t>
          </a:r>
          <a:r>
            <a:rPr lang="tr-TR" dirty="0" err="1"/>
            <a:t>Sequence</a:t>
          </a:r>
          <a:endParaRPr lang="en-US" dirty="0"/>
        </a:p>
      </dgm:t>
    </dgm:pt>
    <dgm:pt modelId="{4485F913-592F-4B5D-82CE-C9B485F34B05}" type="parTrans" cxnId="{91A33B75-5222-432D-9B4B-AF1C2481236A}">
      <dgm:prSet/>
      <dgm:spPr/>
      <dgm:t>
        <a:bodyPr/>
        <a:lstStyle/>
        <a:p>
          <a:endParaRPr lang="tr-TR"/>
        </a:p>
      </dgm:t>
    </dgm:pt>
    <dgm:pt modelId="{E44E7E2D-E1A9-42A3-84D3-DC997A94F76A}" type="sibTrans" cxnId="{91A33B75-5222-432D-9B4B-AF1C2481236A}">
      <dgm:prSet/>
      <dgm:spPr/>
      <dgm:t>
        <a:bodyPr/>
        <a:lstStyle/>
        <a:p>
          <a:endParaRPr lang="tr-TR"/>
        </a:p>
      </dgm:t>
    </dgm:pt>
    <dgm:pt modelId="{4BEB7FCB-E091-44EB-AFE4-5D8622A57E41}" type="pres">
      <dgm:prSet presAssocID="{D8FCD6E5-8F14-42C0-9DCA-F526C42C7394}" presName="root" presStyleCnt="0">
        <dgm:presLayoutVars>
          <dgm:dir/>
          <dgm:resizeHandles val="exact"/>
        </dgm:presLayoutVars>
      </dgm:prSet>
      <dgm:spPr/>
    </dgm:pt>
    <dgm:pt modelId="{134053F7-AF1D-4F17-B2D1-423A65A5F57C}" type="pres">
      <dgm:prSet presAssocID="{917336C1-0CC3-4655-AE62-58A410ECE772}" presName="compNode" presStyleCnt="0"/>
      <dgm:spPr/>
    </dgm:pt>
    <dgm:pt modelId="{FC79CD28-E10F-441B-8E1A-F300C3C0DD1D}" type="pres">
      <dgm:prSet presAssocID="{917336C1-0CC3-4655-AE62-58A410ECE7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1E364D3-180C-4E6C-B119-6B03779C9C54}" type="pres">
      <dgm:prSet presAssocID="{917336C1-0CC3-4655-AE62-58A410ECE772}" presName="iconSpace" presStyleCnt="0"/>
      <dgm:spPr/>
    </dgm:pt>
    <dgm:pt modelId="{2FCA77E8-E620-4943-B9A1-0D25EC575CEC}" type="pres">
      <dgm:prSet presAssocID="{917336C1-0CC3-4655-AE62-58A410ECE772}" presName="parTx" presStyleLbl="revTx" presStyleIdx="0" presStyleCnt="8">
        <dgm:presLayoutVars>
          <dgm:chMax val="0"/>
          <dgm:chPref val="0"/>
        </dgm:presLayoutVars>
      </dgm:prSet>
      <dgm:spPr/>
    </dgm:pt>
    <dgm:pt modelId="{31FFD103-7F1E-4FF5-BA38-945FCD1F2A9A}" type="pres">
      <dgm:prSet presAssocID="{917336C1-0CC3-4655-AE62-58A410ECE772}" presName="txSpace" presStyleCnt="0"/>
      <dgm:spPr/>
    </dgm:pt>
    <dgm:pt modelId="{7ACAF400-F621-4094-B089-5EBD9C705968}" type="pres">
      <dgm:prSet presAssocID="{917336C1-0CC3-4655-AE62-58A410ECE772}" presName="desTx" presStyleLbl="revTx" presStyleIdx="1" presStyleCnt="8">
        <dgm:presLayoutVars/>
      </dgm:prSet>
      <dgm:spPr/>
    </dgm:pt>
    <dgm:pt modelId="{4EEB3505-0762-4C55-8E4E-A50B3E545D34}" type="pres">
      <dgm:prSet presAssocID="{F94B0B03-9A17-4B48-925C-F8670C865D84}" presName="sibTrans" presStyleCnt="0"/>
      <dgm:spPr/>
    </dgm:pt>
    <dgm:pt modelId="{B29D73EB-5249-4A96-8214-99C013E1036C}" type="pres">
      <dgm:prSet presAssocID="{804402BC-1A9F-477E-8FE2-D35FA9EDC374}" presName="compNode" presStyleCnt="0"/>
      <dgm:spPr/>
    </dgm:pt>
    <dgm:pt modelId="{01528F0D-579A-435C-913A-31A8AA3932A4}" type="pres">
      <dgm:prSet presAssocID="{804402BC-1A9F-477E-8FE2-D35FA9EDC37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4E2D8C1-CACA-4C03-A6EF-EFDBA36B1173}" type="pres">
      <dgm:prSet presAssocID="{804402BC-1A9F-477E-8FE2-D35FA9EDC374}" presName="iconSpace" presStyleCnt="0"/>
      <dgm:spPr/>
    </dgm:pt>
    <dgm:pt modelId="{247F15A0-7D1F-4386-9CFA-9BF86E01572D}" type="pres">
      <dgm:prSet presAssocID="{804402BC-1A9F-477E-8FE2-D35FA9EDC374}" presName="parTx" presStyleLbl="revTx" presStyleIdx="2" presStyleCnt="8">
        <dgm:presLayoutVars>
          <dgm:chMax val="0"/>
          <dgm:chPref val="0"/>
        </dgm:presLayoutVars>
      </dgm:prSet>
      <dgm:spPr/>
    </dgm:pt>
    <dgm:pt modelId="{7FC0DBD0-B55E-4179-9E60-664CAFA2E39B}" type="pres">
      <dgm:prSet presAssocID="{804402BC-1A9F-477E-8FE2-D35FA9EDC374}" presName="txSpace" presStyleCnt="0"/>
      <dgm:spPr/>
    </dgm:pt>
    <dgm:pt modelId="{74C3DF9E-173F-47D8-8028-1AC2F360BEFD}" type="pres">
      <dgm:prSet presAssocID="{804402BC-1A9F-477E-8FE2-D35FA9EDC374}" presName="desTx" presStyleLbl="revTx" presStyleIdx="3" presStyleCnt="8">
        <dgm:presLayoutVars/>
      </dgm:prSet>
      <dgm:spPr/>
    </dgm:pt>
    <dgm:pt modelId="{2C554D01-BE8D-490B-BED1-4A62A2BA7D65}" type="pres">
      <dgm:prSet presAssocID="{E44E7E2D-E1A9-42A3-84D3-DC997A94F76A}" presName="sibTrans" presStyleCnt="0"/>
      <dgm:spPr/>
    </dgm:pt>
    <dgm:pt modelId="{570CF1E5-44F6-4329-AF64-5960FD1F5171}" type="pres">
      <dgm:prSet presAssocID="{2D10E763-389B-44CF-AC8A-FEA3E63F9CD8}" presName="compNode" presStyleCnt="0"/>
      <dgm:spPr/>
    </dgm:pt>
    <dgm:pt modelId="{83F1D383-B017-42A0-87D6-87E36FBC3E26}" type="pres">
      <dgm:prSet presAssocID="{2D10E763-389B-44CF-AC8A-FEA3E63F9CD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7686A26A-D3D9-4721-A348-2EBC6692B88F}" type="pres">
      <dgm:prSet presAssocID="{2D10E763-389B-44CF-AC8A-FEA3E63F9CD8}" presName="iconSpace" presStyleCnt="0"/>
      <dgm:spPr/>
    </dgm:pt>
    <dgm:pt modelId="{F056BAE7-36B8-41EE-A687-30584E1BCA38}" type="pres">
      <dgm:prSet presAssocID="{2D10E763-389B-44CF-AC8A-FEA3E63F9CD8}" presName="parTx" presStyleLbl="revTx" presStyleIdx="4" presStyleCnt="8">
        <dgm:presLayoutVars>
          <dgm:chMax val="0"/>
          <dgm:chPref val="0"/>
        </dgm:presLayoutVars>
      </dgm:prSet>
      <dgm:spPr/>
    </dgm:pt>
    <dgm:pt modelId="{BE7499F3-D536-4A03-99D5-09A05F1F9380}" type="pres">
      <dgm:prSet presAssocID="{2D10E763-389B-44CF-AC8A-FEA3E63F9CD8}" presName="txSpace" presStyleCnt="0"/>
      <dgm:spPr/>
    </dgm:pt>
    <dgm:pt modelId="{7A3ECCB9-DBAA-4806-BD68-8B629EA1B027}" type="pres">
      <dgm:prSet presAssocID="{2D10E763-389B-44CF-AC8A-FEA3E63F9CD8}" presName="desTx" presStyleLbl="revTx" presStyleIdx="5" presStyleCnt="8">
        <dgm:presLayoutVars/>
      </dgm:prSet>
      <dgm:spPr/>
    </dgm:pt>
    <dgm:pt modelId="{63F93750-0A18-4562-8A6A-A6F86D84418C}" type="pres">
      <dgm:prSet presAssocID="{D4C02B05-090F-4287-A0A4-9ACBB2BC627E}" presName="sibTrans" presStyleCnt="0"/>
      <dgm:spPr/>
    </dgm:pt>
    <dgm:pt modelId="{FC21AA8B-9F5C-4107-8A8C-AAECAACDA0AC}" type="pres">
      <dgm:prSet presAssocID="{1378C5A0-BA37-4CC3-9C9B-080553B43359}" presName="compNode" presStyleCnt="0"/>
      <dgm:spPr/>
    </dgm:pt>
    <dgm:pt modelId="{448FB762-3322-4037-BE7C-A738B52AF0A3}" type="pres">
      <dgm:prSet presAssocID="{1378C5A0-BA37-4CC3-9C9B-080553B4335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A072EDB-0BF4-4BA0-B35E-7BCAE467AABB}" type="pres">
      <dgm:prSet presAssocID="{1378C5A0-BA37-4CC3-9C9B-080553B43359}" presName="iconSpace" presStyleCnt="0"/>
      <dgm:spPr/>
    </dgm:pt>
    <dgm:pt modelId="{2676E616-86A8-494F-8EF3-C2E54D2075A9}" type="pres">
      <dgm:prSet presAssocID="{1378C5A0-BA37-4CC3-9C9B-080553B43359}" presName="parTx" presStyleLbl="revTx" presStyleIdx="6" presStyleCnt="8">
        <dgm:presLayoutVars>
          <dgm:chMax val="0"/>
          <dgm:chPref val="0"/>
        </dgm:presLayoutVars>
      </dgm:prSet>
      <dgm:spPr/>
    </dgm:pt>
    <dgm:pt modelId="{06DFF4F0-03F8-4622-A6B4-112B3D109318}" type="pres">
      <dgm:prSet presAssocID="{1378C5A0-BA37-4CC3-9C9B-080553B43359}" presName="txSpace" presStyleCnt="0"/>
      <dgm:spPr/>
    </dgm:pt>
    <dgm:pt modelId="{206E3353-4CA8-4C7F-B226-236B2EC90CD4}" type="pres">
      <dgm:prSet presAssocID="{1378C5A0-BA37-4CC3-9C9B-080553B43359}" presName="desTx" presStyleLbl="revTx" presStyleIdx="7" presStyleCnt="8">
        <dgm:presLayoutVars/>
      </dgm:prSet>
      <dgm:spPr/>
    </dgm:pt>
  </dgm:ptLst>
  <dgm:cxnLst>
    <dgm:cxn modelId="{247EFC0F-C20C-4556-82F2-BBCD805E8E20}" srcId="{D8FCD6E5-8F14-42C0-9DCA-F526C42C7394}" destId="{917336C1-0CC3-4655-AE62-58A410ECE772}" srcOrd="0" destOrd="0" parTransId="{42BD77AA-DE5B-4A7D-918E-8D4B1EB25114}" sibTransId="{F94B0B03-9A17-4B48-925C-F8670C865D84}"/>
    <dgm:cxn modelId="{83D46314-3723-4F65-80B3-3CF77FA62FFC}" srcId="{804402BC-1A9F-477E-8FE2-D35FA9EDC374}" destId="{40D0BF79-95BD-4B10-B058-9455BE35DC19}" srcOrd="2" destOrd="0" parTransId="{801AEB5A-AC65-48C8-BE0E-D1D3BCB9865D}" sibTransId="{9D838A29-4047-462C-A088-D89E45A8301F}"/>
    <dgm:cxn modelId="{8009DA23-1FE5-467A-901D-14FFED70E391}" type="presOf" srcId="{B1793E53-5DB3-459D-92CB-6D941963A641}" destId="{74C3DF9E-173F-47D8-8028-1AC2F360BEFD}" srcOrd="0" destOrd="0" presId="urn:microsoft.com/office/officeart/2018/5/layout/CenteredIconLabelDescriptionList"/>
    <dgm:cxn modelId="{1D8F2736-3B8B-4318-B178-603EAF1361A7}" type="presOf" srcId="{BA967894-C8F1-4774-86EC-743E40D00923}" destId="{7ACAF400-F621-4094-B089-5EBD9C705968}" srcOrd="0" destOrd="0" presId="urn:microsoft.com/office/officeart/2018/5/layout/CenteredIconLabelDescriptionList"/>
    <dgm:cxn modelId="{46101B39-0121-4A71-9145-90B9C5B2CD33}" srcId="{D8FCD6E5-8F14-42C0-9DCA-F526C42C7394}" destId="{1378C5A0-BA37-4CC3-9C9B-080553B43359}" srcOrd="3" destOrd="0" parTransId="{6DC92868-BBA6-4C1D-B134-2E2EC8D1FAB2}" sibTransId="{3D263E8C-61B3-4C8D-8518-23F756C237E9}"/>
    <dgm:cxn modelId="{0F36715C-989F-49DD-9C91-70175D2CFBC8}" type="presOf" srcId="{2D10E763-389B-44CF-AC8A-FEA3E63F9CD8}" destId="{F056BAE7-36B8-41EE-A687-30584E1BCA38}" srcOrd="0" destOrd="0" presId="urn:microsoft.com/office/officeart/2018/5/layout/CenteredIconLabelDescriptionList"/>
    <dgm:cxn modelId="{716DAB43-4BFC-449B-9AF9-91F82544B1A7}" srcId="{804402BC-1A9F-477E-8FE2-D35FA9EDC374}" destId="{B1793E53-5DB3-459D-92CB-6D941963A641}" srcOrd="0" destOrd="0" parTransId="{677700AF-1E58-4C83-AC65-A06FFFB99495}" sibTransId="{1D0A8DA3-5ED0-4598-AE7A-AB8DE7A307BB}"/>
    <dgm:cxn modelId="{458B424A-26D3-4676-A3BD-177977DA258F}" type="presOf" srcId="{917336C1-0CC3-4655-AE62-58A410ECE772}" destId="{2FCA77E8-E620-4943-B9A1-0D25EC575CEC}" srcOrd="0" destOrd="0" presId="urn:microsoft.com/office/officeart/2018/5/layout/CenteredIconLabelDescriptionList"/>
    <dgm:cxn modelId="{EA9F7C4C-9A7C-4BBA-A68B-777C5243BEF2}" srcId="{2D10E763-389B-44CF-AC8A-FEA3E63F9CD8}" destId="{C6DF2AB9-5115-4AF4-9FCB-B670B04423BB}" srcOrd="1" destOrd="0" parTransId="{D1138B6D-FDA9-4F89-A211-6874B75D35D9}" sibTransId="{6974598C-F828-476F-B065-813ACFB10440}"/>
    <dgm:cxn modelId="{07758C6D-098E-4997-892D-DA33321EBEFB}" type="presOf" srcId="{40D0BF79-95BD-4B10-B058-9455BE35DC19}" destId="{74C3DF9E-173F-47D8-8028-1AC2F360BEFD}" srcOrd="0" destOrd="2" presId="urn:microsoft.com/office/officeart/2018/5/layout/CenteredIconLabelDescriptionList"/>
    <dgm:cxn modelId="{E80A0150-FA9E-4828-AD10-926E06543602}" type="presOf" srcId="{D8FCD6E5-8F14-42C0-9DCA-F526C42C7394}" destId="{4BEB7FCB-E091-44EB-AFE4-5D8622A57E41}" srcOrd="0" destOrd="0" presId="urn:microsoft.com/office/officeart/2018/5/layout/CenteredIconLabelDescriptionList"/>
    <dgm:cxn modelId="{7B297B50-69E0-4648-B861-831E5B5B18CB}" type="presOf" srcId="{F923D675-573C-4DDE-A70C-E46DE69271BC}" destId="{206E3353-4CA8-4C7F-B226-236B2EC90CD4}" srcOrd="0" destOrd="1" presId="urn:microsoft.com/office/officeart/2018/5/layout/CenteredIconLabelDescriptionList"/>
    <dgm:cxn modelId="{ED71FD50-45BD-409F-B149-3147FDAE64C5}" srcId="{D8FCD6E5-8F14-42C0-9DCA-F526C42C7394}" destId="{2D10E763-389B-44CF-AC8A-FEA3E63F9CD8}" srcOrd="2" destOrd="0" parTransId="{1CBB8E53-7B12-4C20-9879-DEA57877E05B}" sibTransId="{D4C02B05-090F-4287-A0A4-9ACBB2BC627E}"/>
    <dgm:cxn modelId="{91A33B75-5222-432D-9B4B-AF1C2481236A}" srcId="{D8FCD6E5-8F14-42C0-9DCA-F526C42C7394}" destId="{804402BC-1A9F-477E-8FE2-D35FA9EDC374}" srcOrd="1" destOrd="0" parTransId="{4485F913-592F-4B5D-82CE-C9B485F34B05}" sibTransId="{E44E7E2D-E1A9-42A3-84D3-DC997A94F76A}"/>
    <dgm:cxn modelId="{C7CF267F-3B96-4EC4-A80A-40D6DF88D548}" srcId="{917336C1-0CC3-4655-AE62-58A410ECE772}" destId="{CF58BA9F-2F6F-4B61-94EB-DE14C4C1A415}" srcOrd="1" destOrd="0" parTransId="{D25BEAEC-9B70-4E42-8BDE-E413417F9C86}" sibTransId="{51CE0597-3CBC-4903-B9C4-1B23C9C79AC3}"/>
    <dgm:cxn modelId="{2A61DD86-8CF5-4BED-BC42-18370341DBD4}" srcId="{2D10E763-389B-44CF-AC8A-FEA3E63F9CD8}" destId="{3FBDC5B2-180E-49C7-B3B3-20EDA8E50EE2}" srcOrd="0" destOrd="0" parTransId="{A7C444F5-8F19-4AD7-82B2-3D9A2871D557}" sibTransId="{D5324CAD-8318-4CE6-8BAA-B1E0FF534E98}"/>
    <dgm:cxn modelId="{EDAD2188-5847-4640-B509-8586B58F8178}" type="presOf" srcId="{1378C5A0-BA37-4CC3-9C9B-080553B43359}" destId="{2676E616-86A8-494F-8EF3-C2E54D2075A9}" srcOrd="0" destOrd="0" presId="urn:microsoft.com/office/officeart/2018/5/layout/CenteredIconLabelDescriptionList"/>
    <dgm:cxn modelId="{294C1D97-EF8A-4A25-934D-F3C5826F0DB3}" type="presOf" srcId="{804402BC-1A9F-477E-8FE2-D35FA9EDC374}" destId="{247F15A0-7D1F-4386-9CFA-9BF86E01572D}" srcOrd="0" destOrd="0" presId="urn:microsoft.com/office/officeart/2018/5/layout/CenteredIconLabelDescriptionList"/>
    <dgm:cxn modelId="{33D2E6B6-34F0-43B2-97F1-56138C5E0FEE}" type="presOf" srcId="{CF58BA9F-2F6F-4B61-94EB-DE14C4C1A415}" destId="{7ACAF400-F621-4094-B089-5EBD9C705968}" srcOrd="0" destOrd="1" presId="urn:microsoft.com/office/officeart/2018/5/layout/CenteredIconLabelDescriptionList"/>
    <dgm:cxn modelId="{E73310B8-575C-4D4E-8121-20CE262922DB}" srcId="{917336C1-0CC3-4655-AE62-58A410ECE772}" destId="{BA967894-C8F1-4774-86EC-743E40D00923}" srcOrd="0" destOrd="0" parTransId="{B7CE45B7-36E8-403C-B241-AD6F8D8B4EA4}" sibTransId="{02A938FF-561D-4E6C-900B-0078DB6BEE5C}"/>
    <dgm:cxn modelId="{9A4C79BC-27BD-469D-89B9-4F5634031189}" srcId="{1378C5A0-BA37-4CC3-9C9B-080553B43359}" destId="{F923D675-573C-4DDE-A70C-E46DE69271BC}" srcOrd="1" destOrd="0" parTransId="{A80D3687-E750-4BE2-AF55-BD85100A7541}" sibTransId="{D1EC3DFB-8829-482A-9CBB-4576217F96F4}"/>
    <dgm:cxn modelId="{AF4102BD-BEF0-45E0-83E2-76DCC217C661}" type="presOf" srcId="{C6DF2AB9-5115-4AF4-9FCB-B670B04423BB}" destId="{7A3ECCB9-DBAA-4806-BD68-8B629EA1B027}" srcOrd="0" destOrd="1" presId="urn:microsoft.com/office/officeart/2018/5/layout/CenteredIconLabelDescriptionList"/>
    <dgm:cxn modelId="{FC250AC4-B4A0-44CE-905D-96F50EE734A1}" type="presOf" srcId="{EB2D9E0F-333C-45DC-822F-0821D5184DBB}" destId="{206E3353-4CA8-4C7F-B226-236B2EC90CD4}" srcOrd="0" destOrd="0" presId="urn:microsoft.com/office/officeart/2018/5/layout/CenteredIconLabelDescriptionList"/>
    <dgm:cxn modelId="{04A94DCF-A60C-47E7-8410-14942091827E}" srcId="{1378C5A0-BA37-4CC3-9C9B-080553B43359}" destId="{EB2D9E0F-333C-45DC-822F-0821D5184DBB}" srcOrd="0" destOrd="0" parTransId="{74617EDC-5EE1-4A63-A3FD-C7DCFA26FBA7}" sibTransId="{053B1961-891E-4B5A-A426-833552C974FF}"/>
    <dgm:cxn modelId="{D40088D1-9371-4EBB-97E8-541B56A3F07F}" srcId="{804402BC-1A9F-477E-8FE2-D35FA9EDC374}" destId="{B6377CE5-31B7-416B-B1BF-EB0EB4549715}" srcOrd="1" destOrd="0" parTransId="{8534CCB5-AF8D-4481-8645-9D217BE1116A}" sibTransId="{0991E1E7-52E9-4FAC-8268-765D1EFC5BC9}"/>
    <dgm:cxn modelId="{2F3B90E3-23FF-4775-A15C-54E6CD8E5AF8}" type="presOf" srcId="{3FBDC5B2-180E-49C7-B3B3-20EDA8E50EE2}" destId="{7A3ECCB9-DBAA-4806-BD68-8B629EA1B027}" srcOrd="0" destOrd="0" presId="urn:microsoft.com/office/officeart/2018/5/layout/CenteredIconLabelDescriptionList"/>
    <dgm:cxn modelId="{AC2B69EF-99C5-4066-9DCC-01CF74AB9F39}" type="presOf" srcId="{B6377CE5-31B7-416B-B1BF-EB0EB4549715}" destId="{74C3DF9E-173F-47D8-8028-1AC2F360BEFD}" srcOrd="0" destOrd="1" presId="urn:microsoft.com/office/officeart/2018/5/layout/CenteredIconLabelDescriptionList"/>
    <dgm:cxn modelId="{52BAF1F9-AC3A-445B-8482-DF7A546C025C}" type="presParOf" srcId="{4BEB7FCB-E091-44EB-AFE4-5D8622A57E41}" destId="{134053F7-AF1D-4F17-B2D1-423A65A5F57C}" srcOrd="0" destOrd="0" presId="urn:microsoft.com/office/officeart/2018/5/layout/CenteredIconLabelDescriptionList"/>
    <dgm:cxn modelId="{F10EF683-3633-45AF-810F-3DDE39584688}" type="presParOf" srcId="{134053F7-AF1D-4F17-B2D1-423A65A5F57C}" destId="{FC79CD28-E10F-441B-8E1A-F300C3C0DD1D}" srcOrd="0" destOrd="0" presId="urn:microsoft.com/office/officeart/2018/5/layout/CenteredIconLabelDescriptionList"/>
    <dgm:cxn modelId="{8FD41BFB-BE01-4A63-B51C-5774C00ED0CD}" type="presParOf" srcId="{134053F7-AF1D-4F17-B2D1-423A65A5F57C}" destId="{41E364D3-180C-4E6C-B119-6B03779C9C54}" srcOrd="1" destOrd="0" presId="urn:microsoft.com/office/officeart/2018/5/layout/CenteredIconLabelDescriptionList"/>
    <dgm:cxn modelId="{F08AA296-AEB5-4F84-9F38-43E95A5BDE51}" type="presParOf" srcId="{134053F7-AF1D-4F17-B2D1-423A65A5F57C}" destId="{2FCA77E8-E620-4943-B9A1-0D25EC575CEC}" srcOrd="2" destOrd="0" presId="urn:microsoft.com/office/officeart/2018/5/layout/CenteredIconLabelDescriptionList"/>
    <dgm:cxn modelId="{317E6932-A322-486A-B3D5-E1348709A03F}" type="presParOf" srcId="{134053F7-AF1D-4F17-B2D1-423A65A5F57C}" destId="{31FFD103-7F1E-4FF5-BA38-945FCD1F2A9A}" srcOrd="3" destOrd="0" presId="urn:microsoft.com/office/officeart/2018/5/layout/CenteredIconLabelDescriptionList"/>
    <dgm:cxn modelId="{EFAA8B27-3D96-4B77-B367-347B6294E1BE}" type="presParOf" srcId="{134053F7-AF1D-4F17-B2D1-423A65A5F57C}" destId="{7ACAF400-F621-4094-B089-5EBD9C705968}" srcOrd="4" destOrd="0" presId="urn:microsoft.com/office/officeart/2018/5/layout/CenteredIconLabelDescriptionList"/>
    <dgm:cxn modelId="{08250D4D-6DEC-4563-B6DE-84BF3179445B}" type="presParOf" srcId="{4BEB7FCB-E091-44EB-AFE4-5D8622A57E41}" destId="{4EEB3505-0762-4C55-8E4E-A50B3E545D34}" srcOrd="1" destOrd="0" presId="urn:microsoft.com/office/officeart/2018/5/layout/CenteredIconLabelDescriptionList"/>
    <dgm:cxn modelId="{A07BBCA0-56D6-40F2-B038-1C4A78ECDDB0}" type="presParOf" srcId="{4BEB7FCB-E091-44EB-AFE4-5D8622A57E41}" destId="{B29D73EB-5249-4A96-8214-99C013E1036C}" srcOrd="2" destOrd="0" presId="urn:microsoft.com/office/officeart/2018/5/layout/CenteredIconLabelDescriptionList"/>
    <dgm:cxn modelId="{BE355C24-1CF6-4D09-B429-AF14B32A483A}" type="presParOf" srcId="{B29D73EB-5249-4A96-8214-99C013E1036C}" destId="{01528F0D-579A-435C-913A-31A8AA3932A4}" srcOrd="0" destOrd="0" presId="urn:microsoft.com/office/officeart/2018/5/layout/CenteredIconLabelDescriptionList"/>
    <dgm:cxn modelId="{A4C9DE45-8452-4A3C-B085-AB5B9443CB92}" type="presParOf" srcId="{B29D73EB-5249-4A96-8214-99C013E1036C}" destId="{94E2D8C1-CACA-4C03-A6EF-EFDBA36B1173}" srcOrd="1" destOrd="0" presId="urn:microsoft.com/office/officeart/2018/5/layout/CenteredIconLabelDescriptionList"/>
    <dgm:cxn modelId="{9D11FA9A-C5DB-479D-AEFF-9A81D994C1A5}" type="presParOf" srcId="{B29D73EB-5249-4A96-8214-99C013E1036C}" destId="{247F15A0-7D1F-4386-9CFA-9BF86E01572D}" srcOrd="2" destOrd="0" presId="urn:microsoft.com/office/officeart/2018/5/layout/CenteredIconLabelDescriptionList"/>
    <dgm:cxn modelId="{EC72136C-CDEB-4A2A-92D0-18FA91AF560E}" type="presParOf" srcId="{B29D73EB-5249-4A96-8214-99C013E1036C}" destId="{7FC0DBD0-B55E-4179-9E60-664CAFA2E39B}" srcOrd="3" destOrd="0" presId="urn:microsoft.com/office/officeart/2018/5/layout/CenteredIconLabelDescriptionList"/>
    <dgm:cxn modelId="{BB6CD4EA-B2F9-4376-B610-58B2F9E577CE}" type="presParOf" srcId="{B29D73EB-5249-4A96-8214-99C013E1036C}" destId="{74C3DF9E-173F-47D8-8028-1AC2F360BEFD}" srcOrd="4" destOrd="0" presId="urn:microsoft.com/office/officeart/2018/5/layout/CenteredIconLabelDescriptionList"/>
    <dgm:cxn modelId="{556CEA4F-CD0D-4AAC-8DF5-72AA550F4FBE}" type="presParOf" srcId="{4BEB7FCB-E091-44EB-AFE4-5D8622A57E41}" destId="{2C554D01-BE8D-490B-BED1-4A62A2BA7D65}" srcOrd="3" destOrd="0" presId="urn:microsoft.com/office/officeart/2018/5/layout/CenteredIconLabelDescriptionList"/>
    <dgm:cxn modelId="{8E81605E-90FE-483C-BE31-87801792D986}" type="presParOf" srcId="{4BEB7FCB-E091-44EB-AFE4-5D8622A57E41}" destId="{570CF1E5-44F6-4329-AF64-5960FD1F5171}" srcOrd="4" destOrd="0" presId="urn:microsoft.com/office/officeart/2018/5/layout/CenteredIconLabelDescriptionList"/>
    <dgm:cxn modelId="{9940F49F-29D2-4D31-8F8A-B7C3F21A0F59}" type="presParOf" srcId="{570CF1E5-44F6-4329-AF64-5960FD1F5171}" destId="{83F1D383-B017-42A0-87D6-87E36FBC3E26}" srcOrd="0" destOrd="0" presId="urn:microsoft.com/office/officeart/2018/5/layout/CenteredIconLabelDescriptionList"/>
    <dgm:cxn modelId="{11058BA4-CC2E-419E-99CD-7C5C36999BA4}" type="presParOf" srcId="{570CF1E5-44F6-4329-AF64-5960FD1F5171}" destId="{7686A26A-D3D9-4721-A348-2EBC6692B88F}" srcOrd="1" destOrd="0" presId="urn:microsoft.com/office/officeart/2018/5/layout/CenteredIconLabelDescriptionList"/>
    <dgm:cxn modelId="{E194B488-2F2D-4E3F-B9FA-080235EB45FC}" type="presParOf" srcId="{570CF1E5-44F6-4329-AF64-5960FD1F5171}" destId="{F056BAE7-36B8-41EE-A687-30584E1BCA38}" srcOrd="2" destOrd="0" presId="urn:microsoft.com/office/officeart/2018/5/layout/CenteredIconLabelDescriptionList"/>
    <dgm:cxn modelId="{1B0855A3-43E7-4647-B8D3-D1E6A5D5B107}" type="presParOf" srcId="{570CF1E5-44F6-4329-AF64-5960FD1F5171}" destId="{BE7499F3-D536-4A03-99D5-09A05F1F9380}" srcOrd="3" destOrd="0" presId="urn:microsoft.com/office/officeart/2018/5/layout/CenteredIconLabelDescriptionList"/>
    <dgm:cxn modelId="{493804C6-3126-4770-818D-2B83CF8A8561}" type="presParOf" srcId="{570CF1E5-44F6-4329-AF64-5960FD1F5171}" destId="{7A3ECCB9-DBAA-4806-BD68-8B629EA1B027}" srcOrd="4" destOrd="0" presId="urn:microsoft.com/office/officeart/2018/5/layout/CenteredIconLabelDescriptionList"/>
    <dgm:cxn modelId="{68FCF37D-28C3-4B88-BFFC-776108E9778A}" type="presParOf" srcId="{4BEB7FCB-E091-44EB-AFE4-5D8622A57E41}" destId="{63F93750-0A18-4562-8A6A-A6F86D84418C}" srcOrd="5" destOrd="0" presId="urn:microsoft.com/office/officeart/2018/5/layout/CenteredIconLabelDescriptionList"/>
    <dgm:cxn modelId="{10823517-CBEF-4670-83F1-7A03AF9867DC}" type="presParOf" srcId="{4BEB7FCB-E091-44EB-AFE4-5D8622A57E41}" destId="{FC21AA8B-9F5C-4107-8A8C-AAECAACDA0AC}" srcOrd="6" destOrd="0" presId="urn:microsoft.com/office/officeart/2018/5/layout/CenteredIconLabelDescriptionList"/>
    <dgm:cxn modelId="{2289A8F1-E78D-49A9-8893-9525AFCB3869}" type="presParOf" srcId="{FC21AA8B-9F5C-4107-8A8C-AAECAACDA0AC}" destId="{448FB762-3322-4037-BE7C-A738B52AF0A3}" srcOrd="0" destOrd="0" presId="urn:microsoft.com/office/officeart/2018/5/layout/CenteredIconLabelDescriptionList"/>
    <dgm:cxn modelId="{EC070905-6469-48E7-ACF1-781E8D290C85}" type="presParOf" srcId="{FC21AA8B-9F5C-4107-8A8C-AAECAACDA0AC}" destId="{DA072EDB-0BF4-4BA0-B35E-7BCAE467AABB}" srcOrd="1" destOrd="0" presId="urn:microsoft.com/office/officeart/2018/5/layout/CenteredIconLabelDescriptionList"/>
    <dgm:cxn modelId="{34C4D301-3728-4FE9-9998-E486875C1602}" type="presParOf" srcId="{FC21AA8B-9F5C-4107-8A8C-AAECAACDA0AC}" destId="{2676E616-86A8-494F-8EF3-C2E54D2075A9}" srcOrd="2" destOrd="0" presId="urn:microsoft.com/office/officeart/2018/5/layout/CenteredIconLabelDescriptionList"/>
    <dgm:cxn modelId="{945F992B-9D56-4F16-83DB-D04A050D8D3B}" type="presParOf" srcId="{FC21AA8B-9F5C-4107-8A8C-AAECAACDA0AC}" destId="{06DFF4F0-03F8-4622-A6B4-112B3D109318}" srcOrd="3" destOrd="0" presId="urn:microsoft.com/office/officeart/2018/5/layout/CenteredIconLabelDescriptionList"/>
    <dgm:cxn modelId="{3746ECEC-9569-4BC3-AD0F-B4F85CC6D08C}" type="presParOf" srcId="{FC21AA8B-9F5C-4107-8A8C-AAECAACDA0AC}" destId="{206E3353-4CA8-4C7F-B226-236B2EC90CD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1E494736-8864-4E9D-8F2A-D924033377B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27163C-331C-40DC-A496-B560DCD6145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at any level of tree</a:t>
          </a:r>
          <a:endParaRPr lang="en-US" dirty="0"/>
        </a:p>
      </dgm:t>
    </dgm:pt>
    <dgm:pt modelId="{AB14D687-487C-4303-AD16-5637AF6AC601}" type="parTrans" cxnId="{9DA0C53C-2F67-4BCB-8AA8-BEF4E6E0542D}">
      <dgm:prSet/>
      <dgm:spPr/>
      <dgm:t>
        <a:bodyPr/>
        <a:lstStyle/>
        <a:p>
          <a:endParaRPr lang="en-US"/>
        </a:p>
      </dgm:t>
    </dgm:pt>
    <dgm:pt modelId="{2870A09D-AE44-4863-B22E-EF5060F3BC73}" type="sibTrans" cxnId="{9DA0C53C-2F67-4BCB-8AA8-BEF4E6E0542D}">
      <dgm:prSet/>
      <dgm:spPr/>
      <dgm:t>
        <a:bodyPr/>
        <a:lstStyle/>
        <a:p>
          <a:endParaRPr lang="en-US"/>
        </a:p>
      </dgm:t>
    </dgm:pt>
    <dgm:pt modelId="{57FCD74C-D82B-4C91-991A-0A18277B13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</a:t>
          </a:r>
          <a:r>
            <a:rPr lang="en-US" b="1" dirty="0"/>
            <a:t>key</a:t>
          </a:r>
          <a:endParaRPr lang="en-US" b="0" u="sng" dirty="0"/>
        </a:p>
      </dgm:t>
    </dgm:pt>
    <dgm:pt modelId="{6D261D79-8C2D-4DC3-941E-40039AEC7A90}" type="parTrans" cxnId="{DEC8F3F0-330A-4159-A2FF-023E5B9D4D29}">
      <dgm:prSet/>
      <dgm:spPr/>
      <dgm:t>
        <a:bodyPr/>
        <a:lstStyle/>
        <a:p>
          <a:endParaRPr lang="en-US"/>
        </a:p>
      </dgm:t>
    </dgm:pt>
    <dgm:pt modelId="{0B2788B2-E65B-4DC5-AE3D-8F45323225D6}" type="sibTrans" cxnId="{DEC8F3F0-330A-4159-A2FF-023E5B9D4D29}">
      <dgm:prSet/>
      <dgm:spPr/>
      <dgm:t>
        <a:bodyPr/>
        <a:lstStyle/>
        <a:p>
          <a:endParaRPr lang="en-US"/>
        </a:p>
      </dgm:t>
    </dgm:pt>
    <dgm:pt modelId="{5849BF4F-E55E-4F48-B1C3-C923636CF7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Extensible keys</a:t>
          </a:r>
          <a:endParaRPr lang="en-US" dirty="0"/>
        </a:p>
      </dgm:t>
    </dgm:pt>
    <dgm:pt modelId="{27631DE6-757A-497B-A954-FA6FFC3AEC70}" type="parTrans" cxnId="{99C34A19-67D0-44C2-B87F-FEED5D257D8A}">
      <dgm:prSet/>
      <dgm:spPr/>
      <dgm:t>
        <a:bodyPr/>
        <a:lstStyle/>
        <a:p>
          <a:endParaRPr lang="tr-TR"/>
        </a:p>
      </dgm:t>
    </dgm:pt>
    <dgm:pt modelId="{77C64996-743B-4A89-87CD-DBA93562A52A}" type="sibTrans" cxnId="{99C34A19-67D0-44C2-B87F-FEED5D257D8A}">
      <dgm:prSet/>
      <dgm:spPr/>
      <dgm:t>
        <a:bodyPr/>
        <a:lstStyle/>
        <a:p>
          <a:endParaRPr lang="tr-TR"/>
        </a:p>
      </dgm:t>
    </dgm:pt>
    <dgm:pt modelId="{01F6CAE5-53C4-46C3-BA8C-B0E4438D8D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Inputs</a:t>
          </a:r>
          <a:endParaRPr lang="en-US"/>
        </a:p>
      </dgm:t>
    </dgm:pt>
    <dgm:pt modelId="{6C1309DB-A7E8-4BE0-B068-1F6D4F4BFCAE}" type="parTrans" cxnId="{57D8E061-BA98-4C41-B712-855CC36F2210}">
      <dgm:prSet/>
      <dgm:spPr/>
      <dgm:t>
        <a:bodyPr/>
        <a:lstStyle/>
        <a:p>
          <a:endParaRPr lang="tr-TR"/>
        </a:p>
      </dgm:t>
    </dgm:pt>
    <dgm:pt modelId="{412A9C0B-3768-4D43-8AAA-867DFB43F200}" type="sibTrans" cxnId="{57D8E061-BA98-4C41-B712-855CC36F2210}">
      <dgm:prSet/>
      <dgm:spPr/>
      <dgm:t>
        <a:bodyPr/>
        <a:lstStyle/>
        <a:p>
          <a:endParaRPr lang="tr-TR"/>
        </a:p>
      </dgm:t>
    </dgm:pt>
    <dgm:pt modelId="{60A29296-8D23-4958-874A-DB29AD723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index of the</a:t>
          </a:r>
          <a:r>
            <a:rPr lang="tr-TR"/>
            <a:t> </a:t>
          </a:r>
          <a:r>
            <a:rPr lang="en-US"/>
            <a:t>desired child</a:t>
          </a:r>
        </a:p>
      </dgm:t>
    </dgm:pt>
    <dgm:pt modelId="{79DEAAD3-449F-4EED-AB8F-6A265777915C}" type="parTrans" cxnId="{BF436676-B7BE-4AA9-8E98-E6CE0D2D41E8}">
      <dgm:prSet/>
      <dgm:spPr/>
      <dgm:t>
        <a:bodyPr/>
        <a:lstStyle/>
        <a:p>
          <a:endParaRPr lang="en-US"/>
        </a:p>
      </dgm:t>
    </dgm:pt>
    <dgm:pt modelId="{F1BF6781-9472-44F6-B33B-314929BF9B85}" type="sibTrans" cxnId="{BF436676-B7BE-4AA9-8E98-E6CE0D2D41E8}">
      <dgm:prSet/>
      <dgm:spPr/>
      <dgm:t>
        <a:bodyPr/>
        <a:lstStyle/>
        <a:p>
          <a:endParaRPr lang="en-US"/>
        </a:p>
      </dgm:t>
    </dgm:pt>
    <dgm:pt modelId="{E1610D57-3A97-406A-841D-3E05D1594A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Extended Key</a:t>
          </a:r>
          <a:endParaRPr lang="en-US" dirty="0"/>
        </a:p>
      </dgm:t>
    </dgm:pt>
    <dgm:pt modelId="{4DAE1064-1B56-4605-B11C-6900C245831F}" type="parTrans" cxnId="{2EDBAA70-7C82-45A2-BC24-7B1E78163816}">
      <dgm:prSet/>
      <dgm:spPr/>
      <dgm:t>
        <a:bodyPr/>
        <a:lstStyle/>
        <a:p>
          <a:endParaRPr lang="tr-TR"/>
        </a:p>
      </dgm:t>
    </dgm:pt>
    <dgm:pt modelId="{BFA21528-D89F-4F34-B99F-2C7D5785BA89}" type="sibTrans" cxnId="{2EDBAA70-7C82-45A2-BC24-7B1E78163816}">
      <dgm:prSet/>
      <dgm:spPr/>
      <dgm:t>
        <a:bodyPr/>
        <a:lstStyle/>
        <a:p>
          <a:endParaRPr lang="tr-TR"/>
        </a:p>
      </dgm:t>
    </dgm:pt>
    <dgm:pt modelId="{FD2FD520-58E6-4ED8-BDB9-1E654A5F521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Combination of</a:t>
          </a:r>
          <a:endParaRPr lang="en-US"/>
        </a:p>
      </dgm:t>
    </dgm:pt>
    <dgm:pt modelId="{7271BA5D-7F0D-49A1-92D1-0B57F07D4494}" type="parTrans" cxnId="{D1B11F5E-4195-4741-A2E9-FA607D603DA2}">
      <dgm:prSet/>
      <dgm:spPr/>
      <dgm:t>
        <a:bodyPr/>
        <a:lstStyle/>
        <a:p>
          <a:endParaRPr lang="tr-TR"/>
        </a:p>
      </dgm:t>
    </dgm:pt>
    <dgm:pt modelId="{F932C3CF-1584-4BB3-9893-0377E6324BAF}" type="sibTrans" cxnId="{D1B11F5E-4195-4741-A2E9-FA607D603DA2}">
      <dgm:prSet/>
      <dgm:spPr/>
      <dgm:t>
        <a:bodyPr/>
        <a:lstStyle/>
        <a:p>
          <a:endParaRPr lang="tr-TR"/>
        </a:p>
      </dgm:t>
    </dgm:pt>
    <dgm:pt modelId="{2D0B15AE-12D0-48D0-B379-F6A6D2BEDA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Key and Child code</a:t>
          </a:r>
          <a:endParaRPr lang="en-US"/>
        </a:p>
      </dgm:t>
    </dgm:pt>
    <dgm:pt modelId="{D0E3FD0B-F676-4E40-B411-A87F3CD8888E}" type="parTrans" cxnId="{F0EF8FA2-419C-42CD-B8CB-DB264C4C2A1F}">
      <dgm:prSet/>
      <dgm:spPr/>
      <dgm:t>
        <a:bodyPr/>
        <a:lstStyle/>
        <a:p>
          <a:endParaRPr lang="tr-TR"/>
        </a:p>
      </dgm:t>
    </dgm:pt>
    <dgm:pt modelId="{FFC21679-ABD7-4C44-BCE6-353310A18211}" type="sibTrans" cxnId="{F0EF8FA2-419C-42CD-B8CB-DB264C4C2A1F}">
      <dgm:prSet/>
      <dgm:spPr/>
      <dgm:t>
        <a:bodyPr/>
        <a:lstStyle/>
        <a:p>
          <a:endParaRPr lang="tr-TR"/>
        </a:p>
      </dgm:t>
    </dgm:pt>
    <dgm:pt modelId="{B3B889AE-0857-449E-B911-AE070D902A4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 be used</a:t>
          </a:r>
          <a:endParaRPr lang="en-US"/>
        </a:p>
      </dgm:t>
    </dgm:pt>
    <dgm:pt modelId="{81659417-E2A0-4549-BB18-AB50AA955204}" type="parTrans" cxnId="{840383BB-3A00-4343-B5F7-817AFB28B01E}">
      <dgm:prSet/>
      <dgm:spPr/>
      <dgm:t>
        <a:bodyPr/>
        <a:lstStyle/>
        <a:p>
          <a:endParaRPr lang="tr-TR"/>
        </a:p>
      </dgm:t>
    </dgm:pt>
    <dgm:pt modelId="{E0691992-9969-4B2A-84EF-FAFD7FC1B4CC}" type="sibTrans" cxnId="{840383BB-3A00-4343-B5F7-817AFB28B01E}">
      <dgm:prSet/>
      <dgm:spPr/>
      <dgm:t>
        <a:bodyPr/>
        <a:lstStyle/>
        <a:p>
          <a:endParaRPr lang="tr-TR"/>
        </a:p>
      </dgm:t>
    </dgm:pt>
    <dgm:pt modelId="{E6547726-3C5B-4DCB-9E75-2CD2C541042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derive new children keys</a:t>
          </a:r>
          <a:endParaRPr lang="en-US" dirty="0"/>
        </a:p>
      </dgm:t>
    </dgm:pt>
    <dgm:pt modelId="{2C6238FB-7EB8-4F92-8032-F46567C3BB3D}" type="parTrans" cxnId="{40A327D5-7EDA-47EE-AC5E-8033278DB4AC}">
      <dgm:prSet/>
      <dgm:spPr/>
      <dgm:t>
        <a:bodyPr/>
        <a:lstStyle/>
        <a:p>
          <a:endParaRPr lang="tr-TR"/>
        </a:p>
      </dgm:t>
    </dgm:pt>
    <dgm:pt modelId="{8AD75292-B656-4C3F-ACFC-B1D4664F7CF5}" type="sibTrans" cxnId="{40A327D5-7EDA-47EE-AC5E-8033278DB4AC}">
      <dgm:prSet/>
      <dgm:spPr/>
      <dgm:t>
        <a:bodyPr/>
        <a:lstStyle/>
        <a:p>
          <a:endParaRPr lang="tr-TR"/>
        </a:p>
      </dgm:t>
    </dgm:pt>
    <dgm:pt modelId="{AEF85D58-3C0C-4C0A-B0B7-7333CCFD3E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b="1"/>
            <a:t>chain</a:t>
          </a:r>
          <a:r>
            <a:rPr lang="en-US"/>
            <a:t> </a:t>
          </a:r>
          <a:r>
            <a:rPr lang="en-US" b="1"/>
            <a:t>code</a:t>
          </a:r>
          <a:endParaRPr lang="en-US" b="0" u="sng"/>
        </a:p>
      </dgm:t>
    </dgm:pt>
    <dgm:pt modelId="{3C8285E4-251C-48A5-AE40-A03CB325DF0F}" type="parTrans" cxnId="{05266FE7-7DB6-4B19-82FE-B305A792EB77}">
      <dgm:prSet/>
      <dgm:spPr/>
      <dgm:t>
        <a:bodyPr/>
        <a:lstStyle/>
        <a:p>
          <a:endParaRPr lang="tr-TR"/>
        </a:p>
      </dgm:t>
    </dgm:pt>
    <dgm:pt modelId="{39E95D53-8CA2-4ADA-9F27-E3BEE82ECF38}" type="sibTrans" cxnId="{05266FE7-7DB6-4B19-82FE-B305A792EB77}">
      <dgm:prSet/>
      <dgm:spPr/>
      <dgm:t>
        <a:bodyPr/>
        <a:lstStyle/>
        <a:p>
          <a:endParaRPr lang="tr-TR"/>
        </a:p>
      </dgm:t>
    </dgm:pt>
    <dgm:pt modelId="{6983EFE3-70F1-421C-B0D6-FC660BB46B4C}" type="pres">
      <dgm:prSet presAssocID="{1E494736-8864-4E9D-8F2A-D924033377B3}" presName="root" presStyleCnt="0">
        <dgm:presLayoutVars>
          <dgm:dir/>
          <dgm:resizeHandles val="exact"/>
        </dgm:presLayoutVars>
      </dgm:prSet>
      <dgm:spPr/>
    </dgm:pt>
    <dgm:pt modelId="{421EE6D7-AE26-4A1B-A8C0-28CDC13F0DA8}" type="pres">
      <dgm:prSet presAssocID="{E1610D57-3A97-406A-841D-3E05D1594AA4}" presName="compNode" presStyleCnt="0"/>
      <dgm:spPr/>
    </dgm:pt>
    <dgm:pt modelId="{5EE38920-93EE-4DBD-B35D-FB1B9AD4ECDD}" type="pres">
      <dgm:prSet presAssocID="{E1610D57-3A97-406A-841D-3E05D1594A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D88556D-2A13-4AC5-9818-BA65710C9AEC}" type="pres">
      <dgm:prSet presAssocID="{E1610D57-3A97-406A-841D-3E05D1594AA4}" presName="iconSpace" presStyleCnt="0"/>
      <dgm:spPr/>
    </dgm:pt>
    <dgm:pt modelId="{2D86BA8B-CAC6-42CE-A74C-64E86026DA54}" type="pres">
      <dgm:prSet presAssocID="{E1610D57-3A97-406A-841D-3E05D1594AA4}" presName="parTx" presStyleLbl="revTx" presStyleIdx="0" presStyleCnt="6">
        <dgm:presLayoutVars>
          <dgm:chMax val="0"/>
          <dgm:chPref val="0"/>
        </dgm:presLayoutVars>
      </dgm:prSet>
      <dgm:spPr/>
    </dgm:pt>
    <dgm:pt modelId="{16AE9403-790F-410D-8F29-C3F05453202F}" type="pres">
      <dgm:prSet presAssocID="{E1610D57-3A97-406A-841D-3E05D1594AA4}" presName="txSpace" presStyleCnt="0"/>
      <dgm:spPr/>
    </dgm:pt>
    <dgm:pt modelId="{A1CE86B1-425A-46D8-BC18-C7F6E38305D8}" type="pres">
      <dgm:prSet presAssocID="{E1610D57-3A97-406A-841D-3E05D1594AA4}" presName="desTx" presStyleLbl="revTx" presStyleIdx="1" presStyleCnt="6">
        <dgm:presLayoutVars/>
      </dgm:prSet>
      <dgm:spPr/>
    </dgm:pt>
    <dgm:pt modelId="{718B2E2E-9EE0-4EB5-AFF0-4E8036737F91}" type="pres">
      <dgm:prSet presAssocID="{BFA21528-D89F-4F34-B99F-2C7D5785BA89}" presName="sibTrans" presStyleCnt="0"/>
      <dgm:spPr/>
    </dgm:pt>
    <dgm:pt modelId="{F976C6B7-B892-4235-80A4-ACFF7AB66DDC}" type="pres">
      <dgm:prSet presAssocID="{5849BF4F-E55E-4F48-B1C3-C923636CF7C6}" presName="compNode" presStyleCnt="0"/>
      <dgm:spPr/>
    </dgm:pt>
    <dgm:pt modelId="{DDFD2047-DBDB-43E4-9132-DC727938BAAC}" type="pres">
      <dgm:prSet presAssocID="{5849BF4F-E55E-4F48-B1C3-C923636CF7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F65AC7F-17AE-424A-A9F3-1F3794BDA0DB}" type="pres">
      <dgm:prSet presAssocID="{5849BF4F-E55E-4F48-B1C3-C923636CF7C6}" presName="iconSpace" presStyleCnt="0"/>
      <dgm:spPr/>
    </dgm:pt>
    <dgm:pt modelId="{FB7BE06D-EAB9-48F7-89D7-CDB4C7B4E199}" type="pres">
      <dgm:prSet presAssocID="{5849BF4F-E55E-4F48-B1C3-C923636CF7C6}" presName="parTx" presStyleLbl="revTx" presStyleIdx="2" presStyleCnt="6">
        <dgm:presLayoutVars>
          <dgm:chMax val="0"/>
          <dgm:chPref val="0"/>
        </dgm:presLayoutVars>
      </dgm:prSet>
      <dgm:spPr/>
    </dgm:pt>
    <dgm:pt modelId="{0CF43CE1-21FC-405B-80D6-8B04B06F421F}" type="pres">
      <dgm:prSet presAssocID="{5849BF4F-E55E-4F48-B1C3-C923636CF7C6}" presName="txSpace" presStyleCnt="0"/>
      <dgm:spPr/>
    </dgm:pt>
    <dgm:pt modelId="{D52A9997-B25B-4601-AB72-C9970C5AB3AF}" type="pres">
      <dgm:prSet presAssocID="{5849BF4F-E55E-4F48-B1C3-C923636CF7C6}" presName="desTx" presStyleLbl="revTx" presStyleIdx="3" presStyleCnt="6">
        <dgm:presLayoutVars/>
      </dgm:prSet>
      <dgm:spPr/>
    </dgm:pt>
    <dgm:pt modelId="{87403F4C-65C8-4018-8056-7392EAC57BB8}" type="pres">
      <dgm:prSet presAssocID="{77C64996-743B-4A89-87CD-DBA93562A52A}" presName="sibTrans" presStyleCnt="0"/>
      <dgm:spPr/>
    </dgm:pt>
    <dgm:pt modelId="{6A2A22CB-3C7C-4962-8D7C-B5EE62C19A36}" type="pres">
      <dgm:prSet presAssocID="{01F6CAE5-53C4-46C3-BA8C-B0E4438D8D9D}" presName="compNode" presStyleCnt="0"/>
      <dgm:spPr/>
    </dgm:pt>
    <dgm:pt modelId="{D4C6B264-A605-4E34-9200-B99C22AC3514}" type="pres">
      <dgm:prSet presAssocID="{01F6CAE5-53C4-46C3-BA8C-B0E4438D8D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76ED2D0-EBE6-4FE4-86D4-5D60C2921F96}" type="pres">
      <dgm:prSet presAssocID="{01F6CAE5-53C4-46C3-BA8C-B0E4438D8D9D}" presName="iconSpace" presStyleCnt="0"/>
      <dgm:spPr/>
    </dgm:pt>
    <dgm:pt modelId="{3E4B6D79-5AC0-43A5-8C53-58CA96FB7645}" type="pres">
      <dgm:prSet presAssocID="{01F6CAE5-53C4-46C3-BA8C-B0E4438D8D9D}" presName="parTx" presStyleLbl="revTx" presStyleIdx="4" presStyleCnt="6">
        <dgm:presLayoutVars>
          <dgm:chMax val="0"/>
          <dgm:chPref val="0"/>
        </dgm:presLayoutVars>
      </dgm:prSet>
      <dgm:spPr/>
    </dgm:pt>
    <dgm:pt modelId="{CD8F5860-836B-4FF2-96C4-4939D2A09D5C}" type="pres">
      <dgm:prSet presAssocID="{01F6CAE5-53C4-46C3-BA8C-B0E4438D8D9D}" presName="txSpace" presStyleCnt="0"/>
      <dgm:spPr/>
    </dgm:pt>
    <dgm:pt modelId="{E1AD3662-F380-48B5-A984-A0AD825AC9FD}" type="pres">
      <dgm:prSet presAssocID="{01F6CAE5-53C4-46C3-BA8C-B0E4438D8D9D}" presName="desTx" presStyleLbl="revTx" presStyleIdx="5" presStyleCnt="6">
        <dgm:presLayoutVars/>
      </dgm:prSet>
      <dgm:spPr/>
    </dgm:pt>
  </dgm:ptLst>
  <dgm:cxnLst>
    <dgm:cxn modelId="{99C34A19-67D0-44C2-B87F-FEED5D257D8A}" srcId="{1E494736-8864-4E9D-8F2A-D924033377B3}" destId="{5849BF4F-E55E-4F48-B1C3-C923636CF7C6}" srcOrd="1" destOrd="0" parTransId="{27631DE6-757A-497B-A954-FA6FFC3AEC70}" sibTransId="{77C64996-743B-4A89-87CD-DBA93562A52A}"/>
    <dgm:cxn modelId="{69FD9C39-1582-473E-B001-F4A9B0D5CD40}" type="presOf" srcId="{FD2FD520-58E6-4ED8-BDB9-1E654A5F5213}" destId="{A1CE86B1-425A-46D8-BC18-C7F6E38305D8}" srcOrd="0" destOrd="0" presId="urn:microsoft.com/office/officeart/2018/5/layout/CenteredIconLabelDescriptionList"/>
    <dgm:cxn modelId="{657A8F3C-E024-475F-AEB8-E9C576C2DC24}" type="presOf" srcId="{01F6CAE5-53C4-46C3-BA8C-B0E4438D8D9D}" destId="{3E4B6D79-5AC0-43A5-8C53-58CA96FB7645}" srcOrd="0" destOrd="0" presId="urn:microsoft.com/office/officeart/2018/5/layout/CenteredIconLabelDescriptionList"/>
    <dgm:cxn modelId="{9DA0C53C-2F67-4BCB-8AA8-BEF4E6E0542D}" srcId="{5849BF4F-E55E-4F48-B1C3-C923636CF7C6}" destId="{CC27163C-331C-40DC-A496-B560DCD61456}" srcOrd="2" destOrd="0" parTransId="{AB14D687-487C-4303-AD16-5637AF6AC601}" sibTransId="{2870A09D-AE44-4863-B22E-EF5060F3BC73}"/>
    <dgm:cxn modelId="{D1B11F5E-4195-4741-A2E9-FA607D603DA2}" srcId="{E1610D57-3A97-406A-841D-3E05D1594AA4}" destId="{FD2FD520-58E6-4ED8-BDB9-1E654A5F5213}" srcOrd="0" destOrd="0" parTransId="{7271BA5D-7F0D-49A1-92D1-0B57F07D4494}" sibTransId="{F932C3CF-1584-4BB3-9893-0377E6324BAF}"/>
    <dgm:cxn modelId="{AF40625F-ED0D-42CE-9C00-B290D2386624}" type="presOf" srcId="{60A29296-8D23-4958-874A-DB29AD723782}" destId="{E1AD3662-F380-48B5-A984-A0AD825AC9FD}" srcOrd="0" destOrd="2" presId="urn:microsoft.com/office/officeart/2018/5/layout/CenteredIconLabelDescriptionList"/>
    <dgm:cxn modelId="{57D8E061-BA98-4C41-B712-855CC36F2210}" srcId="{1E494736-8864-4E9D-8F2A-D924033377B3}" destId="{01F6CAE5-53C4-46C3-BA8C-B0E4438D8D9D}" srcOrd="2" destOrd="0" parTransId="{6C1309DB-A7E8-4BE0-B068-1F6D4F4BFCAE}" sibTransId="{412A9C0B-3768-4D43-8AAA-867DFB43F200}"/>
    <dgm:cxn modelId="{52EBAA44-78BF-4A45-920D-CBF48EDDAC93}" type="presOf" srcId="{B3B889AE-0857-449E-B911-AE070D902A4C}" destId="{D52A9997-B25B-4601-AB72-C9970C5AB3AF}" srcOrd="0" destOrd="0" presId="urn:microsoft.com/office/officeart/2018/5/layout/CenteredIconLabelDescriptionList"/>
    <dgm:cxn modelId="{C981D546-EF36-4649-A39C-4D02EE0D976F}" type="presOf" srcId="{1E494736-8864-4E9D-8F2A-D924033377B3}" destId="{6983EFE3-70F1-421C-B0D6-FC660BB46B4C}" srcOrd="0" destOrd="0" presId="urn:microsoft.com/office/officeart/2018/5/layout/CenteredIconLabelDescriptionList"/>
    <dgm:cxn modelId="{BFC21F4B-5DD4-4AFF-8140-A5D7CAF43DF1}" type="presOf" srcId="{5849BF4F-E55E-4F48-B1C3-C923636CF7C6}" destId="{FB7BE06D-EAB9-48F7-89D7-CDB4C7B4E199}" srcOrd="0" destOrd="0" presId="urn:microsoft.com/office/officeart/2018/5/layout/CenteredIconLabelDescriptionList"/>
    <dgm:cxn modelId="{3C780B4E-F767-4C57-A06C-BB8C2A94B13E}" type="presOf" srcId="{57FCD74C-D82B-4C91-991A-0A18277B134C}" destId="{E1AD3662-F380-48B5-A984-A0AD825AC9FD}" srcOrd="0" destOrd="0" presId="urn:microsoft.com/office/officeart/2018/5/layout/CenteredIconLabelDescriptionList"/>
    <dgm:cxn modelId="{2EDBAA70-7C82-45A2-BC24-7B1E78163816}" srcId="{1E494736-8864-4E9D-8F2A-D924033377B3}" destId="{E1610D57-3A97-406A-841D-3E05D1594AA4}" srcOrd="0" destOrd="0" parTransId="{4DAE1064-1B56-4605-B11C-6900C245831F}" sibTransId="{BFA21528-D89F-4F34-B99F-2C7D5785BA89}"/>
    <dgm:cxn modelId="{BF436676-B7BE-4AA9-8E98-E6CE0D2D41E8}" srcId="{01F6CAE5-53C4-46C3-BA8C-B0E4438D8D9D}" destId="{60A29296-8D23-4958-874A-DB29AD723782}" srcOrd="2" destOrd="0" parTransId="{79DEAAD3-449F-4EED-AB8F-6A265777915C}" sibTransId="{F1BF6781-9472-44F6-B33B-314929BF9B85}"/>
    <dgm:cxn modelId="{9AEC447E-887C-4E63-800E-864DCD0F01C3}" type="presOf" srcId="{CC27163C-331C-40DC-A496-B560DCD61456}" destId="{D52A9997-B25B-4601-AB72-C9970C5AB3AF}" srcOrd="0" destOrd="2" presId="urn:microsoft.com/office/officeart/2018/5/layout/CenteredIconLabelDescriptionList"/>
    <dgm:cxn modelId="{AF6A3888-CCAC-4AEA-B05F-1AFBCC0F5105}" type="presOf" srcId="{AEF85D58-3C0C-4C0A-B0B7-7333CCFD3E47}" destId="{E1AD3662-F380-48B5-A984-A0AD825AC9FD}" srcOrd="0" destOrd="1" presId="urn:microsoft.com/office/officeart/2018/5/layout/CenteredIconLabelDescriptionList"/>
    <dgm:cxn modelId="{5615D189-6292-48A2-8506-4A924FFFE0A1}" type="presOf" srcId="{2D0B15AE-12D0-48D0-B379-F6A6D2BEDA73}" destId="{A1CE86B1-425A-46D8-BC18-C7F6E38305D8}" srcOrd="0" destOrd="1" presId="urn:microsoft.com/office/officeart/2018/5/layout/CenteredIconLabelDescriptionList"/>
    <dgm:cxn modelId="{F0EF8FA2-419C-42CD-B8CB-DB264C4C2A1F}" srcId="{E1610D57-3A97-406A-841D-3E05D1594AA4}" destId="{2D0B15AE-12D0-48D0-B379-F6A6D2BEDA73}" srcOrd="1" destOrd="0" parTransId="{D0E3FD0B-F676-4E40-B411-A87F3CD8888E}" sibTransId="{FFC21679-ABD7-4C44-BCE6-353310A18211}"/>
    <dgm:cxn modelId="{840383BB-3A00-4343-B5F7-817AFB28B01E}" srcId="{5849BF4F-E55E-4F48-B1C3-C923636CF7C6}" destId="{B3B889AE-0857-449E-B911-AE070D902A4C}" srcOrd="0" destOrd="0" parTransId="{81659417-E2A0-4549-BB18-AB50AA955204}" sibTransId="{E0691992-9969-4B2A-84EF-FAFD7FC1B4CC}"/>
    <dgm:cxn modelId="{BB719BC7-DC80-4377-9109-16C46FDC15F8}" type="presOf" srcId="{E1610D57-3A97-406A-841D-3E05D1594AA4}" destId="{2D86BA8B-CAC6-42CE-A74C-64E86026DA54}" srcOrd="0" destOrd="0" presId="urn:microsoft.com/office/officeart/2018/5/layout/CenteredIconLabelDescriptionList"/>
    <dgm:cxn modelId="{106FBAC9-1E21-40B3-A7DE-844A4DB2122E}" type="presOf" srcId="{E6547726-3C5B-4DCB-9E75-2CD2C5410422}" destId="{D52A9997-B25B-4601-AB72-C9970C5AB3AF}" srcOrd="0" destOrd="1" presId="urn:microsoft.com/office/officeart/2018/5/layout/CenteredIconLabelDescriptionList"/>
    <dgm:cxn modelId="{40A327D5-7EDA-47EE-AC5E-8033278DB4AC}" srcId="{5849BF4F-E55E-4F48-B1C3-C923636CF7C6}" destId="{E6547726-3C5B-4DCB-9E75-2CD2C5410422}" srcOrd="1" destOrd="0" parTransId="{2C6238FB-7EB8-4F92-8032-F46567C3BB3D}" sibTransId="{8AD75292-B656-4C3F-ACFC-B1D4664F7CF5}"/>
    <dgm:cxn modelId="{05266FE7-7DB6-4B19-82FE-B305A792EB77}" srcId="{01F6CAE5-53C4-46C3-BA8C-B0E4438D8D9D}" destId="{AEF85D58-3C0C-4C0A-B0B7-7333CCFD3E47}" srcOrd="1" destOrd="0" parTransId="{3C8285E4-251C-48A5-AE40-A03CB325DF0F}" sibTransId="{39E95D53-8CA2-4ADA-9F27-E3BEE82ECF38}"/>
    <dgm:cxn modelId="{DEC8F3F0-330A-4159-A2FF-023E5B9D4D29}" srcId="{01F6CAE5-53C4-46C3-BA8C-B0E4438D8D9D}" destId="{57FCD74C-D82B-4C91-991A-0A18277B134C}" srcOrd="0" destOrd="0" parTransId="{6D261D79-8C2D-4DC3-941E-40039AEC7A90}" sibTransId="{0B2788B2-E65B-4DC5-AE3D-8F45323225D6}"/>
    <dgm:cxn modelId="{39464B69-CF90-4634-A69D-1BD17F26A416}" type="presParOf" srcId="{6983EFE3-70F1-421C-B0D6-FC660BB46B4C}" destId="{421EE6D7-AE26-4A1B-A8C0-28CDC13F0DA8}" srcOrd="0" destOrd="0" presId="urn:microsoft.com/office/officeart/2018/5/layout/CenteredIconLabelDescriptionList"/>
    <dgm:cxn modelId="{601D7582-975F-4A5D-A3B3-184761895D2B}" type="presParOf" srcId="{421EE6D7-AE26-4A1B-A8C0-28CDC13F0DA8}" destId="{5EE38920-93EE-4DBD-B35D-FB1B9AD4ECDD}" srcOrd="0" destOrd="0" presId="urn:microsoft.com/office/officeart/2018/5/layout/CenteredIconLabelDescriptionList"/>
    <dgm:cxn modelId="{425C570A-2F3A-43D2-9CC2-E8E17662DACD}" type="presParOf" srcId="{421EE6D7-AE26-4A1B-A8C0-28CDC13F0DA8}" destId="{AD88556D-2A13-4AC5-9818-BA65710C9AEC}" srcOrd="1" destOrd="0" presId="urn:microsoft.com/office/officeart/2018/5/layout/CenteredIconLabelDescriptionList"/>
    <dgm:cxn modelId="{AAA5D315-F80B-4A2C-8E05-A60CB089B28E}" type="presParOf" srcId="{421EE6D7-AE26-4A1B-A8C0-28CDC13F0DA8}" destId="{2D86BA8B-CAC6-42CE-A74C-64E86026DA54}" srcOrd="2" destOrd="0" presId="urn:microsoft.com/office/officeart/2018/5/layout/CenteredIconLabelDescriptionList"/>
    <dgm:cxn modelId="{D51A1B68-D36F-4511-BBBC-7665B8F28209}" type="presParOf" srcId="{421EE6D7-AE26-4A1B-A8C0-28CDC13F0DA8}" destId="{16AE9403-790F-410D-8F29-C3F05453202F}" srcOrd="3" destOrd="0" presId="urn:microsoft.com/office/officeart/2018/5/layout/CenteredIconLabelDescriptionList"/>
    <dgm:cxn modelId="{E2CADF39-7BEA-45E9-9B0A-DB4CA7AC7716}" type="presParOf" srcId="{421EE6D7-AE26-4A1B-A8C0-28CDC13F0DA8}" destId="{A1CE86B1-425A-46D8-BC18-C7F6E38305D8}" srcOrd="4" destOrd="0" presId="urn:microsoft.com/office/officeart/2018/5/layout/CenteredIconLabelDescriptionList"/>
    <dgm:cxn modelId="{CFD8F9F8-50D4-4593-90F1-BAD6E6404700}" type="presParOf" srcId="{6983EFE3-70F1-421C-B0D6-FC660BB46B4C}" destId="{718B2E2E-9EE0-4EB5-AFF0-4E8036737F91}" srcOrd="1" destOrd="0" presId="urn:microsoft.com/office/officeart/2018/5/layout/CenteredIconLabelDescriptionList"/>
    <dgm:cxn modelId="{6B85D5EA-25F3-4E2F-8F06-37B539E96641}" type="presParOf" srcId="{6983EFE3-70F1-421C-B0D6-FC660BB46B4C}" destId="{F976C6B7-B892-4235-80A4-ACFF7AB66DDC}" srcOrd="2" destOrd="0" presId="urn:microsoft.com/office/officeart/2018/5/layout/CenteredIconLabelDescriptionList"/>
    <dgm:cxn modelId="{616AF07E-A964-4A0D-A282-7E61AAF628CC}" type="presParOf" srcId="{F976C6B7-B892-4235-80A4-ACFF7AB66DDC}" destId="{DDFD2047-DBDB-43E4-9132-DC727938BAAC}" srcOrd="0" destOrd="0" presId="urn:microsoft.com/office/officeart/2018/5/layout/CenteredIconLabelDescriptionList"/>
    <dgm:cxn modelId="{98074614-06B0-4E21-A7C1-A284A7F26C09}" type="presParOf" srcId="{F976C6B7-B892-4235-80A4-ACFF7AB66DDC}" destId="{6F65AC7F-17AE-424A-A9F3-1F3794BDA0DB}" srcOrd="1" destOrd="0" presId="urn:microsoft.com/office/officeart/2018/5/layout/CenteredIconLabelDescriptionList"/>
    <dgm:cxn modelId="{46BD37AB-49F2-488A-857A-9D4D72927B1F}" type="presParOf" srcId="{F976C6B7-B892-4235-80A4-ACFF7AB66DDC}" destId="{FB7BE06D-EAB9-48F7-89D7-CDB4C7B4E199}" srcOrd="2" destOrd="0" presId="urn:microsoft.com/office/officeart/2018/5/layout/CenteredIconLabelDescriptionList"/>
    <dgm:cxn modelId="{3CF92181-0612-4503-B655-61551479FDC8}" type="presParOf" srcId="{F976C6B7-B892-4235-80A4-ACFF7AB66DDC}" destId="{0CF43CE1-21FC-405B-80D6-8B04B06F421F}" srcOrd="3" destOrd="0" presId="urn:microsoft.com/office/officeart/2018/5/layout/CenteredIconLabelDescriptionList"/>
    <dgm:cxn modelId="{0F662BE4-F729-42DF-8BAA-A8CB8E41BFA9}" type="presParOf" srcId="{F976C6B7-B892-4235-80A4-ACFF7AB66DDC}" destId="{D52A9997-B25B-4601-AB72-C9970C5AB3AF}" srcOrd="4" destOrd="0" presId="urn:microsoft.com/office/officeart/2018/5/layout/CenteredIconLabelDescriptionList"/>
    <dgm:cxn modelId="{F827C37E-8E7B-4D77-A47D-4F1932FE3AED}" type="presParOf" srcId="{6983EFE3-70F1-421C-B0D6-FC660BB46B4C}" destId="{87403F4C-65C8-4018-8056-7392EAC57BB8}" srcOrd="3" destOrd="0" presId="urn:microsoft.com/office/officeart/2018/5/layout/CenteredIconLabelDescriptionList"/>
    <dgm:cxn modelId="{1CDB171F-3335-413F-99B0-E43800126AC1}" type="presParOf" srcId="{6983EFE3-70F1-421C-B0D6-FC660BB46B4C}" destId="{6A2A22CB-3C7C-4962-8D7C-B5EE62C19A36}" srcOrd="4" destOrd="0" presId="urn:microsoft.com/office/officeart/2018/5/layout/CenteredIconLabelDescriptionList"/>
    <dgm:cxn modelId="{7E3E3C13-3FD6-4043-BD36-4C596CD1796A}" type="presParOf" srcId="{6A2A22CB-3C7C-4962-8D7C-B5EE62C19A36}" destId="{D4C6B264-A605-4E34-9200-B99C22AC3514}" srcOrd="0" destOrd="0" presId="urn:microsoft.com/office/officeart/2018/5/layout/CenteredIconLabelDescriptionList"/>
    <dgm:cxn modelId="{65A1A04C-7965-46CB-9884-91BC5EF6320C}" type="presParOf" srcId="{6A2A22CB-3C7C-4962-8D7C-B5EE62C19A36}" destId="{876ED2D0-EBE6-4FE4-86D4-5D60C2921F96}" srcOrd="1" destOrd="0" presId="urn:microsoft.com/office/officeart/2018/5/layout/CenteredIconLabelDescriptionList"/>
    <dgm:cxn modelId="{440E0F02-01E7-4CF8-BA46-70FCC478A65D}" type="presParOf" srcId="{6A2A22CB-3C7C-4962-8D7C-B5EE62C19A36}" destId="{3E4B6D79-5AC0-43A5-8C53-58CA96FB7645}" srcOrd="2" destOrd="0" presId="urn:microsoft.com/office/officeart/2018/5/layout/CenteredIconLabelDescriptionList"/>
    <dgm:cxn modelId="{F684E1D8-07CB-48A8-8A34-15D815A7F841}" type="presParOf" srcId="{6A2A22CB-3C7C-4962-8D7C-B5EE62C19A36}" destId="{CD8F5860-836B-4FF2-96C4-4939D2A09D5C}" srcOrd="3" destOrd="0" presId="urn:microsoft.com/office/officeart/2018/5/layout/CenteredIconLabelDescriptionList"/>
    <dgm:cxn modelId="{43C00E71-5F3D-4392-9169-1AA8FA4727BA}" type="presParOf" srcId="{6A2A22CB-3C7C-4962-8D7C-B5EE62C19A36}" destId="{E1AD3662-F380-48B5-A984-A0AD825AC9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977CA3B5-F6BD-40CE-852D-006C71B8C7B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85B957-D669-4F5F-96E7-D12DB0F0D0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Extended keys</a:t>
          </a:r>
        </a:p>
      </dgm:t>
    </dgm:pt>
    <dgm:pt modelId="{E480C6D6-87F4-4525-9526-26094535B75B}" type="parTrans" cxnId="{3BD1A349-292B-4028-AB54-2001C5848EDB}">
      <dgm:prSet/>
      <dgm:spPr/>
      <dgm:t>
        <a:bodyPr/>
        <a:lstStyle/>
        <a:p>
          <a:endParaRPr lang="en-US"/>
        </a:p>
      </dgm:t>
    </dgm:pt>
    <dgm:pt modelId="{29CDC4FA-D867-4C02-A7CD-A35380AE0874}" type="sibTrans" cxnId="{3BD1A349-292B-4028-AB54-2001C5848EDB}">
      <dgm:prSet/>
      <dgm:spPr/>
      <dgm:t>
        <a:bodyPr/>
        <a:lstStyle/>
        <a:p>
          <a:endParaRPr lang="en-US"/>
        </a:p>
      </dgm:t>
    </dgm:pt>
    <dgm:pt modelId="{746819FC-3C7B-400E-9A01-BB016C5CDB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extended </a:t>
          </a:r>
          <a:r>
            <a:rPr lang="en-US" b="1"/>
            <a:t>private</a:t>
          </a:r>
          <a:r>
            <a:rPr lang="en-US"/>
            <a:t> key</a:t>
          </a:r>
        </a:p>
      </dgm:t>
    </dgm:pt>
    <dgm:pt modelId="{DF8B4A80-97AF-4EA2-B9AE-369AC56D0724}" type="parTrans" cxnId="{0FAE47EB-DB2E-4351-BA84-6AEC2752F0F8}">
      <dgm:prSet/>
      <dgm:spPr/>
      <dgm:t>
        <a:bodyPr/>
        <a:lstStyle/>
        <a:p>
          <a:endParaRPr lang="en-US"/>
        </a:p>
      </dgm:t>
    </dgm:pt>
    <dgm:pt modelId="{4FA1E0BE-1EF5-4D26-95CC-37859C588241}" type="sibTrans" cxnId="{0FAE47EB-DB2E-4351-BA84-6AEC2752F0F8}">
      <dgm:prSet/>
      <dgm:spPr/>
      <dgm:t>
        <a:bodyPr/>
        <a:lstStyle/>
        <a:p>
          <a:endParaRPr lang="en-US"/>
        </a:p>
      </dgm:t>
    </dgm:pt>
    <dgm:pt modelId="{D802F18E-8882-4561-BAC1-2DEE354A86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extended</a:t>
          </a:r>
          <a:r>
            <a:rPr lang="tr-TR"/>
            <a:t> </a:t>
          </a:r>
          <a:r>
            <a:rPr lang="en-US" b="1"/>
            <a:t>public</a:t>
          </a:r>
          <a:r>
            <a:rPr lang="en-US"/>
            <a:t> key</a:t>
          </a:r>
        </a:p>
      </dgm:t>
    </dgm:pt>
    <dgm:pt modelId="{8E0BEC49-7C3D-4C80-BACC-04D054A5B160}" type="parTrans" cxnId="{A57BE530-C017-464D-A6E9-F7BE7CA46643}">
      <dgm:prSet/>
      <dgm:spPr/>
      <dgm:t>
        <a:bodyPr/>
        <a:lstStyle/>
        <a:p>
          <a:endParaRPr lang="en-US"/>
        </a:p>
      </dgm:t>
    </dgm:pt>
    <dgm:pt modelId="{99353884-D3B7-4C91-A8B6-41ED363848FE}" type="sibTrans" cxnId="{A57BE530-C017-464D-A6E9-F7BE7CA46643}">
      <dgm:prSet/>
      <dgm:spPr/>
      <dgm:t>
        <a:bodyPr/>
        <a:lstStyle/>
        <a:p>
          <a:endParaRPr lang="en-US"/>
        </a:p>
      </dgm:t>
    </dgm:pt>
    <dgm:pt modelId="{1BA4A604-D87D-4702-AEBA-CF707EF48C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concatenation</a:t>
          </a:r>
        </a:p>
      </dgm:t>
    </dgm:pt>
    <dgm:pt modelId="{AFA63835-2708-42C2-AD80-EBF378145EDF}" type="parTrans" cxnId="{ED0B4B73-1461-4E99-88E8-E962788901F4}">
      <dgm:prSet/>
      <dgm:spPr/>
      <dgm:t>
        <a:bodyPr/>
        <a:lstStyle/>
        <a:p>
          <a:endParaRPr lang="tr-TR"/>
        </a:p>
      </dgm:t>
    </dgm:pt>
    <dgm:pt modelId="{3232C601-DB95-4F34-B26E-2AC28CADC585}" type="sibTrans" cxnId="{ED0B4B73-1461-4E99-88E8-E962788901F4}">
      <dgm:prSet/>
      <dgm:spPr/>
      <dgm:t>
        <a:bodyPr/>
        <a:lstStyle/>
        <a:p>
          <a:endParaRPr lang="tr-TR"/>
        </a:p>
      </dgm:t>
    </dgm:pt>
    <dgm:pt modelId="{3F638927-81F0-49C3-93C3-D52E7DAE69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Types</a:t>
          </a:r>
          <a:endParaRPr lang="en-US"/>
        </a:p>
      </dgm:t>
    </dgm:pt>
    <dgm:pt modelId="{554EC727-BE55-4093-9CF9-681592D3B063}" type="parTrans" cxnId="{C8DCA0FD-CC48-4078-8A32-5AB02465E3B4}">
      <dgm:prSet/>
      <dgm:spPr/>
      <dgm:t>
        <a:bodyPr/>
        <a:lstStyle/>
        <a:p>
          <a:endParaRPr lang="tr-TR"/>
        </a:p>
      </dgm:t>
    </dgm:pt>
    <dgm:pt modelId="{CC459F4D-0C34-4341-B930-EBB6413D2014}" type="sibTrans" cxnId="{C8DCA0FD-CC48-4078-8A32-5AB02465E3B4}">
      <dgm:prSet/>
      <dgm:spPr/>
      <dgm:t>
        <a:bodyPr/>
        <a:lstStyle/>
        <a:p>
          <a:endParaRPr lang="tr-TR"/>
        </a:p>
      </dgm:t>
    </dgm:pt>
    <dgm:pt modelId="{817335B3-EEB2-4B43-A2AD-400895CC56F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Key: </a:t>
          </a:r>
          <a:r>
            <a:rPr lang="en-US"/>
            <a:t>256-bit</a:t>
          </a:r>
        </a:p>
      </dgm:t>
    </dgm:pt>
    <dgm:pt modelId="{F543D043-47ED-4BC4-A5C8-EB07202B4043}" type="parTrans" cxnId="{9ED97253-3471-44E9-88A5-B618F888CA63}">
      <dgm:prSet/>
      <dgm:spPr/>
      <dgm:t>
        <a:bodyPr/>
        <a:lstStyle/>
        <a:p>
          <a:endParaRPr lang="en-US"/>
        </a:p>
      </dgm:t>
    </dgm:pt>
    <dgm:pt modelId="{94B6B62E-8DBB-4363-8518-9B1FEE2470C5}" type="sibTrans" cxnId="{9ED97253-3471-44E9-88A5-B618F888CA63}">
      <dgm:prSet/>
      <dgm:spPr/>
      <dgm:t>
        <a:bodyPr/>
        <a:lstStyle/>
        <a:p>
          <a:endParaRPr lang="en-US"/>
        </a:p>
      </dgm:t>
    </dgm:pt>
    <dgm:pt modelId="{3354C6B2-4F37-47CB-85F0-7630B6BF986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Chain Code: </a:t>
          </a:r>
          <a:r>
            <a:rPr lang="en-US"/>
            <a:t>256-bit</a:t>
          </a:r>
        </a:p>
      </dgm:t>
    </dgm:pt>
    <dgm:pt modelId="{9C4B228A-4A73-42AC-9D07-BC188EAAE422}" type="parTrans" cxnId="{51145F7E-18BF-48A3-94C9-B01642D84DCB}">
      <dgm:prSet/>
      <dgm:spPr/>
      <dgm:t>
        <a:bodyPr/>
        <a:lstStyle/>
        <a:p>
          <a:endParaRPr lang="en-US"/>
        </a:p>
      </dgm:t>
    </dgm:pt>
    <dgm:pt modelId="{554632B1-718F-4B9B-97FB-C3C4B9DDE0F4}" type="sibTrans" cxnId="{51145F7E-18BF-48A3-94C9-B01642D84DCB}">
      <dgm:prSet/>
      <dgm:spPr/>
      <dgm:t>
        <a:bodyPr/>
        <a:lstStyle/>
        <a:p>
          <a:endParaRPr lang="en-US"/>
        </a:p>
      </dgm:t>
    </dgm:pt>
    <dgm:pt modelId="{42F9FE6C-23FF-4C3E-9BCB-F613C5521A7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512 Bits</a:t>
          </a:r>
          <a:endParaRPr lang="en-US"/>
        </a:p>
      </dgm:t>
    </dgm:pt>
    <dgm:pt modelId="{5E36B1EA-EBBB-4701-9D10-3A9C7D3C81DE}" type="parTrans" cxnId="{14257DE9-30D3-4769-9104-361A8163622E}">
      <dgm:prSet/>
      <dgm:spPr/>
      <dgm:t>
        <a:bodyPr/>
        <a:lstStyle/>
        <a:p>
          <a:endParaRPr lang="tr-TR"/>
        </a:p>
      </dgm:t>
    </dgm:pt>
    <dgm:pt modelId="{34BB9579-E031-4FE8-9CB9-30EE01A4E2E8}" type="sibTrans" cxnId="{14257DE9-30D3-4769-9104-361A8163622E}">
      <dgm:prSet/>
      <dgm:spPr/>
      <dgm:t>
        <a:bodyPr/>
        <a:lstStyle/>
        <a:p>
          <a:endParaRPr lang="en-US"/>
        </a:p>
      </dgm:t>
    </dgm:pt>
    <dgm:pt modelId="{C9EB86C8-E27F-4B92-9DA5-1BD8BBA9A0D7}" type="pres">
      <dgm:prSet presAssocID="{977CA3B5-F6BD-40CE-852D-006C71B8C7B1}" presName="root" presStyleCnt="0">
        <dgm:presLayoutVars>
          <dgm:dir/>
          <dgm:resizeHandles val="exact"/>
        </dgm:presLayoutVars>
      </dgm:prSet>
      <dgm:spPr/>
    </dgm:pt>
    <dgm:pt modelId="{79A715FD-34C8-4DB2-AED4-E795B38BA01C}" type="pres">
      <dgm:prSet presAssocID="{B185B957-D669-4F5F-96E7-D12DB0F0D057}" presName="compNode" presStyleCnt="0"/>
      <dgm:spPr/>
    </dgm:pt>
    <dgm:pt modelId="{C50AFD56-1F7D-4B0E-B9C2-B14BF75D0DA9}" type="pres">
      <dgm:prSet presAssocID="{B185B957-D669-4F5F-96E7-D12DB0F0D05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B030882-5807-423C-A3D2-1494FCE59EA2}" type="pres">
      <dgm:prSet presAssocID="{B185B957-D669-4F5F-96E7-D12DB0F0D057}" presName="iconSpace" presStyleCnt="0"/>
      <dgm:spPr/>
    </dgm:pt>
    <dgm:pt modelId="{7757F463-20CC-4D8E-80DD-BD8621FBE168}" type="pres">
      <dgm:prSet presAssocID="{B185B957-D669-4F5F-96E7-D12DB0F0D057}" presName="parTx" presStyleLbl="revTx" presStyleIdx="0" presStyleCnt="6">
        <dgm:presLayoutVars>
          <dgm:chMax val="0"/>
          <dgm:chPref val="0"/>
        </dgm:presLayoutVars>
      </dgm:prSet>
      <dgm:spPr/>
    </dgm:pt>
    <dgm:pt modelId="{DA0B96F1-CCAB-4C0F-955C-5C3B0CE6E5D8}" type="pres">
      <dgm:prSet presAssocID="{B185B957-D669-4F5F-96E7-D12DB0F0D057}" presName="txSpace" presStyleCnt="0"/>
      <dgm:spPr/>
    </dgm:pt>
    <dgm:pt modelId="{46A87767-A802-466B-8866-35FCFEA20548}" type="pres">
      <dgm:prSet presAssocID="{B185B957-D669-4F5F-96E7-D12DB0F0D057}" presName="desTx" presStyleLbl="revTx" presStyleIdx="1" presStyleCnt="6">
        <dgm:presLayoutVars/>
      </dgm:prSet>
      <dgm:spPr/>
    </dgm:pt>
    <dgm:pt modelId="{5752C705-4092-4F45-9E52-0113164A8CEA}" type="pres">
      <dgm:prSet presAssocID="{29CDC4FA-D867-4C02-A7CD-A35380AE0874}" presName="sibTrans" presStyleCnt="0"/>
      <dgm:spPr/>
    </dgm:pt>
    <dgm:pt modelId="{0D7F4316-B7C1-4A44-A557-FAE64B5D192E}" type="pres">
      <dgm:prSet presAssocID="{1BA4A604-D87D-4702-AEBA-CF707EF48C9B}" presName="compNode" presStyleCnt="0"/>
      <dgm:spPr/>
    </dgm:pt>
    <dgm:pt modelId="{0AB2D0E5-A95F-4910-90F9-AA44B7564DE1}" type="pres">
      <dgm:prSet presAssocID="{1BA4A604-D87D-4702-AEBA-CF707EF48C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44647A5-3048-4D67-BE8F-E78A44B5A4AD}" type="pres">
      <dgm:prSet presAssocID="{1BA4A604-D87D-4702-AEBA-CF707EF48C9B}" presName="iconSpace" presStyleCnt="0"/>
      <dgm:spPr/>
    </dgm:pt>
    <dgm:pt modelId="{2C104F1E-61B7-4090-BA2F-D576D87F8C05}" type="pres">
      <dgm:prSet presAssocID="{1BA4A604-D87D-4702-AEBA-CF707EF48C9B}" presName="parTx" presStyleLbl="revTx" presStyleIdx="2" presStyleCnt="6">
        <dgm:presLayoutVars>
          <dgm:chMax val="0"/>
          <dgm:chPref val="0"/>
        </dgm:presLayoutVars>
      </dgm:prSet>
      <dgm:spPr/>
    </dgm:pt>
    <dgm:pt modelId="{F104A10D-E4BB-4328-B47E-BCB0C1B18D90}" type="pres">
      <dgm:prSet presAssocID="{1BA4A604-D87D-4702-AEBA-CF707EF48C9B}" presName="txSpace" presStyleCnt="0"/>
      <dgm:spPr/>
    </dgm:pt>
    <dgm:pt modelId="{C18679CC-ADF7-4F21-972B-53D0A8302537}" type="pres">
      <dgm:prSet presAssocID="{1BA4A604-D87D-4702-AEBA-CF707EF48C9B}" presName="desTx" presStyleLbl="revTx" presStyleIdx="3" presStyleCnt="6">
        <dgm:presLayoutVars/>
      </dgm:prSet>
      <dgm:spPr/>
    </dgm:pt>
    <dgm:pt modelId="{00C77C5C-0EA7-4A32-A4C3-688958E75816}" type="pres">
      <dgm:prSet presAssocID="{3232C601-DB95-4F34-B26E-2AC28CADC585}" presName="sibTrans" presStyleCnt="0"/>
      <dgm:spPr/>
    </dgm:pt>
    <dgm:pt modelId="{30A4A60F-2AD3-4E22-874C-064F2626B90F}" type="pres">
      <dgm:prSet presAssocID="{3F638927-81F0-49C3-93C3-D52E7DAE699D}" presName="compNode" presStyleCnt="0"/>
      <dgm:spPr/>
    </dgm:pt>
    <dgm:pt modelId="{2BC21F53-8F64-4E84-8BA8-B312637EEB22}" type="pres">
      <dgm:prSet presAssocID="{3F638927-81F0-49C3-93C3-D52E7DAE69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527BD70-369E-428D-920F-2523D4E605E1}" type="pres">
      <dgm:prSet presAssocID="{3F638927-81F0-49C3-93C3-D52E7DAE699D}" presName="iconSpace" presStyleCnt="0"/>
      <dgm:spPr/>
    </dgm:pt>
    <dgm:pt modelId="{CDE4107E-F858-49B9-90DC-5687D8972C26}" type="pres">
      <dgm:prSet presAssocID="{3F638927-81F0-49C3-93C3-D52E7DAE699D}" presName="parTx" presStyleLbl="revTx" presStyleIdx="4" presStyleCnt="6">
        <dgm:presLayoutVars>
          <dgm:chMax val="0"/>
          <dgm:chPref val="0"/>
        </dgm:presLayoutVars>
      </dgm:prSet>
      <dgm:spPr/>
    </dgm:pt>
    <dgm:pt modelId="{F6055F92-1074-48C0-9821-0C7120EFA5A6}" type="pres">
      <dgm:prSet presAssocID="{3F638927-81F0-49C3-93C3-D52E7DAE699D}" presName="txSpace" presStyleCnt="0"/>
      <dgm:spPr/>
    </dgm:pt>
    <dgm:pt modelId="{E3E78672-A834-4AE3-8E51-A9F9F431C14E}" type="pres">
      <dgm:prSet presAssocID="{3F638927-81F0-49C3-93C3-D52E7DAE699D}" presName="desTx" presStyleLbl="revTx" presStyleIdx="5" presStyleCnt="6">
        <dgm:presLayoutVars/>
      </dgm:prSet>
      <dgm:spPr/>
    </dgm:pt>
  </dgm:ptLst>
  <dgm:cxnLst>
    <dgm:cxn modelId="{6A41E211-FDE6-41A0-A491-528210487D6B}" type="presOf" srcId="{817335B3-EEB2-4B43-A2AD-400895CC56F2}" destId="{C18679CC-ADF7-4F21-972B-53D0A8302537}" srcOrd="0" destOrd="0" presId="urn:microsoft.com/office/officeart/2018/5/layout/CenteredIconLabelDescriptionList"/>
    <dgm:cxn modelId="{A57BE530-C017-464D-A6E9-F7BE7CA46643}" srcId="{3F638927-81F0-49C3-93C3-D52E7DAE699D}" destId="{D802F18E-8882-4561-BAC1-2DEE354A866A}" srcOrd="1" destOrd="0" parTransId="{8E0BEC49-7C3D-4C80-BACC-04D054A5B160}" sibTransId="{99353884-D3B7-4C91-A8B6-41ED363848FE}"/>
    <dgm:cxn modelId="{3BD1A349-292B-4028-AB54-2001C5848EDB}" srcId="{977CA3B5-F6BD-40CE-852D-006C71B8C7B1}" destId="{B185B957-D669-4F5F-96E7-D12DB0F0D057}" srcOrd="0" destOrd="0" parTransId="{E480C6D6-87F4-4525-9526-26094535B75B}" sibTransId="{29CDC4FA-D867-4C02-A7CD-A35380AE0874}"/>
    <dgm:cxn modelId="{460F3E4B-A08F-4FBE-9AA1-7BC8FBA9E252}" type="presOf" srcId="{B185B957-D669-4F5F-96E7-D12DB0F0D057}" destId="{7757F463-20CC-4D8E-80DD-BD8621FBE168}" srcOrd="0" destOrd="0" presId="urn:microsoft.com/office/officeart/2018/5/layout/CenteredIconLabelDescriptionList"/>
    <dgm:cxn modelId="{ED0B4B73-1461-4E99-88E8-E962788901F4}" srcId="{977CA3B5-F6BD-40CE-852D-006C71B8C7B1}" destId="{1BA4A604-D87D-4702-AEBA-CF707EF48C9B}" srcOrd="1" destOrd="0" parTransId="{AFA63835-2708-42C2-AD80-EBF378145EDF}" sibTransId="{3232C601-DB95-4F34-B26E-2AC28CADC585}"/>
    <dgm:cxn modelId="{9ED97253-3471-44E9-88A5-B618F888CA63}" srcId="{1BA4A604-D87D-4702-AEBA-CF707EF48C9B}" destId="{817335B3-EEB2-4B43-A2AD-400895CC56F2}" srcOrd="0" destOrd="0" parTransId="{F543D043-47ED-4BC4-A5C8-EB07202B4043}" sibTransId="{94B6B62E-8DBB-4363-8518-9B1FEE2470C5}"/>
    <dgm:cxn modelId="{ACC3B17B-58B5-4294-B0D6-FB4F96784D35}" type="presOf" srcId="{D802F18E-8882-4561-BAC1-2DEE354A866A}" destId="{E3E78672-A834-4AE3-8E51-A9F9F431C14E}" srcOrd="0" destOrd="1" presId="urn:microsoft.com/office/officeart/2018/5/layout/CenteredIconLabelDescriptionList"/>
    <dgm:cxn modelId="{51145F7E-18BF-48A3-94C9-B01642D84DCB}" srcId="{1BA4A604-D87D-4702-AEBA-CF707EF48C9B}" destId="{3354C6B2-4F37-47CB-85F0-7630B6BF9861}" srcOrd="1" destOrd="0" parTransId="{9C4B228A-4A73-42AC-9D07-BC188EAAE422}" sibTransId="{554632B1-718F-4B9B-97FB-C3C4B9DDE0F4}"/>
    <dgm:cxn modelId="{BDFC9C81-A453-42BE-A581-DA5CD7CA6862}" type="presOf" srcId="{3F638927-81F0-49C3-93C3-D52E7DAE699D}" destId="{CDE4107E-F858-49B9-90DC-5687D8972C26}" srcOrd="0" destOrd="0" presId="urn:microsoft.com/office/officeart/2018/5/layout/CenteredIconLabelDescriptionList"/>
    <dgm:cxn modelId="{E3EDA689-3C60-4B64-BC9A-82E588F01582}" type="presOf" srcId="{746819FC-3C7B-400E-9A01-BB016C5CDBC9}" destId="{E3E78672-A834-4AE3-8E51-A9F9F431C14E}" srcOrd="0" destOrd="0" presId="urn:microsoft.com/office/officeart/2018/5/layout/CenteredIconLabelDescriptionList"/>
    <dgm:cxn modelId="{4830D6A4-67B4-4B7F-B339-AE1DA73C5024}" type="presOf" srcId="{3354C6B2-4F37-47CB-85F0-7630B6BF9861}" destId="{C18679CC-ADF7-4F21-972B-53D0A8302537}" srcOrd="0" destOrd="1" presId="urn:microsoft.com/office/officeart/2018/5/layout/CenteredIconLabelDescriptionList"/>
    <dgm:cxn modelId="{A4B8A4B4-EA81-42BB-BEB7-A47A0E494375}" type="presOf" srcId="{42F9FE6C-23FF-4C3E-9BCB-F613C5521A72}" destId="{46A87767-A802-466B-8866-35FCFEA20548}" srcOrd="0" destOrd="0" presId="urn:microsoft.com/office/officeart/2018/5/layout/CenteredIconLabelDescriptionList"/>
    <dgm:cxn modelId="{63053CD1-8B62-456A-BBF5-1B99D7D850F5}" type="presOf" srcId="{1BA4A604-D87D-4702-AEBA-CF707EF48C9B}" destId="{2C104F1E-61B7-4090-BA2F-D576D87F8C05}" srcOrd="0" destOrd="0" presId="urn:microsoft.com/office/officeart/2018/5/layout/CenteredIconLabelDescriptionList"/>
    <dgm:cxn modelId="{14257DE9-30D3-4769-9104-361A8163622E}" srcId="{B185B957-D669-4F5F-96E7-D12DB0F0D057}" destId="{42F9FE6C-23FF-4C3E-9BCB-F613C5521A72}" srcOrd="0" destOrd="0" parTransId="{5E36B1EA-EBBB-4701-9D10-3A9C7D3C81DE}" sibTransId="{34BB9579-E031-4FE8-9CB9-30EE01A4E2E8}"/>
    <dgm:cxn modelId="{0FAE47EB-DB2E-4351-BA84-6AEC2752F0F8}" srcId="{3F638927-81F0-49C3-93C3-D52E7DAE699D}" destId="{746819FC-3C7B-400E-9A01-BB016C5CDBC9}" srcOrd="0" destOrd="0" parTransId="{DF8B4A80-97AF-4EA2-B9AE-369AC56D0724}" sibTransId="{4FA1E0BE-1EF5-4D26-95CC-37859C588241}"/>
    <dgm:cxn modelId="{3B27AAF0-BB06-4FA1-8B3F-6D3A09088B3D}" type="presOf" srcId="{977CA3B5-F6BD-40CE-852D-006C71B8C7B1}" destId="{C9EB86C8-E27F-4B92-9DA5-1BD8BBA9A0D7}" srcOrd="0" destOrd="0" presId="urn:microsoft.com/office/officeart/2018/5/layout/CenteredIconLabelDescriptionList"/>
    <dgm:cxn modelId="{C8DCA0FD-CC48-4078-8A32-5AB02465E3B4}" srcId="{977CA3B5-F6BD-40CE-852D-006C71B8C7B1}" destId="{3F638927-81F0-49C3-93C3-D52E7DAE699D}" srcOrd="2" destOrd="0" parTransId="{554EC727-BE55-4093-9CF9-681592D3B063}" sibTransId="{CC459F4D-0C34-4341-B930-EBB6413D2014}"/>
    <dgm:cxn modelId="{153D573A-7F53-4A81-9FFB-AB5134A32FF8}" type="presParOf" srcId="{C9EB86C8-E27F-4B92-9DA5-1BD8BBA9A0D7}" destId="{79A715FD-34C8-4DB2-AED4-E795B38BA01C}" srcOrd="0" destOrd="0" presId="urn:microsoft.com/office/officeart/2018/5/layout/CenteredIconLabelDescriptionList"/>
    <dgm:cxn modelId="{4034A3B8-33C7-4E29-863D-7F71EBE4F964}" type="presParOf" srcId="{79A715FD-34C8-4DB2-AED4-E795B38BA01C}" destId="{C50AFD56-1F7D-4B0E-B9C2-B14BF75D0DA9}" srcOrd="0" destOrd="0" presId="urn:microsoft.com/office/officeart/2018/5/layout/CenteredIconLabelDescriptionList"/>
    <dgm:cxn modelId="{69EA6721-75BB-46DD-AFB5-B66F4A761598}" type="presParOf" srcId="{79A715FD-34C8-4DB2-AED4-E795B38BA01C}" destId="{CB030882-5807-423C-A3D2-1494FCE59EA2}" srcOrd="1" destOrd="0" presId="urn:microsoft.com/office/officeart/2018/5/layout/CenteredIconLabelDescriptionList"/>
    <dgm:cxn modelId="{B681D84A-E0E5-4D9B-88C3-E049463A9097}" type="presParOf" srcId="{79A715FD-34C8-4DB2-AED4-E795B38BA01C}" destId="{7757F463-20CC-4D8E-80DD-BD8621FBE168}" srcOrd="2" destOrd="0" presId="urn:microsoft.com/office/officeart/2018/5/layout/CenteredIconLabelDescriptionList"/>
    <dgm:cxn modelId="{0B434593-FD8A-434F-BD74-811AB6AE3AE8}" type="presParOf" srcId="{79A715FD-34C8-4DB2-AED4-E795B38BA01C}" destId="{DA0B96F1-CCAB-4C0F-955C-5C3B0CE6E5D8}" srcOrd="3" destOrd="0" presId="urn:microsoft.com/office/officeart/2018/5/layout/CenteredIconLabelDescriptionList"/>
    <dgm:cxn modelId="{9FD1C04D-19AC-4F90-8C2C-3533CB4009FA}" type="presParOf" srcId="{79A715FD-34C8-4DB2-AED4-E795B38BA01C}" destId="{46A87767-A802-466B-8866-35FCFEA20548}" srcOrd="4" destOrd="0" presId="urn:microsoft.com/office/officeart/2018/5/layout/CenteredIconLabelDescriptionList"/>
    <dgm:cxn modelId="{9CD0CE3A-2527-4F83-BFDE-245B4B7A7711}" type="presParOf" srcId="{C9EB86C8-E27F-4B92-9DA5-1BD8BBA9A0D7}" destId="{5752C705-4092-4F45-9E52-0113164A8CEA}" srcOrd="1" destOrd="0" presId="urn:microsoft.com/office/officeart/2018/5/layout/CenteredIconLabelDescriptionList"/>
    <dgm:cxn modelId="{8A25406D-2643-4754-BD8A-CE1929084AED}" type="presParOf" srcId="{C9EB86C8-E27F-4B92-9DA5-1BD8BBA9A0D7}" destId="{0D7F4316-B7C1-4A44-A557-FAE64B5D192E}" srcOrd="2" destOrd="0" presId="urn:microsoft.com/office/officeart/2018/5/layout/CenteredIconLabelDescriptionList"/>
    <dgm:cxn modelId="{946B0244-1801-4483-B7DE-6FA1ADC49E76}" type="presParOf" srcId="{0D7F4316-B7C1-4A44-A557-FAE64B5D192E}" destId="{0AB2D0E5-A95F-4910-90F9-AA44B7564DE1}" srcOrd="0" destOrd="0" presId="urn:microsoft.com/office/officeart/2018/5/layout/CenteredIconLabelDescriptionList"/>
    <dgm:cxn modelId="{F71CFD83-D7F0-4C1E-BA24-725FD7B61A2F}" type="presParOf" srcId="{0D7F4316-B7C1-4A44-A557-FAE64B5D192E}" destId="{644647A5-3048-4D67-BE8F-E78A44B5A4AD}" srcOrd="1" destOrd="0" presId="urn:microsoft.com/office/officeart/2018/5/layout/CenteredIconLabelDescriptionList"/>
    <dgm:cxn modelId="{D01C10DD-E5B3-4956-81B2-9549CAF296FE}" type="presParOf" srcId="{0D7F4316-B7C1-4A44-A557-FAE64B5D192E}" destId="{2C104F1E-61B7-4090-BA2F-D576D87F8C05}" srcOrd="2" destOrd="0" presId="urn:microsoft.com/office/officeart/2018/5/layout/CenteredIconLabelDescriptionList"/>
    <dgm:cxn modelId="{71EF6005-EB9E-4BD0-9483-C228A2A0EE72}" type="presParOf" srcId="{0D7F4316-B7C1-4A44-A557-FAE64B5D192E}" destId="{F104A10D-E4BB-4328-B47E-BCB0C1B18D90}" srcOrd="3" destOrd="0" presId="urn:microsoft.com/office/officeart/2018/5/layout/CenteredIconLabelDescriptionList"/>
    <dgm:cxn modelId="{87A008B6-602C-4D70-A680-B6CF81DFCAC5}" type="presParOf" srcId="{0D7F4316-B7C1-4A44-A557-FAE64B5D192E}" destId="{C18679CC-ADF7-4F21-972B-53D0A8302537}" srcOrd="4" destOrd="0" presId="urn:microsoft.com/office/officeart/2018/5/layout/CenteredIconLabelDescriptionList"/>
    <dgm:cxn modelId="{83201D44-9F35-4A20-A31B-FCC4CE1EF1E1}" type="presParOf" srcId="{C9EB86C8-E27F-4B92-9DA5-1BD8BBA9A0D7}" destId="{00C77C5C-0EA7-4A32-A4C3-688958E75816}" srcOrd="3" destOrd="0" presId="urn:microsoft.com/office/officeart/2018/5/layout/CenteredIconLabelDescriptionList"/>
    <dgm:cxn modelId="{77A0B90E-ABFD-4E13-8E3D-2BE3FB4226E4}" type="presParOf" srcId="{C9EB86C8-E27F-4B92-9DA5-1BD8BBA9A0D7}" destId="{30A4A60F-2AD3-4E22-874C-064F2626B90F}" srcOrd="4" destOrd="0" presId="urn:microsoft.com/office/officeart/2018/5/layout/CenteredIconLabelDescriptionList"/>
    <dgm:cxn modelId="{CAABC5F8-CC45-4799-B2C6-1460063B74EE}" type="presParOf" srcId="{30A4A60F-2AD3-4E22-874C-064F2626B90F}" destId="{2BC21F53-8F64-4E84-8BA8-B312637EEB22}" srcOrd="0" destOrd="0" presId="urn:microsoft.com/office/officeart/2018/5/layout/CenteredIconLabelDescriptionList"/>
    <dgm:cxn modelId="{089B7873-2FF6-47E0-87B5-3BEF475A695D}" type="presParOf" srcId="{30A4A60F-2AD3-4E22-874C-064F2626B90F}" destId="{D527BD70-369E-428D-920F-2523D4E605E1}" srcOrd="1" destOrd="0" presId="urn:microsoft.com/office/officeart/2018/5/layout/CenteredIconLabelDescriptionList"/>
    <dgm:cxn modelId="{4BDC7855-CB0A-4962-BCF8-86DA6F0EF7F2}" type="presParOf" srcId="{30A4A60F-2AD3-4E22-874C-064F2626B90F}" destId="{CDE4107E-F858-49B9-90DC-5687D8972C26}" srcOrd="2" destOrd="0" presId="urn:microsoft.com/office/officeart/2018/5/layout/CenteredIconLabelDescriptionList"/>
    <dgm:cxn modelId="{171F25D9-6F57-455C-B554-83ADDB93E1F9}" type="presParOf" srcId="{30A4A60F-2AD3-4E22-874C-064F2626B90F}" destId="{F6055F92-1074-48C0-9821-0C7120EFA5A6}" srcOrd="3" destOrd="0" presId="urn:microsoft.com/office/officeart/2018/5/layout/CenteredIconLabelDescriptionList"/>
    <dgm:cxn modelId="{445E92D0-1E40-4FE0-B074-73F0D2628939}" type="presParOf" srcId="{30A4A60F-2AD3-4E22-874C-064F2626B90F}" destId="{E3E78672-A834-4AE3-8E51-A9F9F431C14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C4FAC37D-3AC4-441E-89A3-25778AFFEBA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C3E391-E415-40F6-98D0-03A0312A93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combination of</a:t>
          </a:r>
        </a:p>
      </dgm:t>
    </dgm:pt>
    <dgm:pt modelId="{70A5097D-AA74-46B2-BC8A-6CF16F150D9B}" type="parTrans" cxnId="{8B079DDA-6F29-4784-8145-F8E060A5F445}">
      <dgm:prSet/>
      <dgm:spPr/>
      <dgm:t>
        <a:bodyPr/>
        <a:lstStyle/>
        <a:p>
          <a:endParaRPr lang="en-US"/>
        </a:p>
      </dgm:t>
    </dgm:pt>
    <dgm:pt modelId="{15F19F2F-0178-4603-A4B4-44B0DA2BF3FF}" type="sibTrans" cxnId="{8B079DDA-6F29-4784-8145-F8E060A5F445}">
      <dgm:prSet/>
      <dgm:spPr/>
      <dgm:t>
        <a:bodyPr/>
        <a:lstStyle/>
        <a:p>
          <a:endParaRPr lang="en-US"/>
        </a:p>
      </dgm:t>
    </dgm:pt>
    <dgm:pt modelId="{7C304E96-C40C-495E-9F21-2FCFBB9DD9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used to</a:t>
          </a:r>
        </a:p>
      </dgm:t>
    </dgm:pt>
    <dgm:pt modelId="{EF2820C6-AFA0-464C-BD6E-A5EF38F7EA2D}" type="parTrans" cxnId="{7CF13900-533B-4C40-ACAE-F2C9DCB2A032}">
      <dgm:prSet/>
      <dgm:spPr/>
      <dgm:t>
        <a:bodyPr/>
        <a:lstStyle/>
        <a:p>
          <a:endParaRPr lang="en-US"/>
        </a:p>
      </dgm:t>
    </dgm:pt>
    <dgm:pt modelId="{F63E310E-BCB7-4861-9587-9BF52BEBF066}" type="sibTrans" cxnId="{7CF13900-533B-4C40-ACAE-F2C9DCB2A032}">
      <dgm:prSet/>
      <dgm:spPr/>
      <dgm:t>
        <a:bodyPr/>
        <a:lstStyle/>
        <a:p>
          <a:endParaRPr lang="en-US"/>
        </a:p>
      </dgm:t>
    </dgm:pt>
    <dgm:pt modelId="{1EA2ABAD-D852-4C78-9FAF-DC1EC82F02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a public key</a:t>
          </a:r>
        </a:p>
      </dgm:t>
    </dgm:pt>
    <dgm:pt modelId="{80AACF53-26C7-42E7-8BF3-D2874ADADDDA}" type="parTrans" cxnId="{FE03E620-DC71-4C21-B6D4-23FD2C6D1272}">
      <dgm:prSet/>
      <dgm:spPr/>
      <dgm:t>
        <a:bodyPr/>
        <a:lstStyle/>
        <a:p>
          <a:endParaRPr lang="en-US"/>
        </a:p>
      </dgm:t>
    </dgm:pt>
    <dgm:pt modelId="{AD7649B1-7642-4DBD-A15D-8B1889961FA0}" type="sibTrans" cxnId="{FE03E620-DC71-4C21-B6D4-23FD2C6D1272}">
      <dgm:prSet/>
      <dgm:spPr/>
      <dgm:t>
        <a:bodyPr/>
        <a:lstStyle/>
        <a:p>
          <a:endParaRPr lang="en-US"/>
        </a:p>
      </dgm:t>
    </dgm:pt>
    <dgm:pt modelId="{CFFFC53E-2DC9-49D4-941A-95434D3444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Extended Private Key</a:t>
          </a:r>
          <a:endParaRPr lang="en-US"/>
        </a:p>
      </dgm:t>
    </dgm:pt>
    <dgm:pt modelId="{DB595EEC-4765-4F14-B9FE-AC8AA5893605}" type="parTrans" cxnId="{22B3FF01-F07E-4D00-87B9-E78C3FA60500}">
      <dgm:prSet/>
      <dgm:spPr/>
      <dgm:t>
        <a:bodyPr/>
        <a:lstStyle/>
        <a:p>
          <a:endParaRPr lang="tr-TR"/>
        </a:p>
      </dgm:t>
    </dgm:pt>
    <dgm:pt modelId="{4DC0BE34-B9B1-4FC4-835E-8781EA0EFC3C}" type="sibTrans" cxnId="{22B3FF01-F07E-4D00-87B9-E78C3FA60500}">
      <dgm:prSet/>
      <dgm:spPr/>
      <dgm:t>
        <a:bodyPr/>
        <a:lstStyle/>
        <a:p>
          <a:endParaRPr lang="tr-TR"/>
        </a:p>
      </dgm:t>
    </dgm:pt>
    <dgm:pt modelId="{74A7FBF9-6046-4E57-BAA0-DEFE6641B6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Extended Public Key</a:t>
          </a:r>
          <a:endParaRPr lang="en-US"/>
        </a:p>
      </dgm:t>
    </dgm:pt>
    <dgm:pt modelId="{7B7FFD4C-9C69-4B04-BBFD-0B9B6EBDD61E}" type="parTrans" cxnId="{00FD6ADF-86E6-47D3-87AE-22F0E4A5EF3A}">
      <dgm:prSet/>
      <dgm:spPr/>
      <dgm:t>
        <a:bodyPr/>
        <a:lstStyle/>
        <a:p>
          <a:endParaRPr lang="tr-TR"/>
        </a:p>
      </dgm:t>
    </dgm:pt>
    <dgm:pt modelId="{19203223-B789-4FD8-B616-467F070BDE00}" type="sibTrans" cxnId="{00FD6ADF-86E6-47D3-87AE-22F0E4A5EF3A}">
      <dgm:prSet/>
      <dgm:spPr/>
      <dgm:t>
        <a:bodyPr/>
        <a:lstStyle/>
        <a:p>
          <a:endParaRPr lang="tr-TR"/>
        </a:p>
      </dgm:t>
    </dgm:pt>
    <dgm:pt modelId="{16A57167-055F-4457-B0E2-DF07E97EBC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used to</a:t>
          </a:r>
        </a:p>
      </dgm:t>
    </dgm:pt>
    <dgm:pt modelId="{132315B2-57AD-49FD-869B-84AAC6BF9A9C}" type="parTrans" cxnId="{DC501416-4F55-4A94-82BD-AC13B555F7FC}">
      <dgm:prSet/>
      <dgm:spPr/>
      <dgm:t>
        <a:bodyPr/>
        <a:lstStyle/>
        <a:p>
          <a:endParaRPr lang="tr-TR"/>
        </a:p>
      </dgm:t>
    </dgm:pt>
    <dgm:pt modelId="{E37C330E-C37D-499E-9FD7-6850767AADD9}" type="sibTrans" cxnId="{DC501416-4F55-4A94-82BD-AC13B555F7FC}">
      <dgm:prSet/>
      <dgm:spPr/>
      <dgm:t>
        <a:bodyPr/>
        <a:lstStyle/>
        <a:p>
          <a:endParaRPr lang="tr-TR"/>
        </a:p>
      </dgm:t>
    </dgm:pt>
    <dgm:pt modelId="{33236C77-156A-4B16-A5E2-C8103929E0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private key</a:t>
          </a:r>
        </a:p>
      </dgm:t>
    </dgm:pt>
    <dgm:pt modelId="{7A2A488F-E82E-4E7A-9BB3-BFE368EB72C0}" type="parTrans" cxnId="{CEB00DD2-6EE5-4BC5-80FD-90B7E8442337}">
      <dgm:prSet/>
      <dgm:spPr/>
      <dgm:t>
        <a:bodyPr/>
        <a:lstStyle/>
        <a:p>
          <a:endParaRPr lang="tr-TR"/>
        </a:p>
      </dgm:t>
    </dgm:pt>
    <dgm:pt modelId="{29A9ABB8-BA02-4DAD-868C-AE34B1DFEA6A}" type="sibTrans" cxnId="{CEB00DD2-6EE5-4BC5-80FD-90B7E8442337}">
      <dgm:prSet/>
      <dgm:spPr/>
      <dgm:t>
        <a:bodyPr/>
        <a:lstStyle/>
        <a:p>
          <a:endParaRPr lang="tr-TR"/>
        </a:p>
      </dgm:t>
    </dgm:pt>
    <dgm:pt modelId="{C4AD7BA5-544E-42E7-A332-AF911B1F0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chain code </a:t>
          </a:r>
        </a:p>
      </dgm:t>
    </dgm:pt>
    <dgm:pt modelId="{B628C62F-DD46-4713-B582-4FC50DFF7BBB}" type="parTrans" cxnId="{8E24C0F9-AB91-4B74-8DD6-D42EA1A2E071}">
      <dgm:prSet/>
      <dgm:spPr/>
      <dgm:t>
        <a:bodyPr/>
        <a:lstStyle/>
        <a:p>
          <a:endParaRPr lang="tr-TR"/>
        </a:p>
      </dgm:t>
    </dgm:pt>
    <dgm:pt modelId="{11B7F929-AE35-4F14-8255-E93090483133}" type="sibTrans" cxnId="{8E24C0F9-AB91-4B74-8DD6-D42EA1A2E071}">
      <dgm:prSet/>
      <dgm:spPr/>
      <dgm:t>
        <a:bodyPr/>
        <a:lstStyle/>
        <a:p>
          <a:endParaRPr lang="tr-TR"/>
        </a:p>
      </dgm:t>
    </dgm:pt>
    <dgm:pt modelId="{967A2E60-82B5-4FCA-8820-C074EB9A14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derive child private keys</a:t>
          </a:r>
        </a:p>
      </dgm:t>
    </dgm:pt>
    <dgm:pt modelId="{54BB893F-A61F-4285-8D13-1CEABCC01212}" type="parTrans" cxnId="{54DDADA5-3CE9-4CFA-B26D-CFF9F0CBA327}">
      <dgm:prSet/>
      <dgm:spPr/>
      <dgm:t>
        <a:bodyPr/>
        <a:lstStyle/>
        <a:p>
          <a:endParaRPr lang="tr-TR"/>
        </a:p>
      </dgm:t>
    </dgm:pt>
    <dgm:pt modelId="{2612FC5E-6C50-411D-BCE5-8B62B3F06659}" type="sibTrans" cxnId="{54DDADA5-3CE9-4CFA-B26D-CFF9F0CBA327}">
      <dgm:prSet/>
      <dgm:spPr/>
      <dgm:t>
        <a:bodyPr/>
        <a:lstStyle/>
        <a:p>
          <a:endParaRPr lang="tr-TR"/>
        </a:p>
      </dgm:t>
    </dgm:pt>
    <dgm:pt modelId="{B8274979-6563-4DB8-A2E4-94E21237E4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chain code</a:t>
          </a:r>
        </a:p>
      </dgm:t>
    </dgm:pt>
    <dgm:pt modelId="{E719550C-52AF-4E67-A67B-62B45F94BB65}" type="parTrans" cxnId="{D36C0EAB-DDF0-4895-8FCF-5348AC27B896}">
      <dgm:prSet/>
      <dgm:spPr/>
      <dgm:t>
        <a:bodyPr/>
        <a:lstStyle/>
        <a:p>
          <a:endParaRPr lang="tr-TR"/>
        </a:p>
      </dgm:t>
    </dgm:pt>
    <dgm:pt modelId="{E62A3746-7461-4599-9BF7-411A467EDDB0}" type="sibTrans" cxnId="{D36C0EAB-DDF0-4895-8FCF-5348AC27B896}">
      <dgm:prSet/>
      <dgm:spPr/>
      <dgm:t>
        <a:bodyPr/>
        <a:lstStyle/>
        <a:p>
          <a:endParaRPr lang="tr-TR"/>
        </a:p>
      </dgm:t>
    </dgm:pt>
    <dgm:pt modelId="{0B3CF505-B1CF-451C-BEE0-0A1B9162A0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child public</a:t>
          </a:r>
          <a:r>
            <a:rPr lang="tr-TR"/>
            <a:t> keys</a:t>
          </a:r>
          <a:endParaRPr lang="en-US"/>
        </a:p>
      </dgm:t>
    </dgm:pt>
    <dgm:pt modelId="{349EF089-E9DF-40C3-A310-F68EC41868AC}" type="parTrans" cxnId="{60E81267-6646-4D7A-84BA-422A7CD5B1E4}">
      <dgm:prSet/>
      <dgm:spPr/>
      <dgm:t>
        <a:bodyPr/>
        <a:lstStyle/>
        <a:p>
          <a:endParaRPr lang="tr-TR"/>
        </a:p>
      </dgm:t>
    </dgm:pt>
    <dgm:pt modelId="{3488E8F9-13A9-48F8-8F0D-F0A8A2CC7565}" type="sibTrans" cxnId="{60E81267-6646-4D7A-84BA-422A7CD5B1E4}">
      <dgm:prSet/>
      <dgm:spPr/>
      <dgm:t>
        <a:bodyPr/>
        <a:lstStyle/>
        <a:p>
          <a:endParaRPr lang="tr-TR"/>
        </a:p>
      </dgm:t>
    </dgm:pt>
    <dgm:pt modelId="{53493642-2B9F-4556-A16E-1304AB53D709}" type="pres">
      <dgm:prSet presAssocID="{C4FAC37D-3AC4-441E-89A3-25778AFFEBA4}" presName="root" presStyleCnt="0">
        <dgm:presLayoutVars>
          <dgm:dir/>
          <dgm:resizeHandles val="exact"/>
        </dgm:presLayoutVars>
      </dgm:prSet>
      <dgm:spPr/>
    </dgm:pt>
    <dgm:pt modelId="{160C1B16-AB79-4998-BDA8-9627658D1859}" type="pres">
      <dgm:prSet presAssocID="{CFFFC53E-2DC9-49D4-941A-95434D344498}" presName="compNode" presStyleCnt="0"/>
      <dgm:spPr/>
    </dgm:pt>
    <dgm:pt modelId="{6BEA51D2-53CF-47EB-91DE-3AB98F8D24C1}" type="pres">
      <dgm:prSet presAssocID="{CFFFC53E-2DC9-49D4-941A-95434D3444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E1E908F-33E4-49B1-AF8E-DFB5F51C5697}" type="pres">
      <dgm:prSet presAssocID="{CFFFC53E-2DC9-49D4-941A-95434D344498}" presName="iconSpace" presStyleCnt="0"/>
      <dgm:spPr/>
    </dgm:pt>
    <dgm:pt modelId="{20ACC1D6-EC1D-48A0-8F86-D365CB1B222D}" type="pres">
      <dgm:prSet presAssocID="{CFFFC53E-2DC9-49D4-941A-95434D344498}" presName="parTx" presStyleLbl="revTx" presStyleIdx="0" presStyleCnt="8">
        <dgm:presLayoutVars>
          <dgm:chMax val="0"/>
          <dgm:chPref val="0"/>
        </dgm:presLayoutVars>
      </dgm:prSet>
      <dgm:spPr/>
    </dgm:pt>
    <dgm:pt modelId="{1423F470-2BF0-4AF0-8BF8-EA9DE6075631}" type="pres">
      <dgm:prSet presAssocID="{CFFFC53E-2DC9-49D4-941A-95434D344498}" presName="txSpace" presStyleCnt="0"/>
      <dgm:spPr/>
    </dgm:pt>
    <dgm:pt modelId="{E73FAE33-CA47-4E38-AA41-980BD0A2B253}" type="pres">
      <dgm:prSet presAssocID="{CFFFC53E-2DC9-49D4-941A-95434D344498}" presName="desTx" presStyleLbl="revTx" presStyleIdx="1" presStyleCnt="8">
        <dgm:presLayoutVars/>
      </dgm:prSet>
      <dgm:spPr/>
    </dgm:pt>
    <dgm:pt modelId="{CEC319E4-E57F-420D-9431-FF8073BD8628}" type="pres">
      <dgm:prSet presAssocID="{4DC0BE34-B9B1-4FC4-835E-8781EA0EFC3C}" presName="sibTrans" presStyleCnt="0"/>
      <dgm:spPr/>
    </dgm:pt>
    <dgm:pt modelId="{6623E82F-C9D4-4976-A015-2EB862B0D11D}" type="pres">
      <dgm:prSet presAssocID="{7C304E96-C40C-495E-9F21-2FCFBB9DD98E}" presName="compNode" presStyleCnt="0"/>
      <dgm:spPr/>
    </dgm:pt>
    <dgm:pt modelId="{4F1AFEC1-9B23-410C-AA57-F98F497D1163}" type="pres">
      <dgm:prSet presAssocID="{7C304E96-C40C-495E-9F21-2FCFBB9DD9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3819D60-94ED-4733-AEA0-BB1E3969F959}" type="pres">
      <dgm:prSet presAssocID="{7C304E96-C40C-495E-9F21-2FCFBB9DD98E}" presName="iconSpace" presStyleCnt="0"/>
      <dgm:spPr/>
    </dgm:pt>
    <dgm:pt modelId="{048B6DCB-C92E-41CD-8977-C4098EAC148F}" type="pres">
      <dgm:prSet presAssocID="{7C304E96-C40C-495E-9F21-2FCFBB9DD98E}" presName="parTx" presStyleLbl="revTx" presStyleIdx="2" presStyleCnt="8">
        <dgm:presLayoutVars>
          <dgm:chMax val="0"/>
          <dgm:chPref val="0"/>
        </dgm:presLayoutVars>
      </dgm:prSet>
      <dgm:spPr/>
    </dgm:pt>
    <dgm:pt modelId="{F4BEDF1F-431D-4227-9A73-0C24EA3F44D3}" type="pres">
      <dgm:prSet presAssocID="{7C304E96-C40C-495E-9F21-2FCFBB9DD98E}" presName="txSpace" presStyleCnt="0"/>
      <dgm:spPr/>
    </dgm:pt>
    <dgm:pt modelId="{50A805F1-5F18-43A9-8C31-80C2B91B5E24}" type="pres">
      <dgm:prSet presAssocID="{7C304E96-C40C-495E-9F21-2FCFBB9DD98E}" presName="desTx" presStyleLbl="revTx" presStyleIdx="3" presStyleCnt="8">
        <dgm:presLayoutVars/>
      </dgm:prSet>
      <dgm:spPr/>
    </dgm:pt>
    <dgm:pt modelId="{84B3719A-33D4-41FB-B45B-3063BB4EBCAF}" type="pres">
      <dgm:prSet presAssocID="{F63E310E-BCB7-4861-9587-9BF52BEBF066}" presName="sibTrans" presStyleCnt="0"/>
      <dgm:spPr/>
    </dgm:pt>
    <dgm:pt modelId="{59BDF59F-CD10-4703-851D-034CC857A008}" type="pres">
      <dgm:prSet presAssocID="{74A7FBF9-6046-4E57-BAA0-DEFE6641B630}" presName="compNode" presStyleCnt="0"/>
      <dgm:spPr/>
    </dgm:pt>
    <dgm:pt modelId="{87EA0BA4-EAAC-442E-B20F-AF3157C0BB38}" type="pres">
      <dgm:prSet presAssocID="{74A7FBF9-6046-4E57-BAA0-DEFE6641B6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320A81DD-A821-4707-BF3F-013C4B8858E3}" type="pres">
      <dgm:prSet presAssocID="{74A7FBF9-6046-4E57-BAA0-DEFE6641B630}" presName="iconSpace" presStyleCnt="0"/>
      <dgm:spPr/>
    </dgm:pt>
    <dgm:pt modelId="{9ECCF7FF-6D30-4066-993E-9C6903E3F64C}" type="pres">
      <dgm:prSet presAssocID="{74A7FBF9-6046-4E57-BAA0-DEFE6641B630}" presName="parTx" presStyleLbl="revTx" presStyleIdx="4" presStyleCnt="8">
        <dgm:presLayoutVars>
          <dgm:chMax val="0"/>
          <dgm:chPref val="0"/>
        </dgm:presLayoutVars>
      </dgm:prSet>
      <dgm:spPr/>
    </dgm:pt>
    <dgm:pt modelId="{B4F2D9D5-43CD-4370-8B35-1F82A094B651}" type="pres">
      <dgm:prSet presAssocID="{74A7FBF9-6046-4E57-BAA0-DEFE6641B630}" presName="txSpace" presStyleCnt="0"/>
      <dgm:spPr/>
    </dgm:pt>
    <dgm:pt modelId="{F66AEB26-869F-4766-8866-1659BBF5E717}" type="pres">
      <dgm:prSet presAssocID="{74A7FBF9-6046-4E57-BAA0-DEFE6641B630}" presName="desTx" presStyleLbl="revTx" presStyleIdx="5" presStyleCnt="8">
        <dgm:presLayoutVars/>
      </dgm:prSet>
      <dgm:spPr/>
    </dgm:pt>
    <dgm:pt modelId="{53FEE315-47C4-4329-AB71-4136851A679E}" type="pres">
      <dgm:prSet presAssocID="{19203223-B789-4FD8-B616-467F070BDE00}" presName="sibTrans" presStyleCnt="0"/>
      <dgm:spPr/>
    </dgm:pt>
    <dgm:pt modelId="{60BDBDBC-745F-4C6F-B89F-68922A81C052}" type="pres">
      <dgm:prSet presAssocID="{16A57167-055F-4457-B0E2-DF07E97EBC6A}" presName="compNode" presStyleCnt="0"/>
      <dgm:spPr/>
    </dgm:pt>
    <dgm:pt modelId="{827EED93-600D-486E-AB34-25379AD22D3D}" type="pres">
      <dgm:prSet presAssocID="{16A57167-055F-4457-B0E2-DF07E97EBC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2127F4C-8C65-4CCE-9378-C76E2254D5E0}" type="pres">
      <dgm:prSet presAssocID="{16A57167-055F-4457-B0E2-DF07E97EBC6A}" presName="iconSpace" presStyleCnt="0"/>
      <dgm:spPr/>
    </dgm:pt>
    <dgm:pt modelId="{E15B38FD-9B3B-4811-AF9D-854C7F95F5B0}" type="pres">
      <dgm:prSet presAssocID="{16A57167-055F-4457-B0E2-DF07E97EBC6A}" presName="parTx" presStyleLbl="revTx" presStyleIdx="6" presStyleCnt="8">
        <dgm:presLayoutVars>
          <dgm:chMax val="0"/>
          <dgm:chPref val="0"/>
        </dgm:presLayoutVars>
      </dgm:prSet>
      <dgm:spPr/>
    </dgm:pt>
    <dgm:pt modelId="{1EE95B80-238A-42DE-B48A-AA9A9484D002}" type="pres">
      <dgm:prSet presAssocID="{16A57167-055F-4457-B0E2-DF07E97EBC6A}" presName="txSpace" presStyleCnt="0"/>
      <dgm:spPr/>
    </dgm:pt>
    <dgm:pt modelId="{50532EFE-8BDC-403F-A7E0-C97DD204A45E}" type="pres">
      <dgm:prSet presAssocID="{16A57167-055F-4457-B0E2-DF07E97EBC6A}" presName="desTx" presStyleLbl="revTx" presStyleIdx="7" presStyleCnt="8">
        <dgm:presLayoutVars/>
      </dgm:prSet>
      <dgm:spPr/>
    </dgm:pt>
  </dgm:ptLst>
  <dgm:cxnLst>
    <dgm:cxn modelId="{7CF13900-533B-4C40-ACAE-F2C9DCB2A032}" srcId="{C4FAC37D-3AC4-441E-89A3-25778AFFEBA4}" destId="{7C304E96-C40C-495E-9F21-2FCFBB9DD98E}" srcOrd="1" destOrd="0" parTransId="{EF2820C6-AFA0-464C-BD6E-A5EF38F7EA2D}" sibTransId="{F63E310E-BCB7-4861-9587-9BF52BEBF066}"/>
    <dgm:cxn modelId="{22B3FF01-F07E-4D00-87B9-E78C3FA60500}" srcId="{C4FAC37D-3AC4-441E-89A3-25778AFFEBA4}" destId="{CFFFC53E-2DC9-49D4-941A-95434D344498}" srcOrd="0" destOrd="0" parTransId="{DB595EEC-4765-4F14-B9FE-AC8AA5893605}" sibTransId="{4DC0BE34-B9B1-4FC4-835E-8781EA0EFC3C}"/>
    <dgm:cxn modelId="{DC501416-4F55-4A94-82BD-AC13B555F7FC}" srcId="{C4FAC37D-3AC4-441E-89A3-25778AFFEBA4}" destId="{16A57167-055F-4457-B0E2-DF07E97EBC6A}" srcOrd="3" destOrd="0" parTransId="{132315B2-57AD-49FD-869B-84AAC6BF9A9C}" sibTransId="{E37C330E-C37D-499E-9FD7-6850767AADD9}"/>
    <dgm:cxn modelId="{B4B2571B-EF1F-47F2-B347-71E804D0DB17}" type="presOf" srcId="{CFFFC53E-2DC9-49D4-941A-95434D344498}" destId="{20ACC1D6-EC1D-48A0-8F86-D365CB1B222D}" srcOrd="0" destOrd="0" presId="urn:microsoft.com/office/officeart/2018/5/layout/CenteredIconLabelDescriptionList"/>
    <dgm:cxn modelId="{FE03E620-DC71-4C21-B6D4-23FD2C6D1272}" srcId="{74A7FBF9-6046-4E57-BAA0-DEFE6641B630}" destId="{1EA2ABAD-D852-4C78-9FAF-DC1EC82F024D}" srcOrd="0" destOrd="0" parTransId="{80AACF53-26C7-42E7-8BF3-D2874ADADDDA}" sibTransId="{AD7649B1-7642-4DBD-A15D-8B1889961FA0}"/>
    <dgm:cxn modelId="{121DB025-4571-491D-8F14-CAEFC969A61A}" type="presOf" srcId="{C4FAC37D-3AC4-441E-89A3-25778AFFEBA4}" destId="{53493642-2B9F-4556-A16E-1304AB53D709}" srcOrd="0" destOrd="0" presId="urn:microsoft.com/office/officeart/2018/5/layout/CenteredIconLabelDescriptionList"/>
    <dgm:cxn modelId="{305F2B26-F583-4588-91AE-2C785DD2C769}" type="presOf" srcId="{B8274979-6563-4DB8-A2E4-94E21237E431}" destId="{F66AEB26-869F-4766-8866-1659BBF5E717}" srcOrd="0" destOrd="1" presId="urn:microsoft.com/office/officeart/2018/5/layout/CenteredIconLabelDescriptionList"/>
    <dgm:cxn modelId="{E532A03D-AA2E-411E-98DB-48FD7D4C577E}" type="presOf" srcId="{74A7FBF9-6046-4E57-BAA0-DEFE6641B630}" destId="{9ECCF7FF-6D30-4066-993E-9C6903E3F64C}" srcOrd="0" destOrd="0" presId="urn:microsoft.com/office/officeart/2018/5/layout/CenteredIconLabelDescriptionList"/>
    <dgm:cxn modelId="{60E81267-6646-4D7A-84BA-422A7CD5B1E4}" srcId="{16A57167-055F-4457-B0E2-DF07E97EBC6A}" destId="{0B3CF505-B1CF-451C-BEE0-0A1B9162A01C}" srcOrd="0" destOrd="0" parTransId="{349EF089-E9DF-40C3-A310-F68EC41868AC}" sibTransId="{3488E8F9-13A9-48F8-8F0D-F0A8A2CC7565}"/>
    <dgm:cxn modelId="{6FEE1651-215B-493F-9F3B-9E2DA7297B23}" type="presOf" srcId="{C4AD7BA5-544E-42E7-A332-AF911B1F098C}" destId="{E73FAE33-CA47-4E38-AA41-980BD0A2B253}" srcOrd="0" destOrd="2" presId="urn:microsoft.com/office/officeart/2018/5/layout/CenteredIconLabelDescriptionList"/>
    <dgm:cxn modelId="{E6434875-ADC7-4671-AC18-7EDBD4AB8100}" type="presOf" srcId="{7C304E96-C40C-495E-9F21-2FCFBB9DD98E}" destId="{048B6DCB-C92E-41CD-8977-C4098EAC148F}" srcOrd="0" destOrd="0" presId="urn:microsoft.com/office/officeart/2018/5/layout/CenteredIconLabelDescriptionList"/>
    <dgm:cxn modelId="{CB8F458B-FB9F-4AD5-9D01-C3B3E7AFD9FC}" type="presOf" srcId="{16A57167-055F-4457-B0E2-DF07E97EBC6A}" destId="{E15B38FD-9B3B-4811-AF9D-854C7F95F5B0}" srcOrd="0" destOrd="0" presId="urn:microsoft.com/office/officeart/2018/5/layout/CenteredIconLabelDescriptionList"/>
    <dgm:cxn modelId="{1D586F94-A865-436E-8EB5-FF4F72993DEA}" type="presOf" srcId="{0B3CF505-B1CF-451C-BEE0-0A1B9162A01C}" destId="{50532EFE-8BDC-403F-A7E0-C97DD204A45E}" srcOrd="0" destOrd="0" presId="urn:microsoft.com/office/officeart/2018/5/layout/CenteredIconLabelDescriptionList"/>
    <dgm:cxn modelId="{E130C89D-F929-4353-A4E1-A27C19D4285D}" type="presOf" srcId="{967A2E60-82B5-4FCA-8820-C074EB9A146E}" destId="{50A805F1-5F18-43A9-8C31-80C2B91B5E24}" srcOrd="0" destOrd="0" presId="urn:microsoft.com/office/officeart/2018/5/layout/CenteredIconLabelDescriptionList"/>
    <dgm:cxn modelId="{5ED6F59F-44C2-45B6-92ED-EDD3AB063E6B}" type="presOf" srcId="{33236C77-156A-4B16-A5E2-C8103929E0BC}" destId="{E73FAE33-CA47-4E38-AA41-980BD0A2B253}" srcOrd="0" destOrd="1" presId="urn:microsoft.com/office/officeart/2018/5/layout/CenteredIconLabelDescriptionList"/>
    <dgm:cxn modelId="{52F1E0A4-A07B-402A-BA1A-C73D8DFEA522}" type="presOf" srcId="{89C3E391-E415-40F6-98D0-03A0312A9343}" destId="{E73FAE33-CA47-4E38-AA41-980BD0A2B253}" srcOrd="0" destOrd="0" presId="urn:microsoft.com/office/officeart/2018/5/layout/CenteredIconLabelDescriptionList"/>
    <dgm:cxn modelId="{54DDADA5-3CE9-4CFA-B26D-CFF9F0CBA327}" srcId="{7C304E96-C40C-495E-9F21-2FCFBB9DD98E}" destId="{967A2E60-82B5-4FCA-8820-C074EB9A146E}" srcOrd="0" destOrd="0" parTransId="{54BB893F-A61F-4285-8D13-1CEABCC01212}" sibTransId="{2612FC5E-6C50-411D-BCE5-8B62B3F06659}"/>
    <dgm:cxn modelId="{D36C0EAB-DDF0-4895-8FCF-5348AC27B896}" srcId="{74A7FBF9-6046-4E57-BAA0-DEFE6641B630}" destId="{B8274979-6563-4DB8-A2E4-94E21237E431}" srcOrd="1" destOrd="0" parTransId="{E719550C-52AF-4E67-A67B-62B45F94BB65}" sibTransId="{E62A3746-7461-4599-9BF7-411A467EDDB0}"/>
    <dgm:cxn modelId="{C06BBDCF-77C1-4BA0-B4C2-B1B254268D5C}" type="presOf" srcId="{1EA2ABAD-D852-4C78-9FAF-DC1EC82F024D}" destId="{F66AEB26-869F-4766-8866-1659BBF5E717}" srcOrd="0" destOrd="0" presId="urn:microsoft.com/office/officeart/2018/5/layout/CenteredIconLabelDescriptionList"/>
    <dgm:cxn modelId="{CEB00DD2-6EE5-4BC5-80FD-90B7E8442337}" srcId="{CFFFC53E-2DC9-49D4-941A-95434D344498}" destId="{33236C77-156A-4B16-A5E2-C8103929E0BC}" srcOrd="1" destOrd="0" parTransId="{7A2A488F-E82E-4E7A-9BB3-BFE368EB72C0}" sibTransId="{29A9ABB8-BA02-4DAD-868C-AE34B1DFEA6A}"/>
    <dgm:cxn modelId="{8B079DDA-6F29-4784-8145-F8E060A5F445}" srcId="{CFFFC53E-2DC9-49D4-941A-95434D344498}" destId="{89C3E391-E415-40F6-98D0-03A0312A9343}" srcOrd="0" destOrd="0" parTransId="{70A5097D-AA74-46B2-BC8A-6CF16F150D9B}" sibTransId="{15F19F2F-0178-4603-A4B4-44B0DA2BF3FF}"/>
    <dgm:cxn modelId="{00FD6ADF-86E6-47D3-87AE-22F0E4A5EF3A}" srcId="{C4FAC37D-3AC4-441E-89A3-25778AFFEBA4}" destId="{74A7FBF9-6046-4E57-BAA0-DEFE6641B630}" srcOrd="2" destOrd="0" parTransId="{7B7FFD4C-9C69-4B04-BBFD-0B9B6EBDD61E}" sibTransId="{19203223-B789-4FD8-B616-467F070BDE00}"/>
    <dgm:cxn modelId="{8E24C0F9-AB91-4B74-8DD6-D42EA1A2E071}" srcId="{CFFFC53E-2DC9-49D4-941A-95434D344498}" destId="{C4AD7BA5-544E-42E7-A332-AF911B1F098C}" srcOrd="2" destOrd="0" parTransId="{B628C62F-DD46-4713-B582-4FC50DFF7BBB}" sibTransId="{11B7F929-AE35-4F14-8255-E93090483133}"/>
    <dgm:cxn modelId="{2274D1E9-F62B-4831-BA10-7F3610AFFDA1}" type="presParOf" srcId="{53493642-2B9F-4556-A16E-1304AB53D709}" destId="{160C1B16-AB79-4998-BDA8-9627658D1859}" srcOrd="0" destOrd="0" presId="urn:microsoft.com/office/officeart/2018/5/layout/CenteredIconLabelDescriptionList"/>
    <dgm:cxn modelId="{1CDA402F-8294-4F23-AC24-81A50CEDB8D2}" type="presParOf" srcId="{160C1B16-AB79-4998-BDA8-9627658D1859}" destId="{6BEA51D2-53CF-47EB-91DE-3AB98F8D24C1}" srcOrd="0" destOrd="0" presId="urn:microsoft.com/office/officeart/2018/5/layout/CenteredIconLabelDescriptionList"/>
    <dgm:cxn modelId="{03962EF1-A49C-49DC-B9BD-655C66CBA6C2}" type="presParOf" srcId="{160C1B16-AB79-4998-BDA8-9627658D1859}" destId="{1E1E908F-33E4-49B1-AF8E-DFB5F51C5697}" srcOrd="1" destOrd="0" presId="urn:microsoft.com/office/officeart/2018/5/layout/CenteredIconLabelDescriptionList"/>
    <dgm:cxn modelId="{A0DA1924-D35D-4A2C-894C-E206E1132EDE}" type="presParOf" srcId="{160C1B16-AB79-4998-BDA8-9627658D1859}" destId="{20ACC1D6-EC1D-48A0-8F86-D365CB1B222D}" srcOrd="2" destOrd="0" presId="urn:microsoft.com/office/officeart/2018/5/layout/CenteredIconLabelDescriptionList"/>
    <dgm:cxn modelId="{DF178362-08BC-47C3-97AA-7F3525E42039}" type="presParOf" srcId="{160C1B16-AB79-4998-BDA8-9627658D1859}" destId="{1423F470-2BF0-4AF0-8BF8-EA9DE6075631}" srcOrd="3" destOrd="0" presId="urn:microsoft.com/office/officeart/2018/5/layout/CenteredIconLabelDescriptionList"/>
    <dgm:cxn modelId="{B39D8E10-058B-47EF-8DAE-367E8ADC5BF4}" type="presParOf" srcId="{160C1B16-AB79-4998-BDA8-9627658D1859}" destId="{E73FAE33-CA47-4E38-AA41-980BD0A2B253}" srcOrd="4" destOrd="0" presId="urn:microsoft.com/office/officeart/2018/5/layout/CenteredIconLabelDescriptionList"/>
    <dgm:cxn modelId="{E084123F-5E09-4704-B29B-D6EC917614D5}" type="presParOf" srcId="{53493642-2B9F-4556-A16E-1304AB53D709}" destId="{CEC319E4-E57F-420D-9431-FF8073BD8628}" srcOrd="1" destOrd="0" presId="urn:microsoft.com/office/officeart/2018/5/layout/CenteredIconLabelDescriptionList"/>
    <dgm:cxn modelId="{7E8E4DFE-5988-4365-80E1-C71708BBB58E}" type="presParOf" srcId="{53493642-2B9F-4556-A16E-1304AB53D709}" destId="{6623E82F-C9D4-4976-A015-2EB862B0D11D}" srcOrd="2" destOrd="0" presId="urn:microsoft.com/office/officeart/2018/5/layout/CenteredIconLabelDescriptionList"/>
    <dgm:cxn modelId="{F97B6AFE-0B17-4C9B-B99F-8BAFD6D428C8}" type="presParOf" srcId="{6623E82F-C9D4-4976-A015-2EB862B0D11D}" destId="{4F1AFEC1-9B23-410C-AA57-F98F497D1163}" srcOrd="0" destOrd="0" presId="urn:microsoft.com/office/officeart/2018/5/layout/CenteredIconLabelDescriptionList"/>
    <dgm:cxn modelId="{7DB8196F-27C9-4C9D-9640-D25675142796}" type="presParOf" srcId="{6623E82F-C9D4-4976-A015-2EB862B0D11D}" destId="{A3819D60-94ED-4733-AEA0-BB1E3969F959}" srcOrd="1" destOrd="0" presId="urn:microsoft.com/office/officeart/2018/5/layout/CenteredIconLabelDescriptionList"/>
    <dgm:cxn modelId="{B52D9004-FDDE-4496-9A73-13F634CC8141}" type="presParOf" srcId="{6623E82F-C9D4-4976-A015-2EB862B0D11D}" destId="{048B6DCB-C92E-41CD-8977-C4098EAC148F}" srcOrd="2" destOrd="0" presId="urn:microsoft.com/office/officeart/2018/5/layout/CenteredIconLabelDescriptionList"/>
    <dgm:cxn modelId="{931EC99C-08FF-4AC9-840B-B29C216A1D77}" type="presParOf" srcId="{6623E82F-C9D4-4976-A015-2EB862B0D11D}" destId="{F4BEDF1F-431D-4227-9A73-0C24EA3F44D3}" srcOrd="3" destOrd="0" presId="urn:microsoft.com/office/officeart/2018/5/layout/CenteredIconLabelDescriptionList"/>
    <dgm:cxn modelId="{46EA4BDB-22EB-4C1A-A28C-EC80458B2623}" type="presParOf" srcId="{6623E82F-C9D4-4976-A015-2EB862B0D11D}" destId="{50A805F1-5F18-43A9-8C31-80C2B91B5E24}" srcOrd="4" destOrd="0" presId="urn:microsoft.com/office/officeart/2018/5/layout/CenteredIconLabelDescriptionList"/>
    <dgm:cxn modelId="{A9501A7E-742B-460F-9546-80E5032E8E32}" type="presParOf" srcId="{53493642-2B9F-4556-A16E-1304AB53D709}" destId="{84B3719A-33D4-41FB-B45B-3063BB4EBCAF}" srcOrd="3" destOrd="0" presId="urn:microsoft.com/office/officeart/2018/5/layout/CenteredIconLabelDescriptionList"/>
    <dgm:cxn modelId="{74E28C6E-2127-4EF9-B1FB-B2CDC20B73B3}" type="presParOf" srcId="{53493642-2B9F-4556-A16E-1304AB53D709}" destId="{59BDF59F-CD10-4703-851D-034CC857A008}" srcOrd="4" destOrd="0" presId="urn:microsoft.com/office/officeart/2018/5/layout/CenteredIconLabelDescriptionList"/>
    <dgm:cxn modelId="{F4694CA3-9C97-444B-858D-953B81F2B203}" type="presParOf" srcId="{59BDF59F-CD10-4703-851D-034CC857A008}" destId="{87EA0BA4-EAAC-442E-B20F-AF3157C0BB38}" srcOrd="0" destOrd="0" presId="urn:microsoft.com/office/officeart/2018/5/layout/CenteredIconLabelDescriptionList"/>
    <dgm:cxn modelId="{25E123E9-AA86-48BB-9636-7A360E9CC3AF}" type="presParOf" srcId="{59BDF59F-CD10-4703-851D-034CC857A008}" destId="{320A81DD-A821-4707-BF3F-013C4B8858E3}" srcOrd="1" destOrd="0" presId="urn:microsoft.com/office/officeart/2018/5/layout/CenteredIconLabelDescriptionList"/>
    <dgm:cxn modelId="{C2702690-9FCC-448A-98FC-D192B40B7419}" type="presParOf" srcId="{59BDF59F-CD10-4703-851D-034CC857A008}" destId="{9ECCF7FF-6D30-4066-993E-9C6903E3F64C}" srcOrd="2" destOrd="0" presId="urn:microsoft.com/office/officeart/2018/5/layout/CenteredIconLabelDescriptionList"/>
    <dgm:cxn modelId="{73D1FAB6-F865-4000-9A1B-8BABB9F9CE54}" type="presParOf" srcId="{59BDF59F-CD10-4703-851D-034CC857A008}" destId="{B4F2D9D5-43CD-4370-8B35-1F82A094B651}" srcOrd="3" destOrd="0" presId="urn:microsoft.com/office/officeart/2018/5/layout/CenteredIconLabelDescriptionList"/>
    <dgm:cxn modelId="{E4E9C7C1-EDA8-4C5B-9A89-5295F79D32F8}" type="presParOf" srcId="{59BDF59F-CD10-4703-851D-034CC857A008}" destId="{F66AEB26-869F-4766-8866-1659BBF5E717}" srcOrd="4" destOrd="0" presId="urn:microsoft.com/office/officeart/2018/5/layout/CenteredIconLabelDescriptionList"/>
    <dgm:cxn modelId="{310CBB37-528E-41E3-98D4-6253CF723A17}" type="presParOf" srcId="{53493642-2B9F-4556-A16E-1304AB53D709}" destId="{53FEE315-47C4-4329-AB71-4136851A679E}" srcOrd="5" destOrd="0" presId="urn:microsoft.com/office/officeart/2018/5/layout/CenteredIconLabelDescriptionList"/>
    <dgm:cxn modelId="{B919C75B-10F9-430D-801F-8EEDDC0055F3}" type="presParOf" srcId="{53493642-2B9F-4556-A16E-1304AB53D709}" destId="{60BDBDBC-745F-4C6F-B89F-68922A81C052}" srcOrd="6" destOrd="0" presId="urn:microsoft.com/office/officeart/2018/5/layout/CenteredIconLabelDescriptionList"/>
    <dgm:cxn modelId="{8E7C21A4-4FCE-4809-AFD2-00400110E634}" type="presParOf" srcId="{60BDBDBC-745F-4C6F-B89F-68922A81C052}" destId="{827EED93-600D-486E-AB34-25379AD22D3D}" srcOrd="0" destOrd="0" presId="urn:microsoft.com/office/officeart/2018/5/layout/CenteredIconLabelDescriptionList"/>
    <dgm:cxn modelId="{FD2E25FE-B5BB-4121-9FBF-0FB1C75FD7F5}" type="presParOf" srcId="{60BDBDBC-745F-4C6F-B89F-68922A81C052}" destId="{02127F4C-8C65-4CCE-9378-C76E2254D5E0}" srcOrd="1" destOrd="0" presId="urn:microsoft.com/office/officeart/2018/5/layout/CenteredIconLabelDescriptionList"/>
    <dgm:cxn modelId="{9F44BE8C-5DC6-4428-88A1-B86FC1A5BCFC}" type="presParOf" srcId="{60BDBDBC-745F-4C6F-B89F-68922A81C052}" destId="{E15B38FD-9B3B-4811-AF9D-854C7F95F5B0}" srcOrd="2" destOrd="0" presId="urn:microsoft.com/office/officeart/2018/5/layout/CenteredIconLabelDescriptionList"/>
    <dgm:cxn modelId="{A3022230-6243-45C2-8AE3-422219451E3D}" type="presParOf" srcId="{60BDBDBC-745F-4C6F-B89F-68922A81C052}" destId="{1EE95B80-238A-42DE-B48A-AA9A9484D002}" srcOrd="3" destOrd="0" presId="urn:microsoft.com/office/officeart/2018/5/layout/CenteredIconLabelDescriptionList"/>
    <dgm:cxn modelId="{0910814E-0B24-48A1-95FF-C3D8C4C18148}" type="presParOf" srcId="{60BDBDBC-745F-4C6F-B89F-68922A81C052}" destId="{50532EFE-8BDC-403F-A7E0-C97DD204A45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7B58807A-694A-4D4F-BD5E-F09BDC3A565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8ABB2937-0FA2-4878-BBE5-446C8FDDA6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Root of Branch</a:t>
          </a:r>
          <a:endParaRPr lang="en-US"/>
        </a:p>
      </dgm:t>
    </dgm:pt>
    <dgm:pt modelId="{6A001B9A-4F59-498F-ACD6-71A6A9C4330C}" type="parTrans" cxnId="{D3468FCD-A4EE-4BB0-9E68-8BF7DABA786D}">
      <dgm:prSet/>
      <dgm:spPr/>
      <dgm:t>
        <a:bodyPr/>
        <a:lstStyle/>
        <a:p>
          <a:endParaRPr lang="en-US"/>
        </a:p>
      </dgm:t>
    </dgm:pt>
    <dgm:pt modelId="{48251BD9-007C-4F1F-AF46-3361903387A4}" type="sibTrans" cxnId="{D3468FCD-A4EE-4BB0-9E68-8BF7DABA786D}">
      <dgm:prSet/>
      <dgm:spPr/>
      <dgm:t>
        <a:bodyPr/>
        <a:lstStyle/>
        <a:p>
          <a:endParaRPr lang="en-US"/>
        </a:p>
      </dgm:t>
    </dgm:pt>
    <dgm:pt modelId="{8CBCCEBC-7E71-4302-8F3E-033320E4E6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Access or </a:t>
          </a:r>
          <a:r>
            <a:rPr lang="en-US"/>
            <a:t>derive</a:t>
          </a:r>
        </a:p>
      </dgm:t>
    </dgm:pt>
    <dgm:pt modelId="{8C46D29A-0B05-4F53-997C-5C8F8DC138C2}" type="parTrans" cxnId="{67DA3FA2-E5C0-48A7-BCA5-C082D2C58EE1}">
      <dgm:prSet/>
      <dgm:spPr/>
      <dgm:t>
        <a:bodyPr/>
        <a:lstStyle/>
        <a:p>
          <a:endParaRPr lang="en-US"/>
        </a:p>
      </dgm:t>
    </dgm:pt>
    <dgm:pt modelId="{69DD0298-1EB5-4A82-8ABC-5262849BBFEF}" type="sibTrans" cxnId="{67DA3FA2-E5C0-48A7-BCA5-C082D2C58EE1}">
      <dgm:prSet/>
      <dgm:spPr/>
      <dgm:t>
        <a:bodyPr/>
        <a:lstStyle/>
        <a:p>
          <a:endParaRPr lang="en-US"/>
        </a:p>
      </dgm:t>
    </dgm:pt>
    <dgm:pt modelId="{CCBD851D-EE4C-4C06-866E-395A61613C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HD wallet</a:t>
          </a:r>
          <a:r>
            <a:rPr lang="tr-TR"/>
            <a:t> </a:t>
          </a:r>
          <a:r>
            <a:rPr lang="en-US"/>
            <a:t>tree structure</a:t>
          </a:r>
        </a:p>
      </dgm:t>
    </dgm:pt>
    <dgm:pt modelId="{8FDEC7A4-D55A-4A81-A84C-15361365A952}" type="parTrans" cxnId="{3022A042-ABE1-446D-A631-F55777F7EE35}">
      <dgm:prSet/>
      <dgm:spPr/>
      <dgm:t>
        <a:bodyPr/>
        <a:lstStyle/>
        <a:p>
          <a:endParaRPr lang="en-US"/>
        </a:p>
      </dgm:t>
    </dgm:pt>
    <dgm:pt modelId="{46FB6167-B1B6-4440-BF82-DB6A690E812E}" type="sibTrans" cxnId="{3022A042-ABE1-446D-A631-F55777F7EE35}">
      <dgm:prSet/>
      <dgm:spPr/>
      <dgm:t>
        <a:bodyPr/>
        <a:lstStyle/>
        <a:p>
          <a:endParaRPr lang="en-US"/>
        </a:p>
      </dgm:t>
    </dgm:pt>
    <dgm:pt modelId="{E34213E8-71E1-4B39-8EAE-546FDB0EFC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Access to Rest</a:t>
          </a:r>
          <a:endParaRPr lang="en-US"/>
        </a:p>
      </dgm:t>
    </dgm:pt>
    <dgm:pt modelId="{D968B01F-E06E-4056-8FD8-CD916E375AA0}" type="parTrans" cxnId="{3E52AC7D-BD5C-499B-8455-8BB7DDA04EA1}">
      <dgm:prSet/>
      <dgm:spPr/>
      <dgm:t>
        <a:bodyPr/>
        <a:lstStyle/>
        <a:p>
          <a:endParaRPr lang="en-US"/>
        </a:p>
      </dgm:t>
    </dgm:pt>
    <dgm:pt modelId="{3D7284A3-01AF-4494-8D6C-39E178C298A2}" type="sibTrans" cxnId="{3E52AC7D-BD5C-499B-8455-8BB7DDA04EA1}">
      <dgm:prSet/>
      <dgm:spPr/>
      <dgm:t>
        <a:bodyPr/>
        <a:lstStyle/>
        <a:p>
          <a:endParaRPr lang="en-US"/>
        </a:p>
      </dgm:t>
    </dgm:pt>
    <dgm:pt modelId="{D0C45174-2EC4-4639-BB47-41F1166B06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rest of the branch</a:t>
          </a:r>
        </a:p>
      </dgm:t>
    </dgm:pt>
    <dgm:pt modelId="{5F5BADAB-E536-404C-BED5-55FB3C4E2A99}" type="parTrans" cxnId="{F5DBDF12-7FFF-4831-9010-5E2C2B4CE4F8}">
      <dgm:prSet/>
      <dgm:spPr/>
    </dgm:pt>
    <dgm:pt modelId="{B2FA0098-74B5-4990-8014-F1B350187605}" type="sibTrans" cxnId="{F5DBDF12-7FFF-4831-9010-5E2C2B4CE4F8}">
      <dgm:prSet/>
      <dgm:spPr/>
    </dgm:pt>
    <dgm:pt modelId="{A5BE6B22-7529-4E7F-93F3-CC7765D8EA22}" type="pres">
      <dgm:prSet presAssocID="{7B58807A-694A-4D4F-BD5E-F09BDC3A565B}" presName="root" presStyleCnt="0">
        <dgm:presLayoutVars>
          <dgm:dir/>
          <dgm:resizeHandles val="exact"/>
        </dgm:presLayoutVars>
      </dgm:prSet>
      <dgm:spPr/>
    </dgm:pt>
    <dgm:pt modelId="{5A24D274-95FD-4B1C-AE38-0E19F6E5AC2F}" type="pres">
      <dgm:prSet presAssocID="{8ABB2937-0FA2-4878-BBE5-446C8FDDA69F}" presName="compNode" presStyleCnt="0"/>
      <dgm:spPr/>
    </dgm:pt>
    <dgm:pt modelId="{6B6FDBC6-3DF2-4A40-BAE0-88711CE03A6D}" type="pres">
      <dgm:prSet presAssocID="{8ABB2937-0FA2-4878-BBE5-446C8FDDA69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D419FDC-B1FB-44DC-9C06-E881CEAD8C8B}" type="pres">
      <dgm:prSet presAssocID="{8ABB2937-0FA2-4878-BBE5-446C8FDDA69F}" presName="iconSpace" presStyleCnt="0"/>
      <dgm:spPr/>
    </dgm:pt>
    <dgm:pt modelId="{7D54156D-447E-4152-9F5F-46DBCFB5FA2A}" type="pres">
      <dgm:prSet presAssocID="{8ABB2937-0FA2-4878-BBE5-446C8FDDA69F}" presName="parTx" presStyleLbl="revTx" presStyleIdx="0" presStyleCnt="4">
        <dgm:presLayoutVars>
          <dgm:chMax val="0"/>
          <dgm:chPref val="0"/>
        </dgm:presLayoutVars>
      </dgm:prSet>
      <dgm:spPr/>
    </dgm:pt>
    <dgm:pt modelId="{3087FAAF-0482-4908-AA0F-ED64EC4B0512}" type="pres">
      <dgm:prSet presAssocID="{8ABB2937-0FA2-4878-BBE5-446C8FDDA69F}" presName="txSpace" presStyleCnt="0"/>
      <dgm:spPr/>
    </dgm:pt>
    <dgm:pt modelId="{BEF2AEB9-0CA2-42C9-9498-701A41CCFEAC}" type="pres">
      <dgm:prSet presAssocID="{8ABB2937-0FA2-4878-BBE5-446C8FDDA69F}" presName="desTx" presStyleLbl="revTx" presStyleIdx="1" presStyleCnt="4">
        <dgm:presLayoutVars/>
      </dgm:prSet>
      <dgm:spPr/>
    </dgm:pt>
    <dgm:pt modelId="{13C43D1A-6AAE-42B6-9575-61EA9968FD16}" type="pres">
      <dgm:prSet presAssocID="{48251BD9-007C-4F1F-AF46-3361903387A4}" presName="sibTrans" presStyleCnt="0"/>
      <dgm:spPr/>
    </dgm:pt>
    <dgm:pt modelId="{9B2EBFB7-5B7D-48A0-8B00-FDCFE274B0F6}" type="pres">
      <dgm:prSet presAssocID="{E34213E8-71E1-4B39-8EAE-546FDB0EFC11}" presName="compNode" presStyleCnt="0"/>
      <dgm:spPr/>
    </dgm:pt>
    <dgm:pt modelId="{C810DD61-72AE-4A7D-BF7A-0828FE466170}" type="pres">
      <dgm:prSet presAssocID="{E34213E8-71E1-4B39-8EAE-546FDB0EFC1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eelchair Access"/>
        </a:ext>
      </dgm:extLst>
    </dgm:pt>
    <dgm:pt modelId="{BDB59639-CC10-4623-BF85-CA9A0CD341B2}" type="pres">
      <dgm:prSet presAssocID="{E34213E8-71E1-4B39-8EAE-546FDB0EFC11}" presName="iconSpace" presStyleCnt="0"/>
      <dgm:spPr/>
    </dgm:pt>
    <dgm:pt modelId="{224BB0CE-A382-4003-9A38-23301FFCA4D2}" type="pres">
      <dgm:prSet presAssocID="{E34213E8-71E1-4B39-8EAE-546FDB0EFC11}" presName="parTx" presStyleLbl="revTx" presStyleIdx="2" presStyleCnt="4">
        <dgm:presLayoutVars>
          <dgm:chMax val="0"/>
          <dgm:chPref val="0"/>
        </dgm:presLayoutVars>
      </dgm:prSet>
      <dgm:spPr/>
    </dgm:pt>
    <dgm:pt modelId="{A2E61AE9-B3A3-4EC0-9AA6-F97C32943EA4}" type="pres">
      <dgm:prSet presAssocID="{E34213E8-71E1-4B39-8EAE-546FDB0EFC11}" presName="txSpace" presStyleCnt="0"/>
      <dgm:spPr/>
    </dgm:pt>
    <dgm:pt modelId="{51314118-ED17-4CD7-AE2E-188271BDEC92}" type="pres">
      <dgm:prSet presAssocID="{E34213E8-71E1-4B39-8EAE-546FDB0EFC11}" presName="desTx" presStyleLbl="revTx" presStyleIdx="3" presStyleCnt="4">
        <dgm:presLayoutVars/>
      </dgm:prSet>
      <dgm:spPr/>
    </dgm:pt>
  </dgm:ptLst>
  <dgm:cxnLst>
    <dgm:cxn modelId="{4E8D0604-6DAA-4EF2-9439-6FFCD3E5F955}" type="presOf" srcId="{CCBD851D-EE4C-4C06-866E-395A61613CB9}" destId="{BEF2AEB9-0CA2-42C9-9498-701A41CCFEAC}" srcOrd="0" destOrd="0" presId="urn:microsoft.com/office/officeart/2018/2/layout/IconLabelDescriptionList"/>
    <dgm:cxn modelId="{20C8DF0E-EB39-4421-8C00-3AC283D4A054}" type="presOf" srcId="{D0C45174-2EC4-4639-BB47-41F1166B0643}" destId="{51314118-ED17-4CD7-AE2E-188271BDEC92}" srcOrd="0" destOrd="1" presId="urn:microsoft.com/office/officeart/2018/2/layout/IconLabelDescriptionList"/>
    <dgm:cxn modelId="{F5DBDF12-7FFF-4831-9010-5E2C2B4CE4F8}" srcId="{E34213E8-71E1-4B39-8EAE-546FDB0EFC11}" destId="{D0C45174-2EC4-4639-BB47-41F1166B0643}" srcOrd="1" destOrd="0" parTransId="{5F5BADAB-E536-404C-BED5-55FB3C4E2A99}" sibTransId="{B2FA0098-74B5-4990-8014-F1B350187605}"/>
    <dgm:cxn modelId="{3022A042-ABE1-446D-A631-F55777F7EE35}" srcId="{8ABB2937-0FA2-4878-BBE5-446C8FDDA69F}" destId="{CCBD851D-EE4C-4C06-866E-395A61613CB9}" srcOrd="0" destOrd="0" parTransId="{8FDEC7A4-D55A-4A81-A84C-15361365A952}" sibTransId="{46FB6167-B1B6-4440-BF82-DB6A690E812E}"/>
    <dgm:cxn modelId="{BC4A6B4B-3A74-477C-982B-D871A8831580}" type="presOf" srcId="{7B58807A-694A-4D4F-BD5E-F09BDC3A565B}" destId="{A5BE6B22-7529-4E7F-93F3-CC7765D8EA22}" srcOrd="0" destOrd="0" presId="urn:microsoft.com/office/officeart/2018/2/layout/IconLabelDescriptionList"/>
    <dgm:cxn modelId="{3E52AC7D-BD5C-499B-8455-8BB7DDA04EA1}" srcId="{7B58807A-694A-4D4F-BD5E-F09BDC3A565B}" destId="{E34213E8-71E1-4B39-8EAE-546FDB0EFC11}" srcOrd="1" destOrd="0" parTransId="{D968B01F-E06E-4056-8FD8-CD916E375AA0}" sibTransId="{3D7284A3-01AF-4494-8D6C-39E178C298A2}"/>
    <dgm:cxn modelId="{6BC82484-1A63-4884-BA4D-05A613EC2534}" type="presOf" srcId="{8ABB2937-0FA2-4878-BBE5-446C8FDDA69F}" destId="{7D54156D-447E-4152-9F5F-46DBCFB5FA2A}" srcOrd="0" destOrd="0" presId="urn:microsoft.com/office/officeart/2018/2/layout/IconLabelDescriptionList"/>
    <dgm:cxn modelId="{9F01119D-8BDA-40B5-91E2-D7D76B05E72C}" type="presOf" srcId="{E34213E8-71E1-4B39-8EAE-546FDB0EFC11}" destId="{224BB0CE-A382-4003-9A38-23301FFCA4D2}" srcOrd="0" destOrd="0" presId="urn:microsoft.com/office/officeart/2018/2/layout/IconLabelDescriptionList"/>
    <dgm:cxn modelId="{67DA3FA2-E5C0-48A7-BCA5-C082D2C58EE1}" srcId="{E34213E8-71E1-4B39-8EAE-546FDB0EFC11}" destId="{8CBCCEBC-7E71-4302-8F3E-033320E4E66B}" srcOrd="0" destOrd="0" parTransId="{8C46D29A-0B05-4F53-997C-5C8F8DC138C2}" sibTransId="{69DD0298-1EB5-4A82-8ABC-5262849BBFEF}"/>
    <dgm:cxn modelId="{D3468FCD-A4EE-4BB0-9E68-8BF7DABA786D}" srcId="{7B58807A-694A-4D4F-BD5E-F09BDC3A565B}" destId="{8ABB2937-0FA2-4878-BBE5-446C8FDDA69F}" srcOrd="0" destOrd="0" parTransId="{6A001B9A-4F59-498F-ACD6-71A6A9C4330C}" sibTransId="{48251BD9-007C-4F1F-AF46-3361903387A4}"/>
    <dgm:cxn modelId="{532E69F0-2BD5-4C95-A75C-7D4B8F26F52C}" type="presOf" srcId="{8CBCCEBC-7E71-4302-8F3E-033320E4E66B}" destId="{51314118-ED17-4CD7-AE2E-188271BDEC92}" srcOrd="0" destOrd="0" presId="urn:microsoft.com/office/officeart/2018/2/layout/IconLabelDescriptionList"/>
    <dgm:cxn modelId="{811CF45D-EA5E-417A-A361-B05DDE64AE73}" type="presParOf" srcId="{A5BE6B22-7529-4E7F-93F3-CC7765D8EA22}" destId="{5A24D274-95FD-4B1C-AE38-0E19F6E5AC2F}" srcOrd="0" destOrd="0" presId="urn:microsoft.com/office/officeart/2018/2/layout/IconLabelDescriptionList"/>
    <dgm:cxn modelId="{0CEA4F3F-7DC4-42E0-B77D-D8EEC804A380}" type="presParOf" srcId="{5A24D274-95FD-4B1C-AE38-0E19F6E5AC2F}" destId="{6B6FDBC6-3DF2-4A40-BAE0-88711CE03A6D}" srcOrd="0" destOrd="0" presId="urn:microsoft.com/office/officeart/2018/2/layout/IconLabelDescriptionList"/>
    <dgm:cxn modelId="{724FC51F-89B5-457B-8CE5-FB50822D4941}" type="presParOf" srcId="{5A24D274-95FD-4B1C-AE38-0E19F6E5AC2F}" destId="{8D419FDC-B1FB-44DC-9C06-E881CEAD8C8B}" srcOrd="1" destOrd="0" presId="urn:microsoft.com/office/officeart/2018/2/layout/IconLabelDescriptionList"/>
    <dgm:cxn modelId="{40B654BD-F3E2-4BA4-89AE-9EF649D48DD2}" type="presParOf" srcId="{5A24D274-95FD-4B1C-AE38-0E19F6E5AC2F}" destId="{7D54156D-447E-4152-9F5F-46DBCFB5FA2A}" srcOrd="2" destOrd="0" presId="urn:microsoft.com/office/officeart/2018/2/layout/IconLabelDescriptionList"/>
    <dgm:cxn modelId="{63DDCF68-BB35-4658-A006-451EC720EE2A}" type="presParOf" srcId="{5A24D274-95FD-4B1C-AE38-0E19F6E5AC2F}" destId="{3087FAAF-0482-4908-AA0F-ED64EC4B0512}" srcOrd="3" destOrd="0" presId="urn:microsoft.com/office/officeart/2018/2/layout/IconLabelDescriptionList"/>
    <dgm:cxn modelId="{2D34F1D7-AFAC-4050-83DE-FBA4BCD268FC}" type="presParOf" srcId="{5A24D274-95FD-4B1C-AE38-0E19F6E5AC2F}" destId="{BEF2AEB9-0CA2-42C9-9498-701A41CCFEAC}" srcOrd="4" destOrd="0" presId="urn:microsoft.com/office/officeart/2018/2/layout/IconLabelDescriptionList"/>
    <dgm:cxn modelId="{9AED0C5B-7531-4428-984F-749BB16CF87F}" type="presParOf" srcId="{A5BE6B22-7529-4E7F-93F3-CC7765D8EA22}" destId="{13C43D1A-6AAE-42B6-9575-61EA9968FD16}" srcOrd="1" destOrd="0" presId="urn:microsoft.com/office/officeart/2018/2/layout/IconLabelDescriptionList"/>
    <dgm:cxn modelId="{F4F52097-0D42-4F72-8AB0-5871E16A83B5}" type="presParOf" srcId="{A5BE6B22-7529-4E7F-93F3-CC7765D8EA22}" destId="{9B2EBFB7-5B7D-48A0-8B00-FDCFE274B0F6}" srcOrd="2" destOrd="0" presId="urn:microsoft.com/office/officeart/2018/2/layout/IconLabelDescriptionList"/>
    <dgm:cxn modelId="{6B951749-3B19-4552-AA40-D3283D05F5DF}" type="presParOf" srcId="{9B2EBFB7-5B7D-48A0-8B00-FDCFE274B0F6}" destId="{C810DD61-72AE-4A7D-BF7A-0828FE466170}" srcOrd="0" destOrd="0" presId="urn:microsoft.com/office/officeart/2018/2/layout/IconLabelDescriptionList"/>
    <dgm:cxn modelId="{D49A06C6-F4E5-476A-824B-8CA5E929647D}" type="presParOf" srcId="{9B2EBFB7-5B7D-48A0-8B00-FDCFE274B0F6}" destId="{BDB59639-CC10-4623-BF85-CA9A0CD341B2}" srcOrd="1" destOrd="0" presId="urn:microsoft.com/office/officeart/2018/2/layout/IconLabelDescriptionList"/>
    <dgm:cxn modelId="{A56CC353-E2EF-43D5-B721-4BD63D98B20B}" type="presParOf" srcId="{9B2EBFB7-5B7D-48A0-8B00-FDCFE274B0F6}" destId="{224BB0CE-A382-4003-9A38-23301FFCA4D2}" srcOrd="2" destOrd="0" presId="urn:microsoft.com/office/officeart/2018/2/layout/IconLabelDescriptionList"/>
    <dgm:cxn modelId="{02F3A8AA-D3A0-477D-AA9F-3507F80B62B6}" type="presParOf" srcId="{9B2EBFB7-5B7D-48A0-8B00-FDCFE274B0F6}" destId="{A2E61AE9-B3A3-4EC0-9AA6-F97C32943EA4}" srcOrd="3" destOrd="0" presId="urn:microsoft.com/office/officeart/2018/2/layout/IconLabelDescriptionList"/>
    <dgm:cxn modelId="{427E72C1-DC42-467D-B67E-7141FA7D8A67}" type="presParOf" srcId="{9B2EBFB7-5B7D-48A0-8B00-FDCFE274B0F6}" destId="{51314118-ED17-4CD7-AE2E-188271BDEC9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046BD4C0-5FBA-48BC-93F7-F29D7A1C1D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80AC155-59D0-487C-8D6F-A7AAC8F865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Extended key</a:t>
          </a:r>
          <a:endParaRPr lang="en-US" dirty="0"/>
        </a:p>
      </dgm:t>
    </dgm:pt>
    <dgm:pt modelId="{BBEBA8CA-5382-4E58-9286-5E91A3048B96}" type="parTrans" cxnId="{D2DEE875-E889-4144-91C9-C9A62179D100}">
      <dgm:prSet/>
      <dgm:spPr/>
      <dgm:t>
        <a:bodyPr/>
        <a:lstStyle/>
        <a:p>
          <a:endParaRPr lang="en-US"/>
        </a:p>
      </dgm:t>
    </dgm:pt>
    <dgm:pt modelId="{A65058AB-276E-4AD7-877D-9BDC7081C1F1}" type="sibTrans" cxnId="{D2DEE875-E889-4144-91C9-C9A62179D100}">
      <dgm:prSet/>
      <dgm:spPr/>
      <dgm:t>
        <a:bodyPr/>
        <a:lstStyle/>
        <a:p>
          <a:endParaRPr lang="en-US"/>
        </a:p>
      </dgm:t>
    </dgm:pt>
    <dgm:pt modelId="{80638883-A19B-453B-945D-E6ECCB959D1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To share</a:t>
          </a:r>
          <a:endParaRPr lang="en-US" dirty="0"/>
        </a:p>
      </dgm:t>
    </dgm:pt>
    <dgm:pt modelId="{52D0D638-2BCB-4D19-8867-8F671EB6DD2F}" type="sibTrans" cxnId="{470AFE19-E0FB-4B91-86A3-42E9C2F58A50}">
      <dgm:prSet/>
      <dgm:spPr/>
      <dgm:t>
        <a:bodyPr/>
        <a:lstStyle/>
        <a:p>
          <a:endParaRPr lang="en-US"/>
        </a:p>
      </dgm:t>
    </dgm:pt>
    <dgm:pt modelId="{DB56B9D4-869E-4C85-AD1F-BE562A1B1053}" type="parTrans" cxnId="{470AFE19-E0FB-4B91-86A3-42E9C2F58A50}">
      <dgm:prSet/>
      <dgm:spPr/>
      <dgm:t>
        <a:bodyPr/>
        <a:lstStyle/>
        <a:p>
          <a:endParaRPr lang="en-US"/>
        </a:p>
      </dgm:t>
    </dgm:pt>
    <dgm:pt modelId="{F9D70E82-2381-48A2-B173-48ED0DE976B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give access to the branch</a:t>
          </a:r>
          <a:endParaRPr lang="en-US" dirty="0"/>
        </a:p>
      </dgm:t>
    </dgm:pt>
    <dgm:pt modelId="{AD2F30AB-3DDB-465A-B9E1-432A12128A2F}" type="parTrans" cxnId="{FF183DC7-BB27-4E86-9E81-E723012CD57A}">
      <dgm:prSet/>
      <dgm:spPr/>
      <dgm:t>
        <a:bodyPr/>
        <a:lstStyle/>
        <a:p>
          <a:endParaRPr lang="tr-TR"/>
        </a:p>
      </dgm:t>
    </dgm:pt>
    <dgm:pt modelId="{E80D3620-1B11-4CBA-A7F9-936A570EE529}" type="sibTrans" cxnId="{FF183DC7-BB27-4E86-9E81-E723012CD57A}">
      <dgm:prSet/>
      <dgm:spPr/>
      <dgm:t>
        <a:bodyPr/>
        <a:lstStyle/>
        <a:p>
          <a:endParaRPr lang="tr-TR"/>
        </a:p>
      </dgm:t>
    </dgm:pt>
    <dgm:pt modelId="{2D11166D-E96E-479E-995D-C8BEF2CBBAC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share extended key</a:t>
          </a:r>
          <a:endParaRPr lang="en-US" dirty="0"/>
        </a:p>
      </dgm:t>
    </dgm:pt>
    <dgm:pt modelId="{0002332B-8FE7-4B75-8123-0750992B0086}" type="parTrans" cxnId="{9C8F09FC-50BA-44FA-813F-C89A21BC1158}">
      <dgm:prSet/>
      <dgm:spPr/>
      <dgm:t>
        <a:bodyPr/>
        <a:lstStyle/>
        <a:p>
          <a:endParaRPr lang="tr-TR"/>
        </a:p>
      </dgm:t>
    </dgm:pt>
    <dgm:pt modelId="{256A1C45-91D2-4839-9B94-2878E0D022D3}" type="sibTrans" cxnId="{9C8F09FC-50BA-44FA-813F-C89A21BC1158}">
      <dgm:prSet/>
      <dgm:spPr/>
      <dgm:t>
        <a:bodyPr/>
        <a:lstStyle/>
        <a:p>
          <a:endParaRPr lang="tr-TR"/>
        </a:p>
      </dgm:t>
    </dgm:pt>
    <dgm:pt modelId="{B15C668E-E54D-45AE-94B1-40438E8D96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Generation</a:t>
          </a:r>
          <a:endParaRPr lang="en-US" dirty="0"/>
        </a:p>
      </dgm:t>
    </dgm:pt>
    <dgm:pt modelId="{86303A85-5D44-40F7-9160-D84D1A8B91C9}" type="sibTrans" cxnId="{8F78F01C-2A3E-4D61-A7AD-F70DA69C84CB}">
      <dgm:prSet/>
      <dgm:spPr/>
      <dgm:t>
        <a:bodyPr/>
        <a:lstStyle/>
        <a:p>
          <a:endParaRPr lang="tr-TR"/>
        </a:p>
      </dgm:t>
    </dgm:pt>
    <dgm:pt modelId="{C9A3D820-898C-4384-8218-C6D0FC68312D}" type="parTrans" cxnId="{8F78F01C-2A3E-4D61-A7AD-F70DA69C84CB}">
      <dgm:prSet/>
      <dgm:spPr/>
      <dgm:t>
        <a:bodyPr/>
        <a:lstStyle/>
        <a:p>
          <a:endParaRPr lang="tr-TR"/>
        </a:p>
      </dgm:t>
    </dgm:pt>
    <dgm:pt modelId="{850BBCEB-96E5-43C7-A3BB-31C36C64653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 + Chain Code</a:t>
          </a:r>
          <a:endParaRPr lang="en-US" dirty="0"/>
        </a:p>
      </dgm:t>
    </dgm:pt>
    <dgm:pt modelId="{B394F7FA-3EDD-4522-B328-9E948DA2F1E0}" type="parTrans" cxnId="{C1967B5B-4256-42C7-BFA5-0CB864D2ADFA}">
      <dgm:prSet/>
      <dgm:spPr/>
      <dgm:t>
        <a:bodyPr/>
        <a:lstStyle/>
        <a:p>
          <a:endParaRPr lang="tr-TR"/>
        </a:p>
      </dgm:t>
    </dgm:pt>
    <dgm:pt modelId="{40EA8719-A5EA-4FEA-A03B-D353B12766AE}" type="sibTrans" cxnId="{C1967B5B-4256-42C7-BFA5-0CB864D2ADFA}">
      <dgm:prSet/>
      <dgm:spPr/>
      <dgm:t>
        <a:bodyPr/>
        <a:lstStyle/>
        <a:p>
          <a:endParaRPr lang="tr-TR"/>
        </a:p>
      </dgm:t>
    </dgm:pt>
    <dgm:pt modelId="{FF3E04D5-2E45-4144-99D6-8097A61C0BE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Extended key is enough</a:t>
          </a:r>
          <a:endParaRPr lang="en-US" dirty="0"/>
        </a:p>
      </dgm:t>
    </dgm:pt>
    <dgm:pt modelId="{0830B181-4F59-4499-A015-5CC571CE7E4C}" type="parTrans" cxnId="{790E6ADF-7C0F-4D41-AFB4-734A7561DD49}">
      <dgm:prSet/>
      <dgm:spPr/>
      <dgm:t>
        <a:bodyPr/>
        <a:lstStyle/>
        <a:p>
          <a:endParaRPr lang="tr-TR"/>
        </a:p>
      </dgm:t>
    </dgm:pt>
    <dgm:pt modelId="{C0E6BC6A-99CA-431C-937F-DA5E49C58723}" type="sibTrans" cxnId="{790E6ADF-7C0F-4D41-AFB4-734A7561DD49}">
      <dgm:prSet/>
      <dgm:spPr/>
      <dgm:t>
        <a:bodyPr/>
        <a:lstStyle/>
        <a:p>
          <a:endParaRPr lang="tr-TR"/>
        </a:p>
      </dgm:t>
    </dgm:pt>
    <dgm:pt modelId="{FDC8FCE9-4BF5-4786-9E5E-C2E1A7C29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derive the rest</a:t>
          </a:r>
        </a:p>
      </dgm:t>
    </dgm:pt>
    <dgm:pt modelId="{158B3C97-DF53-477C-B424-342B141EE25F}" type="parTrans" cxnId="{E6AA43CA-B09D-4514-9B34-5A613218A03C}">
      <dgm:prSet/>
      <dgm:spPr/>
      <dgm:t>
        <a:bodyPr/>
        <a:lstStyle/>
        <a:p>
          <a:endParaRPr lang="tr-TR"/>
        </a:p>
      </dgm:t>
    </dgm:pt>
    <dgm:pt modelId="{1F664935-A19F-4511-A8A1-115514263962}" type="sibTrans" cxnId="{E6AA43CA-B09D-4514-9B34-5A613218A03C}">
      <dgm:prSet/>
      <dgm:spPr/>
      <dgm:t>
        <a:bodyPr/>
        <a:lstStyle/>
        <a:p>
          <a:endParaRPr lang="tr-TR"/>
        </a:p>
      </dgm:t>
    </dgm:pt>
    <dgm:pt modelId="{4119B412-B984-4A98-A2A4-2489ABA9CE66}" type="pres">
      <dgm:prSet presAssocID="{046BD4C0-5FBA-48BC-93F7-F29D7A1C1DDF}" presName="root" presStyleCnt="0">
        <dgm:presLayoutVars>
          <dgm:dir/>
          <dgm:resizeHandles val="exact"/>
        </dgm:presLayoutVars>
      </dgm:prSet>
      <dgm:spPr/>
    </dgm:pt>
    <dgm:pt modelId="{BD329B7E-12C8-4EFE-9BAE-F10A37C02732}" type="pres">
      <dgm:prSet presAssocID="{80638883-A19B-453B-945D-E6ECCB959D1E}" presName="compNode" presStyleCnt="0"/>
      <dgm:spPr/>
    </dgm:pt>
    <dgm:pt modelId="{AC8A7944-2130-4B7E-8C2F-60817163E460}" type="pres">
      <dgm:prSet presAssocID="{80638883-A19B-453B-945D-E6ECCB959D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E709C46-D2A7-44F1-8341-F41F35021090}" type="pres">
      <dgm:prSet presAssocID="{80638883-A19B-453B-945D-E6ECCB959D1E}" presName="iconSpace" presStyleCnt="0"/>
      <dgm:spPr/>
    </dgm:pt>
    <dgm:pt modelId="{5D8CCA4B-CD3D-4681-B064-AF8557B45682}" type="pres">
      <dgm:prSet presAssocID="{80638883-A19B-453B-945D-E6ECCB959D1E}" presName="parTx" presStyleLbl="revTx" presStyleIdx="0" presStyleCnt="6">
        <dgm:presLayoutVars>
          <dgm:chMax val="0"/>
          <dgm:chPref val="0"/>
        </dgm:presLayoutVars>
      </dgm:prSet>
      <dgm:spPr/>
    </dgm:pt>
    <dgm:pt modelId="{9F6B5BCF-9E94-4AFA-9628-4A4F4A557FEC}" type="pres">
      <dgm:prSet presAssocID="{80638883-A19B-453B-945D-E6ECCB959D1E}" presName="txSpace" presStyleCnt="0"/>
      <dgm:spPr/>
    </dgm:pt>
    <dgm:pt modelId="{D53CC553-94F7-4A60-B787-A36932D22493}" type="pres">
      <dgm:prSet presAssocID="{80638883-A19B-453B-945D-E6ECCB959D1E}" presName="desTx" presStyleLbl="revTx" presStyleIdx="1" presStyleCnt="6">
        <dgm:presLayoutVars/>
      </dgm:prSet>
      <dgm:spPr/>
    </dgm:pt>
    <dgm:pt modelId="{7A0F647F-CFA7-4974-9143-7CEC27C81DB1}" type="pres">
      <dgm:prSet presAssocID="{52D0D638-2BCB-4D19-8867-8F671EB6DD2F}" presName="sibTrans" presStyleCnt="0"/>
      <dgm:spPr/>
    </dgm:pt>
    <dgm:pt modelId="{0C178DCA-33E0-4AFB-9717-8662B590E897}" type="pres">
      <dgm:prSet presAssocID="{C80AC155-59D0-487C-8D6F-A7AAC8F865CC}" presName="compNode" presStyleCnt="0"/>
      <dgm:spPr/>
    </dgm:pt>
    <dgm:pt modelId="{1D194E1E-386F-4995-A138-6098ABADA48D}" type="pres">
      <dgm:prSet presAssocID="{C80AC155-59D0-487C-8D6F-A7AAC8F865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2158F20B-E965-4E58-A8C7-550FB2CE21FA}" type="pres">
      <dgm:prSet presAssocID="{C80AC155-59D0-487C-8D6F-A7AAC8F865CC}" presName="iconSpace" presStyleCnt="0"/>
      <dgm:spPr/>
    </dgm:pt>
    <dgm:pt modelId="{742426D3-F25A-4569-87B5-ED622515EA4F}" type="pres">
      <dgm:prSet presAssocID="{C80AC155-59D0-487C-8D6F-A7AAC8F865CC}" presName="parTx" presStyleLbl="revTx" presStyleIdx="2" presStyleCnt="6">
        <dgm:presLayoutVars>
          <dgm:chMax val="0"/>
          <dgm:chPref val="0"/>
        </dgm:presLayoutVars>
      </dgm:prSet>
      <dgm:spPr/>
    </dgm:pt>
    <dgm:pt modelId="{AD2C85FC-C79B-43F8-BE8B-DDCDB432F757}" type="pres">
      <dgm:prSet presAssocID="{C80AC155-59D0-487C-8D6F-A7AAC8F865CC}" presName="txSpace" presStyleCnt="0"/>
      <dgm:spPr/>
    </dgm:pt>
    <dgm:pt modelId="{7C8A41C5-BAFD-4094-AF82-7E093EC77F56}" type="pres">
      <dgm:prSet presAssocID="{C80AC155-59D0-487C-8D6F-A7AAC8F865CC}" presName="desTx" presStyleLbl="revTx" presStyleIdx="3" presStyleCnt="6">
        <dgm:presLayoutVars/>
      </dgm:prSet>
      <dgm:spPr/>
    </dgm:pt>
    <dgm:pt modelId="{9B5D311C-F1A2-4B59-B481-2C2E806CBF2E}" type="pres">
      <dgm:prSet presAssocID="{A65058AB-276E-4AD7-877D-9BDC7081C1F1}" presName="sibTrans" presStyleCnt="0"/>
      <dgm:spPr/>
    </dgm:pt>
    <dgm:pt modelId="{4B3AAC26-BD45-4EE7-95CC-78BA936DC69D}" type="pres">
      <dgm:prSet presAssocID="{B15C668E-E54D-45AE-94B1-40438E8D963A}" presName="compNode" presStyleCnt="0"/>
      <dgm:spPr/>
    </dgm:pt>
    <dgm:pt modelId="{1A7687F0-10EE-4127-8553-BA2E15EDC5BE}" type="pres">
      <dgm:prSet presAssocID="{B15C668E-E54D-45AE-94B1-40438E8D96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B5E20B95-F026-46A6-AFDE-0EB56D658F86}" type="pres">
      <dgm:prSet presAssocID="{B15C668E-E54D-45AE-94B1-40438E8D963A}" presName="iconSpace" presStyleCnt="0"/>
      <dgm:spPr/>
    </dgm:pt>
    <dgm:pt modelId="{5697819D-4E3F-4940-8D34-28D7A7467225}" type="pres">
      <dgm:prSet presAssocID="{B15C668E-E54D-45AE-94B1-40438E8D963A}" presName="parTx" presStyleLbl="revTx" presStyleIdx="4" presStyleCnt="6">
        <dgm:presLayoutVars>
          <dgm:chMax val="0"/>
          <dgm:chPref val="0"/>
        </dgm:presLayoutVars>
      </dgm:prSet>
      <dgm:spPr/>
    </dgm:pt>
    <dgm:pt modelId="{CB558F13-F9FB-4AA4-8512-984C79C3F409}" type="pres">
      <dgm:prSet presAssocID="{B15C668E-E54D-45AE-94B1-40438E8D963A}" presName="txSpace" presStyleCnt="0"/>
      <dgm:spPr/>
    </dgm:pt>
    <dgm:pt modelId="{194505C4-548F-47CE-BCE3-8CFD47592E7E}" type="pres">
      <dgm:prSet presAssocID="{B15C668E-E54D-45AE-94B1-40438E8D963A}" presName="desTx" presStyleLbl="revTx" presStyleIdx="5" presStyleCnt="6">
        <dgm:presLayoutVars/>
      </dgm:prSet>
      <dgm:spPr/>
    </dgm:pt>
  </dgm:ptLst>
  <dgm:cxnLst>
    <dgm:cxn modelId="{FD522507-2ACF-4EB5-AFDE-5DC705E32A15}" type="presOf" srcId="{FDC8FCE9-4BF5-4786-9E5E-C2E1A7C29B4A}" destId="{194505C4-548F-47CE-BCE3-8CFD47592E7E}" srcOrd="0" destOrd="1" presId="urn:microsoft.com/office/officeart/2018/5/layout/CenteredIconLabelDescriptionList"/>
    <dgm:cxn modelId="{01975814-70F2-4819-8929-7980DD415C4B}" type="presOf" srcId="{FF3E04D5-2E45-4144-99D6-8097A61C0BE0}" destId="{194505C4-548F-47CE-BCE3-8CFD47592E7E}" srcOrd="0" destOrd="0" presId="urn:microsoft.com/office/officeart/2018/5/layout/CenteredIconLabelDescriptionList"/>
    <dgm:cxn modelId="{470AFE19-E0FB-4B91-86A3-42E9C2F58A50}" srcId="{046BD4C0-5FBA-48BC-93F7-F29D7A1C1DDF}" destId="{80638883-A19B-453B-945D-E6ECCB959D1E}" srcOrd="0" destOrd="0" parTransId="{DB56B9D4-869E-4C85-AD1F-BE562A1B1053}" sibTransId="{52D0D638-2BCB-4D19-8867-8F671EB6DD2F}"/>
    <dgm:cxn modelId="{8F78F01C-2A3E-4D61-A7AD-F70DA69C84CB}" srcId="{046BD4C0-5FBA-48BC-93F7-F29D7A1C1DDF}" destId="{B15C668E-E54D-45AE-94B1-40438E8D963A}" srcOrd="2" destOrd="0" parTransId="{C9A3D820-898C-4384-8218-C6D0FC68312D}" sibTransId="{86303A85-5D44-40F7-9160-D84D1A8B91C9}"/>
    <dgm:cxn modelId="{36EDBD24-408D-4C5B-97DC-E8BC5726088C}" type="presOf" srcId="{C80AC155-59D0-487C-8D6F-A7AAC8F865CC}" destId="{742426D3-F25A-4569-87B5-ED622515EA4F}" srcOrd="0" destOrd="0" presId="urn:microsoft.com/office/officeart/2018/5/layout/CenteredIconLabelDescriptionList"/>
    <dgm:cxn modelId="{C1967B5B-4256-42C7-BFA5-0CB864D2ADFA}" srcId="{C80AC155-59D0-487C-8D6F-A7AAC8F865CC}" destId="{850BBCEB-96E5-43C7-A3BB-31C36C64653F}" srcOrd="0" destOrd="0" parTransId="{B394F7FA-3EDD-4522-B328-9E948DA2F1E0}" sibTransId="{40EA8719-A5EA-4FEA-A03B-D353B12766AE}"/>
    <dgm:cxn modelId="{238DBC5E-25F2-4734-B463-B5F9F1DB8A69}" type="presOf" srcId="{F9D70E82-2381-48A2-B173-48ED0DE976B1}" destId="{D53CC553-94F7-4A60-B787-A36932D22493}" srcOrd="0" destOrd="0" presId="urn:microsoft.com/office/officeart/2018/5/layout/CenteredIconLabelDescriptionList"/>
    <dgm:cxn modelId="{D2DEE875-E889-4144-91C9-C9A62179D100}" srcId="{046BD4C0-5FBA-48BC-93F7-F29D7A1C1DDF}" destId="{C80AC155-59D0-487C-8D6F-A7AAC8F865CC}" srcOrd="1" destOrd="0" parTransId="{BBEBA8CA-5382-4E58-9286-5E91A3048B96}" sibTransId="{A65058AB-276E-4AD7-877D-9BDC7081C1F1}"/>
    <dgm:cxn modelId="{29D1A684-0355-4CEE-A72E-FF798D65C484}" type="presOf" srcId="{2D11166D-E96E-479E-995D-C8BEF2CBBAC4}" destId="{D53CC553-94F7-4A60-B787-A36932D22493}" srcOrd="0" destOrd="1" presId="urn:microsoft.com/office/officeart/2018/5/layout/CenteredIconLabelDescriptionList"/>
    <dgm:cxn modelId="{BC05CBAC-29A2-42C4-B47F-9425B44DC6FB}" type="presOf" srcId="{850BBCEB-96E5-43C7-A3BB-31C36C64653F}" destId="{7C8A41C5-BAFD-4094-AF82-7E093EC77F56}" srcOrd="0" destOrd="0" presId="urn:microsoft.com/office/officeart/2018/5/layout/CenteredIconLabelDescriptionList"/>
    <dgm:cxn modelId="{3DFB1EC2-B897-40E4-B00F-C2C788A81536}" type="presOf" srcId="{046BD4C0-5FBA-48BC-93F7-F29D7A1C1DDF}" destId="{4119B412-B984-4A98-A2A4-2489ABA9CE66}" srcOrd="0" destOrd="0" presId="urn:microsoft.com/office/officeart/2018/5/layout/CenteredIconLabelDescriptionList"/>
    <dgm:cxn modelId="{FF183DC7-BB27-4E86-9E81-E723012CD57A}" srcId="{80638883-A19B-453B-945D-E6ECCB959D1E}" destId="{F9D70E82-2381-48A2-B173-48ED0DE976B1}" srcOrd="0" destOrd="0" parTransId="{AD2F30AB-3DDB-465A-B9E1-432A12128A2F}" sibTransId="{E80D3620-1B11-4CBA-A7F9-936A570EE529}"/>
    <dgm:cxn modelId="{E6AA43CA-B09D-4514-9B34-5A613218A03C}" srcId="{B15C668E-E54D-45AE-94B1-40438E8D963A}" destId="{FDC8FCE9-4BF5-4786-9E5E-C2E1A7C29B4A}" srcOrd="1" destOrd="0" parTransId="{158B3C97-DF53-477C-B424-342B141EE25F}" sibTransId="{1F664935-A19F-4511-A8A1-115514263962}"/>
    <dgm:cxn modelId="{790E6ADF-7C0F-4D41-AFB4-734A7561DD49}" srcId="{B15C668E-E54D-45AE-94B1-40438E8D963A}" destId="{FF3E04D5-2E45-4144-99D6-8097A61C0BE0}" srcOrd="0" destOrd="0" parTransId="{0830B181-4F59-4499-A015-5CC571CE7E4C}" sibTransId="{C0E6BC6A-99CA-431C-937F-DA5E49C58723}"/>
    <dgm:cxn modelId="{23A7D3DF-8B7A-492B-B125-5447394B134D}" type="presOf" srcId="{80638883-A19B-453B-945D-E6ECCB959D1E}" destId="{5D8CCA4B-CD3D-4681-B064-AF8557B45682}" srcOrd="0" destOrd="0" presId="urn:microsoft.com/office/officeart/2018/5/layout/CenteredIconLabelDescriptionList"/>
    <dgm:cxn modelId="{40927EF7-27D2-486C-9191-BD93896119F2}" type="presOf" srcId="{B15C668E-E54D-45AE-94B1-40438E8D963A}" destId="{5697819D-4E3F-4940-8D34-28D7A7467225}" srcOrd="0" destOrd="0" presId="urn:microsoft.com/office/officeart/2018/5/layout/CenteredIconLabelDescriptionList"/>
    <dgm:cxn modelId="{9C8F09FC-50BA-44FA-813F-C89A21BC1158}" srcId="{80638883-A19B-453B-945D-E6ECCB959D1E}" destId="{2D11166D-E96E-479E-995D-C8BEF2CBBAC4}" srcOrd="1" destOrd="0" parTransId="{0002332B-8FE7-4B75-8123-0750992B0086}" sibTransId="{256A1C45-91D2-4839-9B94-2878E0D022D3}"/>
    <dgm:cxn modelId="{75DEFF79-7103-40A7-8E36-34B036EDE690}" type="presParOf" srcId="{4119B412-B984-4A98-A2A4-2489ABA9CE66}" destId="{BD329B7E-12C8-4EFE-9BAE-F10A37C02732}" srcOrd="0" destOrd="0" presId="urn:microsoft.com/office/officeart/2018/5/layout/CenteredIconLabelDescriptionList"/>
    <dgm:cxn modelId="{6B4375CD-7555-4B44-97CA-F281C47FAF36}" type="presParOf" srcId="{BD329B7E-12C8-4EFE-9BAE-F10A37C02732}" destId="{AC8A7944-2130-4B7E-8C2F-60817163E460}" srcOrd="0" destOrd="0" presId="urn:microsoft.com/office/officeart/2018/5/layout/CenteredIconLabelDescriptionList"/>
    <dgm:cxn modelId="{150CC0FF-7445-47A0-85EB-120E5A8C6390}" type="presParOf" srcId="{BD329B7E-12C8-4EFE-9BAE-F10A37C02732}" destId="{EE709C46-D2A7-44F1-8341-F41F35021090}" srcOrd="1" destOrd="0" presId="urn:microsoft.com/office/officeart/2018/5/layout/CenteredIconLabelDescriptionList"/>
    <dgm:cxn modelId="{B608764F-1E00-479E-94B4-AEBADC4C72D0}" type="presParOf" srcId="{BD329B7E-12C8-4EFE-9BAE-F10A37C02732}" destId="{5D8CCA4B-CD3D-4681-B064-AF8557B45682}" srcOrd="2" destOrd="0" presId="urn:microsoft.com/office/officeart/2018/5/layout/CenteredIconLabelDescriptionList"/>
    <dgm:cxn modelId="{B3E13986-DD9B-4578-88B2-90D31C406156}" type="presParOf" srcId="{BD329B7E-12C8-4EFE-9BAE-F10A37C02732}" destId="{9F6B5BCF-9E94-4AFA-9628-4A4F4A557FEC}" srcOrd="3" destOrd="0" presId="urn:microsoft.com/office/officeart/2018/5/layout/CenteredIconLabelDescriptionList"/>
    <dgm:cxn modelId="{7805744C-55D1-458B-B616-2033980AE485}" type="presParOf" srcId="{BD329B7E-12C8-4EFE-9BAE-F10A37C02732}" destId="{D53CC553-94F7-4A60-B787-A36932D22493}" srcOrd="4" destOrd="0" presId="urn:microsoft.com/office/officeart/2018/5/layout/CenteredIconLabelDescriptionList"/>
    <dgm:cxn modelId="{9B698B47-C1D0-47A5-B5F6-50D653CDA626}" type="presParOf" srcId="{4119B412-B984-4A98-A2A4-2489ABA9CE66}" destId="{7A0F647F-CFA7-4974-9143-7CEC27C81DB1}" srcOrd="1" destOrd="0" presId="urn:microsoft.com/office/officeart/2018/5/layout/CenteredIconLabelDescriptionList"/>
    <dgm:cxn modelId="{A44B8FB8-B23A-44FD-904E-191221EC3BA1}" type="presParOf" srcId="{4119B412-B984-4A98-A2A4-2489ABA9CE66}" destId="{0C178DCA-33E0-4AFB-9717-8662B590E897}" srcOrd="2" destOrd="0" presId="urn:microsoft.com/office/officeart/2018/5/layout/CenteredIconLabelDescriptionList"/>
    <dgm:cxn modelId="{75A61C55-0F9E-4EBE-ADF4-703788A590CF}" type="presParOf" srcId="{0C178DCA-33E0-4AFB-9717-8662B590E897}" destId="{1D194E1E-386F-4995-A138-6098ABADA48D}" srcOrd="0" destOrd="0" presId="urn:microsoft.com/office/officeart/2018/5/layout/CenteredIconLabelDescriptionList"/>
    <dgm:cxn modelId="{8B8239C6-34E6-458F-A741-38500E6D3E54}" type="presParOf" srcId="{0C178DCA-33E0-4AFB-9717-8662B590E897}" destId="{2158F20B-E965-4E58-A8C7-550FB2CE21FA}" srcOrd="1" destOrd="0" presId="urn:microsoft.com/office/officeart/2018/5/layout/CenteredIconLabelDescriptionList"/>
    <dgm:cxn modelId="{E24E7BFA-454D-4A14-A587-9EDE5F80DC78}" type="presParOf" srcId="{0C178DCA-33E0-4AFB-9717-8662B590E897}" destId="{742426D3-F25A-4569-87B5-ED622515EA4F}" srcOrd="2" destOrd="0" presId="urn:microsoft.com/office/officeart/2018/5/layout/CenteredIconLabelDescriptionList"/>
    <dgm:cxn modelId="{BC5032B3-1E3F-4AEC-B90E-4F99614391F7}" type="presParOf" srcId="{0C178DCA-33E0-4AFB-9717-8662B590E897}" destId="{AD2C85FC-C79B-43F8-BE8B-DDCDB432F757}" srcOrd="3" destOrd="0" presId="urn:microsoft.com/office/officeart/2018/5/layout/CenteredIconLabelDescriptionList"/>
    <dgm:cxn modelId="{418A3459-33F0-4394-8927-FDD92739522A}" type="presParOf" srcId="{0C178DCA-33E0-4AFB-9717-8662B590E897}" destId="{7C8A41C5-BAFD-4094-AF82-7E093EC77F56}" srcOrd="4" destOrd="0" presId="urn:microsoft.com/office/officeart/2018/5/layout/CenteredIconLabelDescriptionList"/>
    <dgm:cxn modelId="{D3B6496B-7211-4284-B3F6-2D985D014ED8}" type="presParOf" srcId="{4119B412-B984-4A98-A2A4-2489ABA9CE66}" destId="{9B5D311C-F1A2-4B59-B481-2C2E806CBF2E}" srcOrd="3" destOrd="0" presId="urn:microsoft.com/office/officeart/2018/5/layout/CenteredIconLabelDescriptionList"/>
    <dgm:cxn modelId="{B6A4CB90-07A3-4BC1-8710-AFD7C384750C}" type="presParOf" srcId="{4119B412-B984-4A98-A2A4-2489ABA9CE66}" destId="{4B3AAC26-BD45-4EE7-95CC-78BA936DC69D}" srcOrd="4" destOrd="0" presId="urn:microsoft.com/office/officeart/2018/5/layout/CenteredIconLabelDescriptionList"/>
    <dgm:cxn modelId="{771BD793-7818-4335-8FE9-345C6CA0E971}" type="presParOf" srcId="{4B3AAC26-BD45-4EE7-95CC-78BA936DC69D}" destId="{1A7687F0-10EE-4127-8553-BA2E15EDC5BE}" srcOrd="0" destOrd="0" presId="urn:microsoft.com/office/officeart/2018/5/layout/CenteredIconLabelDescriptionList"/>
    <dgm:cxn modelId="{DA6C56FD-B1B1-43A8-B12E-399A861DAED0}" type="presParOf" srcId="{4B3AAC26-BD45-4EE7-95CC-78BA936DC69D}" destId="{B5E20B95-F026-46A6-AFDE-0EB56D658F86}" srcOrd="1" destOrd="0" presId="urn:microsoft.com/office/officeart/2018/5/layout/CenteredIconLabelDescriptionList"/>
    <dgm:cxn modelId="{32282B30-8A9F-487F-A399-44514A133870}" type="presParOf" srcId="{4B3AAC26-BD45-4EE7-95CC-78BA936DC69D}" destId="{5697819D-4E3F-4940-8D34-28D7A7467225}" srcOrd="2" destOrd="0" presId="urn:microsoft.com/office/officeart/2018/5/layout/CenteredIconLabelDescriptionList"/>
    <dgm:cxn modelId="{6C6C89D5-0CEF-443D-AB23-6AD2540754FD}" type="presParOf" srcId="{4B3AAC26-BD45-4EE7-95CC-78BA936DC69D}" destId="{CB558F13-F9FB-4AA4-8512-984C79C3F409}" srcOrd="3" destOrd="0" presId="urn:microsoft.com/office/officeart/2018/5/layout/CenteredIconLabelDescriptionList"/>
    <dgm:cxn modelId="{3A1D05EC-0AC6-416E-AA61-E44325B325C2}" type="presParOf" srcId="{4B3AAC26-BD45-4EE7-95CC-78BA936DC69D}" destId="{194505C4-548F-47CE-BCE3-8CFD47592E7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675CAC6F-763C-437D-A0AE-45DAB8C8307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F42D68-78DF-421D-8E9C-8AB551B011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Extended keys </a:t>
          </a:r>
          <a:endParaRPr lang="tr-TR"/>
        </a:p>
        <a:p>
          <a:pPr>
            <a:lnSpc>
              <a:spcPct val="100000"/>
            </a:lnSpc>
          </a:pPr>
          <a:r>
            <a:rPr lang="en-US"/>
            <a:t>are encoded </a:t>
          </a:r>
        </a:p>
      </dgm:t>
    </dgm:pt>
    <dgm:pt modelId="{68CAA947-4AB6-4888-A503-781CCDA95FEC}" type="parTrans" cxnId="{070E1B18-2336-4843-836C-277ED861C4CF}">
      <dgm:prSet/>
      <dgm:spPr/>
      <dgm:t>
        <a:bodyPr/>
        <a:lstStyle/>
        <a:p>
          <a:endParaRPr lang="en-US"/>
        </a:p>
      </dgm:t>
    </dgm:pt>
    <dgm:pt modelId="{554FC02C-88E5-4793-8252-4B0B61CE2D17}" type="sibTrans" cxnId="{070E1B18-2336-4843-836C-277ED861C4CF}">
      <dgm:prSet/>
      <dgm:spPr/>
      <dgm:t>
        <a:bodyPr/>
        <a:lstStyle/>
        <a:p>
          <a:endParaRPr lang="en-US"/>
        </a:p>
      </dgm:t>
    </dgm:pt>
    <dgm:pt modelId="{85EED065-0610-4A21-8274-A4F56346BB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Between Wallets</a:t>
          </a:r>
          <a:endParaRPr lang="en-US"/>
        </a:p>
      </dgm:t>
    </dgm:pt>
    <dgm:pt modelId="{5E2E53BA-9DAF-4EFB-A1F5-D8EA129DA60C}" type="parTrans" cxnId="{516346D4-9A59-4B1D-9637-F8F9C4F87D04}">
      <dgm:prSet/>
      <dgm:spPr/>
      <dgm:t>
        <a:bodyPr/>
        <a:lstStyle/>
        <a:p>
          <a:endParaRPr lang="en-US"/>
        </a:p>
      </dgm:t>
    </dgm:pt>
    <dgm:pt modelId="{D249D1D7-8B11-47E1-8E83-8A5F4B4423F0}" type="sibTrans" cxnId="{516346D4-9A59-4B1D-9637-F8F9C4F87D04}">
      <dgm:prSet/>
      <dgm:spPr/>
      <dgm:t>
        <a:bodyPr/>
        <a:lstStyle/>
        <a:p>
          <a:endParaRPr lang="en-US"/>
        </a:p>
      </dgm:t>
    </dgm:pt>
    <dgm:pt modelId="{9623812D-5DBD-41DE-945A-1A6F97FEDC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</a:t>
          </a:r>
        </a:p>
      </dgm:t>
    </dgm:pt>
    <dgm:pt modelId="{D198442B-E150-4A16-BE2F-8A1005F02346}" type="parTrans" cxnId="{304258B1-CBB5-46F1-A201-6CC37DFFD6B2}">
      <dgm:prSet/>
      <dgm:spPr/>
      <dgm:t>
        <a:bodyPr/>
        <a:lstStyle/>
        <a:p>
          <a:endParaRPr lang="en-US"/>
        </a:p>
      </dgm:t>
    </dgm:pt>
    <dgm:pt modelId="{946296EB-8AE4-432B-98EE-DC93967127FE}" type="sibTrans" cxnId="{304258B1-CBB5-46F1-A201-6CC37DFFD6B2}">
      <dgm:prSet/>
      <dgm:spPr/>
      <dgm:t>
        <a:bodyPr/>
        <a:lstStyle/>
        <a:p>
          <a:endParaRPr lang="en-US"/>
        </a:p>
      </dgm:t>
    </dgm:pt>
    <dgm:pt modelId="{DD655A24-C18F-4E05-A380-82B1D07270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Simplify transfer</a:t>
          </a:r>
          <a:endParaRPr lang="en-US"/>
        </a:p>
      </dgm:t>
    </dgm:pt>
    <dgm:pt modelId="{0CDDE080-A944-448C-8061-F994C0B0142A}" type="parTrans" cxnId="{6546D05D-D010-483C-9494-1EB1C7AF14E2}">
      <dgm:prSet/>
      <dgm:spPr/>
      <dgm:t>
        <a:bodyPr/>
        <a:lstStyle/>
        <a:p>
          <a:endParaRPr lang="en-US"/>
        </a:p>
      </dgm:t>
    </dgm:pt>
    <dgm:pt modelId="{D7FC5027-227A-403B-9763-14D01ADB1D32}" type="sibTrans" cxnId="{6546D05D-D010-483C-9494-1EB1C7AF14E2}">
      <dgm:prSet/>
      <dgm:spPr/>
      <dgm:t>
        <a:bodyPr/>
        <a:lstStyle/>
        <a:p>
          <a:endParaRPr lang="en-US"/>
        </a:p>
      </dgm:t>
    </dgm:pt>
    <dgm:pt modelId="{12DE3505-3F81-4D96-B737-FF590CB357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</a:t>
          </a:r>
        </a:p>
      </dgm:t>
    </dgm:pt>
    <dgm:pt modelId="{4448A2BF-F618-4B1E-B038-2A478BAF8D70}" type="parTrans" cxnId="{8CF75119-B545-4AE1-B2EF-0A0FCEE9CC51}">
      <dgm:prSet/>
      <dgm:spPr/>
      <dgm:t>
        <a:bodyPr/>
        <a:lstStyle/>
        <a:p>
          <a:endParaRPr lang="tr-TR"/>
        </a:p>
      </dgm:t>
    </dgm:pt>
    <dgm:pt modelId="{E9D7FD74-460D-4629-9C5C-BA19EBEF524B}" type="sibTrans" cxnId="{8CF75119-B545-4AE1-B2EF-0A0FCEE9CC51}">
      <dgm:prSet/>
      <dgm:spPr/>
      <dgm:t>
        <a:bodyPr/>
        <a:lstStyle/>
        <a:p>
          <a:endParaRPr lang="en-US"/>
        </a:p>
      </dgm:t>
    </dgm:pt>
    <dgm:pt modelId="{B494A5D6-A438-4C36-A47C-57378169FA7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Simplification of</a:t>
          </a:r>
          <a:endParaRPr lang="en-US"/>
        </a:p>
      </dgm:t>
    </dgm:pt>
    <dgm:pt modelId="{136AA5F6-E436-4456-BD46-EF21B2A95281}" type="parTrans" cxnId="{8EEBE401-874D-40E4-B6EF-60B944941675}">
      <dgm:prSet/>
      <dgm:spPr/>
      <dgm:t>
        <a:bodyPr/>
        <a:lstStyle/>
        <a:p>
          <a:endParaRPr lang="tr-TR"/>
        </a:p>
      </dgm:t>
    </dgm:pt>
    <dgm:pt modelId="{7712CC47-F6E6-47AB-86C2-2EC8C29E49C5}" type="sibTrans" cxnId="{8EEBE401-874D-40E4-B6EF-60B944941675}">
      <dgm:prSet/>
      <dgm:spPr/>
      <dgm:t>
        <a:bodyPr/>
        <a:lstStyle/>
        <a:p>
          <a:endParaRPr lang="en-US"/>
        </a:p>
      </dgm:t>
    </dgm:pt>
    <dgm:pt modelId="{50C6B92A-DEA9-47EB-8AD0-FD3D15B79B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BIP-32–compatible wallets</a:t>
          </a:r>
        </a:p>
      </dgm:t>
    </dgm:pt>
    <dgm:pt modelId="{6055C5FA-710A-48EA-9BD6-7AC1FB731956}" type="parTrans" cxnId="{A542B4C6-4C03-469E-8608-73720C76E246}">
      <dgm:prSet/>
      <dgm:spPr/>
      <dgm:t>
        <a:bodyPr/>
        <a:lstStyle/>
        <a:p>
          <a:endParaRPr lang="tr-TR"/>
        </a:p>
      </dgm:t>
    </dgm:pt>
    <dgm:pt modelId="{7FB2CD00-33AB-4063-9AE1-7801ABAF26E8}" type="sibTrans" cxnId="{A542B4C6-4C03-469E-8608-73720C76E246}">
      <dgm:prSet/>
      <dgm:spPr/>
      <dgm:t>
        <a:bodyPr/>
        <a:lstStyle/>
        <a:p>
          <a:endParaRPr lang="en-US"/>
        </a:p>
      </dgm:t>
    </dgm:pt>
    <dgm:pt modelId="{69CEAEBC-C187-4508-9A1B-5D78C12CB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export and import</a:t>
          </a:r>
        </a:p>
      </dgm:t>
    </dgm:pt>
    <dgm:pt modelId="{20C5C4F9-131F-496A-A31D-F37271A086E8}" type="parTrans" cxnId="{30ED4D37-B2A0-44E2-A10C-BF267CB5BB29}">
      <dgm:prSet/>
      <dgm:spPr/>
      <dgm:t>
        <a:bodyPr/>
        <a:lstStyle/>
        <a:p>
          <a:endParaRPr lang="tr-TR"/>
        </a:p>
      </dgm:t>
    </dgm:pt>
    <dgm:pt modelId="{04D10B13-0F9C-4129-9DFE-102FCF127E84}" type="sibTrans" cxnId="{30ED4D37-B2A0-44E2-A10C-BF267CB5BB29}">
      <dgm:prSet/>
      <dgm:spPr/>
      <dgm:t>
        <a:bodyPr/>
        <a:lstStyle/>
        <a:p>
          <a:endParaRPr lang="en-US"/>
        </a:p>
      </dgm:t>
    </dgm:pt>
    <dgm:pt modelId="{564DFB7F-23DD-40CD-92BE-70AF9ADA8AA5}" type="pres">
      <dgm:prSet presAssocID="{675CAC6F-763C-437D-A0AE-45DAB8C8307D}" presName="root" presStyleCnt="0">
        <dgm:presLayoutVars>
          <dgm:dir/>
          <dgm:resizeHandles val="exact"/>
        </dgm:presLayoutVars>
      </dgm:prSet>
      <dgm:spPr/>
    </dgm:pt>
    <dgm:pt modelId="{A70F2008-D843-40E8-A53B-A16F6E9B78B1}" type="pres">
      <dgm:prSet presAssocID="{9623812D-5DBD-41DE-945A-1A6F97FEDC55}" presName="compNode" presStyleCnt="0"/>
      <dgm:spPr/>
    </dgm:pt>
    <dgm:pt modelId="{CB803723-1C25-4D90-9D74-2814D992D974}" type="pres">
      <dgm:prSet presAssocID="{9623812D-5DBD-41DE-945A-1A6F97FEDC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EEEB987-2F96-4E89-83E3-94DF648E3098}" type="pres">
      <dgm:prSet presAssocID="{9623812D-5DBD-41DE-945A-1A6F97FEDC55}" presName="iconSpace" presStyleCnt="0"/>
      <dgm:spPr/>
    </dgm:pt>
    <dgm:pt modelId="{E383C6C6-34F9-438F-9772-3677EA286DAA}" type="pres">
      <dgm:prSet presAssocID="{9623812D-5DBD-41DE-945A-1A6F97FEDC55}" presName="parTx" presStyleLbl="revTx" presStyleIdx="0" presStyleCnt="6">
        <dgm:presLayoutVars>
          <dgm:chMax val="0"/>
          <dgm:chPref val="0"/>
        </dgm:presLayoutVars>
      </dgm:prSet>
      <dgm:spPr/>
    </dgm:pt>
    <dgm:pt modelId="{5C1F78A8-1954-4209-9C57-2623A95757C4}" type="pres">
      <dgm:prSet presAssocID="{9623812D-5DBD-41DE-945A-1A6F97FEDC55}" presName="txSpace" presStyleCnt="0"/>
      <dgm:spPr/>
    </dgm:pt>
    <dgm:pt modelId="{8184F3E8-F42D-4C07-AC3E-397666D99320}" type="pres">
      <dgm:prSet presAssocID="{9623812D-5DBD-41DE-945A-1A6F97FEDC55}" presName="desTx" presStyleLbl="revTx" presStyleIdx="1" presStyleCnt="6">
        <dgm:presLayoutVars/>
      </dgm:prSet>
      <dgm:spPr/>
    </dgm:pt>
    <dgm:pt modelId="{65918990-6EA3-440E-AE8A-7A4CCB7A385A}" type="pres">
      <dgm:prSet presAssocID="{946296EB-8AE4-432B-98EE-DC93967127FE}" presName="sibTrans" presStyleCnt="0"/>
      <dgm:spPr/>
    </dgm:pt>
    <dgm:pt modelId="{B6477EEF-C16A-472B-BAFB-A05255553EA2}" type="pres">
      <dgm:prSet presAssocID="{DD655A24-C18F-4E05-A380-82B1D0727038}" presName="compNode" presStyleCnt="0"/>
      <dgm:spPr/>
    </dgm:pt>
    <dgm:pt modelId="{DD20CCE3-9517-4EE3-8A20-EA9E4A88E910}" type="pres">
      <dgm:prSet presAssocID="{DD655A24-C18F-4E05-A380-82B1D07270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A405C01-E53F-43AE-9BB3-D843EDFE02DF}" type="pres">
      <dgm:prSet presAssocID="{DD655A24-C18F-4E05-A380-82B1D0727038}" presName="iconSpace" presStyleCnt="0"/>
      <dgm:spPr/>
    </dgm:pt>
    <dgm:pt modelId="{70418702-F779-4EE8-BBB3-2588D1CE1F13}" type="pres">
      <dgm:prSet presAssocID="{DD655A24-C18F-4E05-A380-82B1D0727038}" presName="parTx" presStyleLbl="revTx" presStyleIdx="2" presStyleCnt="6">
        <dgm:presLayoutVars>
          <dgm:chMax val="0"/>
          <dgm:chPref val="0"/>
        </dgm:presLayoutVars>
      </dgm:prSet>
      <dgm:spPr/>
    </dgm:pt>
    <dgm:pt modelId="{83557CBC-EAE0-4831-9301-CEFD5263AB76}" type="pres">
      <dgm:prSet presAssocID="{DD655A24-C18F-4E05-A380-82B1D0727038}" presName="txSpace" presStyleCnt="0"/>
      <dgm:spPr/>
    </dgm:pt>
    <dgm:pt modelId="{C5E8A227-0F35-46FD-AB4F-51883C370CD1}" type="pres">
      <dgm:prSet presAssocID="{DD655A24-C18F-4E05-A380-82B1D0727038}" presName="desTx" presStyleLbl="revTx" presStyleIdx="3" presStyleCnt="6">
        <dgm:presLayoutVars/>
      </dgm:prSet>
      <dgm:spPr/>
    </dgm:pt>
    <dgm:pt modelId="{A35DFFBC-1474-48D8-A34E-B9E5C4F1EA31}" type="pres">
      <dgm:prSet presAssocID="{D7FC5027-227A-403B-9763-14D01ADB1D32}" presName="sibTrans" presStyleCnt="0"/>
      <dgm:spPr/>
    </dgm:pt>
    <dgm:pt modelId="{AB33E9C3-2120-40C4-903B-FD75CEB53F77}" type="pres">
      <dgm:prSet presAssocID="{85EED065-0610-4A21-8274-A4F56346BBF6}" presName="compNode" presStyleCnt="0"/>
      <dgm:spPr/>
    </dgm:pt>
    <dgm:pt modelId="{F7D83266-2147-4971-8FE5-5FB19632C5C8}" type="pres">
      <dgm:prSet presAssocID="{85EED065-0610-4A21-8274-A4F56346BB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EE297D64-D13E-4019-AF41-D65FCD2A89BE}" type="pres">
      <dgm:prSet presAssocID="{85EED065-0610-4A21-8274-A4F56346BBF6}" presName="iconSpace" presStyleCnt="0"/>
      <dgm:spPr/>
    </dgm:pt>
    <dgm:pt modelId="{71945AB7-977C-406A-88E0-CD907048308D}" type="pres">
      <dgm:prSet presAssocID="{85EED065-0610-4A21-8274-A4F56346BBF6}" presName="parTx" presStyleLbl="revTx" presStyleIdx="4" presStyleCnt="6">
        <dgm:presLayoutVars>
          <dgm:chMax val="0"/>
          <dgm:chPref val="0"/>
        </dgm:presLayoutVars>
      </dgm:prSet>
      <dgm:spPr/>
    </dgm:pt>
    <dgm:pt modelId="{9ECAF612-7DD0-447A-9904-7CB3C3D7D450}" type="pres">
      <dgm:prSet presAssocID="{85EED065-0610-4A21-8274-A4F56346BBF6}" presName="txSpace" presStyleCnt="0"/>
      <dgm:spPr/>
    </dgm:pt>
    <dgm:pt modelId="{52E79D1F-0887-44FD-8412-C057893ADEF7}" type="pres">
      <dgm:prSet presAssocID="{85EED065-0610-4A21-8274-A4F56346BBF6}" presName="desTx" presStyleLbl="revTx" presStyleIdx="5" presStyleCnt="6">
        <dgm:presLayoutVars/>
      </dgm:prSet>
      <dgm:spPr/>
    </dgm:pt>
  </dgm:ptLst>
  <dgm:cxnLst>
    <dgm:cxn modelId="{8EEBE401-874D-40E4-B6EF-60B944941675}" srcId="{DD655A24-C18F-4E05-A380-82B1D0727038}" destId="{B494A5D6-A438-4C36-A47C-57378169FA7D}" srcOrd="0" destOrd="0" parTransId="{136AA5F6-E436-4456-BD46-EF21B2A95281}" sibTransId="{7712CC47-F6E6-47AB-86C2-2EC8C29E49C5}"/>
    <dgm:cxn modelId="{D146F508-E59E-4F1E-8E96-F94C2921203A}" type="presOf" srcId="{85EED065-0610-4A21-8274-A4F56346BBF6}" destId="{71945AB7-977C-406A-88E0-CD907048308D}" srcOrd="0" destOrd="0" presId="urn:microsoft.com/office/officeart/2018/5/layout/CenteredIconLabelDescriptionList"/>
    <dgm:cxn modelId="{070E1B18-2336-4843-836C-277ED861C4CF}" srcId="{9623812D-5DBD-41DE-945A-1A6F97FEDC55}" destId="{6CF42D68-78DF-421D-8E9C-8AB551B0110F}" srcOrd="0" destOrd="0" parTransId="{68CAA947-4AB6-4888-A503-781CCDA95FEC}" sibTransId="{554FC02C-88E5-4793-8252-4B0B61CE2D17}"/>
    <dgm:cxn modelId="{A84A2419-2C40-4525-9C3F-79D827763ECB}" type="presOf" srcId="{6CF42D68-78DF-421D-8E9C-8AB551B0110F}" destId="{8184F3E8-F42D-4C07-AC3E-397666D99320}" srcOrd="0" destOrd="0" presId="urn:microsoft.com/office/officeart/2018/5/layout/CenteredIconLabelDescriptionList"/>
    <dgm:cxn modelId="{8CF75119-B545-4AE1-B2EF-0A0FCEE9CC51}" srcId="{85EED065-0610-4A21-8274-A4F56346BBF6}" destId="{12DE3505-3F81-4D96-B737-FF590CB357BA}" srcOrd="0" destOrd="0" parTransId="{4448A2BF-F618-4B1E-B038-2A478BAF8D70}" sibTransId="{E9D7FD74-460D-4629-9C5C-BA19EBEF524B}"/>
    <dgm:cxn modelId="{30ED4D37-B2A0-44E2-A10C-BF267CB5BB29}" srcId="{DD655A24-C18F-4E05-A380-82B1D0727038}" destId="{69CEAEBC-C187-4508-9A1B-5D78C12CB27D}" srcOrd="1" destOrd="0" parTransId="{20C5C4F9-131F-496A-A31D-F37271A086E8}" sibTransId="{04D10B13-0F9C-4129-9DFE-102FCF127E84}"/>
    <dgm:cxn modelId="{10A62C39-46AA-4B9A-99AC-3D5F9E343C4D}" type="presOf" srcId="{50C6B92A-DEA9-47EB-8AD0-FD3D15B79B02}" destId="{52E79D1F-0887-44FD-8412-C057893ADEF7}" srcOrd="0" destOrd="1" presId="urn:microsoft.com/office/officeart/2018/5/layout/CenteredIconLabelDescriptionList"/>
    <dgm:cxn modelId="{61ECA73C-F384-476B-BA3C-CBBC56E5839E}" type="presOf" srcId="{69CEAEBC-C187-4508-9A1B-5D78C12CB27D}" destId="{C5E8A227-0F35-46FD-AB4F-51883C370CD1}" srcOrd="0" destOrd="1" presId="urn:microsoft.com/office/officeart/2018/5/layout/CenteredIconLabelDescriptionList"/>
    <dgm:cxn modelId="{6546D05D-D010-483C-9494-1EB1C7AF14E2}" srcId="{675CAC6F-763C-437D-A0AE-45DAB8C8307D}" destId="{DD655A24-C18F-4E05-A380-82B1D0727038}" srcOrd="1" destOrd="0" parTransId="{0CDDE080-A944-448C-8061-F994C0B0142A}" sibTransId="{D7FC5027-227A-403B-9763-14D01ADB1D32}"/>
    <dgm:cxn modelId="{4F865542-2C8D-4F83-B14C-26CC14151034}" type="presOf" srcId="{DD655A24-C18F-4E05-A380-82B1D0727038}" destId="{70418702-F779-4EE8-BBB3-2588D1CE1F13}" srcOrd="0" destOrd="0" presId="urn:microsoft.com/office/officeart/2018/5/layout/CenteredIconLabelDescriptionList"/>
    <dgm:cxn modelId="{7E6CCF50-01C6-4126-BA80-51F44CAA16AB}" type="presOf" srcId="{B494A5D6-A438-4C36-A47C-57378169FA7D}" destId="{C5E8A227-0F35-46FD-AB4F-51883C370CD1}" srcOrd="0" destOrd="0" presId="urn:microsoft.com/office/officeart/2018/5/layout/CenteredIconLabelDescriptionList"/>
    <dgm:cxn modelId="{810C8B8C-D1DB-4019-B429-A21DF9BAA89E}" type="presOf" srcId="{9623812D-5DBD-41DE-945A-1A6F97FEDC55}" destId="{E383C6C6-34F9-438F-9772-3677EA286DAA}" srcOrd="0" destOrd="0" presId="urn:microsoft.com/office/officeart/2018/5/layout/CenteredIconLabelDescriptionList"/>
    <dgm:cxn modelId="{2C70B9AD-E7D2-423A-954A-7462BC89CD83}" type="presOf" srcId="{12DE3505-3F81-4D96-B737-FF590CB357BA}" destId="{52E79D1F-0887-44FD-8412-C057893ADEF7}" srcOrd="0" destOrd="0" presId="urn:microsoft.com/office/officeart/2018/5/layout/CenteredIconLabelDescriptionList"/>
    <dgm:cxn modelId="{304258B1-CBB5-46F1-A201-6CC37DFFD6B2}" srcId="{675CAC6F-763C-437D-A0AE-45DAB8C8307D}" destId="{9623812D-5DBD-41DE-945A-1A6F97FEDC55}" srcOrd="0" destOrd="0" parTransId="{D198442B-E150-4A16-BE2F-8A1005F02346}" sibTransId="{946296EB-8AE4-432B-98EE-DC93967127FE}"/>
    <dgm:cxn modelId="{A542B4C6-4C03-469E-8608-73720C76E246}" srcId="{85EED065-0610-4A21-8274-A4F56346BBF6}" destId="{50C6B92A-DEA9-47EB-8AD0-FD3D15B79B02}" srcOrd="1" destOrd="0" parTransId="{6055C5FA-710A-48EA-9BD6-7AC1FB731956}" sibTransId="{7FB2CD00-33AB-4063-9AE1-7801ABAF26E8}"/>
    <dgm:cxn modelId="{B43A64CD-38FF-43FB-A709-2D11E5DCD35D}" type="presOf" srcId="{675CAC6F-763C-437D-A0AE-45DAB8C8307D}" destId="{564DFB7F-23DD-40CD-92BE-70AF9ADA8AA5}" srcOrd="0" destOrd="0" presId="urn:microsoft.com/office/officeart/2018/5/layout/CenteredIconLabelDescriptionList"/>
    <dgm:cxn modelId="{516346D4-9A59-4B1D-9637-F8F9C4F87D04}" srcId="{675CAC6F-763C-437D-A0AE-45DAB8C8307D}" destId="{85EED065-0610-4A21-8274-A4F56346BBF6}" srcOrd="2" destOrd="0" parTransId="{5E2E53BA-9DAF-4EFB-A1F5-D8EA129DA60C}" sibTransId="{D249D1D7-8B11-47E1-8E83-8A5F4B4423F0}"/>
    <dgm:cxn modelId="{68E63A0C-3E44-480C-9C0D-4E1A3A2C7CB9}" type="presParOf" srcId="{564DFB7F-23DD-40CD-92BE-70AF9ADA8AA5}" destId="{A70F2008-D843-40E8-A53B-A16F6E9B78B1}" srcOrd="0" destOrd="0" presId="urn:microsoft.com/office/officeart/2018/5/layout/CenteredIconLabelDescriptionList"/>
    <dgm:cxn modelId="{18E45C08-2594-46CE-A572-0DE66B193AE3}" type="presParOf" srcId="{A70F2008-D843-40E8-A53B-A16F6E9B78B1}" destId="{CB803723-1C25-4D90-9D74-2814D992D974}" srcOrd="0" destOrd="0" presId="urn:microsoft.com/office/officeart/2018/5/layout/CenteredIconLabelDescriptionList"/>
    <dgm:cxn modelId="{C2DBB55F-F3C0-4817-9F32-EB690D2978D0}" type="presParOf" srcId="{A70F2008-D843-40E8-A53B-A16F6E9B78B1}" destId="{5EEEB987-2F96-4E89-83E3-94DF648E3098}" srcOrd="1" destOrd="0" presId="urn:microsoft.com/office/officeart/2018/5/layout/CenteredIconLabelDescriptionList"/>
    <dgm:cxn modelId="{4D2BFA21-8876-47B2-9EFE-142A0BEF998B}" type="presParOf" srcId="{A70F2008-D843-40E8-A53B-A16F6E9B78B1}" destId="{E383C6C6-34F9-438F-9772-3677EA286DAA}" srcOrd="2" destOrd="0" presId="urn:microsoft.com/office/officeart/2018/5/layout/CenteredIconLabelDescriptionList"/>
    <dgm:cxn modelId="{D8FDBD3F-8ACC-4FD1-AB16-2E3E46D06A33}" type="presParOf" srcId="{A70F2008-D843-40E8-A53B-A16F6E9B78B1}" destId="{5C1F78A8-1954-4209-9C57-2623A95757C4}" srcOrd="3" destOrd="0" presId="urn:microsoft.com/office/officeart/2018/5/layout/CenteredIconLabelDescriptionList"/>
    <dgm:cxn modelId="{D450E5F9-B3AC-4441-AEA3-8B80949294D8}" type="presParOf" srcId="{A70F2008-D843-40E8-A53B-A16F6E9B78B1}" destId="{8184F3E8-F42D-4C07-AC3E-397666D99320}" srcOrd="4" destOrd="0" presId="urn:microsoft.com/office/officeart/2018/5/layout/CenteredIconLabelDescriptionList"/>
    <dgm:cxn modelId="{D08DAB9B-E005-4CDC-99EB-4C27CEB2170C}" type="presParOf" srcId="{564DFB7F-23DD-40CD-92BE-70AF9ADA8AA5}" destId="{65918990-6EA3-440E-AE8A-7A4CCB7A385A}" srcOrd="1" destOrd="0" presId="urn:microsoft.com/office/officeart/2018/5/layout/CenteredIconLabelDescriptionList"/>
    <dgm:cxn modelId="{2ACA3DE6-0C67-4328-B772-6F42748AFD50}" type="presParOf" srcId="{564DFB7F-23DD-40CD-92BE-70AF9ADA8AA5}" destId="{B6477EEF-C16A-472B-BAFB-A05255553EA2}" srcOrd="2" destOrd="0" presId="urn:microsoft.com/office/officeart/2018/5/layout/CenteredIconLabelDescriptionList"/>
    <dgm:cxn modelId="{F60E85EC-41F2-4729-A083-863DDB85D293}" type="presParOf" srcId="{B6477EEF-C16A-472B-BAFB-A05255553EA2}" destId="{DD20CCE3-9517-4EE3-8A20-EA9E4A88E910}" srcOrd="0" destOrd="0" presId="urn:microsoft.com/office/officeart/2018/5/layout/CenteredIconLabelDescriptionList"/>
    <dgm:cxn modelId="{657CC24D-E4A3-4879-A9C3-537B76CCC78D}" type="presParOf" srcId="{B6477EEF-C16A-472B-BAFB-A05255553EA2}" destId="{EA405C01-E53F-43AE-9BB3-D843EDFE02DF}" srcOrd="1" destOrd="0" presId="urn:microsoft.com/office/officeart/2018/5/layout/CenteredIconLabelDescriptionList"/>
    <dgm:cxn modelId="{380E6DCC-1686-4A72-A012-03D7BD3E1677}" type="presParOf" srcId="{B6477EEF-C16A-472B-BAFB-A05255553EA2}" destId="{70418702-F779-4EE8-BBB3-2588D1CE1F13}" srcOrd="2" destOrd="0" presId="urn:microsoft.com/office/officeart/2018/5/layout/CenteredIconLabelDescriptionList"/>
    <dgm:cxn modelId="{6F25D21E-3B76-4412-888E-69EF3FC5452F}" type="presParOf" srcId="{B6477EEF-C16A-472B-BAFB-A05255553EA2}" destId="{83557CBC-EAE0-4831-9301-CEFD5263AB76}" srcOrd="3" destOrd="0" presId="urn:microsoft.com/office/officeart/2018/5/layout/CenteredIconLabelDescriptionList"/>
    <dgm:cxn modelId="{46DFAE59-7FED-4EC1-A68B-EF76F74150DA}" type="presParOf" srcId="{B6477EEF-C16A-472B-BAFB-A05255553EA2}" destId="{C5E8A227-0F35-46FD-AB4F-51883C370CD1}" srcOrd="4" destOrd="0" presId="urn:microsoft.com/office/officeart/2018/5/layout/CenteredIconLabelDescriptionList"/>
    <dgm:cxn modelId="{35D54805-86D8-419F-BADE-150AE86F3D1E}" type="presParOf" srcId="{564DFB7F-23DD-40CD-92BE-70AF9ADA8AA5}" destId="{A35DFFBC-1474-48D8-A34E-B9E5C4F1EA31}" srcOrd="3" destOrd="0" presId="urn:microsoft.com/office/officeart/2018/5/layout/CenteredIconLabelDescriptionList"/>
    <dgm:cxn modelId="{3E714484-ED14-46A8-BEA9-0E3EBCD8AF91}" type="presParOf" srcId="{564DFB7F-23DD-40CD-92BE-70AF9ADA8AA5}" destId="{AB33E9C3-2120-40C4-903B-FD75CEB53F77}" srcOrd="4" destOrd="0" presId="urn:microsoft.com/office/officeart/2018/5/layout/CenteredIconLabelDescriptionList"/>
    <dgm:cxn modelId="{5B5012CD-467A-4904-9310-002509A084D7}" type="presParOf" srcId="{AB33E9C3-2120-40C4-903B-FD75CEB53F77}" destId="{F7D83266-2147-4971-8FE5-5FB19632C5C8}" srcOrd="0" destOrd="0" presId="urn:microsoft.com/office/officeart/2018/5/layout/CenteredIconLabelDescriptionList"/>
    <dgm:cxn modelId="{1720A2C1-6668-49C3-B46B-ECAF220A8B4A}" type="presParOf" srcId="{AB33E9C3-2120-40C4-903B-FD75CEB53F77}" destId="{EE297D64-D13E-4019-AF41-D65FCD2A89BE}" srcOrd="1" destOrd="0" presId="urn:microsoft.com/office/officeart/2018/5/layout/CenteredIconLabelDescriptionList"/>
    <dgm:cxn modelId="{781E8EC9-7DA7-42ED-811E-CB19C3E12AFE}" type="presParOf" srcId="{AB33E9C3-2120-40C4-903B-FD75CEB53F77}" destId="{71945AB7-977C-406A-88E0-CD907048308D}" srcOrd="2" destOrd="0" presId="urn:microsoft.com/office/officeart/2018/5/layout/CenteredIconLabelDescriptionList"/>
    <dgm:cxn modelId="{AF84FBF9-3342-4343-85EA-AB1F709AE6A7}" type="presParOf" srcId="{AB33E9C3-2120-40C4-903B-FD75CEB53F77}" destId="{9ECAF612-7DD0-447A-9904-7CB3C3D7D450}" srcOrd="3" destOrd="0" presId="urn:microsoft.com/office/officeart/2018/5/layout/CenteredIconLabelDescriptionList"/>
    <dgm:cxn modelId="{27411D26-E6C9-4277-BC4B-9A63D99193D7}" type="presParOf" srcId="{AB33E9C3-2120-40C4-903B-FD75CEB53F77}" destId="{52E79D1F-0887-44FD-8412-C057893ADEF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675CAC6F-763C-437D-A0AE-45DAB8C8307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AAD483-DA59-41B0-896B-6797AD7A98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Version Number</a:t>
          </a:r>
          <a:endParaRPr lang="en-US"/>
        </a:p>
      </dgm:t>
    </dgm:pt>
    <dgm:pt modelId="{BC2BEE10-07F2-4297-823B-9AC8C47343C5}" type="parTrans" cxnId="{7227C0A7-4FF9-45CC-86E9-2FC38B3B58E2}">
      <dgm:prSet/>
      <dgm:spPr/>
      <dgm:t>
        <a:bodyPr/>
        <a:lstStyle/>
        <a:p>
          <a:endParaRPr lang="en-US"/>
        </a:p>
      </dgm:t>
    </dgm:pt>
    <dgm:pt modelId="{E3651C27-2EE6-4D80-8D83-28D706997ABD}" type="sibTrans" cxnId="{7227C0A7-4FF9-45CC-86E9-2FC38B3B58E2}">
      <dgm:prSet/>
      <dgm:spPr/>
      <dgm:t>
        <a:bodyPr/>
        <a:lstStyle/>
        <a:p>
          <a:endParaRPr lang="en-US"/>
        </a:p>
      </dgm:t>
    </dgm:pt>
    <dgm:pt modelId="{26147562-F265-400E-AF1C-5F7AFAD4C3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Uses Special Version Number</a:t>
          </a:r>
          <a:endParaRPr lang="en-US"/>
        </a:p>
      </dgm:t>
    </dgm:pt>
    <dgm:pt modelId="{9008D279-C089-4331-91A1-A892427778C6}" type="parTrans" cxnId="{4C11FC12-1188-41EF-A12C-6D3F91F5C9F4}">
      <dgm:prSet/>
      <dgm:spPr/>
      <dgm:t>
        <a:bodyPr/>
        <a:lstStyle/>
        <a:p>
          <a:endParaRPr lang="tr-TR"/>
        </a:p>
      </dgm:t>
    </dgm:pt>
    <dgm:pt modelId="{183F98EB-7D3B-4CF2-A1A0-8CE8D1A76C42}" type="sibTrans" cxnId="{4C11FC12-1188-41EF-A12C-6D3F91F5C9F4}">
      <dgm:prSet/>
      <dgm:spPr/>
      <dgm:t>
        <a:bodyPr/>
        <a:lstStyle/>
        <a:p>
          <a:endParaRPr lang="tr-TR"/>
        </a:p>
      </dgm:t>
    </dgm:pt>
    <dgm:pt modelId="{B1181A32-8298-4CB4-A8BE-D44545510CD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 Extended Key</a:t>
          </a:r>
          <a:endParaRPr lang="en-US"/>
        </a:p>
      </dgm:t>
    </dgm:pt>
    <dgm:pt modelId="{CDA8E8E4-0DCC-4E54-84C3-D68C9726DA89}" type="parTrans" cxnId="{6114CE22-7C3E-4F34-9773-18FC861D9DAB}">
      <dgm:prSet/>
      <dgm:spPr/>
      <dgm:t>
        <a:bodyPr/>
        <a:lstStyle/>
        <a:p>
          <a:endParaRPr lang="tr-TR"/>
        </a:p>
      </dgm:t>
    </dgm:pt>
    <dgm:pt modelId="{0CE2A088-FE4B-42A0-ADC6-89F028E772FD}" type="sibTrans" cxnId="{6114CE22-7C3E-4F34-9773-18FC861D9DAB}">
      <dgm:prSet/>
      <dgm:spPr/>
      <dgm:t>
        <a:bodyPr/>
        <a:lstStyle/>
        <a:p>
          <a:endParaRPr lang="tr-TR"/>
        </a:p>
      </dgm:t>
    </dgm:pt>
    <dgm:pt modelId="{0A33A96A-5CFD-42FF-A668-0647434738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prefix “xprv”</a:t>
          </a:r>
        </a:p>
      </dgm:t>
    </dgm:pt>
    <dgm:pt modelId="{15968A93-1689-435B-93FF-A1882FFBEFA2}" type="parTrans" cxnId="{FDF44FB8-9EFE-4252-949D-EBBBA28301A4}">
      <dgm:prSet/>
      <dgm:spPr/>
      <dgm:t>
        <a:bodyPr/>
        <a:lstStyle/>
        <a:p>
          <a:endParaRPr lang="tr-TR"/>
        </a:p>
      </dgm:t>
    </dgm:pt>
    <dgm:pt modelId="{A3B48C0E-E77A-4C64-8608-6633753C3128}" type="sibTrans" cxnId="{FDF44FB8-9EFE-4252-949D-EBBBA28301A4}">
      <dgm:prSet/>
      <dgm:spPr/>
      <dgm:t>
        <a:bodyPr/>
        <a:lstStyle/>
        <a:p>
          <a:endParaRPr lang="tr-TR"/>
        </a:p>
      </dgm:t>
    </dgm:pt>
    <dgm:pt modelId="{D2EAE25E-AA42-4C31-B666-9BC0E9A8B02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Encoded public key</a:t>
          </a:r>
          <a:endParaRPr lang="en-US"/>
        </a:p>
      </dgm:t>
    </dgm:pt>
    <dgm:pt modelId="{F08247FB-35AA-49D5-B2C3-83C0862A8FA6}" type="parTrans" cxnId="{F7F0A46A-496B-47EC-AA48-F55C88AB4EC2}">
      <dgm:prSet/>
      <dgm:spPr/>
      <dgm:t>
        <a:bodyPr/>
        <a:lstStyle/>
        <a:p>
          <a:endParaRPr lang="tr-TR"/>
        </a:p>
      </dgm:t>
    </dgm:pt>
    <dgm:pt modelId="{4CF0B38F-5F4E-41E3-81A6-93749F2952FB}" type="sibTrans" cxnId="{F7F0A46A-496B-47EC-AA48-F55C88AB4EC2}">
      <dgm:prSet/>
      <dgm:spPr/>
      <dgm:t>
        <a:bodyPr/>
        <a:lstStyle/>
        <a:p>
          <a:endParaRPr lang="tr-TR"/>
        </a:p>
      </dgm:t>
    </dgm:pt>
    <dgm:pt modelId="{05A1C5DF-88A6-41A9-BC14-8FFF9EB8D6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“xpub”</a:t>
          </a:r>
        </a:p>
      </dgm:t>
    </dgm:pt>
    <dgm:pt modelId="{46EFDBCD-9BF3-4E99-8111-0C9A18811791}" type="parTrans" cxnId="{B4EE5C95-374C-44C5-B399-D4F6246E4E8B}">
      <dgm:prSet/>
      <dgm:spPr/>
      <dgm:t>
        <a:bodyPr/>
        <a:lstStyle/>
        <a:p>
          <a:endParaRPr lang="tr-TR"/>
        </a:p>
      </dgm:t>
    </dgm:pt>
    <dgm:pt modelId="{9AB05BE2-9B57-4378-8E68-237F4E787345}" type="sibTrans" cxnId="{B4EE5C95-374C-44C5-B399-D4F6246E4E8B}">
      <dgm:prSet/>
      <dgm:spPr/>
      <dgm:t>
        <a:bodyPr/>
        <a:lstStyle/>
        <a:p>
          <a:endParaRPr lang="tr-TR"/>
        </a:p>
      </dgm:t>
    </dgm:pt>
    <dgm:pt modelId="{8DC62E11-013F-480E-9C46-3F1FA8C26BC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Extended private key</a:t>
          </a:r>
          <a:endParaRPr lang="en-US"/>
        </a:p>
      </dgm:t>
    </dgm:pt>
    <dgm:pt modelId="{378EC0BE-5F00-4DD8-94A0-B8451A7214D2}" type="parTrans" cxnId="{D50E319F-8574-420E-890E-4AF86DEFBE0E}">
      <dgm:prSet/>
      <dgm:spPr/>
      <dgm:t>
        <a:bodyPr/>
        <a:lstStyle/>
        <a:p>
          <a:endParaRPr lang="tr-TR"/>
        </a:p>
      </dgm:t>
    </dgm:pt>
    <dgm:pt modelId="{77A3F901-A0AF-4BC0-B26E-781D764A3EFE}" type="sibTrans" cxnId="{D50E319F-8574-420E-890E-4AF86DEFBE0E}">
      <dgm:prSet/>
      <dgm:spPr/>
      <dgm:t>
        <a:bodyPr/>
        <a:lstStyle/>
        <a:p>
          <a:endParaRPr lang="tr-TR"/>
        </a:p>
      </dgm:t>
    </dgm:pt>
    <dgm:pt modelId="{13124F60-088F-42BA-A442-58D5F2A762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 coding</a:t>
          </a:r>
        </a:p>
      </dgm:t>
    </dgm:pt>
    <dgm:pt modelId="{7114FDB5-6AF0-4AB4-A59A-29E1B82B5155}" type="parTrans" cxnId="{2CDFA837-106C-47E8-8F8A-B34A8BC7A822}">
      <dgm:prSet/>
      <dgm:spPr/>
      <dgm:t>
        <a:bodyPr/>
        <a:lstStyle/>
        <a:p>
          <a:endParaRPr lang="tr-TR"/>
        </a:p>
      </dgm:t>
    </dgm:pt>
    <dgm:pt modelId="{A1E44C7D-2979-46C5-BE5A-6A41CA0B8BA9}" type="sibTrans" cxnId="{2CDFA837-106C-47E8-8F8A-B34A8BC7A822}">
      <dgm:prSet/>
      <dgm:spPr/>
      <dgm:t>
        <a:bodyPr/>
        <a:lstStyle/>
        <a:p>
          <a:endParaRPr lang="tr-TR"/>
        </a:p>
      </dgm:t>
    </dgm:pt>
    <dgm:pt modelId="{59FE6CFB-D903-4B2C-BEEC-D22315A0F166}" type="pres">
      <dgm:prSet presAssocID="{675CAC6F-763C-437D-A0AE-45DAB8C8307D}" presName="root" presStyleCnt="0">
        <dgm:presLayoutVars>
          <dgm:dir/>
          <dgm:resizeHandles val="exact"/>
        </dgm:presLayoutVars>
      </dgm:prSet>
      <dgm:spPr/>
    </dgm:pt>
    <dgm:pt modelId="{9F9EB64E-9955-45F9-887A-3796BAC56655}" type="pres">
      <dgm:prSet presAssocID="{B1AAD483-DA59-41B0-896B-6797AD7A981F}" presName="compNode" presStyleCnt="0"/>
      <dgm:spPr/>
    </dgm:pt>
    <dgm:pt modelId="{56C75754-394F-4C6E-92FD-73E61EC3E6DD}" type="pres">
      <dgm:prSet presAssocID="{B1AAD483-DA59-41B0-896B-6797AD7A98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223BBCD-725A-4019-9BCF-9EB82B570F81}" type="pres">
      <dgm:prSet presAssocID="{B1AAD483-DA59-41B0-896B-6797AD7A981F}" presName="iconSpace" presStyleCnt="0"/>
      <dgm:spPr/>
    </dgm:pt>
    <dgm:pt modelId="{F649F07A-145E-448D-A8DD-B66865F66E0E}" type="pres">
      <dgm:prSet presAssocID="{B1AAD483-DA59-41B0-896B-6797AD7A981F}" presName="parTx" presStyleLbl="revTx" presStyleIdx="0" presStyleCnt="8">
        <dgm:presLayoutVars>
          <dgm:chMax val="0"/>
          <dgm:chPref val="0"/>
        </dgm:presLayoutVars>
      </dgm:prSet>
      <dgm:spPr/>
    </dgm:pt>
    <dgm:pt modelId="{9EC019DD-AE4F-45B5-8BAE-E24C7BB27713}" type="pres">
      <dgm:prSet presAssocID="{B1AAD483-DA59-41B0-896B-6797AD7A981F}" presName="txSpace" presStyleCnt="0"/>
      <dgm:spPr/>
    </dgm:pt>
    <dgm:pt modelId="{59AB2B21-2378-4F7D-9D29-DD5AAA859362}" type="pres">
      <dgm:prSet presAssocID="{B1AAD483-DA59-41B0-896B-6797AD7A981F}" presName="desTx" presStyleLbl="revTx" presStyleIdx="1" presStyleCnt="8">
        <dgm:presLayoutVars/>
      </dgm:prSet>
      <dgm:spPr/>
    </dgm:pt>
    <dgm:pt modelId="{6273CC9C-E088-4E0B-AA19-60A5CED4DADD}" type="pres">
      <dgm:prSet presAssocID="{E3651C27-2EE6-4D80-8D83-28D706997ABD}" presName="sibTrans" presStyleCnt="0"/>
      <dgm:spPr/>
    </dgm:pt>
    <dgm:pt modelId="{A188EEED-9904-4AAF-B56A-1ED17BE1AE36}" type="pres">
      <dgm:prSet presAssocID="{13124F60-088F-42BA-A442-58D5F2A76260}" presName="compNode" presStyleCnt="0"/>
      <dgm:spPr/>
    </dgm:pt>
    <dgm:pt modelId="{D85F5BFB-3B0D-4EDD-A9D9-4E4249DAE0E1}" type="pres">
      <dgm:prSet presAssocID="{13124F60-088F-42BA-A442-58D5F2A762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C49FF6F-9A06-4CBB-B0E9-57E779A707DD}" type="pres">
      <dgm:prSet presAssocID="{13124F60-088F-42BA-A442-58D5F2A76260}" presName="iconSpace" presStyleCnt="0"/>
      <dgm:spPr/>
    </dgm:pt>
    <dgm:pt modelId="{44C02E4C-2BB8-46F8-9B1C-5A33FCA61265}" type="pres">
      <dgm:prSet presAssocID="{13124F60-088F-42BA-A442-58D5F2A76260}" presName="parTx" presStyleLbl="revTx" presStyleIdx="2" presStyleCnt="8">
        <dgm:presLayoutVars>
          <dgm:chMax val="0"/>
          <dgm:chPref val="0"/>
        </dgm:presLayoutVars>
      </dgm:prSet>
      <dgm:spPr/>
    </dgm:pt>
    <dgm:pt modelId="{07EF566C-E1E6-427E-8734-0D9D4C0E7CC9}" type="pres">
      <dgm:prSet presAssocID="{13124F60-088F-42BA-A442-58D5F2A76260}" presName="txSpace" presStyleCnt="0"/>
      <dgm:spPr/>
    </dgm:pt>
    <dgm:pt modelId="{36CD4C81-C3A2-4FA6-AF60-771D00DB60D5}" type="pres">
      <dgm:prSet presAssocID="{13124F60-088F-42BA-A442-58D5F2A76260}" presName="desTx" presStyleLbl="revTx" presStyleIdx="3" presStyleCnt="8">
        <dgm:presLayoutVars/>
      </dgm:prSet>
      <dgm:spPr/>
    </dgm:pt>
    <dgm:pt modelId="{18E53DD1-1E74-4B8E-8555-82B901D94344}" type="pres">
      <dgm:prSet presAssocID="{A1E44C7D-2979-46C5-BE5A-6A41CA0B8BA9}" presName="sibTrans" presStyleCnt="0"/>
      <dgm:spPr/>
    </dgm:pt>
    <dgm:pt modelId="{36DF3B4C-1B62-464D-A35A-A50A93A16C10}" type="pres">
      <dgm:prSet presAssocID="{0A33A96A-5CFD-42FF-A668-06474347387C}" presName="compNode" presStyleCnt="0"/>
      <dgm:spPr/>
    </dgm:pt>
    <dgm:pt modelId="{F38B19C5-4820-4736-96AE-F25197E113B9}" type="pres">
      <dgm:prSet presAssocID="{0A33A96A-5CFD-42FF-A668-06474347387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717608B-671F-4B1D-96C6-66C66893A068}" type="pres">
      <dgm:prSet presAssocID="{0A33A96A-5CFD-42FF-A668-06474347387C}" presName="iconSpace" presStyleCnt="0"/>
      <dgm:spPr/>
    </dgm:pt>
    <dgm:pt modelId="{B60B3D2B-5AF5-4AF7-BC04-FACC587D0F59}" type="pres">
      <dgm:prSet presAssocID="{0A33A96A-5CFD-42FF-A668-06474347387C}" presName="parTx" presStyleLbl="revTx" presStyleIdx="4" presStyleCnt="8">
        <dgm:presLayoutVars>
          <dgm:chMax val="0"/>
          <dgm:chPref val="0"/>
        </dgm:presLayoutVars>
      </dgm:prSet>
      <dgm:spPr/>
    </dgm:pt>
    <dgm:pt modelId="{EDE32CA8-2553-4222-8721-A2FE66F95C96}" type="pres">
      <dgm:prSet presAssocID="{0A33A96A-5CFD-42FF-A668-06474347387C}" presName="txSpace" presStyleCnt="0"/>
      <dgm:spPr/>
    </dgm:pt>
    <dgm:pt modelId="{27E4F4EB-12BE-46B3-9021-F1E3EB70C04C}" type="pres">
      <dgm:prSet presAssocID="{0A33A96A-5CFD-42FF-A668-06474347387C}" presName="desTx" presStyleLbl="revTx" presStyleIdx="5" presStyleCnt="8">
        <dgm:presLayoutVars/>
      </dgm:prSet>
      <dgm:spPr/>
    </dgm:pt>
    <dgm:pt modelId="{437072A9-15EB-4A86-BF7B-49A00D712AEA}" type="pres">
      <dgm:prSet presAssocID="{A3B48C0E-E77A-4C64-8608-6633753C3128}" presName="sibTrans" presStyleCnt="0"/>
      <dgm:spPr/>
    </dgm:pt>
    <dgm:pt modelId="{21DEB133-67BD-40F7-AA98-FD24740991BC}" type="pres">
      <dgm:prSet presAssocID="{05A1C5DF-88A6-41A9-BC14-8FFF9EB8D64A}" presName="compNode" presStyleCnt="0"/>
      <dgm:spPr/>
    </dgm:pt>
    <dgm:pt modelId="{E457B9E5-5936-46BC-BB74-0B9A6514C6B6}" type="pres">
      <dgm:prSet presAssocID="{05A1C5DF-88A6-41A9-BC14-8FFF9EB8D6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0EAFAD6-C385-47C9-8ACC-D136C4D322B0}" type="pres">
      <dgm:prSet presAssocID="{05A1C5DF-88A6-41A9-BC14-8FFF9EB8D64A}" presName="iconSpace" presStyleCnt="0"/>
      <dgm:spPr/>
    </dgm:pt>
    <dgm:pt modelId="{FD2C11EF-E967-4C9F-9359-34E2B8596546}" type="pres">
      <dgm:prSet presAssocID="{05A1C5DF-88A6-41A9-BC14-8FFF9EB8D64A}" presName="parTx" presStyleLbl="revTx" presStyleIdx="6" presStyleCnt="8">
        <dgm:presLayoutVars>
          <dgm:chMax val="0"/>
          <dgm:chPref val="0"/>
        </dgm:presLayoutVars>
      </dgm:prSet>
      <dgm:spPr/>
    </dgm:pt>
    <dgm:pt modelId="{64B17BC7-74B6-4667-A5BD-EF221FAEDE71}" type="pres">
      <dgm:prSet presAssocID="{05A1C5DF-88A6-41A9-BC14-8FFF9EB8D64A}" presName="txSpace" presStyleCnt="0"/>
      <dgm:spPr/>
    </dgm:pt>
    <dgm:pt modelId="{F627662B-3483-4127-81D4-5817600C61FD}" type="pres">
      <dgm:prSet presAssocID="{05A1C5DF-88A6-41A9-BC14-8FFF9EB8D64A}" presName="desTx" presStyleLbl="revTx" presStyleIdx="7" presStyleCnt="8">
        <dgm:presLayoutVars/>
      </dgm:prSet>
      <dgm:spPr/>
    </dgm:pt>
  </dgm:ptLst>
  <dgm:cxnLst>
    <dgm:cxn modelId="{4C11FC12-1188-41EF-A12C-6D3F91F5C9F4}" srcId="{B1AAD483-DA59-41B0-896B-6797AD7A981F}" destId="{26147562-F265-400E-AF1C-5F7AFAD4C373}" srcOrd="0" destOrd="0" parTransId="{9008D279-C089-4331-91A1-A892427778C6}" sibTransId="{183F98EB-7D3B-4CF2-A1A0-8CE8D1A76C42}"/>
    <dgm:cxn modelId="{6114CE22-7C3E-4F34-9773-18FC861D9DAB}" srcId="{13124F60-088F-42BA-A442-58D5F2A76260}" destId="{B1181A32-8298-4CB4-A8BE-D44545510CD3}" srcOrd="0" destOrd="0" parTransId="{CDA8E8E4-0DCC-4E54-84C3-D68C9726DA89}" sibTransId="{0CE2A088-FE4B-42A0-ADC6-89F028E772FD}"/>
    <dgm:cxn modelId="{2CDFA837-106C-47E8-8F8A-B34A8BC7A822}" srcId="{675CAC6F-763C-437D-A0AE-45DAB8C8307D}" destId="{13124F60-088F-42BA-A442-58D5F2A76260}" srcOrd="1" destOrd="0" parTransId="{7114FDB5-6AF0-4AB4-A59A-29E1B82B5155}" sibTransId="{A1E44C7D-2979-46C5-BE5A-6A41CA0B8BA9}"/>
    <dgm:cxn modelId="{04DF1464-F907-44DA-BB55-385704308BDB}" type="presOf" srcId="{B1181A32-8298-4CB4-A8BE-D44545510CD3}" destId="{36CD4C81-C3A2-4FA6-AF60-771D00DB60D5}" srcOrd="0" destOrd="0" presId="urn:microsoft.com/office/officeart/2018/2/layout/IconLabelDescriptionList"/>
    <dgm:cxn modelId="{F7F0A46A-496B-47EC-AA48-F55C88AB4EC2}" srcId="{05A1C5DF-88A6-41A9-BC14-8FFF9EB8D64A}" destId="{D2EAE25E-AA42-4C31-B666-9BC0E9A8B02F}" srcOrd="0" destOrd="0" parTransId="{F08247FB-35AA-49D5-B2C3-83C0862A8FA6}" sibTransId="{4CF0B38F-5F4E-41E3-81A6-93749F2952FB}"/>
    <dgm:cxn modelId="{A798A14E-C0CD-4066-B34C-CEF93A2936A7}" type="presOf" srcId="{675CAC6F-763C-437D-A0AE-45DAB8C8307D}" destId="{59FE6CFB-D903-4B2C-BEEC-D22315A0F166}" srcOrd="0" destOrd="0" presId="urn:microsoft.com/office/officeart/2018/2/layout/IconLabelDescriptionList"/>
    <dgm:cxn modelId="{A55CE95A-4066-4FCD-B76E-5A1D8017168F}" type="presOf" srcId="{D2EAE25E-AA42-4C31-B666-9BC0E9A8B02F}" destId="{F627662B-3483-4127-81D4-5817600C61FD}" srcOrd="0" destOrd="0" presId="urn:microsoft.com/office/officeart/2018/2/layout/IconLabelDescriptionList"/>
    <dgm:cxn modelId="{B4EE5C95-374C-44C5-B399-D4F6246E4E8B}" srcId="{675CAC6F-763C-437D-A0AE-45DAB8C8307D}" destId="{05A1C5DF-88A6-41A9-BC14-8FFF9EB8D64A}" srcOrd="3" destOrd="0" parTransId="{46EFDBCD-9BF3-4E99-8111-0C9A18811791}" sibTransId="{9AB05BE2-9B57-4378-8E68-237F4E787345}"/>
    <dgm:cxn modelId="{0B195296-788D-455A-B3A7-348B74C25474}" type="presOf" srcId="{0A33A96A-5CFD-42FF-A668-06474347387C}" destId="{B60B3D2B-5AF5-4AF7-BC04-FACC587D0F59}" srcOrd="0" destOrd="0" presId="urn:microsoft.com/office/officeart/2018/2/layout/IconLabelDescriptionList"/>
    <dgm:cxn modelId="{232BDD9A-9ED6-46D6-BCDE-EB9BD6C2C621}" type="presOf" srcId="{8DC62E11-013F-480E-9C46-3F1FA8C26BC3}" destId="{27E4F4EB-12BE-46B3-9021-F1E3EB70C04C}" srcOrd="0" destOrd="0" presId="urn:microsoft.com/office/officeart/2018/2/layout/IconLabelDescriptionList"/>
    <dgm:cxn modelId="{D50E319F-8574-420E-890E-4AF86DEFBE0E}" srcId="{0A33A96A-5CFD-42FF-A668-06474347387C}" destId="{8DC62E11-013F-480E-9C46-3F1FA8C26BC3}" srcOrd="0" destOrd="0" parTransId="{378EC0BE-5F00-4DD8-94A0-B8451A7214D2}" sibTransId="{77A3F901-A0AF-4BC0-B26E-781D764A3EFE}"/>
    <dgm:cxn modelId="{3B17F69F-BCD9-46A3-8727-7D3897230EBC}" type="presOf" srcId="{05A1C5DF-88A6-41A9-BC14-8FFF9EB8D64A}" destId="{FD2C11EF-E967-4C9F-9359-34E2B8596546}" srcOrd="0" destOrd="0" presId="urn:microsoft.com/office/officeart/2018/2/layout/IconLabelDescriptionList"/>
    <dgm:cxn modelId="{7227C0A7-4FF9-45CC-86E9-2FC38B3B58E2}" srcId="{675CAC6F-763C-437D-A0AE-45DAB8C8307D}" destId="{B1AAD483-DA59-41B0-896B-6797AD7A981F}" srcOrd="0" destOrd="0" parTransId="{BC2BEE10-07F2-4297-823B-9AC8C47343C5}" sibTransId="{E3651C27-2EE6-4D80-8D83-28D706997ABD}"/>
    <dgm:cxn modelId="{455AF7B5-AFC7-4751-B188-BC0F7E6068AB}" type="presOf" srcId="{13124F60-088F-42BA-A442-58D5F2A76260}" destId="{44C02E4C-2BB8-46F8-9B1C-5A33FCA61265}" srcOrd="0" destOrd="0" presId="urn:microsoft.com/office/officeart/2018/2/layout/IconLabelDescriptionList"/>
    <dgm:cxn modelId="{FDF44FB8-9EFE-4252-949D-EBBBA28301A4}" srcId="{675CAC6F-763C-437D-A0AE-45DAB8C8307D}" destId="{0A33A96A-5CFD-42FF-A668-06474347387C}" srcOrd="2" destOrd="0" parTransId="{15968A93-1689-435B-93FF-A1882FFBEFA2}" sibTransId="{A3B48C0E-E77A-4C64-8608-6633753C3128}"/>
    <dgm:cxn modelId="{F6D2A2BF-58FB-4811-A61F-600A2BA8A8AF}" type="presOf" srcId="{26147562-F265-400E-AF1C-5F7AFAD4C373}" destId="{59AB2B21-2378-4F7D-9D29-DD5AAA859362}" srcOrd="0" destOrd="0" presId="urn:microsoft.com/office/officeart/2018/2/layout/IconLabelDescriptionList"/>
    <dgm:cxn modelId="{92A4A1D6-F9A7-4510-B65D-10A0CED33E4F}" type="presOf" srcId="{B1AAD483-DA59-41B0-896B-6797AD7A981F}" destId="{F649F07A-145E-448D-A8DD-B66865F66E0E}" srcOrd="0" destOrd="0" presId="urn:microsoft.com/office/officeart/2018/2/layout/IconLabelDescriptionList"/>
    <dgm:cxn modelId="{35610D5D-1185-459C-AF8F-10854EBA2439}" type="presParOf" srcId="{59FE6CFB-D903-4B2C-BEEC-D22315A0F166}" destId="{9F9EB64E-9955-45F9-887A-3796BAC56655}" srcOrd="0" destOrd="0" presId="urn:microsoft.com/office/officeart/2018/2/layout/IconLabelDescriptionList"/>
    <dgm:cxn modelId="{AAEA9426-08CA-4F6F-B49E-0605D6D70CF2}" type="presParOf" srcId="{9F9EB64E-9955-45F9-887A-3796BAC56655}" destId="{56C75754-394F-4C6E-92FD-73E61EC3E6DD}" srcOrd="0" destOrd="0" presId="urn:microsoft.com/office/officeart/2018/2/layout/IconLabelDescriptionList"/>
    <dgm:cxn modelId="{818880D6-232C-4E63-9785-268372DE6A0B}" type="presParOf" srcId="{9F9EB64E-9955-45F9-887A-3796BAC56655}" destId="{3223BBCD-725A-4019-9BCF-9EB82B570F81}" srcOrd="1" destOrd="0" presId="urn:microsoft.com/office/officeart/2018/2/layout/IconLabelDescriptionList"/>
    <dgm:cxn modelId="{76B3E429-3D52-44F5-B125-301772959BE6}" type="presParOf" srcId="{9F9EB64E-9955-45F9-887A-3796BAC56655}" destId="{F649F07A-145E-448D-A8DD-B66865F66E0E}" srcOrd="2" destOrd="0" presId="urn:microsoft.com/office/officeart/2018/2/layout/IconLabelDescriptionList"/>
    <dgm:cxn modelId="{ABE17BE5-2E5E-4852-BE39-4F0A84236AA1}" type="presParOf" srcId="{9F9EB64E-9955-45F9-887A-3796BAC56655}" destId="{9EC019DD-AE4F-45B5-8BAE-E24C7BB27713}" srcOrd="3" destOrd="0" presId="urn:microsoft.com/office/officeart/2018/2/layout/IconLabelDescriptionList"/>
    <dgm:cxn modelId="{BE02D129-A64D-4AA6-9387-FBD5DD52A95A}" type="presParOf" srcId="{9F9EB64E-9955-45F9-887A-3796BAC56655}" destId="{59AB2B21-2378-4F7D-9D29-DD5AAA859362}" srcOrd="4" destOrd="0" presId="urn:microsoft.com/office/officeart/2018/2/layout/IconLabelDescriptionList"/>
    <dgm:cxn modelId="{54D18C05-089E-4479-AF77-563285DAD8BE}" type="presParOf" srcId="{59FE6CFB-D903-4B2C-BEEC-D22315A0F166}" destId="{6273CC9C-E088-4E0B-AA19-60A5CED4DADD}" srcOrd="1" destOrd="0" presId="urn:microsoft.com/office/officeart/2018/2/layout/IconLabelDescriptionList"/>
    <dgm:cxn modelId="{C6FC5798-DD3D-48A0-9AF6-78884ED7CBA0}" type="presParOf" srcId="{59FE6CFB-D903-4B2C-BEEC-D22315A0F166}" destId="{A188EEED-9904-4AAF-B56A-1ED17BE1AE36}" srcOrd="2" destOrd="0" presId="urn:microsoft.com/office/officeart/2018/2/layout/IconLabelDescriptionList"/>
    <dgm:cxn modelId="{DCDD135E-6BFC-4F3C-8633-B2E1E007CE97}" type="presParOf" srcId="{A188EEED-9904-4AAF-B56A-1ED17BE1AE36}" destId="{D85F5BFB-3B0D-4EDD-A9D9-4E4249DAE0E1}" srcOrd="0" destOrd="0" presId="urn:microsoft.com/office/officeart/2018/2/layout/IconLabelDescriptionList"/>
    <dgm:cxn modelId="{E2738842-D968-4BD9-AECF-6FCDA5A15104}" type="presParOf" srcId="{A188EEED-9904-4AAF-B56A-1ED17BE1AE36}" destId="{2C49FF6F-9A06-4CBB-B0E9-57E779A707DD}" srcOrd="1" destOrd="0" presId="urn:microsoft.com/office/officeart/2018/2/layout/IconLabelDescriptionList"/>
    <dgm:cxn modelId="{4D6A3CA6-FE2D-4E5A-8B59-EBB8A8CB92EA}" type="presParOf" srcId="{A188EEED-9904-4AAF-B56A-1ED17BE1AE36}" destId="{44C02E4C-2BB8-46F8-9B1C-5A33FCA61265}" srcOrd="2" destOrd="0" presId="urn:microsoft.com/office/officeart/2018/2/layout/IconLabelDescriptionList"/>
    <dgm:cxn modelId="{046BBB4D-952C-40CF-9959-69A4017C843E}" type="presParOf" srcId="{A188EEED-9904-4AAF-B56A-1ED17BE1AE36}" destId="{07EF566C-E1E6-427E-8734-0D9D4C0E7CC9}" srcOrd="3" destOrd="0" presId="urn:microsoft.com/office/officeart/2018/2/layout/IconLabelDescriptionList"/>
    <dgm:cxn modelId="{D75B661E-DDAD-4528-B000-77F2ACC68C9D}" type="presParOf" srcId="{A188EEED-9904-4AAF-B56A-1ED17BE1AE36}" destId="{36CD4C81-C3A2-4FA6-AF60-771D00DB60D5}" srcOrd="4" destOrd="0" presId="urn:microsoft.com/office/officeart/2018/2/layout/IconLabelDescriptionList"/>
    <dgm:cxn modelId="{90562C4C-3368-47CF-BF27-FD9C288925E8}" type="presParOf" srcId="{59FE6CFB-D903-4B2C-BEEC-D22315A0F166}" destId="{18E53DD1-1E74-4B8E-8555-82B901D94344}" srcOrd="3" destOrd="0" presId="urn:microsoft.com/office/officeart/2018/2/layout/IconLabelDescriptionList"/>
    <dgm:cxn modelId="{01E07883-7474-4023-A717-C24EB3EDFBDA}" type="presParOf" srcId="{59FE6CFB-D903-4B2C-BEEC-D22315A0F166}" destId="{36DF3B4C-1B62-464D-A35A-A50A93A16C10}" srcOrd="4" destOrd="0" presId="urn:microsoft.com/office/officeart/2018/2/layout/IconLabelDescriptionList"/>
    <dgm:cxn modelId="{11098969-842C-43A5-86F1-215246092481}" type="presParOf" srcId="{36DF3B4C-1B62-464D-A35A-A50A93A16C10}" destId="{F38B19C5-4820-4736-96AE-F25197E113B9}" srcOrd="0" destOrd="0" presId="urn:microsoft.com/office/officeart/2018/2/layout/IconLabelDescriptionList"/>
    <dgm:cxn modelId="{06264126-46A0-4FCE-B933-E3BA962A58C9}" type="presParOf" srcId="{36DF3B4C-1B62-464D-A35A-A50A93A16C10}" destId="{4717608B-671F-4B1D-96C6-66C66893A068}" srcOrd="1" destOrd="0" presId="urn:microsoft.com/office/officeart/2018/2/layout/IconLabelDescriptionList"/>
    <dgm:cxn modelId="{93830FCD-26F0-4431-93F6-08233C9A1DC0}" type="presParOf" srcId="{36DF3B4C-1B62-464D-A35A-A50A93A16C10}" destId="{B60B3D2B-5AF5-4AF7-BC04-FACC587D0F59}" srcOrd="2" destOrd="0" presId="urn:microsoft.com/office/officeart/2018/2/layout/IconLabelDescriptionList"/>
    <dgm:cxn modelId="{388E9276-7BDD-4911-91A3-D05D6C2A6C45}" type="presParOf" srcId="{36DF3B4C-1B62-464D-A35A-A50A93A16C10}" destId="{EDE32CA8-2553-4222-8721-A2FE66F95C96}" srcOrd="3" destOrd="0" presId="urn:microsoft.com/office/officeart/2018/2/layout/IconLabelDescriptionList"/>
    <dgm:cxn modelId="{7F5061E0-B534-4A58-95EF-3DF3F2A68C2A}" type="presParOf" srcId="{36DF3B4C-1B62-464D-A35A-A50A93A16C10}" destId="{27E4F4EB-12BE-46B3-9021-F1E3EB70C04C}" srcOrd="4" destOrd="0" presId="urn:microsoft.com/office/officeart/2018/2/layout/IconLabelDescriptionList"/>
    <dgm:cxn modelId="{DE855F63-16C3-4215-9BDB-56DC9F0EA4E1}" type="presParOf" srcId="{59FE6CFB-D903-4B2C-BEEC-D22315A0F166}" destId="{437072A9-15EB-4A86-BF7B-49A00D712AEA}" srcOrd="5" destOrd="0" presId="urn:microsoft.com/office/officeart/2018/2/layout/IconLabelDescriptionList"/>
    <dgm:cxn modelId="{F3CCD449-F49C-4B7F-9A59-C6848ABEBC17}" type="presParOf" srcId="{59FE6CFB-D903-4B2C-BEEC-D22315A0F166}" destId="{21DEB133-67BD-40F7-AA98-FD24740991BC}" srcOrd="6" destOrd="0" presId="urn:microsoft.com/office/officeart/2018/2/layout/IconLabelDescriptionList"/>
    <dgm:cxn modelId="{F5285756-2D42-41C9-8447-C02232AC1587}" type="presParOf" srcId="{21DEB133-67BD-40F7-AA98-FD24740991BC}" destId="{E457B9E5-5936-46BC-BB74-0B9A6514C6B6}" srcOrd="0" destOrd="0" presId="urn:microsoft.com/office/officeart/2018/2/layout/IconLabelDescriptionList"/>
    <dgm:cxn modelId="{0E7765A5-F4BF-42BF-B747-172FE8F29518}" type="presParOf" srcId="{21DEB133-67BD-40F7-AA98-FD24740991BC}" destId="{20EAFAD6-C385-47C9-8ACC-D136C4D322B0}" srcOrd="1" destOrd="0" presId="urn:microsoft.com/office/officeart/2018/2/layout/IconLabelDescriptionList"/>
    <dgm:cxn modelId="{C14E5587-D57B-4AC7-8B38-0836B3EA13D5}" type="presParOf" srcId="{21DEB133-67BD-40F7-AA98-FD24740991BC}" destId="{FD2C11EF-E967-4C9F-9359-34E2B8596546}" srcOrd="2" destOrd="0" presId="urn:microsoft.com/office/officeart/2018/2/layout/IconLabelDescriptionList"/>
    <dgm:cxn modelId="{DBD764A7-36D4-451A-858A-AF6D2CF85931}" type="presParOf" srcId="{21DEB133-67BD-40F7-AA98-FD24740991BC}" destId="{64B17BC7-74B6-4667-A5BD-EF221FAEDE71}" srcOrd="3" destOrd="0" presId="urn:microsoft.com/office/officeart/2018/2/layout/IconLabelDescriptionList"/>
    <dgm:cxn modelId="{682C3F06-72A1-4895-86D4-8C76455F00FE}" type="presParOf" srcId="{21DEB133-67BD-40F7-AA98-FD24740991BC}" destId="{F627662B-3483-4127-81D4-5817600C61F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276090B9-0CA1-49A7-B51F-E97D06A0090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793FD65-4B41-4C5A-9070-03A6B2374D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starts with </a:t>
          </a:r>
          <a:r>
            <a:rPr lang="tr-TR" b="1" dirty="0"/>
            <a:t>xprv</a:t>
          </a:r>
          <a:endParaRPr lang="en-US" b="1" dirty="0"/>
        </a:p>
      </dgm:t>
    </dgm:pt>
    <dgm:pt modelId="{9C189A4E-8F9F-4F67-9E0D-C47217E899C7}" type="parTrans" cxnId="{2F6D7667-96E2-4C7C-9C83-D97BE23980D1}">
      <dgm:prSet/>
      <dgm:spPr/>
      <dgm:t>
        <a:bodyPr/>
        <a:lstStyle/>
        <a:p>
          <a:endParaRPr lang="en-US" sz="3200"/>
        </a:p>
      </dgm:t>
    </dgm:pt>
    <dgm:pt modelId="{447DD24A-4E05-465F-AD4E-A143AC0B149F}" type="sibTrans" cxnId="{2F6D7667-96E2-4C7C-9C83-D97BE23980D1}">
      <dgm:prSet/>
      <dgm:spPr/>
      <dgm:t>
        <a:bodyPr/>
        <a:lstStyle/>
        <a:p>
          <a:endParaRPr lang="en-US"/>
        </a:p>
      </dgm:t>
    </dgm:pt>
    <dgm:pt modelId="{1747E4CE-9E53-4F75-A697-F570D5F5440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/>
            <a:t>xprv</a:t>
          </a:r>
          <a:r>
            <a:rPr lang="tr-TR"/>
            <a:t>9tyUQV64JT5qs3RSTJkXCWKMyUgoQp7F3hA1xzG6ZGu6u6Q9VMNjGr67Lctvy5P8oyaYAL9CAWrUE9i6GoNMKUga5biW6Hx4tws2six3b9c</a:t>
          </a:r>
          <a:endParaRPr lang="en-US"/>
        </a:p>
      </dgm:t>
    </dgm:pt>
    <dgm:pt modelId="{720211EE-8311-49B0-A912-ADFB83D95CB8}" type="parTrans" cxnId="{112B5101-DB92-4C35-A273-AE472AEB10B0}">
      <dgm:prSet/>
      <dgm:spPr/>
      <dgm:t>
        <a:bodyPr/>
        <a:lstStyle/>
        <a:p>
          <a:endParaRPr lang="en-US" sz="3200"/>
        </a:p>
      </dgm:t>
    </dgm:pt>
    <dgm:pt modelId="{E503A84B-F1E5-4053-B4DC-19884D7A4A8A}" type="sibTrans" cxnId="{112B5101-DB92-4C35-A273-AE472AEB10B0}">
      <dgm:prSet/>
      <dgm:spPr/>
      <dgm:t>
        <a:bodyPr/>
        <a:lstStyle/>
        <a:p>
          <a:endParaRPr lang="en-US"/>
        </a:p>
      </dgm:t>
    </dgm:pt>
    <dgm:pt modelId="{99566E69-A598-4D12-8DB4-E3A3B7079E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</a:t>
          </a:r>
        </a:p>
      </dgm:t>
    </dgm:pt>
    <dgm:pt modelId="{3D3FAB8E-334F-4359-986E-37DD18F97CB4}" type="parTrans" cxnId="{11983E76-0204-460D-ADAC-094327D2C3C3}">
      <dgm:prSet/>
      <dgm:spPr/>
      <dgm:t>
        <a:bodyPr/>
        <a:lstStyle/>
        <a:p>
          <a:endParaRPr lang="tr-TR" sz="3200"/>
        </a:p>
      </dgm:t>
    </dgm:pt>
    <dgm:pt modelId="{5003FF2E-355D-4421-A281-7B871D0032EC}" type="sibTrans" cxnId="{11983E76-0204-460D-ADAC-094327D2C3C3}">
      <dgm:prSet/>
      <dgm:spPr/>
      <dgm:t>
        <a:bodyPr/>
        <a:lstStyle/>
        <a:p>
          <a:endParaRPr lang="tr-TR"/>
        </a:p>
      </dgm:t>
    </dgm:pt>
    <dgm:pt modelId="{08AFE772-2EEF-4218-BE00-06D09F332D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Example</a:t>
          </a:r>
          <a:endParaRPr lang="en-US" dirty="0"/>
        </a:p>
      </dgm:t>
    </dgm:pt>
    <dgm:pt modelId="{E63825F2-A264-406B-BBC5-CD950CE06DD2}" type="parTrans" cxnId="{10BE35C6-1480-4306-B474-3A90046A6415}">
      <dgm:prSet/>
      <dgm:spPr/>
      <dgm:t>
        <a:bodyPr/>
        <a:lstStyle/>
        <a:p>
          <a:endParaRPr lang="tr-TR"/>
        </a:p>
      </dgm:t>
    </dgm:pt>
    <dgm:pt modelId="{8C51E206-11A1-45C6-A725-11591115DE04}" type="sibTrans" cxnId="{10BE35C6-1480-4306-B474-3A90046A6415}">
      <dgm:prSet/>
      <dgm:spPr/>
      <dgm:t>
        <a:bodyPr/>
        <a:lstStyle/>
        <a:p>
          <a:endParaRPr lang="tr-TR"/>
        </a:p>
      </dgm:t>
    </dgm:pt>
    <dgm:pt modelId="{034DD154-62C9-4AF1-A714-A25514BF87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</a:t>
          </a:r>
          <a:r>
            <a:rPr lang="en-US" i="1" dirty="0"/>
            <a:t>private </a:t>
          </a:r>
          <a:r>
            <a:rPr lang="en-US" dirty="0"/>
            <a:t>key</a:t>
          </a:r>
        </a:p>
      </dgm:t>
    </dgm:pt>
    <dgm:pt modelId="{FB6416EE-2752-4598-96DD-84ABB938EC8A}" type="parTrans" cxnId="{EE420B51-9AD1-4B0A-B2D0-BEF04B8ED7AD}">
      <dgm:prSet/>
      <dgm:spPr/>
      <dgm:t>
        <a:bodyPr/>
        <a:lstStyle/>
        <a:p>
          <a:endParaRPr lang="tr-TR"/>
        </a:p>
      </dgm:t>
    </dgm:pt>
    <dgm:pt modelId="{6976D0E6-D53B-4E9D-A1FD-75855A5C4B3F}" type="sibTrans" cxnId="{EE420B51-9AD1-4B0A-B2D0-BEF04B8ED7AD}">
      <dgm:prSet/>
      <dgm:spPr/>
      <dgm:t>
        <a:bodyPr/>
        <a:lstStyle/>
        <a:p>
          <a:endParaRPr lang="en-US"/>
        </a:p>
      </dgm:t>
    </dgm:pt>
    <dgm:pt modelId="{C4C06A97-7FCA-42A9-9728-D8F9CA6E9C6F}" type="pres">
      <dgm:prSet presAssocID="{276090B9-0CA1-49A7-B51F-E97D06A0090A}" presName="root" presStyleCnt="0">
        <dgm:presLayoutVars>
          <dgm:dir/>
          <dgm:resizeHandles val="exact"/>
        </dgm:presLayoutVars>
      </dgm:prSet>
      <dgm:spPr/>
    </dgm:pt>
    <dgm:pt modelId="{C6699DCF-C4ED-4182-9B29-094A0F634511}" type="pres">
      <dgm:prSet presAssocID="{99566E69-A598-4D12-8DB4-E3A3B7079EAF}" presName="compNode" presStyleCnt="0"/>
      <dgm:spPr/>
    </dgm:pt>
    <dgm:pt modelId="{65DFB390-A325-4F64-841E-A3F5EBF6AF43}" type="pres">
      <dgm:prSet presAssocID="{99566E69-A598-4D12-8DB4-E3A3B7079E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39FACD9-6EE0-49A7-B811-56C577FC3716}" type="pres">
      <dgm:prSet presAssocID="{99566E69-A598-4D12-8DB4-E3A3B7079EAF}" presName="iconSpace" presStyleCnt="0"/>
      <dgm:spPr/>
    </dgm:pt>
    <dgm:pt modelId="{399DEE5D-23AB-4846-B654-4CACEA178A7F}" type="pres">
      <dgm:prSet presAssocID="{99566E69-A598-4D12-8DB4-E3A3B7079EAF}" presName="parTx" presStyleLbl="revTx" presStyleIdx="0" presStyleCnt="4">
        <dgm:presLayoutVars>
          <dgm:chMax val="0"/>
          <dgm:chPref val="0"/>
        </dgm:presLayoutVars>
      </dgm:prSet>
      <dgm:spPr/>
    </dgm:pt>
    <dgm:pt modelId="{3800F816-5270-429A-B71C-156BCEECE80D}" type="pres">
      <dgm:prSet presAssocID="{99566E69-A598-4D12-8DB4-E3A3B7079EAF}" presName="txSpace" presStyleCnt="0"/>
      <dgm:spPr/>
    </dgm:pt>
    <dgm:pt modelId="{9F079FF3-B87B-41CA-8BF5-32C23CF6683E}" type="pres">
      <dgm:prSet presAssocID="{99566E69-A598-4D12-8DB4-E3A3B7079EAF}" presName="desTx" presStyleLbl="revTx" presStyleIdx="1" presStyleCnt="4">
        <dgm:presLayoutVars/>
      </dgm:prSet>
      <dgm:spPr/>
    </dgm:pt>
    <dgm:pt modelId="{9866CC43-7F5B-42AB-805D-9A5670FE1F0A}" type="pres">
      <dgm:prSet presAssocID="{5003FF2E-355D-4421-A281-7B871D0032EC}" presName="sibTrans" presStyleCnt="0"/>
      <dgm:spPr/>
    </dgm:pt>
    <dgm:pt modelId="{5EFA448B-ABB4-4019-B2EF-8E122D53FFE7}" type="pres">
      <dgm:prSet presAssocID="{08AFE772-2EEF-4218-BE00-06D09F332D21}" presName="compNode" presStyleCnt="0"/>
      <dgm:spPr/>
    </dgm:pt>
    <dgm:pt modelId="{D4749DA0-3B00-4750-8B4E-60F2D1055022}" type="pres">
      <dgm:prSet presAssocID="{08AFE772-2EEF-4218-BE00-06D09F332D21}" presName="iconRect" presStyleLbl="node1" presStyleIdx="1" presStyleCnt="2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80AA68D7-3F8D-4D94-85B8-9A06374647EF}" type="pres">
      <dgm:prSet presAssocID="{08AFE772-2EEF-4218-BE00-06D09F332D21}" presName="iconSpace" presStyleCnt="0"/>
      <dgm:spPr/>
    </dgm:pt>
    <dgm:pt modelId="{188CCD33-03AE-4399-98CA-EBCC96AD64F6}" type="pres">
      <dgm:prSet presAssocID="{08AFE772-2EEF-4218-BE00-06D09F332D21}" presName="parTx" presStyleLbl="revTx" presStyleIdx="2" presStyleCnt="4">
        <dgm:presLayoutVars>
          <dgm:chMax val="0"/>
          <dgm:chPref val="0"/>
        </dgm:presLayoutVars>
      </dgm:prSet>
      <dgm:spPr/>
    </dgm:pt>
    <dgm:pt modelId="{FA7F71D3-EEC5-4C6A-920C-7B938F2C6C13}" type="pres">
      <dgm:prSet presAssocID="{08AFE772-2EEF-4218-BE00-06D09F332D21}" presName="txSpace" presStyleCnt="0"/>
      <dgm:spPr/>
    </dgm:pt>
    <dgm:pt modelId="{4872F876-3EA9-4322-8E35-2C1E57A1FE00}" type="pres">
      <dgm:prSet presAssocID="{08AFE772-2EEF-4218-BE00-06D09F332D21}" presName="desTx" presStyleLbl="revTx" presStyleIdx="3" presStyleCnt="4">
        <dgm:presLayoutVars/>
      </dgm:prSet>
      <dgm:spPr/>
    </dgm:pt>
  </dgm:ptLst>
  <dgm:cxnLst>
    <dgm:cxn modelId="{112B5101-DB92-4C35-A273-AE472AEB10B0}" srcId="{08AFE772-2EEF-4218-BE00-06D09F332D21}" destId="{1747E4CE-9E53-4F75-A697-F570D5F54404}" srcOrd="0" destOrd="0" parTransId="{720211EE-8311-49B0-A912-ADFB83D95CB8}" sibTransId="{E503A84B-F1E5-4053-B4DC-19884D7A4A8A}"/>
    <dgm:cxn modelId="{A32E391E-E152-4EF5-A02C-3FFF1A5CEA1D}" type="presOf" srcId="{6793FD65-4B41-4C5A-9070-03A6B2374DBE}" destId="{9F079FF3-B87B-41CA-8BF5-32C23CF6683E}" srcOrd="0" destOrd="1" presId="urn:microsoft.com/office/officeart/2018/5/layout/CenteredIconLabelDescriptionList"/>
    <dgm:cxn modelId="{0BDE6C65-C7BA-4BC3-A376-A38DBD42F418}" type="presOf" srcId="{08AFE772-2EEF-4218-BE00-06D09F332D21}" destId="{188CCD33-03AE-4399-98CA-EBCC96AD64F6}" srcOrd="0" destOrd="0" presId="urn:microsoft.com/office/officeart/2018/5/layout/CenteredIconLabelDescriptionList"/>
    <dgm:cxn modelId="{2F6D7667-96E2-4C7C-9C83-D97BE23980D1}" srcId="{99566E69-A598-4D12-8DB4-E3A3B7079EAF}" destId="{6793FD65-4B41-4C5A-9070-03A6B2374DBE}" srcOrd="1" destOrd="0" parTransId="{9C189A4E-8F9F-4F67-9E0D-C47217E899C7}" sibTransId="{447DD24A-4E05-465F-AD4E-A143AC0B149F}"/>
    <dgm:cxn modelId="{EE420B51-9AD1-4B0A-B2D0-BEF04B8ED7AD}" srcId="{99566E69-A598-4D12-8DB4-E3A3B7079EAF}" destId="{034DD154-62C9-4AF1-A714-A25514BF871C}" srcOrd="0" destOrd="0" parTransId="{FB6416EE-2752-4598-96DD-84ABB938EC8A}" sibTransId="{6976D0E6-D53B-4E9D-A1FD-75855A5C4B3F}"/>
    <dgm:cxn modelId="{11983E76-0204-460D-ADAC-094327D2C3C3}" srcId="{276090B9-0CA1-49A7-B51F-E97D06A0090A}" destId="{99566E69-A598-4D12-8DB4-E3A3B7079EAF}" srcOrd="0" destOrd="0" parTransId="{3D3FAB8E-334F-4359-986E-37DD18F97CB4}" sibTransId="{5003FF2E-355D-4421-A281-7B871D0032EC}"/>
    <dgm:cxn modelId="{34D12190-46DF-4D80-A0D9-E7AF32DB01A2}" type="presOf" srcId="{99566E69-A598-4D12-8DB4-E3A3B7079EAF}" destId="{399DEE5D-23AB-4846-B654-4CACEA178A7F}" srcOrd="0" destOrd="0" presId="urn:microsoft.com/office/officeart/2018/5/layout/CenteredIconLabelDescriptionList"/>
    <dgm:cxn modelId="{CCC7189F-B3FA-4C6F-9FE5-EF6B8DD68547}" type="presOf" srcId="{1747E4CE-9E53-4F75-A697-F570D5F54404}" destId="{4872F876-3EA9-4322-8E35-2C1E57A1FE00}" srcOrd="0" destOrd="0" presId="urn:microsoft.com/office/officeart/2018/5/layout/CenteredIconLabelDescriptionList"/>
    <dgm:cxn modelId="{6302EFA8-890F-409C-B95C-24174F4DA54C}" type="presOf" srcId="{034DD154-62C9-4AF1-A714-A25514BF871C}" destId="{9F079FF3-B87B-41CA-8BF5-32C23CF6683E}" srcOrd="0" destOrd="0" presId="urn:microsoft.com/office/officeart/2018/5/layout/CenteredIconLabelDescriptionList"/>
    <dgm:cxn modelId="{4E0304C1-F9D2-44E5-B683-81FE08215111}" type="presOf" srcId="{276090B9-0CA1-49A7-B51F-E97D06A0090A}" destId="{C4C06A97-7FCA-42A9-9728-D8F9CA6E9C6F}" srcOrd="0" destOrd="0" presId="urn:microsoft.com/office/officeart/2018/5/layout/CenteredIconLabelDescriptionList"/>
    <dgm:cxn modelId="{10BE35C6-1480-4306-B474-3A90046A6415}" srcId="{276090B9-0CA1-49A7-B51F-E97D06A0090A}" destId="{08AFE772-2EEF-4218-BE00-06D09F332D21}" srcOrd="1" destOrd="0" parTransId="{E63825F2-A264-406B-BBC5-CD950CE06DD2}" sibTransId="{8C51E206-11A1-45C6-A725-11591115DE04}"/>
    <dgm:cxn modelId="{9E75C87C-0637-4249-860C-78DB166A0BFD}" type="presParOf" srcId="{C4C06A97-7FCA-42A9-9728-D8F9CA6E9C6F}" destId="{C6699DCF-C4ED-4182-9B29-094A0F634511}" srcOrd="0" destOrd="0" presId="urn:microsoft.com/office/officeart/2018/5/layout/CenteredIconLabelDescriptionList"/>
    <dgm:cxn modelId="{679D5D8E-69F1-4F46-9691-79C750A25DA9}" type="presParOf" srcId="{C6699DCF-C4ED-4182-9B29-094A0F634511}" destId="{65DFB390-A325-4F64-841E-A3F5EBF6AF43}" srcOrd="0" destOrd="0" presId="urn:microsoft.com/office/officeart/2018/5/layout/CenteredIconLabelDescriptionList"/>
    <dgm:cxn modelId="{37C89396-F6E9-450A-B697-A9A0F143238A}" type="presParOf" srcId="{C6699DCF-C4ED-4182-9B29-094A0F634511}" destId="{E39FACD9-6EE0-49A7-B811-56C577FC3716}" srcOrd="1" destOrd="0" presId="urn:microsoft.com/office/officeart/2018/5/layout/CenteredIconLabelDescriptionList"/>
    <dgm:cxn modelId="{65537892-965C-4864-B4B0-316D65BE1D0C}" type="presParOf" srcId="{C6699DCF-C4ED-4182-9B29-094A0F634511}" destId="{399DEE5D-23AB-4846-B654-4CACEA178A7F}" srcOrd="2" destOrd="0" presId="urn:microsoft.com/office/officeart/2018/5/layout/CenteredIconLabelDescriptionList"/>
    <dgm:cxn modelId="{16C562D3-DF14-4872-9A32-F17DE9E84185}" type="presParOf" srcId="{C6699DCF-C4ED-4182-9B29-094A0F634511}" destId="{3800F816-5270-429A-B71C-156BCEECE80D}" srcOrd="3" destOrd="0" presId="urn:microsoft.com/office/officeart/2018/5/layout/CenteredIconLabelDescriptionList"/>
    <dgm:cxn modelId="{4FA35601-B4FB-49A9-933F-075E1A6E1B27}" type="presParOf" srcId="{C6699DCF-C4ED-4182-9B29-094A0F634511}" destId="{9F079FF3-B87B-41CA-8BF5-32C23CF6683E}" srcOrd="4" destOrd="0" presId="urn:microsoft.com/office/officeart/2018/5/layout/CenteredIconLabelDescriptionList"/>
    <dgm:cxn modelId="{6EB77670-58E4-450B-A84A-81E685557E8C}" type="presParOf" srcId="{C4C06A97-7FCA-42A9-9728-D8F9CA6E9C6F}" destId="{9866CC43-7F5B-42AB-805D-9A5670FE1F0A}" srcOrd="1" destOrd="0" presId="urn:microsoft.com/office/officeart/2018/5/layout/CenteredIconLabelDescriptionList"/>
    <dgm:cxn modelId="{027E431B-DD9E-4DA9-91DA-9306E7DB4B46}" type="presParOf" srcId="{C4C06A97-7FCA-42A9-9728-D8F9CA6E9C6F}" destId="{5EFA448B-ABB4-4019-B2EF-8E122D53FFE7}" srcOrd="2" destOrd="0" presId="urn:microsoft.com/office/officeart/2018/5/layout/CenteredIconLabelDescriptionList"/>
    <dgm:cxn modelId="{4B615972-BA5E-4265-B664-CBAF71FA19A9}" type="presParOf" srcId="{5EFA448B-ABB4-4019-B2EF-8E122D53FFE7}" destId="{D4749DA0-3B00-4750-8B4E-60F2D1055022}" srcOrd="0" destOrd="0" presId="urn:microsoft.com/office/officeart/2018/5/layout/CenteredIconLabelDescriptionList"/>
    <dgm:cxn modelId="{CA1F29ED-E3C2-4C09-826C-F908F5DB5235}" type="presParOf" srcId="{5EFA448B-ABB4-4019-B2EF-8E122D53FFE7}" destId="{80AA68D7-3F8D-4D94-85B8-9A06374647EF}" srcOrd="1" destOrd="0" presId="urn:microsoft.com/office/officeart/2018/5/layout/CenteredIconLabelDescriptionList"/>
    <dgm:cxn modelId="{6E3634CF-F404-42C9-BA82-FA04EDE5C63C}" type="presParOf" srcId="{5EFA448B-ABB4-4019-B2EF-8E122D53FFE7}" destId="{188CCD33-03AE-4399-98CA-EBCC96AD64F6}" srcOrd="2" destOrd="0" presId="urn:microsoft.com/office/officeart/2018/5/layout/CenteredIconLabelDescriptionList"/>
    <dgm:cxn modelId="{D5957695-0463-4966-9B3D-4C274D40A2B8}" type="presParOf" srcId="{5EFA448B-ABB4-4019-B2EF-8E122D53FFE7}" destId="{FA7F71D3-EEC5-4C6A-920C-7B938F2C6C13}" srcOrd="3" destOrd="0" presId="urn:microsoft.com/office/officeart/2018/5/layout/CenteredIconLabelDescriptionList"/>
    <dgm:cxn modelId="{FAC35F06-2641-44D9-B0DE-A2BC11F00090}" type="presParOf" srcId="{5EFA448B-ABB4-4019-B2EF-8E122D53FFE7}" destId="{4872F876-3EA9-4322-8E35-2C1E57A1FE0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276090B9-0CA1-49A7-B51F-E97D06A0090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793FD65-4B41-4C5A-9070-03A6B2374D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</a:t>
          </a:r>
          <a:r>
            <a:rPr lang="tr-TR" i="1" dirty="0"/>
            <a:t>public</a:t>
          </a:r>
          <a:r>
            <a:rPr lang="en-US" i="1" dirty="0"/>
            <a:t> </a:t>
          </a:r>
          <a:r>
            <a:rPr lang="en-US" dirty="0"/>
            <a:t>key</a:t>
          </a:r>
        </a:p>
      </dgm:t>
    </dgm:pt>
    <dgm:pt modelId="{9C189A4E-8F9F-4F67-9E0D-C47217E899C7}" type="parTrans" cxnId="{2F6D7667-96E2-4C7C-9C83-D97BE23980D1}">
      <dgm:prSet/>
      <dgm:spPr/>
      <dgm:t>
        <a:bodyPr/>
        <a:lstStyle/>
        <a:p>
          <a:endParaRPr lang="en-US" sz="3200"/>
        </a:p>
      </dgm:t>
    </dgm:pt>
    <dgm:pt modelId="{447DD24A-4E05-465F-AD4E-A143AC0B149F}" type="sibTrans" cxnId="{2F6D7667-96E2-4C7C-9C83-D97BE23980D1}">
      <dgm:prSet/>
      <dgm:spPr/>
      <dgm:t>
        <a:bodyPr/>
        <a:lstStyle/>
        <a:p>
          <a:endParaRPr lang="en-US"/>
        </a:p>
      </dgm:t>
    </dgm:pt>
    <dgm:pt modelId="{32960C4A-F6DB-4EC1-8E5F-E191B56C570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 dirty="0"/>
            <a:t>xpub</a:t>
          </a:r>
          <a:r>
            <a:rPr lang="tr-TR" dirty="0"/>
            <a:t>67xpozcx8pe95XVuZLHXZeG6XWXHpGq6Qv5cmNfi7cS5mtjJ2tgypeQbBs2UAR6KECeeMVKZBPLrtJunSDMstweyLXhRgPxdp14sk9tJPW9</a:t>
          </a:r>
          <a:endParaRPr lang="en-US" dirty="0"/>
        </a:p>
      </dgm:t>
    </dgm:pt>
    <dgm:pt modelId="{4DE15E0C-0C2A-407C-A0B5-44822C610599}" type="parTrans" cxnId="{B999EC5F-6ED0-473F-8490-F34AB85DD963}">
      <dgm:prSet/>
      <dgm:spPr/>
      <dgm:t>
        <a:bodyPr/>
        <a:lstStyle/>
        <a:p>
          <a:endParaRPr lang="en-US" sz="3200"/>
        </a:p>
      </dgm:t>
    </dgm:pt>
    <dgm:pt modelId="{9D0D6D06-F39B-4FBD-9AA0-0CDAE3C533B4}" type="sibTrans" cxnId="{B999EC5F-6ED0-473F-8490-F34AB85DD963}">
      <dgm:prSet/>
      <dgm:spPr/>
      <dgm:t>
        <a:bodyPr/>
        <a:lstStyle/>
        <a:p>
          <a:endParaRPr lang="en-US"/>
        </a:p>
      </dgm:t>
    </dgm:pt>
    <dgm:pt modelId="{99566E69-A598-4D12-8DB4-E3A3B7079E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Base58Check</a:t>
          </a:r>
        </a:p>
      </dgm:t>
    </dgm:pt>
    <dgm:pt modelId="{3D3FAB8E-334F-4359-986E-37DD18F97CB4}" type="parTrans" cxnId="{11983E76-0204-460D-ADAC-094327D2C3C3}">
      <dgm:prSet/>
      <dgm:spPr/>
      <dgm:t>
        <a:bodyPr/>
        <a:lstStyle/>
        <a:p>
          <a:endParaRPr lang="tr-TR" sz="3200"/>
        </a:p>
      </dgm:t>
    </dgm:pt>
    <dgm:pt modelId="{5003FF2E-355D-4421-A281-7B871D0032EC}" type="sibTrans" cxnId="{11983E76-0204-460D-ADAC-094327D2C3C3}">
      <dgm:prSet/>
      <dgm:spPr/>
      <dgm:t>
        <a:bodyPr/>
        <a:lstStyle/>
        <a:p>
          <a:endParaRPr lang="tr-TR"/>
        </a:p>
      </dgm:t>
    </dgm:pt>
    <dgm:pt modelId="{06E7DAE9-3E94-40C0-AD1C-CBF66DCE2E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Example</a:t>
          </a:r>
          <a:endParaRPr lang="en-US" dirty="0"/>
        </a:p>
      </dgm:t>
    </dgm:pt>
    <dgm:pt modelId="{BE64CE36-7AB2-4BE7-B876-53599CD83496}" type="parTrans" cxnId="{DD0C85EB-3FD7-4A41-B664-744F33CDCFB3}">
      <dgm:prSet/>
      <dgm:spPr/>
      <dgm:t>
        <a:bodyPr/>
        <a:lstStyle/>
        <a:p>
          <a:endParaRPr lang="tr-TR" sz="3200"/>
        </a:p>
      </dgm:t>
    </dgm:pt>
    <dgm:pt modelId="{6CFF99F1-D5A4-4C3A-B44F-D5A1336EE260}" type="sibTrans" cxnId="{DD0C85EB-3FD7-4A41-B664-744F33CDCFB3}">
      <dgm:prSet/>
      <dgm:spPr/>
      <dgm:t>
        <a:bodyPr/>
        <a:lstStyle/>
        <a:p>
          <a:endParaRPr lang="tr-TR"/>
        </a:p>
      </dgm:t>
    </dgm:pt>
    <dgm:pt modelId="{219F47AE-97C8-41FE-9AE3-900887B663B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starts with </a:t>
          </a:r>
          <a:r>
            <a:rPr lang="tr-TR" b="1" dirty="0"/>
            <a:t>xpub</a:t>
          </a:r>
          <a:endParaRPr lang="tr-TR" dirty="0"/>
        </a:p>
      </dgm:t>
    </dgm:pt>
    <dgm:pt modelId="{4C5260CB-005C-4B0C-9215-B51DECFFA825}" type="parTrans" cxnId="{73F58966-94DC-4D66-A2AE-222A95DBFB88}">
      <dgm:prSet/>
      <dgm:spPr/>
      <dgm:t>
        <a:bodyPr/>
        <a:lstStyle/>
        <a:p>
          <a:endParaRPr lang="tr-TR"/>
        </a:p>
      </dgm:t>
    </dgm:pt>
    <dgm:pt modelId="{A3CA5CA8-0955-4286-A650-1E9B964DEE6E}" type="sibTrans" cxnId="{73F58966-94DC-4D66-A2AE-222A95DBFB88}">
      <dgm:prSet/>
      <dgm:spPr/>
      <dgm:t>
        <a:bodyPr/>
        <a:lstStyle/>
        <a:p>
          <a:endParaRPr lang="tr-TR"/>
        </a:p>
      </dgm:t>
    </dgm:pt>
    <dgm:pt modelId="{1456FA68-5C8E-4D93-9A45-73FA84543293}" type="pres">
      <dgm:prSet presAssocID="{276090B9-0CA1-49A7-B51F-E97D06A0090A}" presName="root" presStyleCnt="0">
        <dgm:presLayoutVars>
          <dgm:dir/>
          <dgm:resizeHandles val="exact"/>
        </dgm:presLayoutVars>
      </dgm:prSet>
      <dgm:spPr/>
    </dgm:pt>
    <dgm:pt modelId="{3085664B-C334-479E-AEA2-EA3B19A1615B}" type="pres">
      <dgm:prSet presAssocID="{99566E69-A598-4D12-8DB4-E3A3B7079EAF}" presName="compNode" presStyleCnt="0"/>
      <dgm:spPr/>
    </dgm:pt>
    <dgm:pt modelId="{A41051BB-8171-47FA-AA2A-8162986FE553}" type="pres">
      <dgm:prSet presAssocID="{99566E69-A598-4D12-8DB4-E3A3B7079E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0625DDD-B18C-46D5-840C-B1EA44616675}" type="pres">
      <dgm:prSet presAssocID="{99566E69-A598-4D12-8DB4-E3A3B7079EAF}" presName="iconSpace" presStyleCnt="0"/>
      <dgm:spPr/>
    </dgm:pt>
    <dgm:pt modelId="{01E162FE-2030-4DCB-BE46-5C0EF162057F}" type="pres">
      <dgm:prSet presAssocID="{99566E69-A598-4D12-8DB4-E3A3B7079EAF}" presName="parTx" presStyleLbl="revTx" presStyleIdx="0" presStyleCnt="4">
        <dgm:presLayoutVars>
          <dgm:chMax val="0"/>
          <dgm:chPref val="0"/>
        </dgm:presLayoutVars>
      </dgm:prSet>
      <dgm:spPr/>
    </dgm:pt>
    <dgm:pt modelId="{8EBD0F8D-2D80-4803-8224-164A52D56B27}" type="pres">
      <dgm:prSet presAssocID="{99566E69-A598-4D12-8DB4-E3A3B7079EAF}" presName="txSpace" presStyleCnt="0"/>
      <dgm:spPr/>
    </dgm:pt>
    <dgm:pt modelId="{B72FFF64-04D0-4DDB-94C0-51DAAD21B056}" type="pres">
      <dgm:prSet presAssocID="{99566E69-A598-4D12-8DB4-E3A3B7079EAF}" presName="desTx" presStyleLbl="revTx" presStyleIdx="1" presStyleCnt="4">
        <dgm:presLayoutVars/>
      </dgm:prSet>
      <dgm:spPr/>
    </dgm:pt>
    <dgm:pt modelId="{6EEC9224-93F3-4047-9C55-4ED8E191D7B8}" type="pres">
      <dgm:prSet presAssocID="{5003FF2E-355D-4421-A281-7B871D0032EC}" presName="sibTrans" presStyleCnt="0"/>
      <dgm:spPr/>
    </dgm:pt>
    <dgm:pt modelId="{8A38A8F6-C512-43AB-89BC-3D26DE548E51}" type="pres">
      <dgm:prSet presAssocID="{06E7DAE9-3E94-40C0-AD1C-CBF66DCE2E13}" presName="compNode" presStyleCnt="0"/>
      <dgm:spPr/>
    </dgm:pt>
    <dgm:pt modelId="{745D3156-863D-4DFC-AD9E-6CC24400815A}" type="pres">
      <dgm:prSet presAssocID="{06E7DAE9-3E94-40C0-AD1C-CBF66DCE2E1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56A3988-4353-4F6A-A5C0-DAA3C8EA49B8}" type="pres">
      <dgm:prSet presAssocID="{06E7DAE9-3E94-40C0-AD1C-CBF66DCE2E13}" presName="iconSpace" presStyleCnt="0"/>
      <dgm:spPr/>
    </dgm:pt>
    <dgm:pt modelId="{7C781EB6-5F5E-44DD-8FF7-E179DA7BA0DC}" type="pres">
      <dgm:prSet presAssocID="{06E7DAE9-3E94-40C0-AD1C-CBF66DCE2E13}" presName="parTx" presStyleLbl="revTx" presStyleIdx="2" presStyleCnt="4">
        <dgm:presLayoutVars>
          <dgm:chMax val="0"/>
          <dgm:chPref val="0"/>
        </dgm:presLayoutVars>
      </dgm:prSet>
      <dgm:spPr/>
    </dgm:pt>
    <dgm:pt modelId="{AA7F7568-6B5E-4E00-94B7-7ED613D1A3D8}" type="pres">
      <dgm:prSet presAssocID="{06E7DAE9-3E94-40C0-AD1C-CBF66DCE2E13}" presName="txSpace" presStyleCnt="0"/>
      <dgm:spPr/>
    </dgm:pt>
    <dgm:pt modelId="{E95413D6-0F76-44BD-B228-46A1FDBA1D35}" type="pres">
      <dgm:prSet presAssocID="{06E7DAE9-3E94-40C0-AD1C-CBF66DCE2E13}" presName="desTx" presStyleLbl="revTx" presStyleIdx="3" presStyleCnt="4">
        <dgm:presLayoutVars/>
      </dgm:prSet>
      <dgm:spPr/>
    </dgm:pt>
  </dgm:ptLst>
  <dgm:cxnLst>
    <dgm:cxn modelId="{2FC8D02D-ECF4-407D-AE82-4B2596A8CF18}" type="presOf" srcId="{276090B9-0CA1-49A7-B51F-E97D06A0090A}" destId="{1456FA68-5C8E-4D93-9A45-73FA84543293}" srcOrd="0" destOrd="0" presId="urn:microsoft.com/office/officeart/2018/2/layout/IconLabelDescriptionList"/>
    <dgm:cxn modelId="{6A8F5438-A4A9-4639-A983-2AADC510C2F1}" type="presOf" srcId="{219F47AE-97C8-41FE-9AE3-900887B663B9}" destId="{B72FFF64-04D0-4DDB-94C0-51DAAD21B056}" srcOrd="0" destOrd="1" presId="urn:microsoft.com/office/officeart/2018/2/layout/IconLabelDescriptionList"/>
    <dgm:cxn modelId="{B999EC5F-6ED0-473F-8490-F34AB85DD963}" srcId="{06E7DAE9-3E94-40C0-AD1C-CBF66DCE2E13}" destId="{32960C4A-F6DB-4EC1-8E5F-E191B56C5700}" srcOrd="0" destOrd="0" parTransId="{4DE15E0C-0C2A-407C-A0B5-44822C610599}" sibTransId="{9D0D6D06-F39B-4FBD-9AA0-0CDAE3C533B4}"/>
    <dgm:cxn modelId="{73F58966-94DC-4D66-A2AE-222A95DBFB88}" srcId="{99566E69-A598-4D12-8DB4-E3A3B7079EAF}" destId="{219F47AE-97C8-41FE-9AE3-900887B663B9}" srcOrd="1" destOrd="0" parTransId="{4C5260CB-005C-4B0C-9215-B51DECFFA825}" sibTransId="{A3CA5CA8-0955-4286-A650-1E9B964DEE6E}"/>
    <dgm:cxn modelId="{2F6D7667-96E2-4C7C-9C83-D97BE23980D1}" srcId="{99566E69-A598-4D12-8DB4-E3A3B7079EAF}" destId="{6793FD65-4B41-4C5A-9070-03A6B2374DBE}" srcOrd="0" destOrd="0" parTransId="{9C189A4E-8F9F-4F67-9E0D-C47217E899C7}" sibTransId="{447DD24A-4E05-465F-AD4E-A143AC0B149F}"/>
    <dgm:cxn modelId="{11983E76-0204-460D-ADAC-094327D2C3C3}" srcId="{276090B9-0CA1-49A7-B51F-E97D06A0090A}" destId="{99566E69-A598-4D12-8DB4-E3A3B7079EAF}" srcOrd="0" destOrd="0" parTransId="{3D3FAB8E-334F-4359-986E-37DD18F97CB4}" sibTransId="{5003FF2E-355D-4421-A281-7B871D0032EC}"/>
    <dgm:cxn modelId="{1B7FE17A-3C00-4D2D-8925-9BBF7FA4662E}" type="presOf" srcId="{99566E69-A598-4D12-8DB4-E3A3B7079EAF}" destId="{01E162FE-2030-4DCB-BE46-5C0EF162057F}" srcOrd="0" destOrd="0" presId="urn:microsoft.com/office/officeart/2018/2/layout/IconLabelDescriptionList"/>
    <dgm:cxn modelId="{B6E28791-3606-4AF0-9BAA-2AF5FE879411}" type="presOf" srcId="{06E7DAE9-3E94-40C0-AD1C-CBF66DCE2E13}" destId="{7C781EB6-5F5E-44DD-8FF7-E179DA7BA0DC}" srcOrd="0" destOrd="0" presId="urn:microsoft.com/office/officeart/2018/2/layout/IconLabelDescriptionList"/>
    <dgm:cxn modelId="{CB7E8FCF-4A50-4389-BF8F-A9AFC0093B87}" type="presOf" srcId="{6793FD65-4B41-4C5A-9070-03A6B2374DBE}" destId="{B72FFF64-04D0-4DDB-94C0-51DAAD21B056}" srcOrd="0" destOrd="0" presId="urn:microsoft.com/office/officeart/2018/2/layout/IconLabelDescriptionList"/>
    <dgm:cxn modelId="{DD0C85EB-3FD7-4A41-B664-744F33CDCFB3}" srcId="{276090B9-0CA1-49A7-B51F-E97D06A0090A}" destId="{06E7DAE9-3E94-40C0-AD1C-CBF66DCE2E13}" srcOrd="1" destOrd="0" parTransId="{BE64CE36-7AB2-4BE7-B876-53599CD83496}" sibTransId="{6CFF99F1-D5A4-4C3A-B44F-D5A1336EE260}"/>
    <dgm:cxn modelId="{CEB474F7-E299-4CE7-9C69-80AA3FAA8266}" type="presOf" srcId="{32960C4A-F6DB-4EC1-8E5F-E191B56C5700}" destId="{E95413D6-0F76-44BD-B228-46A1FDBA1D35}" srcOrd="0" destOrd="0" presId="urn:microsoft.com/office/officeart/2018/2/layout/IconLabelDescriptionList"/>
    <dgm:cxn modelId="{88D00F34-7DD0-4733-A20A-6535EA66541B}" type="presParOf" srcId="{1456FA68-5C8E-4D93-9A45-73FA84543293}" destId="{3085664B-C334-479E-AEA2-EA3B19A1615B}" srcOrd="0" destOrd="0" presId="urn:microsoft.com/office/officeart/2018/2/layout/IconLabelDescriptionList"/>
    <dgm:cxn modelId="{B3C021F7-0A44-4D2D-A347-1A6E83B523A3}" type="presParOf" srcId="{3085664B-C334-479E-AEA2-EA3B19A1615B}" destId="{A41051BB-8171-47FA-AA2A-8162986FE553}" srcOrd="0" destOrd="0" presId="urn:microsoft.com/office/officeart/2018/2/layout/IconLabelDescriptionList"/>
    <dgm:cxn modelId="{0A7672E1-DA69-4CB8-AEA9-C74115FC3D36}" type="presParOf" srcId="{3085664B-C334-479E-AEA2-EA3B19A1615B}" destId="{40625DDD-B18C-46D5-840C-B1EA44616675}" srcOrd="1" destOrd="0" presId="urn:microsoft.com/office/officeart/2018/2/layout/IconLabelDescriptionList"/>
    <dgm:cxn modelId="{69017D15-5B76-4D9B-B629-F556E16ED65B}" type="presParOf" srcId="{3085664B-C334-479E-AEA2-EA3B19A1615B}" destId="{01E162FE-2030-4DCB-BE46-5C0EF162057F}" srcOrd="2" destOrd="0" presId="urn:microsoft.com/office/officeart/2018/2/layout/IconLabelDescriptionList"/>
    <dgm:cxn modelId="{6022B183-9A29-4BDF-A2A4-F23C0578B632}" type="presParOf" srcId="{3085664B-C334-479E-AEA2-EA3B19A1615B}" destId="{8EBD0F8D-2D80-4803-8224-164A52D56B27}" srcOrd="3" destOrd="0" presId="urn:microsoft.com/office/officeart/2018/2/layout/IconLabelDescriptionList"/>
    <dgm:cxn modelId="{2FE35A3A-4933-43EF-8B79-EC1B8A26471E}" type="presParOf" srcId="{3085664B-C334-479E-AEA2-EA3B19A1615B}" destId="{B72FFF64-04D0-4DDB-94C0-51DAAD21B056}" srcOrd="4" destOrd="0" presId="urn:microsoft.com/office/officeart/2018/2/layout/IconLabelDescriptionList"/>
    <dgm:cxn modelId="{307A59E5-C4C2-42B6-972F-78EBAC3D3EA9}" type="presParOf" srcId="{1456FA68-5C8E-4D93-9A45-73FA84543293}" destId="{6EEC9224-93F3-4047-9C55-4ED8E191D7B8}" srcOrd="1" destOrd="0" presId="urn:microsoft.com/office/officeart/2018/2/layout/IconLabelDescriptionList"/>
    <dgm:cxn modelId="{DAFB0D7A-0F87-4C68-A498-A1A9BB76148F}" type="presParOf" srcId="{1456FA68-5C8E-4D93-9A45-73FA84543293}" destId="{8A38A8F6-C512-43AB-89BC-3D26DE548E51}" srcOrd="2" destOrd="0" presId="urn:microsoft.com/office/officeart/2018/2/layout/IconLabelDescriptionList"/>
    <dgm:cxn modelId="{BDADAA6E-9858-4F3E-8DAA-D2FA93156B39}" type="presParOf" srcId="{8A38A8F6-C512-43AB-89BC-3D26DE548E51}" destId="{745D3156-863D-4DFC-AD9E-6CC24400815A}" srcOrd="0" destOrd="0" presId="urn:microsoft.com/office/officeart/2018/2/layout/IconLabelDescriptionList"/>
    <dgm:cxn modelId="{B4D0A161-B06F-46E7-938D-0F5212188E4A}" type="presParOf" srcId="{8A38A8F6-C512-43AB-89BC-3D26DE548E51}" destId="{256A3988-4353-4F6A-A5C0-DAA3C8EA49B8}" srcOrd="1" destOrd="0" presId="urn:microsoft.com/office/officeart/2018/2/layout/IconLabelDescriptionList"/>
    <dgm:cxn modelId="{B750B0F7-9DBC-4F70-8426-042CE7938D47}" type="presParOf" srcId="{8A38A8F6-C512-43AB-89BC-3D26DE548E51}" destId="{7C781EB6-5F5E-44DD-8FF7-E179DA7BA0DC}" srcOrd="2" destOrd="0" presId="urn:microsoft.com/office/officeart/2018/2/layout/IconLabelDescriptionList"/>
    <dgm:cxn modelId="{C981F7C9-DFC5-4DF5-8EFF-1CF47A0E5B9E}" type="presParOf" srcId="{8A38A8F6-C512-43AB-89BC-3D26DE548E51}" destId="{AA7F7568-6B5E-4E00-94B7-7ED613D1A3D8}" srcOrd="3" destOrd="0" presId="urn:microsoft.com/office/officeart/2018/2/layout/IconLabelDescriptionList"/>
    <dgm:cxn modelId="{025F73CD-84A4-4CA6-A47C-86E3F5E24E48}" type="presParOf" srcId="{8A38A8F6-C512-43AB-89BC-3D26DE548E51}" destId="{E95413D6-0F76-44BD-B228-46A1FDBA1D3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649B66BF-EA6B-447C-B547-3A03CFFC2F3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99E971-771B-467C-9D40-186E24CBFD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E9D78E9E-1BCF-4C4E-817A-A62FD0E53B0B}" type="parTrans" cxnId="{45D7AF37-2ECA-4E7D-A6B7-B42F46BFA946}">
      <dgm:prSet/>
      <dgm:spPr/>
      <dgm:t>
        <a:bodyPr/>
        <a:lstStyle/>
        <a:p>
          <a:endParaRPr lang="en-US"/>
        </a:p>
      </dgm:t>
    </dgm:pt>
    <dgm:pt modelId="{1C0FFD9D-203C-4FEC-863A-E93B309CF2EF}" type="sibTrans" cxnId="{45D7AF37-2ECA-4E7D-A6B7-B42F46BFA946}">
      <dgm:prSet/>
      <dgm:spPr/>
      <dgm:t>
        <a:bodyPr/>
        <a:lstStyle/>
        <a:p>
          <a:endParaRPr lang="en-US"/>
        </a:p>
      </dgm:t>
    </dgm:pt>
    <dgm:pt modelId="{B551BEC8-8E59-4B23-972B-E8F59986AFA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Child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ADBB7B4B-5993-4CF8-9EB0-E8D29EC812D0}" type="parTrans" cxnId="{4890E5A8-2D96-4F5D-A96D-B9BCC2F6F9CE}">
      <dgm:prSet/>
      <dgm:spPr/>
      <dgm:t>
        <a:bodyPr/>
        <a:lstStyle/>
        <a:p>
          <a:endParaRPr lang="en-US"/>
        </a:p>
      </dgm:t>
    </dgm:pt>
    <dgm:pt modelId="{9E4B0CE9-8BCE-41EA-B868-00630BDBC355}" type="sibTrans" cxnId="{4890E5A8-2D96-4F5D-A96D-B9BCC2F6F9CE}">
      <dgm:prSet/>
      <dgm:spPr/>
      <dgm:t>
        <a:bodyPr/>
        <a:lstStyle/>
        <a:p>
          <a:endParaRPr lang="en-US"/>
        </a:p>
      </dgm:t>
    </dgm:pt>
    <dgm:pt modelId="{970C87DA-11BD-4E48-BEEE-9106BF95DF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</a:t>
          </a:r>
        </a:p>
      </dgm:t>
    </dgm:pt>
    <dgm:pt modelId="{CC5E4997-1878-44BE-9FD2-82B043088A73}" type="parTrans" cxnId="{D5630C43-07C8-4DC9-96DA-4E060275568A}">
      <dgm:prSet/>
      <dgm:spPr/>
      <dgm:t>
        <a:bodyPr/>
        <a:lstStyle/>
        <a:p>
          <a:endParaRPr lang="en-US"/>
        </a:p>
      </dgm:t>
    </dgm:pt>
    <dgm:pt modelId="{87346E7E-B286-45FA-B90E-9EB145E4860C}" type="sibTrans" cxnId="{D5630C43-07C8-4DC9-96DA-4E060275568A}">
      <dgm:prSet/>
      <dgm:spPr/>
      <dgm:t>
        <a:bodyPr/>
        <a:lstStyle/>
        <a:p>
          <a:endParaRPr lang="en-US"/>
        </a:p>
      </dgm:t>
    </dgm:pt>
    <dgm:pt modelId="{3660DF55-C14A-48C9-912E-B1AD653653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1.From </a:t>
          </a:r>
          <a:r>
            <a:rPr lang="tr-TR" dirty="0" err="1"/>
            <a:t>child</a:t>
          </a:r>
          <a:r>
            <a:rPr lang="tr-TR" dirty="0"/>
            <a:t>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A8013C52-8081-4D98-AFF8-D4F1416E20BE}" type="parTrans" cxnId="{571AE5B8-502F-45D9-B346-771A9175F713}">
      <dgm:prSet/>
      <dgm:spPr/>
      <dgm:t>
        <a:bodyPr/>
        <a:lstStyle/>
        <a:p>
          <a:endParaRPr lang="tr-TR"/>
        </a:p>
      </dgm:t>
    </dgm:pt>
    <dgm:pt modelId="{7AA37A6C-09FD-4D26-8DEB-3AEE5E2E9A0C}" type="sibTrans" cxnId="{571AE5B8-502F-45D9-B346-771A9175F713}">
      <dgm:prSet/>
      <dgm:spPr/>
      <dgm:t>
        <a:bodyPr/>
        <a:lstStyle/>
        <a:p>
          <a:endParaRPr lang="tr-TR"/>
        </a:p>
      </dgm:t>
    </dgm:pt>
    <dgm:pt modelId="{21088C8E-8826-4D74-9CE7-662AC9316E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1.</a:t>
          </a:r>
          <a:endParaRPr lang="en-US" dirty="0"/>
        </a:p>
      </dgm:t>
    </dgm:pt>
    <dgm:pt modelId="{39183949-63AA-4678-B4F3-1C532B6EAA85}" type="parTrans" cxnId="{79F4ABE0-8A31-4BCE-AF16-6BE6C0854F31}">
      <dgm:prSet/>
      <dgm:spPr/>
      <dgm:t>
        <a:bodyPr/>
        <a:lstStyle/>
        <a:p>
          <a:endParaRPr lang="tr-TR"/>
        </a:p>
      </dgm:t>
    </dgm:pt>
    <dgm:pt modelId="{A9BF3F77-F235-41F3-BCEF-39C5FB631AE3}" type="sibTrans" cxnId="{79F4ABE0-8A31-4BCE-AF16-6BE6C0854F31}">
      <dgm:prSet/>
      <dgm:spPr/>
      <dgm:t>
        <a:bodyPr/>
        <a:lstStyle/>
        <a:p>
          <a:endParaRPr lang="tr-TR"/>
        </a:p>
      </dgm:t>
    </dgm:pt>
    <dgm:pt modelId="{116F4D93-FAAF-4AC7-BBD1-F4D5C96B09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2. </a:t>
          </a:r>
          <a:endParaRPr lang="en-US" dirty="0"/>
        </a:p>
      </dgm:t>
    </dgm:pt>
    <dgm:pt modelId="{2F6EE3E1-7996-4C70-BF15-8364BD92B40B}" type="parTrans" cxnId="{9E6B36BC-2DBC-4893-BAA4-1BDB56B11C20}">
      <dgm:prSet/>
      <dgm:spPr/>
      <dgm:t>
        <a:bodyPr/>
        <a:lstStyle/>
        <a:p>
          <a:endParaRPr lang="tr-TR"/>
        </a:p>
      </dgm:t>
    </dgm:pt>
    <dgm:pt modelId="{B66867E8-0519-4C73-8560-54A58985ACB3}" type="sibTrans" cxnId="{9E6B36BC-2DBC-4893-BAA4-1BDB56B11C20}">
      <dgm:prSet/>
      <dgm:spPr/>
      <dgm:t>
        <a:bodyPr/>
        <a:lstStyle/>
        <a:p>
          <a:endParaRPr lang="tr-TR"/>
        </a:p>
      </dgm:t>
    </dgm:pt>
    <dgm:pt modelId="{CE1A4B06-F999-4718-99EA-2A451267F5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parent public </a:t>
          </a:r>
          <a:r>
            <a:rPr lang="en-US" dirty="0"/>
            <a:t>key</a:t>
          </a:r>
        </a:p>
      </dgm:t>
    </dgm:pt>
    <dgm:pt modelId="{0B976EA7-BF1F-4AB6-B6C1-2D945AFD0AB1}" type="parTrans" cxnId="{C5D05C65-A84B-4C5D-8C24-91D2D0A5D0A6}">
      <dgm:prSet/>
      <dgm:spPr/>
      <dgm:t>
        <a:bodyPr/>
        <a:lstStyle/>
        <a:p>
          <a:endParaRPr lang="tr-TR"/>
        </a:p>
      </dgm:t>
    </dgm:pt>
    <dgm:pt modelId="{B1D60A76-4E3A-4358-89FB-9E5530BB0244}" type="sibTrans" cxnId="{C5D05C65-A84B-4C5D-8C24-91D2D0A5D0A6}">
      <dgm:prSet/>
      <dgm:spPr/>
      <dgm:t>
        <a:bodyPr/>
        <a:lstStyle/>
        <a:p>
          <a:endParaRPr lang="tr-TR"/>
        </a:p>
      </dgm:t>
    </dgm:pt>
    <dgm:pt modelId="{5542A873-5715-4583-A502-664A2D4F12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the</a:t>
          </a:r>
          <a:r>
            <a:rPr lang="tr-TR" dirty="0"/>
            <a:t> </a:t>
          </a:r>
          <a:r>
            <a:rPr lang="en-US" b="1" dirty="0"/>
            <a:t>child private </a:t>
          </a:r>
          <a:r>
            <a:rPr lang="en-US" dirty="0"/>
            <a:t>key</a:t>
          </a:r>
          <a:r>
            <a:rPr lang="tr-TR" dirty="0"/>
            <a:t> </a:t>
          </a:r>
          <a:endParaRPr lang="en-US" dirty="0"/>
        </a:p>
      </dgm:t>
    </dgm:pt>
    <dgm:pt modelId="{213F2EA3-84E4-480F-9A9B-AADA32C3D8E8}" type="parTrans" cxnId="{72AE63BD-D09C-4E99-BCBA-B28F83A29FE9}">
      <dgm:prSet/>
      <dgm:spPr/>
      <dgm:t>
        <a:bodyPr/>
        <a:lstStyle/>
        <a:p>
          <a:endParaRPr lang="tr-TR"/>
        </a:p>
      </dgm:t>
    </dgm:pt>
    <dgm:pt modelId="{407AE03C-1AAC-4E46-95CC-C451B890CC47}" type="sibTrans" cxnId="{72AE63BD-D09C-4E99-BCBA-B28F83A29FE9}">
      <dgm:prSet/>
      <dgm:spPr/>
      <dgm:t>
        <a:bodyPr/>
        <a:lstStyle/>
        <a:p>
          <a:endParaRPr lang="tr-TR"/>
        </a:p>
      </dgm:t>
    </dgm:pt>
    <dgm:pt modelId="{4E8A0447-A56C-4CF5-8965-8D705EE1E9F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2. </a:t>
          </a:r>
          <a:r>
            <a:rPr lang="tr-TR" dirty="0" err="1"/>
            <a:t>From</a:t>
          </a:r>
          <a:r>
            <a:rPr lang="tr-TR" dirty="0"/>
            <a:t> </a:t>
          </a:r>
          <a:r>
            <a:rPr lang="tr-TR" dirty="0" err="1"/>
            <a:t>parent</a:t>
          </a:r>
          <a:r>
            <a:rPr lang="tr-TR" dirty="0"/>
            <a:t>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0C7242A7-237F-4B1B-925F-EA3EF70D6BCB}" type="parTrans" cxnId="{3EFFC538-485F-4258-BC5B-4F4871EBE9BE}">
      <dgm:prSet/>
      <dgm:spPr/>
      <dgm:t>
        <a:bodyPr/>
        <a:lstStyle/>
        <a:p>
          <a:endParaRPr lang="tr-TR"/>
        </a:p>
      </dgm:t>
    </dgm:pt>
    <dgm:pt modelId="{7BE58317-E9D2-4D75-9BF1-0FA65244ACB3}" type="sibTrans" cxnId="{3EFFC538-485F-4258-BC5B-4F4871EBE9BE}">
      <dgm:prSet/>
      <dgm:spPr/>
      <dgm:t>
        <a:bodyPr/>
        <a:lstStyle/>
        <a:p>
          <a:endParaRPr lang="tr-TR"/>
        </a:p>
      </dgm:t>
    </dgm:pt>
    <dgm:pt modelId="{84CB6066-1DE8-41D5-A71C-A96AFCD88F25}" type="pres">
      <dgm:prSet presAssocID="{649B66BF-EA6B-447C-B547-3A03CFFC2F33}" presName="root" presStyleCnt="0">
        <dgm:presLayoutVars>
          <dgm:dir/>
          <dgm:resizeHandles val="exact"/>
        </dgm:presLayoutVars>
      </dgm:prSet>
      <dgm:spPr/>
    </dgm:pt>
    <dgm:pt modelId="{6E32CC52-5DF0-4B20-AD45-B37D00128B3A}" type="pres">
      <dgm:prSet presAssocID="{5E99E971-771B-467C-9D40-186E24CBFD22}" presName="compNode" presStyleCnt="0"/>
      <dgm:spPr/>
    </dgm:pt>
    <dgm:pt modelId="{A74D79A6-8BCE-479B-8D7C-BEEF80FFFA13}" type="pres">
      <dgm:prSet presAssocID="{5E99E971-771B-467C-9D40-186E24CBFD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8522D83-54D3-4AB0-A5A4-40CE30821A88}" type="pres">
      <dgm:prSet presAssocID="{5E99E971-771B-467C-9D40-186E24CBFD22}" presName="iconSpace" presStyleCnt="0"/>
      <dgm:spPr/>
    </dgm:pt>
    <dgm:pt modelId="{147B6040-147D-4D7E-9B97-B7B0A615BF4A}" type="pres">
      <dgm:prSet presAssocID="{5E99E971-771B-467C-9D40-186E24CBFD22}" presName="parTx" presStyleLbl="revTx" presStyleIdx="0" presStyleCnt="6">
        <dgm:presLayoutVars>
          <dgm:chMax val="0"/>
          <dgm:chPref val="0"/>
        </dgm:presLayoutVars>
      </dgm:prSet>
      <dgm:spPr/>
    </dgm:pt>
    <dgm:pt modelId="{8D6DB424-ED16-4688-86B5-E3C01BBA0A44}" type="pres">
      <dgm:prSet presAssocID="{5E99E971-771B-467C-9D40-186E24CBFD22}" presName="txSpace" presStyleCnt="0"/>
      <dgm:spPr/>
    </dgm:pt>
    <dgm:pt modelId="{2ABFD2F4-7DDE-459F-B92A-9DE3AF6E8240}" type="pres">
      <dgm:prSet presAssocID="{5E99E971-771B-467C-9D40-186E24CBFD22}" presName="desTx" presStyleLbl="revTx" presStyleIdx="1" presStyleCnt="6">
        <dgm:presLayoutVars/>
      </dgm:prSet>
      <dgm:spPr/>
    </dgm:pt>
    <dgm:pt modelId="{6C066DF5-C877-48F5-801C-9DDAA90BC670}" type="pres">
      <dgm:prSet presAssocID="{1C0FFD9D-203C-4FEC-863A-E93B309CF2EF}" presName="sibTrans" presStyleCnt="0"/>
      <dgm:spPr/>
    </dgm:pt>
    <dgm:pt modelId="{995B96EA-7472-49FB-84F3-4A569A846CF8}" type="pres">
      <dgm:prSet presAssocID="{21088C8E-8826-4D74-9CE7-662AC9316E01}" presName="compNode" presStyleCnt="0"/>
      <dgm:spPr/>
    </dgm:pt>
    <dgm:pt modelId="{8FDE5516-D97E-4A12-A603-5BAA36D4CAB9}" type="pres">
      <dgm:prSet presAssocID="{21088C8E-8826-4D74-9CE7-662AC9316E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3CDA121-2D79-4767-8215-4057C4EE3564}" type="pres">
      <dgm:prSet presAssocID="{21088C8E-8826-4D74-9CE7-662AC9316E01}" presName="iconSpace" presStyleCnt="0"/>
      <dgm:spPr/>
    </dgm:pt>
    <dgm:pt modelId="{2C0352ED-98F6-4F22-B257-4A7C78224E4B}" type="pres">
      <dgm:prSet presAssocID="{21088C8E-8826-4D74-9CE7-662AC9316E01}" presName="parTx" presStyleLbl="revTx" presStyleIdx="2" presStyleCnt="6">
        <dgm:presLayoutVars>
          <dgm:chMax val="0"/>
          <dgm:chPref val="0"/>
        </dgm:presLayoutVars>
      </dgm:prSet>
      <dgm:spPr/>
    </dgm:pt>
    <dgm:pt modelId="{AF2EBA55-3328-4723-901D-F9A645BDC026}" type="pres">
      <dgm:prSet presAssocID="{21088C8E-8826-4D74-9CE7-662AC9316E01}" presName="txSpace" presStyleCnt="0"/>
      <dgm:spPr/>
    </dgm:pt>
    <dgm:pt modelId="{1425E8C3-3E65-4033-998F-155301319ABE}" type="pres">
      <dgm:prSet presAssocID="{21088C8E-8826-4D74-9CE7-662AC9316E01}" presName="desTx" presStyleLbl="revTx" presStyleIdx="3" presStyleCnt="6">
        <dgm:presLayoutVars/>
      </dgm:prSet>
      <dgm:spPr/>
    </dgm:pt>
    <dgm:pt modelId="{2AB98EA4-1747-403C-ACB3-29583048569B}" type="pres">
      <dgm:prSet presAssocID="{A9BF3F77-F235-41F3-BCEF-39C5FB631AE3}" presName="sibTrans" presStyleCnt="0"/>
      <dgm:spPr/>
    </dgm:pt>
    <dgm:pt modelId="{7EE72431-1F43-4E57-9727-03DEAC2BA8DF}" type="pres">
      <dgm:prSet presAssocID="{116F4D93-FAAF-4AC7-BBD1-F4D5C96B0901}" presName="compNode" presStyleCnt="0"/>
      <dgm:spPr/>
    </dgm:pt>
    <dgm:pt modelId="{9660FE4A-5AD7-4368-B72D-C08399E71994}" type="pres">
      <dgm:prSet presAssocID="{116F4D93-FAAF-4AC7-BBD1-F4D5C96B09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13508BA1-6886-4BB1-9DB5-C491DB10FD87}" type="pres">
      <dgm:prSet presAssocID="{116F4D93-FAAF-4AC7-BBD1-F4D5C96B0901}" presName="iconSpace" presStyleCnt="0"/>
      <dgm:spPr/>
    </dgm:pt>
    <dgm:pt modelId="{A39A0DEA-0270-4826-A863-8B7A691A236F}" type="pres">
      <dgm:prSet presAssocID="{116F4D93-FAAF-4AC7-BBD1-F4D5C96B0901}" presName="parTx" presStyleLbl="revTx" presStyleIdx="4" presStyleCnt="6">
        <dgm:presLayoutVars>
          <dgm:chMax val="0"/>
          <dgm:chPref val="0"/>
        </dgm:presLayoutVars>
      </dgm:prSet>
      <dgm:spPr/>
    </dgm:pt>
    <dgm:pt modelId="{D258C1E6-C4C4-4314-B448-07987BF20F80}" type="pres">
      <dgm:prSet presAssocID="{116F4D93-FAAF-4AC7-BBD1-F4D5C96B0901}" presName="txSpace" presStyleCnt="0"/>
      <dgm:spPr/>
    </dgm:pt>
    <dgm:pt modelId="{246FDE85-F0A6-4777-9E83-E81AE450E2A3}" type="pres">
      <dgm:prSet presAssocID="{116F4D93-FAAF-4AC7-BBD1-F4D5C96B0901}" presName="desTx" presStyleLbl="revTx" presStyleIdx="5" presStyleCnt="6">
        <dgm:presLayoutVars/>
      </dgm:prSet>
      <dgm:spPr/>
    </dgm:pt>
  </dgm:ptLst>
  <dgm:cxnLst>
    <dgm:cxn modelId="{DDF77329-D1CC-4BBB-9464-6BC36A606CA3}" type="presOf" srcId="{5542A873-5715-4583-A502-664A2D4F124D}" destId="{1425E8C3-3E65-4033-998F-155301319ABE}" srcOrd="0" destOrd="1" presId="urn:microsoft.com/office/officeart/2018/5/layout/CenteredIconLabelDescriptionList"/>
    <dgm:cxn modelId="{45D7AF37-2ECA-4E7D-A6B7-B42F46BFA946}" srcId="{649B66BF-EA6B-447C-B547-3A03CFFC2F33}" destId="{5E99E971-771B-467C-9D40-186E24CBFD22}" srcOrd="0" destOrd="0" parTransId="{E9D78E9E-1BCF-4C4E-817A-A62FD0E53B0B}" sibTransId="{1C0FFD9D-203C-4FEC-863A-E93B309CF2EF}"/>
    <dgm:cxn modelId="{3EFFC538-485F-4258-BC5B-4F4871EBE9BE}" srcId="{5E99E971-771B-467C-9D40-186E24CBFD22}" destId="{4E8A0447-A56C-4CF5-8965-8D705EE1E9FA}" srcOrd="1" destOrd="0" parTransId="{0C7242A7-237F-4B1B-925F-EA3EF70D6BCB}" sibTransId="{7BE58317-E9D2-4D75-9BF1-0FA65244ACB3}"/>
    <dgm:cxn modelId="{D267BD42-DC61-49D2-B7AE-1C4ED9B1C3F2}" type="presOf" srcId="{3660DF55-C14A-48C9-912E-B1AD6536535B}" destId="{2ABFD2F4-7DDE-459F-B92A-9DE3AF6E8240}" srcOrd="0" destOrd="0" presId="urn:microsoft.com/office/officeart/2018/5/layout/CenteredIconLabelDescriptionList"/>
    <dgm:cxn modelId="{D5630C43-07C8-4DC9-96DA-4E060275568A}" srcId="{116F4D93-FAAF-4AC7-BBD1-F4D5C96B0901}" destId="{970C87DA-11BD-4E48-BEEE-9106BF95DF20}" srcOrd="0" destOrd="0" parTransId="{CC5E4997-1878-44BE-9FD2-82B043088A73}" sibTransId="{87346E7E-B286-45FA-B90E-9EB145E4860C}"/>
    <dgm:cxn modelId="{C5D05C65-A84B-4C5D-8C24-91D2D0A5D0A6}" srcId="{116F4D93-FAAF-4AC7-BBD1-F4D5C96B0901}" destId="{CE1A4B06-F999-4718-99EA-2A451267F5AC}" srcOrd="1" destOrd="0" parTransId="{0B976EA7-BF1F-4AB6-B6C1-2D945AFD0AB1}" sibTransId="{B1D60A76-4E3A-4358-89FB-9E5530BB0244}"/>
    <dgm:cxn modelId="{C760BE6B-012B-4805-ADC2-717D4C474495}" type="presOf" srcId="{B551BEC8-8E59-4B23-972B-E8F59986AFA3}" destId="{1425E8C3-3E65-4033-998F-155301319ABE}" srcOrd="0" destOrd="0" presId="urn:microsoft.com/office/officeart/2018/5/layout/CenteredIconLabelDescriptionList"/>
    <dgm:cxn modelId="{AC436F57-6786-4986-B9CB-ABC8EAB8145B}" type="presOf" srcId="{649B66BF-EA6B-447C-B547-3A03CFFC2F33}" destId="{84CB6066-1DE8-41D5-A71C-A96AFCD88F25}" srcOrd="0" destOrd="0" presId="urn:microsoft.com/office/officeart/2018/5/layout/CenteredIconLabelDescriptionList"/>
    <dgm:cxn modelId="{55BBC577-27BF-4A6D-A780-505ADF90AB3D}" type="presOf" srcId="{5E99E971-771B-467C-9D40-186E24CBFD22}" destId="{147B6040-147D-4D7E-9B97-B7B0A615BF4A}" srcOrd="0" destOrd="0" presId="urn:microsoft.com/office/officeart/2018/5/layout/CenteredIconLabelDescriptionList"/>
    <dgm:cxn modelId="{4F76E679-A18C-4B04-9ECF-FD12055F5D05}" type="presOf" srcId="{970C87DA-11BD-4E48-BEEE-9106BF95DF20}" destId="{246FDE85-F0A6-4777-9E83-E81AE450E2A3}" srcOrd="0" destOrd="0" presId="urn:microsoft.com/office/officeart/2018/5/layout/CenteredIconLabelDescriptionList"/>
    <dgm:cxn modelId="{5583C25A-BA1E-46F0-8F60-485E9C59BB16}" type="presOf" srcId="{CE1A4B06-F999-4718-99EA-2A451267F5AC}" destId="{246FDE85-F0A6-4777-9E83-E81AE450E2A3}" srcOrd="0" destOrd="1" presId="urn:microsoft.com/office/officeart/2018/5/layout/CenteredIconLabelDescriptionList"/>
    <dgm:cxn modelId="{BB0F9F83-7BDE-4074-B0FA-39CE5AE57788}" type="presOf" srcId="{21088C8E-8826-4D74-9CE7-662AC9316E01}" destId="{2C0352ED-98F6-4F22-B257-4A7C78224E4B}" srcOrd="0" destOrd="0" presId="urn:microsoft.com/office/officeart/2018/5/layout/CenteredIconLabelDescriptionList"/>
    <dgm:cxn modelId="{D55F409D-E1B9-40FE-9795-5A7D8A9F5382}" type="presOf" srcId="{4E8A0447-A56C-4CF5-8965-8D705EE1E9FA}" destId="{2ABFD2F4-7DDE-459F-B92A-9DE3AF6E8240}" srcOrd="0" destOrd="1" presId="urn:microsoft.com/office/officeart/2018/5/layout/CenteredIconLabelDescriptionList"/>
    <dgm:cxn modelId="{4890E5A8-2D96-4F5D-A96D-B9BCC2F6F9CE}" srcId="{21088C8E-8826-4D74-9CE7-662AC9316E01}" destId="{B551BEC8-8E59-4B23-972B-E8F59986AFA3}" srcOrd="0" destOrd="0" parTransId="{ADBB7B4B-5993-4CF8-9EB0-E8D29EC812D0}" sibTransId="{9E4B0CE9-8BCE-41EA-B868-00630BDBC355}"/>
    <dgm:cxn modelId="{571AE5B8-502F-45D9-B346-771A9175F713}" srcId="{5E99E971-771B-467C-9D40-186E24CBFD22}" destId="{3660DF55-C14A-48C9-912E-B1AD6536535B}" srcOrd="0" destOrd="0" parTransId="{A8013C52-8081-4D98-AFF8-D4F1416E20BE}" sibTransId="{7AA37A6C-09FD-4D26-8DEB-3AEE5E2E9A0C}"/>
    <dgm:cxn modelId="{C86241BA-1FAF-4DD3-9520-2E84A7CB8F40}" type="presOf" srcId="{116F4D93-FAAF-4AC7-BBD1-F4D5C96B0901}" destId="{A39A0DEA-0270-4826-A863-8B7A691A236F}" srcOrd="0" destOrd="0" presId="urn:microsoft.com/office/officeart/2018/5/layout/CenteredIconLabelDescriptionList"/>
    <dgm:cxn modelId="{9E6B36BC-2DBC-4893-BAA4-1BDB56B11C20}" srcId="{649B66BF-EA6B-447C-B547-3A03CFFC2F33}" destId="{116F4D93-FAAF-4AC7-BBD1-F4D5C96B0901}" srcOrd="2" destOrd="0" parTransId="{2F6EE3E1-7996-4C70-BF15-8364BD92B40B}" sibTransId="{B66867E8-0519-4C73-8560-54A58985ACB3}"/>
    <dgm:cxn modelId="{72AE63BD-D09C-4E99-BCBA-B28F83A29FE9}" srcId="{21088C8E-8826-4D74-9CE7-662AC9316E01}" destId="{5542A873-5715-4583-A502-664A2D4F124D}" srcOrd="1" destOrd="0" parTransId="{213F2EA3-84E4-480F-9A9B-AADA32C3D8E8}" sibTransId="{407AE03C-1AAC-4E46-95CC-C451B890CC47}"/>
    <dgm:cxn modelId="{79F4ABE0-8A31-4BCE-AF16-6BE6C0854F31}" srcId="{649B66BF-EA6B-447C-B547-3A03CFFC2F33}" destId="{21088C8E-8826-4D74-9CE7-662AC9316E01}" srcOrd="1" destOrd="0" parTransId="{39183949-63AA-4678-B4F3-1C532B6EAA85}" sibTransId="{A9BF3F77-F235-41F3-BCEF-39C5FB631AE3}"/>
    <dgm:cxn modelId="{5235640B-D4EA-4AB5-9E11-636EAA39B7BE}" type="presParOf" srcId="{84CB6066-1DE8-41D5-A71C-A96AFCD88F25}" destId="{6E32CC52-5DF0-4B20-AD45-B37D00128B3A}" srcOrd="0" destOrd="0" presId="urn:microsoft.com/office/officeart/2018/5/layout/CenteredIconLabelDescriptionList"/>
    <dgm:cxn modelId="{3259BE33-DFB5-4AFF-9D56-2C150462FC48}" type="presParOf" srcId="{6E32CC52-5DF0-4B20-AD45-B37D00128B3A}" destId="{A74D79A6-8BCE-479B-8D7C-BEEF80FFFA13}" srcOrd="0" destOrd="0" presId="urn:microsoft.com/office/officeart/2018/5/layout/CenteredIconLabelDescriptionList"/>
    <dgm:cxn modelId="{A11BE1DA-798E-4EA2-9BAF-3E6A20A9B86D}" type="presParOf" srcId="{6E32CC52-5DF0-4B20-AD45-B37D00128B3A}" destId="{D8522D83-54D3-4AB0-A5A4-40CE30821A88}" srcOrd="1" destOrd="0" presId="urn:microsoft.com/office/officeart/2018/5/layout/CenteredIconLabelDescriptionList"/>
    <dgm:cxn modelId="{8712B2AE-7FC9-44C7-AF27-2154618EB9BA}" type="presParOf" srcId="{6E32CC52-5DF0-4B20-AD45-B37D00128B3A}" destId="{147B6040-147D-4D7E-9B97-B7B0A615BF4A}" srcOrd="2" destOrd="0" presId="urn:microsoft.com/office/officeart/2018/5/layout/CenteredIconLabelDescriptionList"/>
    <dgm:cxn modelId="{96C819E2-5524-4494-8ACA-BCEA5F11F724}" type="presParOf" srcId="{6E32CC52-5DF0-4B20-AD45-B37D00128B3A}" destId="{8D6DB424-ED16-4688-86B5-E3C01BBA0A44}" srcOrd="3" destOrd="0" presId="urn:microsoft.com/office/officeart/2018/5/layout/CenteredIconLabelDescriptionList"/>
    <dgm:cxn modelId="{E5A4C6F2-E692-4DE7-87FE-EB4DB2EB5652}" type="presParOf" srcId="{6E32CC52-5DF0-4B20-AD45-B37D00128B3A}" destId="{2ABFD2F4-7DDE-459F-B92A-9DE3AF6E8240}" srcOrd="4" destOrd="0" presId="urn:microsoft.com/office/officeart/2018/5/layout/CenteredIconLabelDescriptionList"/>
    <dgm:cxn modelId="{03954230-17E5-4E02-A639-6BBCE64A73FA}" type="presParOf" srcId="{84CB6066-1DE8-41D5-A71C-A96AFCD88F25}" destId="{6C066DF5-C877-48F5-801C-9DDAA90BC670}" srcOrd="1" destOrd="0" presId="urn:microsoft.com/office/officeart/2018/5/layout/CenteredIconLabelDescriptionList"/>
    <dgm:cxn modelId="{6B4AC3DC-68DD-43A7-B022-FAF4E07F5961}" type="presParOf" srcId="{84CB6066-1DE8-41D5-A71C-A96AFCD88F25}" destId="{995B96EA-7472-49FB-84F3-4A569A846CF8}" srcOrd="2" destOrd="0" presId="urn:microsoft.com/office/officeart/2018/5/layout/CenteredIconLabelDescriptionList"/>
    <dgm:cxn modelId="{0A28DBE2-4AC4-4D5A-AD48-BECB63F71FBA}" type="presParOf" srcId="{995B96EA-7472-49FB-84F3-4A569A846CF8}" destId="{8FDE5516-D97E-4A12-A603-5BAA36D4CAB9}" srcOrd="0" destOrd="0" presId="urn:microsoft.com/office/officeart/2018/5/layout/CenteredIconLabelDescriptionList"/>
    <dgm:cxn modelId="{508FAA3D-E1B2-4C71-8FBE-7D03332CDC4E}" type="presParOf" srcId="{995B96EA-7472-49FB-84F3-4A569A846CF8}" destId="{E3CDA121-2D79-4767-8215-4057C4EE3564}" srcOrd="1" destOrd="0" presId="urn:microsoft.com/office/officeart/2018/5/layout/CenteredIconLabelDescriptionList"/>
    <dgm:cxn modelId="{F40A0AB3-AF81-442D-95E1-851273A33637}" type="presParOf" srcId="{995B96EA-7472-49FB-84F3-4A569A846CF8}" destId="{2C0352ED-98F6-4F22-B257-4A7C78224E4B}" srcOrd="2" destOrd="0" presId="urn:microsoft.com/office/officeart/2018/5/layout/CenteredIconLabelDescriptionList"/>
    <dgm:cxn modelId="{33150BBA-1E12-4246-A6B7-4E1762CD7A26}" type="presParOf" srcId="{995B96EA-7472-49FB-84F3-4A569A846CF8}" destId="{AF2EBA55-3328-4723-901D-F9A645BDC026}" srcOrd="3" destOrd="0" presId="urn:microsoft.com/office/officeart/2018/5/layout/CenteredIconLabelDescriptionList"/>
    <dgm:cxn modelId="{17F7A54E-D9E8-435E-AA59-A2BEA3D38DBC}" type="presParOf" srcId="{995B96EA-7472-49FB-84F3-4A569A846CF8}" destId="{1425E8C3-3E65-4033-998F-155301319ABE}" srcOrd="4" destOrd="0" presId="urn:microsoft.com/office/officeart/2018/5/layout/CenteredIconLabelDescriptionList"/>
    <dgm:cxn modelId="{BF26408E-E9C9-4B37-A93F-8FEDD58AF155}" type="presParOf" srcId="{84CB6066-1DE8-41D5-A71C-A96AFCD88F25}" destId="{2AB98EA4-1747-403C-ACB3-29583048569B}" srcOrd="3" destOrd="0" presId="urn:microsoft.com/office/officeart/2018/5/layout/CenteredIconLabelDescriptionList"/>
    <dgm:cxn modelId="{A8FD9083-2EF4-4F02-8433-96B757AE38F2}" type="presParOf" srcId="{84CB6066-1DE8-41D5-A71C-A96AFCD88F25}" destId="{7EE72431-1F43-4E57-9727-03DEAC2BA8DF}" srcOrd="4" destOrd="0" presId="urn:microsoft.com/office/officeart/2018/5/layout/CenteredIconLabelDescriptionList"/>
    <dgm:cxn modelId="{9E7C5FA7-1EE8-43A6-89CD-EC378EBEF90B}" type="presParOf" srcId="{7EE72431-1F43-4E57-9727-03DEAC2BA8DF}" destId="{9660FE4A-5AD7-4368-B72D-C08399E71994}" srcOrd="0" destOrd="0" presId="urn:microsoft.com/office/officeart/2018/5/layout/CenteredIconLabelDescriptionList"/>
    <dgm:cxn modelId="{6884C0D9-3C2F-4DD7-A9EE-1BB9423C5421}" type="presParOf" srcId="{7EE72431-1F43-4E57-9727-03DEAC2BA8DF}" destId="{13508BA1-6886-4BB1-9DB5-C491DB10FD87}" srcOrd="1" destOrd="0" presId="urn:microsoft.com/office/officeart/2018/5/layout/CenteredIconLabelDescriptionList"/>
    <dgm:cxn modelId="{020E80E9-126C-4462-8BEA-2B1065CEFC16}" type="presParOf" srcId="{7EE72431-1F43-4E57-9727-03DEAC2BA8DF}" destId="{A39A0DEA-0270-4826-A863-8B7A691A236F}" srcOrd="2" destOrd="0" presId="urn:microsoft.com/office/officeart/2018/5/layout/CenteredIconLabelDescriptionList"/>
    <dgm:cxn modelId="{385DDCEA-586A-478D-B0DC-9EEE0B6F1B97}" type="presParOf" srcId="{7EE72431-1F43-4E57-9727-03DEAC2BA8DF}" destId="{D258C1E6-C4C4-4314-B448-07987BF20F80}" srcOrd="3" destOrd="0" presId="urn:microsoft.com/office/officeart/2018/5/layout/CenteredIconLabelDescriptionList"/>
    <dgm:cxn modelId="{0CD308ED-DB6E-49DA-9141-F3EADE2532C2}" type="presParOf" srcId="{7EE72431-1F43-4E57-9727-03DEAC2BA8DF}" destId="{246FDE85-F0A6-4777-9E83-E81AE450E2A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57E76BFD-724F-4F3D-9ACB-632269B8106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8682098-F279-496D-BE24-9C10A46653AC}">
      <dgm:prSet phldrT="[Metin]"/>
      <dgm:spPr/>
      <dgm:t>
        <a:bodyPr/>
        <a:lstStyle/>
        <a:p>
          <a:r>
            <a:rPr lang="tr-TR" dirty="0"/>
            <a:t>Child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F36A7209-29A7-4C73-8D91-D6F2498FCF5B}" type="parTrans" cxnId="{5C68FE5D-97F0-4C32-81A4-6A5DDCE39D82}">
      <dgm:prSet/>
      <dgm:spPr/>
      <dgm:t>
        <a:bodyPr/>
        <a:lstStyle/>
        <a:p>
          <a:endParaRPr lang="tr-TR"/>
        </a:p>
      </dgm:t>
    </dgm:pt>
    <dgm:pt modelId="{5A36BB95-5111-459E-8AF7-CC483B71D693}" type="sibTrans" cxnId="{5C68FE5D-97F0-4C32-81A4-6A5DDCE39D82}">
      <dgm:prSet/>
      <dgm:spPr/>
      <dgm:t>
        <a:bodyPr/>
        <a:lstStyle/>
        <a:p>
          <a:endParaRPr lang="tr-TR"/>
        </a:p>
      </dgm:t>
    </dgm:pt>
    <dgm:pt modelId="{BF6D3C93-6BCD-468C-9864-BD0645F259B3}" type="pres">
      <dgm:prSet presAssocID="{57E76BFD-724F-4F3D-9ACB-632269B81068}" presName="Name0" presStyleCnt="0">
        <dgm:presLayoutVars>
          <dgm:dir/>
          <dgm:resizeHandles val="exact"/>
        </dgm:presLayoutVars>
      </dgm:prSet>
      <dgm:spPr/>
    </dgm:pt>
    <dgm:pt modelId="{BCC086E3-21B8-47D5-BB63-23F242E79ACA}" type="pres">
      <dgm:prSet presAssocID="{F8682098-F279-496D-BE24-9C10A46653AC}" presName="node" presStyleLbl="node1" presStyleIdx="0" presStyleCnt="1">
        <dgm:presLayoutVars>
          <dgm:bulletEnabled val="1"/>
        </dgm:presLayoutVars>
      </dgm:prSet>
      <dgm:spPr/>
    </dgm:pt>
  </dgm:ptLst>
  <dgm:cxnLst>
    <dgm:cxn modelId="{729C8E16-B61E-40BB-AC19-6D6B1EC266BC}" type="presOf" srcId="{F8682098-F279-496D-BE24-9C10A46653AC}" destId="{BCC086E3-21B8-47D5-BB63-23F242E79ACA}" srcOrd="0" destOrd="0" presId="urn:microsoft.com/office/officeart/2005/8/layout/process1"/>
    <dgm:cxn modelId="{5C68FE5D-97F0-4C32-81A4-6A5DDCE39D82}" srcId="{57E76BFD-724F-4F3D-9ACB-632269B81068}" destId="{F8682098-F279-496D-BE24-9C10A46653AC}" srcOrd="0" destOrd="0" parTransId="{F36A7209-29A7-4C73-8D91-D6F2498FCF5B}" sibTransId="{5A36BB95-5111-459E-8AF7-CC483B71D693}"/>
    <dgm:cxn modelId="{8DB1336A-3520-4459-BFD8-75AA080ED2F6}" type="presOf" srcId="{57E76BFD-724F-4F3D-9ACB-632269B81068}" destId="{BF6D3C93-6BCD-468C-9864-BD0645F259B3}" srcOrd="0" destOrd="0" presId="urn:microsoft.com/office/officeart/2005/8/layout/process1"/>
    <dgm:cxn modelId="{DFA27335-8022-422B-B152-0EEFF3DCA266}" type="presParOf" srcId="{BF6D3C93-6BCD-468C-9864-BD0645F259B3}" destId="{BCC086E3-21B8-47D5-BB63-23F242E79ACA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57E76BFD-724F-4F3D-9ACB-632269B8106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8682098-F279-496D-BE24-9C10A46653AC}">
      <dgm:prSet phldrT="[Metin]"/>
      <dgm:spPr/>
      <dgm:t>
        <a:bodyPr/>
        <a:lstStyle/>
        <a:p>
          <a:r>
            <a:rPr lang="tr-TR" dirty="0" err="1"/>
            <a:t>Parent</a:t>
          </a:r>
          <a:r>
            <a:rPr lang="tr-TR" dirty="0"/>
            <a:t>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F36A7209-29A7-4C73-8D91-D6F2498FCF5B}" type="parTrans" cxnId="{5C68FE5D-97F0-4C32-81A4-6A5DDCE39D82}">
      <dgm:prSet/>
      <dgm:spPr/>
      <dgm:t>
        <a:bodyPr/>
        <a:lstStyle/>
        <a:p>
          <a:endParaRPr lang="tr-TR"/>
        </a:p>
      </dgm:t>
    </dgm:pt>
    <dgm:pt modelId="{5A36BB95-5111-459E-8AF7-CC483B71D693}" type="sibTrans" cxnId="{5C68FE5D-97F0-4C32-81A4-6A5DDCE39D82}">
      <dgm:prSet/>
      <dgm:spPr/>
      <dgm:t>
        <a:bodyPr/>
        <a:lstStyle/>
        <a:p>
          <a:endParaRPr lang="tr-TR"/>
        </a:p>
      </dgm:t>
    </dgm:pt>
    <dgm:pt modelId="{BF6D3C93-6BCD-468C-9864-BD0645F259B3}" type="pres">
      <dgm:prSet presAssocID="{57E76BFD-724F-4F3D-9ACB-632269B81068}" presName="Name0" presStyleCnt="0">
        <dgm:presLayoutVars>
          <dgm:dir/>
          <dgm:resizeHandles val="exact"/>
        </dgm:presLayoutVars>
      </dgm:prSet>
      <dgm:spPr/>
    </dgm:pt>
    <dgm:pt modelId="{BCC086E3-21B8-47D5-BB63-23F242E79ACA}" type="pres">
      <dgm:prSet presAssocID="{F8682098-F279-496D-BE24-9C10A46653AC}" presName="node" presStyleLbl="node1" presStyleIdx="0" presStyleCnt="1">
        <dgm:presLayoutVars>
          <dgm:bulletEnabled val="1"/>
        </dgm:presLayoutVars>
      </dgm:prSet>
      <dgm:spPr/>
    </dgm:pt>
  </dgm:ptLst>
  <dgm:cxnLst>
    <dgm:cxn modelId="{729C8E16-B61E-40BB-AC19-6D6B1EC266BC}" type="presOf" srcId="{F8682098-F279-496D-BE24-9C10A46653AC}" destId="{BCC086E3-21B8-47D5-BB63-23F242E79ACA}" srcOrd="0" destOrd="0" presId="urn:microsoft.com/office/officeart/2005/8/layout/process1"/>
    <dgm:cxn modelId="{5C68FE5D-97F0-4C32-81A4-6A5DDCE39D82}" srcId="{57E76BFD-724F-4F3D-9ACB-632269B81068}" destId="{F8682098-F279-496D-BE24-9C10A46653AC}" srcOrd="0" destOrd="0" parTransId="{F36A7209-29A7-4C73-8D91-D6F2498FCF5B}" sibTransId="{5A36BB95-5111-459E-8AF7-CC483B71D693}"/>
    <dgm:cxn modelId="{8DB1336A-3520-4459-BFD8-75AA080ED2F6}" type="presOf" srcId="{57E76BFD-724F-4F3D-9ACB-632269B81068}" destId="{BF6D3C93-6BCD-468C-9864-BD0645F259B3}" srcOrd="0" destOrd="0" presId="urn:microsoft.com/office/officeart/2005/8/layout/process1"/>
    <dgm:cxn modelId="{DFA27335-8022-422B-B152-0EEFF3DCA266}" type="presParOf" srcId="{BF6D3C93-6BCD-468C-9864-BD0645F259B3}" destId="{BCC086E3-21B8-47D5-BB63-23F242E79ACA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9DF4EBE2-17CF-4358-9AD8-81D018A8F8D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25C008CE-5D80-4F49-8CB1-8E102AD4C42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Secure deployment</a:t>
          </a:r>
          <a:r>
            <a:rPr lang="en-US" dirty="0"/>
            <a:t> </a:t>
          </a:r>
        </a:p>
      </dgm:t>
    </dgm:pt>
    <dgm:pt modelId="{F20E46EA-0227-41A5-B1AB-AA4EB984818C}" type="parTrans" cxnId="{8846F640-A0FB-4450-AD9A-AB218AE586FA}">
      <dgm:prSet/>
      <dgm:spPr/>
      <dgm:t>
        <a:bodyPr/>
        <a:lstStyle/>
        <a:p>
          <a:endParaRPr lang="en-US"/>
        </a:p>
      </dgm:t>
    </dgm:pt>
    <dgm:pt modelId="{0EF51B35-4C05-44C9-960D-CBCF4A0D342B}" type="sibTrans" cxnId="{8846F640-A0FB-4450-AD9A-AB218AE586FA}">
      <dgm:prSet/>
      <dgm:spPr/>
      <dgm:t>
        <a:bodyPr/>
        <a:lstStyle/>
        <a:p>
          <a:endParaRPr lang="en-US"/>
        </a:p>
      </dgm:t>
    </dgm:pt>
    <dgm:pt modelId="{70019CAC-74B3-4FB9-B31C-1478804228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</a:t>
          </a:r>
          <a:r>
            <a:rPr lang="tr-TR" dirty="0"/>
            <a:t>s</a:t>
          </a:r>
          <a:r>
            <a:rPr lang="en-US" dirty="0"/>
            <a:t> very secure</a:t>
          </a:r>
        </a:p>
      </dgm:t>
    </dgm:pt>
    <dgm:pt modelId="{A3DE51A8-18A7-4B9B-93F3-A920711C4FD5}" type="parTrans" cxnId="{697C502A-154B-4400-BFCB-6EAE9237F938}">
      <dgm:prSet/>
      <dgm:spPr/>
      <dgm:t>
        <a:bodyPr/>
        <a:lstStyle/>
        <a:p>
          <a:endParaRPr lang="en-US"/>
        </a:p>
      </dgm:t>
    </dgm:pt>
    <dgm:pt modelId="{6064DC2A-07AB-4639-A318-9D9DDEF5D28A}" type="sibTrans" cxnId="{697C502A-154B-4400-BFCB-6EAE9237F938}">
      <dgm:prSet/>
      <dgm:spPr/>
      <dgm:t>
        <a:bodyPr/>
        <a:lstStyle/>
        <a:p>
          <a:endParaRPr lang="en-US"/>
        </a:p>
      </dgm:t>
    </dgm:pt>
    <dgm:pt modelId="{6A0D5A60-0749-463B-9703-8036C6A54E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No private keys</a:t>
          </a:r>
          <a:endParaRPr lang="en-US" dirty="0"/>
        </a:p>
      </dgm:t>
    </dgm:pt>
    <dgm:pt modelId="{A3EC9C78-DA81-46D8-8BF3-E8ED0E86824F}" type="parTrans" cxnId="{6F64AA44-0416-4ADD-BCFF-E48F1FD353D0}">
      <dgm:prSet/>
      <dgm:spPr/>
      <dgm:t>
        <a:bodyPr/>
        <a:lstStyle/>
        <a:p>
          <a:endParaRPr lang="en-US"/>
        </a:p>
      </dgm:t>
    </dgm:pt>
    <dgm:pt modelId="{3BDF87B0-E373-41CC-B650-071037B61CCC}" type="sibTrans" cxnId="{6F64AA44-0416-4ADD-BCFF-E48F1FD353D0}">
      <dgm:prSet/>
      <dgm:spPr/>
      <dgm:t>
        <a:bodyPr/>
        <a:lstStyle/>
        <a:p>
          <a:endParaRPr lang="en-US"/>
        </a:p>
      </dgm:t>
    </dgm:pt>
    <dgm:pt modelId="{72F419AC-E7F3-4167-9D00-2D1C755C8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server or application</a:t>
          </a:r>
        </a:p>
      </dgm:t>
    </dgm:pt>
    <dgm:pt modelId="{A1D1ABAA-5C0C-4592-9634-602732AABEB7}" type="parTrans" cxnId="{2D75A063-FFCA-4E93-A1BF-10B427B20F9F}">
      <dgm:prSet/>
      <dgm:spPr/>
      <dgm:t>
        <a:bodyPr/>
        <a:lstStyle/>
        <a:p>
          <a:endParaRPr lang="en-US"/>
        </a:p>
      </dgm:t>
    </dgm:pt>
    <dgm:pt modelId="{94C490F1-A26C-48D0-9FC1-7CB0B2E1FDAC}" type="sibTrans" cxnId="{2D75A063-FFCA-4E93-A1BF-10B427B20F9F}">
      <dgm:prSet/>
      <dgm:spPr/>
      <dgm:t>
        <a:bodyPr/>
        <a:lstStyle/>
        <a:p>
          <a:endParaRPr lang="en-US"/>
        </a:p>
      </dgm:t>
    </dgm:pt>
    <dgm:pt modelId="{2229D958-682E-47E8-844E-5289853A6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private keys</a:t>
          </a:r>
        </a:p>
      </dgm:t>
    </dgm:pt>
    <dgm:pt modelId="{9A99B3B6-74C9-4443-88B8-0AFDE960FE62}" type="parTrans" cxnId="{F63CDA7A-8CEC-4BCA-82F9-2196B92A436B}">
      <dgm:prSet/>
      <dgm:spPr/>
      <dgm:t>
        <a:bodyPr/>
        <a:lstStyle/>
        <a:p>
          <a:endParaRPr lang="en-US"/>
        </a:p>
      </dgm:t>
    </dgm:pt>
    <dgm:pt modelId="{ECD97472-3E52-4286-9A44-F97E1F3C4518}" type="sibTrans" cxnId="{F63CDA7A-8CEC-4BCA-82F9-2196B92A436B}">
      <dgm:prSet/>
      <dgm:spPr/>
      <dgm:t>
        <a:bodyPr/>
        <a:lstStyle/>
        <a:p>
          <a:endParaRPr lang="en-US"/>
        </a:p>
      </dgm:t>
    </dgm:pt>
    <dgm:pt modelId="{9C12FAF2-9C86-4B19-9806-041B00BD50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</a:t>
          </a:r>
          <a:r>
            <a:rPr lang="en-US" dirty="0"/>
            <a:t>key–only deployments </a:t>
          </a:r>
        </a:p>
      </dgm:t>
    </dgm:pt>
    <dgm:pt modelId="{DC804BE5-6D4F-47F4-BA66-1571F4BE9DBA}" type="parTrans" cxnId="{32FD2BEA-05D0-4A1B-B790-AD4BF70C765F}">
      <dgm:prSet/>
      <dgm:spPr/>
      <dgm:t>
        <a:bodyPr/>
        <a:lstStyle/>
        <a:p>
          <a:endParaRPr lang="tr-TR"/>
        </a:p>
      </dgm:t>
    </dgm:pt>
    <dgm:pt modelId="{D50360FA-8752-4976-9324-9501DFC624A8}" type="sibTrans" cxnId="{32FD2BEA-05D0-4A1B-B790-AD4BF70C765F}">
      <dgm:prSet/>
      <dgm:spPr/>
      <dgm:t>
        <a:bodyPr/>
        <a:lstStyle/>
        <a:p>
          <a:endParaRPr lang="tr-TR"/>
        </a:p>
      </dgm:t>
    </dgm:pt>
    <dgm:pt modelId="{F6116056-E256-4E80-A78D-0A68738C16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Only public keys</a:t>
          </a:r>
          <a:endParaRPr lang="en-US" dirty="0"/>
        </a:p>
      </dgm:t>
    </dgm:pt>
    <dgm:pt modelId="{5EF2E011-716D-4BC4-A928-72DF5972F2EE}" type="parTrans" cxnId="{6F32534A-FD0E-41C9-8398-CCFD02C3758A}">
      <dgm:prSet/>
      <dgm:spPr/>
      <dgm:t>
        <a:bodyPr/>
        <a:lstStyle/>
        <a:p>
          <a:endParaRPr lang="tr-TR"/>
        </a:p>
      </dgm:t>
    </dgm:pt>
    <dgm:pt modelId="{A8CCC337-9D56-4F8E-98A3-48BA355C7898}" type="sibTrans" cxnId="{6F32534A-FD0E-41C9-8398-CCFD02C3758A}">
      <dgm:prSet/>
      <dgm:spPr/>
      <dgm:t>
        <a:bodyPr/>
        <a:lstStyle/>
        <a:p>
          <a:endParaRPr lang="tr-TR"/>
        </a:p>
      </dgm:t>
    </dgm:pt>
    <dgm:pt modelId="{3979B432-398E-4B24-977F-4686DEF085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public key</a:t>
          </a:r>
          <a:r>
            <a:rPr lang="tr-TR" dirty="0"/>
            <a:t> available</a:t>
          </a:r>
          <a:endParaRPr lang="en-US" dirty="0"/>
        </a:p>
      </dgm:t>
    </dgm:pt>
    <dgm:pt modelId="{7634B785-81D8-4926-A273-87713A425018}" type="parTrans" cxnId="{F1B26BDE-A0BB-4836-AD95-BA9128F7480F}">
      <dgm:prSet/>
      <dgm:spPr/>
      <dgm:t>
        <a:bodyPr/>
        <a:lstStyle/>
        <a:p>
          <a:endParaRPr lang="tr-TR"/>
        </a:p>
      </dgm:t>
    </dgm:pt>
    <dgm:pt modelId="{F9832F68-074A-45B0-A9DF-78ABF781332F}" type="sibTrans" cxnId="{F1B26BDE-A0BB-4836-AD95-BA9128F7480F}">
      <dgm:prSet/>
      <dgm:spPr/>
      <dgm:t>
        <a:bodyPr/>
        <a:lstStyle/>
        <a:p>
          <a:endParaRPr lang="tr-TR"/>
        </a:p>
      </dgm:t>
    </dgm:pt>
    <dgm:pt modelId="{7E5D6BA8-6242-4BE1-8F5A-F22C4ED555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on server or application</a:t>
          </a:r>
          <a:endParaRPr lang="en-US" dirty="0"/>
        </a:p>
      </dgm:t>
    </dgm:pt>
    <dgm:pt modelId="{20F1D50B-A8F8-461F-9AB7-38C88A7BE764}" type="parTrans" cxnId="{8C4F3B8D-1D69-43FB-AA90-462953B51ADE}">
      <dgm:prSet/>
      <dgm:spPr/>
      <dgm:t>
        <a:bodyPr/>
        <a:lstStyle/>
        <a:p>
          <a:endParaRPr lang="tr-TR"/>
        </a:p>
      </dgm:t>
    </dgm:pt>
    <dgm:pt modelId="{72C00834-B0E6-4ABC-9A1E-BFD0F47164CB}" type="sibTrans" cxnId="{8C4F3B8D-1D69-43FB-AA90-462953B51ADE}">
      <dgm:prSet/>
      <dgm:spPr/>
      <dgm:t>
        <a:bodyPr/>
        <a:lstStyle/>
        <a:p>
          <a:endParaRPr lang="tr-TR"/>
        </a:p>
      </dgm:t>
    </dgm:pt>
    <dgm:pt modelId="{12CCCF0B-B4CD-42FF-9C3D-5FC958646677}" type="pres">
      <dgm:prSet presAssocID="{9DF4EBE2-17CF-4358-9AD8-81D018A8F8D2}" presName="root" presStyleCnt="0">
        <dgm:presLayoutVars>
          <dgm:dir/>
          <dgm:resizeHandles val="exact"/>
        </dgm:presLayoutVars>
      </dgm:prSet>
      <dgm:spPr/>
    </dgm:pt>
    <dgm:pt modelId="{08345377-AA2A-4A16-9393-F26515C37486}" type="pres">
      <dgm:prSet presAssocID="{25C008CE-5D80-4F49-8CB1-8E102AD4C426}" presName="compNode" presStyleCnt="0"/>
      <dgm:spPr/>
    </dgm:pt>
    <dgm:pt modelId="{1D05A806-31F2-47D7-83B4-01191732094F}" type="pres">
      <dgm:prSet presAssocID="{25C008CE-5D80-4F49-8CB1-8E102AD4C4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702A5E2-8A67-447D-869C-C413B4447D7D}" type="pres">
      <dgm:prSet presAssocID="{25C008CE-5D80-4F49-8CB1-8E102AD4C426}" presName="iconSpace" presStyleCnt="0"/>
      <dgm:spPr/>
    </dgm:pt>
    <dgm:pt modelId="{CF217217-B7EF-4BE9-9BBE-E629FBD6D8EA}" type="pres">
      <dgm:prSet presAssocID="{25C008CE-5D80-4F49-8CB1-8E102AD4C426}" presName="parTx" presStyleLbl="revTx" presStyleIdx="0" presStyleCnt="6">
        <dgm:presLayoutVars>
          <dgm:chMax val="0"/>
          <dgm:chPref val="0"/>
        </dgm:presLayoutVars>
      </dgm:prSet>
      <dgm:spPr/>
    </dgm:pt>
    <dgm:pt modelId="{67B83F88-53D4-475A-BE55-109515A22EDB}" type="pres">
      <dgm:prSet presAssocID="{25C008CE-5D80-4F49-8CB1-8E102AD4C426}" presName="txSpace" presStyleCnt="0"/>
      <dgm:spPr/>
    </dgm:pt>
    <dgm:pt modelId="{3148450C-86DE-4AD9-9429-DE7ACD1C4B7D}" type="pres">
      <dgm:prSet presAssocID="{25C008CE-5D80-4F49-8CB1-8E102AD4C426}" presName="desTx" presStyleLbl="revTx" presStyleIdx="1" presStyleCnt="6">
        <dgm:presLayoutVars/>
      </dgm:prSet>
      <dgm:spPr/>
    </dgm:pt>
    <dgm:pt modelId="{E0F9CC93-38ED-43A3-BE9A-D082699D2EB8}" type="pres">
      <dgm:prSet presAssocID="{0EF51B35-4C05-44C9-960D-CBCF4A0D342B}" presName="sibTrans" presStyleCnt="0"/>
      <dgm:spPr/>
    </dgm:pt>
    <dgm:pt modelId="{E14A8884-3F25-4B81-91CB-7FEEAA3E809A}" type="pres">
      <dgm:prSet presAssocID="{6A0D5A60-0749-463B-9703-8036C6A54E9F}" presName="compNode" presStyleCnt="0"/>
      <dgm:spPr/>
    </dgm:pt>
    <dgm:pt modelId="{84070184-86F1-40D8-AA07-D0F75972DEAD}" type="pres">
      <dgm:prSet presAssocID="{6A0D5A60-0749-463B-9703-8036C6A54E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A90A573-3D55-4346-B267-4ADDC385DBC9}" type="pres">
      <dgm:prSet presAssocID="{6A0D5A60-0749-463B-9703-8036C6A54E9F}" presName="iconSpace" presStyleCnt="0"/>
      <dgm:spPr/>
    </dgm:pt>
    <dgm:pt modelId="{17A367D2-C35A-497D-B5F3-A456B24E6D00}" type="pres">
      <dgm:prSet presAssocID="{6A0D5A60-0749-463B-9703-8036C6A54E9F}" presName="parTx" presStyleLbl="revTx" presStyleIdx="2" presStyleCnt="6">
        <dgm:presLayoutVars>
          <dgm:chMax val="0"/>
          <dgm:chPref val="0"/>
        </dgm:presLayoutVars>
      </dgm:prSet>
      <dgm:spPr/>
    </dgm:pt>
    <dgm:pt modelId="{58FEE5DC-BF9F-4B48-9200-8CF552D82FF6}" type="pres">
      <dgm:prSet presAssocID="{6A0D5A60-0749-463B-9703-8036C6A54E9F}" presName="txSpace" presStyleCnt="0"/>
      <dgm:spPr/>
    </dgm:pt>
    <dgm:pt modelId="{EC23FB32-4103-4C18-9484-3DF21456E208}" type="pres">
      <dgm:prSet presAssocID="{6A0D5A60-0749-463B-9703-8036C6A54E9F}" presName="desTx" presStyleLbl="revTx" presStyleIdx="3" presStyleCnt="6">
        <dgm:presLayoutVars/>
      </dgm:prSet>
      <dgm:spPr/>
    </dgm:pt>
    <dgm:pt modelId="{C0801672-0E26-4869-86A3-F5F2E1FA5134}" type="pres">
      <dgm:prSet presAssocID="{3BDF87B0-E373-41CC-B650-071037B61CCC}" presName="sibTrans" presStyleCnt="0"/>
      <dgm:spPr/>
    </dgm:pt>
    <dgm:pt modelId="{806BC7D5-080F-4FD0-A25E-63DC36D1861D}" type="pres">
      <dgm:prSet presAssocID="{F6116056-E256-4E80-A78D-0A68738C16E2}" presName="compNode" presStyleCnt="0"/>
      <dgm:spPr/>
    </dgm:pt>
    <dgm:pt modelId="{01D2161B-DBA6-4874-9550-25B52118BC1E}" type="pres">
      <dgm:prSet presAssocID="{F6116056-E256-4E80-A78D-0A68738C16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</dgm:pt>
    <dgm:pt modelId="{CE8E4BA9-A2F5-4851-B004-4FB3F119B228}" type="pres">
      <dgm:prSet presAssocID="{F6116056-E256-4E80-A78D-0A68738C16E2}" presName="iconSpace" presStyleCnt="0"/>
      <dgm:spPr/>
    </dgm:pt>
    <dgm:pt modelId="{5441A656-167F-4D40-B1AE-A9752D160D9D}" type="pres">
      <dgm:prSet presAssocID="{F6116056-E256-4E80-A78D-0A68738C16E2}" presName="parTx" presStyleLbl="revTx" presStyleIdx="4" presStyleCnt="6">
        <dgm:presLayoutVars>
          <dgm:chMax val="0"/>
          <dgm:chPref val="0"/>
        </dgm:presLayoutVars>
      </dgm:prSet>
      <dgm:spPr/>
    </dgm:pt>
    <dgm:pt modelId="{1FAA76F0-26F4-45C4-A56B-E6445E490CD8}" type="pres">
      <dgm:prSet presAssocID="{F6116056-E256-4E80-A78D-0A68738C16E2}" presName="txSpace" presStyleCnt="0"/>
      <dgm:spPr/>
    </dgm:pt>
    <dgm:pt modelId="{CB236D6B-872F-48B2-AECF-6AFF8099558B}" type="pres">
      <dgm:prSet presAssocID="{F6116056-E256-4E80-A78D-0A68738C16E2}" presName="desTx" presStyleLbl="revTx" presStyleIdx="5" presStyleCnt="6">
        <dgm:presLayoutVars/>
      </dgm:prSet>
      <dgm:spPr/>
    </dgm:pt>
  </dgm:ptLst>
  <dgm:cxnLst>
    <dgm:cxn modelId="{5FE66124-F6C8-47BD-899C-13CF44C01751}" type="presOf" srcId="{9C12FAF2-9C86-4B19-9806-041B00BD502C}" destId="{3148450C-86DE-4AD9-9429-DE7ACD1C4B7D}" srcOrd="0" destOrd="1" presId="urn:microsoft.com/office/officeart/2018/5/layout/CenteredIconLabelDescriptionList"/>
    <dgm:cxn modelId="{697C502A-154B-4400-BFCB-6EAE9237F938}" srcId="{25C008CE-5D80-4F49-8CB1-8E102AD4C426}" destId="{70019CAC-74B3-4FB9-B31C-147880422837}" srcOrd="0" destOrd="0" parTransId="{A3DE51A8-18A7-4B9B-93F3-A920711C4FD5}" sibTransId="{6064DC2A-07AB-4639-A318-9D9DDEF5D28A}"/>
    <dgm:cxn modelId="{E5BD622F-0EB2-4CF5-A4E7-1875A69E57AD}" type="presOf" srcId="{2229D958-682E-47E8-844E-5289853A6FC3}" destId="{EC23FB32-4103-4C18-9484-3DF21456E208}" srcOrd="0" destOrd="1" presId="urn:microsoft.com/office/officeart/2018/5/layout/CenteredIconLabelDescriptionList"/>
    <dgm:cxn modelId="{2196DF3A-35CD-4EF7-8345-C3C660B00C21}" type="presOf" srcId="{72F419AC-E7F3-4167-9D00-2D1C755C8119}" destId="{EC23FB32-4103-4C18-9484-3DF21456E208}" srcOrd="0" destOrd="0" presId="urn:microsoft.com/office/officeart/2018/5/layout/CenteredIconLabelDescriptionList"/>
    <dgm:cxn modelId="{8846F640-A0FB-4450-AD9A-AB218AE586FA}" srcId="{9DF4EBE2-17CF-4358-9AD8-81D018A8F8D2}" destId="{25C008CE-5D80-4F49-8CB1-8E102AD4C426}" srcOrd="0" destOrd="0" parTransId="{F20E46EA-0227-41A5-B1AB-AA4EB984818C}" sibTransId="{0EF51B35-4C05-44C9-960D-CBCF4A0D342B}"/>
    <dgm:cxn modelId="{2D75A063-FFCA-4E93-A1BF-10B427B20F9F}" srcId="{6A0D5A60-0749-463B-9703-8036C6A54E9F}" destId="{72F419AC-E7F3-4167-9D00-2D1C755C8119}" srcOrd="0" destOrd="0" parTransId="{A1D1ABAA-5C0C-4592-9634-602732AABEB7}" sibTransId="{94C490F1-A26C-48D0-9FC1-7CB0B2E1FDAC}"/>
    <dgm:cxn modelId="{6F64AA44-0416-4ADD-BCFF-E48F1FD353D0}" srcId="{9DF4EBE2-17CF-4358-9AD8-81D018A8F8D2}" destId="{6A0D5A60-0749-463B-9703-8036C6A54E9F}" srcOrd="1" destOrd="0" parTransId="{A3EC9C78-DA81-46D8-8BF3-E8ED0E86824F}" sibTransId="{3BDF87B0-E373-41CC-B650-071037B61CCC}"/>
    <dgm:cxn modelId="{6F32534A-FD0E-41C9-8398-CCFD02C3758A}" srcId="{9DF4EBE2-17CF-4358-9AD8-81D018A8F8D2}" destId="{F6116056-E256-4E80-A78D-0A68738C16E2}" srcOrd="2" destOrd="0" parTransId="{5EF2E011-716D-4BC4-A928-72DF5972F2EE}" sibTransId="{A8CCC337-9D56-4F8E-98A3-48BA355C7898}"/>
    <dgm:cxn modelId="{A56DC151-77F1-46C3-A6B3-C942151C122E}" type="presOf" srcId="{25C008CE-5D80-4F49-8CB1-8E102AD4C426}" destId="{CF217217-B7EF-4BE9-9BBE-E629FBD6D8EA}" srcOrd="0" destOrd="0" presId="urn:microsoft.com/office/officeart/2018/5/layout/CenteredIconLabelDescriptionList"/>
    <dgm:cxn modelId="{DAB89453-17E6-4627-8666-3602740922F8}" type="presOf" srcId="{3979B432-398E-4B24-977F-4686DEF08597}" destId="{CB236D6B-872F-48B2-AECF-6AFF8099558B}" srcOrd="0" destOrd="0" presId="urn:microsoft.com/office/officeart/2018/5/layout/CenteredIconLabelDescriptionList"/>
    <dgm:cxn modelId="{828D1579-E791-4CCB-83B5-A35BBF182A36}" type="presOf" srcId="{9DF4EBE2-17CF-4358-9AD8-81D018A8F8D2}" destId="{12CCCF0B-B4CD-42FF-9C3D-5FC958646677}" srcOrd="0" destOrd="0" presId="urn:microsoft.com/office/officeart/2018/5/layout/CenteredIconLabelDescriptionList"/>
    <dgm:cxn modelId="{F63CDA7A-8CEC-4BCA-82F9-2196B92A436B}" srcId="{6A0D5A60-0749-463B-9703-8036C6A54E9F}" destId="{2229D958-682E-47E8-844E-5289853A6FC3}" srcOrd="1" destOrd="0" parTransId="{9A99B3B6-74C9-4443-88B8-0AFDE960FE62}" sibTransId="{ECD97472-3E52-4286-9A44-F97E1F3C4518}"/>
    <dgm:cxn modelId="{773A5B80-6334-433E-845E-689B329CE893}" type="presOf" srcId="{F6116056-E256-4E80-A78D-0A68738C16E2}" destId="{5441A656-167F-4D40-B1AE-A9752D160D9D}" srcOrd="0" destOrd="0" presId="urn:microsoft.com/office/officeart/2018/5/layout/CenteredIconLabelDescriptionList"/>
    <dgm:cxn modelId="{8C4F3B8D-1D69-43FB-AA90-462953B51ADE}" srcId="{F6116056-E256-4E80-A78D-0A68738C16E2}" destId="{7E5D6BA8-6242-4BE1-8F5A-F22C4ED5556B}" srcOrd="1" destOrd="0" parTransId="{20F1D50B-A8F8-461F-9AB7-38C88A7BE764}" sibTransId="{72C00834-B0E6-4ABC-9A1E-BFD0F47164CB}"/>
    <dgm:cxn modelId="{731C728F-21BB-47A5-B62D-6359B69104BD}" type="presOf" srcId="{7E5D6BA8-6242-4BE1-8F5A-F22C4ED5556B}" destId="{CB236D6B-872F-48B2-AECF-6AFF8099558B}" srcOrd="0" destOrd="1" presId="urn:microsoft.com/office/officeart/2018/5/layout/CenteredIconLabelDescriptionList"/>
    <dgm:cxn modelId="{F1B26BDE-A0BB-4836-AD95-BA9128F7480F}" srcId="{F6116056-E256-4E80-A78D-0A68738C16E2}" destId="{3979B432-398E-4B24-977F-4686DEF08597}" srcOrd="0" destOrd="0" parTransId="{7634B785-81D8-4926-A273-87713A425018}" sibTransId="{F9832F68-074A-45B0-A9DF-78ABF781332F}"/>
    <dgm:cxn modelId="{32FD2BEA-05D0-4A1B-B790-AD4BF70C765F}" srcId="{25C008CE-5D80-4F49-8CB1-8E102AD4C426}" destId="{9C12FAF2-9C86-4B19-9806-041B00BD502C}" srcOrd="1" destOrd="0" parTransId="{DC804BE5-6D4F-47F4-BA66-1571F4BE9DBA}" sibTransId="{D50360FA-8752-4976-9324-9501DFC624A8}"/>
    <dgm:cxn modelId="{A605E5EA-0A8D-48C5-B2E7-6E8F0474A657}" type="presOf" srcId="{6A0D5A60-0749-463B-9703-8036C6A54E9F}" destId="{17A367D2-C35A-497D-B5F3-A456B24E6D00}" srcOrd="0" destOrd="0" presId="urn:microsoft.com/office/officeart/2018/5/layout/CenteredIconLabelDescriptionList"/>
    <dgm:cxn modelId="{DE042BF4-5BC2-496C-BBFA-6247D220E6D4}" type="presOf" srcId="{70019CAC-74B3-4FB9-B31C-147880422837}" destId="{3148450C-86DE-4AD9-9429-DE7ACD1C4B7D}" srcOrd="0" destOrd="0" presId="urn:microsoft.com/office/officeart/2018/5/layout/CenteredIconLabelDescriptionList"/>
    <dgm:cxn modelId="{0E39D1A4-B342-4539-8A12-7A6F960353D0}" type="presParOf" srcId="{12CCCF0B-B4CD-42FF-9C3D-5FC958646677}" destId="{08345377-AA2A-4A16-9393-F26515C37486}" srcOrd="0" destOrd="0" presId="urn:microsoft.com/office/officeart/2018/5/layout/CenteredIconLabelDescriptionList"/>
    <dgm:cxn modelId="{A858E6E6-928A-46A0-9EA0-527D4C379AA7}" type="presParOf" srcId="{08345377-AA2A-4A16-9393-F26515C37486}" destId="{1D05A806-31F2-47D7-83B4-01191732094F}" srcOrd="0" destOrd="0" presId="urn:microsoft.com/office/officeart/2018/5/layout/CenteredIconLabelDescriptionList"/>
    <dgm:cxn modelId="{D0EC27DA-F524-4127-956D-83BC2926D298}" type="presParOf" srcId="{08345377-AA2A-4A16-9393-F26515C37486}" destId="{6702A5E2-8A67-447D-869C-C413B4447D7D}" srcOrd="1" destOrd="0" presId="urn:microsoft.com/office/officeart/2018/5/layout/CenteredIconLabelDescriptionList"/>
    <dgm:cxn modelId="{65B6CC74-DBC8-4D63-B563-75F6045B3E3A}" type="presParOf" srcId="{08345377-AA2A-4A16-9393-F26515C37486}" destId="{CF217217-B7EF-4BE9-9BBE-E629FBD6D8EA}" srcOrd="2" destOrd="0" presId="urn:microsoft.com/office/officeart/2018/5/layout/CenteredIconLabelDescriptionList"/>
    <dgm:cxn modelId="{970BBDB6-1F39-4C66-86E4-8EF5DFCACA90}" type="presParOf" srcId="{08345377-AA2A-4A16-9393-F26515C37486}" destId="{67B83F88-53D4-475A-BE55-109515A22EDB}" srcOrd="3" destOrd="0" presId="urn:microsoft.com/office/officeart/2018/5/layout/CenteredIconLabelDescriptionList"/>
    <dgm:cxn modelId="{0BBF8EA5-16ED-42A8-AB80-3F199DAC004D}" type="presParOf" srcId="{08345377-AA2A-4A16-9393-F26515C37486}" destId="{3148450C-86DE-4AD9-9429-DE7ACD1C4B7D}" srcOrd="4" destOrd="0" presId="urn:microsoft.com/office/officeart/2018/5/layout/CenteredIconLabelDescriptionList"/>
    <dgm:cxn modelId="{418624F6-D627-4EDB-BAF7-F5BB65E927C9}" type="presParOf" srcId="{12CCCF0B-B4CD-42FF-9C3D-5FC958646677}" destId="{E0F9CC93-38ED-43A3-BE9A-D082699D2EB8}" srcOrd="1" destOrd="0" presId="urn:microsoft.com/office/officeart/2018/5/layout/CenteredIconLabelDescriptionList"/>
    <dgm:cxn modelId="{5F0ABB97-F541-41FE-ACE2-25B4258E8F85}" type="presParOf" srcId="{12CCCF0B-B4CD-42FF-9C3D-5FC958646677}" destId="{E14A8884-3F25-4B81-91CB-7FEEAA3E809A}" srcOrd="2" destOrd="0" presId="urn:microsoft.com/office/officeart/2018/5/layout/CenteredIconLabelDescriptionList"/>
    <dgm:cxn modelId="{C99FA86F-5747-4F1D-A41A-87F2AD6EBF94}" type="presParOf" srcId="{E14A8884-3F25-4B81-91CB-7FEEAA3E809A}" destId="{84070184-86F1-40D8-AA07-D0F75972DEAD}" srcOrd="0" destOrd="0" presId="urn:microsoft.com/office/officeart/2018/5/layout/CenteredIconLabelDescriptionList"/>
    <dgm:cxn modelId="{53095900-16B4-4B7D-AAB4-BC47F5CAC028}" type="presParOf" srcId="{E14A8884-3F25-4B81-91CB-7FEEAA3E809A}" destId="{4A90A573-3D55-4346-B267-4ADDC385DBC9}" srcOrd="1" destOrd="0" presId="urn:microsoft.com/office/officeart/2018/5/layout/CenteredIconLabelDescriptionList"/>
    <dgm:cxn modelId="{E6FBB14A-8863-4A0B-B409-2683612275D4}" type="presParOf" srcId="{E14A8884-3F25-4B81-91CB-7FEEAA3E809A}" destId="{17A367D2-C35A-497D-B5F3-A456B24E6D00}" srcOrd="2" destOrd="0" presId="urn:microsoft.com/office/officeart/2018/5/layout/CenteredIconLabelDescriptionList"/>
    <dgm:cxn modelId="{F09D92B0-21E3-4597-AC32-3D93FAD9CE32}" type="presParOf" srcId="{E14A8884-3F25-4B81-91CB-7FEEAA3E809A}" destId="{58FEE5DC-BF9F-4B48-9200-8CF552D82FF6}" srcOrd="3" destOrd="0" presId="urn:microsoft.com/office/officeart/2018/5/layout/CenteredIconLabelDescriptionList"/>
    <dgm:cxn modelId="{16900299-3253-450F-9E4A-B94CB8DEC021}" type="presParOf" srcId="{E14A8884-3F25-4B81-91CB-7FEEAA3E809A}" destId="{EC23FB32-4103-4C18-9484-3DF21456E208}" srcOrd="4" destOrd="0" presId="urn:microsoft.com/office/officeart/2018/5/layout/CenteredIconLabelDescriptionList"/>
    <dgm:cxn modelId="{94AC42AE-0520-43BE-B293-979D7C477AAE}" type="presParOf" srcId="{12CCCF0B-B4CD-42FF-9C3D-5FC958646677}" destId="{C0801672-0E26-4869-86A3-F5F2E1FA5134}" srcOrd="3" destOrd="0" presId="urn:microsoft.com/office/officeart/2018/5/layout/CenteredIconLabelDescriptionList"/>
    <dgm:cxn modelId="{4CB41116-99D4-4C84-A5DD-0B7480016F70}" type="presParOf" srcId="{12CCCF0B-B4CD-42FF-9C3D-5FC958646677}" destId="{806BC7D5-080F-4FD0-A25E-63DC36D1861D}" srcOrd="4" destOrd="0" presId="urn:microsoft.com/office/officeart/2018/5/layout/CenteredIconLabelDescriptionList"/>
    <dgm:cxn modelId="{0F67AA6D-6531-4E29-9336-9B4358EF9229}" type="presParOf" srcId="{806BC7D5-080F-4FD0-A25E-63DC36D1861D}" destId="{01D2161B-DBA6-4874-9550-25B52118BC1E}" srcOrd="0" destOrd="0" presId="urn:microsoft.com/office/officeart/2018/5/layout/CenteredIconLabelDescriptionList"/>
    <dgm:cxn modelId="{97DE2D58-B868-402E-AF8F-5596A3F7C7B0}" type="presParOf" srcId="{806BC7D5-080F-4FD0-A25E-63DC36D1861D}" destId="{CE8E4BA9-A2F5-4851-B004-4FB3F119B228}" srcOrd="1" destOrd="0" presId="urn:microsoft.com/office/officeart/2018/5/layout/CenteredIconLabelDescriptionList"/>
    <dgm:cxn modelId="{ADA70EDE-D254-4865-AEC3-AE03B59D0FF3}" type="presParOf" srcId="{806BC7D5-080F-4FD0-A25E-63DC36D1861D}" destId="{5441A656-167F-4D40-B1AE-A9752D160D9D}" srcOrd="2" destOrd="0" presId="urn:microsoft.com/office/officeart/2018/5/layout/CenteredIconLabelDescriptionList"/>
    <dgm:cxn modelId="{B2C119B4-14D1-4D7E-802C-44CC299D302B}" type="presParOf" srcId="{806BC7D5-080F-4FD0-A25E-63DC36D1861D}" destId="{1FAA76F0-26F4-45C4-A56B-E6445E490CD8}" srcOrd="3" destOrd="0" presId="urn:microsoft.com/office/officeart/2018/5/layout/CenteredIconLabelDescriptionList"/>
    <dgm:cxn modelId="{163A67A5-0A35-4E44-AB37-0E2455E37B65}" type="presParOf" srcId="{806BC7D5-080F-4FD0-A25E-63DC36D1861D}" destId="{CB236D6B-872F-48B2-AECF-6AFF8099558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E5792678-3E4C-452A-89D7-4F7F20DC173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31D1D1-58DF-4C34-B947-CA4EC8E6C4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E-Commerce Solution</a:t>
          </a:r>
          <a:r>
            <a:rPr lang="en-US" dirty="0"/>
            <a:t> </a:t>
          </a:r>
        </a:p>
      </dgm:t>
    </dgm:pt>
    <dgm:pt modelId="{748BA89E-F8BE-4042-9632-F635F07A540C}" type="parTrans" cxnId="{26604E36-F82E-4C5F-9694-C068DD0A20E0}">
      <dgm:prSet/>
      <dgm:spPr/>
      <dgm:t>
        <a:bodyPr/>
        <a:lstStyle/>
        <a:p>
          <a:endParaRPr lang="en-US"/>
        </a:p>
      </dgm:t>
    </dgm:pt>
    <dgm:pt modelId="{85421409-E64A-4CA8-8F30-058A6D5378B5}" type="sibTrans" cxnId="{26604E36-F82E-4C5F-9694-C068DD0A20E0}">
      <dgm:prSet/>
      <dgm:spPr/>
      <dgm:t>
        <a:bodyPr/>
        <a:lstStyle/>
        <a:p>
          <a:endParaRPr lang="en-US"/>
        </a:p>
      </dgm:t>
    </dgm:pt>
    <dgm:pt modelId="{F6FF5151-3810-435D-AF13-934A70ECEE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install an extended public key</a:t>
          </a:r>
        </a:p>
      </dgm:t>
    </dgm:pt>
    <dgm:pt modelId="{1914E434-D412-4AFD-B779-99B9D75D591B}" type="parTrans" cxnId="{B0BFF069-F100-4726-9BAA-13DBBB1068DC}">
      <dgm:prSet/>
      <dgm:spPr/>
      <dgm:t>
        <a:bodyPr/>
        <a:lstStyle/>
        <a:p>
          <a:endParaRPr lang="en-US"/>
        </a:p>
      </dgm:t>
    </dgm:pt>
    <dgm:pt modelId="{C9263E03-3692-4D05-8896-7704A4A9E63D}" type="sibTrans" cxnId="{B0BFF069-F100-4726-9BAA-13DBBB1068DC}">
      <dgm:prSet/>
      <dgm:spPr/>
      <dgm:t>
        <a:bodyPr/>
        <a:lstStyle/>
        <a:p>
          <a:endParaRPr lang="en-US"/>
        </a:p>
      </dgm:t>
    </dgm:pt>
    <dgm:pt modelId="{B9218213-5840-4754-982A-1CDD74F930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Key Reproduction</a:t>
          </a:r>
          <a:endParaRPr lang="en-US" dirty="0"/>
        </a:p>
      </dgm:t>
    </dgm:pt>
    <dgm:pt modelId="{F086E25B-07BC-4811-B4B7-E8FACC4CF9B0}" type="parTrans" cxnId="{BA6023AD-65E6-4B6A-BAE0-2DFEBC0440F1}">
      <dgm:prSet/>
      <dgm:spPr/>
      <dgm:t>
        <a:bodyPr/>
        <a:lstStyle/>
        <a:p>
          <a:endParaRPr lang="en-US"/>
        </a:p>
      </dgm:t>
    </dgm:pt>
    <dgm:pt modelId="{9B797DCE-1D6D-4181-8602-FC0191600735}" type="sibTrans" cxnId="{BA6023AD-65E6-4B6A-BAE0-2DFEBC0440F1}">
      <dgm:prSet/>
      <dgm:spPr/>
      <dgm:t>
        <a:bodyPr/>
        <a:lstStyle/>
        <a:p>
          <a:endParaRPr lang="en-US"/>
        </a:p>
      </dgm:t>
    </dgm:pt>
    <dgm:pt modelId="{63742013-F263-46F8-AABD-7C68B263FB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create </a:t>
          </a:r>
          <a:r>
            <a:rPr lang="en-US" dirty="0"/>
            <a:t>new bitcoin address</a:t>
          </a:r>
        </a:p>
      </dgm:t>
    </dgm:pt>
    <dgm:pt modelId="{1941E936-F3B3-4DB0-8FA2-D68940D4F2BB}" type="parTrans" cxnId="{9811139E-F6CC-4DCF-93F5-34AA6F3D9FDC}">
      <dgm:prSet/>
      <dgm:spPr/>
      <dgm:t>
        <a:bodyPr/>
        <a:lstStyle/>
        <a:p>
          <a:endParaRPr lang="en-US"/>
        </a:p>
      </dgm:t>
    </dgm:pt>
    <dgm:pt modelId="{1F530C41-7C1D-4142-81F3-8486EBD8DD11}" type="sibTrans" cxnId="{9811139E-F6CC-4DCF-93F5-34AA6F3D9FDC}">
      <dgm:prSet/>
      <dgm:spPr/>
      <dgm:t>
        <a:bodyPr/>
        <a:lstStyle/>
        <a:p>
          <a:endParaRPr lang="en-US"/>
        </a:p>
      </dgm:t>
    </dgm:pt>
    <dgm:pt modelId="{7F6BC0B8-DB79-4133-A103-4FEC74689E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Protection</a:t>
          </a:r>
          <a:r>
            <a:rPr lang="en-US" dirty="0"/>
            <a:t> </a:t>
          </a:r>
        </a:p>
      </dgm:t>
    </dgm:pt>
    <dgm:pt modelId="{F3B49B8C-C7D8-4CA9-8557-CB4FE24FA290}" type="parTrans" cxnId="{6CFA0150-4587-4ACB-A32E-D1ECB70B87D4}">
      <dgm:prSet/>
      <dgm:spPr/>
      <dgm:t>
        <a:bodyPr/>
        <a:lstStyle/>
        <a:p>
          <a:endParaRPr lang="en-US"/>
        </a:p>
      </dgm:t>
    </dgm:pt>
    <dgm:pt modelId="{AC31328C-624B-448A-9D09-AC8980A8AAC3}" type="sibTrans" cxnId="{6CFA0150-4587-4ACB-A32E-D1ECB70B87D4}">
      <dgm:prSet/>
      <dgm:spPr/>
      <dgm:t>
        <a:bodyPr/>
        <a:lstStyle/>
        <a:p>
          <a:endParaRPr lang="en-US"/>
        </a:p>
      </dgm:t>
    </dgm:pt>
    <dgm:pt modelId="{2FFD2DCF-6632-4A01-8E4D-CF47AAAC1FE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no</a:t>
          </a:r>
          <a:r>
            <a:rPr lang="en-US" dirty="0"/>
            <a:t> private keys</a:t>
          </a:r>
          <a:r>
            <a:rPr lang="tr-TR" dirty="0"/>
            <a:t> on servers</a:t>
          </a:r>
          <a:endParaRPr lang="en-US" dirty="0"/>
        </a:p>
      </dgm:t>
    </dgm:pt>
    <dgm:pt modelId="{7940C65C-F496-4408-B58A-EB051623EEAF}" type="parTrans" cxnId="{464EC24C-4BFA-4D1F-9A16-B23AA5DDDD57}">
      <dgm:prSet/>
      <dgm:spPr/>
      <dgm:t>
        <a:bodyPr/>
        <a:lstStyle/>
        <a:p>
          <a:endParaRPr lang="en-US"/>
        </a:p>
      </dgm:t>
    </dgm:pt>
    <dgm:pt modelId="{973E72B0-0C0F-4FF8-9A95-201BDD4D29A5}" type="sibTrans" cxnId="{464EC24C-4BFA-4D1F-9A16-B23AA5DDDD57}">
      <dgm:prSet/>
      <dgm:spPr/>
      <dgm:t>
        <a:bodyPr/>
        <a:lstStyle/>
        <a:p>
          <a:endParaRPr lang="en-US"/>
        </a:p>
      </dgm:t>
    </dgm:pt>
    <dgm:pt modelId="{EA2908A4-A9BC-40E7-95AD-BB271913C1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</a:t>
          </a: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web server </a:t>
          </a:r>
        </a:p>
      </dgm:t>
    </dgm:pt>
    <dgm:pt modelId="{264D4AE1-2986-404E-89D4-919816088168}" type="parTrans" cxnId="{F62F90CB-E01C-41ED-8169-758B44E29F3A}">
      <dgm:prSet/>
      <dgm:spPr/>
      <dgm:t>
        <a:bodyPr/>
        <a:lstStyle/>
        <a:p>
          <a:endParaRPr lang="tr-TR"/>
        </a:p>
      </dgm:t>
    </dgm:pt>
    <dgm:pt modelId="{148DFC27-C066-4F58-B9F5-2E7F459ACA05}" type="sibTrans" cxnId="{F62F90CB-E01C-41ED-8169-758B44E29F3A}">
      <dgm:prSet/>
      <dgm:spPr/>
      <dgm:t>
        <a:bodyPr/>
        <a:lstStyle/>
        <a:p>
          <a:endParaRPr lang="tr-TR"/>
        </a:p>
      </dgm:t>
    </dgm:pt>
    <dgm:pt modelId="{092D72DC-515E-4CCD-9EE8-EFC15584E0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Job</a:t>
          </a:r>
          <a:endParaRPr lang="en-US" dirty="0"/>
        </a:p>
      </dgm:t>
    </dgm:pt>
    <dgm:pt modelId="{FC1CF8AC-D720-4F96-B8CC-63C13FAC6120}" type="parTrans" cxnId="{8DA8D206-8784-4B6B-9606-E7DBD85C38D4}">
      <dgm:prSet/>
      <dgm:spPr/>
      <dgm:t>
        <a:bodyPr/>
        <a:lstStyle/>
        <a:p>
          <a:endParaRPr lang="tr-TR"/>
        </a:p>
      </dgm:t>
    </dgm:pt>
    <dgm:pt modelId="{674B73F3-AD5A-47F1-AB59-11B2FBECE7D0}" type="sibTrans" cxnId="{8DA8D206-8784-4B6B-9606-E7DBD85C38D4}">
      <dgm:prSet/>
      <dgm:spPr/>
      <dgm:t>
        <a:bodyPr/>
        <a:lstStyle/>
        <a:p>
          <a:endParaRPr lang="tr-TR"/>
        </a:p>
      </dgm:t>
    </dgm:pt>
    <dgm:pt modelId="{63836E0A-D36D-4F21-8F5D-021C863A17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every transaction</a:t>
          </a:r>
          <a:r>
            <a:rPr lang="tr-TR" dirty="0"/>
            <a:t> of </a:t>
          </a:r>
          <a:r>
            <a:rPr lang="en-US" dirty="0"/>
            <a:t>shopping cart</a:t>
          </a:r>
        </a:p>
      </dgm:t>
    </dgm:pt>
    <dgm:pt modelId="{1D6ADAE4-5914-4F8B-BC81-F1706583863D}" type="parTrans" cxnId="{F564D313-0C11-4F35-B57B-5D3B290F0436}">
      <dgm:prSet/>
      <dgm:spPr/>
      <dgm:t>
        <a:bodyPr/>
        <a:lstStyle/>
        <a:p>
          <a:endParaRPr lang="tr-TR"/>
        </a:p>
      </dgm:t>
    </dgm:pt>
    <dgm:pt modelId="{5B159539-845D-4C54-8C6B-4C0A055F50FF}" type="sibTrans" cxnId="{F564D313-0C11-4F35-B57B-5D3B290F0436}">
      <dgm:prSet/>
      <dgm:spPr/>
      <dgm:t>
        <a:bodyPr/>
        <a:lstStyle/>
        <a:p>
          <a:endParaRPr lang="tr-TR"/>
        </a:p>
      </dgm:t>
    </dgm:pt>
    <dgm:pt modelId="{2110EA7E-D5A9-4682-93BB-3E17C7D38A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the public</a:t>
          </a:r>
          <a:r>
            <a:rPr lang="tr-TR" dirty="0"/>
            <a:t> </a:t>
          </a:r>
          <a:r>
            <a:rPr lang="en-US" dirty="0"/>
            <a:t>key derivation function</a:t>
          </a:r>
          <a:endParaRPr lang="tr-TR" dirty="0"/>
        </a:p>
        <a:p>
          <a:pPr>
            <a:lnSpc>
              <a:spcPct val="100000"/>
            </a:lnSpc>
          </a:pPr>
          <a:r>
            <a:rPr lang="tr-TR" dirty="0"/>
            <a:t>can derive infinite number of public keys</a:t>
          </a:r>
          <a:endParaRPr lang="en-US" dirty="0"/>
        </a:p>
      </dgm:t>
    </dgm:pt>
    <dgm:pt modelId="{A68A12A5-1859-4743-84C8-06EAC3B72B9A}" type="parTrans" cxnId="{757ADDDC-E23C-4E08-A4F8-9E68F8AEBD32}">
      <dgm:prSet/>
      <dgm:spPr/>
      <dgm:t>
        <a:bodyPr/>
        <a:lstStyle/>
        <a:p>
          <a:endParaRPr lang="tr-TR"/>
        </a:p>
      </dgm:t>
    </dgm:pt>
    <dgm:pt modelId="{F5C4643D-BF38-4232-9B90-F0B73E2BD2A8}" type="sibTrans" cxnId="{757ADDDC-E23C-4E08-A4F8-9E68F8AEBD32}">
      <dgm:prSet/>
      <dgm:spPr/>
      <dgm:t>
        <a:bodyPr/>
        <a:lstStyle/>
        <a:p>
          <a:endParaRPr lang="tr-TR"/>
        </a:p>
      </dgm:t>
    </dgm:pt>
    <dgm:pt modelId="{D3A8EFB2-7FF4-41D2-8210-0377E462E0D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vulnerable to theft.</a:t>
          </a:r>
          <a:endParaRPr lang="en-US" dirty="0"/>
        </a:p>
      </dgm:t>
    </dgm:pt>
    <dgm:pt modelId="{AB4BD133-B0BF-4922-AF2F-EAEDD133A405}" type="parTrans" cxnId="{C009BD0A-2693-4515-9516-F3208983B0E1}">
      <dgm:prSet/>
      <dgm:spPr/>
      <dgm:t>
        <a:bodyPr/>
        <a:lstStyle/>
        <a:p>
          <a:endParaRPr lang="tr-TR"/>
        </a:p>
      </dgm:t>
    </dgm:pt>
    <dgm:pt modelId="{1E369328-0B01-46E7-AD2B-ADCBB9D7915F}" type="sibTrans" cxnId="{C009BD0A-2693-4515-9516-F3208983B0E1}">
      <dgm:prSet/>
      <dgm:spPr/>
      <dgm:t>
        <a:bodyPr/>
        <a:lstStyle/>
        <a:p>
          <a:endParaRPr lang="tr-TR"/>
        </a:p>
      </dgm:t>
    </dgm:pt>
    <dgm:pt modelId="{64B34FF7-D404-42DB-9DB3-080AE7FA0175}" type="pres">
      <dgm:prSet presAssocID="{E5792678-3E4C-452A-89D7-4F7F20DC1733}" presName="root" presStyleCnt="0">
        <dgm:presLayoutVars>
          <dgm:dir/>
          <dgm:resizeHandles val="exact"/>
        </dgm:presLayoutVars>
      </dgm:prSet>
      <dgm:spPr/>
    </dgm:pt>
    <dgm:pt modelId="{BC28DC79-E4D4-46DE-8BB2-DBE526904A41}" type="pres">
      <dgm:prSet presAssocID="{E431D1D1-58DF-4C34-B947-CA4EC8E6C422}" presName="compNode" presStyleCnt="0"/>
      <dgm:spPr/>
    </dgm:pt>
    <dgm:pt modelId="{40FC9BB2-FAEA-433A-97F4-FAD58303AF59}" type="pres">
      <dgm:prSet presAssocID="{E431D1D1-58DF-4C34-B947-CA4EC8E6C42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E413FB7-D637-4061-ADFA-83C09879DD0E}" type="pres">
      <dgm:prSet presAssocID="{E431D1D1-58DF-4C34-B947-CA4EC8E6C422}" presName="iconSpace" presStyleCnt="0"/>
      <dgm:spPr/>
    </dgm:pt>
    <dgm:pt modelId="{B0390CFC-3D51-4492-BFBD-46FB2FCBD96D}" type="pres">
      <dgm:prSet presAssocID="{E431D1D1-58DF-4C34-B947-CA4EC8E6C422}" presName="parTx" presStyleLbl="revTx" presStyleIdx="0" presStyleCnt="8">
        <dgm:presLayoutVars>
          <dgm:chMax val="0"/>
          <dgm:chPref val="0"/>
        </dgm:presLayoutVars>
      </dgm:prSet>
      <dgm:spPr/>
    </dgm:pt>
    <dgm:pt modelId="{842F349F-B06A-4ABF-B929-AE3BAE808C25}" type="pres">
      <dgm:prSet presAssocID="{E431D1D1-58DF-4C34-B947-CA4EC8E6C422}" presName="txSpace" presStyleCnt="0"/>
      <dgm:spPr/>
    </dgm:pt>
    <dgm:pt modelId="{6127F94C-BD26-4A78-8BCE-5FEE7172400F}" type="pres">
      <dgm:prSet presAssocID="{E431D1D1-58DF-4C34-B947-CA4EC8E6C422}" presName="desTx" presStyleLbl="revTx" presStyleIdx="1" presStyleCnt="8">
        <dgm:presLayoutVars/>
      </dgm:prSet>
      <dgm:spPr/>
    </dgm:pt>
    <dgm:pt modelId="{584D95BC-4BCA-4AFF-9159-73C0621B1639}" type="pres">
      <dgm:prSet presAssocID="{85421409-E64A-4CA8-8F30-058A6D5378B5}" presName="sibTrans" presStyleCnt="0"/>
      <dgm:spPr/>
    </dgm:pt>
    <dgm:pt modelId="{AD8A7DAD-232C-49DB-80F7-EDCF740AA528}" type="pres">
      <dgm:prSet presAssocID="{B9218213-5840-4754-982A-1CDD74F9302A}" presName="compNode" presStyleCnt="0"/>
      <dgm:spPr/>
    </dgm:pt>
    <dgm:pt modelId="{B48C0B74-C1C8-4AF3-8538-585C8AADBD12}" type="pres">
      <dgm:prSet presAssocID="{B9218213-5840-4754-982A-1CDD74F9302A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7421586-5C72-4A56-A8EE-28070FB3A349}" type="pres">
      <dgm:prSet presAssocID="{B9218213-5840-4754-982A-1CDD74F9302A}" presName="iconSpace" presStyleCnt="0"/>
      <dgm:spPr/>
    </dgm:pt>
    <dgm:pt modelId="{DB03CA57-EFCE-49CC-9833-B79B5CC23565}" type="pres">
      <dgm:prSet presAssocID="{B9218213-5840-4754-982A-1CDD74F9302A}" presName="parTx" presStyleLbl="revTx" presStyleIdx="2" presStyleCnt="8">
        <dgm:presLayoutVars>
          <dgm:chMax val="0"/>
          <dgm:chPref val="0"/>
        </dgm:presLayoutVars>
      </dgm:prSet>
      <dgm:spPr/>
    </dgm:pt>
    <dgm:pt modelId="{D1924F72-DCDE-4E83-9785-5FCB33F19312}" type="pres">
      <dgm:prSet presAssocID="{B9218213-5840-4754-982A-1CDD74F9302A}" presName="txSpace" presStyleCnt="0"/>
      <dgm:spPr/>
    </dgm:pt>
    <dgm:pt modelId="{80251E12-433D-4E12-BE96-86FA48A2B1C9}" type="pres">
      <dgm:prSet presAssocID="{B9218213-5840-4754-982A-1CDD74F9302A}" presName="desTx" presStyleLbl="revTx" presStyleIdx="3" presStyleCnt="8">
        <dgm:presLayoutVars/>
      </dgm:prSet>
      <dgm:spPr/>
    </dgm:pt>
    <dgm:pt modelId="{7B413BA5-7FBF-4227-BABD-6777AF5AD30A}" type="pres">
      <dgm:prSet presAssocID="{9B797DCE-1D6D-4181-8602-FC0191600735}" presName="sibTrans" presStyleCnt="0"/>
      <dgm:spPr/>
    </dgm:pt>
    <dgm:pt modelId="{D8909581-FB89-4B77-8613-82A7BB0235D1}" type="pres">
      <dgm:prSet presAssocID="{092D72DC-515E-4CCD-9EE8-EFC15584E0D6}" presName="compNode" presStyleCnt="0"/>
      <dgm:spPr/>
    </dgm:pt>
    <dgm:pt modelId="{519B06D2-ABFD-48CA-8596-B1A533352F63}" type="pres">
      <dgm:prSet presAssocID="{092D72DC-515E-4CCD-9EE8-EFC15584E0D6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6490A03F-4222-4D45-87E8-D547160C11C7}" type="pres">
      <dgm:prSet presAssocID="{092D72DC-515E-4CCD-9EE8-EFC15584E0D6}" presName="iconSpace" presStyleCnt="0"/>
      <dgm:spPr/>
    </dgm:pt>
    <dgm:pt modelId="{06496C67-9CFA-455C-96D0-7A38A1E9BFBA}" type="pres">
      <dgm:prSet presAssocID="{092D72DC-515E-4CCD-9EE8-EFC15584E0D6}" presName="parTx" presStyleLbl="revTx" presStyleIdx="4" presStyleCnt="8">
        <dgm:presLayoutVars>
          <dgm:chMax val="0"/>
          <dgm:chPref val="0"/>
        </dgm:presLayoutVars>
      </dgm:prSet>
      <dgm:spPr/>
    </dgm:pt>
    <dgm:pt modelId="{48820457-3ED2-4D24-BC56-F52831AAE1BD}" type="pres">
      <dgm:prSet presAssocID="{092D72DC-515E-4CCD-9EE8-EFC15584E0D6}" presName="txSpace" presStyleCnt="0"/>
      <dgm:spPr/>
    </dgm:pt>
    <dgm:pt modelId="{7B6368D7-C539-439F-8D8A-7FA246A1A55C}" type="pres">
      <dgm:prSet presAssocID="{092D72DC-515E-4CCD-9EE8-EFC15584E0D6}" presName="desTx" presStyleLbl="revTx" presStyleIdx="5" presStyleCnt="8">
        <dgm:presLayoutVars/>
      </dgm:prSet>
      <dgm:spPr/>
    </dgm:pt>
    <dgm:pt modelId="{18126015-3634-4050-9AF0-0BE57C38929D}" type="pres">
      <dgm:prSet presAssocID="{674B73F3-AD5A-47F1-AB59-11B2FBECE7D0}" presName="sibTrans" presStyleCnt="0"/>
      <dgm:spPr/>
    </dgm:pt>
    <dgm:pt modelId="{F9D34234-67E4-40A8-A103-B2DF32094FE2}" type="pres">
      <dgm:prSet presAssocID="{7F6BC0B8-DB79-4133-A103-4FEC74689E13}" presName="compNode" presStyleCnt="0"/>
      <dgm:spPr/>
    </dgm:pt>
    <dgm:pt modelId="{39A53F22-E705-4B36-8120-2970E0069DE7}" type="pres">
      <dgm:prSet presAssocID="{7F6BC0B8-DB79-4133-A103-4FEC74689E13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98AB045-FDD3-4F1A-80E3-1DFAF1A91F59}" type="pres">
      <dgm:prSet presAssocID="{7F6BC0B8-DB79-4133-A103-4FEC74689E13}" presName="iconSpace" presStyleCnt="0"/>
      <dgm:spPr/>
    </dgm:pt>
    <dgm:pt modelId="{E3459236-E109-4254-B228-826BAC346D33}" type="pres">
      <dgm:prSet presAssocID="{7F6BC0B8-DB79-4133-A103-4FEC74689E13}" presName="parTx" presStyleLbl="revTx" presStyleIdx="6" presStyleCnt="8">
        <dgm:presLayoutVars>
          <dgm:chMax val="0"/>
          <dgm:chPref val="0"/>
        </dgm:presLayoutVars>
      </dgm:prSet>
      <dgm:spPr/>
    </dgm:pt>
    <dgm:pt modelId="{D456B849-A1C9-4342-A448-DD42A510DB84}" type="pres">
      <dgm:prSet presAssocID="{7F6BC0B8-DB79-4133-A103-4FEC74689E13}" presName="txSpace" presStyleCnt="0"/>
      <dgm:spPr/>
    </dgm:pt>
    <dgm:pt modelId="{549B74A4-7A28-43C6-AE5A-D70D4882B81A}" type="pres">
      <dgm:prSet presAssocID="{7F6BC0B8-DB79-4133-A103-4FEC74689E13}" presName="desTx" presStyleLbl="revTx" presStyleIdx="7" presStyleCnt="8">
        <dgm:presLayoutVars/>
      </dgm:prSet>
      <dgm:spPr/>
    </dgm:pt>
  </dgm:ptLst>
  <dgm:cxnLst>
    <dgm:cxn modelId="{8DA8D206-8784-4B6B-9606-E7DBD85C38D4}" srcId="{E5792678-3E4C-452A-89D7-4F7F20DC1733}" destId="{092D72DC-515E-4CCD-9EE8-EFC15584E0D6}" srcOrd="2" destOrd="0" parTransId="{FC1CF8AC-D720-4F96-B8CC-63C13FAC6120}" sibTransId="{674B73F3-AD5A-47F1-AB59-11B2FBECE7D0}"/>
    <dgm:cxn modelId="{C009BD0A-2693-4515-9516-F3208983B0E1}" srcId="{7F6BC0B8-DB79-4133-A103-4FEC74689E13}" destId="{D3A8EFB2-7FF4-41D2-8210-0377E462E0DB}" srcOrd="1" destOrd="0" parTransId="{AB4BD133-B0BF-4922-AF2F-EAEDD133A405}" sibTransId="{1E369328-0B01-46E7-AD2B-ADCBB9D7915F}"/>
    <dgm:cxn modelId="{F564D313-0C11-4F35-B57B-5D3B290F0436}" srcId="{092D72DC-515E-4CCD-9EE8-EFC15584E0D6}" destId="{63836E0A-D36D-4F21-8F5D-021C863A17B3}" srcOrd="1" destOrd="0" parTransId="{1D6ADAE4-5914-4F8B-BC81-F1706583863D}" sibTransId="{5B159539-845D-4C54-8C6B-4C0A055F50FF}"/>
    <dgm:cxn modelId="{94EDB022-3E27-4B43-BF2D-9CBC467C51E1}" type="presOf" srcId="{E5792678-3E4C-452A-89D7-4F7F20DC1733}" destId="{64B34FF7-D404-42DB-9DB3-080AE7FA0175}" srcOrd="0" destOrd="0" presId="urn:microsoft.com/office/officeart/2018/2/layout/IconLabelDescriptionList"/>
    <dgm:cxn modelId="{26604E36-F82E-4C5F-9694-C068DD0A20E0}" srcId="{E5792678-3E4C-452A-89D7-4F7F20DC1733}" destId="{E431D1D1-58DF-4C34-B947-CA4EC8E6C422}" srcOrd="0" destOrd="0" parTransId="{748BA89E-F8BE-4042-9632-F635F07A540C}" sibTransId="{85421409-E64A-4CA8-8F30-058A6D5378B5}"/>
    <dgm:cxn modelId="{DA86E340-76A5-45D6-9A08-4CCB9FB5EC9D}" type="presOf" srcId="{B9218213-5840-4754-982A-1CDD74F9302A}" destId="{DB03CA57-EFCE-49CC-9833-B79B5CC23565}" srcOrd="0" destOrd="0" presId="urn:microsoft.com/office/officeart/2018/2/layout/IconLabelDescriptionList"/>
    <dgm:cxn modelId="{17851268-818E-4D17-A42A-06CC9BDDD13F}" type="presOf" srcId="{63742013-F263-46F8-AABD-7C68B263FBFD}" destId="{7B6368D7-C539-439F-8D8A-7FA246A1A55C}" srcOrd="0" destOrd="0" presId="urn:microsoft.com/office/officeart/2018/2/layout/IconLabelDescriptionList"/>
    <dgm:cxn modelId="{B0BFF069-F100-4726-9BAA-13DBBB1068DC}" srcId="{E431D1D1-58DF-4C34-B947-CA4EC8E6C422}" destId="{F6FF5151-3810-435D-AF13-934A70ECEEDC}" srcOrd="0" destOrd="0" parTransId="{1914E434-D412-4AFD-B779-99B9D75D591B}" sibTransId="{C9263E03-3692-4D05-8896-7704A4A9E63D}"/>
    <dgm:cxn modelId="{464EC24C-4BFA-4D1F-9A16-B23AA5DDDD57}" srcId="{7F6BC0B8-DB79-4133-A103-4FEC74689E13}" destId="{2FFD2DCF-6632-4A01-8E4D-CF47AAAC1FEF}" srcOrd="0" destOrd="0" parTransId="{7940C65C-F496-4408-B58A-EB051623EEAF}" sibTransId="{973E72B0-0C0F-4FF8-9A95-201BDD4D29A5}"/>
    <dgm:cxn modelId="{4E61FD4C-A3EC-46DF-A9A1-25D2212F10E6}" type="presOf" srcId="{7F6BC0B8-DB79-4133-A103-4FEC74689E13}" destId="{E3459236-E109-4254-B228-826BAC346D33}" srcOrd="0" destOrd="0" presId="urn:microsoft.com/office/officeart/2018/2/layout/IconLabelDescriptionList"/>
    <dgm:cxn modelId="{8C46916F-B498-462A-8A57-1CAAC53CCE51}" type="presOf" srcId="{63836E0A-D36D-4F21-8F5D-021C863A17B3}" destId="{7B6368D7-C539-439F-8D8A-7FA246A1A55C}" srcOrd="0" destOrd="1" presId="urn:microsoft.com/office/officeart/2018/2/layout/IconLabelDescriptionList"/>
    <dgm:cxn modelId="{6CFA0150-4587-4ACB-A32E-D1ECB70B87D4}" srcId="{E5792678-3E4C-452A-89D7-4F7F20DC1733}" destId="{7F6BC0B8-DB79-4133-A103-4FEC74689E13}" srcOrd="3" destOrd="0" parTransId="{F3B49B8C-C7D8-4CA9-8557-CB4FE24FA290}" sibTransId="{AC31328C-624B-448A-9D09-AC8980A8AAC3}"/>
    <dgm:cxn modelId="{FBD31375-85F7-4CD1-84A0-5140DBBAF789}" type="presOf" srcId="{2FFD2DCF-6632-4A01-8E4D-CF47AAAC1FEF}" destId="{549B74A4-7A28-43C6-AE5A-D70D4882B81A}" srcOrd="0" destOrd="0" presId="urn:microsoft.com/office/officeart/2018/2/layout/IconLabelDescriptionList"/>
    <dgm:cxn modelId="{BDA9A992-7B0E-49B4-8818-417B24A8C74B}" type="presOf" srcId="{EA2908A4-A9BC-40E7-95AD-BB271913C1F1}" destId="{6127F94C-BD26-4A78-8BCE-5FEE7172400F}" srcOrd="0" destOrd="1" presId="urn:microsoft.com/office/officeart/2018/2/layout/IconLabelDescriptionList"/>
    <dgm:cxn modelId="{9811139E-F6CC-4DCF-93F5-34AA6F3D9FDC}" srcId="{092D72DC-515E-4CCD-9EE8-EFC15584E0D6}" destId="{63742013-F263-46F8-AABD-7C68B263FBFD}" srcOrd="0" destOrd="0" parTransId="{1941E936-F3B3-4DB0-8FA2-D68940D4F2BB}" sibTransId="{1F530C41-7C1D-4142-81F3-8486EBD8DD11}"/>
    <dgm:cxn modelId="{BA6023AD-65E6-4B6A-BAE0-2DFEBC0440F1}" srcId="{E5792678-3E4C-452A-89D7-4F7F20DC1733}" destId="{B9218213-5840-4754-982A-1CDD74F9302A}" srcOrd="1" destOrd="0" parTransId="{F086E25B-07BC-4811-B4B7-E8FACC4CF9B0}" sibTransId="{9B797DCE-1D6D-4181-8602-FC0191600735}"/>
    <dgm:cxn modelId="{D5787FC9-C1C8-44AF-98A4-ED145C376A29}" type="presOf" srcId="{E431D1D1-58DF-4C34-B947-CA4EC8E6C422}" destId="{B0390CFC-3D51-4492-BFBD-46FB2FCBD96D}" srcOrd="0" destOrd="0" presId="urn:microsoft.com/office/officeart/2018/2/layout/IconLabelDescriptionList"/>
    <dgm:cxn modelId="{F62F90CB-E01C-41ED-8169-758B44E29F3A}" srcId="{E431D1D1-58DF-4C34-B947-CA4EC8E6C422}" destId="{EA2908A4-A9BC-40E7-95AD-BB271913C1F1}" srcOrd="1" destOrd="0" parTransId="{264D4AE1-2986-404E-89D4-919816088168}" sibTransId="{148DFC27-C066-4F58-B9F5-2E7F459ACA05}"/>
    <dgm:cxn modelId="{00B51ECF-8DBF-4B3E-AA8A-F1E15B83951A}" type="presOf" srcId="{D3A8EFB2-7FF4-41D2-8210-0377E462E0DB}" destId="{549B74A4-7A28-43C6-AE5A-D70D4882B81A}" srcOrd="0" destOrd="1" presId="urn:microsoft.com/office/officeart/2018/2/layout/IconLabelDescriptionList"/>
    <dgm:cxn modelId="{95F20DD9-CD53-4A91-B4DE-5A402ED7A14A}" type="presOf" srcId="{2110EA7E-D5A9-4682-93BB-3E17C7D38AD7}" destId="{80251E12-433D-4E12-BE96-86FA48A2B1C9}" srcOrd="0" destOrd="0" presId="urn:microsoft.com/office/officeart/2018/2/layout/IconLabelDescriptionList"/>
    <dgm:cxn modelId="{757ADDDC-E23C-4E08-A4F8-9E68F8AEBD32}" srcId="{B9218213-5840-4754-982A-1CDD74F9302A}" destId="{2110EA7E-D5A9-4682-93BB-3E17C7D38AD7}" srcOrd="0" destOrd="0" parTransId="{A68A12A5-1859-4743-84C8-06EAC3B72B9A}" sibTransId="{F5C4643D-BF38-4232-9B90-F0B73E2BD2A8}"/>
    <dgm:cxn modelId="{870838DE-8E99-4DDB-B7F9-8817DFD0C917}" type="presOf" srcId="{F6FF5151-3810-435D-AF13-934A70ECEEDC}" destId="{6127F94C-BD26-4A78-8BCE-5FEE7172400F}" srcOrd="0" destOrd="0" presId="urn:microsoft.com/office/officeart/2018/2/layout/IconLabelDescriptionList"/>
    <dgm:cxn modelId="{19D6D5E8-A798-4392-9755-824683BD74F3}" type="presOf" srcId="{092D72DC-515E-4CCD-9EE8-EFC15584E0D6}" destId="{06496C67-9CFA-455C-96D0-7A38A1E9BFBA}" srcOrd="0" destOrd="0" presId="urn:microsoft.com/office/officeart/2018/2/layout/IconLabelDescriptionList"/>
    <dgm:cxn modelId="{B7EA9530-B418-4729-BAE3-D01ADB88071D}" type="presParOf" srcId="{64B34FF7-D404-42DB-9DB3-080AE7FA0175}" destId="{BC28DC79-E4D4-46DE-8BB2-DBE526904A41}" srcOrd="0" destOrd="0" presId="urn:microsoft.com/office/officeart/2018/2/layout/IconLabelDescriptionList"/>
    <dgm:cxn modelId="{304057B8-89E1-450C-AA27-30DFACB8B143}" type="presParOf" srcId="{BC28DC79-E4D4-46DE-8BB2-DBE526904A41}" destId="{40FC9BB2-FAEA-433A-97F4-FAD58303AF59}" srcOrd="0" destOrd="0" presId="urn:microsoft.com/office/officeart/2018/2/layout/IconLabelDescriptionList"/>
    <dgm:cxn modelId="{98C2AE59-9FDD-4A5E-A306-F00204525152}" type="presParOf" srcId="{BC28DC79-E4D4-46DE-8BB2-DBE526904A41}" destId="{6E413FB7-D637-4061-ADFA-83C09879DD0E}" srcOrd="1" destOrd="0" presId="urn:microsoft.com/office/officeart/2018/2/layout/IconLabelDescriptionList"/>
    <dgm:cxn modelId="{A6500C9B-7079-492F-B629-AC4E9CCFBCC9}" type="presParOf" srcId="{BC28DC79-E4D4-46DE-8BB2-DBE526904A41}" destId="{B0390CFC-3D51-4492-BFBD-46FB2FCBD96D}" srcOrd="2" destOrd="0" presId="urn:microsoft.com/office/officeart/2018/2/layout/IconLabelDescriptionList"/>
    <dgm:cxn modelId="{F8E62BAC-17B4-4B49-B63F-01D7D7B90FF3}" type="presParOf" srcId="{BC28DC79-E4D4-46DE-8BB2-DBE526904A41}" destId="{842F349F-B06A-4ABF-B929-AE3BAE808C25}" srcOrd="3" destOrd="0" presId="urn:microsoft.com/office/officeart/2018/2/layout/IconLabelDescriptionList"/>
    <dgm:cxn modelId="{C01C0A79-9D03-4AFE-AE65-6515757B9C1C}" type="presParOf" srcId="{BC28DC79-E4D4-46DE-8BB2-DBE526904A41}" destId="{6127F94C-BD26-4A78-8BCE-5FEE7172400F}" srcOrd="4" destOrd="0" presId="urn:microsoft.com/office/officeart/2018/2/layout/IconLabelDescriptionList"/>
    <dgm:cxn modelId="{4CC721BB-1DDC-425A-91FF-3B8F250E099C}" type="presParOf" srcId="{64B34FF7-D404-42DB-9DB3-080AE7FA0175}" destId="{584D95BC-4BCA-4AFF-9159-73C0621B1639}" srcOrd="1" destOrd="0" presId="urn:microsoft.com/office/officeart/2018/2/layout/IconLabelDescriptionList"/>
    <dgm:cxn modelId="{BF7A8295-80D5-4587-AF07-13D131CC0FB5}" type="presParOf" srcId="{64B34FF7-D404-42DB-9DB3-080AE7FA0175}" destId="{AD8A7DAD-232C-49DB-80F7-EDCF740AA528}" srcOrd="2" destOrd="0" presId="urn:microsoft.com/office/officeart/2018/2/layout/IconLabelDescriptionList"/>
    <dgm:cxn modelId="{7ED458D6-E4BE-49FB-AEE0-3CE4F5171DC2}" type="presParOf" srcId="{AD8A7DAD-232C-49DB-80F7-EDCF740AA528}" destId="{B48C0B74-C1C8-4AF3-8538-585C8AADBD12}" srcOrd="0" destOrd="0" presId="urn:microsoft.com/office/officeart/2018/2/layout/IconLabelDescriptionList"/>
    <dgm:cxn modelId="{EDCE4363-61F4-46EF-B768-395E7AC57396}" type="presParOf" srcId="{AD8A7DAD-232C-49DB-80F7-EDCF740AA528}" destId="{C7421586-5C72-4A56-A8EE-28070FB3A349}" srcOrd="1" destOrd="0" presId="urn:microsoft.com/office/officeart/2018/2/layout/IconLabelDescriptionList"/>
    <dgm:cxn modelId="{F5796D80-CA67-46BD-BDCF-21EDAFB3D429}" type="presParOf" srcId="{AD8A7DAD-232C-49DB-80F7-EDCF740AA528}" destId="{DB03CA57-EFCE-49CC-9833-B79B5CC23565}" srcOrd="2" destOrd="0" presId="urn:microsoft.com/office/officeart/2018/2/layout/IconLabelDescriptionList"/>
    <dgm:cxn modelId="{047793BC-FDB2-43A6-A537-82EC457370FE}" type="presParOf" srcId="{AD8A7DAD-232C-49DB-80F7-EDCF740AA528}" destId="{D1924F72-DCDE-4E83-9785-5FCB33F19312}" srcOrd="3" destOrd="0" presId="urn:microsoft.com/office/officeart/2018/2/layout/IconLabelDescriptionList"/>
    <dgm:cxn modelId="{69C1585A-24AC-433A-82EB-5F77D2EF1E84}" type="presParOf" srcId="{AD8A7DAD-232C-49DB-80F7-EDCF740AA528}" destId="{80251E12-433D-4E12-BE96-86FA48A2B1C9}" srcOrd="4" destOrd="0" presId="urn:microsoft.com/office/officeart/2018/2/layout/IconLabelDescriptionList"/>
    <dgm:cxn modelId="{BA9590DA-329F-4203-AF78-32A7800757D1}" type="presParOf" srcId="{64B34FF7-D404-42DB-9DB3-080AE7FA0175}" destId="{7B413BA5-7FBF-4227-BABD-6777AF5AD30A}" srcOrd="3" destOrd="0" presId="urn:microsoft.com/office/officeart/2018/2/layout/IconLabelDescriptionList"/>
    <dgm:cxn modelId="{159D961A-AE14-4020-BDE6-AA70E82D8BB3}" type="presParOf" srcId="{64B34FF7-D404-42DB-9DB3-080AE7FA0175}" destId="{D8909581-FB89-4B77-8613-82A7BB0235D1}" srcOrd="4" destOrd="0" presId="urn:microsoft.com/office/officeart/2018/2/layout/IconLabelDescriptionList"/>
    <dgm:cxn modelId="{BD7D873F-5DF3-4051-B120-719F1E2DD851}" type="presParOf" srcId="{D8909581-FB89-4B77-8613-82A7BB0235D1}" destId="{519B06D2-ABFD-48CA-8596-B1A533352F63}" srcOrd="0" destOrd="0" presId="urn:microsoft.com/office/officeart/2018/2/layout/IconLabelDescriptionList"/>
    <dgm:cxn modelId="{09009686-0117-49A7-9051-76928050F186}" type="presParOf" srcId="{D8909581-FB89-4B77-8613-82A7BB0235D1}" destId="{6490A03F-4222-4D45-87E8-D547160C11C7}" srcOrd="1" destOrd="0" presId="urn:microsoft.com/office/officeart/2018/2/layout/IconLabelDescriptionList"/>
    <dgm:cxn modelId="{0B9BF1B5-10AC-4510-A4F6-9330B62D11B0}" type="presParOf" srcId="{D8909581-FB89-4B77-8613-82A7BB0235D1}" destId="{06496C67-9CFA-455C-96D0-7A38A1E9BFBA}" srcOrd="2" destOrd="0" presId="urn:microsoft.com/office/officeart/2018/2/layout/IconLabelDescriptionList"/>
    <dgm:cxn modelId="{4FB3F271-7484-47C5-93FC-EE2641364061}" type="presParOf" srcId="{D8909581-FB89-4B77-8613-82A7BB0235D1}" destId="{48820457-3ED2-4D24-BC56-F52831AAE1BD}" srcOrd="3" destOrd="0" presId="urn:microsoft.com/office/officeart/2018/2/layout/IconLabelDescriptionList"/>
    <dgm:cxn modelId="{BBE0CB45-7883-4DC9-909F-EA18D1627C6F}" type="presParOf" srcId="{D8909581-FB89-4B77-8613-82A7BB0235D1}" destId="{7B6368D7-C539-439F-8D8A-7FA246A1A55C}" srcOrd="4" destOrd="0" presId="urn:microsoft.com/office/officeart/2018/2/layout/IconLabelDescriptionList"/>
    <dgm:cxn modelId="{666FEAA8-496E-4C6B-AB33-C30F620E6FCD}" type="presParOf" srcId="{64B34FF7-D404-42DB-9DB3-080AE7FA0175}" destId="{18126015-3634-4050-9AF0-0BE57C38929D}" srcOrd="5" destOrd="0" presId="urn:microsoft.com/office/officeart/2018/2/layout/IconLabelDescriptionList"/>
    <dgm:cxn modelId="{B92393D3-FEF8-4D63-9CEE-CF2508A70426}" type="presParOf" srcId="{64B34FF7-D404-42DB-9DB3-080AE7FA0175}" destId="{F9D34234-67E4-40A8-A103-B2DF32094FE2}" srcOrd="6" destOrd="0" presId="urn:microsoft.com/office/officeart/2018/2/layout/IconLabelDescriptionList"/>
    <dgm:cxn modelId="{C22AC51E-CE95-4F61-980D-EC4F08E97CB6}" type="presParOf" srcId="{F9D34234-67E4-40A8-A103-B2DF32094FE2}" destId="{39A53F22-E705-4B36-8120-2970E0069DE7}" srcOrd="0" destOrd="0" presId="urn:microsoft.com/office/officeart/2018/2/layout/IconLabelDescriptionList"/>
    <dgm:cxn modelId="{9CD3461D-6DAF-4859-9351-65CC430277CB}" type="presParOf" srcId="{F9D34234-67E4-40A8-A103-B2DF32094FE2}" destId="{A98AB045-FDD3-4F1A-80E3-1DFAF1A91F59}" srcOrd="1" destOrd="0" presId="urn:microsoft.com/office/officeart/2018/2/layout/IconLabelDescriptionList"/>
    <dgm:cxn modelId="{AFC50050-439C-4937-8188-C91658A2C334}" type="presParOf" srcId="{F9D34234-67E4-40A8-A103-B2DF32094FE2}" destId="{E3459236-E109-4254-B228-826BAC346D33}" srcOrd="2" destOrd="0" presId="urn:microsoft.com/office/officeart/2018/2/layout/IconLabelDescriptionList"/>
    <dgm:cxn modelId="{21979C6C-67F1-4D1E-B6EC-B1D75AAFF122}" type="presParOf" srcId="{F9D34234-67E4-40A8-A103-B2DF32094FE2}" destId="{D456B849-A1C9-4342-A448-DD42A510DB84}" srcOrd="3" destOrd="0" presId="urn:microsoft.com/office/officeart/2018/2/layout/IconLabelDescriptionList"/>
    <dgm:cxn modelId="{913FBF9A-0CE9-4392-9B29-C81948A8B04A}" type="presParOf" srcId="{F9D34234-67E4-40A8-A103-B2DF32094FE2}" destId="{549B74A4-7A28-43C6-AE5A-D70D4882B81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48601651-DB76-420A-A829-0534110854A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C2CFFE9-DA51-472E-B1DF-08C550BFF9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Cold-storage</a:t>
          </a:r>
        </a:p>
      </dgm:t>
    </dgm:pt>
    <dgm:pt modelId="{ADBBBCD6-A5C9-4E51-9BD2-32DD849E1709}" type="parTrans" cxnId="{20F08313-F6CE-4B43-95EA-B291B27EA14D}">
      <dgm:prSet/>
      <dgm:spPr/>
      <dgm:t>
        <a:bodyPr/>
        <a:lstStyle/>
        <a:p>
          <a:endParaRPr lang="en-US" sz="2000"/>
        </a:p>
      </dgm:t>
    </dgm:pt>
    <dgm:pt modelId="{DF4ED9A4-B323-4CA8-B158-B9C5904FD54B}" type="sibTrans" cxnId="{20F08313-F6CE-4B43-95EA-B291B27EA14D}">
      <dgm:prSet/>
      <dgm:spPr/>
      <dgm:t>
        <a:bodyPr/>
        <a:lstStyle/>
        <a:p>
          <a:endParaRPr lang="en-US"/>
        </a:p>
      </dgm:t>
    </dgm:pt>
    <dgm:pt modelId="{275A0239-B949-4922-A7B0-F44651768F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physical storage like paper wallet</a:t>
          </a:r>
          <a:endParaRPr lang="en-US" dirty="0"/>
        </a:p>
      </dgm:t>
    </dgm:pt>
    <dgm:pt modelId="{6D1DA55D-8BD7-4C35-AAB1-0F4CDBE086E0}" type="parTrans" cxnId="{48BF6722-D060-4C31-AB26-52A7F42C368B}">
      <dgm:prSet/>
      <dgm:spPr/>
      <dgm:t>
        <a:bodyPr/>
        <a:lstStyle/>
        <a:p>
          <a:endParaRPr lang="en-US" sz="2000"/>
        </a:p>
      </dgm:t>
    </dgm:pt>
    <dgm:pt modelId="{7D564B7C-EF98-414E-A60E-12542BEB1FF1}" type="sibTrans" cxnId="{48BF6722-D060-4C31-AB26-52A7F42C368B}">
      <dgm:prSet/>
      <dgm:spPr/>
      <dgm:t>
        <a:bodyPr/>
        <a:lstStyle/>
        <a:p>
          <a:endParaRPr lang="en-US"/>
        </a:p>
      </dgm:t>
    </dgm:pt>
    <dgm:pt modelId="{7C408B63-FB39-4053-924C-0A40F8C8D3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</a:t>
          </a:r>
          <a:r>
            <a:rPr lang="en-US" i="1" dirty="0"/>
            <a:t>private</a:t>
          </a:r>
          <a:r>
            <a:rPr lang="en-US" dirty="0"/>
            <a:t> key</a:t>
          </a:r>
        </a:p>
      </dgm:t>
    </dgm:pt>
    <dgm:pt modelId="{98E4C2D7-F756-4600-8C10-621D0F9FFFBB}" type="parTrans" cxnId="{4C1E730A-8D92-4788-A62E-F78414982514}">
      <dgm:prSet/>
      <dgm:spPr/>
      <dgm:t>
        <a:bodyPr/>
        <a:lstStyle/>
        <a:p>
          <a:endParaRPr lang="en-US" sz="2000"/>
        </a:p>
      </dgm:t>
    </dgm:pt>
    <dgm:pt modelId="{EF119DB6-0485-44BB-98F3-F3D36B98AC90}" type="sibTrans" cxnId="{4C1E730A-8D92-4788-A62E-F78414982514}">
      <dgm:prSet/>
      <dgm:spPr/>
      <dgm:t>
        <a:bodyPr/>
        <a:lstStyle/>
        <a:p>
          <a:endParaRPr lang="en-US"/>
        </a:p>
      </dgm:t>
    </dgm:pt>
    <dgm:pt modelId="{BE71C0AD-3B4E-4C88-965A-C98F5BF192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kept</a:t>
          </a:r>
          <a:r>
            <a:rPr lang="tr-TR" dirty="0"/>
            <a:t> </a:t>
          </a:r>
          <a:r>
            <a:rPr lang="en-US" dirty="0"/>
            <a:t>online</a:t>
          </a:r>
        </a:p>
      </dgm:t>
    </dgm:pt>
    <dgm:pt modelId="{990DD536-E6E3-487F-9D43-A42F69B7656E}" type="parTrans" cxnId="{FC3AFD30-7F31-4F87-A600-01F6457FD81D}">
      <dgm:prSet/>
      <dgm:spPr/>
      <dgm:t>
        <a:bodyPr/>
        <a:lstStyle/>
        <a:p>
          <a:endParaRPr lang="en-US" sz="2000"/>
        </a:p>
      </dgm:t>
    </dgm:pt>
    <dgm:pt modelId="{729AAFEE-4825-41EE-9DF6-919C6866A57B}" type="sibTrans" cxnId="{FC3AFD30-7F31-4F87-A600-01F6457FD81D}">
      <dgm:prSet/>
      <dgm:spPr/>
      <dgm:t>
        <a:bodyPr/>
        <a:lstStyle/>
        <a:p>
          <a:endParaRPr lang="en-US"/>
        </a:p>
      </dgm:t>
    </dgm:pt>
    <dgm:pt modelId="{5DB0E964-6C26-4E02-B121-5FFD7A6AEA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Physical storage</a:t>
          </a:r>
          <a:endParaRPr lang="en-US" dirty="0"/>
        </a:p>
      </dgm:t>
    </dgm:pt>
    <dgm:pt modelId="{34F3588A-8A65-4CA2-9BD5-553B0F7C108C}" type="parTrans" cxnId="{E2654398-B37E-4D76-8BF1-0164614234A0}">
      <dgm:prSet/>
      <dgm:spPr/>
      <dgm:t>
        <a:bodyPr/>
        <a:lstStyle/>
        <a:p>
          <a:endParaRPr lang="en-US" sz="2000"/>
        </a:p>
      </dgm:t>
    </dgm:pt>
    <dgm:pt modelId="{3E27083D-3A04-4FC8-93A5-B26956D2C6C1}" type="sibTrans" cxnId="{E2654398-B37E-4D76-8BF1-0164614234A0}">
      <dgm:prSet/>
      <dgm:spPr/>
      <dgm:t>
        <a:bodyPr/>
        <a:lstStyle/>
        <a:p>
          <a:endParaRPr lang="en-US"/>
        </a:p>
      </dgm:t>
    </dgm:pt>
    <dgm:pt modelId="{9E531D76-94EC-48BF-B932-620FFE6BC4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Online</a:t>
          </a:r>
          <a:endParaRPr lang="en-US" dirty="0"/>
        </a:p>
      </dgm:t>
    </dgm:pt>
    <dgm:pt modelId="{3C692388-EEDE-43BC-BB4B-44DA2D920541}" type="parTrans" cxnId="{2177B872-8359-4DD6-816A-34BFC66682FB}">
      <dgm:prSet/>
      <dgm:spPr/>
      <dgm:t>
        <a:bodyPr/>
        <a:lstStyle/>
        <a:p>
          <a:endParaRPr lang="en-US" sz="2000"/>
        </a:p>
      </dgm:t>
    </dgm:pt>
    <dgm:pt modelId="{679959F3-7217-4E65-B7B4-875A74DB094F}" type="sibTrans" cxnId="{2177B872-8359-4DD6-816A-34BFC66682FB}">
      <dgm:prSet/>
      <dgm:spPr/>
      <dgm:t>
        <a:bodyPr/>
        <a:lstStyle/>
        <a:p>
          <a:endParaRPr lang="en-US"/>
        </a:p>
      </dgm:t>
    </dgm:pt>
    <dgm:pt modelId="{7450F06E-9C10-404E-B561-1B0D10F048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hardware wallets</a:t>
          </a:r>
          <a:r>
            <a:rPr lang="tr-TR" dirty="0"/>
            <a:t> like Trezor</a:t>
          </a:r>
          <a:endParaRPr lang="en-US" dirty="0"/>
        </a:p>
      </dgm:t>
    </dgm:pt>
    <dgm:pt modelId="{39B2C8DF-C8E2-43C4-95F1-FF8E9B4B9D9E}" type="parTrans" cxnId="{95E2A043-BFF4-4E78-99B3-65E98C10E94E}">
      <dgm:prSet/>
      <dgm:spPr/>
      <dgm:t>
        <a:bodyPr/>
        <a:lstStyle/>
        <a:p>
          <a:endParaRPr lang="tr-TR"/>
        </a:p>
      </dgm:t>
    </dgm:pt>
    <dgm:pt modelId="{2316B98B-BE76-4735-AAD0-AA1F2935B01E}" type="sibTrans" cxnId="{95E2A043-BFF4-4E78-99B3-65E98C10E94E}">
      <dgm:prSet/>
      <dgm:spPr/>
      <dgm:t>
        <a:bodyPr/>
        <a:lstStyle/>
        <a:p>
          <a:endParaRPr lang="tr-TR"/>
        </a:p>
      </dgm:t>
    </dgm:pt>
    <dgm:pt modelId="{22C46A65-AEFD-4DFC-A574-B7F46B9D4A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</a:t>
          </a:r>
          <a:r>
            <a:rPr lang="tr-TR" dirty="0"/>
            <a:t>physically </a:t>
          </a:r>
          <a:r>
            <a:rPr lang="en-US" dirty="0"/>
            <a:t>stored</a:t>
          </a:r>
        </a:p>
      </dgm:t>
    </dgm:pt>
    <dgm:pt modelId="{DD3FDE88-067A-4011-9B82-B39B724913DF}" type="parTrans" cxnId="{DE9C7D1A-CD7A-47B3-A683-FC3E1B1DB0A0}">
      <dgm:prSet/>
      <dgm:spPr/>
      <dgm:t>
        <a:bodyPr/>
        <a:lstStyle/>
        <a:p>
          <a:endParaRPr lang="tr-TR"/>
        </a:p>
      </dgm:t>
    </dgm:pt>
    <dgm:pt modelId="{0F4CF7AB-B1A3-4BFD-80D9-9607DE2C55B5}" type="sibTrans" cxnId="{DE9C7D1A-CD7A-47B3-A683-FC3E1B1DB0A0}">
      <dgm:prSet/>
      <dgm:spPr/>
      <dgm:t>
        <a:bodyPr/>
        <a:lstStyle/>
        <a:p>
          <a:endParaRPr lang="tr-TR"/>
        </a:p>
      </dgm:t>
    </dgm:pt>
    <dgm:pt modelId="{AA96F5A4-5214-4AFE-A9B1-71C06A7EA20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Extended </a:t>
          </a:r>
          <a:r>
            <a:rPr lang="tr-TR" i="1" dirty="0"/>
            <a:t>Public</a:t>
          </a:r>
          <a:r>
            <a:rPr lang="tr-TR" dirty="0"/>
            <a:t> key</a:t>
          </a:r>
          <a:endParaRPr lang="en-US" dirty="0"/>
        </a:p>
      </dgm:t>
    </dgm:pt>
    <dgm:pt modelId="{5B7CE4AA-8B57-4D38-9FBF-F7378AB722EE}" type="parTrans" cxnId="{929568D9-6C1F-435A-9F60-D9810339174E}">
      <dgm:prSet/>
      <dgm:spPr/>
      <dgm:t>
        <a:bodyPr/>
        <a:lstStyle/>
        <a:p>
          <a:endParaRPr lang="tr-TR"/>
        </a:p>
      </dgm:t>
    </dgm:pt>
    <dgm:pt modelId="{75CDEBB7-841A-418F-AA69-BD9DFB52B79B}" type="sibTrans" cxnId="{929568D9-6C1F-435A-9F60-D9810339174E}">
      <dgm:prSet/>
      <dgm:spPr/>
      <dgm:t>
        <a:bodyPr/>
        <a:lstStyle/>
        <a:p>
          <a:endParaRPr lang="tr-TR"/>
        </a:p>
      </dgm:t>
    </dgm:pt>
    <dgm:pt modelId="{CED37A4F-E692-4A73-9411-B1564D6E1238}" type="pres">
      <dgm:prSet presAssocID="{48601651-DB76-420A-A829-0534110854A0}" presName="root" presStyleCnt="0">
        <dgm:presLayoutVars>
          <dgm:dir/>
          <dgm:resizeHandles val="exact"/>
        </dgm:presLayoutVars>
      </dgm:prSet>
      <dgm:spPr/>
    </dgm:pt>
    <dgm:pt modelId="{D6920A66-BFA9-499E-97DD-AF9508C602E8}" type="pres">
      <dgm:prSet presAssocID="{9C2CFFE9-DA51-472E-B1DF-08C550BFF91F}" presName="compNode" presStyleCnt="0"/>
      <dgm:spPr/>
    </dgm:pt>
    <dgm:pt modelId="{3EC289F0-7249-420F-99E5-38C5FFD5AD44}" type="pres">
      <dgm:prSet presAssocID="{9C2CFFE9-DA51-472E-B1DF-08C550BFF9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5EBF084-CAF6-422E-80FF-72B1D29688B2}" type="pres">
      <dgm:prSet presAssocID="{9C2CFFE9-DA51-472E-B1DF-08C550BFF91F}" presName="iconSpace" presStyleCnt="0"/>
      <dgm:spPr/>
    </dgm:pt>
    <dgm:pt modelId="{8BD30C15-25FB-446A-AF81-6B8B61B337E1}" type="pres">
      <dgm:prSet presAssocID="{9C2CFFE9-DA51-472E-B1DF-08C550BFF91F}" presName="parTx" presStyleLbl="revTx" presStyleIdx="0" presStyleCnt="6">
        <dgm:presLayoutVars>
          <dgm:chMax val="0"/>
          <dgm:chPref val="0"/>
        </dgm:presLayoutVars>
      </dgm:prSet>
      <dgm:spPr/>
    </dgm:pt>
    <dgm:pt modelId="{132CF5C3-0575-4587-90E9-B2BA47E3834E}" type="pres">
      <dgm:prSet presAssocID="{9C2CFFE9-DA51-472E-B1DF-08C550BFF91F}" presName="txSpace" presStyleCnt="0"/>
      <dgm:spPr/>
    </dgm:pt>
    <dgm:pt modelId="{EBB85489-CFD4-44C4-9CAA-7D2F394D383B}" type="pres">
      <dgm:prSet presAssocID="{9C2CFFE9-DA51-472E-B1DF-08C550BFF91F}" presName="desTx" presStyleLbl="revTx" presStyleIdx="1" presStyleCnt="6">
        <dgm:presLayoutVars/>
      </dgm:prSet>
      <dgm:spPr/>
    </dgm:pt>
    <dgm:pt modelId="{8D776AC1-C5A3-4A6F-8B96-B89E573027C9}" type="pres">
      <dgm:prSet presAssocID="{DF4ED9A4-B323-4CA8-B158-B9C5904FD54B}" presName="sibTrans" presStyleCnt="0"/>
      <dgm:spPr/>
    </dgm:pt>
    <dgm:pt modelId="{AE76F6D2-14F7-4E8C-8E65-9C171CFB68B6}" type="pres">
      <dgm:prSet presAssocID="{5DB0E964-6C26-4E02-B121-5FFD7A6AEA42}" presName="compNode" presStyleCnt="0"/>
      <dgm:spPr/>
    </dgm:pt>
    <dgm:pt modelId="{9AF237D8-8154-4DDD-8BF1-1D8AF5F1C802}" type="pres">
      <dgm:prSet presAssocID="{5DB0E964-6C26-4E02-B121-5FFD7A6AEA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4100A7D-F727-44BF-B51A-32755CE6AF9F}" type="pres">
      <dgm:prSet presAssocID="{5DB0E964-6C26-4E02-B121-5FFD7A6AEA42}" presName="iconSpace" presStyleCnt="0"/>
      <dgm:spPr/>
    </dgm:pt>
    <dgm:pt modelId="{F1C16B45-6F68-45F6-A150-578C93617775}" type="pres">
      <dgm:prSet presAssocID="{5DB0E964-6C26-4E02-B121-5FFD7A6AEA42}" presName="parTx" presStyleLbl="revTx" presStyleIdx="2" presStyleCnt="6">
        <dgm:presLayoutVars>
          <dgm:chMax val="0"/>
          <dgm:chPref val="0"/>
        </dgm:presLayoutVars>
      </dgm:prSet>
      <dgm:spPr/>
    </dgm:pt>
    <dgm:pt modelId="{B4EBD8C6-2511-48E0-97A4-FBE5B943D9C5}" type="pres">
      <dgm:prSet presAssocID="{5DB0E964-6C26-4E02-B121-5FFD7A6AEA42}" presName="txSpace" presStyleCnt="0"/>
      <dgm:spPr/>
    </dgm:pt>
    <dgm:pt modelId="{6EB8AF82-0948-4711-8C92-8A6DC6A91E9C}" type="pres">
      <dgm:prSet presAssocID="{5DB0E964-6C26-4E02-B121-5FFD7A6AEA42}" presName="desTx" presStyleLbl="revTx" presStyleIdx="3" presStyleCnt="6">
        <dgm:presLayoutVars/>
      </dgm:prSet>
      <dgm:spPr/>
    </dgm:pt>
    <dgm:pt modelId="{AEC7CD39-0294-4694-9C99-DE739FC8A987}" type="pres">
      <dgm:prSet presAssocID="{3E27083D-3A04-4FC8-93A5-B26956D2C6C1}" presName="sibTrans" presStyleCnt="0"/>
      <dgm:spPr/>
    </dgm:pt>
    <dgm:pt modelId="{E9F1FB8B-B10E-431D-8165-5903CEB88A2B}" type="pres">
      <dgm:prSet presAssocID="{9E531D76-94EC-48BF-B932-620FFE6BC4E3}" presName="compNode" presStyleCnt="0"/>
      <dgm:spPr/>
    </dgm:pt>
    <dgm:pt modelId="{EEFDE70B-B1DE-436B-8667-6C0E722E0468}" type="pres">
      <dgm:prSet presAssocID="{9E531D76-94EC-48BF-B932-620FFE6BC4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86F195AB-0F91-45EE-8DAB-473F745F7FB6}" type="pres">
      <dgm:prSet presAssocID="{9E531D76-94EC-48BF-B932-620FFE6BC4E3}" presName="iconSpace" presStyleCnt="0"/>
      <dgm:spPr/>
    </dgm:pt>
    <dgm:pt modelId="{FF130D85-B75F-4233-AC46-409EE079C8FC}" type="pres">
      <dgm:prSet presAssocID="{9E531D76-94EC-48BF-B932-620FFE6BC4E3}" presName="parTx" presStyleLbl="revTx" presStyleIdx="4" presStyleCnt="6">
        <dgm:presLayoutVars>
          <dgm:chMax val="0"/>
          <dgm:chPref val="0"/>
        </dgm:presLayoutVars>
      </dgm:prSet>
      <dgm:spPr/>
    </dgm:pt>
    <dgm:pt modelId="{732A94FE-A61B-417A-9D9D-35B75280EA72}" type="pres">
      <dgm:prSet presAssocID="{9E531D76-94EC-48BF-B932-620FFE6BC4E3}" presName="txSpace" presStyleCnt="0"/>
      <dgm:spPr/>
    </dgm:pt>
    <dgm:pt modelId="{0A68FA6A-8394-4F8B-8BDA-1902CB0CE62D}" type="pres">
      <dgm:prSet presAssocID="{9E531D76-94EC-48BF-B932-620FFE6BC4E3}" presName="desTx" presStyleLbl="revTx" presStyleIdx="5" presStyleCnt="6">
        <dgm:presLayoutVars/>
      </dgm:prSet>
      <dgm:spPr/>
    </dgm:pt>
  </dgm:ptLst>
  <dgm:cxnLst>
    <dgm:cxn modelId="{A3698C03-CF78-49B3-A9ED-DB3AE6BB0029}" type="presOf" srcId="{48601651-DB76-420A-A829-0534110854A0}" destId="{CED37A4F-E692-4A73-9411-B1564D6E1238}" srcOrd="0" destOrd="0" presId="urn:microsoft.com/office/officeart/2018/5/layout/CenteredIconLabelDescriptionList"/>
    <dgm:cxn modelId="{4C1E730A-8D92-4788-A62E-F78414982514}" srcId="{5DB0E964-6C26-4E02-B121-5FFD7A6AEA42}" destId="{7C408B63-FB39-4053-924C-0A40F8C8D3B7}" srcOrd="0" destOrd="0" parTransId="{98E4C2D7-F756-4600-8C10-621D0F9FFFBB}" sibTransId="{EF119DB6-0485-44BB-98F3-F3D36B98AC90}"/>
    <dgm:cxn modelId="{20F08313-F6CE-4B43-95EA-B291B27EA14D}" srcId="{48601651-DB76-420A-A829-0534110854A0}" destId="{9C2CFFE9-DA51-472E-B1DF-08C550BFF91F}" srcOrd="0" destOrd="0" parTransId="{ADBBBCD6-A5C9-4E51-9BD2-32DD849E1709}" sibTransId="{DF4ED9A4-B323-4CA8-B158-B9C5904FD54B}"/>
    <dgm:cxn modelId="{DE9C7D1A-CD7A-47B3-A683-FC3E1B1DB0A0}" srcId="{5DB0E964-6C26-4E02-B121-5FFD7A6AEA42}" destId="{22C46A65-AEFD-4DFC-A574-B7F46B9D4AC9}" srcOrd="1" destOrd="0" parTransId="{DD3FDE88-067A-4011-9B82-B39B724913DF}" sibTransId="{0F4CF7AB-B1A3-4BFD-80D9-9607DE2C55B5}"/>
    <dgm:cxn modelId="{48BF6722-D060-4C31-AB26-52A7F42C368B}" srcId="{9C2CFFE9-DA51-472E-B1DF-08C550BFF91F}" destId="{275A0239-B949-4922-A7B0-F44651768F44}" srcOrd="0" destOrd="0" parTransId="{6D1DA55D-8BD7-4C35-AAB1-0F4CDBE086E0}" sibTransId="{7D564B7C-EF98-414E-A60E-12542BEB1FF1}"/>
    <dgm:cxn modelId="{FC3AFD30-7F31-4F87-A600-01F6457FD81D}" srcId="{9E531D76-94EC-48BF-B932-620FFE6BC4E3}" destId="{BE71C0AD-3B4E-4C88-965A-C98F5BF192A9}" srcOrd="1" destOrd="0" parTransId="{990DD536-E6E3-487F-9D43-A42F69B7656E}" sibTransId="{729AAFEE-4825-41EE-9DF6-919C6866A57B}"/>
    <dgm:cxn modelId="{8A317A5C-A5E6-46BD-9677-F77682A2E98A}" type="presOf" srcId="{22C46A65-AEFD-4DFC-A574-B7F46B9D4AC9}" destId="{6EB8AF82-0948-4711-8C92-8A6DC6A91E9C}" srcOrd="0" destOrd="1" presId="urn:microsoft.com/office/officeart/2018/5/layout/CenteredIconLabelDescriptionList"/>
    <dgm:cxn modelId="{8D981F41-0028-45E9-8ECA-D4360BC62ED4}" type="presOf" srcId="{9E531D76-94EC-48BF-B932-620FFE6BC4E3}" destId="{FF130D85-B75F-4233-AC46-409EE079C8FC}" srcOrd="0" destOrd="0" presId="urn:microsoft.com/office/officeart/2018/5/layout/CenteredIconLabelDescriptionList"/>
    <dgm:cxn modelId="{95E2A043-BFF4-4E78-99B3-65E98C10E94E}" srcId="{9C2CFFE9-DA51-472E-B1DF-08C550BFF91F}" destId="{7450F06E-9C10-404E-B561-1B0D10F048D8}" srcOrd="1" destOrd="0" parTransId="{39B2C8DF-C8E2-43C4-95F1-FF8E9B4B9D9E}" sibTransId="{2316B98B-BE76-4735-AAD0-AA1F2935B01E}"/>
    <dgm:cxn modelId="{2177B872-8359-4DD6-816A-34BFC66682FB}" srcId="{48601651-DB76-420A-A829-0534110854A0}" destId="{9E531D76-94EC-48BF-B932-620FFE6BC4E3}" srcOrd="2" destOrd="0" parTransId="{3C692388-EEDE-43BC-BB4B-44DA2D920541}" sibTransId="{679959F3-7217-4E65-B7B4-875A74DB094F}"/>
    <dgm:cxn modelId="{116F9476-6BFC-4196-9C67-48C88DAFC0A6}" type="presOf" srcId="{5DB0E964-6C26-4E02-B121-5FFD7A6AEA42}" destId="{F1C16B45-6F68-45F6-A150-578C93617775}" srcOrd="0" destOrd="0" presId="urn:microsoft.com/office/officeart/2018/5/layout/CenteredIconLabelDescriptionList"/>
    <dgm:cxn modelId="{E2654398-B37E-4D76-8BF1-0164614234A0}" srcId="{48601651-DB76-420A-A829-0534110854A0}" destId="{5DB0E964-6C26-4E02-B121-5FFD7A6AEA42}" srcOrd="1" destOrd="0" parTransId="{34F3588A-8A65-4CA2-9BD5-553B0F7C108C}" sibTransId="{3E27083D-3A04-4FC8-93A5-B26956D2C6C1}"/>
    <dgm:cxn modelId="{F45DE498-FECA-451B-9AA7-EF253F31069B}" type="presOf" srcId="{BE71C0AD-3B4E-4C88-965A-C98F5BF192A9}" destId="{0A68FA6A-8394-4F8B-8BDA-1902CB0CE62D}" srcOrd="0" destOrd="1" presId="urn:microsoft.com/office/officeart/2018/5/layout/CenteredIconLabelDescriptionList"/>
    <dgm:cxn modelId="{1C5530A4-CE06-461C-AAD3-83C5B4E33AB3}" type="presOf" srcId="{7C408B63-FB39-4053-924C-0A40F8C8D3B7}" destId="{6EB8AF82-0948-4711-8C92-8A6DC6A91E9C}" srcOrd="0" destOrd="0" presId="urn:microsoft.com/office/officeart/2018/5/layout/CenteredIconLabelDescriptionList"/>
    <dgm:cxn modelId="{E6F1D5A7-83BD-45AA-95F6-11FBFE4AD651}" type="presOf" srcId="{9C2CFFE9-DA51-472E-B1DF-08C550BFF91F}" destId="{8BD30C15-25FB-446A-AF81-6B8B61B337E1}" srcOrd="0" destOrd="0" presId="urn:microsoft.com/office/officeart/2018/5/layout/CenteredIconLabelDescriptionList"/>
    <dgm:cxn modelId="{E99F83C5-327F-4DF4-BC94-D8C7F57FF0CF}" type="presOf" srcId="{7450F06E-9C10-404E-B561-1B0D10F048D8}" destId="{EBB85489-CFD4-44C4-9CAA-7D2F394D383B}" srcOrd="0" destOrd="1" presId="urn:microsoft.com/office/officeart/2018/5/layout/CenteredIconLabelDescriptionList"/>
    <dgm:cxn modelId="{929568D9-6C1F-435A-9F60-D9810339174E}" srcId="{9E531D76-94EC-48BF-B932-620FFE6BC4E3}" destId="{AA96F5A4-5214-4AFE-A9B1-71C06A7EA205}" srcOrd="0" destOrd="0" parTransId="{5B7CE4AA-8B57-4D38-9FBF-F7378AB722EE}" sibTransId="{75CDEBB7-841A-418F-AA69-BD9DFB52B79B}"/>
    <dgm:cxn modelId="{7F282CEE-EDD7-48AE-BDF4-B5098D5C3E8C}" type="presOf" srcId="{AA96F5A4-5214-4AFE-A9B1-71C06A7EA205}" destId="{0A68FA6A-8394-4F8B-8BDA-1902CB0CE62D}" srcOrd="0" destOrd="0" presId="urn:microsoft.com/office/officeart/2018/5/layout/CenteredIconLabelDescriptionList"/>
    <dgm:cxn modelId="{31AC0EFC-A4E8-4244-AE8C-D85EF64E9729}" type="presOf" srcId="{275A0239-B949-4922-A7B0-F44651768F44}" destId="{EBB85489-CFD4-44C4-9CAA-7D2F394D383B}" srcOrd="0" destOrd="0" presId="urn:microsoft.com/office/officeart/2018/5/layout/CenteredIconLabelDescriptionList"/>
    <dgm:cxn modelId="{241ABDB7-0CB5-4118-AEE8-B62E1C5FCD66}" type="presParOf" srcId="{CED37A4F-E692-4A73-9411-B1564D6E1238}" destId="{D6920A66-BFA9-499E-97DD-AF9508C602E8}" srcOrd="0" destOrd="0" presId="urn:microsoft.com/office/officeart/2018/5/layout/CenteredIconLabelDescriptionList"/>
    <dgm:cxn modelId="{0036962A-E441-4F7B-9439-731ECAFE4346}" type="presParOf" srcId="{D6920A66-BFA9-499E-97DD-AF9508C602E8}" destId="{3EC289F0-7249-420F-99E5-38C5FFD5AD44}" srcOrd="0" destOrd="0" presId="urn:microsoft.com/office/officeart/2018/5/layout/CenteredIconLabelDescriptionList"/>
    <dgm:cxn modelId="{C29ACF16-756D-439E-9C49-E3E4F6689D94}" type="presParOf" srcId="{D6920A66-BFA9-499E-97DD-AF9508C602E8}" destId="{95EBF084-CAF6-422E-80FF-72B1D29688B2}" srcOrd="1" destOrd="0" presId="urn:microsoft.com/office/officeart/2018/5/layout/CenteredIconLabelDescriptionList"/>
    <dgm:cxn modelId="{F29D52C7-D66D-41F7-98D7-41B1A7A05411}" type="presParOf" srcId="{D6920A66-BFA9-499E-97DD-AF9508C602E8}" destId="{8BD30C15-25FB-446A-AF81-6B8B61B337E1}" srcOrd="2" destOrd="0" presId="urn:microsoft.com/office/officeart/2018/5/layout/CenteredIconLabelDescriptionList"/>
    <dgm:cxn modelId="{43BA480A-F0AC-4AF1-90EE-27B4485D9119}" type="presParOf" srcId="{D6920A66-BFA9-499E-97DD-AF9508C602E8}" destId="{132CF5C3-0575-4587-90E9-B2BA47E3834E}" srcOrd="3" destOrd="0" presId="urn:microsoft.com/office/officeart/2018/5/layout/CenteredIconLabelDescriptionList"/>
    <dgm:cxn modelId="{DF227F42-9594-4E92-BC7D-517890A62B65}" type="presParOf" srcId="{D6920A66-BFA9-499E-97DD-AF9508C602E8}" destId="{EBB85489-CFD4-44C4-9CAA-7D2F394D383B}" srcOrd="4" destOrd="0" presId="urn:microsoft.com/office/officeart/2018/5/layout/CenteredIconLabelDescriptionList"/>
    <dgm:cxn modelId="{F0D40A44-7EF8-43C8-973F-0FE3884B0886}" type="presParOf" srcId="{CED37A4F-E692-4A73-9411-B1564D6E1238}" destId="{8D776AC1-C5A3-4A6F-8B96-B89E573027C9}" srcOrd="1" destOrd="0" presId="urn:microsoft.com/office/officeart/2018/5/layout/CenteredIconLabelDescriptionList"/>
    <dgm:cxn modelId="{F02DA1A1-37F6-459A-BDC2-49550A8B2496}" type="presParOf" srcId="{CED37A4F-E692-4A73-9411-B1564D6E1238}" destId="{AE76F6D2-14F7-4E8C-8E65-9C171CFB68B6}" srcOrd="2" destOrd="0" presId="urn:microsoft.com/office/officeart/2018/5/layout/CenteredIconLabelDescriptionList"/>
    <dgm:cxn modelId="{D98BE5D6-9C5C-4602-B267-2F86B4F4EA93}" type="presParOf" srcId="{AE76F6D2-14F7-4E8C-8E65-9C171CFB68B6}" destId="{9AF237D8-8154-4DDD-8BF1-1D8AF5F1C802}" srcOrd="0" destOrd="0" presId="urn:microsoft.com/office/officeart/2018/5/layout/CenteredIconLabelDescriptionList"/>
    <dgm:cxn modelId="{FB468F4C-953A-43BD-B14B-1427FAAF2386}" type="presParOf" srcId="{AE76F6D2-14F7-4E8C-8E65-9C171CFB68B6}" destId="{84100A7D-F727-44BF-B51A-32755CE6AF9F}" srcOrd="1" destOrd="0" presId="urn:microsoft.com/office/officeart/2018/5/layout/CenteredIconLabelDescriptionList"/>
    <dgm:cxn modelId="{8FA42BE9-F48E-4835-B6DC-102064615594}" type="presParOf" srcId="{AE76F6D2-14F7-4E8C-8E65-9C171CFB68B6}" destId="{F1C16B45-6F68-45F6-A150-578C93617775}" srcOrd="2" destOrd="0" presId="urn:microsoft.com/office/officeart/2018/5/layout/CenteredIconLabelDescriptionList"/>
    <dgm:cxn modelId="{53DE992E-41D4-48E6-B894-08FC80F6259E}" type="presParOf" srcId="{AE76F6D2-14F7-4E8C-8E65-9C171CFB68B6}" destId="{B4EBD8C6-2511-48E0-97A4-FBE5B943D9C5}" srcOrd="3" destOrd="0" presId="urn:microsoft.com/office/officeart/2018/5/layout/CenteredIconLabelDescriptionList"/>
    <dgm:cxn modelId="{E79A3AE3-E613-4D4F-8371-A907D8082614}" type="presParOf" srcId="{AE76F6D2-14F7-4E8C-8E65-9C171CFB68B6}" destId="{6EB8AF82-0948-4711-8C92-8A6DC6A91E9C}" srcOrd="4" destOrd="0" presId="urn:microsoft.com/office/officeart/2018/5/layout/CenteredIconLabelDescriptionList"/>
    <dgm:cxn modelId="{41FD0AF4-4358-46FA-94D2-3DFE87BA8A32}" type="presParOf" srcId="{CED37A4F-E692-4A73-9411-B1564D6E1238}" destId="{AEC7CD39-0294-4694-9C99-DE739FC8A987}" srcOrd="3" destOrd="0" presId="urn:microsoft.com/office/officeart/2018/5/layout/CenteredIconLabelDescriptionList"/>
    <dgm:cxn modelId="{9CEFFBA1-EE0D-4AE3-891C-D2B66C2314C3}" type="presParOf" srcId="{CED37A4F-E692-4A73-9411-B1564D6E1238}" destId="{E9F1FB8B-B10E-431D-8165-5903CEB88A2B}" srcOrd="4" destOrd="0" presId="urn:microsoft.com/office/officeart/2018/5/layout/CenteredIconLabelDescriptionList"/>
    <dgm:cxn modelId="{2F0E7850-9A08-41E6-99EF-56B5E8956590}" type="presParOf" srcId="{E9F1FB8B-B10E-431D-8165-5903CEB88A2B}" destId="{EEFDE70B-B1DE-436B-8667-6C0E722E0468}" srcOrd="0" destOrd="0" presId="urn:microsoft.com/office/officeart/2018/5/layout/CenteredIconLabelDescriptionList"/>
    <dgm:cxn modelId="{D4CF9FB8-05DC-4340-9838-DFE5C6408D52}" type="presParOf" srcId="{E9F1FB8B-B10E-431D-8165-5903CEB88A2B}" destId="{86F195AB-0F91-45EE-8DAB-473F745F7FB6}" srcOrd="1" destOrd="0" presId="urn:microsoft.com/office/officeart/2018/5/layout/CenteredIconLabelDescriptionList"/>
    <dgm:cxn modelId="{9560224F-F91C-4805-931D-0ED1782D25B3}" type="presParOf" srcId="{E9F1FB8B-B10E-431D-8165-5903CEB88A2B}" destId="{FF130D85-B75F-4233-AC46-409EE079C8FC}" srcOrd="2" destOrd="0" presId="urn:microsoft.com/office/officeart/2018/5/layout/CenteredIconLabelDescriptionList"/>
    <dgm:cxn modelId="{B803311F-51DE-432B-9D1A-3C1463CD339B}" type="presParOf" srcId="{E9F1FB8B-B10E-431D-8165-5903CEB88A2B}" destId="{732A94FE-A61B-417A-9D9D-35B75280EA72}" srcOrd="3" destOrd="0" presId="urn:microsoft.com/office/officeart/2018/5/layout/CenteredIconLabelDescriptionList"/>
    <dgm:cxn modelId="{8CD19B92-B2A2-4F45-A33D-A6B97082D7AA}" type="presParOf" srcId="{E9F1FB8B-B10E-431D-8165-5903CEB88A2B}" destId="{0A68FA6A-8394-4F8B-8BDA-1902CB0CE62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B9CAF012-FD22-4281-8962-6527A465C9D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8533D1-F613-4449-BCD5-C992043565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Fund Receiving</a:t>
          </a:r>
          <a:endParaRPr lang="en-US"/>
        </a:p>
      </dgm:t>
    </dgm:pt>
    <dgm:pt modelId="{6C1B49E8-7C23-46D7-A508-6D22D14804A6}" type="parTrans" cxnId="{9D10A08B-38BA-42BA-B9F1-F3BA2AA26F16}">
      <dgm:prSet/>
      <dgm:spPr/>
      <dgm:t>
        <a:bodyPr/>
        <a:lstStyle/>
        <a:p>
          <a:endParaRPr lang="en-US"/>
        </a:p>
      </dgm:t>
    </dgm:pt>
    <dgm:pt modelId="{883EF096-43E8-4734-95F1-F8750B885B8B}" type="sibTrans" cxnId="{9D10A08B-38BA-42BA-B9F1-F3BA2AA26F16}">
      <dgm:prSet/>
      <dgm:spPr/>
      <dgm:t>
        <a:bodyPr/>
        <a:lstStyle/>
        <a:p>
          <a:endParaRPr lang="en-US"/>
        </a:p>
      </dgm:t>
    </dgm:pt>
    <dgm:pt modelId="{A15C0124-4AE1-4962-A2EE-4A6971A74D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“receive” addresses at will</a:t>
          </a:r>
        </a:p>
      </dgm:t>
    </dgm:pt>
    <dgm:pt modelId="{4E06DFCA-EF00-46E6-93F5-F5F930F73D15}" type="parTrans" cxnId="{4638CD5F-1D56-434F-906F-F86B89996FD7}">
      <dgm:prSet/>
      <dgm:spPr/>
      <dgm:t>
        <a:bodyPr/>
        <a:lstStyle/>
        <a:p>
          <a:endParaRPr lang="en-US"/>
        </a:p>
      </dgm:t>
    </dgm:pt>
    <dgm:pt modelId="{8BE15F9E-21CB-40A1-9983-43AC3FEF1D3F}" type="sibTrans" cxnId="{4638CD5F-1D56-434F-906F-F86B89996FD7}">
      <dgm:prSet/>
      <dgm:spPr/>
      <dgm:t>
        <a:bodyPr/>
        <a:lstStyle/>
        <a:p>
          <a:endParaRPr lang="en-US"/>
        </a:p>
      </dgm:t>
    </dgm:pt>
    <dgm:pt modelId="{5BD96F96-E140-4AB4-9EEF-085BC687B0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while the private keys are safely</a:t>
          </a:r>
          <a:r>
            <a:rPr lang="tr-TR"/>
            <a:t> </a:t>
          </a:r>
          <a:r>
            <a:rPr lang="en-US"/>
            <a:t>stored offline. </a:t>
          </a:r>
        </a:p>
      </dgm:t>
    </dgm:pt>
    <dgm:pt modelId="{EEDBB30C-D84B-4EAB-8F3C-E4710CA87BED}" type="parTrans" cxnId="{F73A639B-006D-4D13-9449-2D47AE1AC67F}">
      <dgm:prSet/>
      <dgm:spPr/>
      <dgm:t>
        <a:bodyPr/>
        <a:lstStyle/>
        <a:p>
          <a:endParaRPr lang="en-US"/>
        </a:p>
      </dgm:t>
    </dgm:pt>
    <dgm:pt modelId="{13E221EF-3F4F-4A7B-820C-786650D3E05A}" type="sibTrans" cxnId="{F73A639B-006D-4D13-9449-2D47AE1AC67F}">
      <dgm:prSet/>
      <dgm:spPr/>
      <dgm:t>
        <a:bodyPr/>
        <a:lstStyle/>
        <a:p>
          <a:endParaRPr lang="en-US"/>
        </a:p>
      </dgm:t>
    </dgm:pt>
    <dgm:pt modelId="{DC1D7F01-CEF0-4818-A3E5-D2A649E723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Fund Spending</a:t>
          </a:r>
          <a:endParaRPr lang="en-US"/>
        </a:p>
      </dgm:t>
    </dgm:pt>
    <dgm:pt modelId="{27DD0043-FB7F-4C40-B139-D1F12C1523D5}" type="parTrans" cxnId="{930C2BEE-DC51-437C-B88D-AB9645069A5F}">
      <dgm:prSet/>
      <dgm:spPr/>
      <dgm:t>
        <a:bodyPr/>
        <a:lstStyle/>
        <a:p>
          <a:endParaRPr lang="en-US"/>
        </a:p>
      </dgm:t>
    </dgm:pt>
    <dgm:pt modelId="{1FE5C038-0FF4-470F-8C9A-F7B574CCDC07}" type="sibTrans" cxnId="{930C2BEE-DC51-437C-B88D-AB9645069A5F}">
      <dgm:prSet/>
      <dgm:spPr/>
      <dgm:t>
        <a:bodyPr/>
        <a:lstStyle/>
        <a:p>
          <a:endParaRPr lang="en-US"/>
        </a:p>
      </dgm:t>
    </dgm:pt>
    <dgm:pt modelId="{5B4EA9D6-2A0D-4EE1-8002-D18308F7FC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user can use the extended private key</a:t>
          </a:r>
        </a:p>
      </dgm:t>
    </dgm:pt>
    <dgm:pt modelId="{B3989442-54C9-4B53-B0B2-39B90BFA7132}" type="parTrans" cxnId="{BC31EB54-32A4-4BD5-94EA-2FD3DFE700F1}">
      <dgm:prSet/>
      <dgm:spPr/>
      <dgm:t>
        <a:bodyPr/>
        <a:lstStyle/>
        <a:p>
          <a:endParaRPr lang="en-US"/>
        </a:p>
      </dgm:t>
    </dgm:pt>
    <dgm:pt modelId="{F447E4BB-3EAA-4876-8450-C1D082094EED}" type="sibTrans" cxnId="{BC31EB54-32A4-4BD5-94EA-2FD3DFE700F1}">
      <dgm:prSet/>
      <dgm:spPr/>
      <dgm:t>
        <a:bodyPr/>
        <a:lstStyle/>
        <a:p>
          <a:endParaRPr lang="en-US"/>
        </a:p>
      </dgm:t>
    </dgm:pt>
    <dgm:pt modelId="{62D7858D-A159-472D-A43A-968042F642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an</a:t>
          </a:r>
          <a:r>
            <a:rPr lang="tr-TR" dirty="0"/>
            <a:t> </a:t>
          </a:r>
          <a:r>
            <a:rPr lang="en-US" dirty="0"/>
            <a:t>offline signing bitcoin client </a:t>
          </a:r>
        </a:p>
      </dgm:t>
    </dgm:pt>
    <dgm:pt modelId="{AB044C12-E1AA-4DB5-A44A-D51661743093}" type="parTrans" cxnId="{D232B71A-C1CF-4656-891A-670514B6325D}">
      <dgm:prSet/>
      <dgm:spPr/>
      <dgm:t>
        <a:bodyPr/>
        <a:lstStyle/>
        <a:p>
          <a:endParaRPr lang="en-US"/>
        </a:p>
      </dgm:t>
    </dgm:pt>
    <dgm:pt modelId="{2478F810-94D1-4EA7-83CD-17E00591D81D}" type="sibTrans" cxnId="{D232B71A-C1CF-4656-891A-670514B6325D}">
      <dgm:prSet/>
      <dgm:spPr/>
      <dgm:t>
        <a:bodyPr/>
        <a:lstStyle/>
        <a:p>
          <a:endParaRPr lang="en-US"/>
        </a:p>
      </dgm:t>
    </dgm:pt>
    <dgm:pt modelId="{D6185187-11DB-4D46-A208-6E1021985B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sign transactions on the hardware wallet device</a:t>
          </a:r>
        </a:p>
      </dgm:t>
    </dgm:pt>
    <dgm:pt modelId="{10D501A7-65C0-46AA-A6C2-97066D609EF5}" type="parTrans" cxnId="{36F5DA81-829E-4A36-B1BE-A6300D7490DD}">
      <dgm:prSet/>
      <dgm:spPr/>
      <dgm:t>
        <a:bodyPr/>
        <a:lstStyle/>
        <a:p>
          <a:endParaRPr lang="en-US"/>
        </a:p>
      </dgm:t>
    </dgm:pt>
    <dgm:pt modelId="{4AC01180-2081-498A-9B71-30DAAB6FAD76}" type="sibTrans" cxnId="{36F5DA81-829E-4A36-B1BE-A6300D7490DD}">
      <dgm:prSet/>
      <dgm:spPr/>
      <dgm:t>
        <a:bodyPr/>
        <a:lstStyle/>
        <a:p>
          <a:endParaRPr lang="en-US"/>
        </a:p>
      </dgm:t>
    </dgm:pt>
    <dgm:pt modelId="{EE6D8BBA-FDC7-4AF6-8911-500CBAD5DF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spend the funds </a:t>
          </a:r>
        </a:p>
      </dgm:t>
    </dgm:pt>
    <dgm:pt modelId="{1FA28511-E690-4062-B07D-62D6B2DCD5EE}" type="parTrans" cxnId="{78D67EBB-22AE-4C58-A3D0-5EC7B7B5FAD7}">
      <dgm:prSet/>
      <dgm:spPr/>
      <dgm:t>
        <a:bodyPr/>
        <a:lstStyle/>
        <a:p>
          <a:endParaRPr lang="tr-TR"/>
        </a:p>
      </dgm:t>
    </dgm:pt>
    <dgm:pt modelId="{062A90B1-094A-4168-997C-FBB452F6649F}" type="sibTrans" cxnId="{78D67EBB-22AE-4C58-A3D0-5EC7B7B5FAD7}">
      <dgm:prSet/>
      <dgm:spPr/>
      <dgm:t>
        <a:bodyPr/>
        <a:lstStyle/>
        <a:p>
          <a:endParaRPr lang="en-US"/>
        </a:p>
      </dgm:t>
    </dgm:pt>
    <dgm:pt modelId="{EB43A59D-26C6-49B8-8D12-EE5AC5A95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user can create </a:t>
          </a:r>
        </a:p>
      </dgm:t>
    </dgm:pt>
    <dgm:pt modelId="{884FE9D6-F2B4-4C61-BFD2-2F038B70D20C}" type="parTrans" cxnId="{839BDC75-A1F9-4563-A4BB-253C29ED164A}">
      <dgm:prSet/>
      <dgm:spPr/>
      <dgm:t>
        <a:bodyPr/>
        <a:lstStyle/>
        <a:p>
          <a:endParaRPr lang="tr-TR"/>
        </a:p>
      </dgm:t>
    </dgm:pt>
    <dgm:pt modelId="{BF99750A-EB62-4AD4-A6FD-BA8E03E6581F}" type="sibTrans" cxnId="{839BDC75-A1F9-4563-A4BB-253C29ED164A}">
      <dgm:prSet/>
      <dgm:spPr/>
      <dgm:t>
        <a:bodyPr/>
        <a:lstStyle/>
        <a:p>
          <a:endParaRPr lang="en-US"/>
        </a:p>
      </dgm:t>
    </dgm:pt>
    <dgm:pt modelId="{0275E789-0566-4862-BA6E-D34E813C77EA}" type="pres">
      <dgm:prSet presAssocID="{B9CAF012-FD22-4281-8962-6527A465C9DC}" presName="root" presStyleCnt="0">
        <dgm:presLayoutVars>
          <dgm:dir/>
          <dgm:resizeHandles val="exact"/>
        </dgm:presLayoutVars>
      </dgm:prSet>
      <dgm:spPr/>
    </dgm:pt>
    <dgm:pt modelId="{38ACF1F3-8C88-498E-A7DB-A7E0980A538D}" type="pres">
      <dgm:prSet presAssocID="{7A8533D1-F613-4449-BCD5-C99204356543}" presName="compNode" presStyleCnt="0"/>
      <dgm:spPr/>
    </dgm:pt>
    <dgm:pt modelId="{79930746-AC93-4F20-8DC8-646E0EC0DAF9}" type="pres">
      <dgm:prSet presAssocID="{7A8533D1-F613-4449-BCD5-C992043565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B42D4FEF-071A-4406-9327-45D5629FDAC6}" type="pres">
      <dgm:prSet presAssocID="{7A8533D1-F613-4449-BCD5-C99204356543}" presName="iconSpace" presStyleCnt="0"/>
      <dgm:spPr/>
    </dgm:pt>
    <dgm:pt modelId="{E6ACECAD-0F14-4932-9169-89933EF40C36}" type="pres">
      <dgm:prSet presAssocID="{7A8533D1-F613-4449-BCD5-C99204356543}" presName="parTx" presStyleLbl="revTx" presStyleIdx="0" presStyleCnt="4">
        <dgm:presLayoutVars>
          <dgm:chMax val="0"/>
          <dgm:chPref val="0"/>
        </dgm:presLayoutVars>
      </dgm:prSet>
      <dgm:spPr/>
    </dgm:pt>
    <dgm:pt modelId="{D06D0001-CB24-4012-A01D-1F60BFCF30EE}" type="pres">
      <dgm:prSet presAssocID="{7A8533D1-F613-4449-BCD5-C99204356543}" presName="txSpace" presStyleCnt="0"/>
      <dgm:spPr/>
    </dgm:pt>
    <dgm:pt modelId="{1C5F08C1-1371-4114-8B58-F2016A4D048E}" type="pres">
      <dgm:prSet presAssocID="{7A8533D1-F613-4449-BCD5-C99204356543}" presName="desTx" presStyleLbl="revTx" presStyleIdx="1" presStyleCnt="4">
        <dgm:presLayoutVars/>
      </dgm:prSet>
      <dgm:spPr/>
    </dgm:pt>
    <dgm:pt modelId="{58A882E5-0A6E-4776-A32A-CD7D6F5374D5}" type="pres">
      <dgm:prSet presAssocID="{883EF096-43E8-4734-95F1-F8750B885B8B}" presName="sibTrans" presStyleCnt="0"/>
      <dgm:spPr/>
    </dgm:pt>
    <dgm:pt modelId="{9FA35487-3B63-46FB-B0DB-F4211D86E1E2}" type="pres">
      <dgm:prSet presAssocID="{DC1D7F01-CEF0-4818-A3E5-D2A649E72383}" presName="compNode" presStyleCnt="0"/>
      <dgm:spPr/>
    </dgm:pt>
    <dgm:pt modelId="{A2BBAAA8-BF52-4805-B9DB-DAC0BC47DF2B}" type="pres">
      <dgm:prSet presAssocID="{DC1D7F01-CEF0-4818-A3E5-D2A649E7238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FA7DB96-36FC-451E-A604-0D0A336B918C}" type="pres">
      <dgm:prSet presAssocID="{DC1D7F01-CEF0-4818-A3E5-D2A649E72383}" presName="iconSpace" presStyleCnt="0"/>
      <dgm:spPr/>
    </dgm:pt>
    <dgm:pt modelId="{81D6C472-F620-4BF4-A7A1-8A3A5FF6B5F5}" type="pres">
      <dgm:prSet presAssocID="{DC1D7F01-CEF0-4818-A3E5-D2A649E72383}" presName="parTx" presStyleLbl="revTx" presStyleIdx="2" presStyleCnt="4">
        <dgm:presLayoutVars>
          <dgm:chMax val="0"/>
          <dgm:chPref val="0"/>
        </dgm:presLayoutVars>
      </dgm:prSet>
      <dgm:spPr/>
    </dgm:pt>
    <dgm:pt modelId="{E5CFE7AA-2D3F-4582-B982-8BB595778065}" type="pres">
      <dgm:prSet presAssocID="{DC1D7F01-CEF0-4818-A3E5-D2A649E72383}" presName="txSpace" presStyleCnt="0"/>
      <dgm:spPr/>
    </dgm:pt>
    <dgm:pt modelId="{B9152198-6ADA-45A0-B7BA-AB9FBF95C449}" type="pres">
      <dgm:prSet presAssocID="{DC1D7F01-CEF0-4818-A3E5-D2A649E72383}" presName="desTx" presStyleLbl="revTx" presStyleIdx="3" presStyleCnt="4">
        <dgm:presLayoutVars/>
      </dgm:prSet>
      <dgm:spPr/>
    </dgm:pt>
  </dgm:ptLst>
  <dgm:cxnLst>
    <dgm:cxn modelId="{ADFE6806-EB8C-40B7-A563-4831ED4C2781}" type="presOf" srcId="{D6185187-11DB-4D46-A208-6E1021985BA2}" destId="{B9152198-6ADA-45A0-B7BA-AB9FBF95C449}" srcOrd="0" destOrd="3" presId="urn:microsoft.com/office/officeart/2018/2/layout/IconLabelDescriptionList"/>
    <dgm:cxn modelId="{18523010-6485-4850-9D7B-B14A74FF95FE}" type="presOf" srcId="{7A8533D1-F613-4449-BCD5-C99204356543}" destId="{E6ACECAD-0F14-4932-9169-89933EF40C36}" srcOrd="0" destOrd="0" presId="urn:microsoft.com/office/officeart/2018/2/layout/IconLabelDescriptionList"/>
    <dgm:cxn modelId="{F969AC18-AEED-4935-8F15-B4B08EE5A3E2}" type="presOf" srcId="{B9CAF012-FD22-4281-8962-6527A465C9DC}" destId="{0275E789-0566-4862-BA6E-D34E813C77EA}" srcOrd="0" destOrd="0" presId="urn:microsoft.com/office/officeart/2018/2/layout/IconLabelDescriptionList"/>
    <dgm:cxn modelId="{D232B71A-C1CF-4656-891A-670514B6325D}" srcId="{DC1D7F01-CEF0-4818-A3E5-D2A649E72383}" destId="{62D7858D-A159-472D-A43A-968042F6420A}" srcOrd="2" destOrd="0" parTransId="{AB044C12-E1AA-4DB5-A44A-D51661743093}" sibTransId="{2478F810-94D1-4EA7-83CD-17E00591D81D}"/>
    <dgm:cxn modelId="{190A951D-43AA-42CB-B3EF-7B62B832B5C3}" type="presOf" srcId="{5B4EA9D6-2A0D-4EE1-8002-D18308F7FC8D}" destId="{B9152198-6ADA-45A0-B7BA-AB9FBF95C449}" srcOrd="0" destOrd="1" presId="urn:microsoft.com/office/officeart/2018/2/layout/IconLabelDescriptionList"/>
    <dgm:cxn modelId="{BDFCBB30-6484-4A98-85B5-7CDC92B62597}" type="presOf" srcId="{DC1D7F01-CEF0-4818-A3E5-D2A649E72383}" destId="{81D6C472-F620-4BF4-A7A1-8A3A5FF6B5F5}" srcOrd="0" destOrd="0" presId="urn:microsoft.com/office/officeart/2018/2/layout/IconLabelDescriptionList"/>
    <dgm:cxn modelId="{48BAC03E-A2B8-4B92-8C28-41DE6CE0D832}" type="presOf" srcId="{A15C0124-4AE1-4962-A2EE-4A6971A74DE8}" destId="{1C5F08C1-1371-4114-8B58-F2016A4D048E}" srcOrd="0" destOrd="1" presId="urn:microsoft.com/office/officeart/2018/2/layout/IconLabelDescriptionList"/>
    <dgm:cxn modelId="{4638CD5F-1D56-434F-906F-F86B89996FD7}" srcId="{7A8533D1-F613-4449-BCD5-C99204356543}" destId="{A15C0124-4AE1-4962-A2EE-4A6971A74DE8}" srcOrd="1" destOrd="0" parTransId="{4E06DFCA-EF00-46E6-93F5-F5F930F73D15}" sibTransId="{8BE15F9E-21CB-40A1-9983-43AC3FEF1D3F}"/>
    <dgm:cxn modelId="{BE9D5A41-C88D-4BAA-82B7-C09295E227F6}" type="presOf" srcId="{62D7858D-A159-472D-A43A-968042F6420A}" destId="{B9152198-6ADA-45A0-B7BA-AB9FBF95C449}" srcOrd="0" destOrd="2" presId="urn:microsoft.com/office/officeart/2018/2/layout/IconLabelDescriptionList"/>
    <dgm:cxn modelId="{BC31EB54-32A4-4BD5-94EA-2FD3DFE700F1}" srcId="{DC1D7F01-CEF0-4818-A3E5-D2A649E72383}" destId="{5B4EA9D6-2A0D-4EE1-8002-D18308F7FC8D}" srcOrd="1" destOrd="0" parTransId="{B3989442-54C9-4B53-B0B2-39B90BFA7132}" sibTransId="{F447E4BB-3EAA-4876-8450-C1D082094EED}"/>
    <dgm:cxn modelId="{839BDC75-A1F9-4563-A4BB-253C29ED164A}" srcId="{7A8533D1-F613-4449-BCD5-C99204356543}" destId="{EB43A59D-26C6-49B8-8D12-EE5AC5A95790}" srcOrd="0" destOrd="0" parTransId="{884FE9D6-F2B4-4C61-BFD2-2F038B70D20C}" sibTransId="{BF99750A-EB62-4AD4-A6FD-BA8E03E6581F}"/>
    <dgm:cxn modelId="{36F5DA81-829E-4A36-B1BE-A6300D7490DD}" srcId="{DC1D7F01-CEF0-4818-A3E5-D2A649E72383}" destId="{D6185187-11DB-4D46-A208-6E1021985BA2}" srcOrd="3" destOrd="0" parTransId="{10D501A7-65C0-46AA-A6C2-97066D609EF5}" sibTransId="{4AC01180-2081-498A-9B71-30DAAB6FAD76}"/>
    <dgm:cxn modelId="{9D10A08B-38BA-42BA-B9F1-F3BA2AA26F16}" srcId="{B9CAF012-FD22-4281-8962-6527A465C9DC}" destId="{7A8533D1-F613-4449-BCD5-C99204356543}" srcOrd="0" destOrd="0" parTransId="{6C1B49E8-7C23-46D7-A508-6D22D14804A6}" sibTransId="{883EF096-43E8-4734-95F1-F8750B885B8B}"/>
    <dgm:cxn modelId="{F73A639B-006D-4D13-9449-2D47AE1AC67F}" srcId="{7A8533D1-F613-4449-BCD5-C99204356543}" destId="{5BD96F96-E140-4AB4-9EEF-085BC687B019}" srcOrd="2" destOrd="0" parTransId="{EEDBB30C-D84B-4EAB-8F3C-E4710CA87BED}" sibTransId="{13E221EF-3F4F-4A7B-820C-786650D3E05A}"/>
    <dgm:cxn modelId="{78D67EBB-22AE-4C58-A3D0-5EC7B7B5FAD7}" srcId="{DC1D7F01-CEF0-4818-A3E5-D2A649E72383}" destId="{EE6D8BBA-FDC7-4AF6-8911-500CBAD5DFD2}" srcOrd="0" destOrd="0" parTransId="{1FA28511-E690-4062-B07D-62D6B2DCD5EE}" sibTransId="{062A90B1-094A-4168-997C-FBB452F6649F}"/>
    <dgm:cxn modelId="{0DED1CCF-47B1-4757-B011-894B06957A71}" type="presOf" srcId="{5BD96F96-E140-4AB4-9EEF-085BC687B019}" destId="{1C5F08C1-1371-4114-8B58-F2016A4D048E}" srcOrd="0" destOrd="2" presId="urn:microsoft.com/office/officeart/2018/2/layout/IconLabelDescriptionList"/>
    <dgm:cxn modelId="{0985C6DC-E426-4517-B25A-0CDA3738645E}" type="presOf" srcId="{EE6D8BBA-FDC7-4AF6-8911-500CBAD5DFD2}" destId="{B9152198-6ADA-45A0-B7BA-AB9FBF95C449}" srcOrd="0" destOrd="0" presId="urn:microsoft.com/office/officeart/2018/2/layout/IconLabelDescriptionList"/>
    <dgm:cxn modelId="{930C2BEE-DC51-437C-B88D-AB9645069A5F}" srcId="{B9CAF012-FD22-4281-8962-6527A465C9DC}" destId="{DC1D7F01-CEF0-4818-A3E5-D2A649E72383}" srcOrd="1" destOrd="0" parTransId="{27DD0043-FB7F-4C40-B139-D1F12C1523D5}" sibTransId="{1FE5C038-0FF4-470F-8C9A-F7B574CCDC07}"/>
    <dgm:cxn modelId="{B4F2B0FF-CF58-4DDB-9E1A-5E8615D0737A}" type="presOf" srcId="{EB43A59D-26C6-49B8-8D12-EE5AC5A95790}" destId="{1C5F08C1-1371-4114-8B58-F2016A4D048E}" srcOrd="0" destOrd="0" presId="urn:microsoft.com/office/officeart/2018/2/layout/IconLabelDescriptionList"/>
    <dgm:cxn modelId="{57D437CE-82B5-4D58-954E-AA241747B9D6}" type="presParOf" srcId="{0275E789-0566-4862-BA6E-D34E813C77EA}" destId="{38ACF1F3-8C88-498E-A7DB-A7E0980A538D}" srcOrd="0" destOrd="0" presId="urn:microsoft.com/office/officeart/2018/2/layout/IconLabelDescriptionList"/>
    <dgm:cxn modelId="{715E88C4-2591-408C-862E-8B23054F2343}" type="presParOf" srcId="{38ACF1F3-8C88-498E-A7DB-A7E0980A538D}" destId="{79930746-AC93-4F20-8DC8-646E0EC0DAF9}" srcOrd="0" destOrd="0" presId="urn:microsoft.com/office/officeart/2018/2/layout/IconLabelDescriptionList"/>
    <dgm:cxn modelId="{10134342-E702-4B60-89CC-C8433474A659}" type="presParOf" srcId="{38ACF1F3-8C88-498E-A7DB-A7E0980A538D}" destId="{B42D4FEF-071A-4406-9327-45D5629FDAC6}" srcOrd="1" destOrd="0" presId="urn:microsoft.com/office/officeart/2018/2/layout/IconLabelDescriptionList"/>
    <dgm:cxn modelId="{4B8C4811-CB62-4B73-9486-C6EB457B76D5}" type="presParOf" srcId="{38ACF1F3-8C88-498E-A7DB-A7E0980A538D}" destId="{E6ACECAD-0F14-4932-9169-89933EF40C36}" srcOrd="2" destOrd="0" presId="urn:microsoft.com/office/officeart/2018/2/layout/IconLabelDescriptionList"/>
    <dgm:cxn modelId="{29F35325-6E3F-4FBC-A399-909622B286FD}" type="presParOf" srcId="{38ACF1F3-8C88-498E-A7DB-A7E0980A538D}" destId="{D06D0001-CB24-4012-A01D-1F60BFCF30EE}" srcOrd="3" destOrd="0" presId="urn:microsoft.com/office/officeart/2018/2/layout/IconLabelDescriptionList"/>
    <dgm:cxn modelId="{476B1C44-934C-44F3-B561-7CA63037782D}" type="presParOf" srcId="{38ACF1F3-8C88-498E-A7DB-A7E0980A538D}" destId="{1C5F08C1-1371-4114-8B58-F2016A4D048E}" srcOrd="4" destOrd="0" presId="urn:microsoft.com/office/officeart/2018/2/layout/IconLabelDescriptionList"/>
    <dgm:cxn modelId="{D81AC003-2257-4AEF-A459-37FF70697F20}" type="presParOf" srcId="{0275E789-0566-4862-BA6E-D34E813C77EA}" destId="{58A882E5-0A6E-4776-A32A-CD7D6F5374D5}" srcOrd="1" destOrd="0" presId="urn:microsoft.com/office/officeart/2018/2/layout/IconLabelDescriptionList"/>
    <dgm:cxn modelId="{31BED671-2A12-4C2F-99C3-5C36F21D2598}" type="presParOf" srcId="{0275E789-0566-4862-BA6E-D34E813C77EA}" destId="{9FA35487-3B63-46FB-B0DB-F4211D86E1E2}" srcOrd="2" destOrd="0" presId="urn:microsoft.com/office/officeart/2018/2/layout/IconLabelDescriptionList"/>
    <dgm:cxn modelId="{5008EA38-DF78-4F94-8644-CCB9EAFCE7E5}" type="presParOf" srcId="{9FA35487-3B63-46FB-B0DB-F4211D86E1E2}" destId="{A2BBAAA8-BF52-4805-B9DB-DAC0BC47DF2B}" srcOrd="0" destOrd="0" presId="urn:microsoft.com/office/officeart/2018/2/layout/IconLabelDescriptionList"/>
    <dgm:cxn modelId="{B8DF39C9-835B-4216-A0AC-80EDFAB2B3B8}" type="presParOf" srcId="{9FA35487-3B63-46FB-B0DB-F4211D86E1E2}" destId="{6FA7DB96-36FC-451E-A604-0D0A336B918C}" srcOrd="1" destOrd="0" presId="urn:microsoft.com/office/officeart/2018/2/layout/IconLabelDescriptionList"/>
    <dgm:cxn modelId="{A7ABFC09-E65F-4121-B331-C66F4F286FA9}" type="presParOf" srcId="{9FA35487-3B63-46FB-B0DB-F4211D86E1E2}" destId="{81D6C472-F620-4BF4-A7A1-8A3A5FF6B5F5}" srcOrd="2" destOrd="0" presId="urn:microsoft.com/office/officeart/2018/2/layout/IconLabelDescriptionList"/>
    <dgm:cxn modelId="{22BE41ED-14D1-4197-8237-E8EAC20BF924}" type="presParOf" srcId="{9FA35487-3B63-46FB-B0DB-F4211D86E1E2}" destId="{E5CFE7AA-2D3F-4582-B982-8BB595778065}" srcOrd="3" destOrd="0" presId="urn:microsoft.com/office/officeart/2018/2/layout/IconLabelDescriptionList"/>
    <dgm:cxn modelId="{C8582860-D79A-4DEA-B48E-C7799FE1AC69}" type="presParOf" srcId="{9FA35487-3B63-46FB-B0DB-F4211D86E1E2}" destId="{B9152198-6ADA-45A0-B7BA-AB9FBF95C44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DCEB9F92-F56A-4BFE-A1E2-3CA47AEAA5C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F62391D-D5C7-4A79-8005-2AC0037DF4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Let’s see how HD wallets are used </a:t>
          </a:r>
        </a:p>
      </dgm:t>
    </dgm:pt>
    <dgm:pt modelId="{16205843-AEDE-4DD6-88E9-9AD00FB6183B}" type="parTrans" cxnId="{785F6427-5447-438D-B550-DF447C2AEA87}">
      <dgm:prSet/>
      <dgm:spPr/>
      <dgm:t>
        <a:bodyPr/>
        <a:lstStyle/>
        <a:p>
          <a:endParaRPr lang="en-US" sz="2800"/>
        </a:p>
      </dgm:t>
    </dgm:pt>
    <dgm:pt modelId="{B20BD978-DE43-46EF-BA40-A682D99ABCE0}" type="sibTrans" cxnId="{785F6427-5447-438D-B550-DF447C2AEA87}">
      <dgm:prSet/>
      <dgm:spPr/>
      <dgm:t>
        <a:bodyPr/>
        <a:lstStyle/>
        <a:p>
          <a:endParaRPr lang="en-US"/>
        </a:p>
      </dgm:t>
    </dgm:pt>
    <dgm:pt modelId="{D62FD8F8-B41C-46F2-84B8-791E969000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continuing our story with Gabriel’s web store.</a:t>
          </a:r>
        </a:p>
      </dgm:t>
    </dgm:pt>
    <dgm:pt modelId="{8BCBAB53-2962-457A-908E-C84A88D3FE2D}" type="parTrans" cxnId="{FC0849B5-E339-4AA1-85F3-84D80DFE7A71}">
      <dgm:prSet/>
      <dgm:spPr/>
      <dgm:t>
        <a:bodyPr/>
        <a:lstStyle/>
        <a:p>
          <a:endParaRPr lang="en-US" sz="2800"/>
        </a:p>
      </dgm:t>
    </dgm:pt>
    <dgm:pt modelId="{46811430-3BE7-4797-82B5-5E969945B033}" type="sibTrans" cxnId="{FC0849B5-E339-4AA1-85F3-84D80DFE7A71}">
      <dgm:prSet/>
      <dgm:spPr/>
      <dgm:t>
        <a:bodyPr/>
        <a:lstStyle/>
        <a:p>
          <a:endParaRPr lang="en-US"/>
        </a:p>
      </dgm:t>
    </dgm:pt>
    <dgm:pt modelId="{DB5CF8E0-C282-4217-8CBC-460CB995A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 first set up his web store as a hobby, </a:t>
          </a:r>
        </a:p>
      </dgm:t>
    </dgm:pt>
    <dgm:pt modelId="{C6D3EE05-B735-4BE5-80A1-F82BC0521135}" type="parTrans" cxnId="{8952B8CA-AE34-47AB-80A8-48684B4BFA7E}">
      <dgm:prSet/>
      <dgm:spPr/>
      <dgm:t>
        <a:bodyPr/>
        <a:lstStyle/>
        <a:p>
          <a:endParaRPr lang="en-US" sz="2800"/>
        </a:p>
      </dgm:t>
    </dgm:pt>
    <dgm:pt modelId="{94AEDB07-4464-498E-8E84-DF5CB32E31C1}" type="sibTrans" cxnId="{8952B8CA-AE34-47AB-80A8-48684B4BFA7E}">
      <dgm:prSet/>
      <dgm:spPr/>
      <dgm:t>
        <a:bodyPr/>
        <a:lstStyle/>
        <a:p>
          <a:endParaRPr lang="en-US"/>
        </a:p>
      </dgm:t>
    </dgm:pt>
    <dgm:pt modelId="{BD4282E9-D7B3-49FA-A2B5-D42DA24699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a simple hosted Wordpress</a:t>
          </a:r>
          <a:r>
            <a:rPr lang="tr-TR"/>
            <a:t> </a:t>
          </a:r>
          <a:r>
            <a:rPr lang="en-US"/>
            <a:t>page. </a:t>
          </a:r>
        </a:p>
      </dgm:t>
    </dgm:pt>
    <dgm:pt modelId="{304E9488-943C-45E1-A6B4-E7B88F2041FD}" type="parTrans" cxnId="{48CC4821-AA6D-46F7-80A4-BD5F0042186A}">
      <dgm:prSet/>
      <dgm:spPr/>
      <dgm:t>
        <a:bodyPr/>
        <a:lstStyle/>
        <a:p>
          <a:endParaRPr lang="en-US" sz="2800"/>
        </a:p>
      </dgm:t>
    </dgm:pt>
    <dgm:pt modelId="{48FB952B-73F7-45D4-AEBD-1720D6782D6B}" type="sibTrans" cxnId="{48CC4821-AA6D-46F7-80A4-BD5F0042186A}">
      <dgm:prSet/>
      <dgm:spPr/>
      <dgm:t>
        <a:bodyPr/>
        <a:lstStyle/>
        <a:p>
          <a:endParaRPr lang="en-US"/>
        </a:p>
      </dgm:t>
    </dgm:pt>
    <dgm:pt modelId="{974775F4-03F2-430E-B6CC-52E4C67516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His store was quite basic </a:t>
          </a:r>
        </a:p>
      </dgm:t>
    </dgm:pt>
    <dgm:pt modelId="{F637FCDE-727D-445E-A552-B71AFC03E17F}" type="parTrans" cxnId="{D9E284D3-141B-4B24-A177-BA6BF64C8EB3}">
      <dgm:prSet/>
      <dgm:spPr/>
      <dgm:t>
        <a:bodyPr/>
        <a:lstStyle/>
        <a:p>
          <a:endParaRPr lang="en-US" sz="2800"/>
        </a:p>
      </dgm:t>
    </dgm:pt>
    <dgm:pt modelId="{4930A4E8-675F-413E-BEF6-5DF058423D19}" type="sibTrans" cxnId="{D9E284D3-141B-4B24-A177-BA6BF64C8EB3}">
      <dgm:prSet/>
      <dgm:spPr/>
      <dgm:t>
        <a:bodyPr/>
        <a:lstStyle/>
        <a:p>
          <a:endParaRPr lang="en-US"/>
        </a:p>
      </dgm:t>
    </dgm:pt>
    <dgm:pt modelId="{5D26C1F2-A17E-4C20-882C-2D6C7F999D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only a few pages and </a:t>
          </a:r>
        </a:p>
      </dgm:t>
    </dgm:pt>
    <dgm:pt modelId="{D01FC1B4-7E5C-48D9-BCAD-2C45E1F80080}" type="parTrans" cxnId="{7DF0A341-0F40-4879-BA7D-A0645805273C}">
      <dgm:prSet/>
      <dgm:spPr/>
      <dgm:t>
        <a:bodyPr/>
        <a:lstStyle/>
        <a:p>
          <a:endParaRPr lang="en-US" sz="2800"/>
        </a:p>
      </dgm:t>
    </dgm:pt>
    <dgm:pt modelId="{10206B0F-F47D-4AB1-B972-5DFF0D6F3911}" type="sibTrans" cxnId="{7DF0A341-0F40-4879-BA7D-A0645805273C}">
      <dgm:prSet/>
      <dgm:spPr/>
      <dgm:t>
        <a:bodyPr/>
        <a:lstStyle/>
        <a:p>
          <a:endParaRPr lang="en-US"/>
        </a:p>
      </dgm:t>
    </dgm:pt>
    <dgm:pt modelId="{C78B4778-3846-4524-A4A0-3087058EB2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order form with a single</a:t>
          </a:r>
          <a:r>
            <a:rPr lang="tr-TR"/>
            <a:t> </a:t>
          </a:r>
          <a:r>
            <a:rPr lang="en-US"/>
            <a:t>bitcoin address.</a:t>
          </a:r>
        </a:p>
      </dgm:t>
    </dgm:pt>
    <dgm:pt modelId="{3DA585D0-E2F8-4C37-A89F-901F849E0DB9}" type="parTrans" cxnId="{89B0D72A-D4A6-4423-9DCF-1D0C7AE42B97}">
      <dgm:prSet/>
      <dgm:spPr/>
      <dgm:t>
        <a:bodyPr/>
        <a:lstStyle/>
        <a:p>
          <a:endParaRPr lang="en-US" sz="2800"/>
        </a:p>
      </dgm:t>
    </dgm:pt>
    <dgm:pt modelId="{D6467F69-A7B0-4179-A647-ACD5661B0A69}" type="sibTrans" cxnId="{89B0D72A-D4A6-4423-9DCF-1D0C7AE42B97}">
      <dgm:prSet/>
      <dgm:spPr/>
      <dgm:t>
        <a:bodyPr/>
        <a:lstStyle/>
        <a:p>
          <a:endParaRPr lang="en-US"/>
        </a:p>
      </dgm:t>
    </dgm:pt>
    <dgm:pt modelId="{23C65455-7309-43A1-B6F2-7C391E2356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HD Wallet on Web Store</a:t>
          </a:r>
          <a:endParaRPr lang="en-US"/>
        </a:p>
      </dgm:t>
    </dgm:pt>
    <dgm:pt modelId="{A45F97D7-6741-4DCC-A8CE-124FF04C1CA3}" type="parTrans" cxnId="{9243872D-EB59-4CF5-B112-58043455C578}">
      <dgm:prSet/>
      <dgm:spPr/>
      <dgm:t>
        <a:bodyPr/>
        <a:lstStyle/>
        <a:p>
          <a:endParaRPr lang="tr-TR" sz="2800"/>
        </a:p>
      </dgm:t>
    </dgm:pt>
    <dgm:pt modelId="{DBDE7CF8-B9C2-44C6-B02E-07C3F5BC3B45}" type="sibTrans" cxnId="{9243872D-EB59-4CF5-B112-58043455C578}">
      <dgm:prSet/>
      <dgm:spPr/>
      <dgm:t>
        <a:bodyPr/>
        <a:lstStyle/>
        <a:p>
          <a:endParaRPr lang="tr-TR"/>
        </a:p>
      </dgm:t>
    </dgm:pt>
    <dgm:pt modelId="{CCEB6410-CE27-4619-8ED8-56FB12B0444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Simple Word Press Page</a:t>
          </a:r>
          <a:endParaRPr lang="en-US"/>
        </a:p>
      </dgm:t>
    </dgm:pt>
    <dgm:pt modelId="{12EAC5AC-86A8-4FD7-9789-D36A7D9CC213}" type="parTrans" cxnId="{260F66AE-AF3F-43BB-83F3-13619E4508E9}">
      <dgm:prSet/>
      <dgm:spPr/>
      <dgm:t>
        <a:bodyPr/>
        <a:lstStyle/>
        <a:p>
          <a:endParaRPr lang="tr-TR" sz="2800"/>
        </a:p>
      </dgm:t>
    </dgm:pt>
    <dgm:pt modelId="{512BE9E5-48C8-4AA3-BAEF-8AB00541AFEE}" type="sibTrans" cxnId="{260F66AE-AF3F-43BB-83F3-13619E4508E9}">
      <dgm:prSet/>
      <dgm:spPr/>
      <dgm:t>
        <a:bodyPr/>
        <a:lstStyle/>
        <a:p>
          <a:endParaRPr lang="tr-TR"/>
        </a:p>
      </dgm:t>
    </dgm:pt>
    <dgm:pt modelId="{6E76438A-71FC-44FE-8801-46453B48D2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Basic Store</a:t>
          </a:r>
          <a:endParaRPr lang="en-US"/>
        </a:p>
      </dgm:t>
    </dgm:pt>
    <dgm:pt modelId="{483721F9-C3AF-4A50-9298-43B54486FB7F}" type="parTrans" cxnId="{0CF2AEBC-7319-4928-9A27-09D3A534821A}">
      <dgm:prSet/>
      <dgm:spPr/>
      <dgm:t>
        <a:bodyPr/>
        <a:lstStyle/>
        <a:p>
          <a:endParaRPr lang="tr-TR" sz="2800"/>
        </a:p>
      </dgm:t>
    </dgm:pt>
    <dgm:pt modelId="{DBDF5880-B57A-43E3-9449-A6B7C02C4D12}" type="sibTrans" cxnId="{0CF2AEBC-7319-4928-9A27-09D3A534821A}">
      <dgm:prSet/>
      <dgm:spPr/>
      <dgm:t>
        <a:bodyPr/>
        <a:lstStyle/>
        <a:p>
          <a:endParaRPr lang="tr-TR"/>
        </a:p>
      </dgm:t>
    </dgm:pt>
    <dgm:pt modelId="{9A78E6F5-CEC5-494D-AF45-E4C7AF8D11F8}" type="pres">
      <dgm:prSet presAssocID="{DCEB9F92-F56A-4BFE-A1E2-3CA47AEAA5C6}" presName="root" presStyleCnt="0">
        <dgm:presLayoutVars>
          <dgm:dir/>
          <dgm:resizeHandles val="exact"/>
        </dgm:presLayoutVars>
      </dgm:prSet>
      <dgm:spPr/>
    </dgm:pt>
    <dgm:pt modelId="{18999430-E6E6-45A0-A7D0-3BF05289FE66}" type="pres">
      <dgm:prSet presAssocID="{23C65455-7309-43A1-B6F2-7C391E235621}" presName="compNode" presStyleCnt="0"/>
      <dgm:spPr/>
    </dgm:pt>
    <dgm:pt modelId="{54A5FBCC-CB48-4275-97D0-1B2E3D13545B}" type="pres">
      <dgm:prSet presAssocID="{23C65455-7309-43A1-B6F2-7C391E2356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4293BEB-8337-4DEA-ABE8-B6BC8280EFC6}" type="pres">
      <dgm:prSet presAssocID="{23C65455-7309-43A1-B6F2-7C391E235621}" presName="iconSpace" presStyleCnt="0"/>
      <dgm:spPr/>
    </dgm:pt>
    <dgm:pt modelId="{A0DC58AC-B0ED-4B8A-96AC-4EA6C2FBD625}" type="pres">
      <dgm:prSet presAssocID="{23C65455-7309-43A1-B6F2-7C391E235621}" presName="parTx" presStyleLbl="revTx" presStyleIdx="0" presStyleCnt="6">
        <dgm:presLayoutVars>
          <dgm:chMax val="0"/>
          <dgm:chPref val="0"/>
        </dgm:presLayoutVars>
      </dgm:prSet>
      <dgm:spPr/>
    </dgm:pt>
    <dgm:pt modelId="{8D51A560-35B5-4961-BAE7-2642E8664A96}" type="pres">
      <dgm:prSet presAssocID="{23C65455-7309-43A1-B6F2-7C391E235621}" presName="txSpace" presStyleCnt="0"/>
      <dgm:spPr/>
    </dgm:pt>
    <dgm:pt modelId="{BB2456DE-BB5A-498C-B074-0189AC8FBE1F}" type="pres">
      <dgm:prSet presAssocID="{23C65455-7309-43A1-B6F2-7C391E235621}" presName="desTx" presStyleLbl="revTx" presStyleIdx="1" presStyleCnt="6">
        <dgm:presLayoutVars/>
      </dgm:prSet>
      <dgm:spPr/>
    </dgm:pt>
    <dgm:pt modelId="{BCF601AB-251D-4D79-AF26-9F8155BC6B60}" type="pres">
      <dgm:prSet presAssocID="{DBDE7CF8-B9C2-44C6-B02E-07C3F5BC3B45}" presName="sibTrans" presStyleCnt="0"/>
      <dgm:spPr/>
    </dgm:pt>
    <dgm:pt modelId="{2B22361F-85FE-4B91-A1FC-B6E28B3E05FB}" type="pres">
      <dgm:prSet presAssocID="{CCEB6410-CE27-4619-8ED8-56FB12B04445}" presName="compNode" presStyleCnt="0"/>
      <dgm:spPr/>
    </dgm:pt>
    <dgm:pt modelId="{27BBD595-68C5-4BAF-A010-18D457C358A1}" type="pres">
      <dgm:prSet presAssocID="{CCEB6410-CE27-4619-8ED8-56FB12B044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B4E3D70C-BCCA-47DE-9790-19759CACD157}" type="pres">
      <dgm:prSet presAssocID="{CCEB6410-CE27-4619-8ED8-56FB12B04445}" presName="iconSpace" presStyleCnt="0"/>
      <dgm:spPr/>
    </dgm:pt>
    <dgm:pt modelId="{4FF37BED-A0EF-4FC7-9A7E-0394D39C517B}" type="pres">
      <dgm:prSet presAssocID="{CCEB6410-CE27-4619-8ED8-56FB12B04445}" presName="parTx" presStyleLbl="revTx" presStyleIdx="2" presStyleCnt="6">
        <dgm:presLayoutVars>
          <dgm:chMax val="0"/>
          <dgm:chPref val="0"/>
        </dgm:presLayoutVars>
      </dgm:prSet>
      <dgm:spPr/>
    </dgm:pt>
    <dgm:pt modelId="{63BABA3D-4AF8-4C0F-8A06-0CD48C66AD5D}" type="pres">
      <dgm:prSet presAssocID="{CCEB6410-CE27-4619-8ED8-56FB12B04445}" presName="txSpace" presStyleCnt="0"/>
      <dgm:spPr/>
    </dgm:pt>
    <dgm:pt modelId="{41182BA3-0C36-4880-9A82-A2BFDE4C2298}" type="pres">
      <dgm:prSet presAssocID="{CCEB6410-CE27-4619-8ED8-56FB12B04445}" presName="desTx" presStyleLbl="revTx" presStyleIdx="3" presStyleCnt="6">
        <dgm:presLayoutVars/>
      </dgm:prSet>
      <dgm:spPr/>
    </dgm:pt>
    <dgm:pt modelId="{DA927B75-11EC-4C87-BB54-53D221529D9F}" type="pres">
      <dgm:prSet presAssocID="{512BE9E5-48C8-4AA3-BAEF-8AB00541AFEE}" presName="sibTrans" presStyleCnt="0"/>
      <dgm:spPr/>
    </dgm:pt>
    <dgm:pt modelId="{F7840A14-1D3E-42E6-BD7B-F3D47D7F52FF}" type="pres">
      <dgm:prSet presAssocID="{6E76438A-71FC-44FE-8801-46453B48D23B}" presName="compNode" presStyleCnt="0"/>
      <dgm:spPr/>
    </dgm:pt>
    <dgm:pt modelId="{137CA8BA-E99A-44FA-B194-8CB64BC8DAD1}" type="pres">
      <dgm:prSet presAssocID="{6E76438A-71FC-44FE-8801-46453B48D2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D417D00-10EB-4517-97FD-C1B74796DA8C}" type="pres">
      <dgm:prSet presAssocID="{6E76438A-71FC-44FE-8801-46453B48D23B}" presName="iconSpace" presStyleCnt="0"/>
      <dgm:spPr/>
    </dgm:pt>
    <dgm:pt modelId="{355EF8EE-D31C-4010-A4C6-3BFFD6199799}" type="pres">
      <dgm:prSet presAssocID="{6E76438A-71FC-44FE-8801-46453B48D23B}" presName="parTx" presStyleLbl="revTx" presStyleIdx="4" presStyleCnt="6">
        <dgm:presLayoutVars>
          <dgm:chMax val="0"/>
          <dgm:chPref val="0"/>
        </dgm:presLayoutVars>
      </dgm:prSet>
      <dgm:spPr/>
    </dgm:pt>
    <dgm:pt modelId="{2AEC46F0-935A-4FE0-A44C-18CC0091F847}" type="pres">
      <dgm:prSet presAssocID="{6E76438A-71FC-44FE-8801-46453B48D23B}" presName="txSpace" presStyleCnt="0"/>
      <dgm:spPr/>
    </dgm:pt>
    <dgm:pt modelId="{9FFAAFE0-16B5-4D26-B474-D0464748D8BC}" type="pres">
      <dgm:prSet presAssocID="{6E76438A-71FC-44FE-8801-46453B48D23B}" presName="desTx" presStyleLbl="revTx" presStyleIdx="5" presStyleCnt="6">
        <dgm:presLayoutVars/>
      </dgm:prSet>
      <dgm:spPr/>
    </dgm:pt>
  </dgm:ptLst>
  <dgm:cxnLst>
    <dgm:cxn modelId="{F4FBAB04-FCA6-4ACB-8DC8-0E9879DA9517}" type="presOf" srcId="{BD4282E9-D7B3-49FA-A2B5-D42DA246992E}" destId="{41182BA3-0C36-4880-9A82-A2BFDE4C2298}" srcOrd="0" destOrd="1" presId="urn:microsoft.com/office/officeart/2018/5/layout/CenteredIconLabelDescriptionList"/>
    <dgm:cxn modelId="{48CC4821-AA6D-46F7-80A4-BD5F0042186A}" srcId="{CCEB6410-CE27-4619-8ED8-56FB12B04445}" destId="{BD4282E9-D7B3-49FA-A2B5-D42DA246992E}" srcOrd="1" destOrd="0" parTransId="{304E9488-943C-45E1-A6B4-E7B88F2041FD}" sibTransId="{48FB952B-73F7-45D4-AEBD-1720D6782D6B}"/>
    <dgm:cxn modelId="{785F6427-5447-438D-B550-DF447C2AEA87}" srcId="{23C65455-7309-43A1-B6F2-7C391E235621}" destId="{0F62391D-D5C7-4A79-8005-2AC0037DF433}" srcOrd="0" destOrd="0" parTransId="{16205843-AEDE-4DD6-88E9-9AD00FB6183B}" sibTransId="{B20BD978-DE43-46EF-BA40-A682D99ABCE0}"/>
    <dgm:cxn modelId="{89B0D72A-D4A6-4423-9DCF-1D0C7AE42B97}" srcId="{6E76438A-71FC-44FE-8801-46453B48D23B}" destId="{C78B4778-3846-4524-A4A0-3087058EB272}" srcOrd="2" destOrd="0" parTransId="{3DA585D0-E2F8-4C37-A89F-901F849E0DB9}" sibTransId="{D6467F69-A7B0-4179-A647-ACD5661B0A69}"/>
    <dgm:cxn modelId="{9243872D-EB59-4CF5-B112-58043455C578}" srcId="{DCEB9F92-F56A-4BFE-A1E2-3CA47AEAA5C6}" destId="{23C65455-7309-43A1-B6F2-7C391E235621}" srcOrd="0" destOrd="0" parTransId="{A45F97D7-6741-4DCC-A8CE-124FF04C1CA3}" sibTransId="{DBDE7CF8-B9C2-44C6-B02E-07C3F5BC3B45}"/>
    <dgm:cxn modelId="{0AF1D533-53F1-4314-8E22-186B47DA1958}" type="presOf" srcId="{C78B4778-3846-4524-A4A0-3087058EB272}" destId="{9FFAAFE0-16B5-4D26-B474-D0464748D8BC}" srcOrd="0" destOrd="2" presId="urn:microsoft.com/office/officeart/2018/5/layout/CenteredIconLabelDescriptionList"/>
    <dgm:cxn modelId="{460A1B61-7BCC-40DB-925E-B2D712699603}" type="presOf" srcId="{CCEB6410-CE27-4619-8ED8-56FB12B04445}" destId="{4FF37BED-A0EF-4FC7-9A7E-0394D39C517B}" srcOrd="0" destOrd="0" presId="urn:microsoft.com/office/officeart/2018/5/layout/CenteredIconLabelDescriptionList"/>
    <dgm:cxn modelId="{7DF0A341-0F40-4879-BA7D-A0645805273C}" srcId="{6E76438A-71FC-44FE-8801-46453B48D23B}" destId="{5D26C1F2-A17E-4C20-882C-2D6C7F999D50}" srcOrd="1" destOrd="0" parTransId="{D01FC1B4-7E5C-48D9-BCAD-2C45E1F80080}" sibTransId="{10206B0F-F47D-4AB1-B972-5DFF0D6F3911}"/>
    <dgm:cxn modelId="{13AE0B64-6F7E-4257-B6A1-B19DBC7F992B}" type="presOf" srcId="{23C65455-7309-43A1-B6F2-7C391E235621}" destId="{A0DC58AC-B0ED-4B8A-96AC-4EA6C2FBD625}" srcOrd="0" destOrd="0" presId="urn:microsoft.com/office/officeart/2018/5/layout/CenteredIconLabelDescriptionList"/>
    <dgm:cxn modelId="{4AEF8E71-9F3A-4172-B850-8B4053F3C214}" type="presOf" srcId="{0F62391D-D5C7-4A79-8005-2AC0037DF433}" destId="{BB2456DE-BB5A-498C-B074-0189AC8FBE1F}" srcOrd="0" destOrd="0" presId="urn:microsoft.com/office/officeart/2018/5/layout/CenteredIconLabelDescriptionList"/>
    <dgm:cxn modelId="{16E2D253-A808-426F-9C7A-B91AA3173A1B}" type="presOf" srcId="{6E76438A-71FC-44FE-8801-46453B48D23B}" destId="{355EF8EE-D31C-4010-A4C6-3BFFD6199799}" srcOrd="0" destOrd="0" presId="urn:microsoft.com/office/officeart/2018/5/layout/CenteredIconLabelDescriptionList"/>
    <dgm:cxn modelId="{B199BC77-DB44-4EDB-AC2B-910126165A26}" type="presOf" srcId="{DCEB9F92-F56A-4BFE-A1E2-3CA47AEAA5C6}" destId="{9A78E6F5-CEC5-494D-AF45-E4C7AF8D11F8}" srcOrd="0" destOrd="0" presId="urn:microsoft.com/office/officeart/2018/5/layout/CenteredIconLabelDescriptionList"/>
    <dgm:cxn modelId="{DA38958A-1BE7-41EA-AB28-EEBB45F0AE8B}" type="presOf" srcId="{D62FD8F8-B41C-46F2-84B8-791E96900018}" destId="{BB2456DE-BB5A-498C-B074-0189AC8FBE1F}" srcOrd="0" destOrd="1" presId="urn:microsoft.com/office/officeart/2018/5/layout/CenteredIconLabelDescriptionList"/>
    <dgm:cxn modelId="{E5E8F690-CD32-4536-8291-BB4B5C0535CB}" type="presOf" srcId="{974775F4-03F2-430E-B6CC-52E4C67516ED}" destId="{9FFAAFE0-16B5-4D26-B474-D0464748D8BC}" srcOrd="0" destOrd="0" presId="urn:microsoft.com/office/officeart/2018/5/layout/CenteredIconLabelDescriptionList"/>
    <dgm:cxn modelId="{A42DCA92-D2AE-4869-82E1-45A2136FB1BE}" type="presOf" srcId="{DB5CF8E0-C282-4217-8CBC-460CB995A2FA}" destId="{41182BA3-0C36-4880-9A82-A2BFDE4C2298}" srcOrd="0" destOrd="0" presId="urn:microsoft.com/office/officeart/2018/5/layout/CenteredIconLabelDescriptionList"/>
    <dgm:cxn modelId="{260F66AE-AF3F-43BB-83F3-13619E4508E9}" srcId="{DCEB9F92-F56A-4BFE-A1E2-3CA47AEAA5C6}" destId="{CCEB6410-CE27-4619-8ED8-56FB12B04445}" srcOrd="1" destOrd="0" parTransId="{12EAC5AC-86A8-4FD7-9789-D36A7D9CC213}" sibTransId="{512BE9E5-48C8-4AA3-BAEF-8AB00541AFEE}"/>
    <dgm:cxn modelId="{FC0849B5-E339-4AA1-85F3-84D80DFE7A71}" srcId="{23C65455-7309-43A1-B6F2-7C391E235621}" destId="{D62FD8F8-B41C-46F2-84B8-791E96900018}" srcOrd="1" destOrd="0" parTransId="{8BCBAB53-2962-457A-908E-C84A88D3FE2D}" sibTransId="{46811430-3BE7-4797-82B5-5E969945B033}"/>
    <dgm:cxn modelId="{0CF2AEBC-7319-4928-9A27-09D3A534821A}" srcId="{DCEB9F92-F56A-4BFE-A1E2-3CA47AEAA5C6}" destId="{6E76438A-71FC-44FE-8801-46453B48D23B}" srcOrd="2" destOrd="0" parTransId="{483721F9-C3AF-4A50-9298-43B54486FB7F}" sibTransId="{DBDF5880-B57A-43E3-9449-A6B7C02C4D12}"/>
    <dgm:cxn modelId="{8952B8CA-AE34-47AB-80A8-48684B4BFA7E}" srcId="{CCEB6410-CE27-4619-8ED8-56FB12B04445}" destId="{DB5CF8E0-C282-4217-8CBC-460CB995A2FA}" srcOrd="0" destOrd="0" parTransId="{C6D3EE05-B735-4BE5-80A1-F82BC0521135}" sibTransId="{94AEDB07-4464-498E-8E84-DF5CB32E31C1}"/>
    <dgm:cxn modelId="{1BD7D2D1-7C46-4D57-9D11-0518604539C0}" type="presOf" srcId="{5D26C1F2-A17E-4C20-882C-2D6C7F999D50}" destId="{9FFAAFE0-16B5-4D26-B474-D0464748D8BC}" srcOrd="0" destOrd="1" presId="urn:microsoft.com/office/officeart/2018/5/layout/CenteredIconLabelDescriptionList"/>
    <dgm:cxn modelId="{D9E284D3-141B-4B24-A177-BA6BF64C8EB3}" srcId="{6E76438A-71FC-44FE-8801-46453B48D23B}" destId="{974775F4-03F2-430E-B6CC-52E4C67516ED}" srcOrd="0" destOrd="0" parTransId="{F637FCDE-727D-445E-A552-B71AFC03E17F}" sibTransId="{4930A4E8-675F-413E-BEF6-5DF058423D19}"/>
    <dgm:cxn modelId="{1A320505-D118-4E4F-B93C-6DF3E776057E}" type="presParOf" srcId="{9A78E6F5-CEC5-494D-AF45-E4C7AF8D11F8}" destId="{18999430-E6E6-45A0-A7D0-3BF05289FE66}" srcOrd="0" destOrd="0" presId="urn:microsoft.com/office/officeart/2018/5/layout/CenteredIconLabelDescriptionList"/>
    <dgm:cxn modelId="{4AE5F07C-918C-4C33-AE59-3F47830CF761}" type="presParOf" srcId="{18999430-E6E6-45A0-A7D0-3BF05289FE66}" destId="{54A5FBCC-CB48-4275-97D0-1B2E3D13545B}" srcOrd="0" destOrd="0" presId="urn:microsoft.com/office/officeart/2018/5/layout/CenteredIconLabelDescriptionList"/>
    <dgm:cxn modelId="{6CDED736-D9F0-490E-8134-74C931CAB705}" type="presParOf" srcId="{18999430-E6E6-45A0-A7D0-3BF05289FE66}" destId="{34293BEB-8337-4DEA-ABE8-B6BC8280EFC6}" srcOrd="1" destOrd="0" presId="urn:microsoft.com/office/officeart/2018/5/layout/CenteredIconLabelDescriptionList"/>
    <dgm:cxn modelId="{E5CDFC72-A823-4961-A179-81D0F67398B4}" type="presParOf" srcId="{18999430-E6E6-45A0-A7D0-3BF05289FE66}" destId="{A0DC58AC-B0ED-4B8A-96AC-4EA6C2FBD625}" srcOrd="2" destOrd="0" presId="urn:microsoft.com/office/officeart/2018/5/layout/CenteredIconLabelDescriptionList"/>
    <dgm:cxn modelId="{EE3B4FCA-731A-4A3E-BB1A-1ACAC57743B4}" type="presParOf" srcId="{18999430-E6E6-45A0-A7D0-3BF05289FE66}" destId="{8D51A560-35B5-4961-BAE7-2642E8664A96}" srcOrd="3" destOrd="0" presId="urn:microsoft.com/office/officeart/2018/5/layout/CenteredIconLabelDescriptionList"/>
    <dgm:cxn modelId="{ADCF7740-BA9A-4873-BE64-DC7B53190572}" type="presParOf" srcId="{18999430-E6E6-45A0-A7D0-3BF05289FE66}" destId="{BB2456DE-BB5A-498C-B074-0189AC8FBE1F}" srcOrd="4" destOrd="0" presId="urn:microsoft.com/office/officeart/2018/5/layout/CenteredIconLabelDescriptionList"/>
    <dgm:cxn modelId="{472DE58F-2899-405E-9837-F63BAE25605B}" type="presParOf" srcId="{9A78E6F5-CEC5-494D-AF45-E4C7AF8D11F8}" destId="{BCF601AB-251D-4D79-AF26-9F8155BC6B60}" srcOrd="1" destOrd="0" presId="urn:microsoft.com/office/officeart/2018/5/layout/CenteredIconLabelDescriptionList"/>
    <dgm:cxn modelId="{5347506C-301D-4684-9EAD-09F8FCCADE3A}" type="presParOf" srcId="{9A78E6F5-CEC5-494D-AF45-E4C7AF8D11F8}" destId="{2B22361F-85FE-4B91-A1FC-B6E28B3E05FB}" srcOrd="2" destOrd="0" presId="urn:microsoft.com/office/officeart/2018/5/layout/CenteredIconLabelDescriptionList"/>
    <dgm:cxn modelId="{B99834B3-8D0A-4B8E-AAA8-590170D8B744}" type="presParOf" srcId="{2B22361F-85FE-4B91-A1FC-B6E28B3E05FB}" destId="{27BBD595-68C5-4BAF-A010-18D457C358A1}" srcOrd="0" destOrd="0" presId="urn:microsoft.com/office/officeart/2018/5/layout/CenteredIconLabelDescriptionList"/>
    <dgm:cxn modelId="{AC5A9B5B-17FE-44E2-A27F-750903F89B21}" type="presParOf" srcId="{2B22361F-85FE-4B91-A1FC-B6E28B3E05FB}" destId="{B4E3D70C-BCCA-47DE-9790-19759CACD157}" srcOrd="1" destOrd="0" presId="urn:microsoft.com/office/officeart/2018/5/layout/CenteredIconLabelDescriptionList"/>
    <dgm:cxn modelId="{633B67AD-5285-421F-9EA5-83071DABC57D}" type="presParOf" srcId="{2B22361F-85FE-4B91-A1FC-B6E28B3E05FB}" destId="{4FF37BED-A0EF-4FC7-9A7E-0394D39C517B}" srcOrd="2" destOrd="0" presId="urn:microsoft.com/office/officeart/2018/5/layout/CenteredIconLabelDescriptionList"/>
    <dgm:cxn modelId="{CFD7FCBA-26D3-49FE-BF0B-335D3FB546E8}" type="presParOf" srcId="{2B22361F-85FE-4B91-A1FC-B6E28B3E05FB}" destId="{63BABA3D-4AF8-4C0F-8A06-0CD48C66AD5D}" srcOrd="3" destOrd="0" presId="urn:microsoft.com/office/officeart/2018/5/layout/CenteredIconLabelDescriptionList"/>
    <dgm:cxn modelId="{7A44E8ED-5075-44E7-A9C3-04B6CCC9E7C5}" type="presParOf" srcId="{2B22361F-85FE-4B91-A1FC-B6E28B3E05FB}" destId="{41182BA3-0C36-4880-9A82-A2BFDE4C2298}" srcOrd="4" destOrd="0" presId="urn:microsoft.com/office/officeart/2018/5/layout/CenteredIconLabelDescriptionList"/>
    <dgm:cxn modelId="{C1D92564-180E-4716-84C7-BA5D8E40E916}" type="presParOf" srcId="{9A78E6F5-CEC5-494D-AF45-E4C7AF8D11F8}" destId="{DA927B75-11EC-4C87-BB54-53D221529D9F}" srcOrd="3" destOrd="0" presId="urn:microsoft.com/office/officeart/2018/5/layout/CenteredIconLabelDescriptionList"/>
    <dgm:cxn modelId="{4B6718EA-642F-4894-98FE-067B4ACEB92B}" type="presParOf" srcId="{9A78E6F5-CEC5-494D-AF45-E4C7AF8D11F8}" destId="{F7840A14-1D3E-42E6-BD7B-F3D47D7F52FF}" srcOrd="4" destOrd="0" presId="urn:microsoft.com/office/officeart/2018/5/layout/CenteredIconLabelDescriptionList"/>
    <dgm:cxn modelId="{BD4A4C14-5326-413D-B3F5-7FD4912FBA13}" type="presParOf" srcId="{F7840A14-1D3E-42E6-BD7B-F3D47D7F52FF}" destId="{137CA8BA-E99A-44FA-B194-8CB64BC8DAD1}" srcOrd="0" destOrd="0" presId="urn:microsoft.com/office/officeart/2018/5/layout/CenteredIconLabelDescriptionList"/>
    <dgm:cxn modelId="{E78A1BCE-69E3-4F64-9D70-0E026B6C684E}" type="presParOf" srcId="{F7840A14-1D3E-42E6-BD7B-F3D47D7F52FF}" destId="{3D417D00-10EB-4517-97FD-C1B74796DA8C}" srcOrd="1" destOrd="0" presId="urn:microsoft.com/office/officeart/2018/5/layout/CenteredIconLabelDescriptionList"/>
    <dgm:cxn modelId="{6BBF0368-2DA6-4F91-9792-642E5A18D485}" type="presParOf" srcId="{F7840A14-1D3E-42E6-BD7B-F3D47D7F52FF}" destId="{355EF8EE-D31C-4010-A4C6-3BFFD6199799}" srcOrd="2" destOrd="0" presId="urn:microsoft.com/office/officeart/2018/5/layout/CenteredIconLabelDescriptionList"/>
    <dgm:cxn modelId="{BA80B26D-20DD-462B-9BA0-2DA6ACBFE26C}" type="presParOf" srcId="{F7840A14-1D3E-42E6-BD7B-F3D47D7F52FF}" destId="{2AEC46F0-935A-4FE0-A44C-18CC0091F847}" srcOrd="3" destOrd="0" presId="urn:microsoft.com/office/officeart/2018/5/layout/CenteredIconLabelDescriptionList"/>
    <dgm:cxn modelId="{FA1599D2-52A0-4F4F-8EBE-3ABC52E0CEFD}" type="presParOf" srcId="{F7840A14-1D3E-42E6-BD7B-F3D47D7F52FF}" destId="{9FFAAFE0-16B5-4D26-B474-D0464748D8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85ED0EE2-C965-402C-B459-E13E0CAD5E0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A69402-BB7A-46A6-9A29-7F4157A74B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Gabriel used the first bitcoin address</a:t>
          </a:r>
          <a:r>
            <a:rPr lang="tr-TR" dirty="0"/>
            <a:t> </a:t>
          </a:r>
          <a:r>
            <a:rPr lang="en-US" dirty="0"/>
            <a:t>generated by his </a:t>
          </a:r>
          <a:r>
            <a:rPr lang="en-US" dirty="0" err="1"/>
            <a:t>Trezor</a:t>
          </a:r>
          <a:r>
            <a:rPr lang="en-US" dirty="0"/>
            <a:t> device </a:t>
          </a:r>
        </a:p>
      </dgm:t>
    </dgm:pt>
    <dgm:pt modelId="{8B1B7E67-24F3-4182-9B75-499269A99BAF}" type="parTrans" cxnId="{01E5087E-BDDB-4C1E-9FD8-FF5F1EC7B557}">
      <dgm:prSet/>
      <dgm:spPr/>
      <dgm:t>
        <a:bodyPr/>
        <a:lstStyle/>
        <a:p>
          <a:endParaRPr lang="en-US"/>
        </a:p>
      </dgm:t>
    </dgm:pt>
    <dgm:pt modelId="{C3669757-37C4-4B79-B75D-8E9B9CF261CE}" type="sibTrans" cxnId="{01E5087E-BDDB-4C1E-9FD8-FF5F1EC7B557}">
      <dgm:prSet/>
      <dgm:spPr/>
      <dgm:t>
        <a:bodyPr/>
        <a:lstStyle/>
        <a:p>
          <a:endParaRPr lang="en-US"/>
        </a:p>
      </dgm:t>
    </dgm:pt>
    <dgm:pt modelId="{95EBD3C4-3A95-4681-9BDF-70FD3161E0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the main bitcoin</a:t>
          </a:r>
          <a:r>
            <a:rPr lang="tr-TR"/>
            <a:t> </a:t>
          </a:r>
          <a:r>
            <a:rPr lang="en-US"/>
            <a:t>address for his store. </a:t>
          </a:r>
        </a:p>
      </dgm:t>
    </dgm:pt>
    <dgm:pt modelId="{7FA0EC4F-987D-49A5-8FF1-52AAD75CB19B}" type="parTrans" cxnId="{8F72FA19-1A40-4062-A615-30E03B97BA0A}">
      <dgm:prSet/>
      <dgm:spPr/>
      <dgm:t>
        <a:bodyPr/>
        <a:lstStyle/>
        <a:p>
          <a:endParaRPr lang="en-US"/>
        </a:p>
      </dgm:t>
    </dgm:pt>
    <dgm:pt modelId="{A0B84C9F-172D-42C0-A57B-1EF29C3745E1}" type="sibTrans" cxnId="{8F72FA19-1A40-4062-A615-30E03B97BA0A}">
      <dgm:prSet/>
      <dgm:spPr/>
      <dgm:t>
        <a:bodyPr/>
        <a:lstStyle/>
        <a:p>
          <a:endParaRPr lang="en-US"/>
        </a:p>
      </dgm:t>
    </dgm:pt>
    <dgm:pt modelId="{B2AA7DA0-06B6-4907-BA98-D41D659541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way, </a:t>
          </a:r>
          <a:r>
            <a:rPr lang="tr-TR" dirty="0"/>
            <a:t> </a:t>
          </a:r>
          <a:r>
            <a:rPr lang="en-US" dirty="0"/>
            <a:t>all incoming payments would be paid</a:t>
          </a:r>
        </a:p>
      </dgm:t>
    </dgm:pt>
    <dgm:pt modelId="{D2D11DB2-3A63-41BC-BA48-B227C511A1B1}" type="parTrans" cxnId="{A71D3AAA-455D-4864-A391-3AEFA842C3D1}">
      <dgm:prSet/>
      <dgm:spPr/>
      <dgm:t>
        <a:bodyPr/>
        <a:lstStyle/>
        <a:p>
          <a:endParaRPr lang="en-US"/>
        </a:p>
      </dgm:t>
    </dgm:pt>
    <dgm:pt modelId="{A27F2EC9-83AA-4584-8A21-D3B1826237B7}" type="sibTrans" cxnId="{A71D3AAA-455D-4864-A391-3AEFA842C3D1}">
      <dgm:prSet/>
      <dgm:spPr/>
      <dgm:t>
        <a:bodyPr/>
        <a:lstStyle/>
        <a:p>
          <a:endParaRPr lang="en-US"/>
        </a:p>
      </dgm:t>
    </dgm:pt>
    <dgm:pt modelId="{569355C6-65A0-4E76-A843-A4F5A4C94F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Customers would submit an order using the form</a:t>
          </a:r>
        </a:p>
      </dgm:t>
    </dgm:pt>
    <dgm:pt modelId="{6F0BCC36-FE3C-4DEF-87F3-9388204D5150}" type="parTrans" cxnId="{1A859262-346B-4C16-9D05-31490396023B}">
      <dgm:prSet/>
      <dgm:spPr/>
      <dgm:t>
        <a:bodyPr/>
        <a:lstStyle/>
        <a:p>
          <a:endParaRPr lang="en-US"/>
        </a:p>
      </dgm:t>
    </dgm:pt>
    <dgm:pt modelId="{5214AF2F-808E-4FAD-A258-9B4DA4EC803B}" type="sibTrans" cxnId="{1A859262-346B-4C16-9D05-31490396023B}">
      <dgm:prSet/>
      <dgm:spPr/>
      <dgm:t>
        <a:bodyPr/>
        <a:lstStyle/>
        <a:p>
          <a:endParaRPr lang="en-US"/>
        </a:p>
      </dgm:t>
    </dgm:pt>
    <dgm:pt modelId="{C93F380B-A7FE-43CE-ABFD-10A7656F34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triggering an email with the order details</a:t>
          </a:r>
        </a:p>
      </dgm:t>
    </dgm:pt>
    <dgm:pt modelId="{37F7D952-E6B3-47F7-ADC3-C42C0B735A92}" type="parTrans" cxnId="{50CE6694-3DCC-4407-8BDF-EC147AB58842}">
      <dgm:prSet/>
      <dgm:spPr/>
      <dgm:t>
        <a:bodyPr/>
        <a:lstStyle/>
        <a:p>
          <a:endParaRPr lang="en-US"/>
        </a:p>
      </dgm:t>
    </dgm:pt>
    <dgm:pt modelId="{B3FA1DFD-B2DF-4BF2-B9C3-6695AFF6E238}" type="sibTrans" cxnId="{50CE6694-3DCC-4407-8BDF-EC147AB58842}">
      <dgm:prSet/>
      <dgm:spPr/>
      <dgm:t>
        <a:bodyPr/>
        <a:lstStyle/>
        <a:p>
          <a:endParaRPr lang="en-US"/>
        </a:p>
      </dgm:t>
    </dgm:pt>
    <dgm:pt modelId="{5BC93055-C335-4EFB-BFED-8636A521B8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system worked well enough</a:t>
          </a:r>
        </a:p>
      </dgm:t>
    </dgm:pt>
    <dgm:pt modelId="{C2BDE890-6610-4532-B4FA-637095AB8DF3}" type="parTrans" cxnId="{E54039A2-AFC7-4693-AEDB-AD2EBD9FB4BE}">
      <dgm:prSet/>
      <dgm:spPr/>
      <dgm:t>
        <a:bodyPr/>
        <a:lstStyle/>
        <a:p>
          <a:endParaRPr lang="en-US"/>
        </a:p>
      </dgm:t>
    </dgm:pt>
    <dgm:pt modelId="{A28FD2CF-F1C6-4320-9408-EB505DC5AAA6}" type="sibTrans" cxnId="{E54039A2-AFC7-4693-AEDB-AD2EBD9FB4BE}">
      <dgm:prSet/>
      <dgm:spPr/>
      <dgm:t>
        <a:bodyPr/>
        <a:lstStyle/>
        <a:p>
          <a:endParaRPr lang="en-US"/>
        </a:p>
      </dgm:t>
    </dgm:pt>
    <dgm:pt modelId="{FFE8B372-3EF8-43CC-B062-D5C0D8435A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Address from Trezor</a:t>
          </a:r>
          <a:endParaRPr lang="en-US"/>
        </a:p>
      </dgm:t>
    </dgm:pt>
    <dgm:pt modelId="{B9816281-96D5-432B-9AE4-34F690E67A1A}" type="parTrans" cxnId="{A3F674C3-7D61-465C-AA7B-8DB89FA855D7}">
      <dgm:prSet/>
      <dgm:spPr/>
      <dgm:t>
        <a:bodyPr/>
        <a:lstStyle/>
        <a:p>
          <a:endParaRPr lang="tr-TR"/>
        </a:p>
      </dgm:t>
    </dgm:pt>
    <dgm:pt modelId="{A7A2F97F-5FEA-4394-ABC7-3272C4693AFD}" type="sibTrans" cxnId="{A3F674C3-7D61-465C-AA7B-8DB89FA855D7}">
      <dgm:prSet/>
      <dgm:spPr/>
      <dgm:t>
        <a:bodyPr/>
        <a:lstStyle/>
        <a:p>
          <a:endParaRPr lang="tr-TR"/>
        </a:p>
      </dgm:t>
    </dgm:pt>
    <dgm:pt modelId="{952BA613-072B-43BD-93AE-4756E1C379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 controlled by Trezor</a:t>
          </a:r>
          <a:endParaRPr lang="en-US"/>
        </a:p>
      </dgm:t>
    </dgm:pt>
    <dgm:pt modelId="{0F76C224-CC65-4819-AFC7-F6D142478D08}" type="parTrans" cxnId="{AB0FC662-C3ED-424E-A7B0-C48030BDEA2B}">
      <dgm:prSet/>
      <dgm:spPr/>
      <dgm:t>
        <a:bodyPr/>
        <a:lstStyle/>
        <a:p>
          <a:endParaRPr lang="tr-TR"/>
        </a:p>
      </dgm:t>
    </dgm:pt>
    <dgm:pt modelId="{264D1533-D0EC-4D2D-8250-C304330FF83E}" type="sibTrans" cxnId="{AB0FC662-C3ED-424E-A7B0-C48030BDEA2B}">
      <dgm:prSet/>
      <dgm:spPr/>
      <dgm:t>
        <a:bodyPr/>
        <a:lstStyle/>
        <a:p>
          <a:endParaRPr lang="tr-TR"/>
        </a:p>
      </dgm:t>
    </dgm:pt>
    <dgm:pt modelId="{51D61622-FB48-46C5-9BF3-D4EAB3B269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Well for Few Orders</a:t>
          </a:r>
          <a:endParaRPr lang="en-US"/>
        </a:p>
      </dgm:t>
    </dgm:pt>
    <dgm:pt modelId="{944C2D5E-5D35-43D4-BF9D-3D75D0E43B4F}" type="parTrans" cxnId="{F7AF3267-BF2D-4BBF-8395-ABE442115F0E}">
      <dgm:prSet/>
      <dgm:spPr/>
      <dgm:t>
        <a:bodyPr/>
        <a:lstStyle/>
        <a:p>
          <a:endParaRPr lang="tr-TR"/>
        </a:p>
      </dgm:t>
    </dgm:pt>
    <dgm:pt modelId="{216DDF70-895F-4E58-85F4-13F01D7D9BEA}" type="sibTrans" cxnId="{F7AF3267-BF2D-4BBF-8395-ABE442115F0E}">
      <dgm:prSet/>
      <dgm:spPr/>
      <dgm:t>
        <a:bodyPr/>
        <a:lstStyle/>
        <a:p>
          <a:endParaRPr lang="tr-TR"/>
        </a:p>
      </dgm:t>
    </dgm:pt>
    <dgm:pt modelId="{72C10EBD-505A-454D-A204-41D0CEB55F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Order Form</a:t>
          </a:r>
          <a:endParaRPr lang="en-US"/>
        </a:p>
      </dgm:t>
    </dgm:pt>
    <dgm:pt modelId="{8A9BF105-1B1F-433F-BD0D-95212535BFB4}" type="parTrans" cxnId="{2A658524-29C2-403A-8F95-DB76DBEEE0E9}">
      <dgm:prSet/>
      <dgm:spPr/>
      <dgm:t>
        <a:bodyPr/>
        <a:lstStyle/>
        <a:p>
          <a:endParaRPr lang="tr-TR"/>
        </a:p>
      </dgm:t>
    </dgm:pt>
    <dgm:pt modelId="{59E30ED3-84D5-4D9D-A567-363F99CCA625}" type="sibTrans" cxnId="{2A658524-29C2-403A-8F95-DB76DBEEE0E9}">
      <dgm:prSet/>
      <dgm:spPr/>
      <dgm:t>
        <a:bodyPr/>
        <a:lstStyle/>
        <a:p>
          <a:endParaRPr lang="tr-TR"/>
        </a:p>
      </dgm:t>
    </dgm:pt>
    <dgm:pt modelId="{83934C2A-AFAC-4ABD-976A-2CD39D7E60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an</a:t>
          </a:r>
          <a:r>
            <a:rPr lang="tr-TR" dirty="0"/>
            <a:t> </a:t>
          </a:r>
          <a:r>
            <a:rPr lang="en-US" dirty="0"/>
            <a:t>address controlled by his </a:t>
          </a:r>
          <a:r>
            <a:rPr lang="en-US" dirty="0" err="1"/>
            <a:t>Trezor</a:t>
          </a:r>
          <a:r>
            <a:rPr lang="en-US" dirty="0"/>
            <a:t> hardware wallet.</a:t>
          </a:r>
        </a:p>
      </dgm:t>
    </dgm:pt>
    <dgm:pt modelId="{83D610C3-4E45-4C88-A3EE-B5D46F2EFE1E}" type="parTrans" cxnId="{F3C42BF3-6845-4A8E-BA9D-F67EE1A53F0F}">
      <dgm:prSet/>
      <dgm:spPr/>
      <dgm:t>
        <a:bodyPr/>
        <a:lstStyle/>
        <a:p>
          <a:endParaRPr lang="tr-TR"/>
        </a:p>
      </dgm:t>
    </dgm:pt>
    <dgm:pt modelId="{1AE2D659-E58D-40AA-AF7D-B15FA2124239}" type="sibTrans" cxnId="{F3C42BF3-6845-4A8E-BA9D-F67EE1A53F0F}">
      <dgm:prSet/>
      <dgm:spPr/>
      <dgm:t>
        <a:bodyPr/>
        <a:lstStyle/>
        <a:p>
          <a:endParaRPr lang="tr-TR"/>
        </a:p>
      </dgm:t>
    </dgm:pt>
    <dgm:pt modelId="{E0E8AE1D-C86C-4531-805D-7A7ABFA719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send payment to Gabriel’s</a:t>
          </a:r>
          <a:r>
            <a:rPr lang="tr-TR" dirty="0"/>
            <a:t> </a:t>
          </a:r>
          <a:r>
            <a:rPr lang="en-US" dirty="0"/>
            <a:t>published bitcoin address</a:t>
          </a:r>
        </a:p>
      </dgm:t>
    </dgm:pt>
    <dgm:pt modelId="{A28CE4B8-09CC-4353-A2EF-083F9DD45A3B}" type="parTrans" cxnId="{9594433C-E4C0-41AC-B5BA-42E55F6E4518}">
      <dgm:prSet/>
      <dgm:spPr/>
      <dgm:t>
        <a:bodyPr/>
        <a:lstStyle/>
        <a:p>
          <a:endParaRPr lang="tr-TR"/>
        </a:p>
      </dgm:t>
    </dgm:pt>
    <dgm:pt modelId="{2B031F7E-F55E-4AC0-B42D-AB1E978D32F9}" type="sibTrans" cxnId="{9594433C-E4C0-41AC-B5BA-42E55F6E4518}">
      <dgm:prSet/>
      <dgm:spPr/>
      <dgm:t>
        <a:bodyPr/>
        <a:lstStyle/>
        <a:p>
          <a:endParaRPr lang="tr-TR"/>
        </a:p>
      </dgm:t>
    </dgm:pt>
    <dgm:pt modelId="{1CE7915A-A6EF-4C71-AA76-8747602198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Trigger Email</a:t>
          </a:r>
          <a:endParaRPr lang="en-US"/>
        </a:p>
      </dgm:t>
    </dgm:pt>
    <dgm:pt modelId="{A7BD75D8-C201-44AF-9284-94099C0136C7}" type="parTrans" cxnId="{98D11345-E789-494B-A310-B5C74B96B27D}">
      <dgm:prSet/>
      <dgm:spPr/>
      <dgm:t>
        <a:bodyPr/>
        <a:lstStyle/>
        <a:p>
          <a:endParaRPr lang="tr-TR"/>
        </a:p>
      </dgm:t>
    </dgm:pt>
    <dgm:pt modelId="{623FA7F2-601F-42CD-9810-D7FE7FCDFA31}" type="sibTrans" cxnId="{98D11345-E789-494B-A310-B5C74B96B27D}">
      <dgm:prSet/>
      <dgm:spPr/>
      <dgm:t>
        <a:bodyPr/>
        <a:lstStyle/>
        <a:p>
          <a:endParaRPr lang="tr-TR"/>
        </a:p>
      </dgm:t>
    </dgm:pt>
    <dgm:pt modelId="{4D78647C-EEF2-421E-9FAC-DD66AAE3EA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Gabriel to</a:t>
          </a:r>
          <a:r>
            <a:rPr lang="tr-TR" dirty="0"/>
            <a:t> </a:t>
          </a:r>
          <a:r>
            <a:rPr lang="en-US" dirty="0"/>
            <a:t>process. </a:t>
          </a:r>
        </a:p>
      </dgm:t>
    </dgm:pt>
    <dgm:pt modelId="{ECD2B7C9-839A-4A5B-AF2E-495204D95FFD}" type="parTrans" cxnId="{C82B118E-472C-42B0-8EDF-562611EE050A}">
      <dgm:prSet/>
      <dgm:spPr/>
      <dgm:t>
        <a:bodyPr/>
        <a:lstStyle/>
        <a:p>
          <a:endParaRPr lang="en-US"/>
        </a:p>
      </dgm:t>
    </dgm:pt>
    <dgm:pt modelId="{7A0DDAA1-DD0A-4F19-ACFE-C74F15EB9CC0}" type="sibTrans" cxnId="{C82B118E-472C-42B0-8EDF-562611EE050A}">
      <dgm:prSet/>
      <dgm:spPr/>
      <dgm:t>
        <a:bodyPr/>
        <a:lstStyle/>
        <a:p>
          <a:endParaRPr lang="en-US"/>
        </a:p>
      </dgm:t>
    </dgm:pt>
    <dgm:pt modelId="{E756D547-AD11-459D-A3E6-4F979FCA41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just a few orders each week</a:t>
          </a:r>
        </a:p>
      </dgm:t>
    </dgm:pt>
    <dgm:pt modelId="{7330DE62-A608-44FE-B45F-1A5C5A0B3193}" type="parTrans" cxnId="{79F4CA05-C9A4-4A93-B529-068190825EC5}">
      <dgm:prSet/>
      <dgm:spPr/>
    </dgm:pt>
    <dgm:pt modelId="{6AA607C7-3165-4C21-B11E-68439942FAD0}" type="sibTrans" cxnId="{79F4CA05-C9A4-4A93-B529-068190825EC5}">
      <dgm:prSet/>
      <dgm:spPr/>
    </dgm:pt>
    <dgm:pt modelId="{90BC7FEF-2440-4BD3-B3A3-6024A1B1BD3C}" type="pres">
      <dgm:prSet presAssocID="{85ED0EE2-C965-402C-B459-E13E0CAD5E02}" presName="root" presStyleCnt="0">
        <dgm:presLayoutVars>
          <dgm:dir/>
          <dgm:resizeHandles val="exact"/>
        </dgm:presLayoutVars>
      </dgm:prSet>
      <dgm:spPr/>
    </dgm:pt>
    <dgm:pt modelId="{A3B7540C-A1C0-4C71-92F0-483501F5F8B3}" type="pres">
      <dgm:prSet presAssocID="{FFE8B372-3EF8-43CC-B062-D5C0D8435A20}" presName="compNode" presStyleCnt="0"/>
      <dgm:spPr/>
    </dgm:pt>
    <dgm:pt modelId="{79CBFB2B-A7F2-4247-9C07-D3F05E4B4CA5}" type="pres">
      <dgm:prSet presAssocID="{FFE8B372-3EF8-43CC-B062-D5C0D8435A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E747DDF-D418-44EA-A517-0239F73A45D4}" type="pres">
      <dgm:prSet presAssocID="{FFE8B372-3EF8-43CC-B062-D5C0D8435A20}" presName="iconSpace" presStyleCnt="0"/>
      <dgm:spPr/>
    </dgm:pt>
    <dgm:pt modelId="{8A1F8DCA-8226-4E4B-9998-1C9E773B672B}" type="pres">
      <dgm:prSet presAssocID="{FFE8B372-3EF8-43CC-B062-D5C0D8435A20}" presName="parTx" presStyleLbl="revTx" presStyleIdx="0" presStyleCnt="10">
        <dgm:presLayoutVars>
          <dgm:chMax val="0"/>
          <dgm:chPref val="0"/>
        </dgm:presLayoutVars>
      </dgm:prSet>
      <dgm:spPr/>
    </dgm:pt>
    <dgm:pt modelId="{F2FCF7F2-819D-498D-AF69-65DD22D7115E}" type="pres">
      <dgm:prSet presAssocID="{FFE8B372-3EF8-43CC-B062-D5C0D8435A20}" presName="txSpace" presStyleCnt="0"/>
      <dgm:spPr/>
    </dgm:pt>
    <dgm:pt modelId="{61B7D4CA-FBCC-4C09-ACD0-A388EADA8863}" type="pres">
      <dgm:prSet presAssocID="{FFE8B372-3EF8-43CC-B062-D5C0D8435A20}" presName="desTx" presStyleLbl="revTx" presStyleIdx="1" presStyleCnt="10">
        <dgm:presLayoutVars/>
      </dgm:prSet>
      <dgm:spPr/>
    </dgm:pt>
    <dgm:pt modelId="{1B8B4054-E694-4165-9996-B8DDE350E448}" type="pres">
      <dgm:prSet presAssocID="{A7A2F97F-5FEA-4394-ABC7-3272C4693AFD}" presName="sibTrans" presStyleCnt="0"/>
      <dgm:spPr/>
    </dgm:pt>
    <dgm:pt modelId="{CD4C849D-69EA-493C-A5E7-933DA15D48B9}" type="pres">
      <dgm:prSet presAssocID="{952BA613-072B-43BD-93AE-4756E1C37975}" presName="compNode" presStyleCnt="0"/>
      <dgm:spPr/>
    </dgm:pt>
    <dgm:pt modelId="{65B279DA-5A6E-40C6-90E0-2A40952E22CF}" type="pres">
      <dgm:prSet presAssocID="{952BA613-072B-43BD-93AE-4756E1C3797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60CC3683-E5A4-4947-8247-8077CE01865E}" type="pres">
      <dgm:prSet presAssocID="{952BA613-072B-43BD-93AE-4756E1C37975}" presName="iconSpace" presStyleCnt="0"/>
      <dgm:spPr/>
    </dgm:pt>
    <dgm:pt modelId="{2CCEA1F3-8CAE-441A-BB1B-7D1A3DEC2968}" type="pres">
      <dgm:prSet presAssocID="{952BA613-072B-43BD-93AE-4756E1C37975}" presName="parTx" presStyleLbl="revTx" presStyleIdx="2" presStyleCnt="10">
        <dgm:presLayoutVars>
          <dgm:chMax val="0"/>
          <dgm:chPref val="0"/>
        </dgm:presLayoutVars>
      </dgm:prSet>
      <dgm:spPr/>
    </dgm:pt>
    <dgm:pt modelId="{78DF24AD-E979-45C3-BCEF-2169AAEBA7B2}" type="pres">
      <dgm:prSet presAssocID="{952BA613-072B-43BD-93AE-4756E1C37975}" presName="txSpace" presStyleCnt="0"/>
      <dgm:spPr/>
    </dgm:pt>
    <dgm:pt modelId="{075F784E-FF49-418C-B8BB-15A91D88A817}" type="pres">
      <dgm:prSet presAssocID="{952BA613-072B-43BD-93AE-4756E1C37975}" presName="desTx" presStyleLbl="revTx" presStyleIdx="3" presStyleCnt="10">
        <dgm:presLayoutVars/>
      </dgm:prSet>
      <dgm:spPr/>
    </dgm:pt>
    <dgm:pt modelId="{381F2BE0-1180-4167-819D-C5E3E42CD1EE}" type="pres">
      <dgm:prSet presAssocID="{264D1533-D0EC-4D2D-8250-C304330FF83E}" presName="sibTrans" presStyleCnt="0"/>
      <dgm:spPr/>
    </dgm:pt>
    <dgm:pt modelId="{75A2B6E3-2718-4DC5-8DDB-8785216D5017}" type="pres">
      <dgm:prSet presAssocID="{72C10EBD-505A-454D-A204-41D0CEB55F75}" presName="compNode" presStyleCnt="0"/>
      <dgm:spPr/>
    </dgm:pt>
    <dgm:pt modelId="{77F23D25-7062-4AAC-AD72-4F4EB1226A0B}" type="pres">
      <dgm:prSet presAssocID="{72C10EBD-505A-454D-A204-41D0CEB55F7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rveyBalls10"/>
        </a:ext>
      </dgm:extLst>
    </dgm:pt>
    <dgm:pt modelId="{86ECE5FC-13F9-48C5-97A7-476049C789AE}" type="pres">
      <dgm:prSet presAssocID="{72C10EBD-505A-454D-A204-41D0CEB55F75}" presName="iconSpace" presStyleCnt="0"/>
      <dgm:spPr/>
    </dgm:pt>
    <dgm:pt modelId="{C8FC6F9F-55A7-46CE-B105-F4F077ED5CAB}" type="pres">
      <dgm:prSet presAssocID="{72C10EBD-505A-454D-A204-41D0CEB55F75}" presName="parTx" presStyleLbl="revTx" presStyleIdx="4" presStyleCnt="10">
        <dgm:presLayoutVars>
          <dgm:chMax val="0"/>
          <dgm:chPref val="0"/>
        </dgm:presLayoutVars>
      </dgm:prSet>
      <dgm:spPr/>
    </dgm:pt>
    <dgm:pt modelId="{4C46A21A-DC4A-4DFB-B04F-09918E28E479}" type="pres">
      <dgm:prSet presAssocID="{72C10EBD-505A-454D-A204-41D0CEB55F75}" presName="txSpace" presStyleCnt="0"/>
      <dgm:spPr/>
    </dgm:pt>
    <dgm:pt modelId="{F100B93F-7764-43D8-A25C-7DD480FD83A5}" type="pres">
      <dgm:prSet presAssocID="{72C10EBD-505A-454D-A204-41D0CEB55F75}" presName="desTx" presStyleLbl="revTx" presStyleIdx="5" presStyleCnt="10">
        <dgm:presLayoutVars/>
      </dgm:prSet>
      <dgm:spPr/>
    </dgm:pt>
    <dgm:pt modelId="{6225FF3E-6A7F-49A1-98F3-5F5A772B88DC}" type="pres">
      <dgm:prSet presAssocID="{59E30ED3-84D5-4D9D-A567-363F99CCA625}" presName="sibTrans" presStyleCnt="0"/>
      <dgm:spPr/>
    </dgm:pt>
    <dgm:pt modelId="{8DC6FD5C-481C-418A-8150-6070975C8BC9}" type="pres">
      <dgm:prSet presAssocID="{1CE7915A-A6EF-4C71-AA76-874760219840}" presName="compNode" presStyleCnt="0"/>
      <dgm:spPr/>
    </dgm:pt>
    <dgm:pt modelId="{179C3B78-119C-4779-87CD-0D04C35CC70A}" type="pres">
      <dgm:prSet presAssocID="{1CE7915A-A6EF-4C71-AA76-87476021984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F23890E-B2F4-4047-B4BD-07ECC268277C}" type="pres">
      <dgm:prSet presAssocID="{1CE7915A-A6EF-4C71-AA76-874760219840}" presName="iconSpace" presStyleCnt="0"/>
      <dgm:spPr/>
    </dgm:pt>
    <dgm:pt modelId="{C4F372D5-E203-4BC3-8DED-13B67D265488}" type="pres">
      <dgm:prSet presAssocID="{1CE7915A-A6EF-4C71-AA76-874760219840}" presName="parTx" presStyleLbl="revTx" presStyleIdx="6" presStyleCnt="10">
        <dgm:presLayoutVars>
          <dgm:chMax val="0"/>
          <dgm:chPref val="0"/>
        </dgm:presLayoutVars>
      </dgm:prSet>
      <dgm:spPr/>
    </dgm:pt>
    <dgm:pt modelId="{E0B955FC-9A51-4D4E-AA07-313B28702286}" type="pres">
      <dgm:prSet presAssocID="{1CE7915A-A6EF-4C71-AA76-874760219840}" presName="txSpace" presStyleCnt="0"/>
      <dgm:spPr/>
    </dgm:pt>
    <dgm:pt modelId="{88D4543A-DAA3-4C21-9FBA-27E079EAEDEA}" type="pres">
      <dgm:prSet presAssocID="{1CE7915A-A6EF-4C71-AA76-874760219840}" presName="desTx" presStyleLbl="revTx" presStyleIdx="7" presStyleCnt="10">
        <dgm:presLayoutVars/>
      </dgm:prSet>
      <dgm:spPr/>
    </dgm:pt>
    <dgm:pt modelId="{A6589A3D-0BBC-4F80-B9B1-2DED0E271F28}" type="pres">
      <dgm:prSet presAssocID="{623FA7F2-601F-42CD-9810-D7FE7FCDFA31}" presName="sibTrans" presStyleCnt="0"/>
      <dgm:spPr/>
    </dgm:pt>
    <dgm:pt modelId="{829F56D9-4197-4D19-921B-5AD7A0BB4A31}" type="pres">
      <dgm:prSet presAssocID="{51D61622-FB48-46C5-9BF3-D4EAB3B2696E}" presName="compNode" presStyleCnt="0"/>
      <dgm:spPr/>
    </dgm:pt>
    <dgm:pt modelId="{C19CA19C-FE77-4ED6-8C61-16587241D0A7}" type="pres">
      <dgm:prSet presAssocID="{51D61622-FB48-46C5-9BF3-D4EAB3B269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FBE74342-621F-44B5-AF8B-97E62352F3D1}" type="pres">
      <dgm:prSet presAssocID="{51D61622-FB48-46C5-9BF3-D4EAB3B2696E}" presName="iconSpace" presStyleCnt="0"/>
      <dgm:spPr/>
    </dgm:pt>
    <dgm:pt modelId="{F45DCDB5-74F4-45C8-93B1-210D05D3B16A}" type="pres">
      <dgm:prSet presAssocID="{51D61622-FB48-46C5-9BF3-D4EAB3B2696E}" presName="parTx" presStyleLbl="revTx" presStyleIdx="8" presStyleCnt="10">
        <dgm:presLayoutVars>
          <dgm:chMax val="0"/>
          <dgm:chPref val="0"/>
        </dgm:presLayoutVars>
      </dgm:prSet>
      <dgm:spPr/>
    </dgm:pt>
    <dgm:pt modelId="{934DBB82-DBB0-464B-8AB2-3B7476A7DF75}" type="pres">
      <dgm:prSet presAssocID="{51D61622-FB48-46C5-9BF3-D4EAB3B2696E}" presName="txSpace" presStyleCnt="0"/>
      <dgm:spPr/>
    </dgm:pt>
    <dgm:pt modelId="{2D352AC2-D2A0-4EE9-9537-39C51AF6479E}" type="pres">
      <dgm:prSet presAssocID="{51D61622-FB48-46C5-9BF3-D4EAB3B2696E}" presName="desTx" presStyleLbl="revTx" presStyleIdx="9" presStyleCnt="10">
        <dgm:presLayoutVars/>
      </dgm:prSet>
      <dgm:spPr/>
    </dgm:pt>
  </dgm:ptLst>
  <dgm:cxnLst>
    <dgm:cxn modelId="{79F4CA05-C9A4-4A93-B529-068190825EC5}" srcId="{51D61622-FB48-46C5-9BF3-D4EAB3B2696E}" destId="{E756D547-AD11-459D-A3E6-4F979FCA41DD}" srcOrd="1" destOrd="0" parTransId="{7330DE62-A608-44FE-B45F-1A5C5A0B3193}" sibTransId="{6AA607C7-3165-4C21-B11E-68439942FAD0}"/>
    <dgm:cxn modelId="{8F72FA19-1A40-4062-A615-30E03B97BA0A}" srcId="{FFE8B372-3EF8-43CC-B062-D5C0D8435A20}" destId="{95EBD3C4-3A95-4681-9BDF-70FD3161E09D}" srcOrd="1" destOrd="0" parTransId="{7FA0EC4F-987D-49A5-8FF1-52AAD75CB19B}" sibTransId="{A0B84C9F-172D-42C0-A57B-1EF29C3745E1}"/>
    <dgm:cxn modelId="{2A658524-29C2-403A-8F95-DB76DBEEE0E9}" srcId="{85ED0EE2-C965-402C-B459-E13E0CAD5E02}" destId="{72C10EBD-505A-454D-A204-41D0CEB55F75}" srcOrd="2" destOrd="0" parTransId="{8A9BF105-1B1F-433F-BD0D-95212535BFB4}" sibTransId="{59E30ED3-84D5-4D9D-A567-363F99CCA625}"/>
    <dgm:cxn modelId="{ADB7422D-994A-416E-A9FF-4645F1AF6258}" type="presOf" srcId="{83934C2A-AFAC-4ABD-976A-2CD39D7E6056}" destId="{075F784E-FF49-418C-B8BB-15A91D88A817}" srcOrd="0" destOrd="1" presId="urn:microsoft.com/office/officeart/2018/2/layout/IconLabelDescriptionList"/>
    <dgm:cxn modelId="{FA351932-088E-42C6-8D37-1EE12374F827}" type="presOf" srcId="{4D78647C-EEF2-421E-9FAC-DD66AAE3EA19}" destId="{88D4543A-DAA3-4C21-9FBA-27E079EAEDEA}" srcOrd="0" destOrd="1" presId="urn:microsoft.com/office/officeart/2018/2/layout/IconLabelDescriptionList"/>
    <dgm:cxn modelId="{AB964D36-2825-4216-8843-C381121DB788}" type="presOf" srcId="{51D61622-FB48-46C5-9BF3-D4EAB3B2696E}" destId="{F45DCDB5-74F4-45C8-93B1-210D05D3B16A}" srcOrd="0" destOrd="0" presId="urn:microsoft.com/office/officeart/2018/2/layout/IconLabelDescriptionList"/>
    <dgm:cxn modelId="{9594433C-E4C0-41AC-B5BA-42E55F6E4518}" srcId="{72C10EBD-505A-454D-A204-41D0CEB55F75}" destId="{E0E8AE1D-C86C-4531-805D-7A7ABFA7196D}" srcOrd="1" destOrd="0" parTransId="{A28CE4B8-09CC-4353-A2EF-083F9DD45A3B}" sibTransId="{2B031F7E-F55E-4AC0-B42D-AB1E978D32F9}"/>
    <dgm:cxn modelId="{1A859262-346B-4C16-9D05-31490396023B}" srcId="{72C10EBD-505A-454D-A204-41D0CEB55F75}" destId="{569355C6-65A0-4E76-A843-A4F5A4C94F5D}" srcOrd="0" destOrd="0" parTransId="{6F0BCC36-FE3C-4DEF-87F3-9388204D5150}" sibTransId="{5214AF2F-808E-4FAD-A258-9B4DA4EC803B}"/>
    <dgm:cxn modelId="{F7F89642-F177-4211-B18C-943E2F9EA904}" type="presOf" srcId="{E0E8AE1D-C86C-4531-805D-7A7ABFA7196D}" destId="{F100B93F-7764-43D8-A25C-7DD480FD83A5}" srcOrd="0" destOrd="1" presId="urn:microsoft.com/office/officeart/2018/2/layout/IconLabelDescriptionList"/>
    <dgm:cxn modelId="{AB0FC662-C3ED-424E-A7B0-C48030BDEA2B}" srcId="{85ED0EE2-C965-402C-B459-E13E0CAD5E02}" destId="{952BA613-072B-43BD-93AE-4756E1C37975}" srcOrd="1" destOrd="0" parTransId="{0F76C224-CC65-4819-AFC7-F6D142478D08}" sibTransId="{264D1533-D0EC-4D2D-8250-C304330FF83E}"/>
    <dgm:cxn modelId="{98D11345-E789-494B-A310-B5C74B96B27D}" srcId="{85ED0EE2-C965-402C-B459-E13E0CAD5E02}" destId="{1CE7915A-A6EF-4C71-AA76-874760219840}" srcOrd="3" destOrd="0" parTransId="{A7BD75D8-C201-44AF-9284-94099C0136C7}" sibTransId="{623FA7F2-601F-42CD-9810-D7FE7FCDFA31}"/>
    <dgm:cxn modelId="{F7AF3267-BF2D-4BBF-8395-ABE442115F0E}" srcId="{85ED0EE2-C965-402C-B459-E13E0CAD5E02}" destId="{51D61622-FB48-46C5-9BF3-D4EAB3B2696E}" srcOrd="4" destOrd="0" parTransId="{944C2D5E-5D35-43D4-BF9D-3D75D0E43B4F}" sibTransId="{216DDF70-895F-4E58-85F4-13F01D7D9BEA}"/>
    <dgm:cxn modelId="{1AC90C51-1EE6-4B33-A1E3-AEF1156577D0}" type="presOf" srcId="{99A69402-BB7A-46A6-9A29-7F4157A74B48}" destId="{61B7D4CA-FBCC-4C09-ACD0-A388EADA8863}" srcOrd="0" destOrd="0" presId="urn:microsoft.com/office/officeart/2018/2/layout/IconLabelDescriptionList"/>
    <dgm:cxn modelId="{99A71C56-F833-4A58-BF90-2A415AE32C73}" type="presOf" srcId="{569355C6-65A0-4E76-A843-A4F5A4C94F5D}" destId="{F100B93F-7764-43D8-A25C-7DD480FD83A5}" srcOrd="0" destOrd="0" presId="urn:microsoft.com/office/officeart/2018/2/layout/IconLabelDescriptionList"/>
    <dgm:cxn modelId="{B2C89C7A-B0FF-4830-9A07-54F39F1912D5}" type="presOf" srcId="{C93F380B-A7FE-43CE-ABFD-10A7656F34EF}" destId="{88D4543A-DAA3-4C21-9FBA-27E079EAEDEA}" srcOrd="0" destOrd="0" presId="urn:microsoft.com/office/officeart/2018/2/layout/IconLabelDescriptionList"/>
    <dgm:cxn modelId="{01E5087E-BDDB-4C1E-9FD8-FF5F1EC7B557}" srcId="{FFE8B372-3EF8-43CC-B062-D5C0D8435A20}" destId="{99A69402-BB7A-46A6-9A29-7F4157A74B48}" srcOrd="0" destOrd="0" parTransId="{8B1B7E67-24F3-4182-9B75-499269A99BAF}" sibTransId="{C3669757-37C4-4B79-B75D-8E9B9CF261CE}"/>
    <dgm:cxn modelId="{D1431B7E-2B10-4669-946C-86D10A1A2E5A}" type="presOf" srcId="{95EBD3C4-3A95-4681-9BDF-70FD3161E09D}" destId="{61B7D4CA-FBCC-4C09-ACD0-A388EADA8863}" srcOrd="0" destOrd="1" presId="urn:microsoft.com/office/officeart/2018/2/layout/IconLabelDescriptionList"/>
    <dgm:cxn modelId="{C82B118E-472C-42B0-8EDF-562611EE050A}" srcId="{1CE7915A-A6EF-4C71-AA76-874760219840}" destId="{4D78647C-EEF2-421E-9FAC-DD66AAE3EA19}" srcOrd="1" destOrd="0" parTransId="{ECD2B7C9-839A-4A5B-AF2E-495204D95FFD}" sibTransId="{7A0DDAA1-DD0A-4F19-ACFE-C74F15EB9CC0}"/>
    <dgm:cxn modelId="{50CE6694-3DCC-4407-8BDF-EC147AB58842}" srcId="{1CE7915A-A6EF-4C71-AA76-874760219840}" destId="{C93F380B-A7FE-43CE-ABFD-10A7656F34EF}" srcOrd="0" destOrd="0" parTransId="{37F7D952-E6B3-47F7-ADC3-C42C0B735A92}" sibTransId="{B3FA1DFD-B2DF-4BF2-B9C3-6695AFF6E238}"/>
    <dgm:cxn modelId="{E54039A2-AFC7-4693-AEDB-AD2EBD9FB4BE}" srcId="{51D61622-FB48-46C5-9BF3-D4EAB3B2696E}" destId="{5BC93055-C335-4EFB-BFED-8636A521B80D}" srcOrd="0" destOrd="0" parTransId="{C2BDE890-6610-4532-B4FA-637095AB8DF3}" sibTransId="{A28FD2CF-F1C6-4320-9408-EB505DC5AAA6}"/>
    <dgm:cxn modelId="{51370AA7-0F64-437B-BABC-E45192F82F00}" type="presOf" srcId="{5BC93055-C335-4EFB-BFED-8636A521B80D}" destId="{2D352AC2-D2A0-4EE9-9537-39C51AF6479E}" srcOrd="0" destOrd="0" presId="urn:microsoft.com/office/officeart/2018/2/layout/IconLabelDescriptionList"/>
    <dgm:cxn modelId="{A71D3AAA-455D-4864-A391-3AEFA842C3D1}" srcId="{952BA613-072B-43BD-93AE-4756E1C37975}" destId="{B2AA7DA0-06B6-4907-BA98-D41D65954180}" srcOrd="0" destOrd="0" parTransId="{D2D11DB2-3A63-41BC-BA48-B227C511A1B1}" sibTransId="{A27F2EC9-83AA-4584-8A21-D3B1826237B7}"/>
    <dgm:cxn modelId="{5049AFB1-2E2E-4B44-A8E9-363B72E9E076}" type="presOf" srcId="{B2AA7DA0-06B6-4907-BA98-D41D65954180}" destId="{075F784E-FF49-418C-B8BB-15A91D88A817}" srcOrd="0" destOrd="0" presId="urn:microsoft.com/office/officeart/2018/2/layout/IconLabelDescriptionList"/>
    <dgm:cxn modelId="{DB79A9BF-7EA1-4B54-8119-C8DC016B293B}" type="presOf" srcId="{952BA613-072B-43BD-93AE-4756E1C37975}" destId="{2CCEA1F3-8CAE-441A-BB1B-7D1A3DEC2968}" srcOrd="0" destOrd="0" presId="urn:microsoft.com/office/officeart/2018/2/layout/IconLabelDescriptionList"/>
    <dgm:cxn modelId="{A3F674C3-7D61-465C-AA7B-8DB89FA855D7}" srcId="{85ED0EE2-C965-402C-B459-E13E0CAD5E02}" destId="{FFE8B372-3EF8-43CC-B062-D5C0D8435A20}" srcOrd="0" destOrd="0" parTransId="{B9816281-96D5-432B-9AE4-34F690E67A1A}" sibTransId="{A7A2F97F-5FEA-4394-ABC7-3272C4693AFD}"/>
    <dgm:cxn modelId="{28AF9BC6-E3EC-4842-B759-A17D77D3E7F5}" type="presOf" srcId="{72C10EBD-505A-454D-A204-41D0CEB55F75}" destId="{C8FC6F9F-55A7-46CE-B105-F4F077ED5CAB}" srcOrd="0" destOrd="0" presId="urn:microsoft.com/office/officeart/2018/2/layout/IconLabelDescriptionList"/>
    <dgm:cxn modelId="{238E10D9-D4F2-4486-9056-4665D9932A14}" type="presOf" srcId="{85ED0EE2-C965-402C-B459-E13E0CAD5E02}" destId="{90BC7FEF-2440-4BD3-B3A3-6024A1B1BD3C}" srcOrd="0" destOrd="0" presId="urn:microsoft.com/office/officeart/2018/2/layout/IconLabelDescriptionList"/>
    <dgm:cxn modelId="{827C1BD9-8ABD-4BD2-B6BD-F3DD91440300}" type="presOf" srcId="{E756D547-AD11-459D-A3E6-4F979FCA41DD}" destId="{2D352AC2-D2A0-4EE9-9537-39C51AF6479E}" srcOrd="0" destOrd="1" presId="urn:microsoft.com/office/officeart/2018/2/layout/IconLabelDescriptionList"/>
    <dgm:cxn modelId="{E4A38FE6-3E04-4799-A1CD-A2A894E4E393}" type="presOf" srcId="{FFE8B372-3EF8-43CC-B062-D5C0D8435A20}" destId="{8A1F8DCA-8226-4E4B-9998-1C9E773B672B}" srcOrd="0" destOrd="0" presId="urn:microsoft.com/office/officeart/2018/2/layout/IconLabelDescriptionList"/>
    <dgm:cxn modelId="{8CA3C2ED-344C-44C3-92A5-741C02DF636A}" type="presOf" srcId="{1CE7915A-A6EF-4C71-AA76-874760219840}" destId="{C4F372D5-E203-4BC3-8DED-13B67D265488}" srcOrd="0" destOrd="0" presId="urn:microsoft.com/office/officeart/2018/2/layout/IconLabelDescriptionList"/>
    <dgm:cxn modelId="{F3C42BF3-6845-4A8E-BA9D-F67EE1A53F0F}" srcId="{952BA613-072B-43BD-93AE-4756E1C37975}" destId="{83934C2A-AFAC-4ABD-976A-2CD39D7E6056}" srcOrd="1" destOrd="0" parTransId="{83D610C3-4E45-4C88-A3EE-B5D46F2EFE1E}" sibTransId="{1AE2D659-E58D-40AA-AF7D-B15FA2124239}"/>
    <dgm:cxn modelId="{B2C396A0-6C38-432F-A987-EA2C7D5F4F00}" type="presParOf" srcId="{90BC7FEF-2440-4BD3-B3A3-6024A1B1BD3C}" destId="{A3B7540C-A1C0-4C71-92F0-483501F5F8B3}" srcOrd="0" destOrd="0" presId="urn:microsoft.com/office/officeart/2018/2/layout/IconLabelDescriptionList"/>
    <dgm:cxn modelId="{AD8BF77F-F844-4B70-9945-EDEB935553DD}" type="presParOf" srcId="{A3B7540C-A1C0-4C71-92F0-483501F5F8B3}" destId="{79CBFB2B-A7F2-4247-9C07-D3F05E4B4CA5}" srcOrd="0" destOrd="0" presId="urn:microsoft.com/office/officeart/2018/2/layout/IconLabelDescriptionList"/>
    <dgm:cxn modelId="{536ED5D9-5CE5-4E7A-B3CB-0E5436D6A3AA}" type="presParOf" srcId="{A3B7540C-A1C0-4C71-92F0-483501F5F8B3}" destId="{EE747DDF-D418-44EA-A517-0239F73A45D4}" srcOrd="1" destOrd="0" presId="urn:microsoft.com/office/officeart/2018/2/layout/IconLabelDescriptionList"/>
    <dgm:cxn modelId="{31907890-1146-4793-9922-583969B27407}" type="presParOf" srcId="{A3B7540C-A1C0-4C71-92F0-483501F5F8B3}" destId="{8A1F8DCA-8226-4E4B-9998-1C9E773B672B}" srcOrd="2" destOrd="0" presId="urn:microsoft.com/office/officeart/2018/2/layout/IconLabelDescriptionList"/>
    <dgm:cxn modelId="{DF7BBB80-BB9E-4FD7-8AF0-61FAB9013611}" type="presParOf" srcId="{A3B7540C-A1C0-4C71-92F0-483501F5F8B3}" destId="{F2FCF7F2-819D-498D-AF69-65DD22D7115E}" srcOrd="3" destOrd="0" presId="urn:microsoft.com/office/officeart/2018/2/layout/IconLabelDescriptionList"/>
    <dgm:cxn modelId="{73D61AE7-F44E-475C-BE93-C9A21CF1AD9C}" type="presParOf" srcId="{A3B7540C-A1C0-4C71-92F0-483501F5F8B3}" destId="{61B7D4CA-FBCC-4C09-ACD0-A388EADA8863}" srcOrd="4" destOrd="0" presId="urn:microsoft.com/office/officeart/2018/2/layout/IconLabelDescriptionList"/>
    <dgm:cxn modelId="{3145D428-D9E0-4986-88C5-9AA9AFD29CC0}" type="presParOf" srcId="{90BC7FEF-2440-4BD3-B3A3-6024A1B1BD3C}" destId="{1B8B4054-E694-4165-9996-B8DDE350E448}" srcOrd="1" destOrd="0" presId="urn:microsoft.com/office/officeart/2018/2/layout/IconLabelDescriptionList"/>
    <dgm:cxn modelId="{A45AE999-07DB-4D08-9B61-50620B162CB3}" type="presParOf" srcId="{90BC7FEF-2440-4BD3-B3A3-6024A1B1BD3C}" destId="{CD4C849D-69EA-493C-A5E7-933DA15D48B9}" srcOrd="2" destOrd="0" presId="urn:microsoft.com/office/officeart/2018/2/layout/IconLabelDescriptionList"/>
    <dgm:cxn modelId="{7D8799D6-5666-440F-84BF-702A18E34C83}" type="presParOf" srcId="{CD4C849D-69EA-493C-A5E7-933DA15D48B9}" destId="{65B279DA-5A6E-40C6-90E0-2A40952E22CF}" srcOrd="0" destOrd="0" presId="urn:microsoft.com/office/officeart/2018/2/layout/IconLabelDescriptionList"/>
    <dgm:cxn modelId="{A60A2133-E6D2-4C50-B59E-57B35BA475A8}" type="presParOf" srcId="{CD4C849D-69EA-493C-A5E7-933DA15D48B9}" destId="{60CC3683-E5A4-4947-8247-8077CE01865E}" srcOrd="1" destOrd="0" presId="urn:microsoft.com/office/officeart/2018/2/layout/IconLabelDescriptionList"/>
    <dgm:cxn modelId="{49BFAF39-28F6-458A-8C98-D7D21520970B}" type="presParOf" srcId="{CD4C849D-69EA-493C-A5E7-933DA15D48B9}" destId="{2CCEA1F3-8CAE-441A-BB1B-7D1A3DEC2968}" srcOrd="2" destOrd="0" presId="urn:microsoft.com/office/officeart/2018/2/layout/IconLabelDescriptionList"/>
    <dgm:cxn modelId="{4BCA46D1-CA63-4B27-8EBD-D788E589B55C}" type="presParOf" srcId="{CD4C849D-69EA-493C-A5E7-933DA15D48B9}" destId="{78DF24AD-E979-45C3-BCEF-2169AAEBA7B2}" srcOrd="3" destOrd="0" presId="urn:microsoft.com/office/officeart/2018/2/layout/IconLabelDescriptionList"/>
    <dgm:cxn modelId="{D2DF31BA-ACDA-455C-B615-14A9B54F8664}" type="presParOf" srcId="{CD4C849D-69EA-493C-A5E7-933DA15D48B9}" destId="{075F784E-FF49-418C-B8BB-15A91D88A817}" srcOrd="4" destOrd="0" presId="urn:microsoft.com/office/officeart/2018/2/layout/IconLabelDescriptionList"/>
    <dgm:cxn modelId="{6C7CF4AF-B736-4D8A-9855-F210CB70BFD9}" type="presParOf" srcId="{90BC7FEF-2440-4BD3-B3A3-6024A1B1BD3C}" destId="{381F2BE0-1180-4167-819D-C5E3E42CD1EE}" srcOrd="3" destOrd="0" presId="urn:microsoft.com/office/officeart/2018/2/layout/IconLabelDescriptionList"/>
    <dgm:cxn modelId="{8F958896-33ED-405D-8F67-9390D6DC4A1A}" type="presParOf" srcId="{90BC7FEF-2440-4BD3-B3A3-6024A1B1BD3C}" destId="{75A2B6E3-2718-4DC5-8DDB-8785216D5017}" srcOrd="4" destOrd="0" presId="urn:microsoft.com/office/officeart/2018/2/layout/IconLabelDescriptionList"/>
    <dgm:cxn modelId="{910BC533-7F47-44DE-A5F9-F96234266E47}" type="presParOf" srcId="{75A2B6E3-2718-4DC5-8DDB-8785216D5017}" destId="{77F23D25-7062-4AAC-AD72-4F4EB1226A0B}" srcOrd="0" destOrd="0" presId="urn:microsoft.com/office/officeart/2018/2/layout/IconLabelDescriptionList"/>
    <dgm:cxn modelId="{4A500BFE-2E75-43B8-A165-2312318112FB}" type="presParOf" srcId="{75A2B6E3-2718-4DC5-8DDB-8785216D5017}" destId="{86ECE5FC-13F9-48C5-97A7-476049C789AE}" srcOrd="1" destOrd="0" presId="urn:microsoft.com/office/officeart/2018/2/layout/IconLabelDescriptionList"/>
    <dgm:cxn modelId="{6F1322F2-59B8-4590-8DAF-B52F1C2D114E}" type="presParOf" srcId="{75A2B6E3-2718-4DC5-8DDB-8785216D5017}" destId="{C8FC6F9F-55A7-46CE-B105-F4F077ED5CAB}" srcOrd="2" destOrd="0" presId="urn:microsoft.com/office/officeart/2018/2/layout/IconLabelDescriptionList"/>
    <dgm:cxn modelId="{8BF2C849-19D5-469A-9440-C792B9E576D6}" type="presParOf" srcId="{75A2B6E3-2718-4DC5-8DDB-8785216D5017}" destId="{4C46A21A-DC4A-4DFB-B04F-09918E28E479}" srcOrd="3" destOrd="0" presId="urn:microsoft.com/office/officeart/2018/2/layout/IconLabelDescriptionList"/>
    <dgm:cxn modelId="{2EF5C765-38E5-453F-92DB-EFEA6664C662}" type="presParOf" srcId="{75A2B6E3-2718-4DC5-8DDB-8785216D5017}" destId="{F100B93F-7764-43D8-A25C-7DD480FD83A5}" srcOrd="4" destOrd="0" presId="urn:microsoft.com/office/officeart/2018/2/layout/IconLabelDescriptionList"/>
    <dgm:cxn modelId="{5F405929-4438-48B7-AD96-BFB3A3E28744}" type="presParOf" srcId="{90BC7FEF-2440-4BD3-B3A3-6024A1B1BD3C}" destId="{6225FF3E-6A7F-49A1-98F3-5F5A772B88DC}" srcOrd="5" destOrd="0" presId="urn:microsoft.com/office/officeart/2018/2/layout/IconLabelDescriptionList"/>
    <dgm:cxn modelId="{D456F26A-BC96-4284-88A0-801A1601A8C3}" type="presParOf" srcId="{90BC7FEF-2440-4BD3-B3A3-6024A1B1BD3C}" destId="{8DC6FD5C-481C-418A-8150-6070975C8BC9}" srcOrd="6" destOrd="0" presId="urn:microsoft.com/office/officeart/2018/2/layout/IconLabelDescriptionList"/>
    <dgm:cxn modelId="{CB2DD8DF-6EF2-4204-8055-0E801F2C5279}" type="presParOf" srcId="{8DC6FD5C-481C-418A-8150-6070975C8BC9}" destId="{179C3B78-119C-4779-87CD-0D04C35CC70A}" srcOrd="0" destOrd="0" presId="urn:microsoft.com/office/officeart/2018/2/layout/IconLabelDescriptionList"/>
    <dgm:cxn modelId="{44345801-55A7-4F2D-998C-9C9F53F021AB}" type="presParOf" srcId="{8DC6FD5C-481C-418A-8150-6070975C8BC9}" destId="{FF23890E-B2F4-4047-B4BD-07ECC268277C}" srcOrd="1" destOrd="0" presId="urn:microsoft.com/office/officeart/2018/2/layout/IconLabelDescriptionList"/>
    <dgm:cxn modelId="{D726FEE7-D52C-4869-A69D-B7AA6B2A3A7C}" type="presParOf" srcId="{8DC6FD5C-481C-418A-8150-6070975C8BC9}" destId="{C4F372D5-E203-4BC3-8DED-13B67D265488}" srcOrd="2" destOrd="0" presId="urn:microsoft.com/office/officeart/2018/2/layout/IconLabelDescriptionList"/>
    <dgm:cxn modelId="{C6F29F94-BABC-4AD0-B8DA-340764DEE43D}" type="presParOf" srcId="{8DC6FD5C-481C-418A-8150-6070975C8BC9}" destId="{E0B955FC-9A51-4D4E-AA07-313B28702286}" srcOrd="3" destOrd="0" presId="urn:microsoft.com/office/officeart/2018/2/layout/IconLabelDescriptionList"/>
    <dgm:cxn modelId="{FF0E7F8C-ADCC-4121-AD8E-5A56274708D8}" type="presParOf" srcId="{8DC6FD5C-481C-418A-8150-6070975C8BC9}" destId="{88D4543A-DAA3-4C21-9FBA-27E079EAEDEA}" srcOrd="4" destOrd="0" presId="urn:microsoft.com/office/officeart/2018/2/layout/IconLabelDescriptionList"/>
    <dgm:cxn modelId="{D07C7F78-EB3B-4191-B792-91480D635D54}" type="presParOf" srcId="{90BC7FEF-2440-4BD3-B3A3-6024A1B1BD3C}" destId="{A6589A3D-0BBC-4F80-B9B1-2DED0E271F28}" srcOrd="7" destOrd="0" presId="urn:microsoft.com/office/officeart/2018/2/layout/IconLabelDescriptionList"/>
    <dgm:cxn modelId="{C553547C-1223-47F7-8F9C-4B96A0EB1AF8}" type="presParOf" srcId="{90BC7FEF-2440-4BD3-B3A3-6024A1B1BD3C}" destId="{829F56D9-4197-4D19-921B-5AD7A0BB4A31}" srcOrd="8" destOrd="0" presId="urn:microsoft.com/office/officeart/2018/2/layout/IconLabelDescriptionList"/>
    <dgm:cxn modelId="{7AA7E3ED-7259-430C-8B6C-CC438546234B}" type="presParOf" srcId="{829F56D9-4197-4D19-921B-5AD7A0BB4A31}" destId="{C19CA19C-FE77-4ED6-8C61-16587241D0A7}" srcOrd="0" destOrd="0" presId="urn:microsoft.com/office/officeart/2018/2/layout/IconLabelDescriptionList"/>
    <dgm:cxn modelId="{21213755-AE7F-44CE-BF78-D8481A73B327}" type="presParOf" srcId="{829F56D9-4197-4D19-921B-5AD7A0BB4A31}" destId="{FBE74342-621F-44B5-AF8B-97E62352F3D1}" srcOrd="1" destOrd="0" presId="urn:microsoft.com/office/officeart/2018/2/layout/IconLabelDescriptionList"/>
    <dgm:cxn modelId="{85452C3E-83B4-4C94-B97A-60DD54F3A4DB}" type="presParOf" srcId="{829F56D9-4197-4D19-921B-5AD7A0BB4A31}" destId="{F45DCDB5-74F4-45C8-93B1-210D05D3B16A}" srcOrd="2" destOrd="0" presId="urn:microsoft.com/office/officeart/2018/2/layout/IconLabelDescriptionList"/>
    <dgm:cxn modelId="{7B2026BD-9EDB-47DE-A6E3-61F04A7F87D1}" type="presParOf" srcId="{829F56D9-4197-4D19-921B-5AD7A0BB4A31}" destId="{934DBB82-DBB0-464B-8AB2-3B7476A7DF75}" srcOrd="3" destOrd="0" presId="urn:microsoft.com/office/officeart/2018/2/layout/IconLabelDescriptionList"/>
    <dgm:cxn modelId="{906339FA-BCFC-453D-9055-568AACEF4F8F}" type="presParOf" srcId="{829F56D9-4197-4D19-921B-5AD7A0BB4A31}" destId="{2D352AC2-D2A0-4EE9-9537-39C51AF6479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72CA8866-2375-434A-A4B2-C15EFC5D8A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70AB88E-12E5-4112-9DC5-C958D9D56C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However, the little web store became quite successful </a:t>
          </a:r>
        </a:p>
      </dgm:t>
    </dgm:pt>
    <dgm:pt modelId="{A17ECC52-FFD7-4D85-BE99-B8CD481569B6}" type="parTrans" cxnId="{69F23FA8-CACE-4253-863B-072706B6DC56}">
      <dgm:prSet/>
      <dgm:spPr/>
      <dgm:t>
        <a:bodyPr/>
        <a:lstStyle/>
        <a:p>
          <a:endParaRPr lang="en-US" sz="2000"/>
        </a:p>
      </dgm:t>
    </dgm:pt>
    <dgm:pt modelId="{748AA2C8-43C8-47F0-BF69-7E7617B8882D}" type="sibTrans" cxnId="{69F23FA8-CACE-4253-863B-072706B6DC56}">
      <dgm:prSet/>
      <dgm:spPr/>
      <dgm:t>
        <a:bodyPr/>
        <a:lstStyle/>
        <a:p>
          <a:endParaRPr lang="en-US"/>
        </a:p>
      </dgm:t>
    </dgm:pt>
    <dgm:pt modelId="{BDEC1019-D95B-4F47-9C1A-B773C38A21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attracted many orders from</a:t>
          </a:r>
          <a:r>
            <a:rPr lang="tr-TR"/>
            <a:t> </a:t>
          </a:r>
          <a:r>
            <a:rPr lang="en-US"/>
            <a:t>the local community.</a:t>
          </a:r>
        </a:p>
      </dgm:t>
    </dgm:pt>
    <dgm:pt modelId="{4F8E4A5E-152D-47C1-97BF-1410AF725F18}" type="parTrans" cxnId="{E70C6D0D-A4E9-48A1-89B5-198D0EE3851D}">
      <dgm:prSet/>
      <dgm:spPr/>
      <dgm:t>
        <a:bodyPr/>
        <a:lstStyle/>
        <a:p>
          <a:endParaRPr lang="en-US" sz="2000"/>
        </a:p>
      </dgm:t>
    </dgm:pt>
    <dgm:pt modelId="{2C20D35F-9B02-49F5-BF03-DF2ABC4593AD}" type="sibTrans" cxnId="{E70C6D0D-A4E9-48A1-89B5-198D0EE3851D}">
      <dgm:prSet/>
      <dgm:spPr/>
      <dgm:t>
        <a:bodyPr/>
        <a:lstStyle/>
        <a:p>
          <a:endParaRPr lang="en-US"/>
        </a:p>
      </dgm:t>
    </dgm:pt>
    <dgm:pt modelId="{D41DD0C3-4AA4-4301-8305-4D51A05FF9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Soon, Gabriel was overwhelmed. </a:t>
          </a:r>
        </a:p>
      </dgm:t>
    </dgm:pt>
    <dgm:pt modelId="{EEEB1F88-84F4-42BE-922A-4047953FDE06}" type="parTrans" cxnId="{EF011E05-D078-4673-A0C2-27EFDE24950F}">
      <dgm:prSet/>
      <dgm:spPr/>
      <dgm:t>
        <a:bodyPr/>
        <a:lstStyle/>
        <a:p>
          <a:endParaRPr lang="en-US" sz="2000"/>
        </a:p>
      </dgm:t>
    </dgm:pt>
    <dgm:pt modelId="{E314E625-6822-4188-A682-C81793ABA859}" type="sibTrans" cxnId="{EF011E05-D078-4673-A0C2-27EFDE24950F}">
      <dgm:prSet/>
      <dgm:spPr/>
      <dgm:t>
        <a:bodyPr/>
        <a:lstStyle/>
        <a:p>
          <a:endParaRPr lang="en-US"/>
        </a:p>
      </dgm:t>
    </dgm:pt>
    <dgm:pt modelId="{70032A4A-5AB1-4BDB-A92D-D3F8612993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all the orders paying the</a:t>
          </a:r>
          <a:r>
            <a:rPr lang="tr-TR"/>
            <a:t> </a:t>
          </a:r>
          <a:r>
            <a:rPr lang="en-US"/>
            <a:t>same address </a:t>
          </a:r>
        </a:p>
      </dgm:t>
    </dgm:pt>
    <dgm:pt modelId="{12EB7CFE-9267-4E6C-B806-3F382FBF4735}" type="parTrans" cxnId="{BE5F6C46-F3C4-4445-872E-95E30E9BE65D}">
      <dgm:prSet/>
      <dgm:spPr/>
      <dgm:t>
        <a:bodyPr/>
        <a:lstStyle/>
        <a:p>
          <a:endParaRPr lang="en-US" sz="2000"/>
        </a:p>
      </dgm:t>
    </dgm:pt>
    <dgm:pt modelId="{2FDFC398-0252-463B-A15F-8B12FA25E85E}" type="sibTrans" cxnId="{BE5F6C46-F3C4-4445-872E-95E30E9BE65D}">
      <dgm:prSet/>
      <dgm:spPr/>
      <dgm:t>
        <a:bodyPr/>
        <a:lstStyle/>
        <a:p>
          <a:endParaRPr lang="en-US"/>
        </a:p>
      </dgm:t>
    </dgm:pt>
    <dgm:pt modelId="{5325D2E9-E06D-40C5-9F85-E5901D45E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became difficult to correctly match orders and transactions</a:t>
          </a:r>
        </a:p>
      </dgm:t>
    </dgm:pt>
    <dgm:pt modelId="{5F65BDC9-EF20-4028-8554-57F71C108EFB}" type="parTrans" cxnId="{9D759C9B-7B70-4F3D-A84E-EF223917DA09}">
      <dgm:prSet/>
      <dgm:spPr/>
      <dgm:t>
        <a:bodyPr/>
        <a:lstStyle/>
        <a:p>
          <a:endParaRPr lang="en-US" sz="2000"/>
        </a:p>
      </dgm:t>
    </dgm:pt>
    <dgm:pt modelId="{B2104830-CF29-4B9F-B8A3-53DC19DD6EDE}" type="sibTrans" cxnId="{9D759C9B-7B70-4F3D-A84E-EF223917DA09}">
      <dgm:prSet/>
      <dgm:spPr/>
      <dgm:t>
        <a:bodyPr/>
        <a:lstStyle/>
        <a:p>
          <a:endParaRPr lang="en-US"/>
        </a:p>
      </dgm:t>
    </dgm:pt>
    <dgm:pt modelId="{24A1DDB7-0DD7-4581-99F8-459E45250A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especially</a:t>
          </a:r>
          <a:r>
            <a:rPr lang="tr-TR"/>
            <a:t> </a:t>
          </a:r>
          <a:r>
            <a:rPr lang="en-US"/>
            <a:t>when multiple orders </a:t>
          </a:r>
        </a:p>
      </dgm:t>
    </dgm:pt>
    <dgm:pt modelId="{3CAC390C-D341-4722-9FA0-E71B0FBEF2EE}" type="parTrans" cxnId="{3FA12C42-720C-4708-86B7-3E3C44D9527A}">
      <dgm:prSet/>
      <dgm:spPr/>
      <dgm:t>
        <a:bodyPr/>
        <a:lstStyle/>
        <a:p>
          <a:endParaRPr lang="en-US" sz="2000"/>
        </a:p>
      </dgm:t>
    </dgm:pt>
    <dgm:pt modelId="{F80E2E76-4F2A-47F8-ADAC-BB8FC1F42980}" type="sibTrans" cxnId="{3FA12C42-720C-4708-86B7-3E3C44D9527A}">
      <dgm:prSet/>
      <dgm:spPr/>
      <dgm:t>
        <a:bodyPr/>
        <a:lstStyle/>
        <a:p>
          <a:endParaRPr lang="en-US"/>
        </a:p>
      </dgm:t>
    </dgm:pt>
    <dgm:pt modelId="{C62FF686-13C4-443A-90BC-4042121EF2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same amount came in close together.</a:t>
          </a:r>
        </a:p>
      </dgm:t>
    </dgm:pt>
    <dgm:pt modelId="{7B0FF355-1908-4654-AF22-5DE8D428CBF7}" type="parTrans" cxnId="{B95ECA7E-CD92-438C-B946-23026B2FE058}">
      <dgm:prSet/>
      <dgm:spPr/>
      <dgm:t>
        <a:bodyPr/>
        <a:lstStyle/>
        <a:p>
          <a:endParaRPr lang="en-US" sz="2000"/>
        </a:p>
      </dgm:t>
    </dgm:pt>
    <dgm:pt modelId="{1C3E536E-1161-4E7A-AF9D-F4773D0318F1}" type="sibTrans" cxnId="{B95ECA7E-CD92-438C-B946-23026B2FE058}">
      <dgm:prSet/>
      <dgm:spPr/>
      <dgm:t>
        <a:bodyPr/>
        <a:lstStyle/>
        <a:p>
          <a:endParaRPr lang="en-US"/>
        </a:p>
      </dgm:t>
    </dgm:pt>
    <dgm:pt modelId="{0BFB9C68-E1BE-49EE-A1E4-7C43DCB261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New Orders</a:t>
          </a:r>
          <a:endParaRPr lang="en-US"/>
        </a:p>
      </dgm:t>
    </dgm:pt>
    <dgm:pt modelId="{43A8FECB-1882-4FCB-BCC8-E65078D29EF0}" type="parTrans" cxnId="{D63AC1C7-9476-4F92-9099-646431CCE834}">
      <dgm:prSet/>
      <dgm:spPr/>
      <dgm:t>
        <a:bodyPr/>
        <a:lstStyle/>
        <a:p>
          <a:endParaRPr lang="tr-TR" sz="2000"/>
        </a:p>
      </dgm:t>
    </dgm:pt>
    <dgm:pt modelId="{909E8CA0-1168-4D60-B9DD-9C67E6B8BA48}" type="sibTrans" cxnId="{D63AC1C7-9476-4F92-9099-646431CCE834}">
      <dgm:prSet/>
      <dgm:spPr/>
      <dgm:t>
        <a:bodyPr/>
        <a:lstStyle/>
        <a:p>
          <a:endParaRPr lang="tr-TR"/>
        </a:p>
      </dgm:t>
    </dgm:pt>
    <dgm:pt modelId="{66115487-ABAA-4980-90E3-7ADD98161A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Too Processes</a:t>
          </a:r>
          <a:endParaRPr lang="en-US"/>
        </a:p>
      </dgm:t>
    </dgm:pt>
    <dgm:pt modelId="{ECAC45AD-787C-4B76-A559-9AB3BF2979E5}" type="parTrans" cxnId="{B4F6DFDD-5ADF-4F50-97E3-FA37C2E3C35F}">
      <dgm:prSet/>
      <dgm:spPr/>
      <dgm:t>
        <a:bodyPr/>
        <a:lstStyle/>
        <a:p>
          <a:endParaRPr lang="tr-TR" sz="2000"/>
        </a:p>
      </dgm:t>
    </dgm:pt>
    <dgm:pt modelId="{5BA50BA1-0021-4883-9B69-1B1F5FB8ACA3}" type="sibTrans" cxnId="{B4F6DFDD-5ADF-4F50-97E3-FA37C2E3C35F}">
      <dgm:prSet/>
      <dgm:spPr/>
      <dgm:t>
        <a:bodyPr/>
        <a:lstStyle/>
        <a:p>
          <a:endParaRPr lang="tr-TR"/>
        </a:p>
      </dgm:t>
    </dgm:pt>
    <dgm:pt modelId="{09829C19-700C-4A9E-9B04-D7A769D71B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Match Orders</a:t>
          </a:r>
          <a:endParaRPr lang="en-US"/>
        </a:p>
      </dgm:t>
    </dgm:pt>
    <dgm:pt modelId="{1ACDC79D-8E46-48C3-B48D-5EB78B19D32E}" type="parTrans" cxnId="{32CA3689-C26C-4A8B-B986-A61F017E1BA0}">
      <dgm:prSet/>
      <dgm:spPr/>
      <dgm:t>
        <a:bodyPr/>
        <a:lstStyle/>
        <a:p>
          <a:endParaRPr lang="tr-TR" sz="2000"/>
        </a:p>
      </dgm:t>
    </dgm:pt>
    <dgm:pt modelId="{FA4DFE78-51D4-483B-B81B-E4DCEBE4B3E4}" type="sibTrans" cxnId="{32CA3689-C26C-4A8B-B986-A61F017E1BA0}">
      <dgm:prSet/>
      <dgm:spPr/>
      <dgm:t>
        <a:bodyPr/>
        <a:lstStyle/>
        <a:p>
          <a:endParaRPr lang="tr-TR"/>
        </a:p>
      </dgm:t>
    </dgm:pt>
    <dgm:pt modelId="{9A4D0924-A1A8-48DC-95A8-AFAE6A74AA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same Amount</a:t>
          </a:r>
          <a:endParaRPr lang="en-US"/>
        </a:p>
      </dgm:t>
    </dgm:pt>
    <dgm:pt modelId="{07D5B623-2A5E-4104-BFBD-C13F00E7965A}" type="parTrans" cxnId="{0BBF3344-CF5D-46E2-918D-5E028E1AB046}">
      <dgm:prSet/>
      <dgm:spPr/>
      <dgm:t>
        <a:bodyPr/>
        <a:lstStyle/>
        <a:p>
          <a:endParaRPr lang="tr-TR" sz="2000"/>
        </a:p>
      </dgm:t>
    </dgm:pt>
    <dgm:pt modelId="{269A136B-A3CF-4BB9-BDB4-49B82D404AB9}" type="sibTrans" cxnId="{0BBF3344-CF5D-46E2-918D-5E028E1AB046}">
      <dgm:prSet/>
      <dgm:spPr/>
      <dgm:t>
        <a:bodyPr/>
        <a:lstStyle/>
        <a:p>
          <a:endParaRPr lang="tr-TR"/>
        </a:p>
      </dgm:t>
    </dgm:pt>
    <dgm:pt modelId="{2DC7F2EE-2B82-48B7-BC74-266697BAE242}" type="pres">
      <dgm:prSet presAssocID="{72CA8866-2375-434A-A4B2-C15EFC5D8A93}" presName="root" presStyleCnt="0">
        <dgm:presLayoutVars>
          <dgm:dir/>
          <dgm:resizeHandles val="exact"/>
        </dgm:presLayoutVars>
      </dgm:prSet>
      <dgm:spPr/>
    </dgm:pt>
    <dgm:pt modelId="{4058DAEE-E795-469E-8E62-B456990C77DE}" type="pres">
      <dgm:prSet presAssocID="{0BFB9C68-E1BE-49EE-A1E4-7C43DCB26115}" presName="compNode" presStyleCnt="0"/>
      <dgm:spPr/>
    </dgm:pt>
    <dgm:pt modelId="{5559B8F9-643D-4AEF-B2B0-F22060A94140}" type="pres">
      <dgm:prSet presAssocID="{0BFB9C68-E1BE-49EE-A1E4-7C43DCB2611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97EEDF22-6020-4CA5-A4E1-DB28D805E746}" type="pres">
      <dgm:prSet presAssocID="{0BFB9C68-E1BE-49EE-A1E4-7C43DCB26115}" presName="iconSpace" presStyleCnt="0"/>
      <dgm:spPr/>
    </dgm:pt>
    <dgm:pt modelId="{E7A41363-1057-489F-8EF9-3266C9E0B04E}" type="pres">
      <dgm:prSet presAssocID="{0BFB9C68-E1BE-49EE-A1E4-7C43DCB26115}" presName="parTx" presStyleLbl="revTx" presStyleIdx="0" presStyleCnt="8">
        <dgm:presLayoutVars>
          <dgm:chMax val="0"/>
          <dgm:chPref val="0"/>
        </dgm:presLayoutVars>
      </dgm:prSet>
      <dgm:spPr/>
    </dgm:pt>
    <dgm:pt modelId="{87101C13-C1FF-456F-B186-47B1CF193422}" type="pres">
      <dgm:prSet presAssocID="{0BFB9C68-E1BE-49EE-A1E4-7C43DCB26115}" presName="txSpace" presStyleCnt="0"/>
      <dgm:spPr/>
    </dgm:pt>
    <dgm:pt modelId="{E4A2B2B4-8CA3-418D-94E0-4C842FDCE978}" type="pres">
      <dgm:prSet presAssocID="{0BFB9C68-E1BE-49EE-A1E4-7C43DCB26115}" presName="desTx" presStyleLbl="revTx" presStyleIdx="1" presStyleCnt="8">
        <dgm:presLayoutVars/>
      </dgm:prSet>
      <dgm:spPr/>
    </dgm:pt>
    <dgm:pt modelId="{247296EB-BA4D-4BC1-A5AB-1873DA36462B}" type="pres">
      <dgm:prSet presAssocID="{909E8CA0-1168-4D60-B9DD-9C67E6B8BA48}" presName="sibTrans" presStyleCnt="0"/>
      <dgm:spPr/>
    </dgm:pt>
    <dgm:pt modelId="{B0B5F68C-7F62-4169-8489-0C1575E8B83B}" type="pres">
      <dgm:prSet presAssocID="{66115487-ABAA-4980-90E3-7ADD98161A78}" presName="compNode" presStyleCnt="0"/>
      <dgm:spPr/>
    </dgm:pt>
    <dgm:pt modelId="{69C25BC4-2F82-44E4-8173-93CD59492BE1}" type="pres">
      <dgm:prSet presAssocID="{66115487-ABAA-4980-90E3-7ADD98161A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C66FADFF-86E7-4A18-BFE2-3E28B714CAD9}" type="pres">
      <dgm:prSet presAssocID="{66115487-ABAA-4980-90E3-7ADD98161A78}" presName="iconSpace" presStyleCnt="0"/>
      <dgm:spPr/>
    </dgm:pt>
    <dgm:pt modelId="{D59FE654-9B6E-4C7D-9FE2-A7720A666216}" type="pres">
      <dgm:prSet presAssocID="{66115487-ABAA-4980-90E3-7ADD98161A78}" presName="parTx" presStyleLbl="revTx" presStyleIdx="2" presStyleCnt="8">
        <dgm:presLayoutVars>
          <dgm:chMax val="0"/>
          <dgm:chPref val="0"/>
        </dgm:presLayoutVars>
      </dgm:prSet>
      <dgm:spPr/>
    </dgm:pt>
    <dgm:pt modelId="{3B57C9BD-E1E8-4D9A-9A86-59DEDFB520E2}" type="pres">
      <dgm:prSet presAssocID="{66115487-ABAA-4980-90E3-7ADD98161A78}" presName="txSpace" presStyleCnt="0"/>
      <dgm:spPr/>
    </dgm:pt>
    <dgm:pt modelId="{4DAAB7F4-C850-411B-8C62-3E43A67A47A2}" type="pres">
      <dgm:prSet presAssocID="{66115487-ABAA-4980-90E3-7ADD98161A78}" presName="desTx" presStyleLbl="revTx" presStyleIdx="3" presStyleCnt="8">
        <dgm:presLayoutVars/>
      </dgm:prSet>
      <dgm:spPr/>
    </dgm:pt>
    <dgm:pt modelId="{CFB9DD24-F6E9-49AB-9090-95B639480279}" type="pres">
      <dgm:prSet presAssocID="{5BA50BA1-0021-4883-9B69-1B1F5FB8ACA3}" presName="sibTrans" presStyleCnt="0"/>
      <dgm:spPr/>
    </dgm:pt>
    <dgm:pt modelId="{FD56D254-B2CF-4C9B-91D3-B5EA30DFB9F0}" type="pres">
      <dgm:prSet presAssocID="{09829C19-700C-4A9E-9B04-D7A769D71BF5}" presName="compNode" presStyleCnt="0"/>
      <dgm:spPr/>
    </dgm:pt>
    <dgm:pt modelId="{5C95845E-A124-4049-B4E7-B58DA5189838}" type="pres">
      <dgm:prSet presAssocID="{09829C19-700C-4A9E-9B04-D7A769D71B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E63A085B-B5C1-4B34-9E70-36379607CE1B}" type="pres">
      <dgm:prSet presAssocID="{09829C19-700C-4A9E-9B04-D7A769D71BF5}" presName="iconSpace" presStyleCnt="0"/>
      <dgm:spPr/>
    </dgm:pt>
    <dgm:pt modelId="{10E89490-4681-428F-B094-20E9CFC85DC2}" type="pres">
      <dgm:prSet presAssocID="{09829C19-700C-4A9E-9B04-D7A769D71BF5}" presName="parTx" presStyleLbl="revTx" presStyleIdx="4" presStyleCnt="8">
        <dgm:presLayoutVars>
          <dgm:chMax val="0"/>
          <dgm:chPref val="0"/>
        </dgm:presLayoutVars>
      </dgm:prSet>
      <dgm:spPr/>
    </dgm:pt>
    <dgm:pt modelId="{B4427AC3-4EC4-49E8-9741-49E62E482A1B}" type="pres">
      <dgm:prSet presAssocID="{09829C19-700C-4A9E-9B04-D7A769D71BF5}" presName="txSpace" presStyleCnt="0"/>
      <dgm:spPr/>
    </dgm:pt>
    <dgm:pt modelId="{61346074-2E2B-4A5A-97AE-CB96FE123006}" type="pres">
      <dgm:prSet presAssocID="{09829C19-700C-4A9E-9B04-D7A769D71BF5}" presName="desTx" presStyleLbl="revTx" presStyleIdx="5" presStyleCnt="8">
        <dgm:presLayoutVars/>
      </dgm:prSet>
      <dgm:spPr/>
    </dgm:pt>
    <dgm:pt modelId="{0C5F79C4-B418-4911-96C5-7722FE663CA2}" type="pres">
      <dgm:prSet presAssocID="{FA4DFE78-51D4-483B-B81B-E4DCEBE4B3E4}" presName="sibTrans" presStyleCnt="0"/>
      <dgm:spPr/>
    </dgm:pt>
    <dgm:pt modelId="{86CC79B7-73DE-4DE3-949A-54FEFED51DC3}" type="pres">
      <dgm:prSet presAssocID="{9A4D0924-A1A8-48DC-95A8-AFAE6A74AAE4}" presName="compNode" presStyleCnt="0"/>
      <dgm:spPr/>
    </dgm:pt>
    <dgm:pt modelId="{6761B1D5-D196-4587-8519-9C60744F8CD9}" type="pres">
      <dgm:prSet presAssocID="{9A4D0924-A1A8-48DC-95A8-AFAE6A74AAE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0B98A1C-D876-47E0-8F22-6D422A2A5CE8}" type="pres">
      <dgm:prSet presAssocID="{9A4D0924-A1A8-48DC-95A8-AFAE6A74AAE4}" presName="iconSpace" presStyleCnt="0"/>
      <dgm:spPr/>
    </dgm:pt>
    <dgm:pt modelId="{62E7DFA5-DAA1-4507-87AB-B13AD1D1790D}" type="pres">
      <dgm:prSet presAssocID="{9A4D0924-A1A8-48DC-95A8-AFAE6A74AAE4}" presName="parTx" presStyleLbl="revTx" presStyleIdx="6" presStyleCnt="8">
        <dgm:presLayoutVars>
          <dgm:chMax val="0"/>
          <dgm:chPref val="0"/>
        </dgm:presLayoutVars>
      </dgm:prSet>
      <dgm:spPr/>
    </dgm:pt>
    <dgm:pt modelId="{E2F67D1B-B80B-459A-BBD1-E479F14B8876}" type="pres">
      <dgm:prSet presAssocID="{9A4D0924-A1A8-48DC-95A8-AFAE6A74AAE4}" presName="txSpace" presStyleCnt="0"/>
      <dgm:spPr/>
    </dgm:pt>
    <dgm:pt modelId="{A6DA6C60-0F6F-4B89-9905-E52520D36AB9}" type="pres">
      <dgm:prSet presAssocID="{9A4D0924-A1A8-48DC-95A8-AFAE6A74AAE4}" presName="desTx" presStyleLbl="revTx" presStyleIdx="7" presStyleCnt="8">
        <dgm:presLayoutVars/>
      </dgm:prSet>
      <dgm:spPr/>
    </dgm:pt>
  </dgm:ptLst>
  <dgm:cxnLst>
    <dgm:cxn modelId="{EF011E05-D078-4673-A0C2-27EFDE24950F}" srcId="{66115487-ABAA-4980-90E3-7ADD98161A78}" destId="{D41DD0C3-4AA4-4301-8305-4D51A05FF9FA}" srcOrd="0" destOrd="0" parTransId="{EEEB1F88-84F4-42BE-922A-4047953FDE06}" sibTransId="{E314E625-6822-4188-A682-C81793ABA859}"/>
    <dgm:cxn modelId="{A184CE0B-9378-44A2-AC6A-DE5AD01BF3FE}" type="presOf" srcId="{24A1DDB7-0DD7-4581-99F8-459E45250ACF}" destId="{A6DA6C60-0F6F-4B89-9905-E52520D36AB9}" srcOrd="0" destOrd="0" presId="urn:microsoft.com/office/officeart/2018/2/layout/IconLabelDescriptionList"/>
    <dgm:cxn modelId="{E70C6D0D-A4E9-48A1-89B5-198D0EE3851D}" srcId="{0BFB9C68-E1BE-49EE-A1E4-7C43DCB26115}" destId="{BDEC1019-D95B-4F47-9C1A-B773C38A2138}" srcOrd="1" destOrd="0" parTransId="{4F8E4A5E-152D-47C1-97BF-1410AF725F18}" sibTransId="{2C20D35F-9B02-49F5-BF03-DF2ABC4593AD}"/>
    <dgm:cxn modelId="{60E71218-38E8-429D-84A9-EE32C1BFFE72}" type="presOf" srcId="{66115487-ABAA-4980-90E3-7ADD98161A78}" destId="{D59FE654-9B6E-4C7D-9FE2-A7720A666216}" srcOrd="0" destOrd="0" presId="urn:microsoft.com/office/officeart/2018/2/layout/IconLabelDescriptionList"/>
    <dgm:cxn modelId="{63FEED26-84B7-4C42-B4DB-11E4B820752E}" type="presOf" srcId="{72CA8866-2375-434A-A4B2-C15EFC5D8A93}" destId="{2DC7F2EE-2B82-48B7-BC74-266697BAE242}" srcOrd="0" destOrd="0" presId="urn:microsoft.com/office/officeart/2018/2/layout/IconLabelDescriptionList"/>
    <dgm:cxn modelId="{C44BCA2A-0C44-468E-8155-63E287A6B460}" type="presOf" srcId="{070AB88E-12E5-4112-9DC5-C958D9D56CB5}" destId="{E4A2B2B4-8CA3-418D-94E0-4C842FDCE978}" srcOrd="0" destOrd="0" presId="urn:microsoft.com/office/officeart/2018/2/layout/IconLabelDescriptionList"/>
    <dgm:cxn modelId="{1B35242F-D59E-4731-A2CA-503BACC9DCCE}" type="presOf" srcId="{09829C19-700C-4A9E-9B04-D7A769D71BF5}" destId="{10E89490-4681-428F-B094-20E9CFC85DC2}" srcOrd="0" destOrd="0" presId="urn:microsoft.com/office/officeart/2018/2/layout/IconLabelDescriptionList"/>
    <dgm:cxn modelId="{91EEDF40-BAC6-40F5-812E-9E6A9DEED46B}" type="presOf" srcId="{D41DD0C3-4AA4-4301-8305-4D51A05FF9FA}" destId="{4DAAB7F4-C850-411B-8C62-3E43A67A47A2}" srcOrd="0" destOrd="0" presId="urn:microsoft.com/office/officeart/2018/2/layout/IconLabelDescriptionList"/>
    <dgm:cxn modelId="{5CAB3D61-22C3-424D-830B-0225D67294DF}" type="presOf" srcId="{C62FF686-13C4-443A-90BC-4042121EF203}" destId="{A6DA6C60-0F6F-4B89-9905-E52520D36AB9}" srcOrd="0" destOrd="1" presId="urn:microsoft.com/office/officeart/2018/2/layout/IconLabelDescriptionList"/>
    <dgm:cxn modelId="{3FA12C42-720C-4708-86B7-3E3C44D9527A}" srcId="{9A4D0924-A1A8-48DC-95A8-AFAE6A74AAE4}" destId="{24A1DDB7-0DD7-4581-99F8-459E45250ACF}" srcOrd="0" destOrd="0" parTransId="{3CAC390C-D341-4722-9FA0-E71B0FBEF2EE}" sibTransId="{F80E2E76-4F2A-47F8-ADAC-BB8FC1F42980}"/>
    <dgm:cxn modelId="{0BBF3344-CF5D-46E2-918D-5E028E1AB046}" srcId="{72CA8866-2375-434A-A4B2-C15EFC5D8A93}" destId="{9A4D0924-A1A8-48DC-95A8-AFAE6A74AAE4}" srcOrd="3" destOrd="0" parTransId="{07D5B623-2A5E-4104-BFBD-C13F00E7965A}" sibTransId="{269A136B-A3CF-4BB9-BDB4-49B82D404AB9}"/>
    <dgm:cxn modelId="{D20F2565-AA41-4A24-8D1D-7A6733CCF1FB}" type="presOf" srcId="{5325D2E9-E06D-40C5-9F85-E5901D45E31A}" destId="{61346074-2E2B-4A5A-97AE-CB96FE123006}" srcOrd="0" destOrd="1" presId="urn:microsoft.com/office/officeart/2018/2/layout/IconLabelDescriptionList"/>
    <dgm:cxn modelId="{BE5F6C46-F3C4-4445-872E-95E30E9BE65D}" srcId="{09829C19-700C-4A9E-9B04-D7A769D71BF5}" destId="{70032A4A-5AB1-4BDB-A92D-D3F861299303}" srcOrd="0" destOrd="0" parTransId="{12EB7CFE-9267-4E6C-B806-3F382FBF4735}" sibTransId="{2FDFC398-0252-463B-A15F-8B12FA25E85E}"/>
    <dgm:cxn modelId="{B95ECA7E-CD92-438C-B946-23026B2FE058}" srcId="{9A4D0924-A1A8-48DC-95A8-AFAE6A74AAE4}" destId="{C62FF686-13C4-443A-90BC-4042121EF203}" srcOrd="1" destOrd="0" parTransId="{7B0FF355-1908-4654-AF22-5DE8D428CBF7}" sibTransId="{1C3E536E-1161-4E7A-AF9D-F4773D0318F1}"/>
    <dgm:cxn modelId="{32CA3689-C26C-4A8B-B986-A61F017E1BA0}" srcId="{72CA8866-2375-434A-A4B2-C15EFC5D8A93}" destId="{09829C19-700C-4A9E-9B04-D7A769D71BF5}" srcOrd="2" destOrd="0" parTransId="{1ACDC79D-8E46-48C3-B48D-5EB78B19D32E}" sibTransId="{FA4DFE78-51D4-483B-B81B-E4DCEBE4B3E4}"/>
    <dgm:cxn modelId="{29CFF598-D197-42A4-AE66-02543BB1AC64}" type="presOf" srcId="{9A4D0924-A1A8-48DC-95A8-AFAE6A74AAE4}" destId="{62E7DFA5-DAA1-4507-87AB-B13AD1D1790D}" srcOrd="0" destOrd="0" presId="urn:microsoft.com/office/officeart/2018/2/layout/IconLabelDescriptionList"/>
    <dgm:cxn modelId="{9D759C9B-7B70-4F3D-A84E-EF223917DA09}" srcId="{09829C19-700C-4A9E-9B04-D7A769D71BF5}" destId="{5325D2E9-E06D-40C5-9F85-E5901D45E31A}" srcOrd="1" destOrd="0" parTransId="{5F65BDC9-EF20-4028-8554-57F71C108EFB}" sibTransId="{B2104830-CF29-4B9F-B8A3-53DC19DD6EDE}"/>
    <dgm:cxn modelId="{E1DFA39D-9B3A-4DD4-B14B-5D71D339A19F}" type="presOf" srcId="{0BFB9C68-E1BE-49EE-A1E4-7C43DCB26115}" destId="{E7A41363-1057-489F-8EF9-3266C9E0B04E}" srcOrd="0" destOrd="0" presId="urn:microsoft.com/office/officeart/2018/2/layout/IconLabelDescriptionList"/>
    <dgm:cxn modelId="{69F23FA8-CACE-4253-863B-072706B6DC56}" srcId="{0BFB9C68-E1BE-49EE-A1E4-7C43DCB26115}" destId="{070AB88E-12E5-4112-9DC5-C958D9D56CB5}" srcOrd="0" destOrd="0" parTransId="{A17ECC52-FFD7-4D85-BE99-B8CD481569B6}" sibTransId="{748AA2C8-43C8-47F0-BF69-7E7617B8882D}"/>
    <dgm:cxn modelId="{D63AC1C7-9476-4F92-9099-646431CCE834}" srcId="{72CA8866-2375-434A-A4B2-C15EFC5D8A93}" destId="{0BFB9C68-E1BE-49EE-A1E4-7C43DCB26115}" srcOrd="0" destOrd="0" parTransId="{43A8FECB-1882-4FCB-BCC8-E65078D29EF0}" sibTransId="{909E8CA0-1168-4D60-B9DD-9C67E6B8BA48}"/>
    <dgm:cxn modelId="{C2BAA7D2-D118-47C7-83A4-F383E6F3BF94}" type="presOf" srcId="{70032A4A-5AB1-4BDB-A92D-D3F861299303}" destId="{61346074-2E2B-4A5A-97AE-CB96FE123006}" srcOrd="0" destOrd="0" presId="urn:microsoft.com/office/officeart/2018/2/layout/IconLabelDescriptionList"/>
    <dgm:cxn modelId="{B4F6DFDD-5ADF-4F50-97E3-FA37C2E3C35F}" srcId="{72CA8866-2375-434A-A4B2-C15EFC5D8A93}" destId="{66115487-ABAA-4980-90E3-7ADD98161A78}" srcOrd="1" destOrd="0" parTransId="{ECAC45AD-787C-4B76-A559-9AB3BF2979E5}" sibTransId="{5BA50BA1-0021-4883-9B69-1B1F5FB8ACA3}"/>
    <dgm:cxn modelId="{D1B8E3DF-5539-4BEC-85AF-4D74672C7F88}" type="presOf" srcId="{BDEC1019-D95B-4F47-9C1A-B773C38A2138}" destId="{E4A2B2B4-8CA3-418D-94E0-4C842FDCE978}" srcOrd="0" destOrd="1" presId="urn:microsoft.com/office/officeart/2018/2/layout/IconLabelDescriptionList"/>
    <dgm:cxn modelId="{39172FF6-AAF8-487A-BC9F-69397492D48D}" type="presParOf" srcId="{2DC7F2EE-2B82-48B7-BC74-266697BAE242}" destId="{4058DAEE-E795-469E-8E62-B456990C77DE}" srcOrd="0" destOrd="0" presId="urn:microsoft.com/office/officeart/2018/2/layout/IconLabelDescriptionList"/>
    <dgm:cxn modelId="{8ABF5E15-D4CD-420F-BD5B-7BA6C1A14F81}" type="presParOf" srcId="{4058DAEE-E795-469E-8E62-B456990C77DE}" destId="{5559B8F9-643D-4AEF-B2B0-F22060A94140}" srcOrd="0" destOrd="0" presId="urn:microsoft.com/office/officeart/2018/2/layout/IconLabelDescriptionList"/>
    <dgm:cxn modelId="{E6164AF6-99D4-425C-A832-B9BD58461264}" type="presParOf" srcId="{4058DAEE-E795-469E-8E62-B456990C77DE}" destId="{97EEDF22-6020-4CA5-A4E1-DB28D805E746}" srcOrd="1" destOrd="0" presId="urn:microsoft.com/office/officeart/2018/2/layout/IconLabelDescriptionList"/>
    <dgm:cxn modelId="{1B4787AB-A23E-4319-9966-281E28ADFF15}" type="presParOf" srcId="{4058DAEE-E795-469E-8E62-B456990C77DE}" destId="{E7A41363-1057-489F-8EF9-3266C9E0B04E}" srcOrd="2" destOrd="0" presId="urn:microsoft.com/office/officeart/2018/2/layout/IconLabelDescriptionList"/>
    <dgm:cxn modelId="{B9B2B08A-563A-48BE-9075-F9341F48F765}" type="presParOf" srcId="{4058DAEE-E795-469E-8E62-B456990C77DE}" destId="{87101C13-C1FF-456F-B186-47B1CF193422}" srcOrd="3" destOrd="0" presId="urn:microsoft.com/office/officeart/2018/2/layout/IconLabelDescriptionList"/>
    <dgm:cxn modelId="{6DEA936F-340C-46D0-97DE-AA62E0D867C7}" type="presParOf" srcId="{4058DAEE-E795-469E-8E62-B456990C77DE}" destId="{E4A2B2B4-8CA3-418D-94E0-4C842FDCE978}" srcOrd="4" destOrd="0" presId="urn:microsoft.com/office/officeart/2018/2/layout/IconLabelDescriptionList"/>
    <dgm:cxn modelId="{4CA2D5F2-A36D-4D5E-AB69-C794932E6A33}" type="presParOf" srcId="{2DC7F2EE-2B82-48B7-BC74-266697BAE242}" destId="{247296EB-BA4D-4BC1-A5AB-1873DA36462B}" srcOrd="1" destOrd="0" presId="urn:microsoft.com/office/officeart/2018/2/layout/IconLabelDescriptionList"/>
    <dgm:cxn modelId="{92CE2736-F9D1-4F19-80BA-8EB7373E92C8}" type="presParOf" srcId="{2DC7F2EE-2B82-48B7-BC74-266697BAE242}" destId="{B0B5F68C-7F62-4169-8489-0C1575E8B83B}" srcOrd="2" destOrd="0" presId="urn:microsoft.com/office/officeart/2018/2/layout/IconLabelDescriptionList"/>
    <dgm:cxn modelId="{62A4AA55-C80A-40D4-99F9-738A2A070473}" type="presParOf" srcId="{B0B5F68C-7F62-4169-8489-0C1575E8B83B}" destId="{69C25BC4-2F82-44E4-8173-93CD59492BE1}" srcOrd="0" destOrd="0" presId="urn:microsoft.com/office/officeart/2018/2/layout/IconLabelDescriptionList"/>
    <dgm:cxn modelId="{338BB81A-3A26-4EE6-98E4-C98CFD0F396B}" type="presParOf" srcId="{B0B5F68C-7F62-4169-8489-0C1575E8B83B}" destId="{C66FADFF-86E7-4A18-BFE2-3E28B714CAD9}" srcOrd="1" destOrd="0" presId="urn:microsoft.com/office/officeart/2018/2/layout/IconLabelDescriptionList"/>
    <dgm:cxn modelId="{263E2478-51C6-4F75-BC64-BFE7ABBCB4DC}" type="presParOf" srcId="{B0B5F68C-7F62-4169-8489-0C1575E8B83B}" destId="{D59FE654-9B6E-4C7D-9FE2-A7720A666216}" srcOrd="2" destOrd="0" presId="urn:microsoft.com/office/officeart/2018/2/layout/IconLabelDescriptionList"/>
    <dgm:cxn modelId="{8785CA8D-E120-4628-A7E4-CC24EDC44BD0}" type="presParOf" srcId="{B0B5F68C-7F62-4169-8489-0C1575E8B83B}" destId="{3B57C9BD-E1E8-4D9A-9A86-59DEDFB520E2}" srcOrd="3" destOrd="0" presId="urn:microsoft.com/office/officeart/2018/2/layout/IconLabelDescriptionList"/>
    <dgm:cxn modelId="{909CD16A-1F6C-4C47-90F1-E87FB97EB8D7}" type="presParOf" srcId="{B0B5F68C-7F62-4169-8489-0C1575E8B83B}" destId="{4DAAB7F4-C850-411B-8C62-3E43A67A47A2}" srcOrd="4" destOrd="0" presId="urn:microsoft.com/office/officeart/2018/2/layout/IconLabelDescriptionList"/>
    <dgm:cxn modelId="{59523FDB-8958-4F03-9FD1-B3D7B1A7F77D}" type="presParOf" srcId="{2DC7F2EE-2B82-48B7-BC74-266697BAE242}" destId="{CFB9DD24-F6E9-49AB-9090-95B639480279}" srcOrd="3" destOrd="0" presId="urn:microsoft.com/office/officeart/2018/2/layout/IconLabelDescriptionList"/>
    <dgm:cxn modelId="{E37F76D4-D6E6-4905-8E20-8C5B9F019C82}" type="presParOf" srcId="{2DC7F2EE-2B82-48B7-BC74-266697BAE242}" destId="{FD56D254-B2CF-4C9B-91D3-B5EA30DFB9F0}" srcOrd="4" destOrd="0" presId="urn:microsoft.com/office/officeart/2018/2/layout/IconLabelDescriptionList"/>
    <dgm:cxn modelId="{38FE48EC-139C-4D42-B229-A5613437F37D}" type="presParOf" srcId="{FD56D254-B2CF-4C9B-91D3-B5EA30DFB9F0}" destId="{5C95845E-A124-4049-B4E7-B58DA5189838}" srcOrd="0" destOrd="0" presId="urn:microsoft.com/office/officeart/2018/2/layout/IconLabelDescriptionList"/>
    <dgm:cxn modelId="{1E8BBB2F-9AC9-43A7-BBDE-51B75C5FFB76}" type="presParOf" srcId="{FD56D254-B2CF-4C9B-91D3-B5EA30DFB9F0}" destId="{E63A085B-B5C1-4B34-9E70-36379607CE1B}" srcOrd="1" destOrd="0" presId="urn:microsoft.com/office/officeart/2018/2/layout/IconLabelDescriptionList"/>
    <dgm:cxn modelId="{DE58AFDC-0607-4F08-8202-072AEA8DC9B3}" type="presParOf" srcId="{FD56D254-B2CF-4C9B-91D3-B5EA30DFB9F0}" destId="{10E89490-4681-428F-B094-20E9CFC85DC2}" srcOrd="2" destOrd="0" presId="urn:microsoft.com/office/officeart/2018/2/layout/IconLabelDescriptionList"/>
    <dgm:cxn modelId="{F053D15A-42C2-488D-A63F-4B477514ED60}" type="presParOf" srcId="{FD56D254-B2CF-4C9B-91D3-B5EA30DFB9F0}" destId="{B4427AC3-4EC4-49E8-9741-49E62E482A1B}" srcOrd="3" destOrd="0" presId="urn:microsoft.com/office/officeart/2018/2/layout/IconLabelDescriptionList"/>
    <dgm:cxn modelId="{A3E04F82-4DC7-46A1-AF6F-9E19E4358996}" type="presParOf" srcId="{FD56D254-B2CF-4C9B-91D3-B5EA30DFB9F0}" destId="{61346074-2E2B-4A5A-97AE-CB96FE123006}" srcOrd="4" destOrd="0" presId="urn:microsoft.com/office/officeart/2018/2/layout/IconLabelDescriptionList"/>
    <dgm:cxn modelId="{2BA84E3D-1AC4-426D-B938-0125C17B2949}" type="presParOf" srcId="{2DC7F2EE-2B82-48B7-BC74-266697BAE242}" destId="{0C5F79C4-B418-4911-96C5-7722FE663CA2}" srcOrd="5" destOrd="0" presId="urn:microsoft.com/office/officeart/2018/2/layout/IconLabelDescriptionList"/>
    <dgm:cxn modelId="{74AFE45E-8464-4581-92B7-F24CDFAB8918}" type="presParOf" srcId="{2DC7F2EE-2B82-48B7-BC74-266697BAE242}" destId="{86CC79B7-73DE-4DE3-949A-54FEFED51DC3}" srcOrd="6" destOrd="0" presId="urn:microsoft.com/office/officeart/2018/2/layout/IconLabelDescriptionList"/>
    <dgm:cxn modelId="{497781F2-C0E8-4F7B-80D8-E0556A6F1E24}" type="presParOf" srcId="{86CC79B7-73DE-4DE3-949A-54FEFED51DC3}" destId="{6761B1D5-D196-4587-8519-9C60744F8CD9}" srcOrd="0" destOrd="0" presId="urn:microsoft.com/office/officeart/2018/2/layout/IconLabelDescriptionList"/>
    <dgm:cxn modelId="{1CDD3977-A65B-42AE-B79A-B764D05287D1}" type="presParOf" srcId="{86CC79B7-73DE-4DE3-949A-54FEFED51DC3}" destId="{B0B98A1C-D876-47E0-8F22-6D422A2A5CE8}" srcOrd="1" destOrd="0" presId="urn:microsoft.com/office/officeart/2018/2/layout/IconLabelDescriptionList"/>
    <dgm:cxn modelId="{306CF548-AEE1-42CB-BC99-F0C5921375C9}" type="presParOf" srcId="{86CC79B7-73DE-4DE3-949A-54FEFED51DC3}" destId="{62E7DFA5-DAA1-4507-87AB-B13AD1D1790D}" srcOrd="2" destOrd="0" presId="urn:microsoft.com/office/officeart/2018/2/layout/IconLabelDescriptionList"/>
    <dgm:cxn modelId="{C247F8D8-8203-42F7-A0EF-2C32C7CC5F3D}" type="presParOf" srcId="{86CC79B7-73DE-4DE3-949A-54FEFED51DC3}" destId="{E2F67D1B-B80B-459A-BBD1-E479F14B8876}" srcOrd="3" destOrd="0" presId="urn:microsoft.com/office/officeart/2018/2/layout/IconLabelDescriptionList"/>
    <dgm:cxn modelId="{98221619-E9C8-4D25-9187-054F143F84FB}" type="presParOf" srcId="{86CC79B7-73DE-4DE3-949A-54FEFED51DC3}" destId="{A6DA6C60-0F6F-4B89-9905-E52520D36AB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C1614177-5257-473D-A9C3-4322833F738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76F032-7EE6-4BDB-B16F-7DC5F65BBE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Better solution</a:t>
          </a:r>
          <a:endParaRPr lang="en-US"/>
        </a:p>
      </dgm:t>
    </dgm:pt>
    <dgm:pt modelId="{DC0C4546-26AD-426D-8580-5638A9CE2453}" type="parTrans" cxnId="{9A88C5AD-CB93-420B-ADCE-DA643DBA17A3}">
      <dgm:prSet/>
      <dgm:spPr/>
      <dgm:t>
        <a:bodyPr/>
        <a:lstStyle/>
        <a:p>
          <a:endParaRPr lang="en-US" sz="2400"/>
        </a:p>
      </dgm:t>
    </dgm:pt>
    <dgm:pt modelId="{E18EBFD9-951A-4676-A107-CD3E953CE5D3}" type="sibTrans" cxnId="{9A88C5AD-CB93-420B-ADCE-DA643DBA17A3}">
      <dgm:prSet/>
      <dgm:spPr/>
      <dgm:t>
        <a:bodyPr/>
        <a:lstStyle/>
        <a:p>
          <a:endParaRPr lang="en-US"/>
        </a:p>
      </dgm:t>
    </dgm:pt>
    <dgm:pt modelId="{8FDE8926-A264-462A-9D97-BD9F7C15CD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offers a much better solution </a:t>
          </a:r>
        </a:p>
      </dgm:t>
    </dgm:pt>
    <dgm:pt modelId="{B517F893-905A-43CE-B0CA-C993F776AE09}" type="parTrans" cxnId="{651B162B-AD13-4CE2-B8B5-F9788C6B599F}">
      <dgm:prSet/>
      <dgm:spPr/>
      <dgm:t>
        <a:bodyPr/>
        <a:lstStyle/>
        <a:p>
          <a:endParaRPr lang="en-US" sz="2400"/>
        </a:p>
      </dgm:t>
    </dgm:pt>
    <dgm:pt modelId="{43DC9E03-230F-4FA6-97E1-8DDD62256D03}" type="sibTrans" cxnId="{651B162B-AD13-4CE2-B8B5-F9788C6B599F}">
      <dgm:prSet/>
      <dgm:spPr/>
      <dgm:t>
        <a:bodyPr/>
        <a:lstStyle/>
        <a:p>
          <a:endParaRPr lang="en-US"/>
        </a:p>
      </dgm:t>
    </dgm:pt>
    <dgm:pt modelId="{6284AD92-938F-4899-8697-E0333DF037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Child public key</a:t>
          </a:r>
          <a:endParaRPr lang="en-US"/>
        </a:p>
      </dgm:t>
    </dgm:pt>
    <dgm:pt modelId="{4C80FD58-76EA-4899-BC40-153AEFE9EE60}" type="parTrans" cxnId="{9D232D58-9C0B-4B22-B688-969C74C38135}">
      <dgm:prSet/>
      <dgm:spPr/>
      <dgm:t>
        <a:bodyPr/>
        <a:lstStyle/>
        <a:p>
          <a:endParaRPr lang="en-US" sz="2400"/>
        </a:p>
      </dgm:t>
    </dgm:pt>
    <dgm:pt modelId="{89B5E45A-C9F9-4D45-9DF0-DC5720EBCE55}" type="sibTrans" cxnId="{9D232D58-9C0B-4B22-B688-969C74C38135}">
      <dgm:prSet/>
      <dgm:spPr/>
      <dgm:t>
        <a:bodyPr/>
        <a:lstStyle/>
        <a:p>
          <a:endParaRPr lang="en-US"/>
        </a:p>
      </dgm:t>
    </dgm:pt>
    <dgm:pt modelId="{E85644A6-702E-45E9-B21A-DDF8E3B3CF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knowing the private keys. </a:t>
          </a:r>
        </a:p>
      </dgm:t>
    </dgm:pt>
    <dgm:pt modelId="{32626F2A-F023-4968-935B-CBE0508019A9}" type="parTrans" cxnId="{FE5DC992-D3E9-4621-A498-C593FF5332A0}">
      <dgm:prSet/>
      <dgm:spPr/>
      <dgm:t>
        <a:bodyPr/>
        <a:lstStyle/>
        <a:p>
          <a:endParaRPr lang="en-US" sz="2400"/>
        </a:p>
      </dgm:t>
    </dgm:pt>
    <dgm:pt modelId="{498DD748-366B-496D-B995-2A3FCFFEE556}" type="sibTrans" cxnId="{FE5DC992-D3E9-4621-A498-C593FF5332A0}">
      <dgm:prSet/>
      <dgm:spPr/>
      <dgm:t>
        <a:bodyPr/>
        <a:lstStyle/>
        <a:p>
          <a:endParaRPr lang="en-US"/>
        </a:p>
      </dgm:t>
    </dgm:pt>
    <dgm:pt modelId="{A6D2CFE7-8C84-43AE-867C-01C25F18DB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xpub</a:t>
          </a:r>
          <a:endParaRPr lang="en-US"/>
        </a:p>
      </dgm:t>
    </dgm:pt>
    <dgm:pt modelId="{48417988-681E-4043-B7B0-68EBD2136DDD}" type="parTrans" cxnId="{34422253-E24C-4848-B0BE-4E0488B1A1F8}">
      <dgm:prSet/>
      <dgm:spPr/>
      <dgm:t>
        <a:bodyPr/>
        <a:lstStyle/>
        <a:p>
          <a:endParaRPr lang="en-US" sz="2400"/>
        </a:p>
      </dgm:t>
    </dgm:pt>
    <dgm:pt modelId="{4CC282E5-F812-4D37-9880-BE64F5E7875E}" type="sibTrans" cxnId="{34422253-E24C-4848-B0BE-4E0488B1A1F8}">
      <dgm:prSet/>
      <dgm:spPr/>
      <dgm:t>
        <a:bodyPr/>
        <a:lstStyle/>
        <a:p>
          <a:endParaRPr lang="en-US"/>
        </a:p>
      </dgm:t>
    </dgm:pt>
    <dgm:pt modelId="{74E05D2F-E56A-48C8-91D8-4F87BC8F3E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 a unique address for every customer</a:t>
          </a:r>
          <a:r>
            <a:rPr lang="tr-TR"/>
            <a:t> </a:t>
          </a:r>
          <a:r>
            <a:rPr lang="en-US"/>
            <a:t>order. </a:t>
          </a:r>
        </a:p>
      </dgm:t>
    </dgm:pt>
    <dgm:pt modelId="{4A7B327D-6841-452C-BD0E-B8B4DE1D1725}" type="parTrans" cxnId="{EC17FBC7-1B55-415F-B34C-DF376CCE2EA7}">
      <dgm:prSet/>
      <dgm:spPr/>
      <dgm:t>
        <a:bodyPr/>
        <a:lstStyle/>
        <a:p>
          <a:endParaRPr lang="en-US" sz="2400"/>
        </a:p>
      </dgm:t>
    </dgm:pt>
    <dgm:pt modelId="{03505EB4-C3E6-477A-9170-A91F16A12F9F}" type="sibTrans" cxnId="{EC17FBC7-1B55-415F-B34C-DF376CCE2EA7}">
      <dgm:prSet/>
      <dgm:spPr/>
      <dgm:t>
        <a:bodyPr/>
        <a:lstStyle/>
        <a:p>
          <a:endParaRPr lang="en-US"/>
        </a:p>
      </dgm:t>
    </dgm:pt>
    <dgm:pt modelId="{4827F4DC-56AD-4CF6-8E28-39C04AC00D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 from Trezor</a:t>
          </a:r>
          <a:endParaRPr lang="en-US"/>
        </a:p>
      </dgm:t>
    </dgm:pt>
    <dgm:pt modelId="{F35166B3-611E-4BDF-95BD-E1A5AA665050}" type="parTrans" cxnId="{420FFE1E-29F6-486D-9F0B-7EC6F7A00CB0}">
      <dgm:prSet/>
      <dgm:spPr/>
      <dgm:t>
        <a:bodyPr/>
        <a:lstStyle/>
        <a:p>
          <a:endParaRPr lang="en-US" sz="2400"/>
        </a:p>
      </dgm:t>
    </dgm:pt>
    <dgm:pt modelId="{2BD5A305-EC91-4B4E-B931-8DC5498EB7C5}" type="sibTrans" cxnId="{420FFE1E-29F6-486D-9F0B-7EC6F7A00CB0}">
      <dgm:prSet/>
      <dgm:spPr/>
      <dgm:t>
        <a:bodyPr/>
        <a:lstStyle/>
        <a:p>
          <a:endParaRPr lang="en-US"/>
        </a:p>
      </dgm:t>
    </dgm:pt>
    <dgm:pt modelId="{19A921AC-8ADA-402F-8425-6406C859A5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but the xpub loaded on the</a:t>
          </a:r>
          <a:r>
            <a:rPr lang="tr-TR"/>
            <a:t> </a:t>
          </a:r>
          <a:r>
            <a:rPr lang="en-US"/>
            <a:t>website </a:t>
          </a:r>
        </a:p>
      </dgm:t>
    </dgm:pt>
    <dgm:pt modelId="{8D526025-855E-46FB-9CE2-9202FA91143C}" type="parTrans" cxnId="{14F90A91-6161-4F74-A94D-3CA0C2972A89}">
      <dgm:prSet/>
      <dgm:spPr/>
      <dgm:t>
        <a:bodyPr/>
        <a:lstStyle/>
        <a:p>
          <a:endParaRPr lang="en-US" sz="2400"/>
        </a:p>
      </dgm:t>
    </dgm:pt>
    <dgm:pt modelId="{75827B3C-9225-4BA2-8697-64E7C571E1A2}" type="sibTrans" cxnId="{14F90A91-6161-4F74-A94D-3CA0C2972A89}">
      <dgm:prSet/>
      <dgm:spPr/>
      <dgm:t>
        <a:bodyPr/>
        <a:lstStyle/>
        <a:p>
          <a:endParaRPr lang="en-US"/>
        </a:p>
      </dgm:t>
    </dgm:pt>
    <dgm:pt modelId="{01FE0CFF-25B3-4ADE-AA28-7407957D8A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only generate addresses and receive funds. </a:t>
          </a:r>
        </a:p>
      </dgm:t>
    </dgm:pt>
    <dgm:pt modelId="{F82AB183-075A-48BF-85D5-AA13DCAD584F}" type="parTrans" cxnId="{58C21DBF-4337-4DB9-BB83-00308DC32C8A}">
      <dgm:prSet/>
      <dgm:spPr/>
      <dgm:t>
        <a:bodyPr/>
        <a:lstStyle/>
        <a:p>
          <a:endParaRPr lang="en-US" sz="2400"/>
        </a:p>
      </dgm:t>
    </dgm:pt>
    <dgm:pt modelId="{CAC7C3C0-09E0-4972-95E5-6D0B152C2A42}" type="sibTrans" cxnId="{58C21DBF-4337-4DB9-BB83-00308DC32C8A}">
      <dgm:prSet/>
      <dgm:spPr/>
      <dgm:t>
        <a:bodyPr/>
        <a:lstStyle/>
        <a:p>
          <a:endParaRPr lang="en-US"/>
        </a:p>
      </dgm:t>
    </dgm:pt>
    <dgm:pt modelId="{03CA4126-55DF-425D-9085-9A9EC25D22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D735467B-0E43-402C-8A78-9E7D93AFA5FC}" type="parTrans" cxnId="{8FBB6509-957A-4D36-BC6A-265B76482D00}">
      <dgm:prSet/>
      <dgm:spPr/>
      <dgm:t>
        <a:bodyPr/>
        <a:lstStyle/>
        <a:p>
          <a:endParaRPr lang="en-US" sz="2400"/>
        </a:p>
      </dgm:t>
    </dgm:pt>
    <dgm:pt modelId="{86762B43-ECF0-45C4-AA9E-FA4203019114}" type="sibTrans" cxnId="{8FBB6509-957A-4D36-BC6A-265B76482D00}">
      <dgm:prSet/>
      <dgm:spPr/>
      <dgm:t>
        <a:bodyPr/>
        <a:lstStyle/>
        <a:p>
          <a:endParaRPr lang="en-US"/>
        </a:p>
      </dgm:t>
    </dgm:pt>
    <dgm:pt modelId="{D450BA9A-600B-4C7A-9F1E-DB708D208D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Gabriel’s website does not contain any private keys </a:t>
          </a:r>
        </a:p>
      </dgm:t>
    </dgm:pt>
    <dgm:pt modelId="{E309A410-ACAE-47DA-8DD2-9BF8C98CB23C}" type="parTrans" cxnId="{144D7D1D-58A0-4B8B-9988-A852E26AF9A5}">
      <dgm:prSet/>
      <dgm:spPr/>
      <dgm:t>
        <a:bodyPr/>
        <a:lstStyle/>
        <a:p>
          <a:endParaRPr lang="en-US" sz="2400"/>
        </a:p>
      </dgm:t>
    </dgm:pt>
    <dgm:pt modelId="{4623C058-B062-4D65-8EE7-465FF7F56961}" type="sibTrans" cxnId="{144D7D1D-58A0-4B8B-9988-A852E26AF9A5}">
      <dgm:prSet/>
      <dgm:spPr/>
      <dgm:t>
        <a:bodyPr/>
        <a:lstStyle/>
        <a:p>
          <a:endParaRPr lang="en-US"/>
        </a:p>
      </dgm:t>
    </dgm:pt>
    <dgm:pt modelId="{8E18F8F6-7EAA-408E-9CAF-5C84CB2FBE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therefore</a:t>
          </a:r>
          <a:r>
            <a:rPr lang="tr-TR"/>
            <a:t> </a:t>
          </a:r>
          <a:r>
            <a:rPr lang="en-US"/>
            <a:t>does not need high levels of security.</a:t>
          </a:r>
        </a:p>
      </dgm:t>
    </dgm:pt>
    <dgm:pt modelId="{42364400-BB2D-4DA0-AB14-8644EE8B228E}" type="parTrans" cxnId="{62A10DF7-4982-4152-8C07-DDC4980D4FA8}">
      <dgm:prSet/>
      <dgm:spPr/>
      <dgm:t>
        <a:bodyPr/>
        <a:lstStyle/>
        <a:p>
          <a:endParaRPr lang="en-US" sz="2400"/>
        </a:p>
      </dgm:t>
    </dgm:pt>
    <dgm:pt modelId="{F03BD943-4A9B-4624-A4D7-ED55CD641588}" type="sibTrans" cxnId="{62A10DF7-4982-4152-8C07-DDC4980D4FA8}">
      <dgm:prSet/>
      <dgm:spPr/>
      <dgm:t>
        <a:bodyPr/>
        <a:lstStyle/>
        <a:p>
          <a:endParaRPr lang="en-US"/>
        </a:p>
      </dgm:t>
    </dgm:pt>
    <dgm:pt modelId="{7FCC40AE-FDFC-4985-9941-D34974581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Gabriel’s HD wallet</a:t>
          </a:r>
        </a:p>
      </dgm:t>
    </dgm:pt>
    <dgm:pt modelId="{5EA68A41-4F50-4C9B-B114-DD365C91CAB9}" type="parTrans" cxnId="{18912801-2391-42A7-A4D1-4FCA8952E0BD}">
      <dgm:prSet/>
      <dgm:spPr/>
      <dgm:t>
        <a:bodyPr/>
        <a:lstStyle/>
        <a:p>
          <a:endParaRPr lang="tr-TR" sz="2400"/>
        </a:p>
      </dgm:t>
    </dgm:pt>
    <dgm:pt modelId="{FE680DEF-4D58-44DC-91D8-9B62896084EB}" type="sibTrans" cxnId="{18912801-2391-42A7-A4D1-4FCA8952E0BD}">
      <dgm:prSet/>
      <dgm:spPr/>
      <dgm:t>
        <a:bodyPr/>
        <a:lstStyle/>
        <a:p>
          <a:endParaRPr lang="tr-TR"/>
        </a:p>
      </dgm:t>
    </dgm:pt>
    <dgm:pt modelId="{D7D876FA-62D7-42E6-9840-313D11C864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through the ability to derive public</a:t>
          </a:r>
          <a:r>
            <a:rPr lang="tr-TR"/>
            <a:t> </a:t>
          </a:r>
          <a:r>
            <a:rPr lang="en-US"/>
            <a:t>child keys </a:t>
          </a:r>
        </a:p>
      </dgm:t>
    </dgm:pt>
    <dgm:pt modelId="{04E4E3B4-4912-4756-A37A-8D8AA21E4292}" type="parTrans" cxnId="{AC271DD9-0AE8-4902-A09F-2279E0D9311A}">
      <dgm:prSet/>
      <dgm:spPr/>
      <dgm:t>
        <a:bodyPr/>
        <a:lstStyle/>
        <a:p>
          <a:endParaRPr lang="tr-TR" sz="2400"/>
        </a:p>
      </dgm:t>
    </dgm:pt>
    <dgm:pt modelId="{24468E5A-A3E5-4A87-BE90-0359CAE5C605}" type="sibTrans" cxnId="{AC271DD9-0AE8-4902-A09F-2279E0D9311A}">
      <dgm:prSet/>
      <dgm:spPr/>
      <dgm:t>
        <a:bodyPr/>
        <a:lstStyle/>
        <a:p>
          <a:endParaRPr lang="tr-TR"/>
        </a:p>
      </dgm:t>
    </dgm:pt>
    <dgm:pt modelId="{9C00A21D-A9C5-4481-ABB1-E832DAFA21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 can load an extended public key</a:t>
          </a:r>
          <a:r>
            <a:rPr lang="tr-TR"/>
            <a:t> </a:t>
          </a:r>
          <a:r>
            <a:rPr lang="en-US"/>
            <a:t>(xpub) on his website </a:t>
          </a:r>
        </a:p>
      </dgm:t>
    </dgm:pt>
    <dgm:pt modelId="{9E78B76B-EAD7-4131-AA52-E92F3B8A9C47}" type="parTrans" cxnId="{F7AC2AE7-8AAD-44DC-9365-85A2A45E50F4}">
      <dgm:prSet/>
      <dgm:spPr/>
      <dgm:t>
        <a:bodyPr/>
        <a:lstStyle/>
        <a:p>
          <a:endParaRPr lang="tr-TR" sz="2400"/>
        </a:p>
      </dgm:t>
    </dgm:pt>
    <dgm:pt modelId="{483E2A3E-9FF4-4DE9-A74A-F68062532EE9}" type="sibTrans" cxnId="{F7AC2AE7-8AAD-44DC-9365-85A2A45E50F4}">
      <dgm:prSet/>
      <dgm:spPr/>
      <dgm:t>
        <a:bodyPr/>
        <a:lstStyle/>
        <a:p>
          <a:endParaRPr lang="tr-TR"/>
        </a:p>
      </dgm:t>
    </dgm:pt>
    <dgm:pt modelId="{932E06CA-DE75-4DE0-AA70-A5B2731227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 can spend the funds from his Trezor, </a:t>
          </a:r>
        </a:p>
      </dgm:t>
    </dgm:pt>
    <dgm:pt modelId="{32612F53-8DDD-433B-B5EE-CC846FB3D400}" type="parTrans" cxnId="{D442C62F-FE91-4277-B2E5-E9AB50C2BA59}">
      <dgm:prSet/>
      <dgm:spPr/>
      <dgm:t>
        <a:bodyPr/>
        <a:lstStyle/>
        <a:p>
          <a:endParaRPr lang="tr-TR" sz="2400"/>
        </a:p>
      </dgm:t>
    </dgm:pt>
    <dgm:pt modelId="{DC63BAD5-D943-4692-A70F-F3C9636A4F9F}" type="sibTrans" cxnId="{D442C62F-FE91-4277-B2E5-E9AB50C2BA59}">
      <dgm:prSet/>
      <dgm:spPr/>
      <dgm:t>
        <a:bodyPr/>
        <a:lstStyle/>
        <a:p>
          <a:endParaRPr lang="tr-TR"/>
        </a:p>
      </dgm:t>
    </dgm:pt>
    <dgm:pt modelId="{CF3D9E51-B841-4BC7-AF95-5DA81FE48F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feature of HD wallets is a</a:t>
          </a:r>
          <a:r>
            <a:rPr lang="tr-TR"/>
            <a:t> </a:t>
          </a:r>
          <a:r>
            <a:rPr lang="en-US"/>
            <a:t>great security feature. </a:t>
          </a:r>
        </a:p>
      </dgm:t>
    </dgm:pt>
    <dgm:pt modelId="{7A1CBAC6-27CE-4BA7-8E45-8BE7C7F836C6}" type="parTrans" cxnId="{6245E4D9-D364-4100-B6DD-9D9232B167CF}">
      <dgm:prSet/>
      <dgm:spPr/>
      <dgm:t>
        <a:bodyPr/>
        <a:lstStyle/>
        <a:p>
          <a:endParaRPr lang="tr-TR" sz="2400"/>
        </a:p>
      </dgm:t>
    </dgm:pt>
    <dgm:pt modelId="{ED74432C-FF53-4161-AB17-09B839C89CA6}" type="sibTrans" cxnId="{6245E4D9-D364-4100-B6DD-9D9232B167CF}">
      <dgm:prSet/>
      <dgm:spPr/>
      <dgm:t>
        <a:bodyPr/>
        <a:lstStyle/>
        <a:p>
          <a:endParaRPr lang="tr-TR"/>
        </a:p>
      </dgm:t>
    </dgm:pt>
    <dgm:pt modelId="{F52366A6-1991-4ED2-B551-CA43999C9511}" type="pres">
      <dgm:prSet presAssocID="{C1614177-5257-473D-A9C3-4322833F738B}" presName="root" presStyleCnt="0">
        <dgm:presLayoutVars>
          <dgm:dir/>
          <dgm:resizeHandles val="exact"/>
        </dgm:presLayoutVars>
      </dgm:prSet>
      <dgm:spPr/>
    </dgm:pt>
    <dgm:pt modelId="{AC8DAD46-F125-43AC-A5A4-598F92EACF14}" type="pres">
      <dgm:prSet presAssocID="{6176F032-7EE6-4BDB-B16F-7DC5F65BBE84}" presName="compNode" presStyleCnt="0"/>
      <dgm:spPr/>
    </dgm:pt>
    <dgm:pt modelId="{4401C7FB-9A5A-4AD2-B6EF-3732CE19BA60}" type="pres">
      <dgm:prSet presAssocID="{6176F032-7EE6-4BDB-B16F-7DC5F65BBE8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006EE42-082E-4DC6-AC85-BD70842EBEDB}" type="pres">
      <dgm:prSet presAssocID="{6176F032-7EE6-4BDB-B16F-7DC5F65BBE84}" presName="iconSpace" presStyleCnt="0"/>
      <dgm:spPr/>
    </dgm:pt>
    <dgm:pt modelId="{8FD5FF54-B1B5-4A7E-BFA4-2547C78ECA1B}" type="pres">
      <dgm:prSet presAssocID="{6176F032-7EE6-4BDB-B16F-7DC5F65BBE84}" presName="parTx" presStyleLbl="revTx" presStyleIdx="0" presStyleCnt="10">
        <dgm:presLayoutVars>
          <dgm:chMax val="0"/>
          <dgm:chPref val="0"/>
        </dgm:presLayoutVars>
      </dgm:prSet>
      <dgm:spPr/>
    </dgm:pt>
    <dgm:pt modelId="{FFE1B4A9-DF3D-4A3B-8128-2E50335C348F}" type="pres">
      <dgm:prSet presAssocID="{6176F032-7EE6-4BDB-B16F-7DC5F65BBE84}" presName="txSpace" presStyleCnt="0"/>
      <dgm:spPr/>
    </dgm:pt>
    <dgm:pt modelId="{29D6A904-24D5-4AA9-BEB9-BA3C23DF2659}" type="pres">
      <dgm:prSet presAssocID="{6176F032-7EE6-4BDB-B16F-7DC5F65BBE84}" presName="desTx" presStyleLbl="revTx" presStyleIdx="1" presStyleCnt="10">
        <dgm:presLayoutVars/>
      </dgm:prSet>
      <dgm:spPr/>
    </dgm:pt>
    <dgm:pt modelId="{4465BD88-68B7-4C5E-8F8D-F81B41920915}" type="pres">
      <dgm:prSet presAssocID="{E18EBFD9-951A-4676-A107-CD3E953CE5D3}" presName="sibTrans" presStyleCnt="0"/>
      <dgm:spPr/>
    </dgm:pt>
    <dgm:pt modelId="{D382078C-E11A-4CD0-81B0-E2D52E8ADB58}" type="pres">
      <dgm:prSet presAssocID="{6284AD92-938F-4899-8697-E0333DF03754}" presName="compNode" presStyleCnt="0"/>
      <dgm:spPr/>
    </dgm:pt>
    <dgm:pt modelId="{6C5726F3-EADD-44E9-96D8-46362AF63D8F}" type="pres">
      <dgm:prSet presAssocID="{6284AD92-938F-4899-8697-E0333DF0375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0E5FA2D-1C1A-4D41-81C0-DDFBF1D33076}" type="pres">
      <dgm:prSet presAssocID="{6284AD92-938F-4899-8697-E0333DF03754}" presName="iconSpace" presStyleCnt="0"/>
      <dgm:spPr/>
    </dgm:pt>
    <dgm:pt modelId="{A62C5AE8-9565-4902-A372-296DBF14837F}" type="pres">
      <dgm:prSet presAssocID="{6284AD92-938F-4899-8697-E0333DF03754}" presName="parTx" presStyleLbl="revTx" presStyleIdx="2" presStyleCnt="10">
        <dgm:presLayoutVars>
          <dgm:chMax val="0"/>
          <dgm:chPref val="0"/>
        </dgm:presLayoutVars>
      </dgm:prSet>
      <dgm:spPr/>
    </dgm:pt>
    <dgm:pt modelId="{1DB9226D-A0C5-4E2A-850C-F29AF734C869}" type="pres">
      <dgm:prSet presAssocID="{6284AD92-938F-4899-8697-E0333DF03754}" presName="txSpace" presStyleCnt="0"/>
      <dgm:spPr/>
    </dgm:pt>
    <dgm:pt modelId="{3583A3EB-9AFA-4273-B260-4AEA7C9085E8}" type="pres">
      <dgm:prSet presAssocID="{6284AD92-938F-4899-8697-E0333DF03754}" presName="desTx" presStyleLbl="revTx" presStyleIdx="3" presStyleCnt="10">
        <dgm:presLayoutVars/>
      </dgm:prSet>
      <dgm:spPr/>
    </dgm:pt>
    <dgm:pt modelId="{1FBEF90A-3C42-4BA8-AB40-F3BD7F81E527}" type="pres">
      <dgm:prSet presAssocID="{89B5E45A-C9F9-4D45-9DF0-DC5720EBCE55}" presName="sibTrans" presStyleCnt="0"/>
      <dgm:spPr/>
    </dgm:pt>
    <dgm:pt modelId="{2DD8BE90-BD8E-4AFA-BFEA-2E33C9DE6B2F}" type="pres">
      <dgm:prSet presAssocID="{A6D2CFE7-8C84-43AE-867C-01C25F18DB9C}" presName="compNode" presStyleCnt="0"/>
      <dgm:spPr/>
    </dgm:pt>
    <dgm:pt modelId="{B6DB17A5-F7FB-4976-9788-EECC34B2DEEA}" type="pres">
      <dgm:prSet presAssocID="{A6D2CFE7-8C84-43AE-867C-01C25F18DB9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47DD083-255A-47F6-A6A3-2A6C04401DC8}" type="pres">
      <dgm:prSet presAssocID="{A6D2CFE7-8C84-43AE-867C-01C25F18DB9C}" presName="iconSpace" presStyleCnt="0"/>
      <dgm:spPr/>
    </dgm:pt>
    <dgm:pt modelId="{6EDF6C18-4D47-41AF-BBFD-86CD1DBEBBEF}" type="pres">
      <dgm:prSet presAssocID="{A6D2CFE7-8C84-43AE-867C-01C25F18DB9C}" presName="parTx" presStyleLbl="revTx" presStyleIdx="4" presStyleCnt="10">
        <dgm:presLayoutVars>
          <dgm:chMax val="0"/>
          <dgm:chPref val="0"/>
        </dgm:presLayoutVars>
      </dgm:prSet>
      <dgm:spPr/>
    </dgm:pt>
    <dgm:pt modelId="{7F185670-05ED-4DE7-9B77-C38E3ED9FC4A}" type="pres">
      <dgm:prSet presAssocID="{A6D2CFE7-8C84-43AE-867C-01C25F18DB9C}" presName="txSpace" presStyleCnt="0"/>
      <dgm:spPr/>
    </dgm:pt>
    <dgm:pt modelId="{1A5F286C-D6E6-4750-BF3F-D0FBB48936BA}" type="pres">
      <dgm:prSet presAssocID="{A6D2CFE7-8C84-43AE-867C-01C25F18DB9C}" presName="desTx" presStyleLbl="revTx" presStyleIdx="5" presStyleCnt="10">
        <dgm:presLayoutVars/>
      </dgm:prSet>
      <dgm:spPr/>
    </dgm:pt>
    <dgm:pt modelId="{C426216D-E6F3-4DBC-9747-7D8BC13FD509}" type="pres">
      <dgm:prSet presAssocID="{4CC282E5-F812-4D37-9880-BE64F5E7875E}" presName="sibTrans" presStyleCnt="0"/>
      <dgm:spPr/>
    </dgm:pt>
    <dgm:pt modelId="{A7BD7980-3286-48CE-A7AE-553EE8B90E3B}" type="pres">
      <dgm:prSet presAssocID="{4827F4DC-56AD-4CF6-8E28-39C04AC00D2B}" presName="compNode" presStyleCnt="0"/>
      <dgm:spPr/>
    </dgm:pt>
    <dgm:pt modelId="{97D10C7D-ACAD-42D0-95C2-B7CC8C831705}" type="pres">
      <dgm:prSet presAssocID="{4827F4DC-56AD-4CF6-8E28-39C04AC00D2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170A085-CF43-4F91-9EC1-D7B94EC712AC}" type="pres">
      <dgm:prSet presAssocID="{4827F4DC-56AD-4CF6-8E28-39C04AC00D2B}" presName="iconSpace" presStyleCnt="0"/>
      <dgm:spPr/>
    </dgm:pt>
    <dgm:pt modelId="{1351AC41-C044-4366-9EBD-FC36F6AF45D9}" type="pres">
      <dgm:prSet presAssocID="{4827F4DC-56AD-4CF6-8E28-39C04AC00D2B}" presName="parTx" presStyleLbl="revTx" presStyleIdx="6" presStyleCnt="10">
        <dgm:presLayoutVars>
          <dgm:chMax val="0"/>
          <dgm:chPref val="0"/>
        </dgm:presLayoutVars>
      </dgm:prSet>
      <dgm:spPr/>
    </dgm:pt>
    <dgm:pt modelId="{CAFF3D9A-3DE3-49BC-93F0-9597DAF49109}" type="pres">
      <dgm:prSet presAssocID="{4827F4DC-56AD-4CF6-8E28-39C04AC00D2B}" presName="txSpace" presStyleCnt="0"/>
      <dgm:spPr/>
    </dgm:pt>
    <dgm:pt modelId="{E0F2BDE4-512D-4163-9CB3-91E3FB3C2D05}" type="pres">
      <dgm:prSet presAssocID="{4827F4DC-56AD-4CF6-8E28-39C04AC00D2B}" presName="desTx" presStyleLbl="revTx" presStyleIdx="7" presStyleCnt="10">
        <dgm:presLayoutVars/>
      </dgm:prSet>
      <dgm:spPr/>
    </dgm:pt>
    <dgm:pt modelId="{E40EC933-131F-4F93-938C-07DEBC9EEF8C}" type="pres">
      <dgm:prSet presAssocID="{2BD5A305-EC91-4B4E-B931-8DC5498EB7C5}" presName="sibTrans" presStyleCnt="0"/>
      <dgm:spPr/>
    </dgm:pt>
    <dgm:pt modelId="{A4BC8BEC-FD27-411C-B510-C49E64F4D68B}" type="pres">
      <dgm:prSet presAssocID="{03CA4126-55DF-425D-9085-9A9EC25D2275}" presName="compNode" presStyleCnt="0"/>
      <dgm:spPr/>
    </dgm:pt>
    <dgm:pt modelId="{77AD420F-C20D-4387-9CCE-8AC78EF5177D}" type="pres">
      <dgm:prSet presAssocID="{03CA4126-55DF-425D-9085-9A9EC25D22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0AC353D-90A7-4AB5-A424-2C454079179A}" type="pres">
      <dgm:prSet presAssocID="{03CA4126-55DF-425D-9085-9A9EC25D2275}" presName="iconSpace" presStyleCnt="0"/>
      <dgm:spPr/>
    </dgm:pt>
    <dgm:pt modelId="{99777474-9D09-4D9E-BF37-27124C9234F3}" type="pres">
      <dgm:prSet presAssocID="{03CA4126-55DF-425D-9085-9A9EC25D2275}" presName="parTx" presStyleLbl="revTx" presStyleIdx="8" presStyleCnt="10">
        <dgm:presLayoutVars>
          <dgm:chMax val="0"/>
          <dgm:chPref val="0"/>
        </dgm:presLayoutVars>
      </dgm:prSet>
      <dgm:spPr/>
    </dgm:pt>
    <dgm:pt modelId="{0F9814AC-C467-4593-BD37-785EEA1C0F70}" type="pres">
      <dgm:prSet presAssocID="{03CA4126-55DF-425D-9085-9A9EC25D2275}" presName="txSpace" presStyleCnt="0"/>
      <dgm:spPr/>
    </dgm:pt>
    <dgm:pt modelId="{0B8B30F7-B165-4F26-94E3-D8770300793C}" type="pres">
      <dgm:prSet presAssocID="{03CA4126-55DF-425D-9085-9A9EC25D2275}" presName="desTx" presStyleLbl="revTx" presStyleIdx="9" presStyleCnt="10">
        <dgm:presLayoutVars/>
      </dgm:prSet>
      <dgm:spPr/>
    </dgm:pt>
  </dgm:ptLst>
  <dgm:cxnLst>
    <dgm:cxn modelId="{18912801-2391-42A7-A4D1-4FCA8952E0BD}" srcId="{6176F032-7EE6-4BDB-B16F-7DC5F65BBE84}" destId="{7FCC40AE-FDFC-4985-9941-D34974581D01}" srcOrd="0" destOrd="0" parTransId="{5EA68A41-4F50-4C9B-B114-DD365C91CAB9}" sibTransId="{FE680DEF-4D58-44DC-91D8-9B62896084EB}"/>
    <dgm:cxn modelId="{8FBB6509-957A-4D36-BC6A-265B76482D00}" srcId="{C1614177-5257-473D-A9C3-4322833F738B}" destId="{03CA4126-55DF-425D-9085-9A9EC25D2275}" srcOrd="4" destOrd="0" parTransId="{D735467B-0E43-402C-8A78-9E7D93AFA5FC}" sibTransId="{86762B43-ECF0-45C4-AA9E-FA4203019114}"/>
    <dgm:cxn modelId="{0DE0050D-235C-48AC-B05C-D6BE530726BD}" type="presOf" srcId="{9C00A21D-A9C5-4481-ABB1-E832DAFA21FA}" destId="{1A5F286C-D6E6-4750-BF3F-D0FBB48936BA}" srcOrd="0" destOrd="0" presId="urn:microsoft.com/office/officeart/2018/5/layout/CenteredIconLabelDescriptionList"/>
    <dgm:cxn modelId="{144D7D1D-58A0-4B8B-9988-A852E26AF9A5}" srcId="{03CA4126-55DF-425D-9085-9A9EC25D2275}" destId="{D450BA9A-600B-4C7A-9F1E-DB708D208DF3}" srcOrd="1" destOrd="0" parTransId="{E309A410-ACAE-47DA-8DD2-9BF8C98CB23C}" sibTransId="{4623C058-B062-4D65-8EE7-465FF7F56961}"/>
    <dgm:cxn modelId="{420FFE1E-29F6-486D-9F0B-7EC6F7A00CB0}" srcId="{C1614177-5257-473D-A9C3-4322833F738B}" destId="{4827F4DC-56AD-4CF6-8E28-39C04AC00D2B}" srcOrd="3" destOrd="0" parTransId="{F35166B3-611E-4BDF-95BD-E1A5AA665050}" sibTransId="{2BD5A305-EC91-4B4E-B931-8DC5498EB7C5}"/>
    <dgm:cxn modelId="{15181921-70FB-4453-8091-CD2A9ADB8903}" type="presOf" srcId="{8E18F8F6-7EAA-408E-9CAF-5C84CB2FBEAC}" destId="{0B8B30F7-B165-4F26-94E3-D8770300793C}" srcOrd="0" destOrd="2" presId="urn:microsoft.com/office/officeart/2018/5/layout/CenteredIconLabelDescriptionList"/>
    <dgm:cxn modelId="{80DAD121-5982-4D21-BAF7-F0EC24B04F49}" type="presOf" srcId="{932E06CA-DE75-4DE0-AA70-A5B27312276F}" destId="{E0F2BDE4-512D-4163-9CB3-91E3FB3C2D05}" srcOrd="0" destOrd="0" presId="urn:microsoft.com/office/officeart/2018/5/layout/CenteredIconLabelDescriptionList"/>
    <dgm:cxn modelId="{8FB61E28-BC14-41F1-A5CB-D1C4C7BD30D9}" type="presOf" srcId="{7FCC40AE-FDFC-4985-9941-D34974581D01}" destId="{29D6A904-24D5-4AA9-BEB9-BA3C23DF2659}" srcOrd="0" destOrd="0" presId="urn:microsoft.com/office/officeart/2018/5/layout/CenteredIconLabelDescriptionList"/>
    <dgm:cxn modelId="{651B162B-AD13-4CE2-B8B5-F9788C6B599F}" srcId="{6176F032-7EE6-4BDB-B16F-7DC5F65BBE84}" destId="{8FDE8926-A264-462A-9D97-BD9F7C15CD26}" srcOrd="1" destOrd="0" parTransId="{B517F893-905A-43CE-B0CA-C993F776AE09}" sibTransId="{43DC9E03-230F-4FA6-97E1-8DDD62256D03}"/>
    <dgm:cxn modelId="{D442C62F-FE91-4277-B2E5-E9AB50C2BA59}" srcId="{4827F4DC-56AD-4CF6-8E28-39C04AC00D2B}" destId="{932E06CA-DE75-4DE0-AA70-A5B27312276F}" srcOrd="0" destOrd="0" parTransId="{32612F53-8DDD-433B-B5EE-CC846FB3D400}" sibTransId="{DC63BAD5-D943-4692-A70F-F3C9636A4F9F}"/>
    <dgm:cxn modelId="{E641A05F-A75B-48BC-AA99-C2EFC585BE9B}" type="presOf" srcId="{74E05D2F-E56A-48C8-91D8-4F87BC8F3EBF}" destId="{1A5F286C-D6E6-4750-BF3F-D0FBB48936BA}" srcOrd="0" destOrd="1" presId="urn:microsoft.com/office/officeart/2018/5/layout/CenteredIconLabelDescriptionList"/>
    <dgm:cxn modelId="{9B72A746-2ACB-4801-84EC-2F7778851541}" type="presOf" srcId="{E85644A6-702E-45E9-B21A-DDF8E3B3CFF3}" destId="{3583A3EB-9AFA-4273-B260-4AEA7C9085E8}" srcOrd="0" destOrd="1" presId="urn:microsoft.com/office/officeart/2018/5/layout/CenteredIconLabelDescriptionList"/>
    <dgm:cxn modelId="{116A7F4F-766D-47BC-A179-E95EA22FB336}" type="presOf" srcId="{19A921AC-8ADA-402F-8425-6406C859A536}" destId="{E0F2BDE4-512D-4163-9CB3-91E3FB3C2D05}" srcOrd="0" destOrd="1" presId="urn:microsoft.com/office/officeart/2018/5/layout/CenteredIconLabelDescriptionList"/>
    <dgm:cxn modelId="{34422253-E24C-4848-B0BE-4E0488B1A1F8}" srcId="{C1614177-5257-473D-A9C3-4322833F738B}" destId="{A6D2CFE7-8C84-43AE-867C-01C25F18DB9C}" srcOrd="2" destOrd="0" parTransId="{48417988-681E-4043-B7B0-68EBD2136DDD}" sibTransId="{4CC282E5-F812-4D37-9880-BE64F5E7875E}"/>
    <dgm:cxn modelId="{06244C73-CA3D-474D-AD76-F990E1E669E1}" type="presOf" srcId="{A6D2CFE7-8C84-43AE-867C-01C25F18DB9C}" destId="{6EDF6C18-4D47-41AF-BBFD-86CD1DBEBBEF}" srcOrd="0" destOrd="0" presId="urn:microsoft.com/office/officeart/2018/5/layout/CenteredIconLabelDescriptionList"/>
    <dgm:cxn modelId="{9D232D58-9C0B-4B22-B688-969C74C38135}" srcId="{C1614177-5257-473D-A9C3-4322833F738B}" destId="{6284AD92-938F-4899-8697-E0333DF03754}" srcOrd="1" destOrd="0" parTransId="{4C80FD58-76EA-4899-BC40-153AEFE9EE60}" sibTransId="{89B5E45A-C9F9-4D45-9DF0-DC5720EBCE55}"/>
    <dgm:cxn modelId="{2F37735A-1586-43A2-9547-CA3085283065}" type="presOf" srcId="{D7D876FA-62D7-42E6-9840-313D11C86413}" destId="{3583A3EB-9AFA-4273-B260-4AEA7C9085E8}" srcOrd="0" destOrd="0" presId="urn:microsoft.com/office/officeart/2018/5/layout/CenteredIconLabelDescriptionList"/>
    <dgm:cxn modelId="{9020407C-4E68-4978-9CA0-713D6BFB5C79}" type="presOf" srcId="{6284AD92-938F-4899-8697-E0333DF03754}" destId="{A62C5AE8-9565-4902-A372-296DBF14837F}" srcOrd="0" destOrd="0" presId="urn:microsoft.com/office/officeart/2018/5/layout/CenteredIconLabelDescriptionList"/>
    <dgm:cxn modelId="{DD87588A-4E63-4D6B-BBA1-B1C809D7F5D7}" type="presOf" srcId="{01FE0CFF-25B3-4ADE-AA28-7407957D8AA1}" destId="{E0F2BDE4-512D-4163-9CB3-91E3FB3C2D05}" srcOrd="0" destOrd="2" presId="urn:microsoft.com/office/officeart/2018/5/layout/CenteredIconLabelDescriptionList"/>
    <dgm:cxn modelId="{14F90A91-6161-4F74-A94D-3CA0C2972A89}" srcId="{4827F4DC-56AD-4CF6-8E28-39C04AC00D2B}" destId="{19A921AC-8ADA-402F-8425-6406C859A536}" srcOrd="1" destOrd="0" parTransId="{8D526025-855E-46FB-9CE2-9202FA91143C}" sibTransId="{75827B3C-9225-4BA2-8697-64E7C571E1A2}"/>
    <dgm:cxn modelId="{FE5DC992-D3E9-4621-A498-C593FF5332A0}" srcId="{6284AD92-938F-4899-8697-E0333DF03754}" destId="{E85644A6-702E-45E9-B21A-DDF8E3B3CFF3}" srcOrd="1" destOrd="0" parTransId="{32626F2A-F023-4968-935B-CBE0508019A9}" sibTransId="{498DD748-366B-496D-B995-2A3FCFFEE556}"/>
    <dgm:cxn modelId="{9A88C5AD-CB93-420B-ADCE-DA643DBA17A3}" srcId="{C1614177-5257-473D-A9C3-4322833F738B}" destId="{6176F032-7EE6-4BDB-B16F-7DC5F65BBE84}" srcOrd="0" destOrd="0" parTransId="{DC0C4546-26AD-426D-8580-5638A9CE2453}" sibTransId="{E18EBFD9-951A-4676-A107-CD3E953CE5D3}"/>
    <dgm:cxn modelId="{AA02F7AD-3CF4-4097-AD24-B7CD756EE0CF}" type="presOf" srcId="{CF3D9E51-B841-4BC7-AF95-5DA81FE48F77}" destId="{0B8B30F7-B165-4F26-94E3-D8770300793C}" srcOrd="0" destOrd="0" presId="urn:microsoft.com/office/officeart/2018/5/layout/CenteredIconLabelDescriptionList"/>
    <dgm:cxn modelId="{9D7C92B2-DC4F-4EFA-B992-A47D46350010}" type="presOf" srcId="{C1614177-5257-473D-A9C3-4322833F738B}" destId="{F52366A6-1991-4ED2-B551-CA43999C9511}" srcOrd="0" destOrd="0" presId="urn:microsoft.com/office/officeart/2018/5/layout/CenteredIconLabelDescriptionList"/>
    <dgm:cxn modelId="{58C21DBF-4337-4DB9-BB83-00308DC32C8A}" srcId="{4827F4DC-56AD-4CF6-8E28-39C04AC00D2B}" destId="{01FE0CFF-25B3-4ADE-AA28-7407957D8AA1}" srcOrd="2" destOrd="0" parTransId="{F82AB183-075A-48BF-85D5-AA13DCAD584F}" sibTransId="{CAC7C3C0-09E0-4972-95E5-6D0B152C2A42}"/>
    <dgm:cxn modelId="{EC17FBC7-1B55-415F-B34C-DF376CCE2EA7}" srcId="{A6D2CFE7-8C84-43AE-867C-01C25F18DB9C}" destId="{74E05D2F-E56A-48C8-91D8-4F87BC8F3EBF}" srcOrd="1" destOrd="0" parTransId="{4A7B327D-6841-452C-BD0E-B8B4DE1D1725}" sibTransId="{03505EB4-C3E6-477A-9170-A91F16A12F9F}"/>
    <dgm:cxn modelId="{1E9DE3CF-D227-45FD-937D-CE94298C9FD7}" type="presOf" srcId="{03CA4126-55DF-425D-9085-9A9EC25D2275}" destId="{99777474-9D09-4D9E-BF37-27124C9234F3}" srcOrd="0" destOrd="0" presId="urn:microsoft.com/office/officeart/2018/5/layout/CenteredIconLabelDescriptionList"/>
    <dgm:cxn modelId="{AC271DD9-0AE8-4902-A09F-2279E0D9311A}" srcId="{6284AD92-938F-4899-8697-E0333DF03754}" destId="{D7D876FA-62D7-42E6-9840-313D11C86413}" srcOrd="0" destOrd="0" parTransId="{04E4E3B4-4912-4756-A37A-8D8AA21E4292}" sibTransId="{24468E5A-A3E5-4A87-BE90-0359CAE5C605}"/>
    <dgm:cxn modelId="{6245E4D9-D364-4100-B6DD-9D9232B167CF}" srcId="{03CA4126-55DF-425D-9085-9A9EC25D2275}" destId="{CF3D9E51-B841-4BC7-AF95-5DA81FE48F77}" srcOrd="0" destOrd="0" parTransId="{7A1CBAC6-27CE-4BA7-8E45-8BE7C7F836C6}" sibTransId="{ED74432C-FF53-4161-AB17-09B839C89CA6}"/>
    <dgm:cxn modelId="{BD5BF5DF-AF69-41FC-9D0B-34F52EC258F5}" type="presOf" srcId="{4827F4DC-56AD-4CF6-8E28-39C04AC00D2B}" destId="{1351AC41-C044-4366-9EBD-FC36F6AF45D9}" srcOrd="0" destOrd="0" presId="urn:microsoft.com/office/officeart/2018/5/layout/CenteredIconLabelDescriptionList"/>
    <dgm:cxn modelId="{436DB8E0-909A-433B-83C3-D8236836F397}" type="presOf" srcId="{8FDE8926-A264-462A-9D97-BD9F7C15CD26}" destId="{29D6A904-24D5-4AA9-BEB9-BA3C23DF2659}" srcOrd="0" destOrd="1" presId="urn:microsoft.com/office/officeart/2018/5/layout/CenteredIconLabelDescriptionList"/>
    <dgm:cxn modelId="{F7AC2AE7-8AAD-44DC-9365-85A2A45E50F4}" srcId="{A6D2CFE7-8C84-43AE-867C-01C25F18DB9C}" destId="{9C00A21D-A9C5-4481-ABB1-E832DAFA21FA}" srcOrd="0" destOrd="0" parTransId="{9E78B76B-EAD7-4131-AA52-E92F3B8A9C47}" sibTransId="{483E2A3E-9FF4-4DE9-A74A-F68062532EE9}"/>
    <dgm:cxn modelId="{0C0A6EEB-86F9-419E-80DA-866EBD837979}" type="presOf" srcId="{6176F032-7EE6-4BDB-B16F-7DC5F65BBE84}" destId="{8FD5FF54-B1B5-4A7E-BFA4-2547C78ECA1B}" srcOrd="0" destOrd="0" presId="urn:microsoft.com/office/officeart/2018/5/layout/CenteredIconLabelDescriptionList"/>
    <dgm:cxn modelId="{62A10DF7-4982-4152-8C07-DDC4980D4FA8}" srcId="{03CA4126-55DF-425D-9085-9A9EC25D2275}" destId="{8E18F8F6-7EAA-408E-9CAF-5C84CB2FBEAC}" srcOrd="2" destOrd="0" parTransId="{42364400-BB2D-4DA0-AB14-8644EE8B228E}" sibTransId="{F03BD943-4A9B-4624-A4D7-ED55CD641588}"/>
    <dgm:cxn modelId="{9826B5F8-6276-44A3-A628-0798E1BD1A13}" type="presOf" srcId="{D450BA9A-600B-4C7A-9F1E-DB708D208DF3}" destId="{0B8B30F7-B165-4F26-94E3-D8770300793C}" srcOrd="0" destOrd="1" presId="urn:microsoft.com/office/officeart/2018/5/layout/CenteredIconLabelDescriptionList"/>
    <dgm:cxn modelId="{7161B741-94BC-4E85-93DA-83E7C45A838F}" type="presParOf" srcId="{F52366A6-1991-4ED2-B551-CA43999C9511}" destId="{AC8DAD46-F125-43AC-A5A4-598F92EACF14}" srcOrd="0" destOrd="0" presId="urn:microsoft.com/office/officeart/2018/5/layout/CenteredIconLabelDescriptionList"/>
    <dgm:cxn modelId="{DD5BA8CC-F9BB-4ABB-B736-2A1BB8EA4F6E}" type="presParOf" srcId="{AC8DAD46-F125-43AC-A5A4-598F92EACF14}" destId="{4401C7FB-9A5A-4AD2-B6EF-3732CE19BA60}" srcOrd="0" destOrd="0" presId="urn:microsoft.com/office/officeart/2018/5/layout/CenteredIconLabelDescriptionList"/>
    <dgm:cxn modelId="{E8E748EB-D281-4430-B6EF-9EA9858860D4}" type="presParOf" srcId="{AC8DAD46-F125-43AC-A5A4-598F92EACF14}" destId="{9006EE42-082E-4DC6-AC85-BD70842EBEDB}" srcOrd="1" destOrd="0" presId="urn:microsoft.com/office/officeart/2018/5/layout/CenteredIconLabelDescriptionList"/>
    <dgm:cxn modelId="{9798FB32-FF9B-442E-9C9D-720953EC17C0}" type="presParOf" srcId="{AC8DAD46-F125-43AC-A5A4-598F92EACF14}" destId="{8FD5FF54-B1B5-4A7E-BFA4-2547C78ECA1B}" srcOrd="2" destOrd="0" presId="urn:microsoft.com/office/officeart/2018/5/layout/CenteredIconLabelDescriptionList"/>
    <dgm:cxn modelId="{6645E99C-260D-4164-8283-728B5A14B820}" type="presParOf" srcId="{AC8DAD46-F125-43AC-A5A4-598F92EACF14}" destId="{FFE1B4A9-DF3D-4A3B-8128-2E50335C348F}" srcOrd="3" destOrd="0" presId="urn:microsoft.com/office/officeart/2018/5/layout/CenteredIconLabelDescriptionList"/>
    <dgm:cxn modelId="{83DE4F59-C349-42A4-B97C-1CAB9A4DF319}" type="presParOf" srcId="{AC8DAD46-F125-43AC-A5A4-598F92EACF14}" destId="{29D6A904-24D5-4AA9-BEB9-BA3C23DF2659}" srcOrd="4" destOrd="0" presId="urn:microsoft.com/office/officeart/2018/5/layout/CenteredIconLabelDescriptionList"/>
    <dgm:cxn modelId="{9492618B-0982-46C9-95F1-D21E759E3EC7}" type="presParOf" srcId="{F52366A6-1991-4ED2-B551-CA43999C9511}" destId="{4465BD88-68B7-4C5E-8F8D-F81B41920915}" srcOrd="1" destOrd="0" presId="urn:microsoft.com/office/officeart/2018/5/layout/CenteredIconLabelDescriptionList"/>
    <dgm:cxn modelId="{AAD126BB-DF77-4AF7-8E90-7DDAF24B2E3F}" type="presParOf" srcId="{F52366A6-1991-4ED2-B551-CA43999C9511}" destId="{D382078C-E11A-4CD0-81B0-E2D52E8ADB58}" srcOrd="2" destOrd="0" presId="urn:microsoft.com/office/officeart/2018/5/layout/CenteredIconLabelDescriptionList"/>
    <dgm:cxn modelId="{5294DBDD-D8DD-43A0-9BD6-41D60207CDC2}" type="presParOf" srcId="{D382078C-E11A-4CD0-81B0-E2D52E8ADB58}" destId="{6C5726F3-EADD-44E9-96D8-46362AF63D8F}" srcOrd="0" destOrd="0" presId="urn:microsoft.com/office/officeart/2018/5/layout/CenteredIconLabelDescriptionList"/>
    <dgm:cxn modelId="{EF7A8B94-9CB1-49C8-BB8D-D69981CFA900}" type="presParOf" srcId="{D382078C-E11A-4CD0-81B0-E2D52E8ADB58}" destId="{F0E5FA2D-1C1A-4D41-81C0-DDFBF1D33076}" srcOrd="1" destOrd="0" presId="urn:microsoft.com/office/officeart/2018/5/layout/CenteredIconLabelDescriptionList"/>
    <dgm:cxn modelId="{90CF2199-4372-49DC-800B-CDE6E98BCD14}" type="presParOf" srcId="{D382078C-E11A-4CD0-81B0-E2D52E8ADB58}" destId="{A62C5AE8-9565-4902-A372-296DBF14837F}" srcOrd="2" destOrd="0" presId="urn:microsoft.com/office/officeart/2018/5/layout/CenteredIconLabelDescriptionList"/>
    <dgm:cxn modelId="{BBA1114F-E391-42CD-B006-2BCF0AC2F393}" type="presParOf" srcId="{D382078C-E11A-4CD0-81B0-E2D52E8ADB58}" destId="{1DB9226D-A0C5-4E2A-850C-F29AF734C869}" srcOrd="3" destOrd="0" presId="urn:microsoft.com/office/officeart/2018/5/layout/CenteredIconLabelDescriptionList"/>
    <dgm:cxn modelId="{A9953053-4590-4A1E-A370-ED33D3E5A417}" type="presParOf" srcId="{D382078C-E11A-4CD0-81B0-E2D52E8ADB58}" destId="{3583A3EB-9AFA-4273-B260-4AEA7C9085E8}" srcOrd="4" destOrd="0" presId="urn:microsoft.com/office/officeart/2018/5/layout/CenteredIconLabelDescriptionList"/>
    <dgm:cxn modelId="{074043E5-B386-44E6-9D82-FBC3BF082A01}" type="presParOf" srcId="{F52366A6-1991-4ED2-B551-CA43999C9511}" destId="{1FBEF90A-3C42-4BA8-AB40-F3BD7F81E527}" srcOrd="3" destOrd="0" presId="urn:microsoft.com/office/officeart/2018/5/layout/CenteredIconLabelDescriptionList"/>
    <dgm:cxn modelId="{A53B6971-987F-4220-8C34-8B4B02C6B7AD}" type="presParOf" srcId="{F52366A6-1991-4ED2-B551-CA43999C9511}" destId="{2DD8BE90-BD8E-4AFA-BFEA-2E33C9DE6B2F}" srcOrd="4" destOrd="0" presId="urn:microsoft.com/office/officeart/2018/5/layout/CenteredIconLabelDescriptionList"/>
    <dgm:cxn modelId="{4DF690EB-68CC-4EF0-8A7B-22620A831C24}" type="presParOf" srcId="{2DD8BE90-BD8E-4AFA-BFEA-2E33C9DE6B2F}" destId="{B6DB17A5-F7FB-4976-9788-EECC34B2DEEA}" srcOrd="0" destOrd="0" presId="urn:microsoft.com/office/officeart/2018/5/layout/CenteredIconLabelDescriptionList"/>
    <dgm:cxn modelId="{CAC92451-107B-4094-9E46-04AD88D5A5D1}" type="presParOf" srcId="{2DD8BE90-BD8E-4AFA-BFEA-2E33C9DE6B2F}" destId="{747DD083-255A-47F6-A6A3-2A6C04401DC8}" srcOrd="1" destOrd="0" presId="urn:microsoft.com/office/officeart/2018/5/layout/CenteredIconLabelDescriptionList"/>
    <dgm:cxn modelId="{AA77A1E1-5F93-429E-A2B7-CED27C8A5A18}" type="presParOf" srcId="{2DD8BE90-BD8E-4AFA-BFEA-2E33C9DE6B2F}" destId="{6EDF6C18-4D47-41AF-BBFD-86CD1DBEBBEF}" srcOrd="2" destOrd="0" presId="urn:microsoft.com/office/officeart/2018/5/layout/CenteredIconLabelDescriptionList"/>
    <dgm:cxn modelId="{2F3A7993-8DE6-4337-9502-BE91382FEC8F}" type="presParOf" srcId="{2DD8BE90-BD8E-4AFA-BFEA-2E33C9DE6B2F}" destId="{7F185670-05ED-4DE7-9B77-C38E3ED9FC4A}" srcOrd="3" destOrd="0" presId="urn:microsoft.com/office/officeart/2018/5/layout/CenteredIconLabelDescriptionList"/>
    <dgm:cxn modelId="{3C00A5D5-C896-4FE6-B777-965B017FB425}" type="presParOf" srcId="{2DD8BE90-BD8E-4AFA-BFEA-2E33C9DE6B2F}" destId="{1A5F286C-D6E6-4750-BF3F-D0FBB48936BA}" srcOrd="4" destOrd="0" presId="urn:microsoft.com/office/officeart/2018/5/layout/CenteredIconLabelDescriptionList"/>
    <dgm:cxn modelId="{8DF1597D-760C-4862-9FC2-2D94032C7884}" type="presParOf" srcId="{F52366A6-1991-4ED2-B551-CA43999C9511}" destId="{C426216D-E6F3-4DBC-9747-7D8BC13FD509}" srcOrd="5" destOrd="0" presId="urn:microsoft.com/office/officeart/2018/5/layout/CenteredIconLabelDescriptionList"/>
    <dgm:cxn modelId="{F9627FBB-54A2-4344-B578-CC614D40717B}" type="presParOf" srcId="{F52366A6-1991-4ED2-B551-CA43999C9511}" destId="{A7BD7980-3286-48CE-A7AE-553EE8B90E3B}" srcOrd="6" destOrd="0" presId="urn:microsoft.com/office/officeart/2018/5/layout/CenteredIconLabelDescriptionList"/>
    <dgm:cxn modelId="{DC41F060-9EB4-4BB4-AA24-AEF7F6242357}" type="presParOf" srcId="{A7BD7980-3286-48CE-A7AE-553EE8B90E3B}" destId="{97D10C7D-ACAD-42D0-95C2-B7CC8C831705}" srcOrd="0" destOrd="0" presId="urn:microsoft.com/office/officeart/2018/5/layout/CenteredIconLabelDescriptionList"/>
    <dgm:cxn modelId="{D789820B-62AD-4972-B883-A125DFDEF50E}" type="presParOf" srcId="{A7BD7980-3286-48CE-A7AE-553EE8B90E3B}" destId="{5170A085-CF43-4F91-9EC1-D7B94EC712AC}" srcOrd="1" destOrd="0" presId="urn:microsoft.com/office/officeart/2018/5/layout/CenteredIconLabelDescriptionList"/>
    <dgm:cxn modelId="{2FC9BEAF-06F2-4ED5-B98D-5D9AF4A00D29}" type="presParOf" srcId="{A7BD7980-3286-48CE-A7AE-553EE8B90E3B}" destId="{1351AC41-C044-4366-9EBD-FC36F6AF45D9}" srcOrd="2" destOrd="0" presId="urn:microsoft.com/office/officeart/2018/5/layout/CenteredIconLabelDescriptionList"/>
    <dgm:cxn modelId="{B8B74C55-E5FB-43CA-AA9B-534050EC3358}" type="presParOf" srcId="{A7BD7980-3286-48CE-A7AE-553EE8B90E3B}" destId="{CAFF3D9A-3DE3-49BC-93F0-9597DAF49109}" srcOrd="3" destOrd="0" presId="urn:microsoft.com/office/officeart/2018/5/layout/CenteredIconLabelDescriptionList"/>
    <dgm:cxn modelId="{5AE0C2EF-8C95-410D-B5DE-5729F81E7634}" type="presParOf" srcId="{A7BD7980-3286-48CE-A7AE-553EE8B90E3B}" destId="{E0F2BDE4-512D-4163-9CB3-91E3FB3C2D05}" srcOrd="4" destOrd="0" presId="urn:microsoft.com/office/officeart/2018/5/layout/CenteredIconLabelDescriptionList"/>
    <dgm:cxn modelId="{C928929F-C696-423D-9761-4F0A7344786A}" type="presParOf" srcId="{F52366A6-1991-4ED2-B551-CA43999C9511}" destId="{E40EC933-131F-4F93-938C-07DEBC9EEF8C}" srcOrd="7" destOrd="0" presId="urn:microsoft.com/office/officeart/2018/5/layout/CenteredIconLabelDescriptionList"/>
    <dgm:cxn modelId="{1C1E5004-45C9-4BD0-9A4B-94C7BFB57034}" type="presParOf" srcId="{F52366A6-1991-4ED2-B551-CA43999C9511}" destId="{A4BC8BEC-FD27-411C-B510-C49E64F4D68B}" srcOrd="8" destOrd="0" presId="urn:microsoft.com/office/officeart/2018/5/layout/CenteredIconLabelDescriptionList"/>
    <dgm:cxn modelId="{53EBFFED-74BB-4B7F-A6F3-61C7E3CA572A}" type="presParOf" srcId="{A4BC8BEC-FD27-411C-B510-C49E64F4D68B}" destId="{77AD420F-C20D-4387-9CCE-8AC78EF5177D}" srcOrd="0" destOrd="0" presId="urn:microsoft.com/office/officeart/2018/5/layout/CenteredIconLabelDescriptionList"/>
    <dgm:cxn modelId="{B97CB179-0A2E-423E-989E-14B36A469691}" type="presParOf" srcId="{A4BC8BEC-FD27-411C-B510-C49E64F4D68B}" destId="{60AC353D-90A7-4AB5-A424-2C454079179A}" srcOrd="1" destOrd="0" presId="urn:microsoft.com/office/officeart/2018/5/layout/CenteredIconLabelDescriptionList"/>
    <dgm:cxn modelId="{13C8939C-D52E-4455-B9CB-BEE39843C73F}" type="presParOf" srcId="{A4BC8BEC-FD27-411C-B510-C49E64F4D68B}" destId="{99777474-9D09-4D9E-BF37-27124C9234F3}" srcOrd="2" destOrd="0" presId="urn:microsoft.com/office/officeart/2018/5/layout/CenteredIconLabelDescriptionList"/>
    <dgm:cxn modelId="{61EE7BEE-EF2E-4FD6-B8F8-F29BCBCC8EBA}" type="presParOf" srcId="{A4BC8BEC-FD27-411C-B510-C49E64F4D68B}" destId="{0F9814AC-C467-4593-BD37-785EEA1C0F70}" srcOrd="3" destOrd="0" presId="urn:microsoft.com/office/officeart/2018/5/layout/CenteredIconLabelDescriptionList"/>
    <dgm:cxn modelId="{222ABD5A-AE20-4943-AC70-339B3F240377}" type="presParOf" srcId="{A4BC8BEC-FD27-411C-B510-C49E64F4D68B}" destId="{0B8B30F7-B165-4F26-94E3-D8770300793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970A3168-3EDD-461C-925E-BA975507EAB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6A593A7-788E-4F84-981D-02A92F968B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Export</a:t>
          </a:r>
          <a:endParaRPr lang="en-US"/>
        </a:p>
      </dgm:t>
    </dgm:pt>
    <dgm:pt modelId="{5465C732-6B62-4E3D-B886-0306016445A7}" type="parTrans" cxnId="{FABB3C3B-DC3E-4A6B-911A-5422C5DB32B1}">
      <dgm:prSet/>
      <dgm:spPr/>
      <dgm:t>
        <a:bodyPr/>
        <a:lstStyle/>
        <a:p>
          <a:endParaRPr lang="en-US"/>
        </a:p>
      </dgm:t>
    </dgm:pt>
    <dgm:pt modelId="{D1E07607-AAD7-4A36-9D56-08B5512BFC41}" type="sibTrans" cxnId="{FABB3C3B-DC3E-4A6B-911A-5422C5DB32B1}">
      <dgm:prSet/>
      <dgm:spPr/>
      <dgm:t>
        <a:bodyPr/>
        <a:lstStyle/>
        <a:p>
          <a:endParaRPr lang="en-US"/>
        </a:p>
      </dgm:t>
    </dgm:pt>
    <dgm:pt modelId="{A8EB919C-4C31-40B4-9EED-ACB5EC94B5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export the </a:t>
          </a:r>
          <a:r>
            <a:rPr lang="en-US" dirty="0" err="1"/>
            <a:t>xpub</a:t>
          </a:r>
          <a:r>
            <a:rPr lang="tr-TR" dirty="0"/>
            <a:t> </a:t>
          </a:r>
          <a:r>
            <a:rPr lang="en-US" dirty="0"/>
            <a:t>Gabriel uses the web-based software</a:t>
          </a:r>
        </a:p>
      </dgm:t>
    </dgm:pt>
    <dgm:pt modelId="{1C99BE3D-23A7-4661-A118-16A1AE57420A}" type="parTrans" cxnId="{DB26F6C3-0E55-4EB0-857E-58C1D45FA09B}">
      <dgm:prSet/>
      <dgm:spPr/>
      <dgm:t>
        <a:bodyPr/>
        <a:lstStyle/>
        <a:p>
          <a:endParaRPr lang="en-US"/>
        </a:p>
      </dgm:t>
    </dgm:pt>
    <dgm:pt modelId="{BC35ED89-9D34-4083-AD6E-21F6116A31AE}" type="sibTrans" cxnId="{DB26F6C3-0E55-4EB0-857E-58C1D45FA09B}">
      <dgm:prSet/>
      <dgm:spPr/>
      <dgm:t>
        <a:bodyPr/>
        <a:lstStyle/>
        <a:p>
          <a:endParaRPr lang="en-US"/>
        </a:p>
      </dgm:t>
    </dgm:pt>
    <dgm:pt modelId="{8D3EB228-9A70-457D-A154-44C97FA974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conjunction with the </a:t>
          </a:r>
          <a:r>
            <a:rPr lang="en-US" dirty="0" err="1"/>
            <a:t>Trezor</a:t>
          </a:r>
          <a:r>
            <a:rPr lang="tr-TR" dirty="0"/>
            <a:t> </a:t>
          </a:r>
          <a:r>
            <a:rPr lang="en-US" dirty="0"/>
            <a:t>hardware wallet. </a:t>
          </a:r>
        </a:p>
      </dgm:t>
    </dgm:pt>
    <dgm:pt modelId="{FA31E502-3C7A-44BE-91D9-E5E35556BE59}" type="parTrans" cxnId="{5B75B9BF-04BC-40DE-BABF-0C14063527D8}">
      <dgm:prSet/>
      <dgm:spPr/>
      <dgm:t>
        <a:bodyPr/>
        <a:lstStyle/>
        <a:p>
          <a:endParaRPr lang="en-US"/>
        </a:p>
      </dgm:t>
    </dgm:pt>
    <dgm:pt modelId="{4D3DB6BF-402E-4FC2-A23B-88272322AFCB}" type="sibTrans" cxnId="{5B75B9BF-04BC-40DE-BABF-0C14063527D8}">
      <dgm:prSet/>
      <dgm:spPr/>
      <dgm:t>
        <a:bodyPr/>
        <a:lstStyle/>
        <a:p>
          <a:endParaRPr lang="en-US"/>
        </a:p>
      </dgm:t>
    </dgm:pt>
    <dgm:pt modelId="{F0659D33-B0BD-43E7-BD1B-8232D04556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Plug in</a:t>
          </a:r>
          <a:endParaRPr lang="en-US"/>
        </a:p>
      </dgm:t>
    </dgm:pt>
    <dgm:pt modelId="{235A2BDD-DCD4-489E-9E90-168F2258985E}" type="parTrans" cxnId="{21EC50D8-B373-42FE-9DD1-162FF5F99001}">
      <dgm:prSet/>
      <dgm:spPr/>
      <dgm:t>
        <a:bodyPr/>
        <a:lstStyle/>
        <a:p>
          <a:endParaRPr lang="en-US"/>
        </a:p>
      </dgm:t>
    </dgm:pt>
    <dgm:pt modelId="{C0BFFBFE-332F-47FD-87E7-453BCBF8A1C2}" type="sibTrans" cxnId="{21EC50D8-B373-42FE-9DD1-162FF5F99001}">
      <dgm:prSet/>
      <dgm:spPr/>
      <dgm:t>
        <a:bodyPr/>
        <a:lstStyle/>
        <a:p>
          <a:endParaRPr lang="en-US"/>
        </a:p>
      </dgm:t>
    </dgm:pt>
    <dgm:pt modelId="{44975C90-AE07-4258-AF8D-590AC81694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</a:t>
          </a:r>
          <a:r>
            <a:rPr lang="en-US" dirty="0" err="1"/>
            <a:t>Trezor</a:t>
          </a:r>
          <a:r>
            <a:rPr lang="en-US" dirty="0"/>
            <a:t> device must be plugged in </a:t>
          </a:r>
        </a:p>
      </dgm:t>
    </dgm:pt>
    <dgm:pt modelId="{2520AF73-45E4-4484-8505-DC54A22E2A3D}" type="parTrans" cxnId="{F88F682D-DE6C-4493-A36A-F35730C5C26F}">
      <dgm:prSet/>
      <dgm:spPr/>
      <dgm:t>
        <a:bodyPr/>
        <a:lstStyle/>
        <a:p>
          <a:endParaRPr lang="en-US"/>
        </a:p>
      </dgm:t>
    </dgm:pt>
    <dgm:pt modelId="{ECE8BBD4-5D92-4E64-AAF3-330AB97B035A}" type="sibTrans" cxnId="{F88F682D-DE6C-4493-A36A-F35730C5C26F}">
      <dgm:prSet/>
      <dgm:spPr/>
      <dgm:t>
        <a:bodyPr/>
        <a:lstStyle/>
        <a:p>
          <a:endParaRPr lang="en-US"/>
        </a:p>
      </dgm:t>
    </dgm:pt>
    <dgm:pt modelId="{E0DF3908-3C5F-4C63-A235-501409132C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public keys to be</a:t>
          </a:r>
          <a:r>
            <a:rPr lang="tr-TR"/>
            <a:t> </a:t>
          </a:r>
          <a:r>
            <a:rPr lang="en-US"/>
            <a:t>exported. </a:t>
          </a:r>
        </a:p>
      </dgm:t>
    </dgm:pt>
    <dgm:pt modelId="{AD75A1CE-C9B2-430D-A2FD-3C7FB1D961B9}" type="parTrans" cxnId="{D388CB21-4939-4F66-B62F-25B20025FABF}">
      <dgm:prSet/>
      <dgm:spPr/>
      <dgm:t>
        <a:bodyPr/>
        <a:lstStyle/>
        <a:p>
          <a:endParaRPr lang="en-US"/>
        </a:p>
      </dgm:t>
    </dgm:pt>
    <dgm:pt modelId="{770260DB-E3C8-4AA5-B4FA-E1AD59CFD0AB}" type="sibTrans" cxnId="{D388CB21-4939-4F66-B62F-25B20025FABF}">
      <dgm:prSet/>
      <dgm:spPr/>
      <dgm:t>
        <a:bodyPr/>
        <a:lstStyle/>
        <a:p>
          <a:endParaRPr lang="en-US"/>
        </a:p>
      </dgm:t>
    </dgm:pt>
    <dgm:pt modelId="{D6880FBA-A62B-4E15-80CC-02A709C91B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Note</a:t>
          </a:r>
        </a:p>
      </dgm:t>
    </dgm:pt>
    <dgm:pt modelId="{DF50EF4B-40DB-4F02-8A99-1CD92F81ECC5}" type="parTrans" cxnId="{F99CF572-7938-43CC-9687-21A3842D0403}">
      <dgm:prSet/>
      <dgm:spPr/>
      <dgm:t>
        <a:bodyPr/>
        <a:lstStyle/>
        <a:p>
          <a:endParaRPr lang="en-US"/>
        </a:p>
      </dgm:t>
    </dgm:pt>
    <dgm:pt modelId="{4AB20892-363A-4778-84DD-60AE42734F7D}" type="sibTrans" cxnId="{F99CF572-7938-43CC-9687-21A3842D0403}">
      <dgm:prSet/>
      <dgm:spPr/>
      <dgm:t>
        <a:bodyPr/>
        <a:lstStyle/>
        <a:p>
          <a:endParaRPr lang="en-US"/>
        </a:p>
      </dgm:t>
    </dgm:pt>
    <dgm:pt modelId="{48BC4EDF-B79E-4B11-9BB7-6C2B0EBCFC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hardware wallets will never export private keys</a:t>
          </a:r>
        </a:p>
      </dgm:t>
    </dgm:pt>
    <dgm:pt modelId="{969BAFA9-AEC7-41C1-AF00-09B7A0CC2D63}" type="parTrans" cxnId="{52A20CC4-1A00-4529-9892-62FB26ACCFDF}">
      <dgm:prSet/>
      <dgm:spPr/>
      <dgm:t>
        <a:bodyPr/>
        <a:lstStyle/>
        <a:p>
          <a:endParaRPr lang="en-US"/>
        </a:p>
      </dgm:t>
    </dgm:pt>
    <dgm:pt modelId="{5B3D4542-F618-41E2-9FF8-4D6069531BB3}" type="sibTrans" cxnId="{52A20CC4-1A00-4529-9892-62FB26ACCFDF}">
      <dgm:prSet/>
      <dgm:spPr/>
      <dgm:t>
        <a:bodyPr/>
        <a:lstStyle/>
        <a:p>
          <a:endParaRPr lang="en-US"/>
        </a:p>
      </dgm:t>
    </dgm:pt>
    <dgm:pt modelId="{E46425D1-47EF-4397-9252-E81E6C6D2F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those always</a:t>
          </a:r>
          <a:r>
            <a:rPr lang="tr-TR"/>
            <a:t> remain on the device</a:t>
          </a:r>
          <a:endParaRPr lang="en-US"/>
        </a:p>
      </dgm:t>
    </dgm:pt>
    <dgm:pt modelId="{7001EAD7-B538-4840-9C33-C13EB9C3328A}" type="parTrans" cxnId="{4A8A2C7F-8C17-4E63-BE0E-41F51A4656CA}">
      <dgm:prSet/>
      <dgm:spPr/>
      <dgm:t>
        <a:bodyPr/>
        <a:lstStyle/>
        <a:p>
          <a:endParaRPr lang="en-US"/>
        </a:p>
      </dgm:t>
    </dgm:pt>
    <dgm:pt modelId="{DFAF0146-2A35-4A5F-87C8-6ADF73D9874A}" type="sibTrans" cxnId="{4A8A2C7F-8C17-4E63-BE0E-41F51A4656CA}">
      <dgm:prSet/>
      <dgm:spPr/>
      <dgm:t>
        <a:bodyPr/>
        <a:lstStyle/>
        <a:p>
          <a:endParaRPr lang="en-US"/>
        </a:p>
      </dgm:t>
    </dgm:pt>
    <dgm:pt modelId="{373ABC7B-3DF7-491A-B934-0CA73118FA97}" type="pres">
      <dgm:prSet presAssocID="{970A3168-3EDD-461C-925E-BA975507EAB8}" presName="root" presStyleCnt="0">
        <dgm:presLayoutVars>
          <dgm:dir/>
          <dgm:resizeHandles val="exact"/>
        </dgm:presLayoutVars>
      </dgm:prSet>
      <dgm:spPr/>
    </dgm:pt>
    <dgm:pt modelId="{1D9DC2DD-A706-477B-A1CC-E204FFA15429}" type="pres">
      <dgm:prSet presAssocID="{C6A593A7-788E-4F84-981D-02A92F968BCD}" presName="compNode" presStyleCnt="0"/>
      <dgm:spPr/>
    </dgm:pt>
    <dgm:pt modelId="{755BADD2-B0BA-4F0A-9C7D-96A91EFCF762}" type="pres">
      <dgm:prSet presAssocID="{C6A593A7-788E-4F84-981D-02A92F968B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28A6A2F-19C3-42E5-A916-0516D112C12C}" type="pres">
      <dgm:prSet presAssocID="{C6A593A7-788E-4F84-981D-02A92F968BCD}" presName="iconSpace" presStyleCnt="0"/>
      <dgm:spPr/>
    </dgm:pt>
    <dgm:pt modelId="{B09841C5-01EB-4DD8-9985-091425DC2F29}" type="pres">
      <dgm:prSet presAssocID="{C6A593A7-788E-4F84-981D-02A92F968BCD}" presName="parTx" presStyleLbl="revTx" presStyleIdx="0" presStyleCnt="6">
        <dgm:presLayoutVars>
          <dgm:chMax val="0"/>
          <dgm:chPref val="0"/>
        </dgm:presLayoutVars>
      </dgm:prSet>
      <dgm:spPr/>
    </dgm:pt>
    <dgm:pt modelId="{448142F4-A200-40CA-9D5D-D148D1C1CA12}" type="pres">
      <dgm:prSet presAssocID="{C6A593A7-788E-4F84-981D-02A92F968BCD}" presName="txSpace" presStyleCnt="0"/>
      <dgm:spPr/>
    </dgm:pt>
    <dgm:pt modelId="{6C525D69-336D-4621-8188-07A999DE3D5D}" type="pres">
      <dgm:prSet presAssocID="{C6A593A7-788E-4F84-981D-02A92F968BCD}" presName="desTx" presStyleLbl="revTx" presStyleIdx="1" presStyleCnt="6">
        <dgm:presLayoutVars/>
      </dgm:prSet>
      <dgm:spPr/>
    </dgm:pt>
    <dgm:pt modelId="{30456F97-B34A-461B-ACE5-21FA057BCF8C}" type="pres">
      <dgm:prSet presAssocID="{D1E07607-AAD7-4A36-9D56-08B5512BFC41}" presName="sibTrans" presStyleCnt="0"/>
      <dgm:spPr/>
    </dgm:pt>
    <dgm:pt modelId="{99BEDD41-6D42-4669-9C02-B99E45628628}" type="pres">
      <dgm:prSet presAssocID="{F0659D33-B0BD-43E7-BD1B-8232D04556B7}" presName="compNode" presStyleCnt="0"/>
      <dgm:spPr/>
    </dgm:pt>
    <dgm:pt modelId="{DA798801-D516-4621-BD4D-42D91B6B6527}" type="pres">
      <dgm:prSet presAssocID="{F0659D33-B0BD-43E7-BD1B-8232D04556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B775000-D5B0-4BC9-B85B-E17376E51774}" type="pres">
      <dgm:prSet presAssocID="{F0659D33-B0BD-43E7-BD1B-8232D04556B7}" presName="iconSpace" presStyleCnt="0"/>
      <dgm:spPr/>
    </dgm:pt>
    <dgm:pt modelId="{9A76898D-322C-454E-BDB4-FB4C13972852}" type="pres">
      <dgm:prSet presAssocID="{F0659D33-B0BD-43E7-BD1B-8232D04556B7}" presName="parTx" presStyleLbl="revTx" presStyleIdx="2" presStyleCnt="6">
        <dgm:presLayoutVars>
          <dgm:chMax val="0"/>
          <dgm:chPref val="0"/>
        </dgm:presLayoutVars>
      </dgm:prSet>
      <dgm:spPr/>
    </dgm:pt>
    <dgm:pt modelId="{D1F45E7F-541E-476D-B411-8652CF13E331}" type="pres">
      <dgm:prSet presAssocID="{F0659D33-B0BD-43E7-BD1B-8232D04556B7}" presName="txSpace" presStyleCnt="0"/>
      <dgm:spPr/>
    </dgm:pt>
    <dgm:pt modelId="{B4D08DDD-C168-48D5-8FF7-75FE76CD6FEC}" type="pres">
      <dgm:prSet presAssocID="{F0659D33-B0BD-43E7-BD1B-8232D04556B7}" presName="desTx" presStyleLbl="revTx" presStyleIdx="3" presStyleCnt="6">
        <dgm:presLayoutVars/>
      </dgm:prSet>
      <dgm:spPr/>
    </dgm:pt>
    <dgm:pt modelId="{B9914600-3473-444B-83AC-A539C05FB9B6}" type="pres">
      <dgm:prSet presAssocID="{C0BFFBFE-332F-47FD-87E7-453BCBF8A1C2}" presName="sibTrans" presStyleCnt="0"/>
      <dgm:spPr/>
    </dgm:pt>
    <dgm:pt modelId="{03C083D3-4F70-45CD-9B7F-F5B112BEEAE0}" type="pres">
      <dgm:prSet presAssocID="{D6880FBA-A62B-4E15-80CC-02A709C91BE7}" presName="compNode" presStyleCnt="0"/>
      <dgm:spPr/>
    </dgm:pt>
    <dgm:pt modelId="{7B850170-1D0D-4617-A2D0-DDB4A0391EE5}" type="pres">
      <dgm:prSet presAssocID="{D6880FBA-A62B-4E15-80CC-02A709C91B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4D84B0A-4F78-47E4-ADC5-7A201B7A51B0}" type="pres">
      <dgm:prSet presAssocID="{D6880FBA-A62B-4E15-80CC-02A709C91BE7}" presName="iconSpace" presStyleCnt="0"/>
      <dgm:spPr/>
    </dgm:pt>
    <dgm:pt modelId="{2EB549C2-71AB-4FD7-BD1E-4671BD43CA43}" type="pres">
      <dgm:prSet presAssocID="{D6880FBA-A62B-4E15-80CC-02A709C91BE7}" presName="parTx" presStyleLbl="revTx" presStyleIdx="4" presStyleCnt="6">
        <dgm:presLayoutVars>
          <dgm:chMax val="0"/>
          <dgm:chPref val="0"/>
        </dgm:presLayoutVars>
      </dgm:prSet>
      <dgm:spPr/>
    </dgm:pt>
    <dgm:pt modelId="{B45868B9-75F1-4998-A260-08F520B28FBD}" type="pres">
      <dgm:prSet presAssocID="{D6880FBA-A62B-4E15-80CC-02A709C91BE7}" presName="txSpace" presStyleCnt="0"/>
      <dgm:spPr/>
    </dgm:pt>
    <dgm:pt modelId="{CCE974A5-1EF8-4C84-A88C-B50070B599B0}" type="pres">
      <dgm:prSet presAssocID="{D6880FBA-A62B-4E15-80CC-02A709C91BE7}" presName="desTx" presStyleLbl="revTx" presStyleIdx="5" presStyleCnt="6">
        <dgm:presLayoutVars/>
      </dgm:prSet>
      <dgm:spPr/>
    </dgm:pt>
  </dgm:ptLst>
  <dgm:cxnLst>
    <dgm:cxn modelId="{D388CB21-4939-4F66-B62F-25B20025FABF}" srcId="{F0659D33-B0BD-43E7-BD1B-8232D04556B7}" destId="{E0DF3908-3C5F-4C63-A235-501409132C8B}" srcOrd="1" destOrd="0" parTransId="{AD75A1CE-C9B2-430D-A2FD-3C7FB1D961B9}" sibTransId="{770260DB-E3C8-4AA5-B4FA-E1AD59CFD0AB}"/>
    <dgm:cxn modelId="{F88F682D-DE6C-4493-A36A-F35730C5C26F}" srcId="{F0659D33-B0BD-43E7-BD1B-8232D04556B7}" destId="{44975C90-AE07-4258-AF8D-590AC81694B1}" srcOrd="0" destOrd="0" parTransId="{2520AF73-45E4-4484-8505-DC54A22E2A3D}" sibTransId="{ECE8BBD4-5D92-4E64-AAF3-330AB97B035A}"/>
    <dgm:cxn modelId="{FABB3C3B-DC3E-4A6B-911A-5422C5DB32B1}" srcId="{970A3168-3EDD-461C-925E-BA975507EAB8}" destId="{C6A593A7-788E-4F84-981D-02A92F968BCD}" srcOrd="0" destOrd="0" parTransId="{5465C732-6B62-4E3D-B886-0306016445A7}" sibTransId="{D1E07607-AAD7-4A36-9D56-08B5512BFC41}"/>
    <dgm:cxn modelId="{222B5262-1001-4B28-ADA6-5E7A3DE4BD97}" type="presOf" srcId="{E0DF3908-3C5F-4C63-A235-501409132C8B}" destId="{B4D08DDD-C168-48D5-8FF7-75FE76CD6FEC}" srcOrd="0" destOrd="1" presId="urn:microsoft.com/office/officeart/2018/5/layout/CenteredIconLabelDescriptionList"/>
    <dgm:cxn modelId="{E01FDC46-D431-4A23-8BF5-1125723CF3BB}" type="presOf" srcId="{E46425D1-47EF-4397-9252-E81E6C6D2FEE}" destId="{CCE974A5-1EF8-4C84-A88C-B50070B599B0}" srcOrd="0" destOrd="1" presId="urn:microsoft.com/office/officeart/2018/5/layout/CenteredIconLabelDescriptionList"/>
    <dgm:cxn modelId="{0AFFF048-E360-44E4-94C4-568DAC5F18E7}" type="presOf" srcId="{44975C90-AE07-4258-AF8D-590AC81694B1}" destId="{B4D08DDD-C168-48D5-8FF7-75FE76CD6FEC}" srcOrd="0" destOrd="0" presId="urn:microsoft.com/office/officeart/2018/5/layout/CenteredIconLabelDescriptionList"/>
    <dgm:cxn modelId="{F99CF572-7938-43CC-9687-21A3842D0403}" srcId="{970A3168-3EDD-461C-925E-BA975507EAB8}" destId="{D6880FBA-A62B-4E15-80CC-02A709C91BE7}" srcOrd="2" destOrd="0" parTransId="{DF50EF4B-40DB-4F02-8A99-1CD92F81ECC5}" sibTransId="{4AB20892-363A-4778-84DD-60AE42734F7D}"/>
    <dgm:cxn modelId="{BC1FC356-F070-4348-A36C-7DC42F39AC5B}" type="presOf" srcId="{970A3168-3EDD-461C-925E-BA975507EAB8}" destId="{373ABC7B-3DF7-491A-B934-0CA73118FA97}" srcOrd="0" destOrd="0" presId="urn:microsoft.com/office/officeart/2018/5/layout/CenteredIconLabelDescriptionList"/>
    <dgm:cxn modelId="{6979B778-870B-489C-9297-49AF6C0EAD0F}" type="presOf" srcId="{D6880FBA-A62B-4E15-80CC-02A709C91BE7}" destId="{2EB549C2-71AB-4FD7-BD1E-4671BD43CA43}" srcOrd="0" destOrd="0" presId="urn:microsoft.com/office/officeart/2018/5/layout/CenteredIconLabelDescriptionList"/>
    <dgm:cxn modelId="{4A8A2C7F-8C17-4E63-BE0E-41F51A4656CA}" srcId="{D6880FBA-A62B-4E15-80CC-02A709C91BE7}" destId="{E46425D1-47EF-4397-9252-E81E6C6D2FEE}" srcOrd="1" destOrd="0" parTransId="{7001EAD7-B538-4840-9C33-C13EB9C3328A}" sibTransId="{DFAF0146-2A35-4A5F-87C8-6ADF73D9874A}"/>
    <dgm:cxn modelId="{8BBE6594-CD24-47A8-B9FD-009CBCBF0F19}" type="presOf" srcId="{C6A593A7-788E-4F84-981D-02A92F968BCD}" destId="{B09841C5-01EB-4DD8-9985-091425DC2F29}" srcOrd="0" destOrd="0" presId="urn:microsoft.com/office/officeart/2018/5/layout/CenteredIconLabelDescriptionList"/>
    <dgm:cxn modelId="{D195A9A9-476A-49FE-8068-98007842451E}" type="presOf" srcId="{48BC4EDF-B79E-4B11-9BB7-6C2B0EBCFC98}" destId="{CCE974A5-1EF8-4C84-A88C-B50070B599B0}" srcOrd="0" destOrd="0" presId="urn:microsoft.com/office/officeart/2018/5/layout/CenteredIconLabelDescriptionList"/>
    <dgm:cxn modelId="{72620FB1-5981-4626-9F32-1FB80234AE99}" type="presOf" srcId="{8D3EB228-9A70-457D-A154-44C97FA97460}" destId="{6C525D69-336D-4621-8188-07A999DE3D5D}" srcOrd="0" destOrd="1" presId="urn:microsoft.com/office/officeart/2018/5/layout/CenteredIconLabelDescriptionList"/>
    <dgm:cxn modelId="{998CCEB2-7E4F-47E8-A3AB-D0EABA99086A}" type="presOf" srcId="{F0659D33-B0BD-43E7-BD1B-8232D04556B7}" destId="{9A76898D-322C-454E-BDB4-FB4C13972852}" srcOrd="0" destOrd="0" presId="urn:microsoft.com/office/officeart/2018/5/layout/CenteredIconLabelDescriptionList"/>
    <dgm:cxn modelId="{2EA890BF-B484-417A-BB0C-AF4A3882FBC2}" type="presOf" srcId="{A8EB919C-4C31-40B4-9EED-ACB5EC94B51D}" destId="{6C525D69-336D-4621-8188-07A999DE3D5D}" srcOrd="0" destOrd="0" presId="urn:microsoft.com/office/officeart/2018/5/layout/CenteredIconLabelDescriptionList"/>
    <dgm:cxn modelId="{5B75B9BF-04BC-40DE-BABF-0C14063527D8}" srcId="{C6A593A7-788E-4F84-981D-02A92F968BCD}" destId="{8D3EB228-9A70-457D-A154-44C97FA97460}" srcOrd="1" destOrd="0" parTransId="{FA31E502-3C7A-44BE-91D9-E5E35556BE59}" sibTransId="{4D3DB6BF-402E-4FC2-A23B-88272322AFCB}"/>
    <dgm:cxn modelId="{DB26F6C3-0E55-4EB0-857E-58C1D45FA09B}" srcId="{C6A593A7-788E-4F84-981D-02A92F968BCD}" destId="{A8EB919C-4C31-40B4-9EED-ACB5EC94B51D}" srcOrd="0" destOrd="0" parTransId="{1C99BE3D-23A7-4661-A118-16A1AE57420A}" sibTransId="{BC35ED89-9D34-4083-AD6E-21F6116A31AE}"/>
    <dgm:cxn modelId="{52A20CC4-1A00-4529-9892-62FB26ACCFDF}" srcId="{D6880FBA-A62B-4E15-80CC-02A709C91BE7}" destId="{48BC4EDF-B79E-4B11-9BB7-6C2B0EBCFC98}" srcOrd="0" destOrd="0" parTransId="{969BAFA9-AEC7-41C1-AF00-09B7A0CC2D63}" sibTransId="{5B3D4542-F618-41E2-9FF8-4D6069531BB3}"/>
    <dgm:cxn modelId="{21EC50D8-B373-42FE-9DD1-162FF5F99001}" srcId="{970A3168-3EDD-461C-925E-BA975507EAB8}" destId="{F0659D33-B0BD-43E7-BD1B-8232D04556B7}" srcOrd="1" destOrd="0" parTransId="{235A2BDD-DCD4-489E-9E90-168F2258985E}" sibTransId="{C0BFFBFE-332F-47FD-87E7-453BCBF8A1C2}"/>
    <dgm:cxn modelId="{5BA2EEFD-4F7D-4924-9870-79839124789B}" type="presParOf" srcId="{373ABC7B-3DF7-491A-B934-0CA73118FA97}" destId="{1D9DC2DD-A706-477B-A1CC-E204FFA15429}" srcOrd="0" destOrd="0" presId="urn:microsoft.com/office/officeart/2018/5/layout/CenteredIconLabelDescriptionList"/>
    <dgm:cxn modelId="{9F1A17FD-2C34-4138-AB73-D1CF3C4331ED}" type="presParOf" srcId="{1D9DC2DD-A706-477B-A1CC-E204FFA15429}" destId="{755BADD2-B0BA-4F0A-9C7D-96A91EFCF762}" srcOrd="0" destOrd="0" presId="urn:microsoft.com/office/officeart/2018/5/layout/CenteredIconLabelDescriptionList"/>
    <dgm:cxn modelId="{3CC2EBDC-33F3-4332-8A06-C1C4159A05BB}" type="presParOf" srcId="{1D9DC2DD-A706-477B-A1CC-E204FFA15429}" destId="{628A6A2F-19C3-42E5-A916-0516D112C12C}" srcOrd="1" destOrd="0" presId="urn:microsoft.com/office/officeart/2018/5/layout/CenteredIconLabelDescriptionList"/>
    <dgm:cxn modelId="{FCF00A03-BDDE-423F-BE1F-27F44C1ED489}" type="presParOf" srcId="{1D9DC2DD-A706-477B-A1CC-E204FFA15429}" destId="{B09841C5-01EB-4DD8-9985-091425DC2F29}" srcOrd="2" destOrd="0" presId="urn:microsoft.com/office/officeart/2018/5/layout/CenteredIconLabelDescriptionList"/>
    <dgm:cxn modelId="{C8988540-AE5F-4FF4-8270-3E1D23C01E7E}" type="presParOf" srcId="{1D9DC2DD-A706-477B-A1CC-E204FFA15429}" destId="{448142F4-A200-40CA-9D5D-D148D1C1CA12}" srcOrd="3" destOrd="0" presId="urn:microsoft.com/office/officeart/2018/5/layout/CenteredIconLabelDescriptionList"/>
    <dgm:cxn modelId="{3FA5C946-4762-470C-A696-CC83E8AC9EF3}" type="presParOf" srcId="{1D9DC2DD-A706-477B-A1CC-E204FFA15429}" destId="{6C525D69-336D-4621-8188-07A999DE3D5D}" srcOrd="4" destOrd="0" presId="urn:microsoft.com/office/officeart/2018/5/layout/CenteredIconLabelDescriptionList"/>
    <dgm:cxn modelId="{749835E4-3B94-491B-98AE-667AFF43A7FC}" type="presParOf" srcId="{373ABC7B-3DF7-491A-B934-0CA73118FA97}" destId="{30456F97-B34A-461B-ACE5-21FA057BCF8C}" srcOrd="1" destOrd="0" presId="urn:microsoft.com/office/officeart/2018/5/layout/CenteredIconLabelDescriptionList"/>
    <dgm:cxn modelId="{0A0B4303-B963-4786-8C72-5E2EC9C4CBBD}" type="presParOf" srcId="{373ABC7B-3DF7-491A-B934-0CA73118FA97}" destId="{99BEDD41-6D42-4669-9C02-B99E45628628}" srcOrd="2" destOrd="0" presId="urn:microsoft.com/office/officeart/2018/5/layout/CenteredIconLabelDescriptionList"/>
    <dgm:cxn modelId="{65D53BC6-ECDD-455A-AB52-77294B7849C0}" type="presParOf" srcId="{99BEDD41-6D42-4669-9C02-B99E45628628}" destId="{DA798801-D516-4621-BD4D-42D91B6B6527}" srcOrd="0" destOrd="0" presId="urn:microsoft.com/office/officeart/2018/5/layout/CenteredIconLabelDescriptionList"/>
    <dgm:cxn modelId="{943417AF-CF3F-45EB-AFBF-F1C41F24D18E}" type="presParOf" srcId="{99BEDD41-6D42-4669-9C02-B99E45628628}" destId="{5B775000-D5B0-4BC9-B85B-E17376E51774}" srcOrd="1" destOrd="0" presId="urn:microsoft.com/office/officeart/2018/5/layout/CenteredIconLabelDescriptionList"/>
    <dgm:cxn modelId="{F6098643-E1E4-4659-89D8-BFC13793E200}" type="presParOf" srcId="{99BEDD41-6D42-4669-9C02-B99E45628628}" destId="{9A76898D-322C-454E-BDB4-FB4C13972852}" srcOrd="2" destOrd="0" presId="urn:microsoft.com/office/officeart/2018/5/layout/CenteredIconLabelDescriptionList"/>
    <dgm:cxn modelId="{245F5C8B-199A-4E8D-AE5E-AE5FD51BFBE3}" type="presParOf" srcId="{99BEDD41-6D42-4669-9C02-B99E45628628}" destId="{D1F45E7F-541E-476D-B411-8652CF13E331}" srcOrd="3" destOrd="0" presId="urn:microsoft.com/office/officeart/2018/5/layout/CenteredIconLabelDescriptionList"/>
    <dgm:cxn modelId="{6C4DA430-95E0-446B-A8C0-911650E2B253}" type="presParOf" srcId="{99BEDD41-6D42-4669-9C02-B99E45628628}" destId="{B4D08DDD-C168-48D5-8FF7-75FE76CD6FEC}" srcOrd="4" destOrd="0" presId="urn:microsoft.com/office/officeart/2018/5/layout/CenteredIconLabelDescriptionList"/>
    <dgm:cxn modelId="{A4FA29C0-5980-49E3-86CF-14AAFCD0FA95}" type="presParOf" srcId="{373ABC7B-3DF7-491A-B934-0CA73118FA97}" destId="{B9914600-3473-444B-83AC-A539C05FB9B6}" srcOrd="3" destOrd="0" presId="urn:microsoft.com/office/officeart/2018/5/layout/CenteredIconLabelDescriptionList"/>
    <dgm:cxn modelId="{6F38309A-84BC-4D73-AB98-B55C0EB2FDCE}" type="presParOf" srcId="{373ABC7B-3DF7-491A-B934-0CA73118FA97}" destId="{03C083D3-4F70-45CD-9B7F-F5B112BEEAE0}" srcOrd="4" destOrd="0" presId="urn:microsoft.com/office/officeart/2018/5/layout/CenteredIconLabelDescriptionList"/>
    <dgm:cxn modelId="{9C6DB707-6173-414B-A8C3-843C649CC0B8}" type="presParOf" srcId="{03C083D3-4F70-45CD-9B7F-F5B112BEEAE0}" destId="{7B850170-1D0D-4617-A2D0-DDB4A0391EE5}" srcOrd="0" destOrd="0" presId="urn:microsoft.com/office/officeart/2018/5/layout/CenteredIconLabelDescriptionList"/>
    <dgm:cxn modelId="{4FEF8018-EDC1-4918-B9CF-90989B8FEDC8}" type="presParOf" srcId="{03C083D3-4F70-45CD-9B7F-F5B112BEEAE0}" destId="{D4D84B0A-4F78-47E4-ADC5-7A201B7A51B0}" srcOrd="1" destOrd="0" presId="urn:microsoft.com/office/officeart/2018/5/layout/CenteredIconLabelDescriptionList"/>
    <dgm:cxn modelId="{A12F7EF6-C2E2-449D-93AB-C900C1199B4C}" type="presParOf" srcId="{03C083D3-4F70-45CD-9B7F-F5B112BEEAE0}" destId="{2EB549C2-71AB-4FD7-BD1E-4671BD43CA43}" srcOrd="2" destOrd="0" presId="urn:microsoft.com/office/officeart/2018/5/layout/CenteredIconLabelDescriptionList"/>
    <dgm:cxn modelId="{B03B30DF-E3FD-4279-8D70-8754A167B6A1}" type="presParOf" srcId="{03C083D3-4F70-45CD-9B7F-F5B112BEEAE0}" destId="{B45868B9-75F1-4998-A260-08F520B28FBD}" srcOrd="3" destOrd="0" presId="urn:microsoft.com/office/officeart/2018/5/layout/CenteredIconLabelDescriptionList"/>
    <dgm:cxn modelId="{2F2B1F11-F095-4AD5-AF0A-F86AC1D966A7}" type="presParOf" srcId="{03C083D3-4F70-45CD-9B7F-F5B112BEEAE0}" destId="{CCE974A5-1EF8-4C84-A88C-B50070B599B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7E6E67A3-07B2-4112-BE88-E6E996C164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4EB29B-5E7D-45DC-A18C-A53B69CD0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Gabriel copies the </a:t>
          </a:r>
          <a:r>
            <a:rPr lang="en-US" dirty="0" err="1"/>
            <a:t>xpub</a:t>
          </a:r>
          <a:r>
            <a:rPr lang="en-US" dirty="0"/>
            <a:t> </a:t>
          </a:r>
        </a:p>
      </dgm:t>
    </dgm:pt>
    <dgm:pt modelId="{33DBC386-3FFF-40A3-B93A-708566E360FA}" type="parTrans" cxnId="{4C9A1D95-F58B-4A86-ABDD-6D4DEA2528AC}">
      <dgm:prSet/>
      <dgm:spPr/>
      <dgm:t>
        <a:bodyPr/>
        <a:lstStyle/>
        <a:p>
          <a:endParaRPr lang="en-US"/>
        </a:p>
      </dgm:t>
    </dgm:pt>
    <dgm:pt modelId="{679E82B1-93A5-416C-85EE-0421E1FB6A94}" type="sibTrans" cxnId="{4C9A1D95-F58B-4A86-ABDD-6D4DEA2528AC}">
      <dgm:prSet/>
      <dgm:spPr/>
      <dgm:t>
        <a:bodyPr/>
        <a:lstStyle/>
        <a:p>
          <a:endParaRPr lang="en-US"/>
        </a:p>
      </dgm:t>
    </dgm:pt>
    <dgm:pt modelId="{47E1D569-592C-4CDE-9666-15EACF764F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his web store’s bitcoin shop software. </a:t>
          </a:r>
        </a:p>
      </dgm:t>
    </dgm:pt>
    <dgm:pt modelId="{4B85F88C-8C48-4F39-A62E-5840F0749AB0}" type="parTrans" cxnId="{58F3718C-4BF9-420D-9910-FF86FA018137}">
      <dgm:prSet/>
      <dgm:spPr/>
      <dgm:t>
        <a:bodyPr/>
        <a:lstStyle/>
        <a:p>
          <a:endParaRPr lang="en-US"/>
        </a:p>
      </dgm:t>
    </dgm:pt>
    <dgm:pt modelId="{291B9143-F360-4876-AB74-2FADAD0CCD63}" type="sibTrans" cxnId="{58F3718C-4BF9-420D-9910-FF86FA018137}">
      <dgm:prSet/>
      <dgm:spPr/>
      <dgm:t>
        <a:bodyPr/>
        <a:lstStyle/>
        <a:p>
          <a:endParaRPr lang="en-US"/>
        </a:p>
      </dgm:t>
    </dgm:pt>
    <dgm:pt modelId="{8EE139B9-159A-4405-B8A5-CA8647C613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 uses </a:t>
          </a:r>
          <a:r>
            <a:rPr lang="en-US" i="1" dirty="0"/>
            <a:t>Mycelium</a:t>
          </a:r>
          <a:r>
            <a:rPr lang="tr-TR" i="1" dirty="0"/>
            <a:t> </a:t>
          </a:r>
          <a:r>
            <a:rPr lang="en-US" i="1" dirty="0"/>
            <a:t>Gear</a:t>
          </a:r>
          <a:r>
            <a:rPr lang="en-US" dirty="0"/>
            <a:t> </a:t>
          </a:r>
        </a:p>
      </dgm:t>
    </dgm:pt>
    <dgm:pt modelId="{8EA56EFD-C85B-42E2-83B7-CAAAA6B25B41}" type="parTrans" cxnId="{FC051F09-B242-4E8A-88B0-D73CC1C9DD06}">
      <dgm:prSet/>
      <dgm:spPr/>
      <dgm:t>
        <a:bodyPr/>
        <a:lstStyle/>
        <a:p>
          <a:endParaRPr lang="en-US"/>
        </a:p>
      </dgm:t>
    </dgm:pt>
    <dgm:pt modelId="{40A0B02E-39E3-40B8-B422-3667600EAFF4}" type="sibTrans" cxnId="{FC051F09-B242-4E8A-88B0-D73CC1C9DD06}">
      <dgm:prSet/>
      <dgm:spPr/>
      <dgm:t>
        <a:bodyPr/>
        <a:lstStyle/>
        <a:p>
          <a:endParaRPr lang="en-US"/>
        </a:p>
      </dgm:t>
    </dgm:pt>
    <dgm:pt modelId="{0C4450ED-8B21-4DCA-AAEF-FBEC59DEFE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an open source web-store plugin </a:t>
          </a:r>
        </a:p>
      </dgm:t>
    </dgm:pt>
    <dgm:pt modelId="{8939B414-B1D6-4081-88F0-C727862FA6D2}" type="parTrans" cxnId="{7824E6E0-DEFD-444D-B06B-32B431B035D3}">
      <dgm:prSet/>
      <dgm:spPr/>
      <dgm:t>
        <a:bodyPr/>
        <a:lstStyle/>
        <a:p>
          <a:endParaRPr lang="en-US"/>
        </a:p>
      </dgm:t>
    </dgm:pt>
    <dgm:pt modelId="{3971F10E-0CCE-46D0-A995-D66BF54610F2}" type="sibTrans" cxnId="{7824E6E0-DEFD-444D-B06B-32B431B035D3}">
      <dgm:prSet/>
      <dgm:spPr/>
      <dgm:t>
        <a:bodyPr/>
        <a:lstStyle/>
        <a:p>
          <a:endParaRPr lang="en-US"/>
        </a:p>
      </dgm:t>
    </dgm:pt>
    <dgm:pt modelId="{BBA0095D-4E07-4E0B-AE9B-C3E2BBBE21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a variety of web hosting and con tent platforms. </a:t>
          </a:r>
        </a:p>
      </dgm:t>
    </dgm:pt>
    <dgm:pt modelId="{C4D26403-1275-4054-9049-7BB006E71B6A}" type="parTrans" cxnId="{A2186748-8815-4F75-B257-7286A243F4C4}">
      <dgm:prSet/>
      <dgm:spPr/>
      <dgm:t>
        <a:bodyPr/>
        <a:lstStyle/>
        <a:p>
          <a:endParaRPr lang="en-US"/>
        </a:p>
      </dgm:t>
    </dgm:pt>
    <dgm:pt modelId="{C8C748CC-52DE-4674-894D-8421AE5B8B0B}" type="sibTrans" cxnId="{A2186748-8815-4F75-B257-7286A243F4C4}">
      <dgm:prSet/>
      <dgm:spPr/>
      <dgm:t>
        <a:bodyPr/>
        <a:lstStyle/>
        <a:p>
          <a:endParaRPr lang="en-US"/>
        </a:p>
      </dgm:t>
    </dgm:pt>
    <dgm:pt modelId="{DB19718E-E017-4E81-8105-E766EAA7A8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Mycelium Gear uses the </a:t>
          </a:r>
          <a:r>
            <a:rPr lang="en-US" dirty="0" err="1"/>
            <a:t>xpub</a:t>
          </a:r>
          <a:endParaRPr lang="en-US" dirty="0"/>
        </a:p>
      </dgm:t>
    </dgm:pt>
    <dgm:pt modelId="{641A5AD7-BA25-4E88-901F-8897CE4B3339}" type="parTrans" cxnId="{02F8F638-0067-4494-AE15-6BC09C6DEF4B}">
      <dgm:prSet/>
      <dgm:spPr/>
      <dgm:t>
        <a:bodyPr/>
        <a:lstStyle/>
        <a:p>
          <a:endParaRPr lang="en-US"/>
        </a:p>
      </dgm:t>
    </dgm:pt>
    <dgm:pt modelId="{634A73F5-3030-47DE-88F9-D9611B6988A5}" type="sibTrans" cxnId="{02F8F638-0067-4494-AE15-6BC09C6DEF4B}">
      <dgm:prSet/>
      <dgm:spPr/>
      <dgm:t>
        <a:bodyPr/>
        <a:lstStyle/>
        <a:p>
          <a:endParaRPr lang="en-US"/>
        </a:p>
      </dgm:t>
    </dgm:pt>
    <dgm:pt modelId="{7D60910E-346F-48DD-BE18-001C030161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generate a unique address for every</a:t>
          </a:r>
          <a:r>
            <a:rPr lang="tr-TR"/>
            <a:t> purchase.</a:t>
          </a:r>
          <a:endParaRPr lang="en-US"/>
        </a:p>
      </dgm:t>
    </dgm:pt>
    <dgm:pt modelId="{CAFE5815-62D6-4767-84B3-D0ABC5088EEC}" type="parTrans" cxnId="{1B56650F-73B5-4F2D-8FE1-B788FD371A40}">
      <dgm:prSet/>
      <dgm:spPr/>
      <dgm:t>
        <a:bodyPr/>
        <a:lstStyle/>
        <a:p>
          <a:endParaRPr lang="en-US"/>
        </a:p>
      </dgm:t>
    </dgm:pt>
    <dgm:pt modelId="{14A4DB23-E9EE-474B-87F0-E10A9126516C}" type="sibTrans" cxnId="{1B56650F-73B5-4F2D-8FE1-B788FD371A40}">
      <dgm:prSet/>
      <dgm:spPr/>
      <dgm:t>
        <a:bodyPr/>
        <a:lstStyle/>
        <a:p>
          <a:endParaRPr lang="en-US"/>
        </a:p>
      </dgm:t>
    </dgm:pt>
    <dgm:pt modelId="{E2AE6494-2279-429A-9125-651558426D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Copy xpub</a:t>
          </a:r>
          <a:endParaRPr lang="en-US"/>
        </a:p>
      </dgm:t>
    </dgm:pt>
    <dgm:pt modelId="{466F7239-4AA3-4A1A-95B0-82DAB1301BED}" type="parTrans" cxnId="{D9B5A20D-3B2C-477E-A90D-AC8195BBB318}">
      <dgm:prSet/>
      <dgm:spPr/>
      <dgm:t>
        <a:bodyPr/>
        <a:lstStyle/>
        <a:p>
          <a:endParaRPr lang="tr-TR"/>
        </a:p>
      </dgm:t>
    </dgm:pt>
    <dgm:pt modelId="{47540E0F-FFD2-4BC2-8F1E-00E4C36B3EAB}" type="sibTrans" cxnId="{D9B5A20D-3B2C-477E-A90D-AC8195BBB318}">
      <dgm:prSet/>
      <dgm:spPr/>
      <dgm:t>
        <a:bodyPr/>
        <a:lstStyle/>
        <a:p>
          <a:endParaRPr lang="tr-TR"/>
        </a:p>
      </dgm:t>
    </dgm:pt>
    <dgm:pt modelId="{93322B4D-D5A6-401C-927F-467DF7BF83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Web-Store Plugin</a:t>
          </a:r>
          <a:endParaRPr lang="en-US"/>
        </a:p>
      </dgm:t>
    </dgm:pt>
    <dgm:pt modelId="{A3848033-8D5F-479C-9E80-31678E17404C}" type="parTrans" cxnId="{D64EBE8C-BC9D-4D07-9D62-049AE034BA3B}">
      <dgm:prSet/>
      <dgm:spPr/>
      <dgm:t>
        <a:bodyPr/>
        <a:lstStyle/>
        <a:p>
          <a:endParaRPr lang="tr-TR"/>
        </a:p>
      </dgm:t>
    </dgm:pt>
    <dgm:pt modelId="{77D73BB0-64DC-41D9-990A-1AF4384D9B28}" type="sibTrans" cxnId="{D64EBE8C-BC9D-4D07-9D62-049AE034BA3B}">
      <dgm:prSet/>
      <dgm:spPr/>
      <dgm:t>
        <a:bodyPr/>
        <a:lstStyle/>
        <a:p>
          <a:endParaRPr lang="tr-TR"/>
        </a:p>
      </dgm:t>
    </dgm:pt>
    <dgm:pt modelId="{A3147B7C-81CE-41B4-9B18-BA98D5F8CE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Unique Addresses for Purchases</a:t>
          </a:r>
          <a:endParaRPr lang="en-US"/>
        </a:p>
      </dgm:t>
    </dgm:pt>
    <dgm:pt modelId="{55763CCA-5D7C-435B-B049-7DEB2D808307}" type="parTrans" cxnId="{79053B30-F467-4E41-9442-665625E1EDEA}">
      <dgm:prSet/>
      <dgm:spPr/>
      <dgm:t>
        <a:bodyPr/>
        <a:lstStyle/>
        <a:p>
          <a:endParaRPr lang="tr-TR"/>
        </a:p>
      </dgm:t>
    </dgm:pt>
    <dgm:pt modelId="{C23F8AA3-C557-4FF5-9A96-9ABFF53CE491}" type="sibTrans" cxnId="{79053B30-F467-4E41-9442-665625E1EDEA}">
      <dgm:prSet/>
      <dgm:spPr/>
      <dgm:t>
        <a:bodyPr/>
        <a:lstStyle/>
        <a:p>
          <a:endParaRPr lang="tr-TR"/>
        </a:p>
      </dgm:t>
    </dgm:pt>
    <dgm:pt modelId="{D7760A00-CC20-4CA2-BDC0-7A094AE1EAD4}" type="pres">
      <dgm:prSet presAssocID="{7E6E67A3-07B2-4112-BE88-E6E996C164EE}" presName="root" presStyleCnt="0">
        <dgm:presLayoutVars>
          <dgm:dir/>
          <dgm:resizeHandles val="exact"/>
        </dgm:presLayoutVars>
      </dgm:prSet>
      <dgm:spPr/>
    </dgm:pt>
    <dgm:pt modelId="{E15254BF-39C9-4EF6-A1DD-595EF98A24D4}" type="pres">
      <dgm:prSet presAssocID="{E2AE6494-2279-429A-9125-651558426D6E}" presName="compNode" presStyleCnt="0"/>
      <dgm:spPr/>
    </dgm:pt>
    <dgm:pt modelId="{C2625D5E-435A-4CD8-B1F1-6607F50B3897}" type="pres">
      <dgm:prSet presAssocID="{E2AE6494-2279-429A-9125-651558426D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E1814BB5-60B6-4C1F-A981-7F664D5EA745}" type="pres">
      <dgm:prSet presAssocID="{E2AE6494-2279-429A-9125-651558426D6E}" presName="iconSpace" presStyleCnt="0"/>
      <dgm:spPr/>
    </dgm:pt>
    <dgm:pt modelId="{DBD6D7E8-0FAE-4190-B723-A27594751941}" type="pres">
      <dgm:prSet presAssocID="{E2AE6494-2279-429A-9125-651558426D6E}" presName="parTx" presStyleLbl="revTx" presStyleIdx="0" presStyleCnt="6">
        <dgm:presLayoutVars>
          <dgm:chMax val="0"/>
          <dgm:chPref val="0"/>
        </dgm:presLayoutVars>
      </dgm:prSet>
      <dgm:spPr/>
    </dgm:pt>
    <dgm:pt modelId="{33392E71-5E66-42C9-94CC-8CF8C79723B9}" type="pres">
      <dgm:prSet presAssocID="{E2AE6494-2279-429A-9125-651558426D6E}" presName="txSpace" presStyleCnt="0"/>
      <dgm:spPr/>
    </dgm:pt>
    <dgm:pt modelId="{63E20194-96B6-442D-BE15-E9AB47D0DAFD}" type="pres">
      <dgm:prSet presAssocID="{E2AE6494-2279-429A-9125-651558426D6E}" presName="desTx" presStyleLbl="revTx" presStyleIdx="1" presStyleCnt="6">
        <dgm:presLayoutVars/>
      </dgm:prSet>
      <dgm:spPr/>
    </dgm:pt>
    <dgm:pt modelId="{E3ABD2EE-9E0E-4EAE-BA99-AC866DDBE12F}" type="pres">
      <dgm:prSet presAssocID="{47540E0F-FFD2-4BC2-8F1E-00E4C36B3EAB}" presName="sibTrans" presStyleCnt="0"/>
      <dgm:spPr/>
    </dgm:pt>
    <dgm:pt modelId="{D0EC9101-8A35-4090-8F6B-3F6741F8F0F0}" type="pres">
      <dgm:prSet presAssocID="{93322B4D-D5A6-401C-927F-467DF7BF8377}" presName="compNode" presStyleCnt="0"/>
      <dgm:spPr/>
    </dgm:pt>
    <dgm:pt modelId="{2B347A2D-40CB-45E5-92DE-A7E57BC66A4B}" type="pres">
      <dgm:prSet presAssocID="{93322B4D-D5A6-401C-927F-467DF7BF83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2009EA8-69C9-4E73-95CF-02EC261694D0}" type="pres">
      <dgm:prSet presAssocID="{93322B4D-D5A6-401C-927F-467DF7BF8377}" presName="iconSpace" presStyleCnt="0"/>
      <dgm:spPr/>
    </dgm:pt>
    <dgm:pt modelId="{9FC234CE-81D4-467D-8E1C-E5ADD77F87A6}" type="pres">
      <dgm:prSet presAssocID="{93322B4D-D5A6-401C-927F-467DF7BF8377}" presName="parTx" presStyleLbl="revTx" presStyleIdx="2" presStyleCnt="6">
        <dgm:presLayoutVars>
          <dgm:chMax val="0"/>
          <dgm:chPref val="0"/>
        </dgm:presLayoutVars>
      </dgm:prSet>
      <dgm:spPr/>
    </dgm:pt>
    <dgm:pt modelId="{4416F172-B089-4ED1-8835-D94FFAAC5D0E}" type="pres">
      <dgm:prSet presAssocID="{93322B4D-D5A6-401C-927F-467DF7BF8377}" presName="txSpace" presStyleCnt="0"/>
      <dgm:spPr/>
    </dgm:pt>
    <dgm:pt modelId="{8ED6F1BB-CFFE-4F32-AB5F-454C7F001150}" type="pres">
      <dgm:prSet presAssocID="{93322B4D-D5A6-401C-927F-467DF7BF8377}" presName="desTx" presStyleLbl="revTx" presStyleIdx="3" presStyleCnt="6">
        <dgm:presLayoutVars/>
      </dgm:prSet>
      <dgm:spPr/>
    </dgm:pt>
    <dgm:pt modelId="{33559427-B539-476C-9746-450621A6F0C1}" type="pres">
      <dgm:prSet presAssocID="{77D73BB0-64DC-41D9-990A-1AF4384D9B28}" presName="sibTrans" presStyleCnt="0"/>
      <dgm:spPr/>
    </dgm:pt>
    <dgm:pt modelId="{E6B75AC4-6494-4120-866F-B55F0F0D6161}" type="pres">
      <dgm:prSet presAssocID="{A3147B7C-81CE-41B4-9B18-BA98D5F8CE43}" presName="compNode" presStyleCnt="0"/>
      <dgm:spPr/>
    </dgm:pt>
    <dgm:pt modelId="{2E8F77D9-DD60-41E3-814A-39815823BE90}" type="pres">
      <dgm:prSet presAssocID="{A3147B7C-81CE-41B4-9B18-BA98D5F8CE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7090840-EAAB-44FE-8B18-ADBF8E492360}" type="pres">
      <dgm:prSet presAssocID="{A3147B7C-81CE-41B4-9B18-BA98D5F8CE43}" presName="iconSpace" presStyleCnt="0"/>
      <dgm:spPr/>
    </dgm:pt>
    <dgm:pt modelId="{9B0AF314-C265-44DB-A9AE-C54E37C63C23}" type="pres">
      <dgm:prSet presAssocID="{A3147B7C-81CE-41B4-9B18-BA98D5F8CE43}" presName="parTx" presStyleLbl="revTx" presStyleIdx="4" presStyleCnt="6">
        <dgm:presLayoutVars>
          <dgm:chMax val="0"/>
          <dgm:chPref val="0"/>
        </dgm:presLayoutVars>
      </dgm:prSet>
      <dgm:spPr/>
    </dgm:pt>
    <dgm:pt modelId="{33D15199-633B-47BC-8F2C-2384F8A33CC5}" type="pres">
      <dgm:prSet presAssocID="{A3147B7C-81CE-41B4-9B18-BA98D5F8CE43}" presName="txSpace" presStyleCnt="0"/>
      <dgm:spPr/>
    </dgm:pt>
    <dgm:pt modelId="{7209E49F-2E56-40DA-B6BC-0451314E6824}" type="pres">
      <dgm:prSet presAssocID="{A3147B7C-81CE-41B4-9B18-BA98D5F8CE43}" presName="desTx" presStyleLbl="revTx" presStyleIdx="5" presStyleCnt="6">
        <dgm:presLayoutVars/>
      </dgm:prSet>
      <dgm:spPr/>
    </dgm:pt>
  </dgm:ptLst>
  <dgm:cxnLst>
    <dgm:cxn modelId="{FC051F09-B242-4E8A-88B0-D73CC1C9DD06}" srcId="{93322B4D-D5A6-401C-927F-467DF7BF8377}" destId="{8EE139B9-159A-4405-B8A5-CA8647C613DC}" srcOrd="0" destOrd="0" parTransId="{8EA56EFD-C85B-42E2-83B7-CAAAA6B25B41}" sibTransId="{40A0B02E-39E3-40B8-B422-3667600EAFF4}"/>
    <dgm:cxn modelId="{D9B5A20D-3B2C-477E-A90D-AC8195BBB318}" srcId="{7E6E67A3-07B2-4112-BE88-E6E996C164EE}" destId="{E2AE6494-2279-429A-9125-651558426D6E}" srcOrd="0" destOrd="0" parTransId="{466F7239-4AA3-4A1A-95B0-82DAB1301BED}" sibTransId="{47540E0F-FFD2-4BC2-8F1E-00E4C36B3EAB}"/>
    <dgm:cxn modelId="{1B56650F-73B5-4F2D-8FE1-B788FD371A40}" srcId="{A3147B7C-81CE-41B4-9B18-BA98D5F8CE43}" destId="{7D60910E-346F-48DD-BE18-001C030161D1}" srcOrd="1" destOrd="0" parTransId="{CAFE5815-62D6-4767-84B3-D0ABC5088EEC}" sibTransId="{14A4DB23-E9EE-474B-87F0-E10A9126516C}"/>
    <dgm:cxn modelId="{9B55B312-9CD8-47CE-9B49-126AE91E9D86}" type="presOf" srcId="{DB19718E-E017-4E81-8105-E766EAA7A85A}" destId="{7209E49F-2E56-40DA-B6BC-0451314E6824}" srcOrd="0" destOrd="0" presId="urn:microsoft.com/office/officeart/2018/5/layout/CenteredIconLabelDescriptionList"/>
    <dgm:cxn modelId="{79053B30-F467-4E41-9442-665625E1EDEA}" srcId="{7E6E67A3-07B2-4112-BE88-E6E996C164EE}" destId="{A3147B7C-81CE-41B4-9B18-BA98D5F8CE43}" srcOrd="2" destOrd="0" parTransId="{55763CCA-5D7C-435B-B049-7DEB2D808307}" sibTransId="{C23F8AA3-C557-4FF5-9A96-9ABFF53CE491}"/>
    <dgm:cxn modelId="{E550E936-FCB0-4591-9792-DFE77700F615}" type="presOf" srcId="{47E1D569-592C-4CDE-9666-15EACF764FBC}" destId="{63E20194-96B6-442D-BE15-E9AB47D0DAFD}" srcOrd="0" destOrd="1" presId="urn:microsoft.com/office/officeart/2018/5/layout/CenteredIconLabelDescriptionList"/>
    <dgm:cxn modelId="{02F8F638-0067-4494-AE15-6BC09C6DEF4B}" srcId="{A3147B7C-81CE-41B4-9B18-BA98D5F8CE43}" destId="{DB19718E-E017-4E81-8105-E766EAA7A85A}" srcOrd="0" destOrd="0" parTransId="{641A5AD7-BA25-4E88-901F-8897CE4B3339}" sibTransId="{634A73F5-3030-47DE-88F9-D9611B6988A5}"/>
    <dgm:cxn modelId="{A489A639-2A70-40EE-A918-5DD8873714FA}" type="presOf" srcId="{E2AE6494-2279-429A-9125-651558426D6E}" destId="{DBD6D7E8-0FAE-4190-B723-A27594751941}" srcOrd="0" destOrd="0" presId="urn:microsoft.com/office/officeart/2018/5/layout/CenteredIconLabelDescriptionList"/>
    <dgm:cxn modelId="{AFEA675C-CCFA-46D6-AC53-D21F2F8AE65B}" type="presOf" srcId="{BBA0095D-4E07-4E0B-AE9B-C3E2BBBE21CA}" destId="{8ED6F1BB-CFFE-4F32-AB5F-454C7F001150}" srcOrd="0" destOrd="2" presId="urn:microsoft.com/office/officeart/2018/5/layout/CenteredIconLabelDescriptionList"/>
    <dgm:cxn modelId="{DD270241-0621-4F3F-B660-145B595BA043}" type="presOf" srcId="{93322B4D-D5A6-401C-927F-467DF7BF8377}" destId="{9FC234CE-81D4-467D-8E1C-E5ADD77F87A6}" srcOrd="0" destOrd="0" presId="urn:microsoft.com/office/officeart/2018/5/layout/CenteredIconLabelDescriptionList"/>
    <dgm:cxn modelId="{5B19EE64-3C43-40AB-B19E-77CB091ECF91}" type="presOf" srcId="{A3147B7C-81CE-41B4-9B18-BA98D5F8CE43}" destId="{9B0AF314-C265-44DB-A9AE-C54E37C63C23}" srcOrd="0" destOrd="0" presId="urn:microsoft.com/office/officeart/2018/5/layout/CenteredIconLabelDescriptionList"/>
    <dgm:cxn modelId="{A2186748-8815-4F75-B257-7286A243F4C4}" srcId="{93322B4D-D5A6-401C-927F-467DF7BF8377}" destId="{BBA0095D-4E07-4E0B-AE9B-C3E2BBBE21CA}" srcOrd="2" destOrd="0" parTransId="{C4D26403-1275-4054-9049-7BB006E71B6A}" sibTransId="{C8C748CC-52DE-4674-894D-8421AE5B8B0B}"/>
    <dgm:cxn modelId="{97A0D44A-5356-46C5-8CC2-C6C5E464E604}" type="presOf" srcId="{7E6E67A3-07B2-4112-BE88-E6E996C164EE}" destId="{D7760A00-CC20-4CA2-BDC0-7A094AE1EAD4}" srcOrd="0" destOrd="0" presId="urn:microsoft.com/office/officeart/2018/5/layout/CenteredIconLabelDescriptionList"/>
    <dgm:cxn modelId="{169E9079-A182-4F27-AD63-E36159DBE846}" type="presOf" srcId="{C24EB29B-5E7D-45DC-A18C-A53B69CD0CC1}" destId="{63E20194-96B6-442D-BE15-E9AB47D0DAFD}" srcOrd="0" destOrd="0" presId="urn:microsoft.com/office/officeart/2018/5/layout/CenteredIconLabelDescriptionList"/>
    <dgm:cxn modelId="{58F3718C-4BF9-420D-9910-FF86FA018137}" srcId="{E2AE6494-2279-429A-9125-651558426D6E}" destId="{47E1D569-592C-4CDE-9666-15EACF764FBC}" srcOrd="1" destOrd="0" parTransId="{4B85F88C-8C48-4F39-A62E-5840F0749AB0}" sibTransId="{291B9143-F360-4876-AB74-2FADAD0CCD63}"/>
    <dgm:cxn modelId="{D64EBE8C-BC9D-4D07-9D62-049AE034BA3B}" srcId="{7E6E67A3-07B2-4112-BE88-E6E996C164EE}" destId="{93322B4D-D5A6-401C-927F-467DF7BF8377}" srcOrd="1" destOrd="0" parTransId="{A3848033-8D5F-479C-9E80-31678E17404C}" sibTransId="{77D73BB0-64DC-41D9-990A-1AF4384D9B28}"/>
    <dgm:cxn modelId="{4C9A1D95-F58B-4A86-ABDD-6D4DEA2528AC}" srcId="{E2AE6494-2279-429A-9125-651558426D6E}" destId="{C24EB29B-5E7D-45DC-A18C-A53B69CD0CC1}" srcOrd="0" destOrd="0" parTransId="{33DBC386-3FFF-40A3-B93A-708566E360FA}" sibTransId="{679E82B1-93A5-416C-85EE-0421E1FB6A94}"/>
    <dgm:cxn modelId="{B80098D8-16BE-41F1-B1BA-C7BD631C3F1A}" type="presOf" srcId="{0C4450ED-8B21-4DCA-AAEF-FBEC59DEFE53}" destId="{8ED6F1BB-CFFE-4F32-AB5F-454C7F001150}" srcOrd="0" destOrd="1" presId="urn:microsoft.com/office/officeart/2018/5/layout/CenteredIconLabelDescriptionList"/>
    <dgm:cxn modelId="{7824E6E0-DEFD-444D-B06B-32B431B035D3}" srcId="{93322B4D-D5A6-401C-927F-467DF7BF8377}" destId="{0C4450ED-8B21-4DCA-AAEF-FBEC59DEFE53}" srcOrd="1" destOrd="0" parTransId="{8939B414-B1D6-4081-88F0-C727862FA6D2}" sibTransId="{3971F10E-0CCE-46D0-A995-D66BF54610F2}"/>
    <dgm:cxn modelId="{6CB276F0-EF34-48C5-B3AF-8F1752E0D04B}" type="presOf" srcId="{7D60910E-346F-48DD-BE18-001C030161D1}" destId="{7209E49F-2E56-40DA-B6BC-0451314E6824}" srcOrd="0" destOrd="1" presId="urn:microsoft.com/office/officeart/2018/5/layout/CenteredIconLabelDescriptionList"/>
    <dgm:cxn modelId="{735AA8F6-91A7-4EFD-92FD-108E26264E9E}" type="presOf" srcId="{8EE139B9-159A-4405-B8A5-CA8647C613DC}" destId="{8ED6F1BB-CFFE-4F32-AB5F-454C7F001150}" srcOrd="0" destOrd="0" presId="urn:microsoft.com/office/officeart/2018/5/layout/CenteredIconLabelDescriptionList"/>
    <dgm:cxn modelId="{E19DC4AC-23EE-4982-BB98-7A398914E4CA}" type="presParOf" srcId="{D7760A00-CC20-4CA2-BDC0-7A094AE1EAD4}" destId="{E15254BF-39C9-4EF6-A1DD-595EF98A24D4}" srcOrd="0" destOrd="0" presId="urn:microsoft.com/office/officeart/2018/5/layout/CenteredIconLabelDescriptionList"/>
    <dgm:cxn modelId="{ABAE5F89-DD76-4AAF-B7C4-799E1570575A}" type="presParOf" srcId="{E15254BF-39C9-4EF6-A1DD-595EF98A24D4}" destId="{C2625D5E-435A-4CD8-B1F1-6607F50B3897}" srcOrd="0" destOrd="0" presId="urn:microsoft.com/office/officeart/2018/5/layout/CenteredIconLabelDescriptionList"/>
    <dgm:cxn modelId="{C4E020C9-2ACF-4C20-8F09-D64862CF1580}" type="presParOf" srcId="{E15254BF-39C9-4EF6-A1DD-595EF98A24D4}" destId="{E1814BB5-60B6-4C1F-A981-7F664D5EA745}" srcOrd="1" destOrd="0" presId="urn:microsoft.com/office/officeart/2018/5/layout/CenteredIconLabelDescriptionList"/>
    <dgm:cxn modelId="{63487CF0-F5F3-4695-81CF-5F68DAFFBAEB}" type="presParOf" srcId="{E15254BF-39C9-4EF6-A1DD-595EF98A24D4}" destId="{DBD6D7E8-0FAE-4190-B723-A27594751941}" srcOrd="2" destOrd="0" presId="urn:microsoft.com/office/officeart/2018/5/layout/CenteredIconLabelDescriptionList"/>
    <dgm:cxn modelId="{918527F4-B928-4B93-AD3B-B994F70C8E6E}" type="presParOf" srcId="{E15254BF-39C9-4EF6-A1DD-595EF98A24D4}" destId="{33392E71-5E66-42C9-94CC-8CF8C79723B9}" srcOrd="3" destOrd="0" presId="urn:microsoft.com/office/officeart/2018/5/layout/CenteredIconLabelDescriptionList"/>
    <dgm:cxn modelId="{F288CCCF-0945-4EBC-B16A-AC6E064343D6}" type="presParOf" srcId="{E15254BF-39C9-4EF6-A1DD-595EF98A24D4}" destId="{63E20194-96B6-442D-BE15-E9AB47D0DAFD}" srcOrd="4" destOrd="0" presId="urn:microsoft.com/office/officeart/2018/5/layout/CenteredIconLabelDescriptionList"/>
    <dgm:cxn modelId="{4B625B9C-70BE-4DF0-98BC-4BAC2EB85550}" type="presParOf" srcId="{D7760A00-CC20-4CA2-BDC0-7A094AE1EAD4}" destId="{E3ABD2EE-9E0E-4EAE-BA99-AC866DDBE12F}" srcOrd="1" destOrd="0" presId="urn:microsoft.com/office/officeart/2018/5/layout/CenteredIconLabelDescriptionList"/>
    <dgm:cxn modelId="{FB49F6C6-9AA2-4A07-9CB8-D69FB0846CE4}" type="presParOf" srcId="{D7760A00-CC20-4CA2-BDC0-7A094AE1EAD4}" destId="{D0EC9101-8A35-4090-8F6B-3F6741F8F0F0}" srcOrd="2" destOrd="0" presId="urn:microsoft.com/office/officeart/2018/5/layout/CenteredIconLabelDescriptionList"/>
    <dgm:cxn modelId="{1E74D1AF-9CF1-4774-8044-A112A7483FAD}" type="presParOf" srcId="{D0EC9101-8A35-4090-8F6B-3F6741F8F0F0}" destId="{2B347A2D-40CB-45E5-92DE-A7E57BC66A4B}" srcOrd="0" destOrd="0" presId="urn:microsoft.com/office/officeart/2018/5/layout/CenteredIconLabelDescriptionList"/>
    <dgm:cxn modelId="{ED9C845C-2CB5-47A4-8468-68E27849E4A2}" type="presParOf" srcId="{D0EC9101-8A35-4090-8F6B-3F6741F8F0F0}" destId="{A2009EA8-69C9-4E73-95CF-02EC261694D0}" srcOrd="1" destOrd="0" presId="urn:microsoft.com/office/officeart/2018/5/layout/CenteredIconLabelDescriptionList"/>
    <dgm:cxn modelId="{10FF6D99-F1BA-4D99-9B35-01A65292B35A}" type="presParOf" srcId="{D0EC9101-8A35-4090-8F6B-3F6741F8F0F0}" destId="{9FC234CE-81D4-467D-8E1C-E5ADD77F87A6}" srcOrd="2" destOrd="0" presId="urn:microsoft.com/office/officeart/2018/5/layout/CenteredIconLabelDescriptionList"/>
    <dgm:cxn modelId="{48F3071C-FCF1-44E9-B5E6-71BD7383AAE9}" type="presParOf" srcId="{D0EC9101-8A35-4090-8F6B-3F6741F8F0F0}" destId="{4416F172-B089-4ED1-8835-D94FFAAC5D0E}" srcOrd="3" destOrd="0" presId="urn:microsoft.com/office/officeart/2018/5/layout/CenteredIconLabelDescriptionList"/>
    <dgm:cxn modelId="{65970C67-5AC4-4B9F-9917-DC153EB6C9DD}" type="presParOf" srcId="{D0EC9101-8A35-4090-8F6B-3F6741F8F0F0}" destId="{8ED6F1BB-CFFE-4F32-AB5F-454C7F001150}" srcOrd="4" destOrd="0" presId="urn:microsoft.com/office/officeart/2018/5/layout/CenteredIconLabelDescriptionList"/>
    <dgm:cxn modelId="{A30CA06B-1353-4166-8DF1-2B1DDC84AE60}" type="presParOf" srcId="{D7760A00-CC20-4CA2-BDC0-7A094AE1EAD4}" destId="{33559427-B539-476C-9746-450621A6F0C1}" srcOrd="3" destOrd="0" presId="urn:microsoft.com/office/officeart/2018/5/layout/CenteredIconLabelDescriptionList"/>
    <dgm:cxn modelId="{15A25A05-A58C-489C-82C8-856D53AA85C8}" type="presParOf" srcId="{D7760A00-CC20-4CA2-BDC0-7A094AE1EAD4}" destId="{E6B75AC4-6494-4120-866F-B55F0F0D6161}" srcOrd="4" destOrd="0" presId="urn:microsoft.com/office/officeart/2018/5/layout/CenteredIconLabelDescriptionList"/>
    <dgm:cxn modelId="{9714653D-65D1-4A7C-ABC4-11139C42FAF1}" type="presParOf" srcId="{E6B75AC4-6494-4120-866F-B55F0F0D6161}" destId="{2E8F77D9-DD60-41E3-814A-39815823BE90}" srcOrd="0" destOrd="0" presId="urn:microsoft.com/office/officeart/2018/5/layout/CenteredIconLabelDescriptionList"/>
    <dgm:cxn modelId="{5B1001E8-EC74-405A-B40F-172274DB0FF9}" type="presParOf" srcId="{E6B75AC4-6494-4120-866F-B55F0F0D6161}" destId="{E7090840-EAAB-44FE-8B18-ADBF8E492360}" srcOrd="1" destOrd="0" presId="urn:microsoft.com/office/officeart/2018/5/layout/CenteredIconLabelDescriptionList"/>
    <dgm:cxn modelId="{883A8745-3DE9-4071-A605-3C256B21B5F6}" type="presParOf" srcId="{E6B75AC4-6494-4120-866F-B55F0F0D6161}" destId="{9B0AF314-C265-44DB-A9AE-C54E37C63C23}" srcOrd="2" destOrd="0" presId="urn:microsoft.com/office/officeart/2018/5/layout/CenteredIconLabelDescriptionList"/>
    <dgm:cxn modelId="{8E2A1FD0-D974-411C-9C1F-0DFBADCF4883}" type="presParOf" srcId="{E6B75AC4-6494-4120-866F-B55F0F0D6161}" destId="{33D15199-633B-47BC-8F2C-2384F8A33CC5}" srcOrd="3" destOrd="0" presId="urn:microsoft.com/office/officeart/2018/5/layout/CenteredIconLabelDescriptionList"/>
    <dgm:cxn modelId="{E8DC615C-7A04-4AFD-8BC9-6A04EC745963}" type="presParOf" srcId="{E6B75AC4-6494-4120-866F-B55F0F0D6161}" destId="{7209E49F-2E56-40DA-B6BC-0451314E682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2BEBDCD8-8B5D-4892-863B-9463ECE6045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DDA98A9-7E0B-4589-B9FA-2A46482BA4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 a branch of public keys </a:t>
          </a:r>
        </a:p>
      </dgm:t>
    </dgm:pt>
    <dgm:pt modelId="{D5F2F48A-E2F1-4FFE-AC42-8684E758E0B0}" type="parTrans" cxnId="{F2DC43D5-7D55-4A8F-A80C-A1B96B676B5B}">
      <dgm:prSet/>
      <dgm:spPr/>
      <dgm:t>
        <a:bodyPr/>
        <a:lstStyle/>
        <a:p>
          <a:endParaRPr lang="en-US" sz="3200"/>
        </a:p>
      </dgm:t>
    </dgm:pt>
    <dgm:pt modelId="{245B845F-5CFF-4579-BDB9-72D2C5678FDC}" type="sibTrans" cxnId="{F2DC43D5-7D55-4A8F-A80C-A1B96B676B5B}">
      <dgm:prSet/>
      <dgm:spPr/>
      <dgm:t>
        <a:bodyPr/>
        <a:lstStyle/>
        <a:p>
          <a:endParaRPr lang="en-US"/>
        </a:p>
      </dgm:t>
    </dgm:pt>
    <dgm:pt modelId="{EF134E59-0810-4E2F-8952-304608439C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an xpub</a:t>
          </a:r>
        </a:p>
      </dgm:t>
    </dgm:pt>
    <dgm:pt modelId="{DDD3DBB1-A462-4890-A29B-0ECE9B65F842}" type="parTrans" cxnId="{EA96E632-1CA4-4F74-A950-DD120CFB0641}">
      <dgm:prSet/>
      <dgm:spPr/>
      <dgm:t>
        <a:bodyPr/>
        <a:lstStyle/>
        <a:p>
          <a:endParaRPr lang="en-US" sz="3200"/>
        </a:p>
      </dgm:t>
    </dgm:pt>
    <dgm:pt modelId="{9178C51F-BE7A-4837-BB34-25AF858C73EC}" type="sibTrans" cxnId="{EA96E632-1CA4-4F74-A950-DD120CFB0641}">
      <dgm:prSet/>
      <dgm:spPr/>
      <dgm:t>
        <a:bodyPr/>
        <a:lstStyle/>
        <a:p>
          <a:endParaRPr lang="en-US"/>
        </a:p>
      </dgm:t>
    </dgm:pt>
    <dgm:pt modelId="{A1A0C5EF-6C70-4712-98EA-E3D8DA86BA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Leakage of private child key</a:t>
          </a:r>
          <a:endParaRPr lang="en-US"/>
        </a:p>
      </dgm:t>
    </dgm:pt>
    <dgm:pt modelId="{9C3A3422-EB78-4D18-A358-53CA93CC4666}" type="parTrans" cxnId="{C3983EB5-AF48-4683-92C9-6E60F00D849A}">
      <dgm:prSet/>
      <dgm:spPr/>
      <dgm:t>
        <a:bodyPr/>
        <a:lstStyle/>
        <a:p>
          <a:endParaRPr lang="en-US" sz="3200"/>
        </a:p>
      </dgm:t>
    </dgm:pt>
    <dgm:pt modelId="{174ADF44-0629-47F6-A6F7-7A77F1FF0D7C}" type="sibTrans" cxnId="{C3983EB5-AF48-4683-92C9-6E60F00D849A}">
      <dgm:prSet/>
      <dgm:spPr/>
      <dgm:t>
        <a:bodyPr/>
        <a:lstStyle/>
        <a:p>
          <a:endParaRPr lang="en-US"/>
        </a:p>
      </dgm:t>
    </dgm:pt>
    <dgm:pt modelId="{91623E56-BAA6-4277-A093-4632FF27C3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chain code </a:t>
          </a:r>
        </a:p>
      </dgm:t>
    </dgm:pt>
    <dgm:pt modelId="{F02CFEA5-E0B2-44E0-A81A-1F0348744CC0}" type="parTrans" cxnId="{E94F6C5A-036C-4B1A-B94C-415D2F33AD3B}">
      <dgm:prSet/>
      <dgm:spPr/>
      <dgm:t>
        <a:bodyPr/>
        <a:lstStyle/>
        <a:p>
          <a:endParaRPr lang="en-US" sz="3200"/>
        </a:p>
      </dgm:t>
    </dgm:pt>
    <dgm:pt modelId="{B1A73765-96B3-41BC-9BAE-B8507E8AB14A}" type="sibTrans" cxnId="{E94F6C5A-036C-4B1A-B94C-415D2F33AD3B}">
      <dgm:prSet/>
      <dgm:spPr/>
      <dgm:t>
        <a:bodyPr/>
        <a:lstStyle/>
        <a:p>
          <a:endParaRPr lang="en-US"/>
        </a:p>
      </dgm:t>
    </dgm:pt>
    <dgm:pt modelId="{A64B29AD-F502-48DF-BD6F-48DBB9B403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 all the other child private</a:t>
          </a:r>
          <a:r>
            <a:rPr lang="tr-TR"/>
            <a:t> </a:t>
          </a:r>
          <a:r>
            <a:rPr lang="en-US"/>
            <a:t>keys</a:t>
          </a:r>
        </a:p>
      </dgm:t>
    </dgm:pt>
    <dgm:pt modelId="{39E07530-C4EE-49D4-84D1-CD1B4BCF8D0A}" type="parTrans" cxnId="{239F98AD-8126-4805-A487-4A2AE88ECAC9}">
      <dgm:prSet/>
      <dgm:spPr/>
      <dgm:t>
        <a:bodyPr/>
        <a:lstStyle/>
        <a:p>
          <a:endParaRPr lang="en-US" sz="3200"/>
        </a:p>
      </dgm:t>
    </dgm:pt>
    <dgm:pt modelId="{A7EC8FA1-B26F-4786-B1BB-1312965AECB1}" type="sibTrans" cxnId="{239F98AD-8126-4805-A487-4A2AE88ECAC9}">
      <dgm:prSet/>
      <dgm:spPr/>
      <dgm:t>
        <a:bodyPr/>
        <a:lstStyle/>
        <a:p>
          <a:endParaRPr lang="en-US"/>
        </a:p>
      </dgm:t>
    </dgm:pt>
    <dgm:pt modelId="{F6717990-636E-4E41-BC94-0EC8ADE518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Useful feature</a:t>
          </a:r>
          <a:endParaRPr lang="en-US"/>
        </a:p>
      </dgm:t>
    </dgm:pt>
    <dgm:pt modelId="{6F28B623-5D00-453E-9307-BFDE9D5709F6}" type="parTrans" cxnId="{E0432DB4-F249-4663-85CF-A7E59FF06E3B}">
      <dgm:prSet/>
      <dgm:spPr/>
      <dgm:t>
        <a:bodyPr/>
        <a:lstStyle/>
        <a:p>
          <a:endParaRPr lang="tr-TR" sz="3200"/>
        </a:p>
      </dgm:t>
    </dgm:pt>
    <dgm:pt modelId="{55558485-9043-4A7D-857E-E534B51EFFB0}" type="sibTrans" cxnId="{E0432DB4-F249-4663-85CF-A7E59FF06E3B}">
      <dgm:prSet/>
      <dgm:spPr/>
      <dgm:t>
        <a:bodyPr/>
        <a:lstStyle/>
        <a:p>
          <a:endParaRPr lang="tr-TR"/>
        </a:p>
      </dgm:t>
    </dgm:pt>
    <dgm:pt modelId="{8C99331F-9858-4B29-B369-B5C9542EDB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Potantial</a:t>
          </a:r>
          <a:r>
            <a:rPr lang="tr-TR" dirty="0"/>
            <a:t> </a:t>
          </a:r>
          <a:r>
            <a:rPr lang="tr-TR" dirty="0" err="1"/>
            <a:t>harm</a:t>
          </a:r>
          <a:endParaRPr lang="en-US" dirty="0"/>
        </a:p>
      </dgm:t>
    </dgm:pt>
    <dgm:pt modelId="{8DB11BB6-8915-4A2D-AA01-379972A8D3BC}" type="parTrans" cxnId="{C275E37D-A269-4F80-A203-A8C472E82CDC}">
      <dgm:prSet/>
      <dgm:spPr/>
      <dgm:t>
        <a:bodyPr/>
        <a:lstStyle/>
        <a:p>
          <a:endParaRPr lang="tr-TR" sz="3200"/>
        </a:p>
      </dgm:t>
    </dgm:pt>
    <dgm:pt modelId="{7F170739-8D3C-4C1C-802A-662B5A2CCEFE}" type="sibTrans" cxnId="{C275E37D-A269-4F80-A203-A8C472E82CDC}">
      <dgm:prSet/>
      <dgm:spPr/>
      <dgm:t>
        <a:bodyPr/>
        <a:lstStyle/>
        <a:p>
          <a:endParaRPr lang="tr-TR"/>
        </a:p>
      </dgm:t>
    </dgm:pt>
    <dgm:pt modelId="{FEF3CE30-6B1E-405A-BE49-CCC6F2F9C9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Potential risk</a:t>
          </a:r>
          <a:endParaRPr lang="en-US"/>
        </a:p>
      </dgm:t>
    </dgm:pt>
    <dgm:pt modelId="{282F76E4-535A-4E06-AF1D-DB6FB3B8D2CF}" type="parTrans" cxnId="{DE58EE7C-4FD8-42ED-A0D0-DCE0DAA18D4F}">
      <dgm:prSet/>
      <dgm:spPr/>
      <dgm:t>
        <a:bodyPr/>
        <a:lstStyle/>
        <a:p>
          <a:endParaRPr lang="tr-TR" sz="3200"/>
        </a:p>
      </dgm:t>
    </dgm:pt>
    <dgm:pt modelId="{A216D48E-0847-41AF-8145-A10E8B5BF2A6}" type="sibTrans" cxnId="{DE58EE7C-4FD8-42ED-A0D0-DCE0DAA18D4F}">
      <dgm:prSet/>
      <dgm:spPr/>
      <dgm:t>
        <a:bodyPr/>
        <a:lstStyle/>
        <a:p>
          <a:endParaRPr lang="tr-TR"/>
        </a:p>
      </dgm:t>
    </dgm:pt>
    <dgm:pt modelId="{4B9A754F-D0C8-462E-BA5C-FD93104CBCA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xpub contains the chain code</a:t>
          </a:r>
          <a:endParaRPr lang="en-US"/>
        </a:p>
      </dgm:t>
    </dgm:pt>
    <dgm:pt modelId="{34203C04-4BB9-45C1-9C9F-DE476F733454}" type="parTrans" cxnId="{AF77A151-9E9D-43DD-9D1F-F08FCC8FC7AE}">
      <dgm:prSet/>
      <dgm:spPr/>
      <dgm:t>
        <a:bodyPr/>
        <a:lstStyle/>
        <a:p>
          <a:endParaRPr lang="tr-TR"/>
        </a:p>
      </dgm:t>
    </dgm:pt>
    <dgm:pt modelId="{9CF3BAEE-E6F1-4141-A71F-C83FDDD48DF7}" type="sibTrans" cxnId="{AF77A151-9E9D-43DD-9D1F-F08FCC8FC7AE}">
      <dgm:prSet/>
      <dgm:spPr/>
      <dgm:t>
        <a:bodyPr/>
        <a:lstStyle/>
        <a:p>
          <a:endParaRPr lang="tr-TR"/>
        </a:p>
      </dgm:t>
    </dgm:pt>
    <dgm:pt modelId="{37D6776A-4B9A-439A-A094-54F7121D0501}" type="pres">
      <dgm:prSet presAssocID="{2BEBDCD8-8B5D-4892-863B-9463ECE60456}" presName="root" presStyleCnt="0">
        <dgm:presLayoutVars>
          <dgm:dir/>
          <dgm:resizeHandles val="exact"/>
        </dgm:presLayoutVars>
      </dgm:prSet>
      <dgm:spPr/>
    </dgm:pt>
    <dgm:pt modelId="{D71C868B-A22A-4AF1-B914-567E02E5C80B}" type="pres">
      <dgm:prSet presAssocID="{F6717990-636E-4E41-BC94-0EC8ADE518AE}" presName="compNode" presStyleCnt="0"/>
      <dgm:spPr/>
    </dgm:pt>
    <dgm:pt modelId="{CB8330C6-DD31-4390-9395-559D33C0CF94}" type="pres">
      <dgm:prSet presAssocID="{F6717990-636E-4E41-BC94-0EC8ADE518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D10D8C8-4F30-4BE9-AFBD-25C438EA9956}" type="pres">
      <dgm:prSet presAssocID="{F6717990-636E-4E41-BC94-0EC8ADE518AE}" presName="iconSpace" presStyleCnt="0"/>
      <dgm:spPr/>
    </dgm:pt>
    <dgm:pt modelId="{3918F61D-7E83-4681-A5D2-2378D43F2152}" type="pres">
      <dgm:prSet presAssocID="{F6717990-636E-4E41-BC94-0EC8ADE518AE}" presName="parTx" presStyleLbl="revTx" presStyleIdx="0" presStyleCnt="6">
        <dgm:presLayoutVars>
          <dgm:chMax val="0"/>
          <dgm:chPref val="0"/>
        </dgm:presLayoutVars>
      </dgm:prSet>
      <dgm:spPr/>
    </dgm:pt>
    <dgm:pt modelId="{F1F90D4A-E793-42E5-BF7C-4C44E5DE06C6}" type="pres">
      <dgm:prSet presAssocID="{F6717990-636E-4E41-BC94-0EC8ADE518AE}" presName="txSpace" presStyleCnt="0"/>
      <dgm:spPr/>
    </dgm:pt>
    <dgm:pt modelId="{874E8C51-0FA8-429F-9445-91674839A9FE}" type="pres">
      <dgm:prSet presAssocID="{F6717990-636E-4E41-BC94-0EC8ADE518AE}" presName="desTx" presStyleLbl="revTx" presStyleIdx="1" presStyleCnt="6">
        <dgm:presLayoutVars/>
      </dgm:prSet>
      <dgm:spPr/>
    </dgm:pt>
    <dgm:pt modelId="{FD8AD91C-00A8-4C95-90F4-E32B300180ED}" type="pres">
      <dgm:prSet presAssocID="{55558485-9043-4A7D-857E-E534B51EFFB0}" presName="sibTrans" presStyleCnt="0"/>
      <dgm:spPr/>
    </dgm:pt>
    <dgm:pt modelId="{BC9D03B6-7FAD-4BFD-894D-1ECB52EEC6D9}" type="pres">
      <dgm:prSet presAssocID="{FEF3CE30-6B1E-405A-BE49-CCC6F2F9C9AA}" presName="compNode" presStyleCnt="0"/>
      <dgm:spPr/>
    </dgm:pt>
    <dgm:pt modelId="{2C670E6F-6315-4645-BA0A-DF2A91E5F6B1}" type="pres">
      <dgm:prSet presAssocID="{FEF3CE30-6B1E-405A-BE49-CCC6F2F9C9A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57DB4A7-0FAD-46F0-84FA-0740AC538AF9}" type="pres">
      <dgm:prSet presAssocID="{FEF3CE30-6B1E-405A-BE49-CCC6F2F9C9AA}" presName="iconSpace" presStyleCnt="0"/>
      <dgm:spPr/>
    </dgm:pt>
    <dgm:pt modelId="{646AB3D0-6D82-4E57-A1DB-6FC16146BF3B}" type="pres">
      <dgm:prSet presAssocID="{FEF3CE30-6B1E-405A-BE49-CCC6F2F9C9AA}" presName="parTx" presStyleLbl="revTx" presStyleIdx="2" presStyleCnt="6">
        <dgm:presLayoutVars>
          <dgm:chMax val="0"/>
          <dgm:chPref val="0"/>
        </dgm:presLayoutVars>
      </dgm:prSet>
      <dgm:spPr/>
    </dgm:pt>
    <dgm:pt modelId="{6084F7F0-87C0-4FA7-A061-CCB7DF620A7A}" type="pres">
      <dgm:prSet presAssocID="{FEF3CE30-6B1E-405A-BE49-CCC6F2F9C9AA}" presName="txSpace" presStyleCnt="0"/>
      <dgm:spPr/>
    </dgm:pt>
    <dgm:pt modelId="{C5758148-B931-4F30-8A3C-5E4D773A5A68}" type="pres">
      <dgm:prSet presAssocID="{FEF3CE30-6B1E-405A-BE49-CCC6F2F9C9AA}" presName="desTx" presStyleLbl="revTx" presStyleIdx="3" presStyleCnt="6">
        <dgm:presLayoutVars/>
      </dgm:prSet>
      <dgm:spPr/>
    </dgm:pt>
    <dgm:pt modelId="{9CDE3682-A53E-4B74-BAA9-D5FC3454D3B5}" type="pres">
      <dgm:prSet presAssocID="{A216D48E-0847-41AF-8145-A10E8B5BF2A6}" presName="sibTrans" presStyleCnt="0"/>
      <dgm:spPr/>
    </dgm:pt>
    <dgm:pt modelId="{7CDC81C4-5EFC-4EF3-8CC2-43C50E873BBD}" type="pres">
      <dgm:prSet presAssocID="{8C99331F-9858-4B29-B369-B5C9542EDB59}" presName="compNode" presStyleCnt="0"/>
      <dgm:spPr/>
    </dgm:pt>
    <dgm:pt modelId="{9EFCA64E-18CF-4BA5-A2D4-6E179641F772}" type="pres">
      <dgm:prSet presAssocID="{8C99331F-9858-4B29-B369-B5C9542EDB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ADE070A-2CF1-4607-A859-114EF85DFF3B}" type="pres">
      <dgm:prSet presAssocID="{8C99331F-9858-4B29-B369-B5C9542EDB59}" presName="iconSpace" presStyleCnt="0"/>
      <dgm:spPr/>
    </dgm:pt>
    <dgm:pt modelId="{C6F44911-4568-422F-BD59-2D6AC142DCE7}" type="pres">
      <dgm:prSet presAssocID="{8C99331F-9858-4B29-B369-B5C9542EDB59}" presName="parTx" presStyleLbl="revTx" presStyleIdx="4" presStyleCnt="6">
        <dgm:presLayoutVars>
          <dgm:chMax val="0"/>
          <dgm:chPref val="0"/>
        </dgm:presLayoutVars>
      </dgm:prSet>
      <dgm:spPr/>
    </dgm:pt>
    <dgm:pt modelId="{CBAA9986-1B64-4A42-B0A7-B6C0D5B02FB2}" type="pres">
      <dgm:prSet presAssocID="{8C99331F-9858-4B29-B369-B5C9542EDB59}" presName="txSpace" presStyleCnt="0"/>
      <dgm:spPr/>
    </dgm:pt>
    <dgm:pt modelId="{0DE1E46F-5DA9-4DB7-839C-EFB9F0EE54CA}" type="pres">
      <dgm:prSet presAssocID="{8C99331F-9858-4B29-B369-B5C9542EDB59}" presName="desTx" presStyleLbl="revTx" presStyleIdx="5" presStyleCnt="6">
        <dgm:presLayoutVars/>
      </dgm:prSet>
      <dgm:spPr/>
    </dgm:pt>
  </dgm:ptLst>
  <dgm:cxnLst>
    <dgm:cxn modelId="{A76CD10C-E2B3-4884-BA36-F03956DB29F5}" type="presOf" srcId="{2BEBDCD8-8B5D-4892-863B-9463ECE60456}" destId="{37D6776A-4B9A-439A-A094-54F7121D0501}" srcOrd="0" destOrd="0" presId="urn:microsoft.com/office/officeart/2018/2/layout/IconLabelDescriptionList"/>
    <dgm:cxn modelId="{7A5CFF25-5DAF-449F-90B0-0D447209E1FC}" type="presOf" srcId="{2DDA98A9-7E0B-4589-B9FA-2A46482BA45F}" destId="{874E8C51-0FA8-429F-9445-91674839A9FE}" srcOrd="0" destOrd="0" presId="urn:microsoft.com/office/officeart/2018/2/layout/IconLabelDescriptionList"/>
    <dgm:cxn modelId="{EA96E632-1CA4-4F74-A950-DD120CFB0641}" srcId="{F6717990-636E-4E41-BC94-0EC8ADE518AE}" destId="{EF134E59-0810-4E2F-8952-304608439CEE}" srcOrd="1" destOrd="0" parTransId="{DDD3DBB1-A462-4890-A29B-0ECE9B65F842}" sibTransId="{9178C51F-BE7A-4837-BB34-25AF858C73EC}"/>
    <dgm:cxn modelId="{F3A6D35B-EC0B-41A4-A76E-5808EC6E92E5}" type="presOf" srcId="{FEF3CE30-6B1E-405A-BE49-CCC6F2F9C9AA}" destId="{646AB3D0-6D82-4E57-A1DB-6FC16146BF3B}" srcOrd="0" destOrd="0" presId="urn:microsoft.com/office/officeart/2018/2/layout/IconLabelDescriptionList"/>
    <dgm:cxn modelId="{AF77A151-9E9D-43DD-9D1F-F08FCC8FC7AE}" srcId="{FEF3CE30-6B1E-405A-BE49-CCC6F2F9C9AA}" destId="{4B9A754F-D0C8-462E-BA5C-FD93104CBCA0}" srcOrd="1" destOrd="0" parTransId="{34203C04-4BB9-45C1-9C9F-DE476F733454}" sibTransId="{9CF3BAEE-E6F1-4141-A71F-C83FDDD48DF7}"/>
    <dgm:cxn modelId="{E94F6C5A-036C-4B1A-B94C-415D2F33AD3B}" srcId="{8C99331F-9858-4B29-B369-B5C9542EDB59}" destId="{91623E56-BAA6-4277-A093-4632FF27C397}" srcOrd="0" destOrd="0" parTransId="{F02CFEA5-E0B2-44E0-A81A-1F0348744CC0}" sibTransId="{B1A73765-96B3-41BC-9BAE-B8507E8AB14A}"/>
    <dgm:cxn modelId="{4BCD725A-579A-4F91-9BB7-DC02C16B4E6D}" type="presOf" srcId="{F6717990-636E-4E41-BC94-0EC8ADE518AE}" destId="{3918F61D-7E83-4681-A5D2-2378D43F2152}" srcOrd="0" destOrd="0" presId="urn:microsoft.com/office/officeart/2018/2/layout/IconLabelDescriptionList"/>
    <dgm:cxn modelId="{DE58EE7C-4FD8-42ED-A0D0-DCE0DAA18D4F}" srcId="{2BEBDCD8-8B5D-4892-863B-9463ECE60456}" destId="{FEF3CE30-6B1E-405A-BE49-CCC6F2F9C9AA}" srcOrd="1" destOrd="0" parTransId="{282F76E4-535A-4E06-AF1D-DB6FB3B8D2CF}" sibTransId="{A216D48E-0847-41AF-8145-A10E8B5BF2A6}"/>
    <dgm:cxn modelId="{C275E37D-A269-4F80-A203-A8C472E82CDC}" srcId="{2BEBDCD8-8B5D-4892-863B-9463ECE60456}" destId="{8C99331F-9858-4B29-B369-B5C9542EDB59}" srcOrd="2" destOrd="0" parTransId="{8DB11BB6-8915-4A2D-AA01-379972A8D3BC}" sibTransId="{7F170739-8D3C-4C1C-802A-662B5A2CCEFE}"/>
    <dgm:cxn modelId="{239F98AD-8126-4805-A487-4A2AE88ECAC9}" srcId="{8C99331F-9858-4B29-B369-B5C9542EDB59}" destId="{A64B29AD-F502-48DF-BD6F-48DBB9B40378}" srcOrd="1" destOrd="0" parTransId="{39E07530-C4EE-49D4-84D1-CD1B4BCF8D0A}" sibTransId="{A7EC8FA1-B26F-4786-B1BB-1312965AECB1}"/>
    <dgm:cxn modelId="{5A57D4B1-93B5-42C3-B90C-88375DEA13B1}" type="presOf" srcId="{A64B29AD-F502-48DF-BD6F-48DBB9B40378}" destId="{0DE1E46F-5DA9-4DB7-839C-EFB9F0EE54CA}" srcOrd="0" destOrd="1" presId="urn:microsoft.com/office/officeart/2018/2/layout/IconLabelDescriptionList"/>
    <dgm:cxn modelId="{E0432DB4-F249-4663-85CF-A7E59FF06E3B}" srcId="{2BEBDCD8-8B5D-4892-863B-9463ECE60456}" destId="{F6717990-636E-4E41-BC94-0EC8ADE518AE}" srcOrd="0" destOrd="0" parTransId="{6F28B623-5D00-453E-9307-BFDE9D5709F6}" sibTransId="{55558485-9043-4A7D-857E-E534B51EFFB0}"/>
    <dgm:cxn modelId="{C3983EB5-AF48-4683-92C9-6E60F00D849A}" srcId="{FEF3CE30-6B1E-405A-BE49-CCC6F2F9C9AA}" destId="{A1A0C5EF-6C70-4712-98EA-E3D8DA86BA0E}" srcOrd="0" destOrd="0" parTransId="{9C3A3422-EB78-4D18-A358-53CA93CC4666}" sibTransId="{174ADF44-0629-47F6-A6F7-7A77F1FF0D7C}"/>
    <dgm:cxn modelId="{25E6DFB5-530B-40CD-82BD-07ACC0B31056}" type="presOf" srcId="{4B9A754F-D0C8-462E-BA5C-FD93104CBCA0}" destId="{C5758148-B931-4F30-8A3C-5E4D773A5A68}" srcOrd="0" destOrd="1" presId="urn:microsoft.com/office/officeart/2018/2/layout/IconLabelDescriptionList"/>
    <dgm:cxn modelId="{F2DC43D5-7D55-4A8F-A80C-A1B96B676B5B}" srcId="{F6717990-636E-4E41-BC94-0EC8ADE518AE}" destId="{2DDA98A9-7E0B-4589-B9FA-2A46482BA45F}" srcOrd="0" destOrd="0" parTransId="{D5F2F48A-E2F1-4FFE-AC42-8684E758E0B0}" sibTransId="{245B845F-5CFF-4579-BDB9-72D2C5678FDC}"/>
    <dgm:cxn modelId="{5F0ED2DE-9F05-4345-B234-DED1FC5B01EC}" type="presOf" srcId="{8C99331F-9858-4B29-B369-B5C9542EDB59}" destId="{C6F44911-4568-422F-BD59-2D6AC142DCE7}" srcOrd="0" destOrd="0" presId="urn:microsoft.com/office/officeart/2018/2/layout/IconLabelDescriptionList"/>
    <dgm:cxn modelId="{A1CEAFE3-F8BB-4E5F-94D8-ED22A557ABA6}" type="presOf" srcId="{EF134E59-0810-4E2F-8952-304608439CEE}" destId="{874E8C51-0FA8-429F-9445-91674839A9FE}" srcOrd="0" destOrd="1" presId="urn:microsoft.com/office/officeart/2018/2/layout/IconLabelDescriptionList"/>
    <dgm:cxn modelId="{D6F0B8F6-C56C-4583-AAD4-C7361BEE1F83}" type="presOf" srcId="{A1A0C5EF-6C70-4712-98EA-E3D8DA86BA0E}" destId="{C5758148-B931-4F30-8A3C-5E4D773A5A68}" srcOrd="0" destOrd="0" presId="urn:microsoft.com/office/officeart/2018/2/layout/IconLabelDescriptionList"/>
    <dgm:cxn modelId="{9D551EFD-9E13-4354-B842-3129B9C5D5F4}" type="presOf" srcId="{91623E56-BAA6-4277-A093-4632FF27C397}" destId="{0DE1E46F-5DA9-4DB7-839C-EFB9F0EE54CA}" srcOrd="0" destOrd="0" presId="urn:microsoft.com/office/officeart/2018/2/layout/IconLabelDescriptionList"/>
    <dgm:cxn modelId="{23C98072-59F1-431B-AF29-5D170232A04E}" type="presParOf" srcId="{37D6776A-4B9A-439A-A094-54F7121D0501}" destId="{D71C868B-A22A-4AF1-B914-567E02E5C80B}" srcOrd="0" destOrd="0" presId="urn:microsoft.com/office/officeart/2018/2/layout/IconLabelDescriptionList"/>
    <dgm:cxn modelId="{A7DD52AB-A747-4E44-8E04-BE0DF2E203C7}" type="presParOf" srcId="{D71C868B-A22A-4AF1-B914-567E02E5C80B}" destId="{CB8330C6-DD31-4390-9395-559D33C0CF94}" srcOrd="0" destOrd="0" presId="urn:microsoft.com/office/officeart/2018/2/layout/IconLabelDescriptionList"/>
    <dgm:cxn modelId="{ACB376B1-97F1-4CCF-8E83-B4194F018DEB}" type="presParOf" srcId="{D71C868B-A22A-4AF1-B914-567E02E5C80B}" destId="{CD10D8C8-4F30-4BE9-AFBD-25C438EA9956}" srcOrd="1" destOrd="0" presId="urn:microsoft.com/office/officeart/2018/2/layout/IconLabelDescriptionList"/>
    <dgm:cxn modelId="{69C429C7-AFD4-4E5E-879F-866B2E03FD04}" type="presParOf" srcId="{D71C868B-A22A-4AF1-B914-567E02E5C80B}" destId="{3918F61D-7E83-4681-A5D2-2378D43F2152}" srcOrd="2" destOrd="0" presId="urn:microsoft.com/office/officeart/2018/2/layout/IconLabelDescriptionList"/>
    <dgm:cxn modelId="{F0EF2A68-E495-4EF2-97E1-8580968CAF66}" type="presParOf" srcId="{D71C868B-A22A-4AF1-B914-567E02E5C80B}" destId="{F1F90D4A-E793-42E5-BF7C-4C44E5DE06C6}" srcOrd="3" destOrd="0" presId="urn:microsoft.com/office/officeart/2018/2/layout/IconLabelDescriptionList"/>
    <dgm:cxn modelId="{F9271C7C-0701-4A0D-9DC6-7802A5F2AAE8}" type="presParOf" srcId="{D71C868B-A22A-4AF1-B914-567E02E5C80B}" destId="{874E8C51-0FA8-429F-9445-91674839A9FE}" srcOrd="4" destOrd="0" presId="urn:microsoft.com/office/officeart/2018/2/layout/IconLabelDescriptionList"/>
    <dgm:cxn modelId="{76F15184-C197-41E4-BBEB-9319D452BA92}" type="presParOf" srcId="{37D6776A-4B9A-439A-A094-54F7121D0501}" destId="{FD8AD91C-00A8-4C95-90F4-E32B300180ED}" srcOrd="1" destOrd="0" presId="urn:microsoft.com/office/officeart/2018/2/layout/IconLabelDescriptionList"/>
    <dgm:cxn modelId="{4CCFFE21-94A8-4570-ACEB-8887118D449E}" type="presParOf" srcId="{37D6776A-4B9A-439A-A094-54F7121D0501}" destId="{BC9D03B6-7FAD-4BFD-894D-1ECB52EEC6D9}" srcOrd="2" destOrd="0" presId="urn:microsoft.com/office/officeart/2018/2/layout/IconLabelDescriptionList"/>
    <dgm:cxn modelId="{3AB38439-59FC-4B9C-80B4-B9F41A4B2DCE}" type="presParOf" srcId="{BC9D03B6-7FAD-4BFD-894D-1ECB52EEC6D9}" destId="{2C670E6F-6315-4645-BA0A-DF2A91E5F6B1}" srcOrd="0" destOrd="0" presId="urn:microsoft.com/office/officeart/2018/2/layout/IconLabelDescriptionList"/>
    <dgm:cxn modelId="{44C3A9A5-2C26-4C67-9841-A6F22217A451}" type="presParOf" srcId="{BC9D03B6-7FAD-4BFD-894D-1ECB52EEC6D9}" destId="{957DB4A7-0FAD-46F0-84FA-0740AC538AF9}" srcOrd="1" destOrd="0" presId="urn:microsoft.com/office/officeart/2018/2/layout/IconLabelDescriptionList"/>
    <dgm:cxn modelId="{6977D569-D368-4148-9B51-0795C5747448}" type="presParOf" srcId="{BC9D03B6-7FAD-4BFD-894D-1ECB52EEC6D9}" destId="{646AB3D0-6D82-4E57-A1DB-6FC16146BF3B}" srcOrd="2" destOrd="0" presId="urn:microsoft.com/office/officeart/2018/2/layout/IconLabelDescriptionList"/>
    <dgm:cxn modelId="{7381F3CA-94CE-46CB-A3CB-A020F7B388C2}" type="presParOf" srcId="{BC9D03B6-7FAD-4BFD-894D-1ECB52EEC6D9}" destId="{6084F7F0-87C0-4FA7-A061-CCB7DF620A7A}" srcOrd="3" destOrd="0" presId="urn:microsoft.com/office/officeart/2018/2/layout/IconLabelDescriptionList"/>
    <dgm:cxn modelId="{881D628B-D24D-4898-9521-0831E512F433}" type="presParOf" srcId="{BC9D03B6-7FAD-4BFD-894D-1ECB52EEC6D9}" destId="{C5758148-B931-4F30-8A3C-5E4D773A5A68}" srcOrd="4" destOrd="0" presId="urn:microsoft.com/office/officeart/2018/2/layout/IconLabelDescriptionList"/>
    <dgm:cxn modelId="{E5B3DACF-61C3-4698-AA26-2FFC1E92DC29}" type="presParOf" srcId="{37D6776A-4B9A-439A-A094-54F7121D0501}" destId="{9CDE3682-A53E-4B74-BAA9-D5FC3454D3B5}" srcOrd="3" destOrd="0" presId="urn:microsoft.com/office/officeart/2018/2/layout/IconLabelDescriptionList"/>
    <dgm:cxn modelId="{D16C9508-5F53-4C98-9248-E85435F43921}" type="presParOf" srcId="{37D6776A-4B9A-439A-A094-54F7121D0501}" destId="{7CDC81C4-5EFC-4EF3-8CC2-43C50E873BBD}" srcOrd="4" destOrd="0" presId="urn:microsoft.com/office/officeart/2018/2/layout/IconLabelDescriptionList"/>
    <dgm:cxn modelId="{62D770AF-5DC3-4DDE-AA7F-CDB725C24AF4}" type="presParOf" srcId="{7CDC81C4-5EFC-4EF3-8CC2-43C50E873BBD}" destId="{9EFCA64E-18CF-4BA5-A2D4-6E179641F772}" srcOrd="0" destOrd="0" presId="urn:microsoft.com/office/officeart/2018/2/layout/IconLabelDescriptionList"/>
    <dgm:cxn modelId="{6A5CE11D-E774-4243-955B-26F51EE76F11}" type="presParOf" srcId="{7CDC81C4-5EFC-4EF3-8CC2-43C50E873BBD}" destId="{2ADE070A-2CF1-4607-A859-114EF85DFF3B}" srcOrd="1" destOrd="0" presId="urn:microsoft.com/office/officeart/2018/2/layout/IconLabelDescriptionList"/>
    <dgm:cxn modelId="{5D330BA4-7FB4-4D22-A5C1-813B5F068E75}" type="presParOf" srcId="{7CDC81C4-5EFC-4EF3-8CC2-43C50E873BBD}" destId="{C6F44911-4568-422F-BD59-2D6AC142DCE7}" srcOrd="2" destOrd="0" presId="urn:microsoft.com/office/officeart/2018/2/layout/IconLabelDescriptionList"/>
    <dgm:cxn modelId="{4D5BF93B-1412-4383-B929-DA09E2EB5AA6}" type="presParOf" srcId="{7CDC81C4-5EFC-4EF3-8CC2-43C50E873BBD}" destId="{CBAA9986-1B64-4A42-B0A7-B6C0D5B02FB2}" srcOrd="3" destOrd="0" presId="urn:microsoft.com/office/officeart/2018/2/layout/IconLabelDescriptionList"/>
    <dgm:cxn modelId="{ADF68DAC-D404-4FB8-A9A6-70A08974E244}" type="presParOf" srcId="{7CDC81C4-5EFC-4EF3-8CC2-43C50E873BBD}" destId="{0DE1E46F-5DA9-4DB7-839C-EFB9F0EE54C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EE5FA01A-ECC8-4824-920F-E2BD420316F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84FDE3-A8AA-4E6C-A6E2-5DD53647C2E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Parent private key</a:t>
          </a:r>
          <a:endParaRPr lang="en-US"/>
        </a:p>
      </dgm:t>
    </dgm:pt>
    <dgm:pt modelId="{AAB2014D-6FCB-4EF0-B413-820D02B6C8DE}" type="parTrans" cxnId="{7E98AFBE-AB1E-4128-9964-7860A45D974F}">
      <dgm:prSet/>
      <dgm:spPr/>
      <dgm:t>
        <a:bodyPr/>
        <a:lstStyle/>
        <a:p>
          <a:endParaRPr lang="en-US"/>
        </a:p>
      </dgm:t>
    </dgm:pt>
    <dgm:pt modelId="{F96B360B-4CEB-4C94-B7E4-FA87852201B7}" type="sibTrans" cxnId="{7E98AFBE-AB1E-4128-9964-7860A45D974F}">
      <dgm:prSet/>
      <dgm:spPr/>
      <dgm:t>
        <a:bodyPr/>
        <a:lstStyle/>
        <a:p>
          <a:endParaRPr lang="en-US"/>
        </a:p>
      </dgm:t>
    </dgm:pt>
    <dgm:pt modelId="{D2601199-4367-47E5-843B-E2308854DD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Accident</a:t>
          </a:r>
          <a:endParaRPr lang="en-US" dirty="0"/>
        </a:p>
      </dgm:t>
    </dgm:pt>
    <dgm:pt modelId="{4332F641-10E8-484E-AB24-8AC834AF4CA3}" type="parTrans" cxnId="{3EDF799D-B268-4CDD-8DE7-13B379154FF5}">
      <dgm:prSet/>
      <dgm:spPr/>
      <dgm:t>
        <a:bodyPr/>
        <a:lstStyle/>
        <a:p>
          <a:endParaRPr lang="tr-TR"/>
        </a:p>
      </dgm:t>
    </dgm:pt>
    <dgm:pt modelId="{6962BFD7-7201-4DF5-BCA8-152A948899B3}" type="sibTrans" cxnId="{3EDF799D-B268-4CDD-8DE7-13B379154FF5}">
      <dgm:prSet/>
      <dgm:spPr/>
      <dgm:t>
        <a:bodyPr/>
        <a:lstStyle/>
        <a:p>
          <a:endParaRPr lang="tr-TR"/>
        </a:p>
      </dgm:t>
    </dgm:pt>
    <dgm:pt modelId="{7C198B21-ECE9-4B90-AD71-014DA78716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Risk-2</a:t>
          </a:r>
          <a:endParaRPr lang="en-US"/>
        </a:p>
      </dgm:t>
    </dgm:pt>
    <dgm:pt modelId="{A2B2A040-42A7-4D1B-A366-419B4F4BBF5B}" type="parTrans" cxnId="{6C392840-7E04-4974-B3F6-E8C9DC738239}">
      <dgm:prSet/>
      <dgm:spPr/>
      <dgm:t>
        <a:bodyPr/>
        <a:lstStyle/>
        <a:p>
          <a:endParaRPr lang="tr-TR"/>
        </a:p>
      </dgm:t>
    </dgm:pt>
    <dgm:pt modelId="{E4EA8EE0-B1B3-44BE-A923-AA08620548F8}" type="sibTrans" cxnId="{6C392840-7E04-4974-B3F6-E8C9DC738239}">
      <dgm:prSet/>
      <dgm:spPr/>
      <dgm:t>
        <a:bodyPr/>
        <a:lstStyle/>
        <a:p>
          <a:endParaRPr lang="tr-TR"/>
        </a:p>
      </dgm:t>
    </dgm:pt>
    <dgm:pt modelId="{DC6D1DAF-EDCE-4359-BE3F-0AADE0B2683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All child private keys</a:t>
          </a:r>
        </a:p>
      </dgm:t>
    </dgm:pt>
    <dgm:pt modelId="{4E688C18-7214-4D0D-A0F6-22EEED8B437A}" type="parTrans" cxnId="{2E37EE85-4B76-429D-86BA-DB808B87C60F}">
      <dgm:prSet/>
      <dgm:spPr/>
      <dgm:t>
        <a:bodyPr/>
        <a:lstStyle/>
        <a:p>
          <a:endParaRPr lang="tr-TR"/>
        </a:p>
      </dgm:t>
    </dgm:pt>
    <dgm:pt modelId="{9BDE0B82-62CC-4A70-B185-CE05F685F004}" type="sibTrans" cxnId="{2E37EE85-4B76-429D-86BA-DB808B87C60F}">
      <dgm:prSet/>
      <dgm:spPr/>
      <dgm:t>
        <a:bodyPr/>
        <a:lstStyle/>
        <a:p>
          <a:endParaRPr lang="tr-TR"/>
        </a:p>
      </dgm:t>
    </dgm:pt>
    <dgm:pt modelId="{A3C4BFF2-06E8-425A-B5C1-BC5B633B42F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Leakage of</a:t>
          </a:r>
          <a:r>
            <a:rPr lang="en-US"/>
            <a:t> child private key</a:t>
          </a:r>
        </a:p>
      </dgm:t>
    </dgm:pt>
    <dgm:pt modelId="{7E390DDF-9F8C-4FB0-A53D-AD8EAE588311}" type="parTrans" cxnId="{F52332F0-1839-4AF3-9214-06E3F9028545}">
      <dgm:prSet/>
      <dgm:spPr/>
      <dgm:t>
        <a:bodyPr/>
        <a:lstStyle/>
        <a:p>
          <a:endParaRPr lang="tr-TR"/>
        </a:p>
      </dgm:t>
    </dgm:pt>
    <dgm:pt modelId="{6EE213B7-BA8A-4AB6-B188-11AB399E2DBA}" type="sibTrans" cxnId="{F52332F0-1839-4AF3-9214-06E3F9028545}">
      <dgm:prSet/>
      <dgm:spPr/>
      <dgm:t>
        <a:bodyPr/>
        <a:lstStyle/>
        <a:p>
          <a:endParaRPr lang="tr-TR"/>
        </a:p>
      </dgm:t>
    </dgm:pt>
    <dgm:pt modelId="{FC163975-AA7A-43FE-9907-9BC8432138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Risk-1</a:t>
          </a:r>
          <a:endParaRPr lang="en-US"/>
        </a:p>
      </dgm:t>
    </dgm:pt>
    <dgm:pt modelId="{44B84B30-F5A1-46C9-AAAE-041B64A2E2C0}" type="parTrans" cxnId="{CF6F4A27-1913-47D0-9F75-9EFC560F6AB3}">
      <dgm:prSet/>
      <dgm:spPr/>
      <dgm:t>
        <a:bodyPr/>
        <a:lstStyle/>
        <a:p>
          <a:endParaRPr lang="tr-TR"/>
        </a:p>
      </dgm:t>
    </dgm:pt>
    <dgm:pt modelId="{E6E948B0-5D2E-4A5B-AA10-D6869A8DE75A}" type="sibTrans" cxnId="{CF6F4A27-1913-47D0-9F75-9EFC560F6AB3}">
      <dgm:prSet/>
      <dgm:spPr/>
      <dgm:t>
        <a:bodyPr/>
        <a:lstStyle/>
        <a:p>
          <a:endParaRPr lang="tr-TR"/>
        </a:p>
      </dgm:t>
    </dgm:pt>
    <dgm:pt modelId="{1FC2D42E-48BF-4EF9-A20C-EECD4F7C07F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with </a:t>
          </a:r>
          <a:r>
            <a:rPr lang="en-US"/>
            <a:t>parent chain code</a:t>
          </a:r>
        </a:p>
      </dgm:t>
    </dgm:pt>
    <dgm:pt modelId="{53FFF391-36CB-42DF-88A2-73BD1A763D7B}" type="parTrans" cxnId="{F258EF84-BEB3-4F5B-AE59-A0FA42AA1375}">
      <dgm:prSet/>
      <dgm:spPr/>
      <dgm:t>
        <a:bodyPr/>
        <a:lstStyle/>
        <a:p>
          <a:endParaRPr lang="tr-TR"/>
        </a:p>
      </dgm:t>
    </dgm:pt>
    <dgm:pt modelId="{4C86F924-2F60-4A3B-97D5-2D06C974C65B}" type="sibTrans" cxnId="{F258EF84-BEB3-4F5B-AE59-A0FA42AA1375}">
      <dgm:prSet/>
      <dgm:spPr/>
      <dgm:t>
        <a:bodyPr/>
        <a:lstStyle/>
        <a:p>
          <a:endParaRPr lang="tr-TR"/>
        </a:p>
      </dgm:t>
    </dgm:pt>
    <dgm:pt modelId="{0A1D3BD1-0338-464E-9FC9-84680002BC9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 be deduced</a:t>
          </a:r>
        </a:p>
      </dgm:t>
    </dgm:pt>
    <dgm:pt modelId="{E3B8FD50-83B7-4221-B1EA-550E49E7EBAB}" type="parTrans" cxnId="{BE6E7DB5-ADFD-48C5-8A6B-1677A1C65A46}">
      <dgm:prSet/>
      <dgm:spPr/>
      <dgm:t>
        <a:bodyPr/>
        <a:lstStyle/>
        <a:p>
          <a:endParaRPr lang="tr-TR"/>
        </a:p>
      </dgm:t>
    </dgm:pt>
    <dgm:pt modelId="{74C33B43-E82B-45B2-8C0B-C2BC7C43E064}" type="sibTrans" cxnId="{BE6E7DB5-ADFD-48C5-8A6B-1677A1C65A46}">
      <dgm:prSet/>
      <dgm:spPr/>
      <dgm:t>
        <a:bodyPr/>
        <a:lstStyle/>
        <a:p>
          <a:endParaRPr lang="tr-TR"/>
        </a:p>
      </dgm:t>
    </dgm:pt>
    <dgm:pt modelId="{2A7A3CCF-66A5-47F9-83D8-56C470B56B7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 be deduced</a:t>
          </a:r>
          <a:endParaRPr lang="en-US"/>
        </a:p>
      </dgm:t>
    </dgm:pt>
    <dgm:pt modelId="{998BE1BB-6BE3-4B9D-9288-837607B5FC1B}" type="parTrans" cxnId="{10D76773-0286-4AA4-870C-5EE8037FEEA4}">
      <dgm:prSet/>
      <dgm:spPr/>
      <dgm:t>
        <a:bodyPr/>
        <a:lstStyle/>
        <a:p>
          <a:endParaRPr lang="tr-TR"/>
        </a:p>
      </dgm:t>
    </dgm:pt>
    <dgm:pt modelId="{38DF0A06-235F-4ECD-AE99-D9DFF89A7E81}" type="sibTrans" cxnId="{10D76773-0286-4AA4-870C-5EE8037FEEA4}">
      <dgm:prSet/>
      <dgm:spPr/>
      <dgm:t>
        <a:bodyPr/>
        <a:lstStyle/>
        <a:p>
          <a:endParaRPr lang="tr-TR"/>
        </a:p>
      </dgm:t>
    </dgm:pt>
    <dgm:pt modelId="{5000B699-FC82-4A00-B7D3-75C84739AC4B}" type="pres">
      <dgm:prSet presAssocID="{EE5FA01A-ECC8-4824-920F-E2BD420316FE}" presName="root" presStyleCnt="0">
        <dgm:presLayoutVars>
          <dgm:dir/>
          <dgm:resizeHandles val="exact"/>
        </dgm:presLayoutVars>
      </dgm:prSet>
      <dgm:spPr/>
    </dgm:pt>
    <dgm:pt modelId="{794520EA-5151-4D02-8F32-AD54998342CC}" type="pres">
      <dgm:prSet presAssocID="{D2601199-4367-47E5-843B-E2308854DD10}" presName="compNode" presStyleCnt="0"/>
      <dgm:spPr/>
    </dgm:pt>
    <dgm:pt modelId="{682470A7-FE30-41F9-AD54-B8C33C9D0EC0}" type="pres">
      <dgm:prSet presAssocID="{D2601199-4367-47E5-843B-E2308854DD1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>
          <a:noFill/>
        </a:ln>
      </dgm:spPr>
    </dgm:pt>
    <dgm:pt modelId="{009E99AD-0795-4BE8-97AE-7F7C7DFD8A81}" type="pres">
      <dgm:prSet presAssocID="{D2601199-4367-47E5-843B-E2308854DD10}" presName="iconSpace" presStyleCnt="0"/>
      <dgm:spPr/>
    </dgm:pt>
    <dgm:pt modelId="{B490249F-82B2-433A-ADD6-894E32A08635}" type="pres">
      <dgm:prSet presAssocID="{D2601199-4367-47E5-843B-E2308854DD10}" presName="parTx" presStyleLbl="revTx" presStyleIdx="0" presStyleCnt="6">
        <dgm:presLayoutVars>
          <dgm:chMax val="0"/>
          <dgm:chPref val="0"/>
        </dgm:presLayoutVars>
      </dgm:prSet>
      <dgm:spPr/>
    </dgm:pt>
    <dgm:pt modelId="{716BEDA4-2C1B-403C-988D-C7CF7009FC19}" type="pres">
      <dgm:prSet presAssocID="{D2601199-4367-47E5-843B-E2308854DD10}" presName="txSpace" presStyleCnt="0"/>
      <dgm:spPr/>
    </dgm:pt>
    <dgm:pt modelId="{2B03EF74-84E3-40EA-8D8F-5CA26FD09233}" type="pres">
      <dgm:prSet presAssocID="{D2601199-4367-47E5-843B-E2308854DD10}" presName="desTx" presStyleLbl="revTx" presStyleIdx="1" presStyleCnt="6">
        <dgm:presLayoutVars/>
      </dgm:prSet>
      <dgm:spPr/>
    </dgm:pt>
    <dgm:pt modelId="{E974BB07-1C7C-4174-9E2A-69A5864744BB}" type="pres">
      <dgm:prSet presAssocID="{6962BFD7-7201-4DF5-BCA8-152A948899B3}" presName="sibTrans" presStyleCnt="0"/>
      <dgm:spPr/>
    </dgm:pt>
    <dgm:pt modelId="{F1B8DF32-A21C-4D72-845A-21E8C19D86DA}" type="pres">
      <dgm:prSet presAssocID="{FC163975-AA7A-43FE-9907-9BC843213800}" presName="compNode" presStyleCnt="0"/>
      <dgm:spPr/>
    </dgm:pt>
    <dgm:pt modelId="{7F8C0FF5-F397-46FE-A017-D79D5D3E22DD}" type="pres">
      <dgm:prSet presAssocID="{FC163975-AA7A-43FE-9907-9BC843213800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32EFD520-C15D-4331-9DB2-A61906A193A8}" type="pres">
      <dgm:prSet presAssocID="{FC163975-AA7A-43FE-9907-9BC843213800}" presName="iconSpace" presStyleCnt="0"/>
      <dgm:spPr/>
    </dgm:pt>
    <dgm:pt modelId="{3ACBDED4-C76F-4C6B-88CC-CE572F438083}" type="pres">
      <dgm:prSet presAssocID="{FC163975-AA7A-43FE-9907-9BC843213800}" presName="parTx" presStyleLbl="revTx" presStyleIdx="2" presStyleCnt="6">
        <dgm:presLayoutVars>
          <dgm:chMax val="0"/>
          <dgm:chPref val="0"/>
        </dgm:presLayoutVars>
      </dgm:prSet>
      <dgm:spPr/>
    </dgm:pt>
    <dgm:pt modelId="{4292D05E-4A73-46C2-A0F8-66F78AF34D50}" type="pres">
      <dgm:prSet presAssocID="{FC163975-AA7A-43FE-9907-9BC843213800}" presName="txSpace" presStyleCnt="0"/>
      <dgm:spPr/>
    </dgm:pt>
    <dgm:pt modelId="{3310AF8A-1DF6-4CE5-8544-437771E5670F}" type="pres">
      <dgm:prSet presAssocID="{FC163975-AA7A-43FE-9907-9BC843213800}" presName="desTx" presStyleLbl="revTx" presStyleIdx="3" presStyleCnt="6">
        <dgm:presLayoutVars/>
      </dgm:prSet>
      <dgm:spPr/>
    </dgm:pt>
    <dgm:pt modelId="{74EB4134-AAA3-4643-A010-B87B5C2EC401}" type="pres">
      <dgm:prSet presAssocID="{E6E948B0-5D2E-4A5B-AA10-D6869A8DE75A}" presName="sibTrans" presStyleCnt="0"/>
      <dgm:spPr/>
    </dgm:pt>
    <dgm:pt modelId="{8EDA1AA7-8892-4DBF-8C13-0D8DBDBD45EE}" type="pres">
      <dgm:prSet presAssocID="{7C198B21-ECE9-4B90-AD71-014DA7871668}" presName="compNode" presStyleCnt="0"/>
      <dgm:spPr/>
    </dgm:pt>
    <dgm:pt modelId="{6BE1A367-63C4-470D-8B26-DCDD54F67839}" type="pres">
      <dgm:prSet presAssocID="{7C198B21-ECE9-4B90-AD71-014DA7871668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AE1593A-4B9B-46E1-9D4F-AB1F3E6016CB}" type="pres">
      <dgm:prSet presAssocID="{7C198B21-ECE9-4B90-AD71-014DA7871668}" presName="iconSpace" presStyleCnt="0"/>
      <dgm:spPr/>
    </dgm:pt>
    <dgm:pt modelId="{E28FB95A-9264-455F-97C5-262A0D9DB0CE}" type="pres">
      <dgm:prSet presAssocID="{7C198B21-ECE9-4B90-AD71-014DA7871668}" presName="parTx" presStyleLbl="revTx" presStyleIdx="4" presStyleCnt="6">
        <dgm:presLayoutVars>
          <dgm:chMax val="0"/>
          <dgm:chPref val="0"/>
        </dgm:presLayoutVars>
      </dgm:prSet>
      <dgm:spPr/>
    </dgm:pt>
    <dgm:pt modelId="{C3ED65FD-8176-48C5-A63E-98A930CB8382}" type="pres">
      <dgm:prSet presAssocID="{7C198B21-ECE9-4B90-AD71-014DA7871668}" presName="txSpace" presStyleCnt="0"/>
      <dgm:spPr/>
    </dgm:pt>
    <dgm:pt modelId="{BF1FF061-52A5-49C7-AC37-E3581F21EFE0}" type="pres">
      <dgm:prSet presAssocID="{7C198B21-ECE9-4B90-AD71-014DA7871668}" presName="desTx" presStyleLbl="revTx" presStyleIdx="5" presStyleCnt="6">
        <dgm:presLayoutVars/>
      </dgm:prSet>
      <dgm:spPr/>
    </dgm:pt>
  </dgm:ptLst>
  <dgm:cxnLst>
    <dgm:cxn modelId="{9F392C02-4188-49D1-B590-A27FA2AE7ED9}" type="presOf" srcId="{0A1D3BD1-0338-464E-9FC9-84680002BC9A}" destId="{3310AF8A-1DF6-4CE5-8544-437771E5670F}" srcOrd="0" destOrd="1" presId="urn:microsoft.com/office/officeart/2018/5/layout/CenteredIconLabelDescriptionList"/>
    <dgm:cxn modelId="{C3D7C111-91CE-4E0A-B5FC-588C7B73470E}" type="presOf" srcId="{6C84FDE3-A8AA-4E6C-A6E2-5DD53647C2E9}" destId="{BF1FF061-52A5-49C7-AC37-E3581F21EFE0}" srcOrd="0" destOrd="0" presId="urn:microsoft.com/office/officeart/2018/5/layout/CenteredIconLabelDescriptionList"/>
    <dgm:cxn modelId="{5A43B124-97C2-4574-BA72-94BC9BA43A16}" type="presOf" srcId="{FC163975-AA7A-43FE-9907-9BC843213800}" destId="{3ACBDED4-C76F-4C6B-88CC-CE572F438083}" srcOrd="0" destOrd="0" presId="urn:microsoft.com/office/officeart/2018/5/layout/CenteredIconLabelDescriptionList"/>
    <dgm:cxn modelId="{CF6F4A27-1913-47D0-9F75-9EFC560F6AB3}" srcId="{EE5FA01A-ECC8-4824-920F-E2BD420316FE}" destId="{FC163975-AA7A-43FE-9907-9BC843213800}" srcOrd="1" destOrd="0" parTransId="{44B84B30-F5A1-46C9-AAAE-041B64A2E2C0}" sibTransId="{E6E948B0-5D2E-4A5B-AA10-D6869A8DE75A}"/>
    <dgm:cxn modelId="{6E7EF429-193F-49D2-B274-A1FD3961A357}" type="presOf" srcId="{DC6D1DAF-EDCE-4359-BE3F-0AADE0B2683D}" destId="{3310AF8A-1DF6-4CE5-8544-437771E5670F}" srcOrd="0" destOrd="0" presId="urn:microsoft.com/office/officeart/2018/5/layout/CenteredIconLabelDescriptionList"/>
    <dgm:cxn modelId="{6C392840-7E04-4974-B3F6-E8C9DC738239}" srcId="{EE5FA01A-ECC8-4824-920F-E2BD420316FE}" destId="{7C198B21-ECE9-4B90-AD71-014DA7871668}" srcOrd="2" destOrd="0" parTransId="{A2B2A040-42A7-4D1B-A366-419B4F4BBF5B}" sibTransId="{E4EA8EE0-B1B3-44BE-A923-AA08620548F8}"/>
    <dgm:cxn modelId="{43B34864-C64C-4367-AFAA-8C9008F18957}" type="presOf" srcId="{EE5FA01A-ECC8-4824-920F-E2BD420316FE}" destId="{5000B699-FC82-4A00-B7D3-75C84739AC4B}" srcOrd="0" destOrd="0" presId="urn:microsoft.com/office/officeart/2018/5/layout/CenteredIconLabelDescriptionList"/>
    <dgm:cxn modelId="{6D92094E-223A-4C3E-80F7-60718DD2044A}" type="presOf" srcId="{1FC2D42E-48BF-4EF9-A20C-EECD4F7C07F2}" destId="{2B03EF74-84E3-40EA-8D8F-5CA26FD09233}" srcOrd="0" destOrd="1" presId="urn:microsoft.com/office/officeart/2018/5/layout/CenteredIconLabelDescriptionList"/>
    <dgm:cxn modelId="{10D76773-0286-4AA4-870C-5EE8037FEEA4}" srcId="{7C198B21-ECE9-4B90-AD71-014DA7871668}" destId="{2A7A3CCF-66A5-47F9-83D8-56C470B56B70}" srcOrd="1" destOrd="0" parTransId="{998BE1BB-6BE3-4B9D-9288-837607B5FC1B}" sibTransId="{38DF0A06-235F-4ECD-AE99-D9DFF89A7E81}"/>
    <dgm:cxn modelId="{F258EF84-BEB3-4F5B-AE59-A0FA42AA1375}" srcId="{D2601199-4367-47E5-843B-E2308854DD10}" destId="{1FC2D42E-48BF-4EF9-A20C-EECD4F7C07F2}" srcOrd="1" destOrd="0" parTransId="{53FFF391-36CB-42DF-88A2-73BD1A763D7B}" sibTransId="{4C86F924-2F60-4A3B-97D5-2D06C974C65B}"/>
    <dgm:cxn modelId="{2E37EE85-4B76-429D-86BA-DB808B87C60F}" srcId="{FC163975-AA7A-43FE-9907-9BC843213800}" destId="{DC6D1DAF-EDCE-4359-BE3F-0AADE0B2683D}" srcOrd="0" destOrd="0" parTransId="{4E688C18-7214-4D0D-A0F6-22EEED8B437A}" sibTransId="{9BDE0B82-62CC-4A70-B185-CE05F685F004}"/>
    <dgm:cxn modelId="{3EDF799D-B268-4CDD-8DE7-13B379154FF5}" srcId="{EE5FA01A-ECC8-4824-920F-E2BD420316FE}" destId="{D2601199-4367-47E5-843B-E2308854DD10}" srcOrd="0" destOrd="0" parTransId="{4332F641-10E8-484E-AB24-8AC834AF4CA3}" sibTransId="{6962BFD7-7201-4DF5-BCA8-152A948899B3}"/>
    <dgm:cxn modelId="{BF1C2B9E-3FC8-490A-9E08-7E8C839663FD}" type="presOf" srcId="{A3C4BFF2-06E8-425A-B5C1-BC5B633B42F9}" destId="{2B03EF74-84E3-40EA-8D8F-5CA26FD09233}" srcOrd="0" destOrd="0" presId="urn:microsoft.com/office/officeart/2018/5/layout/CenteredIconLabelDescriptionList"/>
    <dgm:cxn modelId="{C22F85B0-FA87-4E61-9722-BD95906150E4}" type="presOf" srcId="{7C198B21-ECE9-4B90-AD71-014DA7871668}" destId="{E28FB95A-9264-455F-97C5-262A0D9DB0CE}" srcOrd="0" destOrd="0" presId="urn:microsoft.com/office/officeart/2018/5/layout/CenteredIconLabelDescriptionList"/>
    <dgm:cxn modelId="{E42D48B5-5C2D-46A8-BA71-24C25F67E10B}" type="presOf" srcId="{D2601199-4367-47E5-843B-E2308854DD10}" destId="{B490249F-82B2-433A-ADD6-894E32A08635}" srcOrd="0" destOrd="0" presId="urn:microsoft.com/office/officeart/2018/5/layout/CenteredIconLabelDescriptionList"/>
    <dgm:cxn modelId="{BE6E7DB5-ADFD-48C5-8A6B-1677A1C65A46}" srcId="{FC163975-AA7A-43FE-9907-9BC843213800}" destId="{0A1D3BD1-0338-464E-9FC9-84680002BC9A}" srcOrd="1" destOrd="0" parTransId="{E3B8FD50-83B7-4221-B1EA-550E49E7EBAB}" sibTransId="{74C33B43-E82B-45B2-8C0B-C2BC7C43E064}"/>
    <dgm:cxn modelId="{7E98AFBE-AB1E-4128-9964-7860A45D974F}" srcId="{7C198B21-ECE9-4B90-AD71-014DA7871668}" destId="{6C84FDE3-A8AA-4E6C-A6E2-5DD53647C2E9}" srcOrd="0" destOrd="0" parTransId="{AAB2014D-6FCB-4EF0-B413-820D02B6C8DE}" sibTransId="{F96B360B-4CEB-4C94-B7E4-FA87852201B7}"/>
    <dgm:cxn modelId="{DB2143E3-CB06-4CCE-89C3-2BD219512CE3}" type="presOf" srcId="{2A7A3CCF-66A5-47F9-83D8-56C470B56B70}" destId="{BF1FF061-52A5-49C7-AC37-E3581F21EFE0}" srcOrd="0" destOrd="1" presId="urn:microsoft.com/office/officeart/2018/5/layout/CenteredIconLabelDescriptionList"/>
    <dgm:cxn modelId="{F52332F0-1839-4AF3-9214-06E3F9028545}" srcId="{D2601199-4367-47E5-843B-E2308854DD10}" destId="{A3C4BFF2-06E8-425A-B5C1-BC5B633B42F9}" srcOrd="0" destOrd="0" parTransId="{7E390DDF-9F8C-4FB0-A53D-AD8EAE588311}" sibTransId="{6EE213B7-BA8A-4AB6-B188-11AB399E2DBA}"/>
    <dgm:cxn modelId="{E08D7D32-7AF7-4B17-833E-FFC5A3E7C792}" type="presParOf" srcId="{5000B699-FC82-4A00-B7D3-75C84739AC4B}" destId="{794520EA-5151-4D02-8F32-AD54998342CC}" srcOrd="0" destOrd="0" presId="urn:microsoft.com/office/officeart/2018/5/layout/CenteredIconLabelDescriptionList"/>
    <dgm:cxn modelId="{84515FFE-424C-436B-956A-D65C3D259FE8}" type="presParOf" srcId="{794520EA-5151-4D02-8F32-AD54998342CC}" destId="{682470A7-FE30-41F9-AD54-B8C33C9D0EC0}" srcOrd="0" destOrd="0" presId="urn:microsoft.com/office/officeart/2018/5/layout/CenteredIconLabelDescriptionList"/>
    <dgm:cxn modelId="{3D38D98D-C972-4991-9A17-D5770F2A0E8F}" type="presParOf" srcId="{794520EA-5151-4D02-8F32-AD54998342CC}" destId="{009E99AD-0795-4BE8-97AE-7F7C7DFD8A81}" srcOrd="1" destOrd="0" presId="urn:microsoft.com/office/officeart/2018/5/layout/CenteredIconLabelDescriptionList"/>
    <dgm:cxn modelId="{55A00F63-D723-4D4B-B975-E6FC8B0A12B2}" type="presParOf" srcId="{794520EA-5151-4D02-8F32-AD54998342CC}" destId="{B490249F-82B2-433A-ADD6-894E32A08635}" srcOrd="2" destOrd="0" presId="urn:microsoft.com/office/officeart/2018/5/layout/CenteredIconLabelDescriptionList"/>
    <dgm:cxn modelId="{3FCC3A3F-16AD-4E20-9E6C-041A800E6875}" type="presParOf" srcId="{794520EA-5151-4D02-8F32-AD54998342CC}" destId="{716BEDA4-2C1B-403C-988D-C7CF7009FC19}" srcOrd="3" destOrd="0" presId="urn:microsoft.com/office/officeart/2018/5/layout/CenteredIconLabelDescriptionList"/>
    <dgm:cxn modelId="{4D3605EB-F28C-4D2B-9B6C-0A0813F184DC}" type="presParOf" srcId="{794520EA-5151-4D02-8F32-AD54998342CC}" destId="{2B03EF74-84E3-40EA-8D8F-5CA26FD09233}" srcOrd="4" destOrd="0" presId="urn:microsoft.com/office/officeart/2018/5/layout/CenteredIconLabelDescriptionList"/>
    <dgm:cxn modelId="{CFC948FF-1D87-4D67-895E-0B253455C072}" type="presParOf" srcId="{5000B699-FC82-4A00-B7D3-75C84739AC4B}" destId="{E974BB07-1C7C-4174-9E2A-69A5864744BB}" srcOrd="1" destOrd="0" presId="urn:microsoft.com/office/officeart/2018/5/layout/CenteredIconLabelDescriptionList"/>
    <dgm:cxn modelId="{5ED9F77E-B6AC-4014-A507-C5B0DEC1F29A}" type="presParOf" srcId="{5000B699-FC82-4A00-B7D3-75C84739AC4B}" destId="{F1B8DF32-A21C-4D72-845A-21E8C19D86DA}" srcOrd="2" destOrd="0" presId="urn:microsoft.com/office/officeart/2018/5/layout/CenteredIconLabelDescriptionList"/>
    <dgm:cxn modelId="{11807987-DF58-4F76-8C10-E4732E9E6DCE}" type="presParOf" srcId="{F1B8DF32-A21C-4D72-845A-21E8C19D86DA}" destId="{7F8C0FF5-F397-46FE-A017-D79D5D3E22DD}" srcOrd="0" destOrd="0" presId="urn:microsoft.com/office/officeart/2018/5/layout/CenteredIconLabelDescriptionList"/>
    <dgm:cxn modelId="{B254C50E-4C24-4885-BFA5-EC612163E4AA}" type="presParOf" srcId="{F1B8DF32-A21C-4D72-845A-21E8C19D86DA}" destId="{32EFD520-C15D-4331-9DB2-A61906A193A8}" srcOrd="1" destOrd="0" presId="urn:microsoft.com/office/officeart/2018/5/layout/CenteredIconLabelDescriptionList"/>
    <dgm:cxn modelId="{E4E7062C-6207-4AEB-BDF7-24F62287B451}" type="presParOf" srcId="{F1B8DF32-A21C-4D72-845A-21E8C19D86DA}" destId="{3ACBDED4-C76F-4C6B-88CC-CE572F438083}" srcOrd="2" destOrd="0" presId="urn:microsoft.com/office/officeart/2018/5/layout/CenteredIconLabelDescriptionList"/>
    <dgm:cxn modelId="{A58603F9-BDCF-4AD7-B93C-A29266639B56}" type="presParOf" srcId="{F1B8DF32-A21C-4D72-845A-21E8C19D86DA}" destId="{4292D05E-4A73-46C2-A0F8-66F78AF34D50}" srcOrd="3" destOrd="0" presId="urn:microsoft.com/office/officeart/2018/5/layout/CenteredIconLabelDescriptionList"/>
    <dgm:cxn modelId="{E46A2C1E-A72E-46DA-866B-74F3EF9A957D}" type="presParOf" srcId="{F1B8DF32-A21C-4D72-845A-21E8C19D86DA}" destId="{3310AF8A-1DF6-4CE5-8544-437771E5670F}" srcOrd="4" destOrd="0" presId="urn:microsoft.com/office/officeart/2018/5/layout/CenteredIconLabelDescriptionList"/>
    <dgm:cxn modelId="{D2348876-3564-44E1-8B60-2C5C7E87CD83}" type="presParOf" srcId="{5000B699-FC82-4A00-B7D3-75C84739AC4B}" destId="{74EB4134-AAA3-4643-A010-B87B5C2EC401}" srcOrd="3" destOrd="0" presId="urn:microsoft.com/office/officeart/2018/5/layout/CenteredIconLabelDescriptionList"/>
    <dgm:cxn modelId="{A1A1BE60-26AE-433D-97E9-4C3B26CBAC48}" type="presParOf" srcId="{5000B699-FC82-4A00-B7D3-75C84739AC4B}" destId="{8EDA1AA7-8892-4DBF-8C13-0D8DBDBD45EE}" srcOrd="4" destOrd="0" presId="urn:microsoft.com/office/officeart/2018/5/layout/CenteredIconLabelDescriptionList"/>
    <dgm:cxn modelId="{BB2D8DBE-3F7C-4052-84C6-F85498B21D95}" type="presParOf" srcId="{8EDA1AA7-8892-4DBF-8C13-0D8DBDBD45EE}" destId="{6BE1A367-63C4-470D-8B26-DCDD54F67839}" srcOrd="0" destOrd="0" presId="urn:microsoft.com/office/officeart/2018/5/layout/CenteredIconLabelDescriptionList"/>
    <dgm:cxn modelId="{F10C672B-5DA0-43B6-B502-37F43939A0BB}" type="presParOf" srcId="{8EDA1AA7-8892-4DBF-8C13-0D8DBDBD45EE}" destId="{CAE1593A-4B9B-46E1-9D4F-AB1F3E6016CB}" srcOrd="1" destOrd="0" presId="urn:microsoft.com/office/officeart/2018/5/layout/CenteredIconLabelDescriptionList"/>
    <dgm:cxn modelId="{B8A02B41-DC59-4231-A9F4-E157742B74C0}" type="presParOf" srcId="{8EDA1AA7-8892-4DBF-8C13-0D8DBDBD45EE}" destId="{E28FB95A-9264-455F-97C5-262A0D9DB0CE}" srcOrd="2" destOrd="0" presId="urn:microsoft.com/office/officeart/2018/5/layout/CenteredIconLabelDescriptionList"/>
    <dgm:cxn modelId="{9ACC2467-D036-4DC5-987E-0B262D63CF39}" type="presParOf" srcId="{8EDA1AA7-8892-4DBF-8C13-0D8DBDBD45EE}" destId="{C3ED65FD-8176-48C5-A63E-98A930CB8382}" srcOrd="3" destOrd="0" presId="urn:microsoft.com/office/officeart/2018/5/layout/CenteredIconLabelDescriptionList"/>
    <dgm:cxn modelId="{C2379E4F-F11C-410D-9859-FD71CFFE6F54}" type="presParOf" srcId="{8EDA1AA7-8892-4DBF-8C13-0D8DBDBD45EE}" destId="{BF1FF061-52A5-49C7-AC37-E3581F21EFE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EE5FA01A-ECC8-4824-920F-E2BD420316F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DE80CEA5-F27E-461A-8B71-E4F96A32A1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HD wallets use</a:t>
          </a:r>
        </a:p>
      </dgm:t>
    </dgm:pt>
    <dgm:pt modelId="{A10FC5F5-690E-4867-93E6-F2C2EED34637}" type="parTrans" cxnId="{9BD9AC52-E837-4ED1-A3CF-4AB181C52C41}">
      <dgm:prSet/>
      <dgm:spPr/>
      <dgm:t>
        <a:bodyPr/>
        <a:lstStyle/>
        <a:p>
          <a:endParaRPr lang="en-US"/>
        </a:p>
      </dgm:t>
    </dgm:pt>
    <dgm:pt modelId="{8CA06E24-FA9F-4C19-8E45-F18354D64C26}" type="sibTrans" cxnId="{9BD9AC52-E837-4ED1-A3CF-4AB181C52C41}">
      <dgm:prSet/>
      <dgm:spPr/>
      <dgm:t>
        <a:bodyPr/>
        <a:lstStyle/>
        <a:p>
          <a:endParaRPr lang="en-US"/>
        </a:p>
      </dgm:t>
    </dgm:pt>
    <dgm:pt modelId="{3DCC9B92-4BE7-4529-ABEE-CC1AD82EC5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between</a:t>
          </a:r>
        </a:p>
      </dgm:t>
    </dgm:pt>
    <dgm:pt modelId="{325DEF3B-613A-428C-8501-B766C8DCB021}" type="parTrans" cxnId="{2F4355AC-4976-4204-86BF-A6CAE4B6B541}">
      <dgm:prSet/>
      <dgm:spPr/>
      <dgm:t>
        <a:bodyPr/>
        <a:lstStyle/>
        <a:p>
          <a:endParaRPr lang="en-US"/>
        </a:p>
      </dgm:t>
    </dgm:pt>
    <dgm:pt modelId="{F2A70CEE-C19A-43F7-B9FA-4A46BDBBB309}" type="sibTrans" cxnId="{2F4355AC-4976-4204-86BF-A6CAE4B6B541}">
      <dgm:prSet/>
      <dgm:spPr/>
      <dgm:t>
        <a:bodyPr/>
        <a:lstStyle/>
        <a:p>
          <a:endParaRPr lang="en-US"/>
        </a:p>
      </dgm:t>
    </dgm:pt>
    <dgm:pt modelId="{D84A20A9-7EE5-43CF-BB83-9ED8766D6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child</a:t>
          </a:r>
          <a:r>
            <a:rPr lang="tr-TR" dirty="0"/>
            <a:t> chain code</a:t>
          </a:r>
          <a:endParaRPr lang="en-US" dirty="0"/>
        </a:p>
      </dgm:t>
    </dgm:pt>
    <dgm:pt modelId="{FFA21C35-B138-475A-AFC8-D6AB10166554}" type="parTrans" cxnId="{D6E0A61E-8A81-415C-83D7-30487A2797CF}">
      <dgm:prSet/>
      <dgm:spPr/>
      <dgm:t>
        <a:bodyPr/>
        <a:lstStyle/>
        <a:p>
          <a:endParaRPr lang="en-US"/>
        </a:p>
      </dgm:t>
    </dgm:pt>
    <dgm:pt modelId="{FA51EFA4-DA15-4EE7-BDEF-B1A9482A7A8E}" type="sibTrans" cxnId="{D6E0A61E-8A81-415C-83D7-30487A2797CF}">
      <dgm:prSet/>
      <dgm:spPr/>
      <dgm:t>
        <a:bodyPr/>
        <a:lstStyle/>
        <a:p>
          <a:endParaRPr lang="en-US"/>
        </a:p>
      </dgm:t>
    </dgm:pt>
    <dgm:pt modelId="{E9C12BB5-2799-4DC6-A839-DD50185FA0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Hardened Derivation</a:t>
          </a:r>
          <a:endParaRPr lang="en-US" dirty="0"/>
        </a:p>
      </dgm:t>
    </dgm:pt>
    <dgm:pt modelId="{F1DC2552-E249-4853-9B29-E8C50E2C44CF}" type="parTrans" cxnId="{C6D8654D-D14B-4F5D-B688-0202387887BA}">
      <dgm:prSet/>
      <dgm:spPr/>
      <dgm:t>
        <a:bodyPr/>
        <a:lstStyle/>
        <a:p>
          <a:endParaRPr lang="tr-TR"/>
        </a:p>
      </dgm:t>
    </dgm:pt>
    <dgm:pt modelId="{4D1DDBA8-BF51-48F2-8688-CADFE1919437}" type="sibTrans" cxnId="{C6D8654D-D14B-4F5D-B688-0202387887BA}">
      <dgm:prSet/>
      <dgm:spPr/>
      <dgm:t>
        <a:bodyPr/>
        <a:lstStyle/>
        <a:p>
          <a:endParaRPr lang="tr-TR"/>
        </a:p>
      </dgm:t>
    </dgm:pt>
    <dgm:pt modelId="{75EE550D-8081-43D6-93E9-CC2801FAA4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Counter risk</a:t>
          </a:r>
          <a:endParaRPr lang="en-US" dirty="0"/>
        </a:p>
      </dgm:t>
    </dgm:pt>
    <dgm:pt modelId="{BC145119-5563-4701-BE2B-BB5462165CB6}" type="parTrans" cxnId="{ED93AF14-998B-4E6A-8F43-922D51DA5B2D}">
      <dgm:prSet/>
      <dgm:spPr/>
      <dgm:t>
        <a:bodyPr/>
        <a:lstStyle/>
        <a:p>
          <a:endParaRPr lang="tr-TR"/>
        </a:p>
      </dgm:t>
    </dgm:pt>
    <dgm:pt modelId="{DA113DD0-BF1D-4C5D-A448-3EB89212B5DB}" type="sibTrans" cxnId="{ED93AF14-998B-4E6A-8F43-922D51DA5B2D}">
      <dgm:prSet/>
      <dgm:spPr/>
      <dgm:t>
        <a:bodyPr/>
        <a:lstStyle/>
        <a:p>
          <a:endParaRPr lang="tr-TR"/>
        </a:p>
      </dgm:t>
    </dgm:pt>
    <dgm:pt modelId="{A1765E62-AF0A-4285-848A-979E27335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 alternative derivation</a:t>
          </a:r>
          <a:r>
            <a:rPr lang="tr-TR" dirty="0"/>
            <a:t> function</a:t>
          </a:r>
          <a:r>
            <a:rPr lang="en-US" dirty="0"/>
            <a:t> </a:t>
          </a:r>
        </a:p>
      </dgm:t>
    </dgm:pt>
    <dgm:pt modelId="{4F692ABC-12BC-4B2A-B264-10F2E3968485}" type="parTrans" cxnId="{4A2159F6-BF77-4D25-8EB3-5770C85AC75C}">
      <dgm:prSet/>
      <dgm:spPr/>
      <dgm:t>
        <a:bodyPr/>
        <a:lstStyle/>
        <a:p>
          <a:endParaRPr lang="tr-TR"/>
        </a:p>
      </dgm:t>
    </dgm:pt>
    <dgm:pt modelId="{CF36B9AD-584A-452A-810C-E49B7CBBFDFD}" type="sibTrans" cxnId="{4A2159F6-BF77-4D25-8EB3-5770C85AC75C}">
      <dgm:prSet/>
      <dgm:spPr/>
      <dgm:t>
        <a:bodyPr/>
        <a:lstStyle/>
        <a:p>
          <a:endParaRPr lang="tr-TR"/>
        </a:p>
      </dgm:t>
    </dgm:pt>
    <dgm:pt modelId="{F5AE3B51-8F0F-48BA-92D0-54D0672BA07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Break Relationship</a:t>
          </a:r>
          <a:endParaRPr lang="en-US" dirty="0"/>
        </a:p>
      </dgm:t>
    </dgm:pt>
    <dgm:pt modelId="{DE650E2D-763B-4BEA-9971-E508CF4AA92B}" type="parTrans" cxnId="{3BBC6B7E-4331-49A8-9DD0-983F5FBD5101}">
      <dgm:prSet/>
      <dgm:spPr/>
      <dgm:t>
        <a:bodyPr/>
        <a:lstStyle/>
        <a:p>
          <a:endParaRPr lang="tr-TR"/>
        </a:p>
      </dgm:t>
    </dgm:pt>
    <dgm:pt modelId="{D84B43C2-5429-40C3-9720-355E8B94C1E9}" type="sibTrans" cxnId="{3BBC6B7E-4331-49A8-9DD0-983F5FBD5101}">
      <dgm:prSet/>
      <dgm:spPr/>
      <dgm:t>
        <a:bodyPr/>
        <a:lstStyle/>
        <a:p>
          <a:endParaRPr lang="tr-TR"/>
        </a:p>
      </dgm:t>
    </dgm:pt>
    <dgm:pt modelId="{AC80D36E-8482-4772-8F77-CE8B16AD6E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parent </a:t>
          </a:r>
          <a:r>
            <a:rPr lang="en-US" dirty="0"/>
            <a:t>public key </a:t>
          </a:r>
        </a:p>
      </dgm:t>
    </dgm:pt>
    <dgm:pt modelId="{C06B8C67-40C8-420C-8544-ECC00989A1FE}" type="parTrans" cxnId="{AC8609A8-8A6C-4FCB-9D16-DB0DDAE1893B}">
      <dgm:prSet/>
      <dgm:spPr/>
      <dgm:t>
        <a:bodyPr/>
        <a:lstStyle/>
        <a:p>
          <a:endParaRPr lang="tr-TR"/>
        </a:p>
      </dgm:t>
    </dgm:pt>
    <dgm:pt modelId="{13EA102F-87A0-4294-BF80-258EEC6DE2AC}" type="sibTrans" cxnId="{AC8609A8-8A6C-4FCB-9D16-DB0DDAE1893B}">
      <dgm:prSet/>
      <dgm:spPr/>
      <dgm:t>
        <a:bodyPr/>
        <a:lstStyle/>
        <a:p>
          <a:endParaRPr lang="tr-TR"/>
        </a:p>
      </dgm:t>
    </dgm:pt>
    <dgm:pt modelId="{40C8EAD2-B84F-4146-AAF9-E002996B139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Parent-Child Chain</a:t>
          </a:r>
          <a:endParaRPr lang="en-US" dirty="0"/>
        </a:p>
      </dgm:t>
    </dgm:pt>
    <dgm:pt modelId="{5A29DAB0-D534-430D-83CD-AAD65911C6F8}" type="parTrans" cxnId="{8BD39DAF-617A-4353-9EB8-E9A873453513}">
      <dgm:prSet/>
      <dgm:spPr/>
    </dgm:pt>
    <dgm:pt modelId="{77236829-8403-4BC7-B0E0-19579C8D0DF8}" type="sibTrans" cxnId="{8BD39DAF-617A-4353-9EB8-E9A873453513}">
      <dgm:prSet/>
      <dgm:spPr/>
    </dgm:pt>
    <dgm:pt modelId="{CCBDA4DC-A91C-4EFE-B6D4-D2D579367C40}" type="pres">
      <dgm:prSet presAssocID="{EE5FA01A-ECC8-4824-920F-E2BD420316FE}" presName="root" presStyleCnt="0">
        <dgm:presLayoutVars>
          <dgm:dir/>
          <dgm:resizeHandles val="exact"/>
        </dgm:presLayoutVars>
      </dgm:prSet>
      <dgm:spPr/>
    </dgm:pt>
    <dgm:pt modelId="{5CCC160D-55F6-4014-A1CC-12DBD9213412}" type="pres">
      <dgm:prSet presAssocID="{E9C12BB5-2799-4DC6-A839-DD50185FA08D}" presName="compNode" presStyleCnt="0"/>
      <dgm:spPr/>
    </dgm:pt>
    <dgm:pt modelId="{D96FE8EE-5E1C-4B9F-900F-8DEE1B196C47}" type="pres">
      <dgm:prSet presAssocID="{E9C12BB5-2799-4DC6-A839-DD50185FA0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CA1AB4C-C658-408B-A105-334FC0B1447D}" type="pres">
      <dgm:prSet presAssocID="{E9C12BB5-2799-4DC6-A839-DD50185FA08D}" presName="iconSpace" presStyleCnt="0"/>
      <dgm:spPr/>
    </dgm:pt>
    <dgm:pt modelId="{05FFE7B4-82BB-43E5-9946-AD6B5116FD85}" type="pres">
      <dgm:prSet presAssocID="{E9C12BB5-2799-4DC6-A839-DD50185FA08D}" presName="parTx" presStyleLbl="revTx" presStyleIdx="0" presStyleCnt="6">
        <dgm:presLayoutVars>
          <dgm:chMax val="0"/>
          <dgm:chPref val="0"/>
        </dgm:presLayoutVars>
      </dgm:prSet>
      <dgm:spPr/>
    </dgm:pt>
    <dgm:pt modelId="{A978A705-83E7-4901-9BCD-F6603CDBDD9E}" type="pres">
      <dgm:prSet presAssocID="{E9C12BB5-2799-4DC6-A839-DD50185FA08D}" presName="txSpace" presStyleCnt="0"/>
      <dgm:spPr/>
    </dgm:pt>
    <dgm:pt modelId="{CAA7AF01-DE89-4940-A760-E9AE8AFCA63D}" type="pres">
      <dgm:prSet presAssocID="{E9C12BB5-2799-4DC6-A839-DD50185FA08D}" presName="desTx" presStyleLbl="revTx" presStyleIdx="1" presStyleCnt="6">
        <dgm:presLayoutVars/>
      </dgm:prSet>
      <dgm:spPr/>
    </dgm:pt>
    <dgm:pt modelId="{777866A2-845B-47F7-8D3C-2DE99CDBE945}" type="pres">
      <dgm:prSet presAssocID="{4D1DDBA8-BF51-48F2-8688-CADFE1919437}" presName="sibTrans" presStyleCnt="0"/>
      <dgm:spPr/>
    </dgm:pt>
    <dgm:pt modelId="{8F126FA6-FC77-4E3D-A69D-581339C8EA37}" type="pres">
      <dgm:prSet presAssocID="{75EE550D-8081-43D6-93E9-CC2801FAA4A0}" presName="compNode" presStyleCnt="0"/>
      <dgm:spPr/>
    </dgm:pt>
    <dgm:pt modelId="{0BBDF635-E3EF-47C6-91ED-996686EF2D7B}" type="pres">
      <dgm:prSet presAssocID="{75EE550D-8081-43D6-93E9-CC2801FAA4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A0718151-D99B-4564-8CC2-0146C3A02884}" type="pres">
      <dgm:prSet presAssocID="{75EE550D-8081-43D6-93E9-CC2801FAA4A0}" presName="iconSpace" presStyleCnt="0"/>
      <dgm:spPr/>
    </dgm:pt>
    <dgm:pt modelId="{14644BCF-EC1A-465D-9003-77F534076BCA}" type="pres">
      <dgm:prSet presAssocID="{75EE550D-8081-43D6-93E9-CC2801FAA4A0}" presName="parTx" presStyleLbl="revTx" presStyleIdx="2" presStyleCnt="6">
        <dgm:presLayoutVars>
          <dgm:chMax val="0"/>
          <dgm:chPref val="0"/>
        </dgm:presLayoutVars>
      </dgm:prSet>
      <dgm:spPr/>
    </dgm:pt>
    <dgm:pt modelId="{5774EE22-74F1-49F1-9EFE-F890F1D18402}" type="pres">
      <dgm:prSet presAssocID="{75EE550D-8081-43D6-93E9-CC2801FAA4A0}" presName="txSpace" presStyleCnt="0"/>
      <dgm:spPr/>
    </dgm:pt>
    <dgm:pt modelId="{04697565-4903-46D6-A440-09CF4BBFB08F}" type="pres">
      <dgm:prSet presAssocID="{75EE550D-8081-43D6-93E9-CC2801FAA4A0}" presName="desTx" presStyleLbl="revTx" presStyleIdx="3" presStyleCnt="6">
        <dgm:presLayoutVars/>
      </dgm:prSet>
      <dgm:spPr/>
    </dgm:pt>
    <dgm:pt modelId="{F8CF7592-BFEA-43CE-BD0F-8C60161DD103}" type="pres">
      <dgm:prSet presAssocID="{DA113DD0-BF1D-4C5D-A448-3EB89212B5DB}" presName="sibTrans" presStyleCnt="0"/>
      <dgm:spPr/>
    </dgm:pt>
    <dgm:pt modelId="{2D9A29EA-8E55-444C-B0A2-E153E67941A9}" type="pres">
      <dgm:prSet presAssocID="{3DCC9B92-4BE7-4529-ABEE-CC1AD82EC553}" presName="compNode" presStyleCnt="0"/>
      <dgm:spPr/>
    </dgm:pt>
    <dgm:pt modelId="{F2F0F0F1-1827-4506-BED8-DC46D4019C3F}" type="pres">
      <dgm:prSet presAssocID="{3DCC9B92-4BE7-4529-ABEE-CC1AD82EC5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069B2EA-A67F-481E-858E-1E0849B6CE5D}" type="pres">
      <dgm:prSet presAssocID="{3DCC9B92-4BE7-4529-ABEE-CC1AD82EC553}" presName="iconSpace" presStyleCnt="0"/>
      <dgm:spPr/>
    </dgm:pt>
    <dgm:pt modelId="{67CBBEA5-1CE9-440E-8A3C-A44BB0A91747}" type="pres">
      <dgm:prSet presAssocID="{3DCC9B92-4BE7-4529-ABEE-CC1AD82EC553}" presName="parTx" presStyleLbl="revTx" presStyleIdx="4" presStyleCnt="6">
        <dgm:presLayoutVars>
          <dgm:chMax val="0"/>
          <dgm:chPref val="0"/>
        </dgm:presLayoutVars>
      </dgm:prSet>
      <dgm:spPr/>
    </dgm:pt>
    <dgm:pt modelId="{54FE5854-7B33-4268-A73D-A519490F1613}" type="pres">
      <dgm:prSet presAssocID="{3DCC9B92-4BE7-4529-ABEE-CC1AD82EC553}" presName="txSpace" presStyleCnt="0"/>
      <dgm:spPr/>
    </dgm:pt>
    <dgm:pt modelId="{0791F052-3C2C-4C07-969B-E39D84D00B3E}" type="pres">
      <dgm:prSet presAssocID="{3DCC9B92-4BE7-4529-ABEE-CC1AD82EC553}" presName="desTx" presStyleLbl="revTx" presStyleIdx="5" presStyleCnt="6">
        <dgm:presLayoutVars/>
      </dgm:prSet>
      <dgm:spPr/>
    </dgm:pt>
  </dgm:ptLst>
  <dgm:cxnLst>
    <dgm:cxn modelId="{67813509-2868-4A34-9672-AB36550FFC9A}" type="presOf" srcId="{3DCC9B92-4BE7-4529-ABEE-CC1AD82EC553}" destId="{67CBBEA5-1CE9-440E-8A3C-A44BB0A91747}" srcOrd="0" destOrd="0" presId="urn:microsoft.com/office/officeart/2018/2/layout/IconLabelDescriptionList"/>
    <dgm:cxn modelId="{ED93AF14-998B-4E6A-8F43-922D51DA5B2D}" srcId="{EE5FA01A-ECC8-4824-920F-E2BD420316FE}" destId="{75EE550D-8081-43D6-93E9-CC2801FAA4A0}" srcOrd="1" destOrd="0" parTransId="{BC145119-5563-4701-BE2B-BB5462165CB6}" sibTransId="{DA113DD0-BF1D-4C5D-A448-3EB89212B5DB}"/>
    <dgm:cxn modelId="{3336101E-25B2-4DD0-85EE-4CA7F9EAC9B1}" type="presOf" srcId="{E9C12BB5-2799-4DC6-A839-DD50185FA08D}" destId="{05FFE7B4-82BB-43E5-9946-AD6B5116FD85}" srcOrd="0" destOrd="0" presId="urn:microsoft.com/office/officeart/2018/2/layout/IconLabelDescriptionList"/>
    <dgm:cxn modelId="{D6E0A61E-8A81-415C-83D7-30487A2797CF}" srcId="{3DCC9B92-4BE7-4529-ABEE-CC1AD82EC553}" destId="{D84A20A9-7EE5-43CF-BB83-9ED8766D6F5F}" srcOrd="1" destOrd="0" parTransId="{FFA21C35-B138-475A-AFC8-D6AB10166554}" sibTransId="{FA51EFA4-DA15-4EE7-BDEF-B1A9482A7A8E}"/>
    <dgm:cxn modelId="{0E63E31F-2AA1-4655-B7C2-D8D76F216B55}" type="presOf" srcId="{A1765E62-AF0A-4285-848A-979E27335F81}" destId="{CAA7AF01-DE89-4940-A760-E9AE8AFCA63D}" srcOrd="0" destOrd="1" presId="urn:microsoft.com/office/officeart/2018/2/layout/IconLabelDescriptionList"/>
    <dgm:cxn modelId="{9AF48B28-1F04-460F-937D-E08A27A112CA}" type="presOf" srcId="{D84A20A9-7EE5-43CF-BB83-9ED8766D6F5F}" destId="{0791F052-3C2C-4C07-969B-E39D84D00B3E}" srcOrd="0" destOrd="1" presId="urn:microsoft.com/office/officeart/2018/2/layout/IconLabelDescriptionList"/>
    <dgm:cxn modelId="{5120AB2C-945E-4F16-8BCB-3B3D5164DAD1}" type="presOf" srcId="{75EE550D-8081-43D6-93E9-CC2801FAA4A0}" destId="{14644BCF-EC1A-465D-9003-77F534076BCA}" srcOrd="0" destOrd="0" presId="urn:microsoft.com/office/officeart/2018/2/layout/IconLabelDescriptionList"/>
    <dgm:cxn modelId="{902EA33F-14EF-4B89-9FE5-42EF0CBF85AD}" type="presOf" srcId="{EE5FA01A-ECC8-4824-920F-E2BD420316FE}" destId="{CCBDA4DC-A91C-4EFE-B6D4-D2D579367C40}" srcOrd="0" destOrd="0" presId="urn:microsoft.com/office/officeart/2018/2/layout/IconLabelDescriptionList"/>
    <dgm:cxn modelId="{C6D8654D-D14B-4F5D-B688-0202387887BA}" srcId="{EE5FA01A-ECC8-4824-920F-E2BD420316FE}" destId="{E9C12BB5-2799-4DC6-A839-DD50185FA08D}" srcOrd="0" destOrd="0" parTransId="{F1DC2552-E249-4853-9B29-E8C50E2C44CF}" sibTransId="{4D1DDBA8-BF51-48F2-8688-CADFE1919437}"/>
    <dgm:cxn modelId="{9BD9AC52-E837-4ED1-A3CF-4AB181C52C41}" srcId="{E9C12BB5-2799-4DC6-A839-DD50185FA08D}" destId="{DE80CEA5-F27E-461A-8B71-E4F96A32A1AA}" srcOrd="0" destOrd="0" parTransId="{A10FC5F5-690E-4867-93E6-F2C2EED34637}" sibTransId="{8CA06E24-FA9F-4C19-8E45-F18354D64C26}"/>
    <dgm:cxn modelId="{F8E34675-774A-4926-BF0C-9B1CA4353131}" type="presOf" srcId="{40C8EAD2-B84F-4146-AAF9-E002996B1395}" destId="{04697565-4903-46D6-A440-09CF4BBFB08F}" srcOrd="0" destOrd="1" presId="urn:microsoft.com/office/officeart/2018/2/layout/IconLabelDescriptionList"/>
    <dgm:cxn modelId="{3BBC6B7E-4331-49A8-9DD0-983F5FBD5101}" srcId="{75EE550D-8081-43D6-93E9-CC2801FAA4A0}" destId="{F5AE3B51-8F0F-48BA-92D0-54D0672BA07E}" srcOrd="0" destOrd="0" parTransId="{DE650E2D-763B-4BEA-9971-E508CF4AA92B}" sibTransId="{D84B43C2-5429-40C3-9720-355E8B94C1E9}"/>
    <dgm:cxn modelId="{A970C99C-2EC7-49DA-9288-044B2F5D7BA1}" type="presOf" srcId="{F5AE3B51-8F0F-48BA-92D0-54D0672BA07E}" destId="{04697565-4903-46D6-A440-09CF4BBFB08F}" srcOrd="0" destOrd="0" presId="urn:microsoft.com/office/officeart/2018/2/layout/IconLabelDescriptionList"/>
    <dgm:cxn modelId="{B5C316A1-F620-46E0-AABE-78D423982965}" type="presOf" srcId="{DE80CEA5-F27E-461A-8B71-E4F96A32A1AA}" destId="{CAA7AF01-DE89-4940-A760-E9AE8AFCA63D}" srcOrd="0" destOrd="0" presId="urn:microsoft.com/office/officeart/2018/2/layout/IconLabelDescriptionList"/>
    <dgm:cxn modelId="{AC8609A8-8A6C-4FCB-9D16-DB0DDAE1893B}" srcId="{3DCC9B92-4BE7-4529-ABEE-CC1AD82EC553}" destId="{AC80D36E-8482-4772-8F77-CE8B16AD6E76}" srcOrd="0" destOrd="0" parTransId="{C06B8C67-40C8-420C-8544-ECC00989A1FE}" sibTransId="{13EA102F-87A0-4294-BF80-258EEC6DE2AC}"/>
    <dgm:cxn modelId="{348935AC-5578-4A1C-9668-DC96CC9C3E2F}" type="presOf" srcId="{AC80D36E-8482-4772-8F77-CE8B16AD6E76}" destId="{0791F052-3C2C-4C07-969B-E39D84D00B3E}" srcOrd="0" destOrd="0" presId="urn:microsoft.com/office/officeart/2018/2/layout/IconLabelDescriptionList"/>
    <dgm:cxn modelId="{2F4355AC-4976-4204-86BF-A6CAE4B6B541}" srcId="{EE5FA01A-ECC8-4824-920F-E2BD420316FE}" destId="{3DCC9B92-4BE7-4529-ABEE-CC1AD82EC553}" srcOrd="2" destOrd="0" parTransId="{325DEF3B-613A-428C-8501-B766C8DCB021}" sibTransId="{F2A70CEE-C19A-43F7-B9FA-4A46BDBBB309}"/>
    <dgm:cxn modelId="{8BD39DAF-617A-4353-9EB8-E9A873453513}" srcId="{75EE550D-8081-43D6-93E9-CC2801FAA4A0}" destId="{40C8EAD2-B84F-4146-AAF9-E002996B1395}" srcOrd="1" destOrd="0" parTransId="{5A29DAB0-D534-430D-83CD-AAD65911C6F8}" sibTransId="{77236829-8403-4BC7-B0E0-19579C8D0DF8}"/>
    <dgm:cxn modelId="{4A2159F6-BF77-4D25-8EB3-5770C85AC75C}" srcId="{E9C12BB5-2799-4DC6-A839-DD50185FA08D}" destId="{A1765E62-AF0A-4285-848A-979E27335F81}" srcOrd="1" destOrd="0" parTransId="{4F692ABC-12BC-4B2A-B264-10F2E3968485}" sibTransId="{CF36B9AD-584A-452A-810C-E49B7CBBFDFD}"/>
    <dgm:cxn modelId="{CAB6E0FA-2E07-4C3D-9F50-BCEE4B9C5FDF}" type="presParOf" srcId="{CCBDA4DC-A91C-4EFE-B6D4-D2D579367C40}" destId="{5CCC160D-55F6-4014-A1CC-12DBD9213412}" srcOrd="0" destOrd="0" presId="urn:microsoft.com/office/officeart/2018/2/layout/IconLabelDescriptionList"/>
    <dgm:cxn modelId="{8CD14DC2-23B0-417D-B0FE-89073811884F}" type="presParOf" srcId="{5CCC160D-55F6-4014-A1CC-12DBD9213412}" destId="{D96FE8EE-5E1C-4B9F-900F-8DEE1B196C47}" srcOrd="0" destOrd="0" presId="urn:microsoft.com/office/officeart/2018/2/layout/IconLabelDescriptionList"/>
    <dgm:cxn modelId="{027A0DF0-3586-44CE-A474-B17D287650D7}" type="presParOf" srcId="{5CCC160D-55F6-4014-A1CC-12DBD9213412}" destId="{1CA1AB4C-C658-408B-A105-334FC0B1447D}" srcOrd="1" destOrd="0" presId="urn:microsoft.com/office/officeart/2018/2/layout/IconLabelDescriptionList"/>
    <dgm:cxn modelId="{518017BD-7DCC-4C73-B47A-340FDA07D5CD}" type="presParOf" srcId="{5CCC160D-55F6-4014-A1CC-12DBD9213412}" destId="{05FFE7B4-82BB-43E5-9946-AD6B5116FD85}" srcOrd="2" destOrd="0" presId="urn:microsoft.com/office/officeart/2018/2/layout/IconLabelDescriptionList"/>
    <dgm:cxn modelId="{143BD40A-2C52-449B-9C5E-438B491A68F9}" type="presParOf" srcId="{5CCC160D-55F6-4014-A1CC-12DBD9213412}" destId="{A978A705-83E7-4901-9BCD-F6603CDBDD9E}" srcOrd="3" destOrd="0" presId="urn:microsoft.com/office/officeart/2018/2/layout/IconLabelDescriptionList"/>
    <dgm:cxn modelId="{48A5A311-71CD-4EE7-8F6A-5FB00329EDBD}" type="presParOf" srcId="{5CCC160D-55F6-4014-A1CC-12DBD9213412}" destId="{CAA7AF01-DE89-4940-A760-E9AE8AFCA63D}" srcOrd="4" destOrd="0" presId="urn:microsoft.com/office/officeart/2018/2/layout/IconLabelDescriptionList"/>
    <dgm:cxn modelId="{116C69B2-0A0A-4E0C-85E7-0CC4EC17729A}" type="presParOf" srcId="{CCBDA4DC-A91C-4EFE-B6D4-D2D579367C40}" destId="{777866A2-845B-47F7-8D3C-2DE99CDBE945}" srcOrd="1" destOrd="0" presId="urn:microsoft.com/office/officeart/2018/2/layout/IconLabelDescriptionList"/>
    <dgm:cxn modelId="{7BDA5A0D-6D5A-42B4-8227-0D2B75343E4F}" type="presParOf" srcId="{CCBDA4DC-A91C-4EFE-B6D4-D2D579367C40}" destId="{8F126FA6-FC77-4E3D-A69D-581339C8EA37}" srcOrd="2" destOrd="0" presId="urn:microsoft.com/office/officeart/2018/2/layout/IconLabelDescriptionList"/>
    <dgm:cxn modelId="{353643F7-73FE-4B96-B431-27D1BE2FF4A0}" type="presParOf" srcId="{8F126FA6-FC77-4E3D-A69D-581339C8EA37}" destId="{0BBDF635-E3EF-47C6-91ED-996686EF2D7B}" srcOrd="0" destOrd="0" presId="urn:microsoft.com/office/officeart/2018/2/layout/IconLabelDescriptionList"/>
    <dgm:cxn modelId="{4BF1A62F-A19B-4246-A705-789335F79ADC}" type="presParOf" srcId="{8F126FA6-FC77-4E3D-A69D-581339C8EA37}" destId="{A0718151-D99B-4564-8CC2-0146C3A02884}" srcOrd="1" destOrd="0" presId="urn:microsoft.com/office/officeart/2018/2/layout/IconLabelDescriptionList"/>
    <dgm:cxn modelId="{49A2518E-582E-44BC-98F2-DE4588B39348}" type="presParOf" srcId="{8F126FA6-FC77-4E3D-A69D-581339C8EA37}" destId="{14644BCF-EC1A-465D-9003-77F534076BCA}" srcOrd="2" destOrd="0" presId="urn:microsoft.com/office/officeart/2018/2/layout/IconLabelDescriptionList"/>
    <dgm:cxn modelId="{3BD8BBAF-DA64-495D-AF17-D07B47E7499A}" type="presParOf" srcId="{8F126FA6-FC77-4E3D-A69D-581339C8EA37}" destId="{5774EE22-74F1-49F1-9EFE-F890F1D18402}" srcOrd="3" destOrd="0" presId="urn:microsoft.com/office/officeart/2018/2/layout/IconLabelDescriptionList"/>
    <dgm:cxn modelId="{AFCECAE6-F880-4DDA-8EA0-35A637868BFF}" type="presParOf" srcId="{8F126FA6-FC77-4E3D-A69D-581339C8EA37}" destId="{04697565-4903-46D6-A440-09CF4BBFB08F}" srcOrd="4" destOrd="0" presId="urn:microsoft.com/office/officeart/2018/2/layout/IconLabelDescriptionList"/>
    <dgm:cxn modelId="{988BB1A1-5DDA-4B59-A8EC-C80B10A3AB29}" type="presParOf" srcId="{CCBDA4DC-A91C-4EFE-B6D4-D2D579367C40}" destId="{F8CF7592-BFEA-43CE-BD0F-8C60161DD103}" srcOrd="3" destOrd="0" presId="urn:microsoft.com/office/officeart/2018/2/layout/IconLabelDescriptionList"/>
    <dgm:cxn modelId="{608CF4C4-D1C4-431E-9AA3-6AB9A783AC50}" type="presParOf" srcId="{CCBDA4DC-A91C-4EFE-B6D4-D2D579367C40}" destId="{2D9A29EA-8E55-444C-B0A2-E153E67941A9}" srcOrd="4" destOrd="0" presId="urn:microsoft.com/office/officeart/2018/2/layout/IconLabelDescriptionList"/>
    <dgm:cxn modelId="{56A9EB15-DC6F-4212-A376-348E7D69AE28}" type="presParOf" srcId="{2D9A29EA-8E55-444C-B0A2-E153E67941A9}" destId="{F2F0F0F1-1827-4506-BED8-DC46D4019C3F}" srcOrd="0" destOrd="0" presId="urn:microsoft.com/office/officeart/2018/2/layout/IconLabelDescriptionList"/>
    <dgm:cxn modelId="{87692C24-EA64-4DB7-A84E-4427BC7338F9}" type="presParOf" srcId="{2D9A29EA-8E55-444C-B0A2-E153E67941A9}" destId="{A069B2EA-A67F-481E-858E-1E0849B6CE5D}" srcOrd="1" destOrd="0" presId="urn:microsoft.com/office/officeart/2018/2/layout/IconLabelDescriptionList"/>
    <dgm:cxn modelId="{B7823027-A541-49A5-A45A-9DF921E4BB0E}" type="presParOf" srcId="{2D9A29EA-8E55-444C-B0A2-E153E67941A9}" destId="{67CBBEA5-1CE9-440E-8A3C-A44BB0A91747}" srcOrd="2" destOrd="0" presId="urn:microsoft.com/office/officeart/2018/2/layout/IconLabelDescriptionList"/>
    <dgm:cxn modelId="{42352DE8-A7BC-484D-A4C0-9555B7321584}" type="presParOf" srcId="{2D9A29EA-8E55-444C-B0A2-E153E67941A9}" destId="{54FE5854-7B33-4268-A73D-A519490F1613}" srcOrd="3" destOrd="0" presId="urn:microsoft.com/office/officeart/2018/2/layout/IconLabelDescriptionList"/>
    <dgm:cxn modelId="{0AB729A6-D314-44AB-BDD4-F2FED3259A31}" type="presParOf" srcId="{2D9A29EA-8E55-444C-B0A2-E153E67941A9}" destId="{0791F052-3C2C-4C07-969B-E39D84D00B3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2E644BAB-CC28-4880-AA6D-E4D9A41CA2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985805D-597A-4C02-A155-AD8DDB5B09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</a:t>
          </a:r>
          <a:r>
            <a:rPr lang="tr-TR"/>
            <a:t> </a:t>
          </a:r>
          <a:r>
            <a:rPr lang="en-US"/>
            <a:t>the </a:t>
          </a:r>
          <a:r>
            <a:rPr lang="en-US" i="1"/>
            <a:t>child chain code</a:t>
          </a:r>
        </a:p>
      </dgm:t>
    </dgm:pt>
    <dgm:pt modelId="{84E285BA-43C6-4A6E-9DA7-A8B9CB8F1671}" type="parTrans" cxnId="{91AED89E-7832-449C-8FDB-D69574C7F599}">
      <dgm:prSet/>
      <dgm:spPr/>
      <dgm:t>
        <a:bodyPr/>
        <a:lstStyle/>
        <a:p>
          <a:endParaRPr lang="en-US" sz="2800"/>
        </a:p>
      </dgm:t>
    </dgm:pt>
    <dgm:pt modelId="{4850D1C0-42A2-4E07-A71E-EDBE09737742}" type="sibTrans" cxnId="{91AED89E-7832-449C-8FDB-D69574C7F599}">
      <dgm:prSet/>
      <dgm:spPr/>
      <dgm:t>
        <a:bodyPr/>
        <a:lstStyle/>
        <a:p>
          <a:endParaRPr lang="en-US"/>
        </a:p>
      </dgm:t>
    </dgm:pt>
    <dgm:pt modelId="{9F09B250-F23B-4A85-B346-E9D3CE85AD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</a:t>
          </a:r>
          <a:r>
            <a:rPr lang="tr-TR"/>
            <a:t> </a:t>
          </a:r>
          <a:r>
            <a:rPr lang="en-US"/>
            <a:t>parent/child sequence</a:t>
          </a:r>
        </a:p>
      </dgm:t>
    </dgm:pt>
    <dgm:pt modelId="{218BA5B6-429F-4A5C-801B-86C0176C833E}" type="parTrans" cxnId="{69A7C1D0-3524-4318-894E-B7AF1252F6D7}">
      <dgm:prSet/>
      <dgm:spPr/>
      <dgm:t>
        <a:bodyPr/>
        <a:lstStyle/>
        <a:p>
          <a:endParaRPr lang="en-US" sz="2800"/>
        </a:p>
      </dgm:t>
    </dgm:pt>
    <dgm:pt modelId="{657782EC-25EA-4950-87BF-294D7D13DA1A}" type="sibTrans" cxnId="{69A7C1D0-3524-4318-894E-B7AF1252F6D7}">
      <dgm:prSet/>
      <dgm:spPr/>
      <dgm:t>
        <a:bodyPr/>
        <a:lstStyle/>
        <a:p>
          <a:endParaRPr lang="en-US"/>
        </a:p>
      </dgm:t>
    </dgm:pt>
    <dgm:pt modelId="{7EE10711-6849-4846-A3B8-44E55737AEC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using</a:t>
          </a:r>
          <a:r>
            <a:rPr lang="en-US"/>
            <a:t> </a:t>
          </a:r>
          <a:r>
            <a:rPr lang="tr-TR"/>
            <a:t>the</a:t>
          </a:r>
          <a:r>
            <a:rPr lang="en-US"/>
            <a:t> chain code</a:t>
          </a:r>
        </a:p>
      </dgm:t>
    </dgm:pt>
    <dgm:pt modelId="{DAF6BE24-B778-4CF0-9111-D6B81F1608EE}" type="parTrans" cxnId="{07C0E58F-3D7C-42D5-A2E6-B6938F3C03B3}">
      <dgm:prSet/>
      <dgm:spPr/>
      <dgm:t>
        <a:bodyPr/>
        <a:lstStyle/>
        <a:p>
          <a:endParaRPr lang="en-US" sz="2800"/>
        </a:p>
      </dgm:t>
    </dgm:pt>
    <dgm:pt modelId="{D3296FAA-77B0-4860-8279-C24163B7457E}" type="sibTrans" cxnId="{07C0E58F-3D7C-42D5-A2E6-B6938F3C03B3}">
      <dgm:prSet/>
      <dgm:spPr/>
      <dgm:t>
        <a:bodyPr/>
        <a:lstStyle/>
        <a:p>
          <a:endParaRPr lang="en-US"/>
        </a:p>
      </dgm:t>
    </dgm:pt>
    <dgm:pt modelId="{321101E1-F36A-46E5-B3AF-0539B49B74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</a:t>
          </a:r>
          <a:r>
            <a:rPr lang="en-US"/>
            <a:t> the </a:t>
          </a:r>
          <a:r>
            <a:rPr lang="en-US" i="1"/>
            <a:t>parent private key </a:t>
          </a:r>
          <a:endParaRPr lang="en-US"/>
        </a:p>
      </dgm:t>
    </dgm:pt>
    <dgm:pt modelId="{6F718B9D-26D2-4D0C-B4F1-F944C01806AD}" type="parTrans" cxnId="{4D50CD9C-9436-4C4D-8868-2C7A02768D4B}">
      <dgm:prSet/>
      <dgm:spPr/>
      <dgm:t>
        <a:bodyPr/>
        <a:lstStyle/>
        <a:p>
          <a:endParaRPr lang="tr-TR" sz="2800"/>
        </a:p>
      </dgm:t>
    </dgm:pt>
    <dgm:pt modelId="{D7206C12-5A46-4468-ABE2-E45CA0C0E2E5}" type="sibTrans" cxnId="{4D50CD9C-9436-4C4D-8868-2C7A02768D4B}">
      <dgm:prSet/>
      <dgm:spPr/>
      <dgm:t>
        <a:bodyPr/>
        <a:lstStyle/>
        <a:p>
          <a:endParaRPr lang="tr-TR"/>
        </a:p>
      </dgm:t>
    </dgm:pt>
    <dgm:pt modelId="{9AA48860-ABAE-4F7C-9007-76AEC80042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Creates a Firewall</a:t>
          </a:r>
          <a:endParaRPr lang="en-US"/>
        </a:p>
      </dgm:t>
    </dgm:pt>
    <dgm:pt modelId="{4D39696A-7698-4C0E-88CF-A39589F36FD2}" type="parTrans" cxnId="{829F39D6-EA9E-4CD1-B9D2-EEBE7C8D3863}">
      <dgm:prSet/>
      <dgm:spPr/>
      <dgm:t>
        <a:bodyPr/>
        <a:lstStyle/>
        <a:p>
          <a:endParaRPr lang="tr-TR" sz="2800"/>
        </a:p>
      </dgm:t>
    </dgm:pt>
    <dgm:pt modelId="{F3DBAFF2-2634-4502-A1C5-CBB33F83F717}" type="sibTrans" cxnId="{829F39D6-EA9E-4CD1-B9D2-EEBE7C8D3863}">
      <dgm:prSet/>
      <dgm:spPr/>
      <dgm:t>
        <a:bodyPr/>
        <a:lstStyle/>
        <a:p>
          <a:endParaRPr lang="tr-TR"/>
        </a:p>
      </dgm:t>
    </dgm:pt>
    <dgm:pt modelId="{B6A3E48D-05E6-42B3-BCA6-536A10352C0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not </a:t>
          </a:r>
          <a:r>
            <a:rPr lang="en-US"/>
            <a:t>the </a:t>
          </a:r>
          <a:r>
            <a:rPr lang="en-US" i="1"/>
            <a:t>parent public key </a:t>
          </a:r>
        </a:p>
      </dgm:t>
    </dgm:pt>
    <dgm:pt modelId="{E068DCDA-07B3-4745-9574-993205EEDE33}" type="parTrans" cxnId="{6F5D4784-1FB2-403B-842B-3DAC058E83D2}">
      <dgm:prSet/>
      <dgm:spPr/>
      <dgm:t>
        <a:bodyPr/>
        <a:lstStyle/>
        <a:p>
          <a:endParaRPr lang="tr-TR" sz="2800"/>
        </a:p>
      </dgm:t>
    </dgm:pt>
    <dgm:pt modelId="{0262EE35-B0BF-43B9-94EF-B468E9E793F0}" type="sibTrans" cxnId="{6F5D4784-1FB2-403B-842B-3DAC058E83D2}">
      <dgm:prSet/>
      <dgm:spPr/>
      <dgm:t>
        <a:bodyPr/>
        <a:lstStyle/>
        <a:p>
          <a:endParaRPr lang="tr-TR"/>
        </a:p>
      </dgm:t>
    </dgm:pt>
    <dgm:pt modelId="{D1697907-1463-4B0B-BE11-71C493CFF5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Key Compromisation</a:t>
          </a:r>
          <a:endParaRPr lang="en-US"/>
        </a:p>
      </dgm:t>
    </dgm:pt>
    <dgm:pt modelId="{5069FC4D-8E7F-45A8-A52D-9DB0DAE9613F}" type="parTrans" cxnId="{6B69620A-67A5-4C51-9300-6330B47C19E9}">
      <dgm:prSet/>
      <dgm:spPr/>
      <dgm:t>
        <a:bodyPr/>
        <a:lstStyle/>
        <a:p>
          <a:endParaRPr lang="tr-TR"/>
        </a:p>
      </dgm:t>
    </dgm:pt>
    <dgm:pt modelId="{9F2EDE5E-D2BE-4D29-81BD-443DA686807E}" type="sibTrans" cxnId="{6B69620A-67A5-4C51-9300-6330B47C19E9}">
      <dgm:prSet/>
      <dgm:spPr/>
      <dgm:t>
        <a:bodyPr/>
        <a:lstStyle/>
        <a:p>
          <a:endParaRPr lang="tr-TR"/>
        </a:p>
      </dgm:t>
    </dgm:pt>
    <dgm:pt modelId="{B7052723-D6F6-4012-9FB4-4B27EB115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parent</a:t>
          </a:r>
          <a:r>
            <a:rPr lang="tr-TR"/>
            <a:t> </a:t>
          </a:r>
          <a:r>
            <a:rPr lang="en-US"/>
            <a:t>or sibling private key</a:t>
          </a:r>
        </a:p>
      </dgm:t>
    </dgm:pt>
    <dgm:pt modelId="{18775018-160D-4DDD-A6F8-9FF3E34A7F9D}" type="parTrans" cxnId="{D7FDE39B-033F-4EDC-9536-00E331056AEF}">
      <dgm:prSet/>
      <dgm:spPr/>
      <dgm:t>
        <a:bodyPr/>
        <a:lstStyle/>
        <a:p>
          <a:endParaRPr lang="tr-TR"/>
        </a:p>
      </dgm:t>
    </dgm:pt>
    <dgm:pt modelId="{F2FD8E66-0FBE-46E7-9CFD-855FD95B41DD}" type="sibTrans" cxnId="{D7FDE39B-033F-4EDC-9536-00E331056AEF}">
      <dgm:prSet/>
      <dgm:spPr/>
      <dgm:t>
        <a:bodyPr/>
        <a:lstStyle/>
        <a:p>
          <a:endParaRPr lang="tr-TR"/>
        </a:p>
      </dgm:t>
    </dgm:pt>
    <dgm:pt modelId="{1C02D176-5497-43CB-A558-07BCCBA28A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cannot be compromised</a:t>
          </a:r>
          <a:endParaRPr lang="en-US"/>
        </a:p>
      </dgm:t>
    </dgm:pt>
    <dgm:pt modelId="{93B675E9-6E38-4833-AE99-583B9EE8DFF3}" type="parTrans" cxnId="{DBA058CB-EC69-4328-9C1F-630257D429E7}">
      <dgm:prSet/>
      <dgm:spPr/>
      <dgm:t>
        <a:bodyPr/>
        <a:lstStyle/>
        <a:p>
          <a:endParaRPr lang="tr-TR"/>
        </a:p>
      </dgm:t>
    </dgm:pt>
    <dgm:pt modelId="{D4BEEA10-B581-4B71-9C9F-A91F45CD066B}" type="sibTrans" cxnId="{DBA058CB-EC69-4328-9C1F-630257D429E7}">
      <dgm:prSet/>
      <dgm:spPr/>
      <dgm:t>
        <a:bodyPr/>
        <a:lstStyle/>
        <a:p>
          <a:endParaRPr lang="tr-TR"/>
        </a:p>
      </dgm:t>
    </dgm:pt>
    <dgm:pt modelId="{A12AB93D-39D5-4C85-9408-DE1ED8DC6AD0}" type="pres">
      <dgm:prSet presAssocID="{2E644BAB-CC28-4880-AA6D-E4D9A41CA26A}" presName="root" presStyleCnt="0">
        <dgm:presLayoutVars>
          <dgm:dir/>
          <dgm:resizeHandles val="exact"/>
        </dgm:presLayoutVars>
      </dgm:prSet>
      <dgm:spPr/>
    </dgm:pt>
    <dgm:pt modelId="{8F2F650F-3F54-4400-81A5-9CC30238F5DF}" type="pres">
      <dgm:prSet presAssocID="{321101E1-F36A-46E5-B3AF-0539B49B74F1}" presName="compNode" presStyleCnt="0"/>
      <dgm:spPr/>
    </dgm:pt>
    <dgm:pt modelId="{BF5251F6-B590-4276-A234-9E18C6B66DF1}" type="pres">
      <dgm:prSet presAssocID="{321101E1-F36A-46E5-B3AF-0539B49B74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B85DA3B-50A6-45B9-9D34-DB3AAED16783}" type="pres">
      <dgm:prSet presAssocID="{321101E1-F36A-46E5-B3AF-0539B49B74F1}" presName="iconSpace" presStyleCnt="0"/>
      <dgm:spPr/>
    </dgm:pt>
    <dgm:pt modelId="{4544EA1A-CBEC-421A-9012-89E049E7A83A}" type="pres">
      <dgm:prSet presAssocID="{321101E1-F36A-46E5-B3AF-0539B49B74F1}" presName="parTx" presStyleLbl="revTx" presStyleIdx="0" presStyleCnt="6">
        <dgm:presLayoutVars>
          <dgm:chMax val="0"/>
          <dgm:chPref val="0"/>
        </dgm:presLayoutVars>
      </dgm:prSet>
      <dgm:spPr/>
    </dgm:pt>
    <dgm:pt modelId="{3DD15FFA-3E97-465E-8B3A-C1CF8FA98E54}" type="pres">
      <dgm:prSet presAssocID="{321101E1-F36A-46E5-B3AF-0539B49B74F1}" presName="txSpace" presStyleCnt="0"/>
      <dgm:spPr/>
    </dgm:pt>
    <dgm:pt modelId="{E4654411-1B6C-4F08-B4E0-963FD47B26CF}" type="pres">
      <dgm:prSet presAssocID="{321101E1-F36A-46E5-B3AF-0539B49B74F1}" presName="desTx" presStyleLbl="revTx" presStyleIdx="1" presStyleCnt="6">
        <dgm:presLayoutVars/>
      </dgm:prSet>
      <dgm:spPr/>
    </dgm:pt>
    <dgm:pt modelId="{3BDD5753-0D2F-4A0C-9233-87149DC80010}" type="pres">
      <dgm:prSet presAssocID="{D7206C12-5A46-4468-ABE2-E45CA0C0E2E5}" presName="sibTrans" presStyleCnt="0"/>
      <dgm:spPr/>
    </dgm:pt>
    <dgm:pt modelId="{DE989E17-4603-4DE4-A37E-D7114B41CA93}" type="pres">
      <dgm:prSet presAssocID="{9AA48860-ABAE-4F7C-9007-76AEC8004216}" presName="compNode" presStyleCnt="0"/>
      <dgm:spPr/>
    </dgm:pt>
    <dgm:pt modelId="{97826CFD-8B93-4E13-BDB4-A5300F110FA5}" type="pres">
      <dgm:prSet presAssocID="{9AA48860-ABAE-4F7C-9007-76AEC80042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44A67F2-1679-4A64-AE3F-2D6E0929E7DD}" type="pres">
      <dgm:prSet presAssocID="{9AA48860-ABAE-4F7C-9007-76AEC8004216}" presName="iconSpace" presStyleCnt="0"/>
      <dgm:spPr/>
    </dgm:pt>
    <dgm:pt modelId="{ED3076E8-AAAE-4B7D-9D4C-A7997E2B68ED}" type="pres">
      <dgm:prSet presAssocID="{9AA48860-ABAE-4F7C-9007-76AEC8004216}" presName="parTx" presStyleLbl="revTx" presStyleIdx="2" presStyleCnt="6">
        <dgm:presLayoutVars>
          <dgm:chMax val="0"/>
          <dgm:chPref val="0"/>
        </dgm:presLayoutVars>
      </dgm:prSet>
      <dgm:spPr/>
    </dgm:pt>
    <dgm:pt modelId="{2FBD177E-897F-47DF-93DA-19E300E0CA53}" type="pres">
      <dgm:prSet presAssocID="{9AA48860-ABAE-4F7C-9007-76AEC8004216}" presName="txSpace" presStyleCnt="0"/>
      <dgm:spPr/>
    </dgm:pt>
    <dgm:pt modelId="{5F420AB4-FA61-4695-8F15-F5B8D41FCD5A}" type="pres">
      <dgm:prSet presAssocID="{9AA48860-ABAE-4F7C-9007-76AEC8004216}" presName="desTx" presStyleLbl="revTx" presStyleIdx="3" presStyleCnt="6">
        <dgm:presLayoutVars/>
      </dgm:prSet>
      <dgm:spPr/>
    </dgm:pt>
    <dgm:pt modelId="{9805C457-63D4-4545-8F00-0080AA35CAB4}" type="pres">
      <dgm:prSet presAssocID="{F3DBAFF2-2634-4502-A1C5-CBB33F83F717}" presName="sibTrans" presStyleCnt="0"/>
      <dgm:spPr/>
    </dgm:pt>
    <dgm:pt modelId="{9905965F-42A1-49AD-8001-25666A2551E0}" type="pres">
      <dgm:prSet presAssocID="{D1697907-1463-4B0B-BE11-71C493CFF582}" presName="compNode" presStyleCnt="0"/>
      <dgm:spPr/>
    </dgm:pt>
    <dgm:pt modelId="{4D57F122-8196-41C4-BE20-23D06B735972}" type="pres">
      <dgm:prSet presAssocID="{D1697907-1463-4B0B-BE11-71C493CFF5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DFFD3C19-D14C-4038-B5C6-AE60CFBDF5A8}" type="pres">
      <dgm:prSet presAssocID="{D1697907-1463-4B0B-BE11-71C493CFF582}" presName="iconSpace" presStyleCnt="0"/>
      <dgm:spPr/>
    </dgm:pt>
    <dgm:pt modelId="{9EE911CE-ECCA-40A2-BECA-2A457F3BFEB4}" type="pres">
      <dgm:prSet presAssocID="{D1697907-1463-4B0B-BE11-71C493CFF582}" presName="parTx" presStyleLbl="revTx" presStyleIdx="4" presStyleCnt="6">
        <dgm:presLayoutVars>
          <dgm:chMax val="0"/>
          <dgm:chPref val="0"/>
        </dgm:presLayoutVars>
      </dgm:prSet>
      <dgm:spPr/>
    </dgm:pt>
    <dgm:pt modelId="{1ECA7334-76AE-4C72-BF53-8AD5A24BC465}" type="pres">
      <dgm:prSet presAssocID="{D1697907-1463-4B0B-BE11-71C493CFF582}" presName="txSpace" presStyleCnt="0"/>
      <dgm:spPr/>
    </dgm:pt>
    <dgm:pt modelId="{C52EB6A6-4646-4916-852E-7B516A56F32D}" type="pres">
      <dgm:prSet presAssocID="{D1697907-1463-4B0B-BE11-71C493CFF582}" presName="desTx" presStyleLbl="revTx" presStyleIdx="5" presStyleCnt="6">
        <dgm:presLayoutVars/>
      </dgm:prSet>
      <dgm:spPr/>
    </dgm:pt>
  </dgm:ptLst>
  <dgm:cxnLst>
    <dgm:cxn modelId="{6B69620A-67A5-4C51-9300-6330B47C19E9}" srcId="{2E644BAB-CC28-4880-AA6D-E4D9A41CA26A}" destId="{D1697907-1463-4B0B-BE11-71C493CFF582}" srcOrd="2" destOrd="0" parTransId="{5069FC4D-8E7F-45A8-A52D-9DB0DAE9613F}" sibTransId="{9F2EDE5E-D2BE-4D29-81BD-443DA686807E}"/>
    <dgm:cxn modelId="{F018FB37-C05B-42FC-9C30-D25EB7361BFD}" type="presOf" srcId="{9AA48860-ABAE-4F7C-9007-76AEC8004216}" destId="{ED3076E8-AAAE-4B7D-9D4C-A7997E2B68ED}" srcOrd="0" destOrd="0" presId="urn:microsoft.com/office/officeart/2018/5/layout/CenteredIconLabelDescriptionList"/>
    <dgm:cxn modelId="{B2FB6A42-9A55-4DE7-B886-E9654AC3B913}" type="presOf" srcId="{2E644BAB-CC28-4880-AA6D-E4D9A41CA26A}" destId="{A12AB93D-39D5-4C85-9408-DE1ED8DC6AD0}" srcOrd="0" destOrd="0" presId="urn:microsoft.com/office/officeart/2018/5/layout/CenteredIconLabelDescriptionList"/>
    <dgm:cxn modelId="{4658246B-787A-4CAD-87A0-38BE08635F1D}" type="presOf" srcId="{B6A3E48D-05E6-42B3-BCA6-536A10352C02}" destId="{E4654411-1B6C-4F08-B4E0-963FD47B26CF}" srcOrd="0" destOrd="1" presId="urn:microsoft.com/office/officeart/2018/5/layout/CenteredIconLabelDescriptionList"/>
    <dgm:cxn modelId="{6F5D4784-1FB2-403B-842B-3DAC058E83D2}" srcId="{321101E1-F36A-46E5-B3AF-0539B49B74F1}" destId="{B6A3E48D-05E6-42B3-BCA6-536A10352C02}" srcOrd="1" destOrd="0" parTransId="{E068DCDA-07B3-4745-9574-993205EEDE33}" sibTransId="{0262EE35-B0BF-43B9-94EF-B468E9E793F0}"/>
    <dgm:cxn modelId="{54DB2985-CD9D-42CB-8840-AE34A3BDB501}" type="presOf" srcId="{B7052723-D6F6-4012-9FB4-4B27EB1152B7}" destId="{C52EB6A6-4646-4916-852E-7B516A56F32D}" srcOrd="0" destOrd="0" presId="urn:microsoft.com/office/officeart/2018/5/layout/CenteredIconLabelDescriptionList"/>
    <dgm:cxn modelId="{FF036B89-F14F-4B39-B041-09898A8FFDC1}" type="presOf" srcId="{321101E1-F36A-46E5-B3AF-0539B49B74F1}" destId="{4544EA1A-CBEC-421A-9012-89E049E7A83A}" srcOrd="0" destOrd="0" presId="urn:microsoft.com/office/officeart/2018/5/layout/CenteredIconLabelDescriptionList"/>
    <dgm:cxn modelId="{6B02818A-3780-44F3-A9DF-2C5EB38A4D17}" type="presOf" srcId="{9F09B250-F23B-4A85-B346-E9D3CE85ADE9}" destId="{5F420AB4-FA61-4695-8F15-F5B8D41FCD5A}" srcOrd="0" destOrd="0" presId="urn:microsoft.com/office/officeart/2018/5/layout/CenteredIconLabelDescriptionList"/>
    <dgm:cxn modelId="{07C0E58F-3D7C-42D5-A2E6-B6938F3C03B3}" srcId="{9AA48860-ABAE-4F7C-9007-76AEC8004216}" destId="{7EE10711-6849-4846-A3B8-44E55737AECE}" srcOrd="1" destOrd="0" parTransId="{DAF6BE24-B778-4CF0-9111-D6B81F1608EE}" sibTransId="{D3296FAA-77B0-4860-8279-C24163B7457E}"/>
    <dgm:cxn modelId="{D7FDE39B-033F-4EDC-9536-00E331056AEF}" srcId="{D1697907-1463-4B0B-BE11-71C493CFF582}" destId="{B7052723-D6F6-4012-9FB4-4B27EB1152B7}" srcOrd="0" destOrd="0" parTransId="{18775018-160D-4DDD-A6F8-9FF3E34A7F9D}" sibTransId="{F2FD8E66-0FBE-46E7-9CFD-855FD95B41DD}"/>
    <dgm:cxn modelId="{4D50CD9C-9436-4C4D-8868-2C7A02768D4B}" srcId="{2E644BAB-CC28-4880-AA6D-E4D9A41CA26A}" destId="{321101E1-F36A-46E5-B3AF-0539B49B74F1}" srcOrd="0" destOrd="0" parTransId="{6F718B9D-26D2-4D0C-B4F1-F944C01806AD}" sibTransId="{D7206C12-5A46-4468-ABE2-E45CA0C0E2E5}"/>
    <dgm:cxn modelId="{91AED89E-7832-449C-8FDB-D69574C7F599}" srcId="{321101E1-F36A-46E5-B3AF-0539B49B74F1}" destId="{A985805D-597A-4C02-A155-AD8DDB5B0947}" srcOrd="0" destOrd="0" parTransId="{84E285BA-43C6-4A6E-9DA7-A8B9CB8F1671}" sibTransId="{4850D1C0-42A2-4E07-A71E-EDBE09737742}"/>
    <dgm:cxn modelId="{DBA058CB-EC69-4328-9C1F-630257D429E7}" srcId="{D1697907-1463-4B0B-BE11-71C493CFF582}" destId="{1C02D176-5497-43CB-A558-07BCCBA28A1C}" srcOrd="1" destOrd="0" parTransId="{93B675E9-6E38-4833-AE99-583B9EE8DFF3}" sibTransId="{D4BEEA10-B581-4B71-9C9F-A91F45CD066B}"/>
    <dgm:cxn modelId="{62A9C5CE-0A73-492F-B7E4-AEEADD4D8B78}" type="presOf" srcId="{7EE10711-6849-4846-A3B8-44E55737AECE}" destId="{5F420AB4-FA61-4695-8F15-F5B8D41FCD5A}" srcOrd="0" destOrd="1" presId="urn:microsoft.com/office/officeart/2018/5/layout/CenteredIconLabelDescriptionList"/>
    <dgm:cxn modelId="{69A7C1D0-3524-4318-894E-B7AF1252F6D7}" srcId="{9AA48860-ABAE-4F7C-9007-76AEC8004216}" destId="{9F09B250-F23B-4A85-B346-E9D3CE85ADE9}" srcOrd="0" destOrd="0" parTransId="{218BA5B6-429F-4A5C-801B-86C0176C833E}" sibTransId="{657782EC-25EA-4950-87BF-294D7D13DA1A}"/>
    <dgm:cxn modelId="{829F39D6-EA9E-4CD1-B9D2-EEBE7C8D3863}" srcId="{2E644BAB-CC28-4880-AA6D-E4D9A41CA26A}" destId="{9AA48860-ABAE-4F7C-9007-76AEC8004216}" srcOrd="1" destOrd="0" parTransId="{4D39696A-7698-4C0E-88CF-A39589F36FD2}" sibTransId="{F3DBAFF2-2634-4502-A1C5-CBB33F83F717}"/>
    <dgm:cxn modelId="{3994AED8-9A2D-41FA-B1F8-10881DE91AA1}" type="presOf" srcId="{1C02D176-5497-43CB-A558-07BCCBA28A1C}" destId="{C52EB6A6-4646-4916-852E-7B516A56F32D}" srcOrd="0" destOrd="1" presId="urn:microsoft.com/office/officeart/2018/5/layout/CenteredIconLabelDescriptionList"/>
    <dgm:cxn modelId="{2CFDE4D8-1A2D-45D1-AA56-1488D3B60105}" type="presOf" srcId="{A985805D-597A-4C02-A155-AD8DDB5B0947}" destId="{E4654411-1B6C-4F08-B4E0-963FD47B26CF}" srcOrd="0" destOrd="0" presId="urn:microsoft.com/office/officeart/2018/5/layout/CenteredIconLabelDescriptionList"/>
    <dgm:cxn modelId="{41E865F2-56E6-400E-9A4E-6A80D3EDA49A}" type="presOf" srcId="{D1697907-1463-4B0B-BE11-71C493CFF582}" destId="{9EE911CE-ECCA-40A2-BECA-2A457F3BFEB4}" srcOrd="0" destOrd="0" presId="urn:microsoft.com/office/officeart/2018/5/layout/CenteredIconLabelDescriptionList"/>
    <dgm:cxn modelId="{D28FF475-2AE0-4845-AB5D-6A583740F6F6}" type="presParOf" srcId="{A12AB93D-39D5-4C85-9408-DE1ED8DC6AD0}" destId="{8F2F650F-3F54-4400-81A5-9CC30238F5DF}" srcOrd="0" destOrd="0" presId="urn:microsoft.com/office/officeart/2018/5/layout/CenteredIconLabelDescriptionList"/>
    <dgm:cxn modelId="{A719064A-3225-4477-90B5-7BC57663C9A7}" type="presParOf" srcId="{8F2F650F-3F54-4400-81A5-9CC30238F5DF}" destId="{BF5251F6-B590-4276-A234-9E18C6B66DF1}" srcOrd="0" destOrd="0" presId="urn:microsoft.com/office/officeart/2018/5/layout/CenteredIconLabelDescriptionList"/>
    <dgm:cxn modelId="{CF674E2C-BC2B-497A-93B9-20070C5F0E4F}" type="presParOf" srcId="{8F2F650F-3F54-4400-81A5-9CC30238F5DF}" destId="{3B85DA3B-50A6-45B9-9D34-DB3AAED16783}" srcOrd="1" destOrd="0" presId="urn:microsoft.com/office/officeart/2018/5/layout/CenteredIconLabelDescriptionList"/>
    <dgm:cxn modelId="{C12D027E-F677-4061-AD03-AFB91CBDA0FD}" type="presParOf" srcId="{8F2F650F-3F54-4400-81A5-9CC30238F5DF}" destId="{4544EA1A-CBEC-421A-9012-89E049E7A83A}" srcOrd="2" destOrd="0" presId="urn:microsoft.com/office/officeart/2018/5/layout/CenteredIconLabelDescriptionList"/>
    <dgm:cxn modelId="{ABB7A47C-470E-4A01-B90E-66684EAD1704}" type="presParOf" srcId="{8F2F650F-3F54-4400-81A5-9CC30238F5DF}" destId="{3DD15FFA-3E97-465E-8B3A-C1CF8FA98E54}" srcOrd="3" destOrd="0" presId="urn:microsoft.com/office/officeart/2018/5/layout/CenteredIconLabelDescriptionList"/>
    <dgm:cxn modelId="{4A18745C-13B0-4CF3-8241-95FD13EA8D8F}" type="presParOf" srcId="{8F2F650F-3F54-4400-81A5-9CC30238F5DF}" destId="{E4654411-1B6C-4F08-B4E0-963FD47B26CF}" srcOrd="4" destOrd="0" presId="urn:microsoft.com/office/officeart/2018/5/layout/CenteredIconLabelDescriptionList"/>
    <dgm:cxn modelId="{CE695101-1E1D-461F-BE96-C122DB1D1C9E}" type="presParOf" srcId="{A12AB93D-39D5-4C85-9408-DE1ED8DC6AD0}" destId="{3BDD5753-0D2F-4A0C-9233-87149DC80010}" srcOrd="1" destOrd="0" presId="urn:microsoft.com/office/officeart/2018/5/layout/CenteredIconLabelDescriptionList"/>
    <dgm:cxn modelId="{559CD640-D2C9-4FF4-98B0-25B4413B3200}" type="presParOf" srcId="{A12AB93D-39D5-4C85-9408-DE1ED8DC6AD0}" destId="{DE989E17-4603-4DE4-A37E-D7114B41CA93}" srcOrd="2" destOrd="0" presId="urn:microsoft.com/office/officeart/2018/5/layout/CenteredIconLabelDescriptionList"/>
    <dgm:cxn modelId="{6F553569-F84F-427B-BBF5-B40A7FE24231}" type="presParOf" srcId="{DE989E17-4603-4DE4-A37E-D7114B41CA93}" destId="{97826CFD-8B93-4E13-BDB4-A5300F110FA5}" srcOrd="0" destOrd="0" presId="urn:microsoft.com/office/officeart/2018/5/layout/CenteredIconLabelDescriptionList"/>
    <dgm:cxn modelId="{D5EFBFED-BC49-491E-9AF1-03ACA7DF0227}" type="presParOf" srcId="{DE989E17-4603-4DE4-A37E-D7114B41CA93}" destId="{144A67F2-1679-4A64-AE3F-2D6E0929E7DD}" srcOrd="1" destOrd="0" presId="urn:microsoft.com/office/officeart/2018/5/layout/CenteredIconLabelDescriptionList"/>
    <dgm:cxn modelId="{A1FA3BDC-E403-492E-9806-FFFA7DB5E009}" type="presParOf" srcId="{DE989E17-4603-4DE4-A37E-D7114B41CA93}" destId="{ED3076E8-AAAE-4B7D-9D4C-A7997E2B68ED}" srcOrd="2" destOrd="0" presId="urn:microsoft.com/office/officeart/2018/5/layout/CenteredIconLabelDescriptionList"/>
    <dgm:cxn modelId="{AFB92644-B923-4F7D-A4DD-2EEB79D589FC}" type="presParOf" srcId="{DE989E17-4603-4DE4-A37E-D7114B41CA93}" destId="{2FBD177E-897F-47DF-93DA-19E300E0CA53}" srcOrd="3" destOrd="0" presId="urn:microsoft.com/office/officeart/2018/5/layout/CenteredIconLabelDescriptionList"/>
    <dgm:cxn modelId="{7F99D63E-1372-4D7F-915C-9B94015828FB}" type="presParOf" srcId="{DE989E17-4603-4DE4-A37E-D7114B41CA93}" destId="{5F420AB4-FA61-4695-8F15-F5B8D41FCD5A}" srcOrd="4" destOrd="0" presId="urn:microsoft.com/office/officeart/2018/5/layout/CenteredIconLabelDescriptionList"/>
    <dgm:cxn modelId="{88B4D8A7-A612-491E-BE8C-1D6C6BF1F18D}" type="presParOf" srcId="{A12AB93D-39D5-4C85-9408-DE1ED8DC6AD0}" destId="{9805C457-63D4-4545-8F00-0080AA35CAB4}" srcOrd="3" destOrd="0" presId="urn:microsoft.com/office/officeart/2018/5/layout/CenteredIconLabelDescriptionList"/>
    <dgm:cxn modelId="{B3B0FCD5-4C93-4567-8E0C-BCD26560525F}" type="presParOf" srcId="{A12AB93D-39D5-4C85-9408-DE1ED8DC6AD0}" destId="{9905965F-42A1-49AD-8001-25666A2551E0}" srcOrd="4" destOrd="0" presId="urn:microsoft.com/office/officeart/2018/5/layout/CenteredIconLabelDescriptionList"/>
    <dgm:cxn modelId="{61053E3B-1AA0-412A-AEA6-25FCD5FE4D9E}" type="presParOf" srcId="{9905965F-42A1-49AD-8001-25666A2551E0}" destId="{4D57F122-8196-41C4-BE20-23D06B735972}" srcOrd="0" destOrd="0" presId="urn:microsoft.com/office/officeart/2018/5/layout/CenteredIconLabelDescriptionList"/>
    <dgm:cxn modelId="{B88A69C4-ABE7-4EBA-A7E4-8CDD7F3F2F38}" type="presParOf" srcId="{9905965F-42A1-49AD-8001-25666A2551E0}" destId="{DFFD3C19-D14C-4038-B5C6-AE60CFBDF5A8}" srcOrd="1" destOrd="0" presId="urn:microsoft.com/office/officeart/2018/5/layout/CenteredIconLabelDescriptionList"/>
    <dgm:cxn modelId="{3116DF0F-DEBF-42E3-89EB-C2A89ED29489}" type="presParOf" srcId="{9905965F-42A1-49AD-8001-25666A2551E0}" destId="{9EE911CE-ECCA-40A2-BECA-2A457F3BFEB4}" srcOrd="2" destOrd="0" presId="urn:microsoft.com/office/officeart/2018/5/layout/CenteredIconLabelDescriptionList"/>
    <dgm:cxn modelId="{B92CFB15-D7FA-40BD-8EAB-14C23E1CEFD3}" type="presParOf" srcId="{9905965F-42A1-49AD-8001-25666A2551E0}" destId="{1ECA7334-76AE-4C72-BF53-8AD5A24BC465}" srcOrd="3" destOrd="0" presId="urn:microsoft.com/office/officeart/2018/5/layout/CenteredIconLabelDescriptionList"/>
    <dgm:cxn modelId="{7B59ACEF-67CA-4C4B-8462-F883F1DB9647}" type="presParOf" srcId="{9905965F-42A1-49AD-8001-25666A2551E0}" destId="{C52EB6A6-4646-4916-852E-7B516A56F32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2E644BAB-CC28-4880-AA6D-E4D9A41CA2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788B8E-582B-4405-A5E0-BB4D6869E9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hardened derivation function </a:t>
          </a:r>
        </a:p>
      </dgm:t>
    </dgm:pt>
    <dgm:pt modelId="{E835D2F4-BD1F-4612-9114-F992C52D72EB}" type="parTrans" cxnId="{A207FDBC-2D10-44F9-8A8D-48558345444E}">
      <dgm:prSet/>
      <dgm:spPr/>
      <dgm:t>
        <a:bodyPr/>
        <a:lstStyle/>
        <a:p>
          <a:endParaRPr lang="en-US" sz="2800"/>
        </a:p>
      </dgm:t>
    </dgm:pt>
    <dgm:pt modelId="{4F639C1F-0BBD-4A2B-8A89-0AB3179FA05A}" type="sibTrans" cxnId="{A207FDBC-2D10-44F9-8A8D-48558345444E}">
      <dgm:prSet/>
      <dgm:spPr/>
      <dgm:t>
        <a:bodyPr/>
        <a:lstStyle/>
        <a:p>
          <a:endParaRPr lang="en-US"/>
        </a:p>
      </dgm:t>
    </dgm:pt>
    <dgm:pt modelId="{0DDD0F33-6B8C-47B0-ACB1-36297C00CB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looks almost identical</a:t>
          </a:r>
        </a:p>
      </dgm:t>
    </dgm:pt>
    <dgm:pt modelId="{8CB82437-2565-445F-86E6-A3EE3FADE1FC}" type="parTrans" cxnId="{8283DDA3-51B7-46F1-89B7-2AE0001F79C5}">
      <dgm:prSet/>
      <dgm:spPr/>
      <dgm:t>
        <a:bodyPr/>
        <a:lstStyle/>
        <a:p>
          <a:endParaRPr lang="en-US" sz="2800"/>
        </a:p>
      </dgm:t>
    </dgm:pt>
    <dgm:pt modelId="{CC6B881E-D7FA-48B6-9611-7FB20211F674}" type="sibTrans" cxnId="{8283DDA3-51B7-46F1-89B7-2AE0001F79C5}">
      <dgm:prSet/>
      <dgm:spPr/>
      <dgm:t>
        <a:bodyPr/>
        <a:lstStyle/>
        <a:p>
          <a:endParaRPr lang="en-US"/>
        </a:p>
      </dgm:t>
    </dgm:pt>
    <dgm:pt modelId="{3F148613-0308-47B4-BC4E-8AD0A56A09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i="1"/>
            <a:t>parent private key </a:t>
          </a:r>
        </a:p>
      </dgm:t>
    </dgm:pt>
    <dgm:pt modelId="{1430F467-8F63-4813-B687-5B9E559E7001}" type="parTrans" cxnId="{9BACC7E1-0BC2-4F70-9338-992B705F2A39}">
      <dgm:prSet/>
      <dgm:spPr/>
      <dgm:t>
        <a:bodyPr/>
        <a:lstStyle/>
        <a:p>
          <a:endParaRPr lang="en-US" sz="2800"/>
        </a:p>
      </dgm:t>
    </dgm:pt>
    <dgm:pt modelId="{B51A87E2-5ED7-4EBA-AB91-8B343A15DB32}" type="sibTrans" cxnId="{9BACC7E1-0BC2-4F70-9338-992B705F2A39}">
      <dgm:prSet/>
      <dgm:spPr/>
      <dgm:t>
        <a:bodyPr/>
        <a:lstStyle/>
        <a:p>
          <a:endParaRPr lang="en-US"/>
        </a:p>
      </dgm:t>
    </dgm:pt>
    <dgm:pt modelId="{94359E12-EB46-4196-8D1A-413CF702DC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used as input</a:t>
          </a:r>
          <a:r>
            <a:rPr lang="tr-TR"/>
            <a:t> </a:t>
          </a:r>
          <a:r>
            <a:rPr lang="en-US"/>
            <a:t>to the hash function</a:t>
          </a:r>
        </a:p>
      </dgm:t>
    </dgm:pt>
    <dgm:pt modelId="{50EEE46C-16BC-47C0-A547-C88CC08F770B}" type="parTrans" cxnId="{8B5E627F-3B55-4E79-88AC-7EC638309663}">
      <dgm:prSet/>
      <dgm:spPr/>
      <dgm:t>
        <a:bodyPr/>
        <a:lstStyle/>
        <a:p>
          <a:endParaRPr lang="en-US" sz="2800"/>
        </a:p>
      </dgm:t>
    </dgm:pt>
    <dgm:pt modelId="{159FF7D6-D752-4426-A331-27567F35B373}" type="sibTrans" cxnId="{8B5E627F-3B55-4E79-88AC-7EC638309663}">
      <dgm:prSet/>
      <dgm:spPr/>
      <dgm:t>
        <a:bodyPr/>
        <a:lstStyle/>
        <a:p>
          <a:endParaRPr lang="en-US"/>
        </a:p>
      </dgm:t>
    </dgm:pt>
    <dgm:pt modelId="{511E7DE1-C23C-4364-8AD8-0472D630EB1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not </a:t>
          </a:r>
          <a:r>
            <a:rPr lang="en-US"/>
            <a:t>the </a:t>
          </a:r>
          <a:r>
            <a:rPr lang="en-US" i="1"/>
            <a:t>parent public key</a:t>
          </a:r>
        </a:p>
      </dgm:t>
    </dgm:pt>
    <dgm:pt modelId="{2D86763E-F73C-4E26-B702-9E1CC8E9E145}" type="parTrans" cxnId="{B792FC01-38AE-44F6-B6F1-4777C54A98F2}">
      <dgm:prSet/>
      <dgm:spPr/>
      <dgm:t>
        <a:bodyPr/>
        <a:lstStyle/>
        <a:p>
          <a:endParaRPr lang="en-US" sz="2800"/>
        </a:p>
      </dgm:t>
    </dgm:pt>
    <dgm:pt modelId="{2ED0A188-8E73-4A5D-A76A-0C9EF55E5130}" type="sibTrans" cxnId="{B792FC01-38AE-44F6-B6F1-4777C54A98F2}">
      <dgm:prSet/>
      <dgm:spPr/>
      <dgm:t>
        <a:bodyPr/>
        <a:lstStyle/>
        <a:p>
          <a:endParaRPr lang="en-US"/>
        </a:p>
      </dgm:t>
    </dgm:pt>
    <dgm:pt modelId="{FCA002E3-8258-4A61-BD5D-3FBC54E5B6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Identical function</a:t>
          </a:r>
          <a:endParaRPr lang="en-US"/>
        </a:p>
      </dgm:t>
    </dgm:pt>
    <dgm:pt modelId="{15C343C2-2C62-4918-A5BB-3EF24E4A1B8A}" type="parTrans" cxnId="{F862EFF5-8693-4CB2-87D3-B7E05FC51296}">
      <dgm:prSet/>
      <dgm:spPr/>
      <dgm:t>
        <a:bodyPr/>
        <a:lstStyle/>
        <a:p>
          <a:endParaRPr lang="tr-TR" sz="2800"/>
        </a:p>
      </dgm:t>
    </dgm:pt>
    <dgm:pt modelId="{94B816CC-5BC0-48AD-A1B4-CB3FC823B32A}" type="sibTrans" cxnId="{F862EFF5-8693-4CB2-87D3-B7E05FC51296}">
      <dgm:prSet/>
      <dgm:spPr/>
      <dgm:t>
        <a:bodyPr/>
        <a:lstStyle/>
        <a:p>
          <a:endParaRPr lang="tr-TR"/>
        </a:p>
      </dgm:t>
    </dgm:pt>
    <dgm:pt modelId="{7D96549A-DAD2-4218-8D3E-738AC86CAF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Difference</a:t>
          </a:r>
          <a:endParaRPr lang="en-US"/>
        </a:p>
      </dgm:t>
    </dgm:pt>
    <dgm:pt modelId="{FBAED827-8D17-4587-A9C3-E168B352D4BB}" type="parTrans" cxnId="{2F40CAB7-657D-423F-9C83-9F6CDD2F74DD}">
      <dgm:prSet/>
      <dgm:spPr/>
      <dgm:t>
        <a:bodyPr/>
        <a:lstStyle/>
        <a:p>
          <a:endParaRPr lang="tr-TR" sz="2800"/>
        </a:p>
      </dgm:t>
    </dgm:pt>
    <dgm:pt modelId="{61094400-F2EC-4C12-AF88-115AA742BF94}" type="sibTrans" cxnId="{2F40CAB7-657D-423F-9C83-9F6CDD2F74DD}">
      <dgm:prSet/>
      <dgm:spPr/>
      <dgm:t>
        <a:bodyPr/>
        <a:lstStyle/>
        <a:p>
          <a:endParaRPr lang="tr-TR"/>
        </a:p>
      </dgm:t>
    </dgm:pt>
    <dgm:pt modelId="{CAF150A0-820A-4AB2-80DF-23358FE576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to the</a:t>
          </a:r>
        </a:p>
      </dgm:t>
    </dgm:pt>
    <dgm:pt modelId="{84ECF52A-3F96-4F2C-A787-C03F731B0778}" type="parTrans" cxnId="{7A1E8FDB-8D16-4BFB-96CF-B7BCC63653FD}">
      <dgm:prSet/>
      <dgm:spPr/>
      <dgm:t>
        <a:bodyPr/>
        <a:lstStyle/>
        <a:p>
          <a:endParaRPr lang="tr-TR"/>
        </a:p>
      </dgm:t>
    </dgm:pt>
    <dgm:pt modelId="{1D917A80-3DCD-4632-9C27-4531581DD8BB}" type="sibTrans" cxnId="{7A1E8FDB-8D16-4BFB-96CF-B7BCC63653FD}">
      <dgm:prSet/>
      <dgm:spPr/>
      <dgm:t>
        <a:bodyPr/>
        <a:lstStyle/>
        <a:p>
          <a:endParaRPr lang="tr-TR"/>
        </a:p>
      </dgm:t>
    </dgm:pt>
    <dgm:pt modelId="{C5D7F16F-7187-4A5C-9F56-E35B2F91D5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normal child</a:t>
          </a:r>
          <a:r>
            <a:rPr lang="tr-TR"/>
            <a:t> </a:t>
          </a:r>
          <a:r>
            <a:rPr lang="en-US"/>
            <a:t>private key derivation</a:t>
          </a:r>
        </a:p>
      </dgm:t>
    </dgm:pt>
    <dgm:pt modelId="{9F33348B-CFCA-422E-A6AA-370F474F8B0B}" type="parTrans" cxnId="{A87E14E2-14D1-4B73-9964-1ADC7CF55628}">
      <dgm:prSet/>
      <dgm:spPr/>
      <dgm:t>
        <a:bodyPr/>
        <a:lstStyle/>
        <a:p>
          <a:endParaRPr lang="tr-TR"/>
        </a:p>
      </dgm:t>
    </dgm:pt>
    <dgm:pt modelId="{22575C9B-B2A0-44EF-A64B-8466CC05D41D}" type="sibTrans" cxnId="{A87E14E2-14D1-4B73-9964-1ADC7CF55628}">
      <dgm:prSet/>
      <dgm:spPr/>
      <dgm:t>
        <a:bodyPr/>
        <a:lstStyle/>
        <a:p>
          <a:endParaRPr lang="tr-TR"/>
        </a:p>
      </dgm:t>
    </dgm:pt>
    <dgm:pt modelId="{3D024A90-E8FA-41B5-AD77-2EA43511734E}" type="pres">
      <dgm:prSet presAssocID="{2E644BAB-CC28-4880-AA6D-E4D9A41CA26A}" presName="root" presStyleCnt="0">
        <dgm:presLayoutVars>
          <dgm:dir/>
          <dgm:resizeHandles val="exact"/>
        </dgm:presLayoutVars>
      </dgm:prSet>
      <dgm:spPr/>
    </dgm:pt>
    <dgm:pt modelId="{62E8E927-DCDE-4015-9129-089D09932681}" type="pres">
      <dgm:prSet presAssocID="{FCA002E3-8258-4A61-BD5D-3FBC54E5B641}" presName="compNode" presStyleCnt="0"/>
      <dgm:spPr/>
    </dgm:pt>
    <dgm:pt modelId="{976EE21F-E315-4C62-BAEE-5C91ED3E8539}" type="pres">
      <dgm:prSet presAssocID="{FCA002E3-8258-4A61-BD5D-3FBC54E5B6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3D64749-742E-4F30-B5E9-7F474E6D853C}" type="pres">
      <dgm:prSet presAssocID="{FCA002E3-8258-4A61-BD5D-3FBC54E5B641}" presName="iconSpace" presStyleCnt="0"/>
      <dgm:spPr/>
    </dgm:pt>
    <dgm:pt modelId="{4E22BD5A-874B-4BEF-823D-22D613BDD738}" type="pres">
      <dgm:prSet presAssocID="{FCA002E3-8258-4A61-BD5D-3FBC54E5B641}" presName="parTx" presStyleLbl="revTx" presStyleIdx="0" presStyleCnt="6">
        <dgm:presLayoutVars>
          <dgm:chMax val="0"/>
          <dgm:chPref val="0"/>
        </dgm:presLayoutVars>
      </dgm:prSet>
      <dgm:spPr/>
    </dgm:pt>
    <dgm:pt modelId="{0313376A-9EF6-48BF-BC22-E70DDDAE8A1E}" type="pres">
      <dgm:prSet presAssocID="{FCA002E3-8258-4A61-BD5D-3FBC54E5B641}" presName="txSpace" presStyleCnt="0"/>
      <dgm:spPr/>
    </dgm:pt>
    <dgm:pt modelId="{5147AE53-C038-45E2-BBE6-C1B0BEB9AAD5}" type="pres">
      <dgm:prSet presAssocID="{FCA002E3-8258-4A61-BD5D-3FBC54E5B641}" presName="desTx" presStyleLbl="revTx" presStyleIdx="1" presStyleCnt="6">
        <dgm:presLayoutVars/>
      </dgm:prSet>
      <dgm:spPr/>
    </dgm:pt>
    <dgm:pt modelId="{9EF16AD5-ADF9-49B4-A9C4-0999043162D4}" type="pres">
      <dgm:prSet presAssocID="{94B816CC-5BC0-48AD-A1B4-CB3FC823B32A}" presName="sibTrans" presStyleCnt="0"/>
      <dgm:spPr/>
    </dgm:pt>
    <dgm:pt modelId="{F3D553E5-1B59-4F7F-BF58-9BF2F9108DBE}" type="pres">
      <dgm:prSet presAssocID="{CAF150A0-820A-4AB2-80DF-23358FE5768D}" presName="compNode" presStyleCnt="0"/>
      <dgm:spPr/>
    </dgm:pt>
    <dgm:pt modelId="{AEA4C744-196F-4159-A0CF-FC747F937C0B}" type="pres">
      <dgm:prSet presAssocID="{CAF150A0-820A-4AB2-80DF-23358FE576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0147B83-0B42-4B66-9BC7-752C405B6D95}" type="pres">
      <dgm:prSet presAssocID="{CAF150A0-820A-4AB2-80DF-23358FE5768D}" presName="iconSpace" presStyleCnt="0"/>
      <dgm:spPr/>
    </dgm:pt>
    <dgm:pt modelId="{603CDC4D-F013-44E6-89EA-60BE290D046E}" type="pres">
      <dgm:prSet presAssocID="{CAF150A0-820A-4AB2-80DF-23358FE5768D}" presName="parTx" presStyleLbl="revTx" presStyleIdx="2" presStyleCnt="6">
        <dgm:presLayoutVars>
          <dgm:chMax val="0"/>
          <dgm:chPref val="0"/>
        </dgm:presLayoutVars>
      </dgm:prSet>
      <dgm:spPr/>
    </dgm:pt>
    <dgm:pt modelId="{C8E18D0C-D10B-4AD8-9F77-BFA1407A58EF}" type="pres">
      <dgm:prSet presAssocID="{CAF150A0-820A-4AB2-80DF-23358FE5768D}" presName="txSpace" presStyleCnt="0"/>
      <dgm:spPr/>
    </dgm:pt>
    <dgm:pt modelId="{00B479CA-7A6A-4FDC-A0CC-6F2FDBF2723B}" type="pres">
      <dgm:prSet presAssocID="{CAF150A0-820A-4AB2-80DF-23358FE5768D}" presName="desTx" presStyleLbl="revTx" presStyleIdx="3" presStyleCnt="6">
        <dgm:presLayoutVars/>
      </dgm:prSet>
      <dgm:spPr/>
    </dgm:pt>
    <dgm:pt modelId="{B0302F3A-7B7B-4D56-B17F-CB5BE7FF3AED}" type="pres">
      <dgm:prSet presAssocID="{1D917A80-3DCD-4632-9C27-4531581DD8BB}" presName="sibTrans" presStyleCnt="0"/>
      <dgm:spPr/>
    </dgm:pt>
    <dgm:pt modelId="{9169CB0C-BD18-4E86-BBAB-FE6CDEC57A94}" type="pres">
      <dgm:prSet presAssocID="{7D96549A-DAD2-4218-8D3E-738AC86CAFD6}" presName="compNode" presStyleCnt="0"/>
      <dgm:spPr/>
    </dgm:pt>
    <dgm:pt modelId="{BBDE01D3-9C8F-43A1-B0BF-04E5D2A0D659}" type="pres">
      <dgm:prSet presAssocID="{7D96549A-DAD2-4218-8D3E-738AC86CAF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821EFD3C-039F-4B8F-9A8C-5CEC8AF0DA2E}" type="pres">
      <dgm:prSet presAssocID="{7D96549A-DAD2-4218-8D3E-738AC86CAFD6}" presName="iconSpace" presStyleCnt="0"/>
      <dgm:spPr/>
    </dgm:pt>
    <dgm:pt modelId="{9B8D7E3C-B688-4AE0-BFE6-E72B4869768C}" type="pres">
      <dgm:prSet presAssocID="{7D96549A-DAD2-4218-8D3E-738AC86CAFD6}" presName="parTx" presStyleLbl="revTx" presStyleIdx="4" presStyleCnt="6">
        <dgm:presLayoutVars>
          <dgm:chMax val="0"/>
          <dgm:chPref val="0"/>
        </dgm:presLayoutVars>
      </dgm:prSet>
      <dgm:spPr/>
    </dgm:pt>
    <dgm:pt modelId="{E0F4FFB6-67B3-4D1D-A7F1-9286B1801672}" type="pres">
      <dgm:prSet presAssocID="{7D96549A-DAD2-4218-8D3E-738AC86CAFD6}" presName="txSpace" presStyleCnt="0"/>
      <dgm:spPr/>
    </dgm:pt>
    <dgm:pt modelId="{5AD4E694-F8B1-44BA-8AA1-66A42FAD03BD}" type="pres">
      <dgm:prSet presAssocID="{7D96549A-DAD2-4218-8D3E-738AC86CAFD6}" presName="desTx" presStyleLbl="revTx" presStyleIdx="5" presStyleCnt="6">
        <dgm:presLayoutVars/>
      </dgm:prSet>
      <dgm:spPr/>
    </dgm:pt>
  </dgm:ptLst>
  <dgm:cxnLst>
    <dgm:cxn modelId="{B792FC01-38AE-44F6-B6F1-4777C54A98F2}" srcId="{7D96549A-DAD2-4218-8D3E-738AC86CAFD6}" destId="{511E7DE1-C23C-4364-8AD8-0472D630EB14}" srcOrd="2" destOrd="0" parTransId="{2D86763E-F73C-4E26-B702-9E1CC8E9E145}" sibTransId="{2ED0A188-8E73-4A5D-A76A-0C9EF55E5130}"/>
    <dgm:cxn modelId="{48C80F02-2AD2-4010-94DD-9E57521C06BE}" type="presOf" srcId="{CF788B8E-582B-4405-A5E0-BB4D6869E92E}" destId="{5147AE53-C038-45E2-BBE6-C1B0BEB9AAD5}" srcOrd="0" destOrd="0" presId="urn:microsoft.com/office/officeart/2018/5/layout/CenteredIconLabelDescriptionList"/>
    <dgm:cxn modelId="{73A89429-633D-481D-8DBA-BC48EF55B35C}" type="presOf" srcId="{2E644BAB-CC28-4880-AA6D-E4D9A41CA26A}" destId="{3D024A90-E8FA-41B5-AD77-2EA43511734E}" srcOrd="0" destOrd="0" presId="urn:microsoft.com/office/officeart/2018/5/layout/CenteredIconLabelDescriptionList"/>
    <dgm:cxn modelId="{3E623030-A600-42E4-A362-FE1DE3DA8B4D}" type="presOf" srcId="{3F148613-0308-47B4-BC4E-8AD0A56A09F7}" destId="{5AD4E694-F8B1-44BA-8AA1-66A42FAD03BD}" srcOrd="0" destOrd="0" presId="urn:microsoft.com/office/officeart/2018/5/layout/CenteredIconLabelDescriptionList"/>
    <dgm:cxn modelId="{B3179D32-2412-4BDD-A0C1-4C39DBCE9D5C}" type="presOf" srcId="{CAF150A0-820A-4AB2-80DF-23358FE5768D}" destId="{603CDC4D-F013-44E6-89EA-60BE290D046E}" srcOrd="0" destOrd="0" presId="urn:microsoft.com/office/officeart/2018/5/layout/CenteredIconLabelDescriptionList"/>
    <dgm:cxn modelId="{A346F433-7108-4645-BDC5-366FFF4D4EEA}" type="presOf" srcId="{511E7DE1-C23C-4364-8AD8-0472D630EB14}" destId="{5AD4E694-F8B1-44BA-8AA1-66A42FAD03BD}" srcOrd="0" destOrd="2" presId="urn:microsoft.com/office/officeart/2018/5/layout/CenteredIconLabelDescriptionList"/>
    <dgm:cxn modelId="{C0F2023D-7016-4FEC-9DCC-7C3AD29136DC}" type="presOf" srcId="{FCA002E3-8258-4A61-BD5D-3FBC54E5B641}" destId="{4E22BD5A-874B-4BEF-823D-22D613BDD738}" srcOrd="0" destOrd="0" presId="urn:microsoft.com/office/officeart/2018/5/layout/CenteredIconLabelDescriptionList"/>
    <dgm:cxn modelId="{8B5E627F-3B55-4E79-88AC-7EC638309663}" srcId="{7D96549A-DAD2-4218-8D3E-738AC86CAFD6}" destId="{94359E12-EB46-4196-8D1A-413CF702DC0F}" srcOrd="1" destOrd="0" parTransId="{50EEE46C-16BC-47C0-A547-C88CC08F770B}" sibTransId="{159FF7D6-D752-4426-A331-27567F35B373}"/>
    <dgm:cxn modelId="{05E15F82-5A06-4268-9516-C9B05DE8F5D7}" type="presOf" srcId="{7D96549A-DAD2-4218-8D3E-738AC86CAFD6}" destId="{9B8D7E3C-B688-4AE0-BFE6-E72B4869768C}" srcOrd="0" destOrd="0" presId="urn:microsoft.com/office/officeart/2018/5/layout/CenteredIconLabelDescriptionList"/>
    <dgm:cxn modelId="{8283DDA3-51B7-46F1-89B7-2AE0001F79C5}" srcId="{FCA002E3-8258-4A61-BD5D-3FBC54E5B641}" destId="{0DDD0F33-6B8C-47B0-ACB1-36297C00CB03}" srcOrd="1" destOrd="0" parTransId="{8CB82437-2565-445F-86E6-A3EE3FADE1FC}" sibTransId="{CC6B881E-D7FA-48B6-9611-7FB20211F674}"/>
    <dgm:cxn modelId="{2F40CAB7-657D-423F-9C83-9F6CDD2F74DD}" srcId="{2E644BAB-CC28-4880-AA6D-E4D9A41CA26A}" destId="{7D96549A-DAD2-4218-8D3E-738AC86CAFD6}" srcOrd="2" destOrd="0" parTransId="{FBAED827-8D17-4587-A9C3-E168B352D4BB}" sibTransId="{61094400-F2EC-4C12-AF88-115AA742BF94}"/>
    <dgm:cxn modelId="{A207FDBC-2D10-44F9-8A8D-48558345444E}" srcId="{FCA002E3-8258-4A61-BD5D-3FBC54E5B641}" destId="{CF788B8E-582B-4405-A5E0-BB4D6869E92E}" srcOrd="0" destOrd="0" parTransId="{E835D2F4-BD1F-4612-9114-F992C52D72EB}" sibTransId="{4F639C1F-0BBD-4A2B-8A89-0AB3179FA05A}"/>
    <dgm:cxn modelId="{6BD8B0C6-038D-424B-859D-8C2A95E275B8}" type="presOf" srcId="{94359E12-EB46-4196-8D1A-413CF702DC0F}" destId="{5AD4E694-F8B1-44BA-8AA1-66A42FAD03BD}" srcOrd="0" destOrd="1" presId="urn:microsoft.com/office/officeart/2018/5/layout/CenteredIconLabelDescriptionList"/>
    <dgm:cxn modelId="{7A1E8FDB-8D16-4BFB-96CF-B7BCC63653FD}" srcId="{2E644BAB-CC28-4880-AA6D-E4D9A41CA26A}" destId="{CAF150A0-820A-4AB2-80DF-23358FE5768D}" srcOrd="1" destOrd="0" parTransId="{84ECF52A-3F96-4F2C-A787-C03F731B0778}" sibTransId="{1D917A80-3DCD-4632-9C27-4531581DD8BB}"/>
    <dgm:cxn modelId="{9BACC7E1-0BC2-4F70-9338-992B705F2A39}" srcId="{7D96549A-DAD2-4218-8D3E-738AC86CAFD6}" destId="{3F148613-0308-47B4-BC4E-8AD0A56A09F7}" srcOrd="0" destOrd="0" parTransId="{1430F467-8F63-4813-B687-5B9E559E7001}" sibTransId="{B51A87E2-5ED7-4EBA-AB91-8B343A15DB32}"/>
    <dgm:cxn modelId="{A87E14E2-14D1-4B73-9964-1ADC7CF55628}" srcId="{CAF150A0-820A-4AB2-80DF-23358FE5768D}" destId="{C5D7F16F-7187-4A5C-9F56-E35B2F91D58F}" srcOrd="0" destOrd="0" parTransId="{9F33348B-CFCA-422E-A6AA-370F474F8B0B}" sibTransId="{22575C9B-B2A0-44EF-A64B-8466CC05D41D}"/>
    <dgm:cxn modelId="{7F5AF0F3-E531-42EA-9FBC-F38434DF0A28}" type="presOf" srcId="{0DDD0F33-6B8C-47B0-ACB1-36297C00CB03}" destId="{5147AE53-C038-45E2-BBE6-C1B0BEB9AAD5}" srcOrd="0" destOrd="1" presId="urn:microsoft.com/office/officeart/2018/5/layout/CenteredIconLabelDescriptionList"/>
    <dgm:cxn modelId="{F862EFF5-8693-4CB2-87D3-B7E05FC51296}" srcId="{2E644BAB-CC28-4880-AA6D-E4D9A41CA26A}" destId="{FCA002E3-8258-4A61-BD5D-3FBC54E5B641}" srcOrd="0" destOrd="0" parTransId="{15C343C2-2C62-4918-A5BB-3EF24E4A1B8A}" sibTransId="{94B816CC-5BC0-48AD-A1B4-CB3FC823B32A}"/>
    <dgm:cxn modelId="{B2E4ADF6-9C1C-4599-BA9B-47816245B62D}" type="presOf" srcId="{C5D7F16F-7187-4A5C-9F56-E35B2F91D58F}" destId="{00B479CA-7A6A-4FDC-A0CC-6F2FDBF2723B}" srcOrd="0" destOrd="0" presId="urn:microsoft.com/office/officeart/2018/5/layout/CenteredIconLabelDescriptionList"/>
    <dgm:cxn modelId="{C44FAE86-FC98-4316-B811-893846A14CC1}" type="presParOf" srcId="{3D024A90-E8FA-41B5-AD77-2EA43511734E}" destId="{62E8E927-DCDE-4015-9129-089D09932681}" srcOrd="0" destOrd="0" presId="urn:microsoft.com/office/officeart/2018/5/layout/CenteredIconLabelDescriptionList"/>
    <dgm:cxn modelId="{B5E6FCA1-0889-4FDE-B79F-5D3EBDD4B690}" type="presParOf" srcId="{62E8E927-DCDE-4015-9129-089D09932681}" destId="{976EE21F-E315-4C62-BAEE-5C91ED3E8539}" srcOrd="0" destOrd="0" presId="urn:microsoft.com/office/officeart/2018/5/layout/CenteredIconLabelDescriptionList"/>
    <dgm:cxn modelId="{9D2674C4-C8BF-4997-B623-01768C1AB676}" type="presParOf" srcId="{62E8E927-DCDE-4015-9129-089D09932681}" destId="{83D64749-742E-4F30-B5E9-7F474E6D853C}" srcOrd="1" destOrd="0" presId="urn:microsoft.com/office/officeart/2018/5/layout/CenteredIconLabelDescriptionList"/>
    <dgm:cxn modelId="{40B292AA-0D94-48C4-B728-4637104406C3}" type="presParOf" srcId="{62E8E927-DCDE-4015-9129-089D09932681}" destId="{4E22BD5A-874B-4BEF-823D-22D613BDD738}" srcOrd="2" destOrd="0" presId="urn:microsoft.com/office/officeart/2018/5/layout/CenteredIconLabelDescriptionList"/>
    <dgm:cxn modelId="{4BEDF3A6-73DA-4DAF-970D-BD4BADBA3AC9}" type="presParOf" srcId="{62E8E927-DCDE-4015-9129-089D09932681}" destId="{0313376A-9EF6-48BF-BC22-E70DDDAE8A1E}" srcOrd="3" destOrd="0" presId="urn:microsoft.com/office/officeart/2018/5/layout/CenteredIconLabelDescriptionList"/>
    <dgm:cxn modelId="{81417D12-81BB-4840-B7C2-A680A8BB99E6}" type="presParOf" srcId="{62E8E927-DCDE-4015-9129-089D09932681}" destId="{5147AE53-C038-45E2-BBE6-C1B0BEB9AAD5}" srcOrd="4" destOrd="0" presId="urn:microsoft.com/office/officeart/2018/5/layout/CenteredIconLabelDescriptionList"/>
    <dgm:cxn modelId="{C6F5205B-622F-44D9-8FCB-D398B102CF6F}" type="presParOf" srcId="{3D024A90-E8FA-41B5-AD77-2EA43511734E}" destId="{9EF16AD5-ADF9-49B4-A9C4-0999043162D4}" srcOrd="1" destOrd="0" presId="urn:microsoft.com/office/officeart/2018/5/layout/CenteredIconLabelDescriptionList"/>
    <dgm:cxn modelId="{BB1E8277-0C6B-4EB4-BC73-81269B66B20A}" type="presParOf" srcId="{3D024A90-E8FA-41B5-AD77-2EA43511734E}" destId="{F3D553E5-1B59-4F7F-BF58-9BF2F9108DBE}" srcOrd="2" destOrd="0" presId="urn:microsoft.com/office/officeart/2018/5/layout/CenteredIconLabelDescriptionList"/>
    <dgm:cxn modelId="{E40F9A89-55F4-40B7-A1E6-5F3CE24F8FD6}" type="presParOf" srcId="{F3D553E5-1B59-4F7F-BF58-9BF2F9108DBE}" destId="{AEA4C744-196F-4159-A0CF-FC747F937C0B}" srcOrd="0" destOrd="0" presId="urn:microsoft.com/office/officeart/2018/5/layout/CenteredIconLabelDescriptionList"/>
    <dgm:cxn modelId="{41B14200-9B9E-4DEA-B454-FD4DE69FB784}" type="presParOf" srcId="{F3D553E5-1B59-4F7F-BF58-9BF2F9108DBE}" destId="{B0147B83-0B42-4B66-9BC7-752C405B6D95}" srcOrd="1" destOrd="0" presId="urn:microsoft.com/office/officeart/2018/5/layout/CenteredIconLabelDescriptionList"/>
    <dgm:cxn modelId="{91812E15-676A-41FD-9653-0E51E7449254}" type="presParOf" srcId="{F3D553E5-1B59-4F7F-BF58-9BF2F9108DBE}" destId="{603CDC4D-F013-44E6-89EA-60BE290D046E}" srcOrd="2" destOrd="0" presId="urn:microsoft.com/office/officeart/2018/5/layout/CenteredIconLabelDescriptionList"/>
    <dgm:cxn modelId="{429B4C28-167E-4B37-ABE9-90C01F8E039C}" type="presParOf" srcId="{F3D553E5-1B59-4F7F-BF58-9BF2F9108DBE}" destId="{C8E18D0C-D10B-4AD8-9F77-BFA1407A58EF}" srcOrd="3" destOrd="0" presId="urn:microsoft.com/office/officeart/2018/5/layout/CenteredIconLabelDescriptionList"/>
    <dgm:cxn modelId="{62723C82-28E6-4B8E-9E61-A2D394D1D86D}" type="presParOf" srcId="{F3D553E5-1B59-4F7F-BF58-9BF2F9108DBE}" destId="{00B479CA-7A6A-4FDC-A0CC-6F2FDBF2723B}" srcOrd="4" destOrd="0" presId="urn:microsoft.com/office/officeart/2018/5/layout/CenteredIconLabelDescriptionList"/>
    <dgm:cxn modelId="{DD013147-F285-4437-8226-66B7C31E9C61}" type="presParOf" srcId="{3D024A90-E8FA-41B5-AD77-2EA43511734E}" destId="{B0302F3A-7B7B-4D56-B17F-CB5BE7FF3AED}" srcOrd="3" destOrd="0" presId="urn:microsoft.com/office/officeart/2018/5/layout/CenteredIconLabelDescriptionList"/>
    <dgm:cxn modelId="{7E623A76-AAFD-4DEB-A912-83BE89FCDC2A}" type="presParOf" srcId="{3D024A90-E8FA-41B5-AD77-2EA43511734E}" destId="{9169CB0C-BD18-4E86-BBAB-FE6CDEC57A94}" srcOrd="4" destOrd="0" presId="urn:microsoft.com/office/officeart/2018/5/layout/CenteredIconLabelDescriptionList"/>
    <dgm:cxn modelId="{E9B1F8B8-4854-43AA-AD2E-FA673E387C2A}" type="presParOf" srcId="{9169CB0C-BD18-4E86-BBAB-FE6CDEC57A94}" destId="{BBDE01D3-9C8F-43A1-B0BF-04E5D2A0D659}" srcOrd="0" destOrd="0" presId="urn:microsoft.com/office/officeart/2018/5/layout/CenteredIconLabelDescriptionList"/>
    <dgm:cxn modelId="{6B316499-FF78-428A-8797-CE8FBCB60030}" type="presParOf" srcId="{9169CB0C-BD18-4E86-BBAB-FE6CDEC57A94}" destId="{821EFD3C-039F-4B8F-9A8C-5CEC8AF0DA2E}" srcOrd="1" destOrd="0" presId="urn:microsoft.com/office/officeart/2018/5/layout/CenteredIconLabelDescriptionList"/>
    <dgm:cxn modelId="{B9E7EE49-DCF9-4186-AD47-B431AED7937F}" type="presParOf" srcId="{9169CB0C-BD18-4E86-BBAB-FE6CDEC57A94}" destId="{9B8D7E3C-B688-4AE0-BFE6-E72B4869768C}" srcOrd="2" destOrd="0" presId="urn:microsoft.com/office/officeart/2018/5/layout/CenteredIconLabelDescriptionList"/>
    <dgm:cxn modelId="{2C0595FE-C886-428B-8376-DFA03A7D4FD3}" type="presParOf" srcId="{9169CB0C-BD18-4E86-BBAB-FE6CDEC57A94}" destId="{E0F4FFB6-67B3-4D1D-A7F1-9286B1801672}" srcOrd="3" destOrd="0" presId="urn:microsoft.com/office/officeart/2018/5/layout/CenteredIconLabelDescriptionList"/>
    <dgm:cxn modelId="{51299668-A954-4AC7-BE0D-980E34F367A8}" type="presParOf" srcId="{9169CB0C-BD18-4E86-BBAB-FE6CDEC57A94}" destId="{5AD4E694-F8B1-44BA-8AA1-66A42FAD03B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3F83D081-291B-4A83-AB62-E737C28CF92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189481-EF10-4F81-9D29-39E179E734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normal derivation</a:t>
          </a:r>
          <a:r>
            <a:rPr lang="tr-TR" dirty="0"/>
            <a:t> </a:t>
          </a:r>
          <a:r>
            <a:rPr lang="en-US" dirty="0"/>
            <a:t>function. </a:t>
          </a:r>
        </a:p>
      </dgm:t>
    </dgm:pt>
    <dgm:pt modelId="{DA3FD4FF-E297-4329-9C48-513B39BF9D71}" type="parTrans" cxnId="{6441B9AE-55A7-49A5-B902-14521D891692}">
      <dgm:prSet/>
      <dgm:spPr/>
      <dgm:t>
        <a:bodyPr/>
        <a:lstStyle/>
        <a:p>
          <a:endParaRPr lang="en-US" sz="2400"/>
        </a:p>
      </dgm:t>
    </dgm:pt>
    <dgm:pt modelId="{8F2A928B-D02E-43C9-B564-4B0F3E1D1D3A}" type="sibTrans" cxnId="{6441B9AE-55A7-49A5-B902-14521D891692}">
      <dgm:prSet/>
      <dgm:spPr/>
      <dgm:t>
        <a:bodyPr/>
        <a:lstStyle/>
        <a:p>
          <a:endParaRPr lang="en-US"/>
        </a:p>
      </dgm:t>
    </dgm:pt>
    <dgm:pt modelId="{F4B4AB26-5285-43A0-9670-B3C898B456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used to produce</a:t>
          </a:r>
        </a:p>
      </dgm:t>
    </dgm:pt>
    <dgm:pt modelId="{BC8CDD63-2065-4986-A310-64FB4D4CD6C7}" type="parTrans" cxnId="{12C8C1C0-D885-4D7C-A799-293499082A4A}">
      <dgm:prSet/>
      <dgm:spPr/>
      <dgm:t>
        <a:bodyPr/>
        <a:lstStyle/>
        <a:p>
          <a:endParaRPr lang="en-US" sz="2400"/>
        </a:p>
      </dgm:t>
    </dgm:pt>
    <dgm:pt modelId="{A4088D04-0B29-43CE-91F7-1C0FB98476F8}" type="sibTrans" cxnId="{12C8C1C0-D885-4D7C-A799-293499082A4A}">
      <dgm:prSet/>
      <dgm:spPr/>
      <dgm:t>
        <a:bodyPr/>
        <a:lstStyle/>
        <a:p>
          <a:endParaRPr lang="en-US"/>
        </a:p>
      </dgm:t>
    </dgm:pt>
    <dgm:pt modelId="{B8F9AFD1-6D68-4F80-8DE8-FA38F32F42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resulting “branch” of keys</a:t>
          </a:r>
        </a:p>
      </dgm:t>
    </dgm:pt>
    <dgm:pt modelId="{D2EF75D1-759D-4FA3-837A-00D6061F6DF5}" type="parTrans" cxnId="{1649C576-8CC6-461E-BABB-AFFED563C4CC}">
      <dgm:prSet/>
      <dgm:spPr/>
      <dgm:t>
        <a:bodyPr/>
        <a:lstStyle/>
        <a:p>
          <a:endParaRPr lang="tr-TR" sz="2400"/>
        </a:p>
      </dgm:t>
    </dgm:pt>
    <dgm:pt modelId="{D975D35E-01CF-4F9D-92CE-EB0CAFC5C7BC}" type="sibTrans" cxnId="{1649C576-8CC6-461E-BABB-AFFED563C4CC}">
      <dgm:prSet/>
      <dgm:spPr/>
      <dgm:t>
        <a:bodyPr/>
        <a:lstStyle/>
        <a:p>
          <a:endParaRPr lang="tr-TR"/>
        </a:p>
      </dgm:t>
    </dgm:pt>
    <dgm:pt modelId="{36BA8A75-686B-49F9-B3F7-177761C6E5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derivation is different</a:t>
          </a:r>
          <a:endParaRPr lang="en-US" dirty="0"/>
        </a:p>
      </dgm:t>
    </dgm:pt>
    <dgm:pt modelId="{4A12A6A1-3569-483F-B9F0-41B4771B4D82}" type="sibTrans" cxnId="{41476095-5EAE-43EA-AF23-31C3C9169549}">
      <dgm:prSet/>
      <dgm:spPr/>
      <dgm:t>
        <a:bodyPr/>
        <a:lstStyle/>
        <a:p>
          <a:endParaRPr lang="tr-TR"/>
        </a:p>
      </dgm:t>
    </dgm:pt>
    <dgm:pt modelId="{58933F44-EAAF-401A-B93F-06DFF6D8CC69}" type="parTrans" cxnId="{41476095-5EAE-43EA-AF23-31C3C9169549}">
      <dgm:prSet/>
      <dgm:spPr/>
      <dgm:t>
        <a:bodyPr/>
        <a:lstStyle/>
        <a:p>
          <a:endParaRPr lang="tr-TR" sz="2400"/>
        </a:p>
      </dgm:t>
    </dgm:pt>
    <dgm:pt modelId="{1C51CA94-E898-4765-AC37-3030B3F49D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extended</a:t>
          </a:r>
          <a:r>
            <a:rPr lang="tr-TR" i="1" dirty="0"/>
            <a:t> </a:t>
          </a:r>
          <a:r>
            <a:rPr lang="en-US" i="1" dirty="0"/>
            <a:t>public keys</a:t>
          </a:r>
          <a:r>
            <a:rPr lang="en-US" dirty="0"/>
            <a:t> </a:t>
          </a:r>
        </a:p>
      </dgm:t>
    </dgm:pt>
    <dgm:pt modelId="{9E08C3DF-BBC1-491D-98D1-E0FC319C958F}" type="parTrans" cxnId="{A909579A-0276-47F0-9D2B-4109DC78FF7E}">
      <dgm:prSet/>
      <dgm:spPr/>
      <dgm:t>
        <a:bodyPr/>
        <a:lstStyle/>
        <a:p>
          <a:endParaRPr lang="tr-TR"/>
        </a:p>
      </dgm:t>
    </dgm:pt>
    <dgm:pt modelId="{68FC8F58-8F39-4720-87D5-3376B327D9FC}" type="sibTrans" cxnId="{A909579A-0276-47F0-9D2B-4109DC78FF7E}">
      <dgm:prSet/>
      <dgm:spPr/>
      <dgm:t>
        <a:bodyPr/>
        <a:lstStyle/>
        <a:p>
          <a:endParaRPr lang="tr-TR"/>
        </a:p>
      </dgm:t>
    </dgm:pt>
    <dgm:pt modelId="{64A0BCE6-0BD6-476F-8692-A69E5CB0F8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Derivation</a:t>
          </a:r>
          <a:endParaRPr lang="en-US" dirty="0"/>
        </a:p>
      </dgm:t>
    </dgm:pt>
    <dgm:pt modelId="{D6C22BA9-8143-4B3E-BC46-36FB1D4C257F}" type="parTrans" cxnId="{C31CE3A6-F0FD-4422-812C-96ED4B8587B4}">
      <dgm:prSet/>
      <dgm:spPr/>
      <dgm:t>
        <a:bodyPr/>
        <a:lstStyle/>
        <a:p>
          <a:endParaRPr lang="tr-TR"/>
        </a:p>
      </dgm:t>
    </dgm:pt>
    <dgm:pt modelId="{541B619A-CF2E-4F3D-92B0-979ADEE33598}" type="sibTrans" cxnId="{C31CE3A6-F0FD-4422-812C-96ED4B8587B4}">
      <dgm:prSet/>
      <dgm:spPr/>
      <dgm:t>
        <a:bodyPr/>
        <a:lstStyle/>
        <a:p>
          <a:endParaRPr lang="tr-TR"/>
        </a:p>
      </dgm:t>
    </dgm:pt>
    <dgm:pt modelId="{EBD725A1-2B40-4D6A-AA7C-610AF7A53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chain code</a:t>
          </a:r>
        </a:p>
      </dgm:t>
    </dgm:pt>
    <dgm:pt modelId="{926372A6-8DC3-46F6-9B87-3D70E2C74A5B}" type="parTrans" cxnId="{7351B37D-6B3A-4460-858C-516A86425592}">
      <dgm:prSet/>
      <dgm:spPr/>
      <dgm:t>
        <a:bodyPr/>
        <a:lstStyle/>
        <a:p>
          <a:endParaRPr lang="tr-TR"/>
        </a:p>
      </dgm:t>
    </dgm:pt>
    <dgm:pt modelId="{8D853D5F-0607-4F15-81A9-DBF9CF3D2895}" type="sibTrans" cxnId="{7351B37D-6B3A-4460-858C-516A86425592}">
      <dgm:prSet/>
      <dgm:spPr/>
      <dgm:t>
        <a:bodyPr/>
        <a:lstStyle/>
        <a:p>
          <a:endParaRPr lang="tr-TR"/>
        </a:p>
      </dgm:t>
    </dgm:pt>
    <dgm:pt modelId="{255CD5CE-3C28-4144-9DF3-ACDE8D605D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child private key</a:t>
          </a:r>
          <a:endParaRPr lang="en-US" dirty="0"/>
        </a:p>
      </dgm:t>
    </dgm:pt>
    <dgm:pt modelId="{2D32F121-CF8D-44A4-AB3C-7CA6F76F3545}" type="parTrans" cxnId="{A68B78FB-E425-426D-937A-0570B70F6179}">
      <dgm:prSet/>
      <dgm:spPr/>
      <dgm:t>
        <a:bodyPr/>
        <a:lstStyle/>
        <a:p>
          <a:endParaRPr lang="tr-TR"/>
        </a:p>
      </dgm:t>
    </dgm:pt>
    <dgm:pt modelId="{7434A587-CABB-40A5-9986-64C7197F1D05}" type="sibTrans" cxnId="{A68B78FB-E425-426D-937A-0570B70F6179}">
      <dgm:prSet/>
      <dgm:spPr/>
      <dgm:t>
        <a:bodyPr/>
        <a:lstStyle/>
        <a:p>
          <a:endParaRPr lang="tr-TR"/>
        </a:p>
      </dgm:t>
    </dgm:pt>
    <dgm:pt modelId="{ED299171-EC83-46A2-B524-C1A68E9CDB17}" type="pres">
      <dgm:prSet presAssocID="{3F83D081-291B-4A83-AB62-E737C28CF924}" presName="root" presStyleCnt="0">
        <dgm:presLayoutVars>
          <dgm:dir/>
          <dgm:resizeHandles val="exact"/>
        </dgm:presLayoutVars>
      </dgm:prSet>
      <dgm:spPr/>
    </dgm:pt>
    <dgm:pt modelId="{50845010-F7E4-4098-8628-AADE84C6E250}" type="pres">
      <dgm:prSet presAssocID="{36BA8A75-686B-49F9-B3F7-177761C6E547}" presName="compNode" presStyleCnt="0"/>
      <dgm:spPr/>
    </dgm:pt>
    <dgm:pt modelId="{8FDC4D76-422B-4A22-85C9-BABCB93D712D}" type="pres">
      <dgm:prSet presAssocID="{36BA8A75-686B-49F9-B3F7-177761C6E5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F3168AC-7D70-4C9B-996D-4A9870A299A3}" type="pres">
      <dgm:prSet presAssocID="{36BA8A75-686B-49F9-B3F7-177761C6E547}" presName="iconSpace" presStyleCnt="0"/>
      <dgm:spPr/>
    </dgm:pt>
    <dgm:pt modelId="{8C87F9F1-2B82-4372-9CE7-9C9527BA015E}" type="pres">
      <dgm:prSet presAssocID="{36BA8A75-686B-49F9-B3F7-177761C6E547}" presName="parTx" presStyleLbl="revTx" presStyleIdx="0" presStyleCnt="6">
        <dgm:presLayoutVars>
          <dgm:chMax val="0"/>
          <dgm:chPref val="0"/>
        </dgm:presLayoutVars>
      </dgm:prSet>
      <dgm:spPr/>
    </dgm:pt>
    <dgm:pt modelId="{6875AA74-70CE-493D-B777-633B9D85B56D}" type="pres">
      <dgm:prSet presAssocID="{36BA8A75-686B-49F9-B3F7-177761C6E547}" presName="txSpace" presStyleCnt="0"/>
      <dgm:spPr/>
    </dgm:pt>
    <dgm:pt modelId="{B2C8DE8C-D5B7-4DDB-8355-F7899FF4E7B9}" type="pres">
      <dgm:prSet presAssocID="{36BA8A75-686B-49F9-B3F7-177761C6E547}" presName="desTx" presStyleLbl="revTx" presStyleIdx="1" presStyleCnt="6">
        <dgm:presLayoutVars/>
      </dgm:prSet>
      <dgm:spPr/>
    </dgm:pt>
    <dgm:pt modelId="{53F40F7D-B82F-4A07-B8A0-B9DBCA97F22C}" type="pres">
      <dgm:prSet presAssocID="{4A12A6A1-3569-483F-B9F0-41B4771B4D82}" presName="sibTrans" presStyleCnt="0"/>
      <dgm:spPr/>
    </dgm:pt>
    <dgm:pt modelId="{3B39452D-05AA-4C5B-8706-A390FB548E5C}" type="pres">
      <dgm:prSet presAssocID="{64A0BCE6-0BD6-476F-8692-A69E5CB0F843}" presName="compNode" presStyleCnt="0"/>
      <dgm:spPr/>
    </dgm:pt>
    <dgm:pt modelId="{C86266A7-4F2C-40C9-AE46-751E05CC341C}" type="pres">
      <dgm:prSet presAssocID="{64A0BCE6-0BD6-476F-8692-A69E5CB0F843}" presName="iconRect" presStyleLbl="node1" presStyleIdx="1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5259A85C-655B-442B-A253-11EA5B1D6773}" type="pres">
      <dgm:prSet presAssocID="{64A0BCE6-0BD6-476F-8692-A69E5CB0F843}" presName="iconSpace" presStyleCnt="0"/>
      <dgm:spPr/>
    </dgm:pt>
    <dgm:pt modelId="{42F51F33-1819-4301-8A05-59BA692761CE}" type="pres">
      <dgm:prSet presAssocID="{64A0BCE6-0BD6-476F-8692-A69E5CB0F843}" presName="parTx" presStyleLbl="revTx" presStyleIdx="2" presStyleCnt="6">
        <dgm:presLayoutVars>
          <dgm:chMax val="0"/>
          <dgm:chPref val="0"/>
        </dgm:presLayoutVars>
      </dgm:prSet>
      <dgm:spPr/>
    </dgm:pt>
    <dgm:pt modelId="{FA9823F9-3D7A-4BA0-BE5C-5194483522B9}" type="pres">
      <dgm:prSet presAssocID="{64A0BCE6-0BD6-476F-8692-A69E5CB0F843}" presName="txSpace" presStyleCnt="0"/>
      <dgm:spPr/>
    </dgm:pt>
    <dgm:pt modelId="{0C1AD66A-28C3-466F-A5DC-71AA333ED44E}" type="pres">
      <dgm:prSet presAssocID="{64A0BCE6-0BD6-476F-8692-A69E5CB0F843}" presName="desTx" presStyleLbl="revTx" presStyleIdx="3" presStyleCnt="6">
        <dgm:presLayoutVars/>
      </dgm:prSet>
      <dgm:spPr/>
    </dgm:pt>
    <dgm:pt modelId="{51C27AA6-6D11-4B8F-AA15-BE0C08F0BFF0}" type="pres">
      <dgm:prSet presAssocID="{541B619A-CF2E-4F3D-92B0-979ADEE33598}" presName="sibTrans" presStyleCnt="0"/>
      <dgm:spPr/>
    </dgm:pt>
    <dgm:pt modelId="{FED84F9E-A541-4E51-99E2-57A7BA84947E}" type="pres">
      <dgm:prSet presAssocID="{B8F9AFD1-6D68-4F80-8DE8-FA38F32F423B}" presName="compNode" presStyleCnt="0"/>
      <dgm:spPr/>
    </dgm:pt>
    <dgm:pt modelId="{C2DB872E-A922-475B-AEEA-30E490F62BFE}" type="pres">
      <dgm:prSet presAssocID="{B8F9AFD1-6D68-4F80-8DE8-FA38F32F42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0970AB6-8F75-41BB-A4F0-5AFD5A0AA552}" type="pres">
      <dgm:prSet presAssocID="{B8F9AFD1-6D68-4F80-8DE8-FA38F32F423B}" presName="iconSpace" presStyleCnt="0"/>
      <dgm:spPr/>
    </dgm:pt>
    <dgm:pt modelId="{34A0611F-0630-4CBA-922C-1AB7D33ECAF5}" type="pres">
      <dgm:prSet presAssocID="{B8F9AFD1-6D68-4F80-8DE8-FA38F32F423B}" presName="parTx" presStyleLbl="revTx" presStyleIdx="4" presStyleCnt="6">
        <dgm:presLayoutVars>
          <dgm:chMax val="0"/>
          <dgm:chPref val="0"/>
        </dgm:presLayoutVars>
      </dgm:prSet>
      <dgm:spPr/>
    </dgm:pt>
    <dgm:pt modelId="{EFBBCBC0-5343-40CA-8ACD-082CDA2F8EAF}" type="pres">
      <dgm:prSet presAssocID="{B8F9AFD1-6D68-4F80-8DE8-FA38F32F423B}" presName="txSpace" presStyleCnt="0"/>
      <dgm:spPr/>
    </dgm:pt>
    <dgm:pt modelId="{843C00C0-353F-4176-B66F-8AC1C1A91B2F}" type="pres">
      <dgm:prSet presAssocID="{B8F9AFD1-6D68-4F80-8DE8-FA38F32F423B}" presName="desTx" presStyleLbl="revTx" presStyleIdx="5" presStyleCnt="6">
        <dgm:presLayoutVars/>
      </dgm:prSet>
      <dgm:spPr/>
    </dgm:pt>
  </dgm:ptLst>
  <dgm:cxnLst>
    <dgm:cxn modelId="{3CCB600A-F619-4817-8491-C6C8DE3EDF16}" type="presOf" srcId="{255CD5CE-3C28-4144-9DF3-ACDE8D605D5A}" destId="{0C1AD66A-28C3-466F-A5DC-71AA333ED44E}" srcOrd="0" destOrd="0" presId="urn:microsoft.com/office/officeart/2018/5/layout/CenteredIconLabelDescriptionList"/>
    <dgm:cxn modelId="{71A17312-3BD6-4AFA-B09E-6D566D670A62}" type="presOf" srcId="{3A189481-EF10-4F81-9D29-39E179E734AC}" destId="{B2C8DE8C-D5B7-4DDB-8355-F7899FF4E7B9}" srcOrd="0" destOrd="0" presId="urn:microsoft.com/office/officeart/2018/5/layout/CenteredIconLabelDescriptionList"/>
    <dgm:cxn modelId="{3F948331-50F6-4BD6-A16B-F1316ED96837}" type="presOf" srcId="{64A0BCE6-0BD6-476F-8692-A69E5CB0F843}" destId="{42F51F33-1819-4301-8A05-59BA692761CE}" srcOrd="0" destOrd="0" presId="urn:microsoft.com/office/officeart/2018/5/layout/CenteredIconLabelDescriptionList"/>
    <dgm:cxn modelId="{1649C576-8CC6-461E-BABB-AFFED563C4CC}" srcId="{3F83D081-291B-4A83-AB62-E737C28CF924}" destId="{B8F9AFD1-6D68-4F80-8DE8-FA38F32F423B}" srcOrd="2" destOrd="0" parTransId="{D2EF75D1-759D-4FA3-837A-00D6061F6DF5}" sibTransId="{D975D35E-01CF-4F9D-92CE-EB0CAFC5C7BC}"/>
    <dgm:cxn modelId="{49CFC978-9DCE-48A2-B73E-4C52894C15F0}" type="presOf" srcId="{EBD725A1-2B40-4D6A-AA7C-610AF7A53945}" destId="{0C1AD66A-28C3-466F-A5DC-71AA333ED44E}" srcOrd="0" destOrd="1" presId="urn:microsoft.com/office/officeart/2018/5/layout/CenteredIconLabelDescriptionList"/>
    <dgm:cxn modelId="{7351B37D-6B3A-4460-858C-516A86425592}" srcId="{64A0BCE6-0BD6-476F-8692-A69E5CB0F843}" destId="{EBD725A1-2B40-4D6A-AA7C-610AF7A53945}" srcOrd="1" destOrd="0" parTransId="{926372A6-8DC3-46F6-9B87-3D70E2C74A5B}" sibTransId="{8D853D5F-0607-4F15-81A9-DBF9CF3D2895}"/>
    <dgm:cxn modelId="{41476095-5EAE-43EA-AF23-31C3C9169549}" srcId="{3F83D081-291B-4A83-AB62-E737C28CF924}" destId="{36BA8A75-686B-49F9-B3F7-177761C6E547}" srcOrd="0" destOrd="0" parTransId="{58933F44-EAAF-401A-B93F-06DFF6D8CC69}" sibTransId="{4A12A6A1-3569-483F-B9F0-41B4771B4D82}"/>
    <dgm:cxn modelId="{A909579A-0276-47F0-9D2B-4109DC78FF7E}" srcId="{B8F9AFD1-6D68-4F80-8DE8-FA38F32F423B}" destId="{1C51CA94-E898-4765-AC37-3030B3F49DFD}" srcOrd="1" destOrd="0" parTransId="{9E08C3DF-BBC1-491D-98D1-E0FC319C958F}" sibTransId="{68FC8F58-8F39-4720-87D5-3376B327D9FC}"/>
    <dgm:cxn modelId="{C31CE3A6-F0FD-4422-812C-96ED4B8587B4}" srcId="{3F83D081-291B-4A83-AB62-E737C28CF924}" destId="{64A0BCE6-0BD6-476F-8692-A69E5CB0F843}" srcOrd="1" destOrd="0" parTransId="{D6C22BA9-8143-4B3E-BC46-36FB1D4C257F}" sibTransId="{541B619A-CF2E-4F3D-92B0-979ADEE33598}"/>
    <dgm:cxn modelId="{6441B9AE-55A7-49A5-B902-14521D891692}" srcId="{36BA8A75-686B-49F9-B3F7-177761C6E547}" destId="{3A189481-EF10-4F81-9D29-39E179E734AC}" srcOrd="0" destOrd="0" parTransId="{DA3FD4FF-E297-4329-9C48-513B39BF9D71}" sibTransId="{8F2A928B-D02E-43C9-B564-4B0F3E1D1D3A}"/>
    <dgm:cxn modelId="{C2F664BA-9155-4B98-A51F-37E9317ED198}" type="presOf" srcId="{F4B4AB26-5285-43A0-9670-B3C898B45629}" destId="{843C00C0-353F-4176-B66F-8AC1C1A91B2F}" srcOrd="0" destOrd="0" presId="urn:microsoft.com/office/officeart/2018/5/layout/CenteredIconLabelDescriptionList"/>
    <dgm:cxn modelId="{12C8C1C0-D885-4D7C-A799-293499082A4A}" srcId="{B8F9AFD1-6D68-4F80-8DE8-FA38F32F423B}" destId="{F4B4AB26-5285-43A0-9670-B3C898B45629}" srcOrd="0" destOrd="0" parTransId="{BC8CDD63-2065-4986-A310-64FB4D4CD6C7}" sibTransId="{A4088D04-0B29-43CE-91F7-1C0FB98476F8}"/>
    <dgm:cxn modelId="{58CCF8C4-CF1B-4D39-8059-7645A8E4ABF9}" type="presOf" srcId="{36BA8A75-686B-49F9-B3F7-177761C6E547}" destId="{8C87F9F1-2B82-4372-9CE7-9C9527BA015E}" srcOrd="0" destOrd="0" presId="urn:microsoft.com/office/officeart/2018/5/layout/CenteredIconLabelDescriptionList"/>
    <dgm:cxn modelId="{B25D17C7-B257-4ACF-9F76-A40056AE0602}" type="presOf" srcId="{B8F9AFD1-6D68-4F80-8DE8-FA38F32F423B}" destId="{34A0611F-0630-4CBA-922C-1AB7D33ECAF5}" srcOrd="0" destOrd="0" presId="urn:microsoft.com/office/officeart/2018/5/layout/CenteredIconLabelDescriptionList"/>
    <dgm:cxn modelId="{11D99AE0-19AA-47F5-B1DD-43B3D0D5E514}" type="presOf" srcId="{3F83D081-291B-4A83-AB62-E737C28CF924}" destId="{ED299171-EC83-46A2-B524-C1A68E9CDB17}" srcOrd="0" destOrd="0" presId="urn:microsoft.com/office/officeart/2018/5/layout/CenteredIconLabelDescriptionList"/>
    <dgm:cxn modelId="{92F60EF0-E578-4F2A-8BB7-9A23EC29C0D6}" type="presOf" srcId="{1C51CA94-E898-4765-AC37-3030B3F49DFD}" destId="{843C00C0-353F-4176-B66F-8AC1C1A91B2F}" srcOrd="0" destOrd="1" presId="urn:microsoft.com/office/officeart/2018/5/layout/CenteredIconLabelDescriptionList"/>
    <dgm:cxn modelId="{A68B78FB-E425-426D-937A-0570B70F6179}" srcId="{64A0BCE6-0BD6-476F-8692-A69E5CB0F843}" destId="{255CD5CE-3C28-4144-9DF3-ACDE8D605D5A}" srcOrd="0" destOrd="0" parTransId="{2D32F121-CF8D-44A4-AB3C-7CA6F76F3545}" sibTransId="{7434A587-CABB-40A5-9986-64C7197F1D05}"/>
    <dgm:cxn modelId="{1CDD5B38-346A-41B5-B318-8FD9D186DE58}" type="presParOf" srcId="{ED299171-EC83-46A2-B524-C1A68E9CDB17}" destId="{50845010-F7E4-4098-8628-AADE84C6E250}" srcOrd="0" destOrd="0" presId="urn:microsoft.com/office/officeart/2018/5/layout/CenteredIconLabelDescriptionList"/>
    <dgm:cxn modelId="{88E9DFC9-2FFD-404E-B67F-9DC9CC92993A}" type="presParOf" srcId="{50845010-F7E4-4098-8628-AADE84C6E250}" destId="{8FDC4D76-422B-4A22-85C9-BABCB93D712D}" srcOrd="0" destOrd="0" presId="urn:microsoft.com/office/officeart/2018/5/layout/CenteredIconLabelDescriptionList"/>
    <dgm:cxn modelId="{D316E043-4CB7-478A-8312-6AEEFAD711FA}" type="presParOf" srcId="{50845010-F7E4-4098-8628-AADE84C6E250}" destId="{7F3168AC-7D70-4C9B-996D-4A9870A299A3}" srcOrd="1" destOrd="0" presId="urn:microsoft.com/office/officeart/2018/5/layout/CenteredIconLabelDescriptionList"/>
    <dgm:cxn modelId="{E9E73F76-702A-4A6B-8CD4-7ADA50494C4C}" type="presParOf" srcId="{50845010-F7E4-4098-8628-AADE84C6E250}" destId="{8C87F9F1-2B82-4372-9CE7-9C9527BA015E}" srcOrd="2" destOrd="0" presId="urn:microsoft.com/office/officeart/2018/5/layout/CenteredIconLabelDescriptionList"/>
    <dgm:cxn modelId="{C0378A62-4706-46E7-AD31-AF476A923956}" type="presParOf" srcId="{50845010-F7E4-4098-8628-AADE84C6E250}" destId="{6875AA74-70CE-493D-B777-633B9D85B56D}" srcOrd="3" destOrd="0" presId="urn:microsoft.com/office/officeart/2018/5/layout/CenteredIconLabelDescriptionList"/>
    <dgm:cxn modelId="{9BCA4CC7-F159-4378-B3D5-0FFCA8BB6C75}" type="presParOf" srcId="{50845010-F7E4-4098-8628-AADE84C6E250}" destId="{B2C8DE8C-D5B7-4DDB-8355-F7899FF4E7B9}" srcOrd="4" destOrd="0" presId="urn:microsoft.com/office/officeart/2018/5/layout/CenteredIconLabelDescriptionList"/>
    <dgm:cxn modelId="{E2C67047-6A60-4B04-A86A-004D7168FF4C}" type="presParOf" srcId="{ED299171-EC83-46A2-B524-C1A68E9CDB17}" destId="{53F40F7D-B82F-4A07-B8A0-B9DBCA97F22C}" srcOrd="1" destOrd="0" presId="urn:microsoft.com/office/officeart/2018/5/layout/CenteredIconLabelDescriptionList"/>
    <dgm:cxn modelId="{9D43B790-F910-4CFF-9C83-F1AAD7F4B3BB}" type="presParOf" srcId="{ED299171-EC83-46A2-B524-C1A68E9CDB17}" destId="{3B39452D-05AA-4C5B-8706-A390FB548E5C}" srcOrd="2" destOrd="0" presId="urn:microsoft.com/office/officeart/2018/5/layout/CenteredIconLabelDescriptionList"/>
    <dgm:cxn modelId="{1F3B39FC-8221-49DA-9DFC-55868B4E79E1}" type="presParOf" srcId="{3B39452D-05AA-4C5B-8706-A390FB548E5C}" destId="{C86266A7-4F2C-40C9-AE46-751E05CC341C}" srcOrd="0" destOrd="0" presId="urn:microsoft.com/office/officeart/2018/5/layout/CenteredIconLabelDescriptionList"/>
    <dgm:cxn modelId="{0A62E41A-A3A6-4A3E-AE93-C82BCFC1E43E}" type="presParOf" srcId="{3B39452D-05AA-4C5B-8706-A390FB548E5C}" destId="{5259A85C-655B-442B-A253-11EA5B1D6773}" srcOrd="1" destOrd="0" presId="urn:microsoft.com/office/officeart/2018/5/layout/CenteredIconLabelDescriptionList"/>
    <dgm:cxn modelId="{13982100-84F2-46A3-8256-57D6CC8A0F4C}" type="presParOf" srcId="{3B39452D-05AA-4C5B-8706-A390FB548E5C}" destId="{42F51F33-1819-4301-8A05-59BA692761CE}" srcOrd="2" destOrd="0" presId="urn:microsoft.com/office/officeart/2018/5/layout/CenteredIconLabelDescriptionList"/>
    <dgm:cxn modelId="{B218F428-001D-4E12-B684-3FEE39604A60}" type="presParOf" srcId="{3B39452D-05AA-4C5B-8706-A390FB548E5C}" destId="{FA9823F9-3D7A-4BA0-BE5C-5194483522B9}" srcOrd="3" destOrd="0" presId="urn:microsoft.com/office/officeart/2018/5/layout/CenteredIconLabelDescriptionList"/>
    <dgm:cxn modelId="{925C74F1-FE9F-42E6-9CF1-BCB29E32C78F}" type="presParOf" srcId="{3B39452D-05AA-4C5B-8706-A390FB548E5C}" destId="{0C1AD66A-28C3-466F-A5DC-71AA333ED44E}" srcOrd="4" destOrd="0" presId="urn:microsoft.com/office/officeart/2018/5/layout/CenteredIconLabelDescriptionList"/>
    <dgm:cxn modelId="{8E00A947-4592-49A3-8308-B0089E985EF0}" type="presParOf" srcId="{ED299171-EC83-46A2-B524-C1A68E9CDB17}" destId="{51C27AA6-6D11-4B8F-AA15-BE0C08F0BFF0}" srcOrd="3" destOrd="0" presId="urn:microsoft.com/office/officeart/2018/5/layout/CenteredIconLabelDescriptionList"/>
    <dgm:cxn modelId="{FD4C0817-673E-47E6-8E78-DE2E8D565CD5}" type="presParOf" srcId="{ED299171-EC83-46A2-B524-C1A68E9CDB17}" destId="{FED84F9E-A541-4E51-99E2-57A7BA84947E}" srcOrd="4" destOrd="0" presId="urn:microsoft.com/office/officeart/2018/5/layout/CenteredIconLabelDescriptionList"/>
    <dgm:cxn modelId="{858D2CC1-4B0A-4B96-BED6-CEE5D9D25A6B}" type="presParOf" srcId="{FED84F9E-A541-4E51-99E2-57A7BA84947E}" destId="{C2DB872E-A922-475B-AEEA-30E490F62BFE}" srcOrd="0" destOrd="0" presId="urn:microsoft.com/office/officeart/2018/5/layout/CenteredIconLabelDescriptionList"/>
    <dgm:cxn modelId="{31739B71-7489-44E6-BD15-10C68B447493}" type="presParOf" srcId="{FED84F9E-A541-4E51-99E2-57A7BA84947E}" destId="{80970AB6-8F75-41BB-A4F0-5AFD5A0AA552}" srcOrd="1" destOrd="0" presId="urn:microsoft.com/office/officeart/2018/5/layout/CenteredIconLabelDescriptionList"/>
    <dgm:cxn modelId="{FD085DF3-CFF3-44A0-AC0F-23FF917F1369}" type="presParOf" srcId="{FED84F9E-A541-4E51-99E2-57A7BA84947E}" destId="{34A0611F-0630-4CBA-922C-1AB7D33ECAF5}" srcOrd="2" destOrd="0" presId="urn:microsoft.com/office/officeart/2018/5/layout/CenteredIconLabelDescriptionList"/>
    <dgm:cxn modelId="{CFC17485-05B8-4E25-B270-4751278E97D8}" type="presParOf" srcId="{FED84F9E-A541-4E51-99E2-57A7BA84947E}" destId="{EFBBCBC0-5343-40CA-8ACD-082CDA2F8EAF}" srcOrd="3" destOrd="0" presId="urn:microsoft.com/office/officeart/2018/5/layout/CenteredIconLabelDescriptionList"/>
    <dgm:cxn modelId="{DE77A6D2-96D9-46AE-9ABE-1D11D7AC503F}" type="presParOf" srcId="{FED84F9E-A541-4E51-99E2-57A7BA84947E}" destId="{843C00C0-353F-4176-B66F-8AC1C1A91B2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3F83D081-291B-4A83-AB62-E737C28CF92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75DE2A-5FA0-47FC-B9B2-CE88591A04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</a:t>
          </a:r>
          <a:r>
            <a:rPr lang="tr-TR" dirty="0"/>
            <a:t> </a:t>
          </a:r>
          <a:r>
            <a:rPr lang="en-US" dirty="0"/>
            <a:t>“gap” in the tree</a:t>
          </a:r>
        </a:p>
      </dgm:t>
    </dgm:pt>
    <dgm:pt modelId="{A8FD1357-0875-419D-8697-D6D4F2561DB0}" type="parTrans" cxnId="{C6E0F027-BE80-4DC0-B823-6FEB44578100}">
      <dgm:prSet/>
      <dgm:spPr/>
      <dgm:t>
        <a:bodyPr/>
        <a:lstStyle/>
        <a:p>
          <a:endParaRPr lang="en-US" sz="2400"/>
        </a:p>
      </dgm:t>
    </dgm:pt>
    <dgm:pt modelId="{D22FA846-B366-44CF-88D1-A4AEFD097B09}" type="sibTrans" cxnId="{C6E0F027-BE80-4DC0-B823-6FEB44578100}">
      <dgm:prSet/>
      <dgm:spPr/>
      <dgm:t>
        <a:bodyPr/>
        <a:lstStyle/>
        <a:p>
          <a:endParaRPr lang="en-US"/>
        </a:p>
      </dgm:t>
    </dgm:pt>
    <dgm:pt modelId="{36BA8A75-686B-49F9-B3F7-177761C6E5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Protection</a:t>
          </a:r>
          <a:endParaRPr lang="en-US" dirty="0"/>
        </a:p>
      </dgm:t>
    </dgm:pt>
    <dgm:pt modelId="{4A12A6A1-3569-483F-B9F0-41B4771B4D82}" type="sibTrans" cxnId="{41476095-5EAE-43EA-AF23-31C3C9169549}">
      <dgm:prSet/>
      <dgm:spPr/>
      <dgm:t>
        <a:bodyPr/>
        <a:lstStyle/>
        <a:p>
          <a:endParaRPr lang="tr-TR"/>
        </a:p>
      </dgm:t>
    </dgm:pt>
    <dgm:pt modelId="{58933F44-EAAF-401A-B93F-06DFF6D8CC69}" type="parTrans" cxnId="{41476095-5EAE-43EA-AF23-31C3C9169549}">
      <dgm:prSet/>
      <dgm:spPr/>
      <dgm:t>
        <a:bodyPr/>
        <a:lstStyle/>
        <a:p>
          <a:endParaRPr lang="tr-TR" sz="2400"/>
        </a:p>
      </dgm:t>
    </dgm:pt>
    <dgm:pt modelId="{9EF5F557-9F0C-4A55-8540-47C6846569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chain code</a:t>
          </a:r>
        </a:p>
      </dgm:t>
    </dgm:pt>
    <dgm:pt modelId="{E2FD5A77-2C32-4E4C-98A5-7759ACF9C890}" type="parTrans" cxnId="{FA8F3A9E-A6EC-432D-8890-39E8072A7C24}">
      <dgm:prSet/>
      <dgm:spPr/>
      <dgm:t>
        <a:bodyPr/>
        <a:lstStyle/>
        <a:p>
          <a:endParaRPr lang="tr-TR"/>
        </a:p>
      </dgm:t>
    </dgm:pt>
    <dgm:pt modelId="{45ABE7A7-34A4-4BB3-A0BE-108F270D12B4}" type="sibTrans" cxnId="{FA8F3A9E-A6EC-432D-8890-39E8072A7C24}">
      <dgm:prSet/>
      <dgm:spPr/>
      <dgm:t>
        <a:bodyPr/>
        <a:lstStyle/>
        <a:p>
          <a:endParaRPr lang="tr-TR"/>
        </a:p>
      </dgm:t>
    </dgm:pt>
    <dgm:pt modelId="{25F97CC6-7BAE-4880-AFE4-0599D0B26B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reveal any </a:t>
          </a:r>
          <a:r>
            <a:rPr lang="en-US" i="1" dirty="0"/>
            <a:t>private keys</a:t>
          </a:r>
          <a:endParaRPr lang="tr-TR" i="1" dirty="0"/>
        </a:p>
      </dgm:t>
    </dgm:pt>
    <dgm:pt modelId="{9D78AC31-2B36-4C5A-A3FA-7F06F1D5FC2F}" type="parTrans" cxnId="{0EF477EB-78E3-4ACF-BCEB-FDD27E049E98}">
      <dgm:prSet/>
      <dgm:spPr/>
      <dgm:t>
        <a:bodyPr/>
        <a:lstStyle/>
        <a:p>
          <a:endParaRPr lang="tr-TR"/>
        </a:p>
      </dgm:t>
    </dgm:pt>
    <dgm:pt modelId="{9E184185-8880-4092-88A8-F43A6938C16F}" type="sibTrans" cxnId="{0EF477EB-78E3-4ACF-BCEB-FDD27E049E98}">
      <dgm:prSet/>
      <dgm:spPr/>
      <dgm:t>
        <a:bodyPr/>
        <a:lstStyle/>
        <a:p>
          <a:endParaRPr lang="tr-TR"/>
        </a:p>
      </dgm:t>
    </dgm:pt>
    <dgm:pt modelId="{EADB599A-8718-4D35-A0AC-D5D40A88AD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Reason</a:t>
          </a:r>
          <a:endParaRPr lang="en-US" dirty="0"/>
        </a:p>
      </dgm:t>
    </dgm:pt>
    <dgm:pt modelId="{E6AEBD37-10C4-4459-8878-9ED177E9739C}" type="sibTrans" cxnId="{B2B45261-38A2-4A6D-9821-50B4CAF09FC9}">
      <dgm:prSet/>
      <dgm:spPr/>
      <dgm:t>
        <a:bodyPr/>
        <a:lstStyle/>
        <a:p>
          <a:endParaRPr lang="tr-TR"/>
        </a:p>
      </dgm:t>
    </dgm:pt>
    <dgm:pt modelId="{48DFB027-32E0-4458-B44D-BEA2BA67F7B9}" type="parTrans" cxnId="{B2B45261-38A2-4A6D-9821-50B4CAF09FC9}">
      <dgm:prSet/>
      <dgm:spPr/>
      <dgm:t>
        <a:bodyPr/>
        <a:lstStyle/>
        <a:p>
          <a:endParaRPr lang="tr-TR" sz="2400"/>
        </a:p>
      </dgm:t>
    </dgm:pt>
    <dgm:pt modelId="{A9F17093-394A-4C6A-A9D8-85FD9B223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cannot </a:t>
          </a:r>
          <a:r>
            <a:rPr lang="en-US" dirty="0"/>
            <a:t>be</a:t>
          </a:r>
          <a:r>
            <a:rPr lang="tr-TR" dirty="0"/>
            <a:t> </a:t>
          </a:r>
          <a:r>
            <a:rPr lang="en-US" dirty="0"/>
            <a:t>exploited</a:t>
          </a:r>
        </a:p>
      </dgm:t>
    </dgm:pt>
    <dgm:pt modelId="{667B291D-DBFA-4F14-B6BD-F925B219D5F4}" type="parTrans" cxnId="{ACADE649-E12A-47D8-80F4-EBC84580521B}">
      <dgm:prSet/>
      <dgm:spPr/>
      <dgm:t>
        <a:bodyPr/>
        <a:lstStyle/>
        <a:p>
          <a:endParaRPr lang="tr-TR"/>
        </a:p>
      </dgm:t>
    </dgm:pt>
    <dgm:pt modelId="{15CAA645-3F87-403A-B704-D683547A352F}" type="sibTrans" cxnId="{ACADE649-E12A-47D8-80F4-EBC84580521B}">
      <dgm:prSet/>
      <dgm:spPr/>
      <dgm:t>
        <a:bodyPr/>
        <a:lstStyle/>
        <a:p>
          <a:endParaRPr lang="tr-TR"/>
        </a:p>
      </dgm:t>
    </dgm:pt>
    <dgm:pt modelId="{1C345A51-40F6-47D9-AC5B-A723F2B7658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Hardened </a:t>
          </a:r>
          <a:r>
            <a:rPr lang="tr-TR" dirty="0"/>
            <a:t>derivation</a:t>
          </a:r>
          <a:endParaRPr lang="en-US" dirty="0"/>
        </a:p>
      </dgm:t>
    </dgm:pt>
    <dgm:pt modelId="{152B3E96-77CE-4E17-B651-D3A22CC02881}" type="parTrans" cxnId="{038479B6-D9AB-4959-A080-5D6E77669E83}">
      <dgm:prSet/>
      <dgm:spPr/>
      <dgm:t>
        <a:bodyPr/>
        <a:lstStyle/>
        <a:p>
          <a:endParaRPr lang="tr-TR"/>
        </a:p>
      </dgm:t>
    </dgm:pt>
    <dgm:pt modelId="{55DB7614-DF7D-48CD-AFD6-FC4B4D3BA1C9}" type="sibTrans" cxnId="{038479B6-D9AB-4959-A080-5D6E77669E83}">
      <dgm:prSet/>
      <dgm:spPr/>
      <dgm:t>
        <a:bodyPr/>
        <a:lstStyle/>
        <a:p>
          <a:endParaRPr lang="tr-TR"/>
        </a:p>
      </dgm:t>
    </dgm:pt>
    <dgm:pt modelId="{ED299171-EC83-46A2-B524-C1A68E9CDB17}" type="pres">
      <dgm:prSet presAssocID="{3F83D081-291B-4A83-AB62-E737C28CF924}" presName="root" presStyleCnt="0">
        <dgm:presLayoutVars>
          <dgm:dir/>
          <dgm:resizeHandles val="exact"/>
        </dgm:presLayoutVars>
      </dgm:prSet>
      <dgm:spPr/>
    </dgm:pt>
    <dgm:pt modelId="{50845010-F7E4-4098-8628-AADE84C6E250}" type="pres">
      <dgm:prSet presAssocID="{36BA8A75-686B-49F9-B3F7-177761C6E547}" presName="compNode" presStyleCnt="0"/>
      <dgm:spPr/>
    </dgm:pt>
    <dgm:pt modelId="{8FDC4D76-422B-4A22-85C9-BABCB93D712D}" type="pres">
      <dgm:prSet presAssocID="{36BA8A75-686B-49F9-B3F7-177761C6E54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F3168AC-7D70-4C9B-996D-4A9870A299A3}" type="pres">
      <dgm:prSet presAssocID="{36BA8A75-686B-49F9-B3F7-177761C6E547}" presName="iconSpace" presStyleCnt="0"/>
      <dgm:spPr/>
    </dgm:pt>
    <dgm:pt modelId="{8C87F9F1-2B82-4372-9CE7-9C9527BA015E}" type="pres">
      <dgm:prSet presAssocID="{36BA8A75-686B-49F9-B3F7-177761C6E547}" presName="parTx" presStyleLbl="revTx" presStyleIdx="0" presStyleCnt="4">
        <dgm:presLayoutVars>
          <dgm:chMax val="0"/>
          <dgm:chPref val="0"/>
        </dgm:presLayoutVars>
      </dgm:prSet>
      <dgm:spPr/>
    </dgm:pt>
    <dgm:pt modelId="{6875AA74-70CE-493D-B777-633B9D85B56D}" type="pres">
      <dgm:prSet presAssocID="{36BA8A75-686B-49F9-B3F7-177761C6E547}" presName="txSpace" presStyleCnt="0"/>
      <dgm:spPr/>
    </dgm:pt>
    <dgm:pt modelId="{B2C8DE8C-D5B7-4DDB-8355-F7899FF4E7B9}" type="pres">
      <dgm:prSet presAssocID="{36BA8A75-686B-49F9-B3F7-177761C6E547}" presName="desTx" presStyleLbl="revTx" presStyleIdx="1" presStyleCnt="4">
        <dgm:presLayoutVars/>
      </dgm:prSet>
      <dgm:spPr/>
    </dgm:pt>
    <dgm:pt modelId="{53F40F7D-B82F-4A07-B8A0-B9DBCA97F22C}" type="pres">
      <dgm:prSet presAssocID="{4A12A6A1-3569-483F-B9F0-41B4771B4D82}" presName="sibTrans" presStyleCnt="0"/>
      <dgm:spPr/>
    </dgm:pt>
    <dgm:pt modelId="{BBB408FB-2BA8-4A65-91FC-CD9BE98088F6}" type="pres">
      <dgm:prSet presAssocID="{EADB599A-8718-4D35-A0AC-D5D40A88ADA7}" presName="compNode" presStyleCnt="0"/>
      <dgm:spPr/>
    </dgm:pt>
    <dgm:pt modelId="{4CB44CD1-CEDF-482E-9CBD-5A9983D1FAFF}" type="pres">
      <dgm:prSet presAssocID="{EADB599A-8718-4D35-A0AC-D5D40A88ADA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AA72ACD9-56E9-4007-9B87-3A8E76979635}" type="pres">
      <dgm:prSet presAssocID="{EADB599A-8718-4D35-A0AC-D5D40A88ADA7}" presName="iconSpace" presStyleCnt="0"/>
      <dgm:spPr/>
    </dgm:pt>
    <dgm:pt modelId="{3FF83835-8FD7-4E21-996A-518593E94B64}" type="pres">
      <dgm:prSet presAssocID="{EADB599A-8718-4D35-A0AC-D5D40A88ADA7}" presName="parTx" presStyleLbl="revTx" presStyleIdx="2" presStyleCnt="4">
        <dgm:presLayoutVars>
          <dgm:chMax val="0"/>
          <dgm:chPref val="0"/>
        </dgm:presLayoutVars>
      </dgm:prSet>
      <dgm:spPr/>
    </dgm:pt>
    <dgm:pt modelId="{06E0BD1E-6479-4FD7-9485-EDA9F12F918B}" type="pres">
      <dgm:prSet presAssocID="{EADB599A-8718-4D35-A0AC-D5D40A88ADA7}" presName="txSpace" presStyleCnt="0"/>
      <dgm:spPr/>
    </dgm:pt>
    <dgm:pt modelId="{D769682B-ECBD-439F-AD71-A4268ADF66C0}" type="pres">
      <dgm:prSet presAssocID="{EADB599A-8718-4D35-A0AC-D5D40A88ADA7}" presName="desTx" presStyleLbl="revTx" presStyleIdx="3" presStyleCnt="4">
        <dgm:presLayoutVars/>
      </dgm:prSet>
      <dgm:spPr/>
    </dgm:pt>
  </dgm:ptLst>
  <dgm:cxnLst>
    <dgm:cxn modelId="{14F2DE12-F373-4331-A0AF-7ADC200B5482}" type="presOf" srcId="{25F97CC6-7BAE-4880-AFE4-0599D0B26BE9}" destId="{B2C8DE8C-D5B7-4DDB-8355-F7899FF4E7B9}" srcOrd="0" destOrd="2" presId="urn:microsoft.com/office/officeart/2018/5/layout/CenteredIconLabelDescriptionList"/>
    <dgm:cxn modelId="{0E7D7420-486A-4B39-B97D-CAABDA650E24}" type="presOf" srcId="{1C345A51-40F6-47D9-AC5B-A723F2B76584}" destId="{D769682B-ECBD-439F-AD71-A4268ADF66C0}" srcOrd="0" destOrd="0" presId="urn:microsoft.com/office/officeart/2018/5/layout/CenteredIconLabelDescriptionList"/>
    <dgm:cxn modelId="{C6E0F027-BE80-4DC0-B823-6FEB44578100}" srcId="{EADB599A-8718-4D35-A0AC-D5D40A88ADA7}" destId="{3475DE2A-5FA0-47FC-B9B2-CE88591A04A4}" srcOrd="1" destOrd="0" parTransId="{A8FD1357-0875-419D-8697-D6D4F2561DB0}" sibTransId="{D22FA846-B366-44CF-88D1-A4AEFD097B09}"/>
    <dgm:cxn modelId="{40D8945E-4D6F-4197-9247-AFD4E7565F4A}" type="presOf" srcId="{EADB599A-8718-4D35-A0AC-D5D40A88ADA7}" destId="{3FF83835-8FD7-4E21-996A-518593E94B64}" srcOrd="0" destOrd="0" presId="urn:microsoft.com/office/officeart/2018/5/layout/CenteredIconLabelDescriptionList"/>
    <dgm:cxn modelId="{B2B45261-38A2-4A6D-9821-50B4CAF09FC9}" srcId="{3F83D081-291B-4A83-AB62-E737C28CF924}" destId="{EADB599A-8718-4D35-A0AC-D5D40A88ADA7}" srcOrd="1" destOrd="0" parTransId="{48DFB027-32E0-4458-B44D-BEA2BA67F7B9}" sibTransId="{E6AEBD37-10C4-4459-8878-9ED177E9739C}"/>
    <dgm:cxn modelId="{ACADE649-E12A-47D8-80F4-EBC84580521B}" srcId="{36BA8A75-686B-49F9-B3F7-177761C6E547}" destId="{A9F17093-394A-4C6A-A9D8-85FD9B223871}" srcOrd="1" destOrd="0" parTransId="{667B291D-DBFA-4F14-B6BD-F925B219D5F4}" sibTransId="{15CAA645-3F87-403A-B704-D683547A352F}"/>
    <dgm:cxn modelId="{41476095-5EAE-43EA-AF23-31C3C9169549}" srcId="{3F83D081-291B-4A83-AB62-E737C28CF924}" destId="{36BA8A75-686B-49F9-B3F7-177761C6E547}" srcOrd="0" destOrd="0" parTransId="{58933F44-EAAF-401A-B93F-06DFF6D8CC69}" sibTransId="{4A12A6A1-3569-483F-B9F0-41B4771B4D82}"/>
    <dgm:cxn modelId="{FA8F3A9E-A6EC-432D-8890-39E8072A7C24}" srcId="{36BA8A75-686B-49F9-B3F7-177761C6E547}" destId="{9EF5F557-9F0C-4A55-8540-47C6846569AB}" srcOrd="0" destOrd="0" parTransId="{E2FD5A77-2C32-4E4C-98A5-7759ACF9C890}" sibTransId="{45ABE7A7-34A4-4BB3-A0BE-108F270D12B4}"/>
    <dgm:cxn modelId="{038479B6-D9AB-4959-A080-5D6E77669E83}" srcId="{EADB599A-8718-4D35-A0AC-D5D40A88ADA7}" destId="{1C345A51-40F6-47D9-AC5B-A723F2B76584}" srcOrd="0" destOrd="0" parTransId="{152B3E96-77CE-4E17-B651-D3A22CC02881}" sibTransId="{55DB7614-DF7D-48CD-AFD6-FC4B4D3BA1C9}"/>
    <dgm:cxn modelId="{58CCF8C4-CF1B-4D39-8059-7645A8E4ABF9}" type="presOf" srcId="{36BA8A75-686B-49F9-B3F7-177761C6E547}" destId="{8C87F9F1-2B82-4372-9CE7-9C9527BA015E}" srcOrd="0" destOrd="0" presId="urn:microsoft.com/office/officeart/2018/5/layout/CenteredIconLabelDescriptionList"/>
    <dgm:cxn modelId="{7EE725D2-1B76-4866-8354-EE850DD8B50E}" type="presOf" srcId="{3475DE2A-5FA0-47FC-B9B2-CE88591A04A4}" destId="{D769682B-ECBD-439F-AD71-A4268ADF66C0}" srcOrd="0" destOrd="1" presId="urn:microsoft.com/office/officeart/2018/5/layout/CenteredIconLabelDescriptionList"/>
    <dgm:cxn modelId="{668838DA-B498-4977-BD2B-7E6003804AE4}" type="presOf" srcId="{9EF5F557-9F0C-4A55-8540-47C6846569AB}" destId="{B2C8DE8C-D5B7-4DDB-8355-F7899FF4E7B9}" srcOrd="0" destOrd="0" presId="urn:microsoft.com/office/officeart/2018/5/layout/CenteredIconLabelDescriptionList"/>
    <dgm:cxn modelId="{11D99AE0-19AA-47F5-B1DD-43B3D0D5E514}" type="presOf" srcId="{3F83D081-291B-4A83-AB62-E737C28CF924}" destId="{ED299171-EC83-46A2-B524-C1A68E9CDB17}" srcOrd="0" destOrd="0" presId="urn:microsoft.com/office/officeart/2018/5/layout/CenteredIconLabelDescriptionList"/>
    <dgm:cxn modelId="{0EF477EB-78E3-4ACF-BCEB-FDD27E049E98}" srcId="{36BA8A75-686B-49F9-B3F7-177761C6E547}" destId="{25F97CC6-7BAE-4880-AFE4-0599D0B26BE9}" srcOrd="2" destOrd="0" parTransId="{9D78AC31-2B36-4C5A-A3FA-7F06F1D5FC2F}" sibTransId="{9E184185-8880-4092-88A8-F43A6938C16F}"/>
    <dgm:cxn modelId="{288C1EED-A2F9-47D9-963A-7690BEADD099}" type="presOf" srcId="{A9F17093-394A-4C6A-A9D8-85FD9B223871}" destId="{B2C8DE8C-D5B7-4DDB-8355-F7899FF4E7B9}" srcOrd="0" destOrd="1" presId="urn:microsoft.com/office/officeart/2018/5/layout/CenteredIconLabelDescriptionList"/>
    <dgm:cxn modelId="{1CDD5B38-346A-41B5-B318-8FD9D186DE58}" type="presParOf" srcId="{ED299171-EC83-46A2-B524-C1A68E9CDB17}" destId="{50845010-F7E4-4098-8628-AADE84C6E250}" srcOrd="0" destOrd="0" presId="urn:microsoft.com/office/officeart/2018/5/layout/CenteredIconLabelDescriptionList"/>
    <dgm:cxn modelId="{88E9DFC9-2FFD-404E-B67F-9DC9CC92993A}" type="presParOf" srcId="{50845010-F7E4-4098-8628-AADE84C6E250}" destId="{8FDC4D76-422B-4A22-85C9-BABCB93D712D}" srcOrd="0" destOrd="0" presId="urn:microsoft.com/office/officeart/2018/5/layout/CenteredIconLabelDescriptionList"/>
    <dgm:cxn modelId="{D316E043-4CB7-478A-8312-6AEEFAD711FA}" type="presParOf" srcId="{50845010-F7E4-4098-8628-AADE84C6E250}" destId="{7F3168AC-7D70-4C9B-996D-4A9870A299A3}" srcOrd="1" destOrd="0" presId="urn:microsoft.com/office/officeart/2018/5/layout/CenteredIconLabelDescriptionList"/>
    <dgm:cxn modelId="{E9E73F76-702A-4A6B-8CD4-7ADA50494C4C}" type="presParOf" srcId="{50845010-F7E4-4098-8628-AADE84C6E250}" destId="{8C87F9F1-2B82-4372-9CE7-9C9527BA015E}" srcOrd="2" destOrd="0" presId="urn:microsoft.com/office/officeart/2018/5/layout/CenteredIconLabelDescriptionList"/>
    <dgm:cxn modelId="{C0378A62-4706-46E7-AD31-AF476A923956}" type="presParOf" srcId="{50845010-F7E4-4098-8628-AADE84C6E250}" destId="{6875AA74-70CE-493D-B777-633B9D85B56D}" srcOrd="3" destOrd="0" presId="urn:microsoft.com/office/officeart/2018/5/layout/CenteredIconLabelDescriptionList"/>
    <dgm:cxn modelId="{9BCA4CC7-F159-4378-B3D5-0FFCA8BB6C75}" type="presParOf" srcId="{50845010-F7E4-4098-8628-AADE84C6E250}" destId="{B2C8DE8C-D5B7-4DDB-8355-F7899FF4E7B9}" srcOrd="4" destOrd="0" presId="urn:microsoft.com/office/officeart/2018/5/layout/CenteredIconLabelDescriptionList"/>
    <dgm:cxn modelId="{E2C67047-6A60-4B04-A86A-004D7168FF4C}" type="presParOf" srcId="{ED299171-EC83-46A2-B524-C1A68E9CDB17}" destId="{53F40F7D-B82F-4A07-B8A0-B9DBCA97F22C}" srcOrd="1" destOrd="0" presId="urn:microsoft.com/office/officeart/2018/5/layout/CenteredIconLabelDescriptionList"/>
    <dgm:cxn modelId="{CC3AC900-CA4B-43D9-A8D8-5AA4E26E7298}" type="presParOf" srcId="{ED299171-EC83-46A2-B524-C1A68E9CDB17}" destId="{BBB408FB-2BA8-4A65-91FC-CD9BE98088F6}" srcOrd="2" destOrd="0" presId="urn:microsoft.com/office/officeart/2018/5/layout/CenteredIconLabelDescriptionList"/>
    <dgm:cxn modelId="{97A6ECB5-297A-47D4-9469-89644283B22E}" type="presParOf" srcId="{BBB408FB-2BA8-4A65-91FC-CD9BE98088F6}" destId="{4CB44CD1-CEDF-482E-9CBD-5A9983D1FAFF}" srcOrd="0" destOrd="0" presId="urn:microsoft.com/office/officeart/2018/5/layout/CenteredIconLabelDescriptionList"/>
    <dgm:cxn modelId="{B03E58C2-E153-43B9-8C6E-3A322B3C19C3}" type="presParOf" srcId="{BBB408FB-2BA8-4A65-91FC-CD9BE98088F6}" destId="{AA72ACD9-56E9-4007-9B87-3A8E76979635}" srcOrd="1" destOrd="0" presId="urn:microsoft.com/office/officeart/2018/5/layout/CenteredIconLabelDescriptionList"/>
    <dgm:cxn modelId="{190B93F1-FAF4-4FA5-B05A-E7613A37560C}" type="presParOf" srcId="{BBB408FB-2BA8-4A65-91FC-CD9BE98088F6}" destId="{3FF83835-8FD7-4E21-996A-518593E94B64}" srcOrd="2" destOrd="0" presId="urn:microsoft.com/office/officeart/2018/5/layout/CenteredIconLabelDescriptionList"/>
    <dgm:cxn modelId="{0FB93719-0F70-4450-892A-A446CBBACE03}" type="presParOf" srcId="{BBB408FB-2BA8-4A65-91FC-CD9BE98088F6}" destId="{06E0BD1E-6479-4FD7-9485-EDA9F12F918B}" srcOrd="3" destOrd="0" presId="urn:microsoft.com/office/officeart/2018/5/layout/CenteredIconLabelDescriptionList"/>
    <dgm:cxn modelId="{FEE7FA08-D7C1-4AE9-A85A-C16633BEAA67}" type="presParOf" srcId="{BBB408FB-2BA8-4A65-91FC-CD9BE98088F6}" destId="{D769682B-ECBD-439F-AD71-A4268ADF66C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B2E4A7A7-293D-448A-9160-DC071B0FC76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855EB9-F84F-4695-9AE1-46ACA32ECE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rather than a normal parent </a:t>
          </a:r>
        </a:p>
      </dgm:t>
    </dgm:pt>
    <dgm:pt modelId="{3F59E810-7D08-4177-A154-20AE13BCE268}" type="parTrans" cxnId="{F2AD6879-3D7D-4D1B-9E64-B3B0E8B5521E}">
      <dgm:prSet/>
      <dgm:spPr/>
      <dgm:t>
        <a:bodyPr/>
        <a:lstStyle/>
        <a:p>
          <a:endParaRPr lang="en-US"/>
        </a:p>
      </dgm:t>
    </dgm:pt>
    <dgm:pt modelId="{28E7BA23-B437-4945-A6FC-16D9937B17A7}" type="sibTrans" cxnId="{F2AD6879-3D7D-4D1B-9E64-B3B0E8B5521E}">
      <dgm:prSet/>
      <dgm:spPr/>
      <dgm:t>
        <a:bodyPr/>
        <a:lstStyle/>
        <a:p>
          <a:endParaRPr lang="en-US"/>
        </a:p>
      </dgm:t>
    </dgm:pt>
    <dgm:pt modelId="{02872AB3-A6EE-45F4-913C-3E3530A029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always derived</a:t>
          </a:r>
        </a:p>
      </dgm:t>
    </dgm:pt>
    <dgm:pt modelId="{2950900D-07D9-4F09-81E2-6E7D94022C16}" type="parTrans" cxnId="{CEA20BDD-69DC-4B72-B980-6258C5C7A984}">
      <dgm:prSet/>
      <dgm:spPr/>
      <dgm:t>
        <a:bodyPr/>
        <a:lstStyle/>
        <a:p>
          <a:endParaRPr lang="en-US"/>
        </a:p>
      </dgm:t>
    </dgm:pt>
    <dgm:pt modelId="{C4EF763D-1E89-445A-AA86-7CB1EDF2B9CA}" type="sibTrans" cxnId="{CEA20BDD-69DC-4B72-B980-6258C5C7A984}">
      <dgm:prSet/>
      <dgm:spPr/>
      <dgm:t>
        <a:bodyPr/>
        <a:lstStyle/>
        <a:p>
          <a:endParaRPr lang="en-US"/>
        </a:p>
      </dgm:t>
    </dgm:pt>
    <dgm:pt modelId="{B80FDF46-4741-46BA-98D8-B0F40E6474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prevent compromise</a:t>
          </a:r>
        </a:p>
      </dgm:t>
    </dgm:pt>
    <dgm:pt modelId="{F80F88F3-3553-4937-A716-543C1200F6C2}" type="parTrans" cxnId="{64F88B6E-4CAE-4756-885E-54F0748329DC}">
      <dgm:prSet/>
      <dgm:spPr/>
      <dgm:t>
        <a:bodyPr/>
        <a:lstStyle/>
        <a:p>
          <a:endParaRPr lang="en-US"/>
        </a:p>
      </dgm:t>
    </dgm:pt>
    <dgm:pt modelId="{1F2198D8-1F4B-4E1F-9D17-EA0F18B2927F}" type="sibTrans" cxnId="{64F88B6E-4CAE-4756-885E-54F0748329DC}">
      <dgm:prSet/>
      <dgm:spPr/>
      <dgm:t>
        <a:bodyPr/>
        <a:lstStyle/>
        <a:p>
          <a:endParaRPr lang="en-US"/>
        </a:p>
      </dgm:t>
    </dgm:pt>
    <dgm:pt modelId="{F3C762E9-D137-4BF7-8B7C-0736BE359F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Derive from Hardened Parent</a:t>
          </a:r>
          <a:endParaRPr lang="en-US"/>
        </a:p>
      </dgm:t>
    </dgm:pt>
    <dgm:pt modelId="{9521BDAA-75A4-4E62-83E6-74995F0C0C11}" type="parTrans" cxnId="{24BE1AE3-5F4D-46CA-942B-38130913B098}">
      <dgm:prSet/>
      <dgm:spPr/>
      <dgm:t>
        <a:bodyPr/>
        <a:lstStyle/>
        <a:p>
          <a:endParaRPr lang="tr-TR"/>
        </a:p>
      </dgm:t>
    </dgm:pt>
    <dgm:pt modelId="{8D36C50A-C725-4894-A971-D2297A517F4C}" type="sibTrans" cxnId="{24BE1AE3-5F4D-46CA-942B-38130913B098}">
      <dgm:prSet/>
      <dgm:spPr/>
      <dgm:t>
        <a:bodyPr/>
        <a:lstStyle/>
        <a:p>
          <a:endParaRPr lang="tr-TR"/>
        </a:p>
      </dgm:t>
    </dgm:pt>
    <dgm:pt modelId="{6FFF47B4-DC82-457D-8383-068F8BEA63C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master keys</a:t>
          </a:r>
          <a:r>
            <a:rPr lang="tr-TR" dirty="0"/>
            <a:t> </a:t>
          </a:r>
          <a:r>
            <a:rPr lang="en-US" dirty="0"/>
            <a:t>level-1 children </a:t>
          </a:r>
        </a:p>
      </dgm:t>
    </dgm:pt>
    <dgm:pt modelId="{1BF40B9D-228B-41ED-B289-C877825DAA31}" type="sibTrans" cxnId="{617C7ECA-86B2-47E3-9B2E-E4544770C1EB}">
      <dgm:prSet/>
      <dgm:spPr/>
      <dgm:t>
        <a:bodyPr/>
        <a:lstStyle/>
        <a:p>
          <a:endParaRPr lang="tr-TR"/>
        </a:p>
      </dgm:t>
    </dgm:pt>
    <dgm:pt modelId="{DED53A3B-EFAC-40DB-9591-1C9B98FFAEC2}" type="parTrans" cxnId="{617C7ECA-86B2-47E3-9B2E-E4544770C1EB}">
      <dgm:prSet/>
      <dgm:spPr/>
      <dgm:t>
        <a:bodyPr/>
        <a:lstStyle/>
        <a:p>
          <a:endParaRPr lang="tr-TR"/>
        </a:p>
      </dgm:t>
    </dgm:pt>
    <dgm:pt modelId="{0AE61A16-8B09-45DD-A2CD-9CC73752F4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through the hardened derivation</a:t>
          </a:r>
        </a:p>
      </dgm:t>
    </dgm:pt>
    <dgm:pt modelId="{5EE6B601-3773-4AA7-9ED3-C7A132B619D5}" type="parTrans" cxnId="{B867DB89-3F0C-4820-904F-95A8A8CB159B}">
      <dgm:prSet/>
      <dgm:spPr/>
      <dgm:t>
        <a:bodyPr/>
        <a:lstStyle/>
        <a:p>
          <a:endParaRPr lang="tr-TR"/>
        </a:p>
      </dgm:t>
    </dgm:pt>
    <dgm:pt modelId="{4B2F1D12-F2CF-4E04-9E9D-E4B533711649}" type="sibTrans" cxnId="{B867DB89-3F0C-4820-904F-95A8A8CB159B}">
      <dgm:prSet/>
      <dgm:spPr/>
      <dgm:t>
        <a:bodyPr/>
        <a:lstStyle/>
        <a:p>
          <a:endParaRPr lang="tr-TR"/>
        </a:p>
      </dgm:t>
    </dgm:pt>
    <dgm:pt modelId="{BB3D73D7-9D42-4069-98BF-9112CB7317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Reason</a:t>
          </a:r>
          <a:endParaRPr lang="en-US" dirty="0"/>
        </a:p>
      </dgm:t>
    </dgm:pt>
    <dgm:pt modelId="{3D859699-1EAA-4C6F-89BB-916DFA4A5065}" type="parTrans" cxnId="{5B4CB625-9160-47F8-893F-961ABEE3EBAA}">
      <dgm:prSet/>
      <dgm:spPr/>
      <dgm:t>
        <a:bodyPr/>
        <a:lstStyle/>
        <a:p>
          <a:endParaRPr lang="tr-TR"/>
        </a:p>
      </dgm:t>
    </dgm:pt>
    <dgm:pt modelId="{22ACE57C-8A7C-40E2-989C-BB26DCB90550}" type="sibTrans" cxnId="{5B4CB625-9160-47F8-893F-961ABEE3EBAA}">
      <dgm:prSet/>
      <dgm:spPr/>
      <dgm:t>
        <a:bodyPr/>
        <a:lstStyle/>
        <a:p>
          <a:endParaRPr lang="tr-TR"/>
        </a:p>
      </dgm:t>
    </dgm:pt>
    <dgm:pt modelId="{FD86C273-F8FD-4098-A82B-F4ACD0AB31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 the </a:t>
          </a:r>
          <a:r>
            <a:rPr lang="en-US" i="1" dirty="0"/>
            <a:t>master keys</a:t>
          </a:r>
        </a:p>
      </dgm:t>
    </dgm:pt>
    <dgm:pt modelId="{CE923BBA-D1B1-4A6C-BD41-58AB64561C37}" type="parTrans" cxnId="{1918BF73-3597-4DE2-A151-2E7AE28F5274}">
      <dgm:prSet/>
      <dgm:spPr/>
      <dgm:t>
        <a:bodyPr/>
        <a:lstStyle/>
        <a:p>
          <a:endParaRPr lang="tr-TR"/>
        </a:p>
      </dgm:t>
    </dgm:pt>
    <dgm:pt modelId="{707586DA-B50B-4ABF-B065-E55537475984}" type="sibTrans" cxnId="{1918BF73-3597-4DE2-A151-2E7AE28F5274}">
      <dgm:prSet/>
      <dgm:spPr/>
      <dgm:t>
        <a:bodyPr/>
        <a:lstStyle/>
        <a:p>
          <a:endParaRPr lang="tr-TR"/>
        </a:p>
      </dgm:t>
    </dgm:pt>
    <dgm:pt modelId="{96960327-FE93-4F3B-ADFF-2F83D7DD5E46}" type="pres">
      <dgm:prSet presAssocID="{B2E4A7A7-293D-448A-9160-DC071B0FC764}" presName="root" presStyleCnt="0">
        <dgm:presLayoutVars>
          <dgm:dir/>
          <dgm:resizeHandles val="exact"/>
        </dgm:presLayoutVars>
      </dgm:prSet>
      <dgm:spPr/>
    </dgm:pt>
    <dgm:pt modelId="{60A34E63-3988-46EA-961B-401425CB92AC}" type="pres">
      <dgm:prSet presAssocID="{F3C762E9-D137-4BF7-8B7C-0736BE359FF0}" presName="compNode" presStyleCnt="0"/>
      <dgm:spPr/>
    </dgm:pt>
    <dgm:pt modelId="{BC2565A6-B289-413D-8880-74A76B4A0948}" type="pres">
      <dgm:prSet presAssocID="{F3C762E9-D137-4BF7-8B7C-0736BE359FF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9FAF4C32-71D4-45D3-A3A6-669F5101A422}" type="pres">
      <dgm:prSet presAssocID="{F3C762E9-D137-4BF7-8B7C-0736BE359FF0}" presName="iconSpace" presStyleCnt="0"/>
      <dgm:spPr/>
    </dgm:pt>
    <dgm:pt modelId="{F672509C-AC64-419B-9ED2-2929771246FA}" type="pres">
      <dgm:prSet presAssocID="{F3C762E9-D137-4BF7-8B7C-0736BE359FF0}" presName="parTx" presStyleLbl="revTx" presStyleIdx="0" presStyleCnt="6">
        <dgm:presLayoutVars>
          <dgm:chMax val="0"/>
          <dgm:chPref val="0"/>
        </dgm:presLayoutVars>
      </dgm:prSet>
      <dgm:spPr/>
    </dgm:pt>
    <dgm:pt modelId="{07E3B422-A721-4694-9934-BB8B4ADF3097}" type="pres">
      <dgm:prSet presAssocID="{F3C762E9-D137-4BF7-8B7C-0736BE359FF0}" presName="txSpace" presStyleCnt="0"/>
      <dgm:spPr/>
    </dgm:pt>
    <dgm:pt modelId="{C84587DA-381F-4427-9422-C06918FBD511}" type="pres">
      <dgm:prSet presAssocID="{F3C762E9-D137-4BF7-8B7C-0736BE359FF0}" presName="desTx" presStyleLbl="revTx" presStyleIdx="1" presStyleCnt="6">
        <dgm:presLayoutVars/>
      </dgm:prSet>
      <dgm:spPr/>
    </dgm:pt>
    <dgm:pt modelId="{37834727-D497-438D-BF38-412CE2968A65}" type="pres">
      <dgm:prSet presAssocID="{8D36C50A-C725-4894-A971-D2297A517F4C}" presName="sibTrans" presStyleCnt="0"/>
      <dgm:spPr/>
    </dgm:pt>
    <dgm:pt modelId="{14221EF9-4273-4618-8F25-397D5DF780CD}" type="pres">
      <dgm:prSet presAssocID="{6FFF47B4-DC82-457D-8383-068F8BEA63C7}" presName="compNode" presStyleCnt="0"/>
      <dgm:spPr/>
    </dgm:pt>
    <dgm:pt modelId="{7D763428-3900-45CD-8164-826F68ACE58B}" type="pres">
      <dgm:prSet presAssocID="{6FFF47B4-DC82-457D-8383-068F8BEA63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27BB30F-597D-49C6-9E0B-FBE6DDD5B726}" type="pres">
      <dgm:prSet presAssocID="{6FFF47B4-DC82-457D-8383-068F8BEA63C7}" presName="iconSpace" presStyleCnt="0"/>
      <dgm:spPr/>
    </dgm:pt>
    <dgm:pt modelId="{9B32843A-FC42-492E-B8D4-C7BFDBC2ED4C}" type="pres">
      <dgm:prSet presAssocID="{6FFF47B4-DC82-457D-8383-068F8BEA63C7}" presName="parTx" presStyleLbl="revTx" presStyleIdx="2" presStyleCnt="6">
        <dgm:presLayoutVars>
          <dgm:chMax val="0"/>
          <dgm:chPref val="0"/>
        </dgm:presLayoutVars>
      </dgm:prSet>
      <dgm:spPr/>
    </dgm:pt>
    <dgm:pt modelId="{40424FA3-048D-4915-883A-7047660416EE}" type="pres">
      <dgm:prSet presAssocID="{6FFF47B4-DC82-457D-8383-068F8BEA63C7}" presName="txSpace" presStyleCnt="0"/>
      <dgm:spPr/>
    </dgm:pt>
    <dgm:pt modelId="{CFFAC252-7316-4820-8F7D-D46A9D946754}" type="pres">
      <dgm:prSet presAssocID="{6FFF47B4-DC82-457D-8383-068F8BEA63C7}" presName="desTx" presStyleLbl="revTx" presStyleIdx="3" presStyleCnt="6">
        <dgm:presLayoutVars/>
      </dgm:prSet>
      <dgm:spPr/>
    </dgm:pt>
    <dgm:pt modelId="{15DD741B-29E2-4C6E-8E87-AF5653B390B7}" type="pres">
      <dgm:prSet presAssocID="{1BF40B9D-228B-41ED-B289-C877825DAA31}" presName="sibTrans" presStyleCnt="0"/>
      <dgm:spPr/>
    </dgm:pt>
    <dgm:pt modelId="{19772CF0-C38B-4247-8CC3-DC8F1943B1E0}" type="pres">
      <dgm:prSet presAssocID="{BB3D73D7-9D42-4069-98BF-9112CB731783}" presName="compNode" presStyleCnt="0"/>
      <dgm:spPr/>
    </dgm:pt>
    <dgm:pt modelId="{0BC5E9C0-3FB2-4DA4-B3BA-A62747CE4149}" type="pres">
      <dgm:prSet presAssocID="{BB3D73D7-9D42-4069-98BF-9112CB7317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EC3210E-C92B-4F5D-8D1C-326551861ACD}" type="pres">
      <dgm:prSet presAssocID="{BB3D73D7-9D42-4069-98BF-9112CB731783}" presName="iconSpace" presStyleCnt="0"/>
      <dgm:spPr/>
    </dgm:pt>
    <dgm:pt modelId="{3A357537-34CF-425B-9FC4-57C8BD9D6D3C}" type="pres">
      <dgm:prSet presAssocID="{BB3D73D7-9D42-4069-98BF-9112CB731783}" presName="parTx" presStyleLbl="revTx" presStyleIdx="4" presStyleCnt="6">
        <dgm:presLayoutVars>
          <dgm:chMax val="0"/>
          <dgm:chPref val="0"/>
        </dgm:presLayoutVars>
      </dgm:prSet>
      <dgm:spPr/>
    </dgm:pt>
    <dgm:pt modelId="{CC07DF31-AD5B-4598-BCF1-ADF3ED9864B9}" type="pres">
      <dgm:prSet presAssocID="{BB3D73D7-9D42-4069-98BF-9112CB731783}" presName="txSpace" presStyleCnt="0"/>
      <dgm:spPr/>
    </dgm:pt>
    <dgm:pt modelId="{C9F1B732-CFD7-4F25-8414-E23D73D6EDF1}" type="pres">
      <dgm:prSet presAssocID="{BB3D73D7-9D42-4069-98BF-9112CB731783}" presName="desTx" presStyleLbl="revTx" presStyleIdx="5" presStyleCnt="6">
        <dgm:presLayoutVars/>
      </dgm:prSet>
      <dgm:spPr/>
    </dgm:pt>
  </dgm:ptLst>
  <dgm:cxnLst>
    <dgm:cxn modelId="{5B4CB625-9160-47F8-893F-961ABEE3EBAA}" srcId="{B2E4A7A7-293D-448A-9160-DC071B0FC764}" destId="{BB3D73D7-9D42-4069-98BF-9112CB731783}" srcOrd="2" destOrd="0" parTransId="{3D859699-1EAA-4C6F-89BB-916DFA4A5065}" sibTransId="{22ACE57C-8A7C-40E2-989C-BB26DCB90550}"/>
    <dgm:cxn modelId="{D693064A-6C5B-4617-AAE2-54CE916B18C6}" type="presOf" srcId="{B2E4A7A7-293D-448A-9160-DC071B0FC764}" destId="{96960327-FE93-4F3B-ADFF-2F83D7DD5E46}" srcOrd="0" destOrd="0" presId="urn:microsoft.com/office/officeart/2018/5/layout/CenteredIconLabelDescriptionList"/>
    <dgm:cxn modelId="{78DC4F6C-E562-4AF6-8BB0-5C129B6E7288}" type="presOf" srcId="{BB3D73D7-9D42-4069-98BF-9112CB731783}" destId="{3A357537-34CF-425B-9FC4-57C8BD9D6D3C}" srcOrd="0" destOrd="0" presId="urn:microsoft.com/office/officeart/2018/5/layout/CenteredIconLabelDescriptionList"/>
    <dgm:cxn modelId="{64F88B6E-4CAE-4756-885E-54F0748329DC}" srcId="{BB3D73D7-9D42-4069-98BF-9112CB731783}" destId="{B80FDF46-4741-46BA-98D8-B0F40E647406}" srcOrd="0" destOrd="0" parTransId="{F80F88F3-3553-4937-A716-543C1200F6C2}" sibTransId="{1F2198D8-1F4B-4E1F-9D17-EA0F18B2927F}"/>
    <dgm:cxn modelId="{1918BF73-3597-4DE2-A151-2E7AE28F5274}" srcId="{BB3D73D7-9D42-4069-98BF-9112CB731783}" destId="{FD86C273-F8FD-4098-A82B-F4ACD0AB319F}" srcOrd="1" destOrd="0" parTransId="{CE923BBA-D1B1-4A6C-BD41-58AB64561C37}" sibTransId="{707586DA-B50B-4ABF-B065-E55537475984}"/>
    <dgm:cxn modelId="{B99F9874-17CA-44B4-ADA0-CE26CD35AC13}" type="presOf" srcId="{FD86C273-F8FD-4098-A82B-F4ACD0AB319F}" destId="{C9F1B732-CFD7-4F25-8414-E23D73D6EDF1}" srcOrd="0" destOrd="1" presId="urn:microsoft.com/office/officeart/2018/5/layout/CenteredIconLabelDescriptionList"/>
    <dgm:cxn modelId="{DE6B2F77-4343-4724-8B29-FB9FFE66E1D7}" type="presOf" srcId="{F3C762E9-D137-4BF7-8B7C-0736BE359FF0}" destId="{F672509C-AC64-419B-9ED2-2929771246FA}" srcOrd="0" destOrd="0" presId="urn:microsoft.com/office/officeart/2018/5/layout/CenteredIconLabelDescriptionList"/>
    <dgm:cxn modelId="{F2AD6879-3D7D-4D1B-9E64-B3B0E8B5521E}" srcId="{F3C762E9-D137-4BF7-8B7C-0736BE359FF0}" destId="{53855EB9-F84F-4695-9AE1-46ACA32ECEA0}" srcOrd="0" destOrd="0" parTransId="{3F59E810-7D08-4177-A154-20AE13BCE268}" sibTransId="{28E7BA23-B437-4945-A6FC-16D9937B17A7}"/>
    <dgm:cxn modelId="{B867DB89-3F0C-4820-904F-95A8A8CB159B}" srcId="{6FFF47B4-DC82-457D-8383-068F8BEA63C7}" destId="{0AE61A16-8B09-45DD-A2CD-9CC73752F4CE}" srcOrd="1" destOrd="0" parTransId="{5EE6B601-3773-4AA7-9ED3-C7A132B619D5}" sibTransId="{4B2F1D12-F2CF-4E04-9E9D-E4B533711649}"/>
    <dgm:cxn modelId="{59FD369D-1800-4B8B-A0A5-1509E416A4B9}" type="presOf" srcId="{B80FDF46-4741-46BA-98D8-B0F40E647406}" destId="{C9F1B732-CFD7-4F25-8414-E23D73D6EDF1}" srcOrd="0" destOrd="0" presId="urn:microsoft.com/office/officeart/2018/5/layout/CenteredIconLabelDescriptionList"/>
    <dgm:cxn modelId="{BF366DB2-2DF9-4E0D-9C9A-01E2EAE61A12}" type="presOf" srcId="{02872AB3-A6EE-45F4-913C-3E3530A02916}" destId="{CFFAC252-7316-4820-8F7D-D46A9D946754}" srcOrd="0" destOrd="0" presId="urn:microsoft.com/office/officeart/2018/5/layout/CenteredIconLabelDescriptionList"/>
    <dgm:cxn modelId="{E349DEB9-279D-454A-909F-A6194B1B6FFC}" type="presOf" srcId="{0AE61A16-8B09-45DD-A2CD-9CC73752F4CE}" destId="{CFFAC252-7316-4820-8F7D-D46A9D946754}" srcOrd="0" destOrd="1" presId="urn:microsoft.com/office/officeart/2018/5/layout/CenteredIconLabelDescriptionList"/>
    <dgm:cxn modelId="{617C7ECA-86B2-47E3-9B2E-E4544770C1EB}" srcId="{B2E4A7A7-293D-448A-9160-DC071B0FC764}" destId="{6FFF47B4-DC82-457D-8383-068F8BEA63C7}" srcOrd="1" destOrd="0" parTransId="{DED53A3B-EFAC-40DB-9591-1C9B98FFAEC2}" sibTransId="{1BF40B9D-228B-41ED-B289-C877825DAA31}"/>
    <dgm:cxn modelId="{CECC9BCC-A144-4588-B15F-76652F67EECE}" type="presOf" srcId="{6FFF47B4-DC82-457D-8383-068F8BEA63C7}" destId="{9B32843A-FC42-492E-B8D4-C7BFDBC2ED4C}" srcOrd="0" destOrd="0" presId="urn:microsoft.com/office/officeart/2018/5/layout/CenteredIconLabelDescriptionList"/>
    <dgm:cxn modelId="{CEA20BDD-69DC-4B72-B980-6258C5C7A984}" srcId="{6FFF47B4-DC82-457D-8383-068F8BEA63C7}" destId="{02872AB3-A6EE-45F4-913C-3E3530A02916}" srcOrd="0" destOrd="0" parTransId="{2950900D-07D9-4F09-81E2-6E7D94022C16}" sibTransId="{C4EF763D-1E89-445A-AA86-7CB1EDF2B9CA}"/>
    <dgm:cxn modelId="{24BE1AE3-5F4D-46CA-942B-38130913B098}" srcId="{B2E4A7A7-293D-448A-9160-DC071B0FC764}" destId="{F3C762E9-D137-4BF7-8B7C-0736BE359FF0}" srcOrd="0" destOrd="0" parTransId="{9521BDAA-75A4-4E62-83E6-74995F0C0C11}" sibTransId="{8D36C50A-C725-4894-A971-D2297A517F4C}"/>
    <dgm:cxn modelId="{433414F8-F62C-41A0-9985-CA091FCB10FC}" type="presOf" srcId="{53855EB9-F84F-4695-9AE1-46ACA32ECEA0}" destId="{C84587DA-381F-4427-9422-C06918FBD511}" srcOrd="0" destOrd="0" presId="urn:microsoft.com/office/officeart/2018/5/layout/CenteredIconLabelDescriptionList"/>
    <dgm:cxn modelId="{9770D8BD-CD4B-48C3-9735-E60AFED39E52}" type="presParOf" srcId="{96960327-FE93-4F3B-ADFF-2F83D7DD5E46}" destId="{60A34E63-3988-46EA-961B-401425CB92AC}" srcOrd="0" destOrd="0" presId="urn:microsoft.com/office/officeart/2018/5/layout/CenteredIconLabelDescriptionList"/>
    <dgm:cxn modelId="{F21A7E4F-5963-48C9-8331-62FF3FE8C04F}" type="presParOf" srcId="{60A34E63-3988-46EA-961B-401425CB92AC}" destId="{BC2565A6-B289-413D-8880-74A76B4A0948}" srcOrd="0" destOrd="0" presId="urn:microsoft.com/office/officeart/2018/5/layout/CenteredIconLabelDescriptionList"/>
    <dgm:cxn modelId="{086D6361-45F2-4030-88C0-6FEF18880CDC}" type="presParOf" srcId="{60A34E63-3988-46EA-961B-401425CB92AC}" destId="{9FAF4C32-71D4-45D3-A3A6-669F5101A422}" srcOrd="1" destOrd="0" presId="urn:microsoft.com/office/officeart/2018/5/layout/CenteredIconLabelDescriptionList"/>
    <dgm:cxn modelId="{4F247068-EB75-477C-AB36-1BED8C532319}" type="presParOf" srcId="{60A34E63-3988-46EA-961B-401425CB92AC}" destId="{F672509C-AC64-419B-9ED2-2929771246FA}" srcOrd="2" destOrd="0" presId="urn:microsoft.com/office/officeart/2018/5/layout/CenteredIconLabelDescriptionList"/>
    <dgm:cxn modelId="{C603ABE2-240A-4967-8347-7B5388CCF4AB}" type="presParOf" srcId="{60A34E63-3988-46EA-961B-401425CB92AC}" destId="{07E3B422-A721-4694-9934-BB8B4ADF3097}" srcOrd="3" destOrd="0" presId="urn:microsoft.com/office/officeart/2018/5/layout/CenteredIconLabelDescriptionList"/>
    <dgm:cxn modelId="{95685D8B-E8F9-4440-B9A4-BE4B724E2EE3}" type="presParOf" srcId="{60A34E63-3988-46EA-961B-401425CB92AC}" destId="{C84587DA-381F-4427-9422-C06918FBD511}" srcOrd="4" destOrd="0" presId="urn:microsoft.com/office/officeart/2018/5/layout/CenteredIconLabelDescriptionList"/>
    <dgm:cxn modelId="{7E29EEF5-EF41-4B5A-9E2C-C7086CBEA9D9}" type="presParOf" srcId="{96960327-FE93-4F3B-ADFF-2F83D7DD5E46}" destId="{37834727-D497-438D-BF38-412CE2968A65}" srcOrd="1" destOrd="0" presId="urn:microsoft.com/office/officeart/2018/5/layout/CenteredIconLabelDescriptionList"/>
    <dgm:cxn modelId="{589A1583-9C96-4B13-B7DE-2675CB23C4EE}" type="presParOf" srcId="{96960327-FE93-4F3B-ADFF-2F83D7DD5E46}" destId="{14221EF9-4273-4618-8F25-397D5DF780CD}" srcOrd="2" destOrd="0" presId="urn:microsoft.com/office/officeart/2018/5/layout/CenteredIconLabelDescriptionList"/>
    <dgm:cxn modelId="{2CD3B8BA-AD8E-4611-892F-C6ED29D44E8B}" type="presParOf" srcId="{14221EF9-4273-4618-8F25-397D5DF780CD}" destId="{7D763428-3900-45CD-8164-826F68ACE58B}" srcOrd="0" destOrd="0" presId="urn:microsoft.com/office/officeart/2018/5/layout/CenteredIconLabelDescriptionList"/>
    <dgm:cxn modelId="{051B99D2-1995-4B0F-AE22-BE332C7F5937}" type="presParOf" srcId="{14221EF9-4273-4618-8F25-397D5DF780CD}" destId="{C27BB30F-597D-49C6-9E0B-FBE6DDD5B726}" srcOrd="1" destOrd="0" presId="urn:microsoft.com/office/officeart/2018/5/layout/CenteredIconLabelDescriptionList"/>
    <dgm:cxn modelId="{62346265-09DD-482C-8761-FF4761D1B601}" type="presParOf" srcId="{14221EF9-4273-4618-8F25-397D5DF780CD}" destId="{9B32843A-FC42-492E-B8D4-C7BFDBC2ED4C}" srcOrd="2" destOrd="0" presId="urn:microsoft.com/office/officeart/2018/5/layout/CenteredIconLabelDescriptionList"/>
    <dgm:cxn modelId="{FE05F5AC-EC80-4AF2-A773-6C38C6B5B5F4}" type="presParOf" srcId="{14221EF9-4273-4618-8F25-397D5DF780CD}" destId="{40424FA3-048D-4915-883A-7047660416EE}" srcOrd="3" destOrd="0" presId="urn:microsoft.com/office/officeart/2018/5/layout/CenteredIconLabelDescriptionList"/>
    <dgm:cxn modelId="{3FFD456D-B4A7-47A4-9DB6-2C9F4F034F4F}" type="presParOf" srcId="{14221EF9-4273-4618-8F25-397D5DF780CD}" destId="{CFFAC252-7316-4820-8F7D-D46A9D946754}" srcOrd="4" destOrd="0" presId="urn:microsoft.com/office/officeart/2018/5/layout/CenteredIconLabelDescriptionList"/>
    <dgm:cxn modelId="{9F97438E-B090-47E5-B137-3331D1860C29}" type="presParOf" srcId="{96960327-FE93-4F3B-ADFF-2F83D7DD5E46}" destId="{15DD741B-29E2-4C6E-8E87-AF5653B390B7}" srcOrd="3" destOrd="0" presId="urn:microsoft.com/office/officeart/2018/5/layout/CenteredIconLabelDescriptionList"/>
    <dgm:cxn modelId="{6F1CB5CC-ED2A-4E0F-846E-400329468ACC}" type="presParOf" srcId="{96960327-FE93-4F3B-ADFF-2F83D7DD5E46}" destId="{19772CF0-C38B-4247-8CC3-DC8F1943B1E0}" srcOrd="4" destOrd="0" presId="urn:microsoft.com/office/officeart/2018/5/layout/CenteredIconLabelDescriptionList"/>
    <dgm:cxn modelId="{F07A2084-C416-4E85-BE69-69E15960A5BD}" type="presParOf" srcId="{19772CF0-C38B-4247-8CC3-DC8F1943B1E0}" destId="{0BC5E9C0-3FB2-4DA4-B3BA-A62747CE4149}" srcOrd="0" destOrd="0" presId="urn:microsoft.com/office/officeart/2018/5/layout/CenteredIconLabelDescriptionList"/>
    <dgm:cxn modelId="{CE6AF8F1-0452-4121-A05B-F306C5FE4D00}" type="presParOf" srcId="{19772CF0-C38B-4247-8CC3-DC8F1943B1E0}" destId="{BEC3210E-C92B-4F5D-8D1C-326551861ACD}" srcOrd="1" destOrd="0" presId="urn:microsoft.com/office/officeart/2018/5/layout/CenteredIconLabelDescriptionList"/>
    <dgm:cxn modelId="{D887D2E0-2E01-4629-8088-F6A4FCE0DD76}" type="presParOf" srcId="{19772CF0-C38B-4247-8CC3-DC8F1943B1E0}" destId="{3A357537-34CF-425B-9FC4-57C8BD9D6D3C}" srcOrd="2" destOrd="0" presId="urn:microsoft.com/office/officeart/2018/5/layout/CenteredIconLabelDescriptionList"/>
    <dgm:cxn modelId="{166E2046-E5F4-4244-A258-8BBEDFC50929}" type="presParOf" srcId="{19772CF0-C38B-4247-8CC3-DC8F1943B1E0}" destId="{CC07DF31-AD5B-4598-BCF1-ADF3ED9864B9}" srcOrd="3" destOrd="0" presId="urn:microsoft.com/office/officeart/2018/5/layout/CenteredIconLabelDescriptionList"/>
    <dgm:cxn modelId="{7B905FC6-0F62-4D5B-A7B0-BDEE37CF350C}" type="presParOf" srcId="{19772CF0-C38B-4247-8CC3-DC8F1943B1E0}" destId="{C9F1B732-CFD7-4F25-8414-E23D73D6EDF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1C7F956F-67FB-428F-8591-88110CE9A4B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8A1F80-06CD-4E3B-BE21-5F9128BB56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</a:t>
          </a:r>
          <a:r>
            <a:rPr lang="tr-TR" dirty="0"/>
            <a:t>s</a:t>
          </a:r>
          <a:endParaRPr lang="en-US" dirty="0"/>
        </a:p>
      </dgm:t>
    </dgm:pt>
    <dgm:pt modelId="{288531D6-09F9-46D2-9A69-2C1254E4580C}" type="parTrans" cxnId="{E615A179-FA0E-4AA7-8BA8-25A41DD08FFB}">
      <dgm:prSet/>
      <dgm:spPr/>
      <dgm:t>
        <a:bodyPr/>
        <a:lstStyle/>
        <a:p>
          <a:endParaRPr lang="en-US" sz="2800"/>
        </a:p>
      </dgm:t>
    </dgm:pt>
    <dgm:pt modelId="{4F98C556-DE24-4800-BA18-75C699243F9E}" type="sibTrans" cxnId="{E615A179-FA0E-4AA7-8BA8-25A41DD08FFB}">
      <dgm:prSet/>
      <dgm:spPr/>
      <dgm:t>
        <a:bodyPr/>
        <a:lstStyle/>
        <a:p>
          <a:endParaRPr lang="en-US"/>
        </a:p>
      </dgm:t>
    </dgm:pt>
    <dgm:pt modelId="{2523E1F5-6A3E-44CF-9E38-C1AAC18D9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normal derivation</a:t>
          </a:r>
        </a:p>
      </dgm:t>
    </dgm:pt>
    <dgm:pt modelId="{2400BDE4-3916-4889-B643-47D74430BD58}" type="parTrans" cxnId="{0AE4F05C-FD7F-430D-9B58-785C904FFC57}">
      <dgm:prSet/>
      <dgm:spPr/>
      <dgm:t>
        <a:bodyPr/>
        <a:lstStyle/>
        <a:p>
          <a:endParaRPr lang="en-US" sz="2800"/>
        </a:p>
      </dgm:t>
    </dgm:pt>
    <dgm:pt modelId="{980DDE4B-CF87-40B7-8F66-90505A797C55}" type="sibTrans" cxnId="{0AE4F05C-FD7F-430D-9B58-785C904FFC57}">
      <dgm:prSet/>
      <dgm:spPr/>
      <dgm:t>
        <a:bodyPr/>
        <a:lstStyle/>
        <a:p>
          <a:endParaRPr lang="en-US"/>
        </a:p>
      </dgm:t>
    </dgm:pt>
    <dgm:pt modelId="{82D13C33-05F8-49FC-9955-01B88E109A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indexes: 32-Bit Integer</a:t>
          </a:r>
          <a:endParaRPr lang="en-US" dirty="0"/>
        </a:p>
      </dgm:t>
    </dgm:pt>
    <dgm:pt modelId="{FD1DFCEC-0933-41C6-A635-24ED78D5CFBE}" type="parTrans" cxnId="{639EEC8C-0590-4714-B427-7E51EA09CA50}">
      <dgm:prSet/>
      <dgm:spPr/>
      <dgm:t>
        <a:bodyPr/>
        <a:lstStyle/>
        <a:p>
          <a:endParaRPr lang="tr-TR" sz="2800"/>
        </a:p>
      </dgm:t>
    </dgm:pt>
    <dgm:pt modelId="{618B5C40-E5B7-4A2C-ACCA-F53E834509AE}" type="sibTrans" cxnId="{639EEC8C-0590-4714-B427-7E51EA09CA50}">
      <dgm:prSet/>
      <dgm:spPr/>
      <dgm:t>
        <a:bodyPr/>
        <a:lstStyle/>
        <a:p>
          <a:endParaRPr lang="tr-TR"/>
        </a:p>
      </dgm:t>
    </dgm:pt>
    <dgm:pt modelId="{72B47745-BB53-4C95-B740-EFBA91E817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Distinguish</a:t>
          </a:r>
          <a:endParaRPr lang="en-US" dirty="0"/>
        </a:p>
      </dgm:t>
    </dgm:pt>
    <dgm:pt modelId="{6327C9EC-F76A-42AF-BF47-A0AEE84F390C}" type="parTrans" cxnId="{A2F25631-F44D-4D3E-8C8F-A4999E2BAF49}">
      <dgm:prSet/>
      <dgm:spPr/>
      <dgm:t>
        <a:bodyPr/>
        <a:lstStyle/>
        <a:p>
          <a:endParaRPr lang="tr-TR" sz="2800"/>
        </a:p>
      </dgm:t>
    </dgm:pt>
    <dgm:pt modelId="{3B3CB525-B0E9-479B-9B11-E1FE473C661D}" type="sibTrans" cxnId="{A2F25631-F44D-4D3E-8C8F-A4999E2BAF49}">
      <dgm:prSet/>
      <dgm:spPr/>
      <dgm:t>
        <a:bodyPr/>
        <a:lstStyle/>
        <a:p>
          <a:endParaRPr lang="tr-TR"/>
        </a:p>
      </dgm:t>
    </dgm:pt>
    <dgm:pt modelId="{6E8EBFA9-D5DD-4F87-833C-97F3B34B2B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hardened derivation </a:t>
          </a:r>
        </a:p>
      </dgm:t>
    </dgm:pt>
    <dgm:pt modelId="{4D93CC6C-A14C-494A-91C7-9C08F070BC88}" type="parTrans" cxnId="{0E029154-3C69-4675-B0F5-14831B5EFFFD}">
      <dgm:prSet/>
      <dgm:spPr/>
      <dgm:t>
        <a:bodyPr/>
        <a:lstStyle/>
        <a:p>
          <a:endParaRPr lang="tr-TR" sz="2800"/>
        </a:p>
      </dgm:t>
    </dgm:pt>
    <dgm:pt modelId="{6CC9B17C-E609-4673-A8F1-9C3711C6A406}" type="sibTrans" cxnId="{0E029154-3C69-4675-B0F5-14831B5EFFFD}">
      <dgm:prSet/>
      <dgm:spPr/>
      <dgm:t>
        <a:bodyPr/>
        <a:lstStyle/>
        <a:p>
          <a:endParaRPr lang="tr-TR"/>
        </a:p>
      </dgm:t>
    </dgm:pt>
    <dgm:pt modelId="{689299BF-650D-446C-8B4A-6B0DE0C8C9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kern="1200" dirty="0"/>
            <a:t>two range</a:t>
          </a:r>
          <a:r>
            <a:rPr lang="tr-TR" sz="1700" kern="1200" dirty="0"/>
            <a:t> indexes</a:t>
          </a:r>
        </a:p>
        <a:p>
          <a:pPr>
            <a:lnSpc>
              <a:spcPct val="100000"/>
            </a:lnSpc>
          </a:pPr>
          <a:r>
            <a:rPr lang="tr-TR" sz="1700" kern="1200" dirty="0"/>
            <a:t>normal derivation</a:t>
          </a:r>
        </a:p>
        <a:p>
          <a:pPr>
            <a:lnSpc>
              <a:spcPct val="100000"/>
            </a:lnSpc>
          </a:pPr>
          <a:r>
            <a:rPr lang="tr-T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hardened derivation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7C6D5E50-F995-4A41-B881-4A439BAF9747}" type="parTrans" cxnId="{F29C87B9-91D9-4EF0-97E4-F97253D7F5CA}">
      <dgm:prSet/>
      <dgm:spPr/>
      <dgm:t>
        <a:bodyPr/>
        <a:lstStyle/>
        <a:p>
          <a:endParaRPr lang="tr-TR" sz="2800"/>
        </a:p>
      </dgm:t>
    </dgm:pt>
    <dgm:pt modelId="{D52E94B0-787D-4DF3-99C0-1089D3E10D16}" type="sibTrans" cxnId="{F29C87B9-91D9-4EF0-97E4-F97253D7F5CA}">
      <dgm:prSet/>
      <dgm:spPr/>
      <dgm:t>
        <a:bodyPr/>
        <a:lstStyle/>
        <a:p>
          <a:endParaRPr lang="tr-TR"/>
        </a:p>
      </dgm:t>
    </dgm:pt>
    <dgm:pt modelId="{6C4C8C3C-2BED-4DB1-B82D-C6545B3165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Split</a:t>
          </a:r>
          <a:endParaRPr lang="en-US"/>
        </a:p>
      </dgm:t>
    </dgm:pt>
    <dgm:pt modelId="{6477E52F-D6A2-412F-8BA2-73A59086ACFF}" type="parTrans" cxnId="{9D2EC7AD-D527-490A-AEEF-A40C9A4D8931}">
      <dgm:prSet/>
      <dgm:spPr/>
      <dgm:t>
        <a:bodyPr/>
        <a:lstStyle/>
        <a:p>
          <a:endParaRPr lang="tr-TR" sz="2800"/>
        </a:p>
      </dgm:t>
    </dgm:pt>
    <dgm:pt modelId="{870DC50C-81C4-4BB7-93A8-2C75C08D97D9}" type="sibTrans" cxnId="{9D2EC7AD-D527-490A-AEEF-A40C9A4D8931}">
      <dgm:prSet/>
      <dgm:spPr/>
      <dgm:t>
        <a:bodyPr/>
        <a:lstStyle/>
        <a:p>
          <a:endParaRPr lang="tr-TR"/>
        </a:p>
      </dgm:t>
    </dgm:pt>
    <dgm:pt modelId="{38C8F3B0-9039-4417-873C-D1454FD802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 32-bit integer</a:t>
          </a:r>
        </a:p>
      </dgm:t>
    </dgm:pt>
    <dgm:pt modelId="{65D3E06F-1F2B-4A24-A64B-A74306AE511D}" type="parTrans" cxnId="{A1A11C6D-0153-4D47-B83C-DF7204F53A87}">
      <dgm:prSet/>
      <dgm:spPr/>
      <dgm:t>
        <a:bodyPr/>
        <a:lstStyle/>
        <a:p>
          <a:endParaRPr lang="en-US" sz="2800"/>
        </a:p>
      </dgm:t>
    </dgm:pt>
    <dgm:pt modelId="{F0F0F8FE-F5D3-468D-8A39-CA4E8EC9F08C}" type="sibTrans" cxnId="{A1A11C6D-0153-4D47-B83C-DF7204F53A87}">
      <dgm:prSet/>
      <dgm:spPr/>
      <dgm:t>
        <a:bodyPr/>
        <a:lstStyle/>
        <a:p>
          <a:endParaRPr lang="en-US"/>
        </a:p>
      </dgm:t>
    </dgm:pt>
    <dgm:pt modelId="{D0BAE38B-CC2A-43FC-9639-3B74DDA7E4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the derivation function</a:t>
          </a:r>
        </a:p>
      </dgm:t>
    </dgm:pt>
    <dgm:pt modelId="{BDD05265-E0F4-4CF0-8E03-274F5CB50C62}" type="parTrans" cxnId="{024CC5E1-D9CA-412A-A34A-F95B2B7E0AF7}">
      <dgm:prSet/>
      <dgm:spPr/>
      <dgm:t>
        <a:bodyPr/>
        <a:lstStyle/>
        <a:p>
          <a:endParaRPr lang="tr-TR"/>
        </a:p>
      </dgm:t>
    </dgm:pt>
    <dgm:pt modelId="{8F8F0070-DE45-4B4C-BD04-63A70989C258}" type="sibTrans" cxnId="{024CC5E1-D9CA-412A-A34A-F95B2B7E0AF7}">
      <dgm:prSet/>
      <dgm:spPr/>
      <dgm:t>
        <a:bodyPr/>
        <a:lstStyle/>
        <a:p>
          <a:endParaRPr lang="tr-TR"/>
        </a:p>
      </dgm:t>
    </dgm:pt>
    <dgm:pt modelId="{C9BFA8CA-50DB-473F-A1D6-9A602F759831}" type="pres">
      <dgm:prSet presAssocID="{1C7F956F-67FB-428F-8591-88110CE9A4B7}" presName="root" presStyleCnt="0">
        <dgm:presLayoutVars>
          <dgm:dir/>
          <dgm:resizeHandles val="exact"/>
        </dgm:presLayoutVars>
      </dgm:prSet>
      <dgm:spPr/>
    </dgm:pt>
    <dgm:pt modelId="{70A3DD45-9637-4193-AA54-F2EE0FCDA325}" type="pres">
      <dgm:prSet presAssocID="{82D13C33-05F8-49FC-9955-01B88E109A29}" presName="compNode" presStyleCnt="0"/>
      <dgm:spPr/>
    </dgm:pt>
    <dgm:pt modelId="{12FA748A-1875-4E48-9D79-CD692A2F993E}" type="pres">
      <dgm:prSet presAssocID="{82D13C33-05F8-49FC-9955-01B88E109A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B97E460-9C04-4A4D-A58E-BC9CC10EF5D7}" type="pres">
      <dgm:prSet presAssocID="{82D13C33-05F8-49FC-9955-01B88E109A29}" presName="iconSpace" presStyleCnt="0"/>
      <dgm:spPr/>
    </dgm:pt>
    <dgm:pt modelId="{9D3364BE-5F98-433F-B3F9-2173835FF7E7}" type="pres">
      <dgm:prSet presAssocID="{82D13C33-05F8-49FC-9955-01B88E109A29}" presName="parTx" presStyleLbl="revTx" presStyleIdx="0" presStyleCnt="6">
        <dgm:presLayoutVars>
          <dgm:chMax val="0"/>
          <dgm:chPref val="0"/>
        </dgm:presLayoutVars>
      </dgm:prSet>
      <dgm:spPr/>
    </dgm:pt>
    <dgm:pt modelId="{4CEFC36B-2860-45CF-AB31-86DD0E6F14C6}" type="pres">
      <dgm:prSet presAssocID="{82D13C33-05F8-49FC-9955-01B88E109A29}" presName="txSpace" presStyleCnt="0"/>
      <dgm:spPr/>
    </dgm:pt>
    <dgm:pt modelId="{C89643FE-58A7-4F6C-A19E-A89180EA391C}" type="pres">
      <dgm:prSet presAssocID="{82D13C33-05F8-49FC-9955-01B88E109A29}" presName="desTx" presStyleLbl="revTx" presStyleIdx="1" presStyleCnt="6">
        <dgm:presLayoutVars/>
      </dgm:prSet>
      <dgm:spPr/>
    </dgm:pt>
    <dgm:pt modelId="{6B02C0AC-1711-4FD7-8670-D023ECFE1D97}" type="pres">
      <dgm:prSet presAssocID="{618B5C40-E5B7-4A2C-ACCA-F53E834509AE}" presName="sibTrans" presStyleCnt="0"/>
      <dgm:spPr/>
    </dgm:pt>
    <dgm:pt modelId="{9C9CDFAA-15D0-479B-B7A7-86CEF60E6A63}" type="pres">
      <dgm:prSet presAssocID="{72B47745-BB53-4C95-B740-EFBA91E817B8}" presName="compNode" presStyleCnt="0"/>
      <dgm:spPr/>
    </dgm:pt>
    <dgm:pt modelId="{E76AD8D9-135E-4702-9D87-B5447042A3CD}" type="pres">
      <dgm:prSet presAssocID="{72B47745-BB53-4C95-B740-EFBA91E817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4CD893F-9C64-4B74-858B-E7C957CB9E4B}" type="pres">
      <dgm:prSet presAssocID="{72B47745-BB53-4C95-B740-EFBA91E817B8}" presName="iconSpace" presStyleCnt="0"/>
      <dgm:spPr/>
    </dgm:pt>
    <dgm:pt modelId="{7B356281-3047-4CFC-A566-11E637694462}" type="pres">
      <dgm:prSet presAssocID="{72B47745-BB53-4C95-B740-EFBA91E817B8}" presName="parTx" presStyleLbl="revTx" presStyleIdx="2" presStyleCnt="6">
        <dgm:presLayoutVars>
          <dgm:chMax val="0"/>
          <dgm:chPref val="0"/>
        </dgm:presLayoutVars>
      </dgm:prSet>
      <dgm:spPr/>
    </dgm:pt>
    <dgm:pt modelId="{007DEC89-0AC1-4BEE-B989-3B75A24B7CC3}" type="pres">
      <dgm:prSet presAssocID="{72B47745-BB53-4C95-B740-EFBA91E817B8}" presName="txSpace" presStyleCnt="0"/>
      <dgm:spPr/>
    </dgm:pt>
    <dgm:pt modelId="{76782A87-B1F1-470F-B8A5-6EFCA80A2764}" type="pres">
      <dgm:prSet presAssocID="{72B47745-BB53-4C95-B740-EFBA91E817B8}" presName="desTx" presStyleLbl="revTx" presStyleIdx="3" presStyleCnt="6">
        <dgm:presLayoutVars/>
      </dgm:prSet>
      <dgm:spPr/>
    </dgm:pt>
    <dgm:pt modelId="{B471639F-E806-40E7-BAA7-0FCC917A57CB}" type="pres">
      <dgm:prSet presAssocID="{3B3CB525-B0E9-479B-9B11-E1FE473C661D}" presName="sibTrans" presStyleCnt="0"/>
      <dgm:spPr/>
    </dgm:pt>
    <dgm:pt modelId="{DC998717-E556-4D42-9ECF-8C5927B9EDB8}" type="pres">
      <dgm:prSet presAssocID="{6C4C8C3C-2BED-4DB1-B82D-C6545B31655E}" presName="compNode" presStyleCnt="0"/>
      <dgm:spPr/>
    </dgm:pt>
    <dgm:pt modelId="{A2F1081F-80F0-42EB-949D-EC2D01D4520A}" type="pres">
      <dgm:prSet presAssocID="{6C4C8C3C-2BED-4DB1-B82D-C6545B3165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047A0CE5-A252-4B2F-9482-F72500BE1F39}" type="pres">
      <dgm:prSet presAssocID="{6C4C8C3C-2BED-4DB1-B82D-C6545B31655E}" presName="iconSpace" presStyleCnt="0"/>
      <dgm:spPr/>
    </dgm:pt>
    <dgm:pt modelId="{29234EB1-60E4-4673-80C1-EE4612748F84}" type="pres">
      <dgm:prSet presAssocID="{6C4C8C3C-2BED-4DB1-B82D-C6545B31655E}" presName="parTx" presStyleLbl="revTx" presStyleIdx="4" presStyleCnt="6">
        <dgm:presLayoutVars>
          <dgm:chMax val="0"/>
          <dgm:chPref val="0"/>
        </dgm:presLayoutVars>
      </dgm:prSet>
      <dgm:spPr/>
    </dgm:pt>
    <dgm:pt modelId="{09830695-0178-476E-9D9F-0E9F47A41B74}" type="pres">
      <dgm:prSet presAssocID="{6C4C8C3C-2BED-4DB1-B82D-C6545B31655E}" presName="txSpace" presStyleCnt="0"/>
      <dgm:spPr/>
    </dgm:pt>
    <dgm:pt modelId="{41A099FC-673C-4BE2-A277-AB1322385986}" type="pres">
      <dgm:prSet presAssocID="{6C4C8C3C-2BED-4DB1-B82D-C6545B31655E}" presName="desTx" presStyleLbl="revTx" presStyleIdx="5" presStyleCnt="6">
        <dgm:presLayoutVars/>
      </dgm:prSet>
      <dgm:spPr/>
    </dgm:pt>
  </dgm:ptLst>
  <dgm:cxnLst>
    <dgm:cxn modelId="{DCCE1704-9D5E-4527-8A81-A6CE940A8701}" type="presOf" srcId="{D0BAE38B-CC2A-43FC-9639-3B74DDA7E4E3}" destId="{C89643FE-58A7-4F6C-A19E-A89180EA391C}" srcOrd="0" destOrd="1" presId="urn:microsoft.com/office/officeart/2018/5/layout/CenteredIconLabelDescriptionList"/>
    <dgm:cxn modelId="{3144192E-E3ED-4C29-AACD-4CCC93A909BB}" type="presOf" srcId="{82D13C33-05F8-49FC-9955-01B88E109A29}" destId="{9D3364BE-5F98-433F-B3F9-2173835FF7E7}" srcOrd="0" destOrd="0" presId="urn:microsoft.com/office/officeart/2018/5/layout/CenteredIconLabelDescriptionList"/>
    <dgm:cxn modelId="{A2F25631-F44D-4D3E-8C8F-A4999E2BAF49}" srcId="{1C7F956F-67FB-428F-8591-88110CE9A4B7}" destId="{72B47745-BB53-4C95-B740-EFBA91E817B8}" srcOrd="1" destOrd="0" parTransId="{6327C9EC-F76A-42AF-BF47-A0AEE84F390C}" sibTransId="{3B3CB525-B0E9-479B-9B11-E1FE473C661D}"/>
    <dgm:cxn modelId="{0AE4F05C-FD7F-430D-9B58-785C904FFC57}" srcId="{72B47745-BB53-4C95-B740-EFBA91E817B8}" destId="{2523E1F5-6A3E-44CF-9E38-C1AAC18D9E1D}" srcOrd="0" destOrd="0" parTransId="{2400BDE4-3916-4889-B643-47D74430BD58}" sibTransId="{980DDE4B-CF87-40B7-8F66-90505A797C55}"/>
    <dgm:cxn modelId="{27D80744-C194-4E4C-B1E6-40D74760C631}" type="presOf" srcId="{328A1F80-06CD-4E3B-BE21-5F9128BB564F}" destId="{C89643FE-58A7-4F6C-A19E-A89180EA391C}" srcOrd="0" destOrd="0" presId="urn:microsoft.com/office/officeart/2018/5/layout/CenteredIconLabelDescriptionList"/>
    <dgm:cxn modelId="{0A7EEA68-2060-495E-A4BE-0009862C6D8F}" type="presOf" srcId="{72B47745-BB53-4C95-B740-EFBA91E817B8}" destId="{7B356281-3047-4CFC-A566-11E637694462}" srcOrd="0" destOrd="0" presId="urn:microsoft.com/office/officeart/2018/5/layout/CenteredIconLabelDescriptionList"/>
    <dgm:cxn modelId="{A1A11C6D-0153-4D47-B83C-DF7204F53A87}" srcId="{82D13C33-05F8-49FC-9955-01B88E109A29}" destId="{38C8F3B0-9039-4417-873C-D1454FD802CB}" srcOrd="2" destOrd="0" parTransId="{65D3E06F-1F2B-4A24-A64B-A74306AE511D}" sibTransId="{F0F0F8FE-F5D3-468D-8A39-CA4E8EC9F08C}"/>
    <dgm:cxn modelId="{0E029154-3C69-4675-B0F5-14831B5EFFFD}" srcId="{72B47745-BB53-4C95-B740-EFBA91E817B8}" destId="{6E8EBFA9-D5DD-4F87-833C-97F3B34B2B6A}" srcOrd="1" destOrd="0" parTransId="{4D93CC6C-A14C-494A-91C7-9C08F070BC88}" sibTransId="{6CC9B17C-E609-4673-A8F1-9C3711C6A406}"/>
    <dgm:cxn modelId="{E615A179-FA0E-4AA7-8BA8-25A41DD08FFB}" srcId="{82D13C33-05F8-49FC-9955-01B88E109A29}" destId="{328A1F80-06CD-4E3B-BE21-5F9128BB564F}" srcOrd="0" destOrd="0" parTransId="{288531D6-09F9-46D2-9A69-2C1254E4580C}" sibTransId="{4F98C556-DE24-4800-BA18-75C699243F9E}"/>
    <dgm:cxn modelId="{01BAFF7D-27A4-4F61-AF14-1F7422DE71DD}" type="presOf" srcId="{689299BF-650D-446C-8B4A-6B0DE0C8C9FB}" destId="{41A099FC-673C-4BE2-A277-AB1322385986}" srcOrd="0" destOrd="0" presId="urn:microsoft.com/office/officeart/2018/5/layout/CenteredIconLabelDescriptionList"/>
    <dgm:cxn modelId="{C1D7C989-B60F-4250-A4E0-2BF359281E54}" type="presOf" srcId="{2523E1F5-6A3E-44CF-9E38-C1AAC18D9E1D}" destId="{76782A87-B1F1-470F-B8A5-6EFCA80A2764}" srcOrd="0" destOrd="0" presId="urn:microsoft.com/office/officeart/2018/5/layout/CenteredIconLabelDescriptionList"/>
    <dgm:cxn modelId="{639EEC8C-0590-4714-B427-7E51EA09CA50}" srcId="{1C7F956F-67FB-428F-8591-88110CE9A4B7}" destId="{82D13C33-05F8-49FC-9955-01B88E109A29}" srcOrd="0" destOrd="0" parTransId="{FD1DFCEC-0933-41C6-A635-24ED78D5CFBE}" sibTransId="{618B5C40-E5B7-4A2C-ACCA-F53E834509AE}"/>
    <dgm:cxn modelId="{E221A1A4-0BA6-438C-8A6D-BB91D4AD89E2}" type="presOf" srcId="{38C8F3B0-9039-4417-873C-D1454FD802CB}" destId="{C89643FE-58A7-4F6C-A19E-A89180EA391C}" srcOrd="0" destOrd="2" presId="urn:microsoft.com/office/officeart/2018/5/layout/CenteredIconLabelDescriptionList"/>
    <dgm:cxn modelId="{9D2EC7AD-D527-490A-AEEF-A40C9A4D8931}" srcId="{1C7F956F-67FB-428F-8591-88110CE9A4B7}" destId="{6C4C8C3C-2BED-4DB1-B82D-C6545B31655E}" srcOrd="2" destOrd="0" parTransId="{6477E52F-D6A2-412F-8BA2-73A59086ACFF}" sibTransId="{870DC50C-81C4-4BB7-93A8-2C75C08D97D9}"/>
    <dgm:cxn modelId="{28C6D8AE-A2CF-4EA2-866E-90B0B0106130}" type="presOf" srcId="{6C4C8C3C-2BED-4DB1-B82D-C6545B31655E}" destId="{29234EB1-60E4-4673-80C1-EE4612748F84}" srcOrd="0" destOrd="0" presId="urn:microsoft.com/office/officeart/2018/5/layout/CenteredIconLabelDescriptionList"/>
    <dgm:cxn modelId="{F29C87B9-91D9-4EF0-97E4-F97253D7F5CA}" srcId="{6C4C8C3C-2BED-4DB1-B82D-C6545B31655E}" destId="{689299BF-650D-446C-8B4A-6B0DE0C8C9FB}" srcOrd="0" destOrd="0" parTransId="{7C6D5E50-F995-4A41-B881-4A439BAF9747}" sibTransId="{D52E94B0-787D-4DF3-99C0-1089D3E10D16}"/>
    <dgm:cxn modelId="{89F83BDA-E2B6-4CF4-B5EB-C2B15CDD5ED4}" type="presOf" srcId="{1C7F956F-67FB-428F-8591-88110CE9A4B7}" destId="{C9BFA8CA-50DB-473F-A1D6-9A602F759831}" srcOrd="0" destOrd="0" presId="urn:microsoft.com/office/officeart/2018/5/layout/CenteredIconLabelDescriptionList"/>
    <dgm:cxn modelId="{024CC5E1-D9CA-412A-A34A-F95B2B7E0AF7}" srcId="{82D13C33-05F8-49FC-9955-01B88E109A29}" destId="{D0BAE38B-CC2A-43FC-9639-3B74DDA7E4E3}" srcOrd="1" destOrd="0" parTransId="{BDD05265-E0F4-4CF0-8E03-274F5CB50C62}" sibTransId="{8F8F0070-DE45-4B4C-BD04-63A70989C258}"/>
    <dgm:cxn modelId="{A46448F1-6642-441A-9776-5A5A540307AF}" type="presOf" srcId="{6E8EBFA9-D5DD-4F87-833C-97F3B34B2B6A}" destId="{76782A87-B1F1-470F-B8A5-6EFCA80A2764}" srcOrd="0" destOrd="1" presId="urn:microsoft.com/office/officeart/2018/5/layout/CenteredIconLabelDescriptionList"/>
    <dgm:cxn modelId="{939EC9BA-9AD8-4FCA-A2D0-97D4B016B070}" type="presParOf" srcId="{C9BFA8CA-50DB-473F-A1D6-9A602F759831}" destId="{70A3DD45-9637-4193-AA54-F2EE0FCDA325}" srcOrd="0" destOrd="0" presId="urn:microsoft.com/office/officeart/2018/5/layout/CenteredIconLabelDescriptionList"/>
    <dgm:cxn modelId="{C05AE4ED-99E4-42E4-BDFD-55485C25E595}" type="presParOf" srcId="{70A3DD45-9637-4193-AA54-F2EE0FCDA325}" destId="{12FA748A-1875-4E48-9D79-CD692A2F993E}" srcOrd="0" destOrd="0" presId="urn:microsoft.com/office/officeart/2018/5/layout/CenteredIconLabelDescriptionList"/>
    <dgm:cxn modelId="{F9C44AA1-6E21-4939-B901-CFBF041261B4}" type="presParOf" srcId="{70A3DD45-9637-4193-AA54-F2EE0FCDA325}" destId="{3B97E460-9C04-4A4D-A58E-BC9CC10EF5D7}" srcOrd="1" destOrd="0" presId="urn:microsoft.com/office/officeart/2018/5/layout/CenteredIconLabelDescriptionList"/>
    <dgm:cxn modelId="{FEBC3591-A87D-47E6-8495-5B0AF52D8E8E}" type="presParOf" srcId="{70A3DD45-9637-4193-AA54-F2EE0FCDA325}" destId="{9D3364BE-5F98-433F-B3F9-2173835FF7E7}" srcOrd="2" destOrd="0" presId="urn:microsoft.com/office/officeart/2018/5/layout/CenteredIconLabelDescriptionList"/>
    <dgm:cxn modelId="{4C0CB56C-CA26-4985-B577-47EBF32B2E90}" type="presParOf" srcId="{70A3DD45-9637-4193-AA54-F2EE0FCDA325}" destId="{4CEFC36B-2860-45CF-AB31-86DD0E6F14C6}" srcOrd="3" destOrd="0" presId="urn:microsoft.com/office/officeart/2018/5/layout/CenteredIconLabelDescriptionList"/>
    <dgm:cxn modelId="{9CE57A84-41C4-456B-8DB9-E59BB71AA8AE}" type="presParOf" srcId="{70A3DD45-9637-4193-AA54-F2EE0FCDA325}" destId="{C89643FE-58A7-4F6C-A19E-A89180EA391C}" srcOrd="4" destOrd="0" presId="urn:microsoft.com/office/officeart/2018/5/layout/CenteredIconLabelDescriptionList"/>
    <dgm:cxn modelId="{869C7E50-4B16-4A77-A7F2-B333973EC102}" type="presParOf" srcId="{C9BFA8CA-50DB-473F-A1D6-9A602F759831}" destId="{6B02C0AC-1711-4FD7-8670-D023ECFE1D97}" srcOrd="1" destOrd="0" presId="urn:microsoft.com/office/officeart/2018/5/layout/CenteredIconLabelDescriptionList"/>
    <dgm:cxn modelId="{6DB3292E-A6A0-46D9-BCA4-979B56E0E6B2}" type="presParOf" srcId="{C9BFA8CA-50DB-473F-A1D6-9A602F759831}" destId="{9C9CDFAA-15D0-479B-B7A7-86CEF60E6A63}" srcOrd="2" destOrd="0" presId="urn:microsoft.com/office/officeart/2018/5/layout/CenteredIconLabelDescriptionList"/>
    <dgm:cxn modelId="{73896E89-ED59-4DF5-95BE-6CFDD8F55C91}" type="presParOf" srcId="{9C9CDFAA-15D0-479B-B7A7-86CEF60E6A63}" destId="{E76AD8D9-135E-4702-9D87-B5447042A3CD}" srcOrd="0" destOrd="0" presId="urn:microsoft.com/office/officeart/2018/5/layout/CenteredIconLabelDescriptionList"/>
    <dgm:cxn modelId="{4C26B621-B65B-497A-B707-774D00CC7883}" type="presParOf" srcId="{9C9CDFAA-15D0-479B-B7A7-86CEF60E6A63}" destId="{A4CD893F-9C64-4B74-858B-E7C957CB9E4B}" srcOrd="1" destOrd="0" presId="urn:microsoft.com/office/officeart/2018/5/layout/CenteredIconLabelDescriptionList"/>
    <dgm:cxn modelId="{4B7CC6A3-BE35-4140-8141-5D402E88E3E3}" type="presParOf" srcId="{9C9CDFAA-15D0-479B-B7A7-86CEF60E6A63}" destId="{7B356281-3047-4CFC-A566-11E637694462}" srcOrd="2" destOrd="0" presId="urn:microsoft.com/office/officeart/2018/5/layout/CenteredIconLabelDescriptionList"/>
    <dgm:cxn modelId="{AFE89DFA-142C-4987-9D76-BE90DD7B2BE5}" type="presParOf" srcId="{9C9CDFAA-15D0-479B-B7A7-86CEF60E6A63}" destId="{007DEC89-0AC1-4BEE-B989-3B75A24B7CC3}" srcOrd="3" destOrd="0" presId="urn:microsoft.com/office/officeart/2018/5/layout/CenteredIconLabelDescriptionList"/>
    <dgm:cxn modelId="{FE81BC42-F1A2-42F4-8A77-43BE051379FD}" type="presParOf" srcId="{9C9CDFAA-15D0-479B-B7A7-86CEF60E6A63}" destId="{76782A87-B1F1-470F-B8A5-6EFCA80A2764}" srcOrd="4" destOrd="0" presId="urn:microsoft.com/office/officeart/2018/5/layout/CenteredIconLabelDescriptionList"/>
    <dgm:cxn modelId="{BBA93E27-E72E-4ED7-A0DB-D5454512A596}" type="presParOf" srcId="{C9BFA8CA-50DB-473F-A1D6-9A602F759831}" destId="{B471639F-E806-40E7-BAA7-0FCC917A57CB}" srcOrd="3" destOrd="0" presId="urn:microsoft.com/office/officeart/2018/5/layout/CenteredIconLabelDescriptionList"/>
    <dgm:cxn modelId="{6A0393B9-CC7F-4650-8C2E-D1CF45457CDB}" type="presParOf" srcId="{C9BFA8CA-50DB-473F-A1D6-9A602F759831}" destId="{DC998717-E556-4D42-9ECF-8C5927B9EDB8}" srcOrd="4" destOrd="0" presId="urn:microsoft.com/office/officeart/2018/5/layout/CenteredIconLabelDescriptionList"/>
    <dgm:cxn modelId="{DDAEE3C4-76D5-4BE0-913E-4A501A5C7A67}" type="presParOf" srcId="{DC998717-E556-4D42-9ECF-8C5927B9EDB8}" destId="{A2F1081F-80F0-42EB-949D-EC2D01D4520A}" srcOrd="0" destOrd="0" presId="urn:microsoft.com/office/officeart/2018/5/layout/CenteredIconLabelDescriptionList"/>
    <dgm:cxn modelId="{588FB43D-BB7A-4F68-9593-4D099D0CA99F}" type="presParOf" srcId="{DC998717-E556-4D42-9ECF-8C5927B9EDB8}" destId="{047A0CE5-A252-4B2F-9482-F72500BE1F39}" srcOrd="1" destOrd="0" presId="urn:microsoft.com/office/officeart/2018/5/layout/CenteredIconLabelDescriptionList"/>
    <dgm:cxn modelId="{759EEAC3-1096-458B-B6E8-46FE2241CED4}" type="presParOf" srcId="{DC998717-E556-4D42-9ECF-8C5927B9EDB8}" destId="{29234EB1-60E4-4673-80C1-EE4612748F84}" srcOrd="2" destOrd="0" presId="urn:microsoft.com/office/officeart/2018/5/layout/CenteredIconLabelDescriptionList"/>
    <dgm:cxn modelId="{1B33F9FF-D733-458B-9858-227CF7AA7ADB}" type="presParOf" srcId="{DC998717-E556-4D42-9ECF-8C5927B9EDB8}" destId="{09830695-0178-476E-9D9F-0E9F47A41B74}" srcOrd="3" destOrd="0" presId="urn:microsoft.com/office/officeart/2018/5/layout/CenteredIconLabelDescriptionList"/>
    <dgm:cxn modelId="{63398872-4CBC-4FA5-AEE8-30A4085FD0D9}" type="presParOf" srcId="{DC998717-E556-4D42-9ECF-8C5927B9EDB8}" destId="{41A099FC-673C-4BE2-A277-AB132238598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1C7F956F-67FB-428F-8591-88110CE9A4B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00BA26-6ACA-42BB-9F97-584F63068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numbers</a:t>
          </a:r>
        </a:p>
      </dgm:t>
    </dgm:pt>
    <dgm:pt modelId="{0444DBE8-0C0B-455B-8C2B-1E4DE2540BC4}" type="parTrans" cxnId="{DC4EA564-CCD7-4182-B9C2-FD956242BA81}">
      <dgm:prSet/>
      <dgm:spPr/>
      <dgm:t>
        <a:bodyPr/>
        <a:lstStyle/>
        <a:p>
          <a:endParaRPr lang="en-US" sz="2800"/>
        </a:p>
      </dgm:t>
    </dgm:pt>
    <dgm:pt modelId="{9F231603-6676-4490-94A4-2C62B537E9E5}" type="sibTrans" cxnId="{DC4EA564-CCD7-4182-B9C2-FD956242BA81}">
      <dgm:prSet/>
      <dgm:spPr/>
      <dgm:t>
        <a:bodyPr/>
        <a:lstStyle/>
        <a:p>
          <a:endParaRPr lang="en-US"/>
        </a:p>
      </dgm:t>
    </dgm:pt>
    <dgm:pt modelId="{4F89A89B-2BE0-476C-952E-F2743A152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numbers</a:t>
          </a:r>
        </a:p>
      </dgm:t>
    </dgm:pt>
    <dgm:pt modelId="{370DB677-EE90-4967-A7D1-5AB35A10EF9E}" type="parTrans" cxnId="{91496583-C03D-4842-939A-A2A2EB45A960}">
      <dgm:prSet/>
      <dgm:spPr/>
      <dgm:t>
        <a:bodyPr/>
        <a:lstStyle/>
        <a:p>
          <a:endParaRPr lang="en-US" sz="2800"/>
        </a:p>
      </dgm:t>
    </dgm:pt>
    <dgm:pt modelId="{1891FA7C-B6AE-48D2-BAC1-6FE5BECF5D46}" type="sibTrans" cxnId="{91496583-C03D-4842-939A-A2A2EB45A960}">
      <dgm:prSet/>
      <dgm:spPr/>
      <dgm:t>
        <a:bodyPr/>
        <a:lstStyle/>
        <a:p>
          <a:endParaRPr lang="en-US"/>
        </a:p>
      </dgm:t>
    </dgm:pt>
    <dgm:pt modelId="{D8136B9D-1165-4E81-B9CD-BE83981A2E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Normal Derivation</a:t>
          </a:r>
          <a:endParaRPr lang="en-US"/>
        </a:p>
      </dgm:t>
    </dgm:pt>
    <dgm:pt modelId="{240DE4BF-C8D2-45F9-A592-A063357AB9AD}" type="parTrans" cxnId="{640E38F3-F51C-4011-9E12-57AA9C3402DB}">
      <dgm:prSet/>
      <dgm:spPr/>
      <dgm:t>
        <a:bodyPr/>
        <a:lstStyle/>
        <a:p>
          <a:endParaRPr lang="tr-TR" sz="2800"/>
        </a:p>
      </dgm:t>
    </dgm:pt>
    <dgm:pt modelId="{AFF10F5D-C223-4BC3-B7A0-F292D59055D8}" type="sibTrans" cxnId="{640E38F3-F51C-4011-9E12-57AA9C3402DB}">
      <dgm:prSet/>
      <dgm:spPr/>
      <dgm:t>
        <a:bodyPr/>
        <a:lstStyle/>
        <a:p>
          <a:endParaRPr lang="tr-TR"/>
        </a:p>
      </dgm:t>
    </dgm:pt>
    <dgm:pt modelId="{9F34D860-01A0-4A11-97F1-E31110F4160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Hardened Derivation</a:t>
          </a:r>
          <a:endParaRPr lang="en-US"/>
        </a:p>
      </dgm:t>
    </dgm:pt>
    <dgm:pt modelId="{774E690C-49F4-481A-A783-4E9C16DED8DE}" type="parTrans" cxnId="{C50F3717-3793-4447-BD5F-88439B668BEA}">
      <dgm:prSet/>
      <dgm:spPr/>
      <dgm:t>
        <a:bodyPr/>
        <a:lstStyle/>
        <a:p>
          <a:endParaRPr lang="tr-TR" sz="2800"/>
        </a:p>
      </dgm:t>
    </dgm:pt>
    <dgm:pt modelId="{972982CC-0A28-446B-A3D6-7913501E49C4}" type="sibTrans" cxnId="{C50F3717-3793-4447-BD5F-88439B668BEA}">
      <dgm:prSet/>
      <dgm:spPr/>
      <dgm:t>
        <a:bodyPr/>
        <a:lstStyle/>
        <a:p>
          <a:endParaRPr lang="tr-TR"/>
        </a:p>
      </dgm:t>
    </dgm:pt>
    <dgm:pt modelId="{967F9777-DB1E-467E-BADA-3E4072161BF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Index &lt;</a:t>
          </a:r>
          <a:r>
            <a:rPr lang="en-US" dirty="0"/>
            <a:t>2</a:t>
          </a:r>
          <a:r>
            <a:rPr lang="en-US" baseline="30000" dirty="0"/>
            <a:t>31</a:t>
          </a:r>
          <a:endParaRPr lang="en-US" dirty="0"/>
        </a:p>
      </dgm:t>
    </dgm:pt>
    <dgm:pt modelId="{F9200CB4-EAD1-4A3A-A3C7-EF472C655E52}" type="parTrans" cxnId="{E4207742-C3CF-4855-96DE-ED9D457070BA}">
      <dgm:prSet/>
      <dgm:spPr/>
      <dgm:t>
        <a:bodyPr/>
        <a:lstStyle/>
        <a:p>
          <a:endParaRPr lang="tr-TR"/>
        </a:p>
      </dgm:t>
    </dgm:pt>
    <dgm:pt modelId="{BBE9FD01-2CD0-48B8-96DA-4E7F1A228CF7}" type="sibTrans" cxnId="{E4207742-C3CF-4855-96DE-ED9D457070BA}">
      <dgm:prSet/>
      <dgm:spPr/>
      <dgm:t>
        <a:bodyPr/>
        <a:lstStyle/>
        <a:p>
          <a:endParaRPr lang="tr-TR"/>
        </a:p>
      </dgm:t>
    </dgm:pt>
    <dgm:pt modelId="{811A4A03-686D-46C2-8182-51CB663262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between</a:t>
          </a:r>
        </a:p>
      </dgm:t>
    </dgm:pt>
    <dgm:pt modelId="{846E3497-BB8D-4536-9693-9F4282B0B5D5}" type="parTrans" cxnId="{F7D78E83-F4D1-4141-9126-4087B70D4E11}">
      <dgm:prSet/>
      <dgm:spPr/>
      <dgm:t>
        <a:bodyPr/>
        <a:lstStyle/>
        <a:p>
          <a:endParaRPr lang="tr-TR"/>
        </a:p>
      </dgm:t>
    </dgm:pt>
    <dgm:pt modelId="{66BF4F76-12B9-47A3-8108-1A12CB136948}" type="sibTrans" cxnId="{F7D78E83-F4D1-4141-9126-4087B70D4E11}">
      <dgm:prSet/>
      <dgm:spPr/>
      <dgm:t>
        <a:bodyPr/>
        <a:lstStyle/>
        <a:p>
          <a:endParaRPr lang="tr-TR"/>
        </a:p>
      </dgm:t>
    </dgm:pt>
    <dgm:pt modelId="{F570FDA7-3060-4ACD-824C-F06DAF16490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between</a:t>
          </a:r>
        </a:p>
      </dgm:t>
    </dgm:pt>
    <dgm:pt modelId="{A4CCDD5D-53CC-4EFC-86EB-077C3EEC7374}" type="parTrans" cxnId="{9A546DBB-3726-4BA6-A221-D62CA5839126}">
      <dgm:prSet/>
      <dgm:spPr/>
      <dgm:t>
        <a:bodyPr/>
        <a:lstStyle/>
        <a:p>
          <a:endParaRPr lang="tr-TR"/>
        </a:p>
      </dgm:t>
    </dgm:pt>
    <dgm:pt modelId="{5DD6CFCB-AECA-4764-983C-0C5F0C95BF23}" type="sibTrans" cxnId="{9A546DBB-3726-4BA6-A221-D62CA5839126}">
      <dgm:prSet/>
      <dgm:spPr/>
      <dgm:t>
        <a:bodyPr/>
        <a:lstStyle/>
        <a:p>
          <a:endParaRPr lang="tr-TR"/>
        </a:p>
      </dgm:t>
    </dgm:pt>
    <dgm:pt modelId="{B8CC2B6E-89CE-45B1-9AEE-700398C199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</a:t>
          </a:r>
          <a:r>
            <a:rPr lang="tr-TR" dirty="0"/>
            <a:t>: </a:t>
          </a:r>
          <a:r>
            <a:rPr lang="en-US" dirty="0"/>
            <a:t>0x0 </a:t>
          </a:r>
        </a:p>
      </dgm:t>
    </dgm:pt>
    <dgm:pt modelId="{48F30E5A-9DAA-4637-9C01-C98D52DDDD0E}" type="parTrans" cxnId="{6FC118D1-6C52-433D-9F3F-725E47D8213D}">
      <dgm:prSet/>
      <dgm:spPr/>
      <dgm:t>
        <a:bodyPr/>
        <a:lstStyle/>
        <a:p>
          <a:endParaRPr lang="tr-TR"/>
        </a:p>
      </dgm:t>
    </dgm:pt>
    <dgm:pt modelId="{885351DD-0E09-4793-B1FA-E8A539943A1B}" type="sibTrans" cxnId="{6FC118D1-6C52-433D-9F3F-725E47D8213D}">
      <dgm:prSet/>
      <dgm:spPr/>
      <dgm:t>
        <a:bodyPr/>
        <a:lstStyle/>
        <a:p>
          <a:endParaRPr lang="tr-TR"/>
        </a:p>
      </dgm:t>
    </dgm:pt>
    <dgm:pt modelId="{FD57A099-2283-4C51-8624-9E7161FC69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31</a:t>
          </a:r>
          <a:r>
            <a:rPr lang="en-US" dirty="0"/>
            <a:t>–1</a:t>
          </a:r>
          <a:r>
            <a:rPr lang="tr-TR" dirty="0"/>
            <a:t>: </a:t>
          </a:r>
          <a:r>
            <a:rPr lang="en-US" dirty="0"/>
            <a:t>0x7FFFFFFF </a:t>
          </a:r>
        </a:p>
      </dgm:t>
    </dgm:pt>
    <dgm:pt modelId="{3A155852-B669-4A72-B4A5-6FD009CE89AB}" type="parTrans" cxnId="{DA963B0E-C712-4DD9-BB0E-D9BB888C169D}">
      <dgm:prSet/>
      <dgm:spPr/>
      <dgm:t>
        <a:bodyPr/>
        <a:lstStyle/>
        <a:p>
          <a:endParaRPr lang="tr-TR"/>
        </a:p>
      </dgm:t>
    </dgm:pt>
    <dgm:pt modelId="{369FB519-7A9D-4556-A5B8-98D7F0CD7AC9}" type="sibTrans" cxnId="{DA963B0E-C712-4DD9-BB0E-D9BB888C169D}">
      <dgm:prSet/>
      <dgm:spPr/>
      <dgm:t>
        <a:bodyPr/>
        <a:lstStyle/>
        <a:p>
          <a:endParaRPr lang="tr-TR"/>
        </a:p>
      </dgm:t>
    </dgm:pt>
    <dgm:pt modelId="{63AFCE29-B077-4AC7-A480-8B0DD3CADC5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Index &gt;=</a:t>
          </a:r>
          <a:r>
            <a:rPr lang="en-US" dirty="0"/>
            <a:t>2</a:t>
          </a:r>
          <a:r>
            <a:rPr lang="en-US" baseline="30000" dirty="0"/>
            <a:t>31</a:t>
          </a:r>
          <a:endParaRPr lang="en-US" dirty="0"/>
        </a:p>
      </dgm:t>
    </dgm:pt>
    <dgm:pt modelId="{65528E2B-3DB2-4094-A0C1-852E913C8151}" type="parTrans" cxnId="{5CEA6376-2475-4EF0-B680-0838D8FACFE4}">
      <dgm:prSet/>
      <dgm:spPr/>
      <dgm:t>
        <a:bodyPr/>
        <a:lstStyle/>
        <a:p>
          <a:endParaRPr lang="tr-TR"/>
        </a:p>
      </dgm:t>
    </dgm:pt>
    <dgm:pt modelId="{660398EE-3B39-4D99-BE96-4204074BC263}" type="sibTrans" cxnId="{5CEA6376-2475-4EF0-B680-0838D8FACFE4}">
      <dgm:prSet/>
      <dgm:spPr/>
      <dgm:t>
        <a:bodyPr/>
        <a:lstStyle/>
        <a:p>
          <a:endParaRPr lang="tr-TR"/>
        </a:p>
      </dgm:t>
    </dgm:pt>
    <dgm:pt modelId="{1D1E9994-CFD0-453E-9066-271B0F7478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31</a:t>
          </a:r>
          <a:r>
            <a:rPr lang="tr-TR" baseline="30000" dirty="0"/>
            <a:t>: </a:t>
          </a:r>
          <a:r>
            <a:rPr lang="en-US" dirty="0"/>
            <a:t>0x80000000  and</a:t>
          </a:r>
        </a:p>
      </dgm:t>
    </dgm:pt>
    <dgm:pt modelId="{7CAF622B-C7CB-4B61-BF4F-53668D7729FD}" type="parTrans" cxnId="{93C05848-7F4D-4531-9988-80A08783710E}">
      <dgm:prSet/>
      <dgm:spPr/>
      <dgm:t>
        <a:bodyPr/>
        <a:lstStyle/>
        <a:p>
          <a:endParaRPr lang="tr-TR"/>
        </a:p>
      </dgm:t>
    </dgm:pt>
    <dgm:pt modelId="{F9565AA9-8584-437C-BE97-C8707F139045}" type="sibTrans" cxnId="{93C05848-7F4D-4531-9988-80A08783710E}">
      <dgm:prSet/>
      <dgm:spPr/>
      <dgm:t>
        <a:bodyPr/>
        <a:lstStyle/>
        <a:p>
          <a:endParaRPr lang="tr-TR"/>
        </a:p>
      </dgm:t>
    </dgm:pt>
    <dgm:pt modelId="{1AE63763-4EEC-43F1-973A-340F4752BD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32</a:t>
          </a:r>
          <a:r>
            <a:rPr lang="en-US" dirty="0"/>
            <a:t>–1</a:t>
          </a:r>
          <a:r>
            <a:rPr lang="tr-TR" dirty="0"/>
            <a:t>:</a:t>
          </a:r>
          <a:r>
            <a:rPr lang="en-US" dirty="0"/>
            <a:t> 0xFFFFFFFF</a:t>
          </a:r>
        </a:p>
      </dgm:t>
    </dgm:pt>
    <dgm:pt modelId="{F6AE384E-2528-46EE-9E76-F09230238904}" type="parTrans" cxnId="{C1F89FF8-910D-4DE1-9208-C0184FE3347F}">
      <dgm:prSet/>
      <dgm:spPr/>
      <dgm:t>
        <a:bodyPr/>
        <a:lstStyle/>
        <a:p>
          <a:endParaRPr lang="tr-TR"/>
        </a:p>
      </dgm:t>
    </dgm:pt>
    <dgm:pt modelId="{3AEB5DDC-3F11-483C-8D35-7DF29A1BBB65}" type="sibTrans" cxnId="{C1F89FF8-910D-4DE1-9208-C0184FE3347F}">
      <dgm:prSet/>
      <dgm:spPr/>
      <dgm:t>
        <a:bodyPr/>
        <a:lstStyle/>
        <a:p>
          <a:endParaRPr lang="tr-TR"/>
        </a:p>
      </dgm:t>
    </dgm:pt>
    <dgm:pt modelId="{C9BFA8CA-50DB-473F-A1D6-9A602F759831}" type="pres">
      <dgm:prSet presAssocID="{1C7F956F-67FB-428F-8591-88110CE9A4B7}" presName="root" presStyleCnt="0">
        <dgm:presLayoutVars>
          <dgm:dir/>
          <dgm:resizeHandles val="exact"/>
        </dgm:presLayoutVars>
      </dgm:prSet>
      <dgm:spPr/>
    </dgm:pt>
    <dgm:pt modelId="{6F1C4744-37F3-4E63-9AE4-1C052B5F2E00}" type="pres">
      <dgm:prSet presAssocID="{D8136B9D-1165-4E81-B9CD-BE83981A2E1B}" presName="compNode" presStyleCnt="0"/>
      <dgm:spPr/>
    </dgm:pt>
    <dgm:pt modelId="{4D664AE8-E655-4FE1-A132-38BDD02A9B51}" type="pres">
      <dgm:prSet presAssocID="{D8136B9D-1165-4E81-B9CD-BE83981A2E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by"/>
        </a:ext>
      </dgm:extLst>
    </dgm:pt>
    <dgm:pt modelId="{E220D52B-98E1-4F71-9E6E-8B31230DED18}" type="pres">
      <dgm:prSet presAssocID="{D8136B9D-1165-4E81-B9CD-BE83981A2E1B}" presName="iconSpace" presStyleCnt="0"/>
      <dgm:spPr/>
    </dgm:pt>
    <dgm:pt modelId="{4D95162C-DF38-48FC-B1C9-555F494A9CE9}" type="pres">
      <dgm:prSet presAssocID="{D8136B9D-1165-4E81-B9CD-BE83981A2E1B}" presName="parTx" presStyleLbl="revTx" presStyleIdx="0" presStyleCnt="8">
        <dgm:presLayoutVars>
          <dgm:chMax val="0"/>
          <dgm:chPref val="0"/>
        </dgm:presLayoutVars>
      </dgm:prSet>
      <dgm:spPr/>
    </dgm:pt>
    <dgm:pt modelId="{E7BFDFA7-CED8-4144-AF84-D356F0533717}" type="pres">
      <dgm:prSet presAssocID="{D8136B9D-1165-4E81-B9CD-BE83981A2E1B}" presName="txSpace" presStyleCnt="0"/>
      <dgm:spPr/>
    </dgm:pt>
    <dgm:pt modelId="{C5CE8E7E-A60A-4609-9301-EF21D6CA29B4}" type="pres">
      <dgm:prSet presAssocID="{D8136B9D-1165-4E81-B9CD-BE83981A2E1B}" presName="desTx" presStyleLbl="revTx" presStyleIdx="1" presStyleCnt="8">
        <dgm:presLayoutVars/>
      </dgm:prSet>
      <dgm:spPr/>
    </dgm:pt>
    <dgm:pt modelId="{36CE113D-CF46-4693-AB52-EE798B966D86}" type="pres">
      <dgm:prSet presAssocID="{AFF10F5D-C223-4BC3-B7A0-F292D59055D8}" presName="sibTrans" presStyleCnt="0"/>
      <dgm:spPr/>
    </dgm:pt>
    <dgm:pt modelId="{82900329-2CA6-4D06-9EC5-3719A9B2EF4F}" type="pres">
      <dgm:prSet presAssocID="{F570FDA7-3060-4ACD-824C-F06DAF164909}" presName="compNode" presStyleCnt="0"/>
      <dgm:spPr/>
    </dgm:pt>
    <dgm:pt modelId="{1E77C2B9-28AF-4517-9768-4EBD55F4DDDF}" type="pres">
      <dgm:prSet presAssocID="{F570FDA7-3060-4ACD-824C-F06DAF1649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32C6F75-3424-4AB1-984A-15B45FCF363E}" type="pres">
      <dgm:prSet presAssocID="{F570FDA7-3060-4ACD-824C-F06DAF164909}" presName="iconSpace" presStyleCnt="0"/>
      <dgm:spPr/>
    </dgm:pt>
    <dgm:pt modelId="{E6203B9C-51B0-4744-B0EF-D8BF127AC1BA}" type="pres">
      <dgm:prSet presAssocID="{F570FDA7-3060-4ACD-824C-F06DAF164909}" presName="parTx" presStyleLbl="revTx" presStyleIdx="2" presStyleCnt="8">
        <dgm:presLayoutVars>
          <dgm:chMax val="0"/>
          <dgm:chPref val="0"/>
        </dgm:presLayoutVars>
      </dgm:prSet>
      <dgm:spPr/>
    </dgm:pt>
    <dgm:pt modelId="{1A8AC7A9-2EA4-4BA9-A547-34C83F9F2A85}" type="pres">
      <dgm:prSet presAssocID="{F570FDA7-3060-4ACD-824C-F06DAF164909}" presName="txSpace" presStyleCnt="0"/>
      <dgm:spPr/>
    </dgm:pt>
    <dgm:pt modelId="{5882D050-B2BF-40D8-8DB1-A8360BA0C300}" type="pres">
      <dgm:prSet presAssocID="{F570FDA7-3060-4ACD-824C-F06DAF164909}" presName="desTx" presStyleLbl="revTx" presStyleIdx="3" presStyleCnt="8">
        <dgm:presLayoutVars/>
      </dgm:prSet>
      <dgm:spPr/>
    </dgm:pt>
    <dgm:pt modelId="{1130FD21-C00A-4A7E-A603-08AD7A368081}" type="pres">
      <dgm:prSet presAssocID="{5DD6CFCB-AECA-4764-983C-0C5F0C95BF23}" presName="sibTrans" presStyleCnt="0"/>
      <dgm:spPr/>
    </dgm:pt>
    <dgm:pt modelId="{A9E6AC62-CDB0-460C-AA5A-231FC0D27EF3}" type="pres">
      <dgm:prSet presAssocID="{9F34D860-01A0-4A11-97F1-E31110F41608}" presName="compNode" presStyleCnt="0"/>
      <dgm:spPr/>
    </dgm:pt>
    <dgm:pt modelId="{E201D363-6575-4613-BD48-CD77B82C27F1}" type="pres">
      <dgm:prSet presAssocID="{9F34D860-01A0-4A11-97F1-E31110F41608}" presName="iconRect" presStyleLbl="node1" presStyleIdx="2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C7785E32-C2D2-459F-B9F5-60EC8FD27ABB}" type="pres">
      <dgm:prSet presAssocID="{9F34D860-01A0-4A11-97F1-E31110F41608}" presName="iconSpace" presStyleCnt="0"/>
      <dgm:spPr/>
    </dgm:pt>
    <dgm:pt modelId="{F4BABB9E-FAB9-46F8-84BB-2CBC8D1F61F3}" type="pres">
      <dgm:prSet presAssocID="{9F34D860-01A0-4A11-97F1-E31110F41608}" presName="parTx" presStyleLbl="revTx" presStyleIdx="4" presStyleCnt="8">
        <dgm:presLayoutVars>
          <dgm:chMax val="0"/>
          <dgm:chPref val="0"/>
        </dgm:presLayoutVars>
      </dgm:prSet>
      <dgm:spPr/>
    </dgm:pt>
    <dgm:pt modelId="{BA1DF53C-CB82-4F1C-9EE7-82156092C5E5}" type="pres">
      <dgm:prSet presAssocID="{9F34D860-01A0-4A11-97F1-E31110F41608}" presName="txSpace" presStyleCnt="0"/>
      <dgm:spPr/>
    </dgm:pt>
    <dgm:pt modelId="{BAC39702-B397-45D8-BC75-1DC9405DDB84}" type="pres">
      <dgm:prSet presAssocID="{9F34D860-01A0-4A11-97F1-E31110F41608}" presName="desTx" presStyleLbl="revTx" presStyleIdx="5" presStyleCnt="8">
        <dgm:presLayoutVars/>
      </dgm:prSet>
      <dgm:spPr/>
    </dgm:pt>
    <dgm:pt modelId="{6130AEE8-4D3A-4F98-9925-268B6BA60A74}" type="pres">
      <dgm:prSet presAssocID="{972982CC-0A28-446B-A3D6-7913501E49C4}" presName="sibTrans" presStyleCnt="0"/>
      <dgm:spPr/>
    </dgm:pt>
    <dgm:pt modelId="{A1C256BF-230A-473F-B455-E885B318FDBA}" type="pres">
      <dgm:prSet presAssocID="{811A4A03-686D-46C2-8182-51CB66326229}" presName="compNode" presStyleCnt="0"/>
      <dgm:spPr/>
    </dgm:pt>
    <dgm:pt modelId="{C5A2F3F9-6B39-4403-9F5A-E54CA157575C}" type="pres">
      <dgm:prSet presAssocID="{811A4A03-686D-46C2-8182-51CB66326229}" presName="iconRect" presStyleLbl="node1" presStyleIdx="3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2B4A97B-0EB4-446A-9EC5-6B276B3418AB}" type="pres">
      <dgm:prSet presAssocID="{811A4A03-686D-46C2-8182-51CB66326229}" presName="iconSpace" presStyleCnt="0"/>
      <dgm:spPr/>
    </dgm:pt>
    <dgm:pt modelId="{EB4837EF-553B-4EEA-8C33-B4F2051495DB}" type="pres">
      <dgm:prSet presAssocID="{811A4A03-686D-46C2-8182-51CB66326229}" presName="parTx" presStyleLbl="revTx" presStyleIdx="6" presStyleCnt="8">
        <dgm:presLayoutVars>
          <dgm:chMax val="0"/>
          <dgm:chPref val="0"/>
        </dgm:presLayoutVars>
      </dgm:prSet>
      <dgm:spPr/>
    </dgm:pt>
    <dgm:pt modelId="{0FE2969B-60D0-4CFC-8954-8CA83C4E5F31}" type="pres">
      <dgm:prSet presAssocID="{811A4A03-686D-46C2-8182-51CB66326229}" presName="txSpace" presStyleCnt="0"/>
      <dgm:spPr/>
    </dgm:pt>
    <dgm:pt modelId="{B3E1C9D8-69C8-4B4A-BE4C-324BD81463BC}" type="pres">
      <dgm:prSet presAssocID="{811A4A03-686D-46C2-8182-51CB66326229}" presName="desTx" presStyleLbl="revTx" presStyleIdx="7" presStyleCnt="8">
        <dgm:presLayoutVars/>
      </dgm:prSet>
      <dgm:spPr/>
    </dgm:pt>
  </dgm:ptLst>
  <dgm:cxnLst>
    <dgm:cxn modelId="{8B7A1601-35C8-4594-AA3F-278441F0AD0E}" type="presOf" srcId="{4F89A89B-2BE0-476C-952E-F2743A1528B3}" destId="{BAC39702-B397-45D8-BC75-1DC9405DDB84}" srcOrd="0" destOrd="0" presId="urn:microsoft.com/office/officeart/2018/5/layout/CenteredIconLabelDescriptionList"/>
    <dgm:cxn modelId="{204AEA07-DC23-49C0-8255-CF39103B5036}" type="presOf" srcId="{9F34D860-01A0-4A11-97F1-E31110F41608}" destId="{F4BABB9E-FAB9-46F8-84BB-2CBC8D1F61F3}" srcOrd="0" destOrd="0" presId="urn:microsoft.com/office/officeart/2018/5/layout/CenteredIconLabelDescriptionList"/>
    <dgm:cxn modelId="{DA963B0E-C712-4DD9-BB0E-D9BB888C169D}" srcId="{F570FDA7-3060-4ACD-824C-F06DAF164909}" destId="{FD57A099-2283-4C51-8624-9E7161FC69A5}" srcOrd="1" destOrd="0" parTransId="{3A155852-B669-4A72-B4A5-6FD009CE89AB}" sibTransId="{369FB519-7A9D-4556-A5B8-98D7F0CD7AC9}"/>
    <dgm:cxn modelId="{C50F3717-3793-4447-BD5F-88439B668BEA}" srcId="{1C7F956F-67FB-428F-8591-88110CE9A4B7}" destId="{9F34D860-01A0-4A11-97F1-E31110F41608}" srcOrd="2" destOrd="0" parTransId="{774E690C-49F4-481A-A783-4E9C16DED8DE}" sibTransId="{972982CC-0A28-446B-A3D6-7913501E49C4}"/>
    <dgm:cxn modelId="{FAAD503F-52FA-4047-827D-B1E2AFC50880}" type="presOf" srcId="{6200BA26-6ACA-42BB-9F97-584F63068315}" destId="{C5CE8E7E-A60A-4609-9301-EF21D6CA29B4}" srcOrd="0" destOrd="0" presId="urn:microsoft.com/office/officeart/2018/5/layout/CenteredIconLabelDescriptionList"/>
    <dgm:cxn modelId="{346C2D41-4F3E-405A-A943-DC1B241BE4FB}" type="presOf" srcId="{FD57A099-2283-4C51-8624-9E7161FC69A5}" destId="{5882D050-B2BF-40D8-8DB1-A8360BA0C300}" srcOrd="0" destOrd="1" presId="urn:microsoft.com/office/officeart/2018/5/layout/CenteredIconLabelDescriptionList"/>
    <dgm:cxn modelId="{B5CE6B41-CFEC-4D2D-AED0-F2AEBDB60B87}" type="presOf" srcId="{1D1E9994-CFD0-453E-9066-271B0F747860}" destId="{B3E1C9D8-69C8-4B4A-BE4C-324BD81463BC}" srcOrd="0" destOrd="0" presId="urn:microsoft.com/office/officeart/2018/5/layout/CenteredIconLabelDescriptionList"/>
    <dgm:cxn modelId="{E4207742-C3CF-4855-96DE-ED9D457070BA}" srcId="{D8136B9D-1165-4E81-B9CD-BE83981A2E1B}" destId="{967F9777-DB1E-467E-BADA-3E4072161BF3}" srcOrd="1" destOrd="0" parTransId="{F9200CB4-EAD1-4A3A-A3C7-EF472C655E52}" sibTransId="{BBE9FD01-2CD0-48B8-96DA-4E7F1A228CF7}"/>
    <dgm:cxn modelId="{DC4EA564-CCD7-4182-B9C2-FD956242BA81}" srcId="{D8136B9D-1165-4E81-B9CD-BE83981A2E1B}" destId="{6200BA26-6ACA-42BB-9F97-584F63068315}" srcOrd="0" destOrd="0" parTransId="{0444DBE8-0C0B-455B-8C2B-1E4DE2540BC4}" sibTransId="{9F231603-6676-4490-94A4-2C62B537E9E5}"/>
    <dgm:cxn modelId="{93C05848-7F4D-4531-9988-80A08783710E}" srcId="{811A4A03-686D-46C2-8182-51CB66326229}" destId="{1D1E9994-CFD0-453E-9066-271B0F747860}" srcOrd="0" destOrd="0" parTransId="{7CAF622B-C7CB-4B61-BF4F-53668D7729FD}" sibTransId="{F9565AA9-8584-437C-BE97-C8707F139045}"/>
    <dgm:cxn modelId="{5CEA6376-2475-4EF0-B680-0838D8FACFE4}" srcId="{9F34D860-01A0-4A11-97F1-E31110F41608}" destId="{63AFCE29-B077-4AC7-A480-8B0DD3CADC58}" srcOrd="1" destOrd="0" parTransId="{65528E2B-3DB2-4094-A0C1-852E913C8151}" sibTransId="{660398EE-3B39-4D99-BE96-4204074BC263}"/>
    <dgm:cxn modelId="{72FA797B-D46E-4F3A-9938-460AAA7649EB}" type="presOf" srcId="{1AE63763-4EEC-43F1-973A-340F4752BD13}" destId="{B3E1C9D8-69C8-4B4A-BE4C-324BD81463BC}" srcOrd="0" destOrd="1" presId="urn:microsoft.com/office/officeart/2018/5/layout/CenteredIconLabelDescriptionList"/>
    <dgm:cxn modelId="{A1016C80-E8AE-464B-A083-66B4A4C4E238}" type="presOf" srcId="{967F9777-DB1E-467E-BADA-3E4072161BF3}" destId="{C5CE8E7E-A60A-4609-9301-EF21D6CA29B4}" srcOrd="0" destOrd="1" presId="urn:microsoft.com/office/officeart/2018/5/layout/CenteredIconLabelDescriptionList"/>
    <dgm:cxn modelId="{91496583-C03D-4842-939A-A2A2EB45A960}" srcId="{9F34D860-01A0-4A11-97F1-E31110F41608}" destId="{4F89A89B-2BE0-476C-952E-F2743A1528B3}" srcOrd="0" destOrd="0" parTransId="{370DB677-EE90-4967-A7D1-5AB35A10EF9E}" sibTransId="{1891FA7C-B6AE-48D2-BAC1-6FE5BECF5D46}"/>
    <dgm:cxn modelId="{F7D78E83-F4D1-4141-9126-4087B70D4E11}" srcId="{1C7F956F-67FB-428F-8591-88110CE9A4B7}" destId="{811A4A03-686D-46C2-8182-51CB66326229}" srcOrd="3" destOrd="0" parTransId="{846E3497-BB8D-4536-9693-9F4282B0B5D5}" sibTransId="{66BF4F76-12B9-47A3-8108-1A12CB136948}"/>
    <dgm:cxn modelId="{EE00B7AF-8905-4C7C-9C0A-40A68E3D0AC8}" type="presOf" srcId="{F570FDA7-3060-4ACD-824C-F06DAF164909}" destId="{E6203B9C-51B0-4744-B0EF-D8BF127AC1BA}" srcOrd="0" destOrd="0" presId="urn:microsoft.com/office/officeart/2018/5/layout/CenteredIconLabelDescriptionList"/>
    <dgm:cxn modelId="{9B4F94B9-59EE-4F31-A67A-6229975CA306}" type="presOf" srcId="{B8CC2B6E-89CE-45B1-9AEE-700398C19943}" destId="{5882D050-B2BF-40D8-8DB1-A8360BA0C300}" srcOrd="0" destOrd="0" presId="urn:microsoft.com/office/officeart/2018/5/layout/CenteredIconLabelDescriptionList"/>
    <dgm:cxn modelId="{9A546DBB-3726-4BA6-A221-D62CA5839126}" srcId="{1C7F956F-67FB-428F-8591-88110CE9A4B7}" destId="{F570FDA7-3060-4ACD-824C-F06DAF164909}" srcOrd="1" destOrd="0" parTransId="{A4CCDD5D-53CC-4EFC-86EB-077C3EEC7374}" sibTransId="{5DD6CFCB-AECA-4764-983C-0C5F0C95BF23}"/>
    <dgm:cxn modelId="{FDF42DCB-4CE2-458E-BF54-8586AFB81C25}" type="presOf" srcId="{63AFCE29-B077-4AC7-A480-8B0DD3CADC58}" destId="{BAC39702-B397-45D8-BC75-1DC9405DDB84}" srcOrd="0" destOrd="1" presId="urn:microsoft.com/office/officeart/2018/5/layout/CenteredIconLabelDescriptionList"/>
    <dgm:cxn modelId="{6FC118D1-6C52-433D-9F3F-725E47D8213D}" srcId="{F570FDA7-3060-4ACD-824C-F06DAF164909}" destId="{B8CC2B6E-89CE-45B1-9AEE-700398C19943}" srcOrd="0" destOrd="0" parTransId="{48F30E5A-9DAA-4637-9C01-C98D52DDDD0E}" sibTransId="{885351DD-0E09-4793-B1FA-E8A539943A1B}"/>
    <dgm:cxn modelId="{8E9DCED7-263E-4F44-A9A6-0E1EF9195CF7}" type="presOf" srcId="{D8136B9D-1165-4E81-B9CD-BE83981A2E1B}" destId="{4D95162C-DF38-48FC-B1C9-555F494A9CE9}" srcOrd="0" destOrd="0" presId="urn:microsoft.com/office/officeart/2018/5/layout/CenteredIconLabelDescriptionList"/>
    <dgm:cxn modelId="{89F83BDA-E2B6-4CF4-B5EB-C2B15CDD5ED4}" type="presOf" srcId="{1C7F956F-67FB-428F-8591-88110CE9A4B7}" destId="{C9BFA8CA-50DB-473F-A1D6-9A602F759831}" srcOrd="0" destOrd="0" presId="urn:microsoft.com/office/officeart/2018/5/layout/CenteredIconLabelDescriptionList"/>
    <dgm:cxn modelId="{640E38F3-F51C-4011-9E12-57AA9C3402DB}" srcId="{1C7F956F-67FB-428F-8591-88110CE9A4B7}" destId="{D8136B9D-1165-4E81-B9CD-BE83981A2E1B}" srcOrd="0" destOrd="0" parTransId="{240DE4BF-C8D2-45F9-A592-A063357AB9AD}" sibTransId="{AFF10F5D-C223-4BC3-B7A0-F292D59055D8}"/>
    <dgm:cxn modelId="{582C3AF8-59F6-4F65-AFE7-D10C9FB3F356}" type="presOf" srcId="{811A4A03-686D-46C2-8182-51CB66326229}" destId="{EB4837EF-553B-4EEA-8C33-B4F2051495DB}" srcOrd="0" destOrd="0" presId="urn:microsoft.com/office/officeart/2018/5/layout/CenteredIconLabelDescriptionList"/>
    <dgm:cxn modelId="{C1F89FF8-910D-4DE1-9208-C0184FE3347F}" srcId="{811A4A03-686D-46C2-8182-51CB66326229}" destId="{1AE63763-4EEC-43F1-973A-340F4752BD13}" srcOrd="1" destOrd="0" parTransId="{F6AE384E-2528-46EE-9E76-F09230238904}" sibTransId="{3AEB5DDC-3F11-483C-8D35-7DF29A1BBB65}"/>
    <dgm:cxn modelId="{9CAA92D2-6044-44F8-BB18-BEFD861C12AD}" type="presParOf" srcId="{C9BFA8CA-50DB-473F-A1D6-9A602F759831}" destId="{6F1C4744-37F3-4E63-9AE4-1C052B5F2E00}" srcOrd="0" destOrd="0" presId="urn:microsoft.com/office/officeart/2018/5/layout/CenteredIconLabelDescriptionList"/>
    <dgm:cxn modelId="{2C122FEA-E2AD-4705-B636-68D9130F5A06}" type="presParOf" srcId="{6F1C4744-37F3-4E63-9AE4-1C052B5F2E00}" destId="{4D664AE8-E655-4FE1-A132-38BDD02A9B51}" srcOrd="0" destOrd="0" presId="urn:microsoft.com/office/officeart/2018/5/layout/CenteredIconLabelDescriptionList"/>
    <dgm:cxn modelId="{5A145E8B-300D-4630-A7C4-8A94BBF6A374}" type="presParOf" srcId="{6F1C4744-37F3-4E63-9AE4-1C052B5F2E00}" destId="{E220D52B-98E1-4F71-9E6E-8B31230DED18}" srcOrd="1" destOrd="0" presId="urn:microsoft.com/office/officeart/2018/5/layout/CenteredIconLabelDescriptionList"/>
    <dgm:cxn modelId="{5F54DD57-3EB7-4E27-ACDD-57DE61572C62}" type="presParOf" srcId="{6F1C4744-37F3-4E63-9AE4-1C052B5F2E00}" destId="{4D95162C-DF38-48FC-B1C9-555F494A9CE9}" srcOrd="2" destOrd="0" presId="urn:microsoft.com/office/officeart/2018/5/layout/CenteredIconLabelDescriptionList"/>
    <dgm:cxn modelId="{11E0B427-9CB0-40F5-9AE8-D11D7E077BA4}" type="presParOf" srcId="{6F1C4744-37F3-4E63-9AE4-1C052B5F2E00}" destId="{E7BFDFA7-CED8-4144-AF84-D356F0533717}" srcOrd="3" destOrd="0" presId="urn:microsoft.com/office/officeart/2018/5/layout/CenteredIconLabelDescriptionList"/>
    <dgm:cxn modelId="{732F7CAE-F323-4508-9D48-39F4267D2A32}" type="presParOf" srcId="{6F1C4744-37F3-4E63-9AE4-1C052B5F2E00}" destId="{C5CE8E7E-A60A-4609-9301-EF21D6CA29B4}" srcOrd="4" destOrd="0" presId="urn:microsoft.com/office/officeart/2018/5/layout/CenteredIconLabelDescriptionList"/>
    <dgm:cxn modelId="{39C9EDAF-73A0-443F-B5DE-733057A4450E}" type="presParOf" srcId="{C9BFA8CA-50DB-473F-A1D6-9A602F759831}" destId="{36CE113D-CF46-4693-AB52-EE798B966D86}" srcOrd="1" destOrd="0" presId="urn:microsoft.com/office/officeart/2018/5/layout/CenteredIconLabelDescriptionList"/>
    <dgm:cxn modelId="{06B20B09-27F3-4C57-8BCD-889F3C53E4B6}" type="presParOf" srcId="{C9BFA8CA-50DB-473F-A1D6-9A602F759831}" destId="{82900329-2CA6-4D06-9EC5-3719A9B2EF4F}" srcOrd="2" destOrd="0" presId="urn:microsoft.com/office/officeart/2018/5/layout/CenteredIconLabelDescriptionList"/>
    <dgm:cxn modelId="{744335EA-9F63-48DC-BDE1-0D131C4A24E5}" type="presParOf" srcId="{82900329-2CA6-4D06-9EC5-3719A9B2EF4F}" destId="{1E77C2B9-28AF-4517-9768-4EBD55F4DDDF}" srcOrd="0" destOrd="0" presId="urn:microsoft.com/office/officeart/2018/5/layout/CenteredIconLabelDescriptionList"/>
    <dgm:cxn modelId="{6C7EF1DA-8EA4-4D5B-AEEE-12D7E6A7BE8C}" type="presParOf" srcId="{82900329-2CA6-4D06-9EC5-3719A9B2EF4F}" destId="{D32C6F75-3424-4AB1-984A-15B45FCF363E}" srcOrd="1" destOrd="0" presId="urn:microsoft.com/office/officeart/2018/5/layout/CenteredIconLabelDescriptionList"/>
    <dgm:cxn modelId="{4396B1FA-26CA-4637-851B-A41FD44555DA}" type="presParOf" srcId="{82900329-2CA6-4D06-9EC5-3719A9B2EF4F}" destId="{E6203B9C-51B0-4744-B0EF-D8BF127AC1BA}" srcOrd="2" destOrd="0" presId="urn:microsoft.com/office/officeart/2018/5/layout/CenteredIconLabelDescriptionList"/>
    <dgm:cxn modelId="{9A773111-E24E-48B4-B1F6-B2D6069A8B7C}" type="presParOf" srcId="{82900329-2CA6-4D06-9EC5-3719A9B2EF4F}" destId="{1A8AC7A9-2EA4-4BA9-A547-34C83F9F2A85}" srcOrd="3" destOrd="0" presId="urn:microsoft.com/office/officeart/2018/5/layout/CenteredIconLabelDescriptionList"/>
    <dgm:cxn modelId="{AD5093CF-2123-456D-AF39-DA059EAEAB32}" type="presParOf" srcId="{82900329-2CA6-4D06-9EC5-3719A9B2EF4F}" destId="{5882D050-B2BF-40D8-8DB1-A8360BA0C300}" srcOrd="4" destOrd="0" presId="urn:microsoft.com/office/officeart/2018/5/layout/CenteredIconLabelDescriptionList"/>
    <dgm:cxn modelId="{89A27728-3E42-47B1-8405-0FF280ABAE41}" type="presParOf" srcId="{C9BFA8CA-50DB-473F-A1D6-9A602F759831}" destId="{1130FD21-C00A-4A7E-A603-08AD7A368081}" srcOrd="3" destOrd="0" presId="urn:microsoft.com/office/officeart/2018/5/layout/CenteredIconLabelDescriptionList"/>
    <dgm:cxn modelId="{2ECCCC8A-42EA-4520-8E6F-58D627F9DBEE}" type="presParOf" srcId="{C9BFA8CA-50DB-473F-A1D6-9A602F759831}" destId="{A9E6AC62-CDB0-460C-AA5A-231FC0D27EF3}" srcOrd="4" destOrd="0" presId="urn:microsoft.com/office/officeart/2018/5/layout/CenteredIconLabelDescriptionList"/>
    <dgm:cxn modelId="{4D1B9445-6F7F-4621-B51E-1D6E069EED98}" type="presParOf" srcId="{A9E6AC62-CDB0-460C-AA5A-231FC0D27EF3}" destId="{E201D363-6575-4613-BD48-CD77B82C27F1}" srcOrd="0" destOrd="0" presId="urn:microsoft.com/office/officeart/2018/5/layout/CenteredIconLabelDescriptionList"/>
    <dgm:cxn modelId="{9E744F41-513C-42EE-A51A-B7A6E6F1B626}" type="presParOf" srcId="{A9E6AC62-CDB0-460C-AA5A-231FC0D27EF3}" destId="{C7785E32-C2D2-459F-B9F5-60EC8FD27ABB}" srcOrd="1" destOrd="0" presId="urn:microsoft.com/office/officeart/2018/5/layout/CenteredIconLabelDescriptionList"/>
    <dgm:cxn modelId="{18FFFC80-AF2E-4470-A095-29D5CA15700C}" type="presParOf" srcId="{A9E6AC62-CDB0-460C-AA5A-231FC0D27EF3}" destId="{F4BABB9E-FAB9-46F8-84BB-2CBC8D1F61F3}" srcOrd="2" destOrd="0" presId="urn:microsoft.com/office/officeart/2018/5/layout/CenteredIconLabelDescriptionList"/>
    <dgm:cxn modelId="{F345B1DC-F847-4E01-B30D-680A16A789F9}" type="presParOf" srcId="{A9E6AC62-CDB0-460C-AA5A-231FC0D27EF3}" destId="{BA1DF53C-CB82-4F1C-9EE7-82156092C5E5}" srcOrd="3" destOrd="0" presId="urn:microsoft.com/office/officeart/2018/5/layout/CenteredIconLabelDescriptionList"/>
    <dgm:cxn modelId="{0B0D088B-E743-4637-84BE-B755A3DDB32D}" type="presParOf" srcId="{A9E6AC62-CDB0-460C-AA5A-231FC0D27EF3}" destId="{BAC39702-B397-45D8-BC75-1DC9405DDB84}" srcOrd="4" destOrd="0" presId="urn:microsoft.com/office/officeart/2018/5/layout/CenteredIconLabelDescriptionList"/>
    <dgm:cxn modelId="{73DAD4D4-CCF2-4502-B7D5-E7FA4225077E}" type="presParOf" srcId="{C9BFA8CA-50DB-473F-A1D6-9A602F759831}" destId="{6130AEE8-4D3A-4F98-9925-268B6BA60A74}" srcOrd="5" destOrd="0" presId="urn:microsoft.com/office/officeart/2018/5/layout/CenteredIconLabelDescriptionList"/>
    <dgm:cxn modelId="{CDF33CE8-7E7B-4F2D-8CFA-2B6551E9DE2A}" type="presParOf" srcId="{C9BFA8CA-50DB-473F-A1D6-9A602F759831}" destId="{A1C256BF-230A-473F-B455-E885B318FDBA}" srcOrd="6" destOrd="0" presId="urn:microsoft.com/office/officeart/2018/5/layout/CenteredIconLabelDescriptionList"/>
    <dgm:cxn modelId="{B88C6AD5-8B41-4EBC-9D0E-6E3D2D65F8F0}" type="presParOf" srcId="{A1C256BF-230A-473F-B455-E885B318FDBA}" destId="{C5A2F3F9-6B39-4403-9F5A-E54CA157575C}" srcOrd="0" destOrd="0" presId="urn:microsoft.com/office/officeart/2018/5/layout/CenteredIconLabelDescriptionList"/>
    <dgm:cxn modelId="{25C23178-17D7-4804-94FF-209C84CF1749}" type="presParOf" srcId="{A1C256BF-230A-473F-B455-E885B318FDBA}" destId="{02B4A97B-0EB4-446A-9EC5-6B276B3418AB}" srcOrd="1" destOrd="0" presId="urn:microsoft.com/office/officeart/2018/5/layout/CenteredIconLabelDescriptionList"/>
    <dgm:cxn modelId="{F78C16C3-D1A6-4728-B77D-1E75F8018CC7}" type="presParOf" srcId="{A1C256BF-230A-473F-B455-E885B318FDBA}" destId="{EB4837EF-553B-4EEA-8C33-B4F2051495DB}" srcOrd="2" destOrd="0" presId="urn:microsoft.com/office/officeart/2018/5/layout/CenteredIconLabelDescriptionList"/>
    <dgm:cxn modelId="{1AAC5D67-6401-4047-8019-7E0AD5FEBF53}" type="presParOf" srcId="{A1C256BF-230A-473F-B455-E885B318FDBA}" destId="{0FE2969B-60D0-4CFC-8954-8CA83C4E5F31}" srcOrd="3" destOrd="0" presId="urn:microsoft.com/office/officeart/2018/5/layout/CenteredIconLabelDescriptionList"/>
    <dgm:cxn modelId="{030F9133-C371-44B0-A5ED-863233EF5B58}" type="presParOf" srcId="{A1C256BF-230A-473F-B455-E885B318FDBA}" destId="{B3E1C9D8-69C8-4B4A-BE4C-324BD81463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3A333610-75EB-4E95-A216-3172B762ABC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CBA99DC1-967A-4562-AD2E-DD188E9DE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displayed as </a:t>
          </a:r>
          <a:r>
            <a:rPr lang="en-US" b="1"/>
            <a:t>0</a:t>
          </a:r>
          <a:r>
            <a:rPr lang="en-US"/>
            <a:t> </a:t>
          </a:r>
        </a:p>
      </dgm:t>
    </dgm:pt>
    <dgm:pt modelId="{D7601695-A14F-4644-93AB-F15FE22D8B0F}" type="parTrans" cxnId="{1C8D50E6-6793-484A-B4CA-69DC8862413B}">
      <dgm:prSet/>
      <dgm:spPr/>
      <dgm:t>
        <a:bodyPr/>
        <a:lstStyle/>
        <a:p>
          <a:endParaRPr lang="en-US" sz="2000"/>
        </a:p>
      </dgm:t>
    </dgm:pt>
    <dgm:pt modelId="{ECD9D1CB-69BC-4BEE-93EE-D024431F067C}" type="sibTrans" cxnId="{1C8D50E6-6793-484A-B4CA-69DC8862413B}">
      <dgm:prSet/>
      <dgm:spPr/>
      <dgm:t>
        <a:bodyPr/>
        <a:lstStyle/>
        <a:p>
          <a:endParaRPr lang="en-US"/>
        </a:p>
      </dgm:t>
    </dgm:pt>
    <dgm:pt modelId="{87619C3F-D693-43D2-95C6-592BE9C493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you see an</a:t>
          </a:r>
          <a:r>
            <a:rPr lang="tr-TR"/>
            <a:t> </a:t>
          </a:r>
          <a:r>
            <a:rPr lang="en-US"/>
            <a:t>HD wallet index </a:t>
          </a:r>
          <a:r>
            <a:rPr lang="tr-TR" b="1"/>
            <a:t>i</a:t>
          </a:r>
          <a:endParaRPr lang="en-US" b="1"/>
        </a:p>
      </dgm:t>
    </dgm:pt>
    <dgm:pt modelId="{13AD290E-A493-4E81-AA94-AB8DDF0C9708}" type="parTrans" cxnId="{A839F920-1FFD-4ECA-A00D-CF58F7A73480}">
      <dgm:prSet/>
      <dgm:spPr/>
      <dgm:t>
        <a:bodyPr/>
        <a:lstStyle/>
        <a:p>
          <a:endParaRPr lang="en-US" sz="2000"/>
        </a:p>
      </dgm:t>
    </dgm:pt>
    <dgm:pt modelId="{1AF76A46-8BA6-4640-82D5-6457F44E18BB}" type="sibTrans" cxnId="{A839F920-1FFD-4ECA-A00D-CF58F7A73480}">
      <dgm:prSet/>
      <dgm:spPr/>
      <dgm:t>
        <a:bodyPr/>
        <a:lstStyle/>
        <a:p>
          <a:endParaRPr lang="en-US"/>
        </a:p>
      </dgm:t>
    </dgm:pt>
    <dgm:pt modelId="{1475838A-7C5E-406D-95C6-1FEFE546B7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First Normal Child</a:t>
          </a:r>
          <a:endParaRPr lang="en-US"/>
        </a:p>
      </dgm:t>
    </dgm:pt>
    <dgm:pt modelId="{94DD5A8D-4BEE-4626-B42B-4DC99C107247}" type="parTrans" cxnId="{4ADE30DE-8D18-47C3-A7A9-A4C47AF98B48}">
      <dgm:prSet/>
      <dgm:spPr/>
      <dgm:t>
        <a:bodyPr/>
        <a:lstStyle/>
        <a:p>
          <a:endParaRPr lang="tr-TR" sz="2000"/>
        </a:p>
      </dgm:t>
    </dgm:pt>
    <dgm:pt modelId="{CC121476-5057-4587-9DF6-3511FE6751DC}" type="sibTrans" cxnId="{4ADE30DE-8D18-47C3-A7A9-A4C47AF98B48}">
      <dgm:prSet/>
      <dgm:spPr/>
      <dgm:t>
        <a:bodyPr/>
        <a:lstStyle/>
        <a:p>
          <a:endParaRPr lang="tr-TR"/>
        </a:p>
      </dgm:t>
    </dgm:pt>
    <dgm:pt modelId="{83E73C29-BDA5-4057-8746-866B18BBB3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HD wallet index </a:t>
          </a:r>
          <a:r>
            <a:rPr lang="en-US" b="1"/>
            <a:t>i</a:t>
          </a:r>
        </a:p>
      </dgm:t>
    </dgm:pt>
    <dgm:pt modelId="{C8C7DFB9-2454-46C0-9BD8-932DC3227BB0}" type="parTrans" cxnId="{F54D8F23-5E6C-446E-9028-316554DDC629}">
      <dgm:prSet/>
      <dgm:spPr/>
      <dgm:t>
        <a:bodyPr/>
        <a:lstStyle/>
        <a:p>
          <a:endParaRPr lang="tr-TR" sz="2000"/>
        </a:p>
      </dgm:t>
    </dgm:pt>
    <dgm:pt modelId="{88C81D0F-AF62-4308-8345-2C3DEF64FE57}" type="sibTrans" cxnId="{F54D8F23-5E6C-446E-9028-316554DDC629}">
      <dgm:prSet/>
      <dgm:spPr/>
      <dgm:t>
        <a:bodyPr/>
        <a:lstStyle/>
        <a:p>
          <a:endParaRPr lang="tr-TR"/>
        </a:p>
      </dgm:t>
    </dgm:pt>
    <dgm:pt modelId="{EAC2C51C-82F1-4BA1-9E47-0CF04C57B0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displayed as </a:t>
          </a:r>
          <a:r>
            <a:rPr lang="en-US" b="1"/>
            <a:t>0</a:t>
          </a:r>
          <a:r>
            <a:rPr lang="en-US"/>
            <a:t>’</a:t>
          </a:r>
        </a:p>
      </dgm:t>
    </dgm:pt>
    <dgm:pt modelId="{5538BE82-2E7A-4403-BFEB-A697A218FA16}" type="parTrans" cxnId="{2799E78E-4C25-4DBC-A132-63E3DFAF187C}">
      <dgm:prSet/>
      <dgm:spPr/>
      <dgm:t>
        <a:bodyPr/>
        <a:lstStyle/>
        <a:p>
          <a:endParaRPr lang="tr-TR" sz="2000"/>
        </a:p>
      </dgm:t>
    </dgm:pt>
    <dgm:pt modelId="{A777E236-19BB-4F37-9339-195E68B58E1E}" type="sibTrans" cxnId="{2799E78E-4C25-4DBC-A132-63E3DFAF187C}">
      <dgm:prSet/>
      <dgm:spPr/>
      <dgm:t>
        <a:bodyPr/>
        <a:lstStyle/>
        <a:p>
          <a:endParaRPr lang="tr-TR"/>
        </a:p>
      </dgm:t>
    </dgm:pt>
    <dgm:pt modelId="{A94D3539-C15F-4963-BF2B-47B9642EE3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First Hardened Child</a:t>
          </a:r>
          <a:endParaRPr lang="en-US"/>
        </a:p>
      </dgm:t>
    </dgm:pt>
    <dgm:pt modelId="{B3C119DB-D745-44AF-A9C2-7E974EECE2C7}" type="parTrans" cxnId="{01FC9EE0-62D7-4CA8-ADFB-C662D3B437EB}">
      <dgm:prSet/>
      <dgm:spPr/>
      <dgm:t>
        <a:bodyPr/>
        <a:lstStyle/>
        <a:p>
          <a:endParaRPr lang="tr-TR" sz="2000"/>
        </a:p>
      </dgm:t>
    </dgm:pt>
    <dgm:pt modelId="{C31CFDD4-8D13-43E9-AB0A-45BD02F90D35}" type="sibTrans" cxnId="{01FC9EE0-62D7-4CA8-ADFB-C662D3B437EB}">
      <dgm:prSet/>
      <dgm:spPr/>
      <dgm:t>
        <a:bodyPr/>
        <a:lstStyle/>
        <a:p>
          <a:endParaRPr lang="tr-TR"/>
        </a:p>
      </dgm:t>
    </dgm:pt>
    <dgm:pt modelId="{E7974D42-C404-4410-9939-9A313A31BE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Second</a:t>
          </a:r>
          <a:r>
            <a:rPr lang="tr-TR"/>
            <a:t> </a:t>
          </a:r>
          <a:r>
            <a:rPr lang="en-US"/>
            <a:t>hardened key</a:t>
          </a:r>
        </a:p>
      </dgm:t>
    </dgm:pt>
    <dgm:pt modelId="{37FD1C17-FF64-4B58-9FE6-0AC32EC719EE}" type="parTrans" cxnId="{68B09116-DAE3-43E5-B911-3E618B8DDF8C}">
      <dgm:prSet/>
      <dgm:spPr/>
      <dgm:t>
        <a:bodyPr/>
        <a:lstStyle/>
        <a:p>
          <a:endParaRPr lang="tr-TR" sz="2000"/>
        </a:p>
      </dgm:t>
    </dgm:pt>
    <dgm:pt modelId="{E3AB5ADC-45D3-4E20-B336-3E2ADF13FD44}" type="sibTrans" cxnId="{68B09116-DAE3-43E5-B911-3E618B8DDF8C}">
      <dgm:prSet/>
      <dgm:spPr/>
      <dgm:t>
        <a:bodyPr/>
        <a:lstStyle/>
        <a:p>
          <a:endParaRPr lang="tr-TR"/>
        </a:p>
      </dgm:t>
    </dgm:pt>
    <dgm:pt modelId="{0B9F5772-9F60-409B-BA15-BC17FE61C7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 displayed as </a:t>
          </a:r>
          <a:r>
            <a:rPr lang="en-US" b="1"/>
            <a:t>1</a:t>
          </a:r>
          <a:r>
            <a:rPr lang="tr-TR" b="1"/>
            <a:t>’</a:t>
          </a:r>
          <a:endParaRPr lang="en-US"/>
        </a:p>
      </dgm:t>
    </dgm:pt>
    <dgm:pt modelId="{C25320F4-1F54-4727-987E-AD0FF9E74D40}" type="parTrans" cxnId="{2436D511-1F92-4892-B820-53078620032B}">
      <dgm:prSet/>
      <dgm:spPr/>
      <dgm:t>
        <a:bodyPr/>
        <a:lstStyle/>
        <a:p>
          <a:endParaRPr lang="tr-TR" sz="2000"/>
        </a:p>
      </dgm:t>
    </dgm:pt>
    <dgm:pt modelId="{79C9D5F3-89A6-4910-89E2-63E51DDA10F2}" type="sibTrans" cxnId="{2436D511-1F92-4892-B820-53078620032B}">
      <dgm:prSet/>
      <dgm:spPr/>
      <dgm:t>
        <a:bodyPr/>
        <a:lstStyle/>
        <a:p>
          <a:endParaRPr lang="tr-TR"/>
        </a:p>
      </dgm:t>
    </dgm:pt>
    <dgm:pt modelId="{ECEDF86A-DA72-41FA-B6B0-D2C9D62687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means 2</a:t>
          </a:r>
          <a:r>
            <a:rPr lang="en-US" baseline="30000"/>
            <a:t>31</a:t>
          </a:r>
          <a:r>
            <a:rPr lang="en-US"/>
            <a:t>+i.</a:t>
          </a:r>
        </a:p>
      </dgm:t>
    </dgm:pt>
    <dgm:pt modelId="{05497ECD-5C41-4B53-899D-BD8CB7433969}" type="parTrans" cxnId="{EE8E06FB-03A4-4DD3-98A1-F53624F76B85}">
      <dgm:prSet/>
      <dgm:spPr/>
      <dgm:t>
        <a:bodyPr/>
        <a:lstStyle/>
        <a:p>
          <a:endParaRPr lang="tr-TR" sz="2000"/>
        </a:p>
      </dgm:t>
    </dgm:pt>
    <dgm:pt modelId="{F43FE939-25DA-45E7-BF4F-9970C3A77202}" type="sibTrans" cxnId="{EE8E06FB-03A4-4DD3-98A1-F53624F76B85}">
      <dgm:prSet/>
      <dgm:spPr/>
      <dgm:t>
        <a:bodyPr/>
        <a:lstStyle/>
        <a:p>
          <a:endParaRPr lang="tr-TR"/>
        </a:p>
      </dgm:t>
    </dgm:pt>
    <dgm:pt modelId="{7FB4D839-23EE-4060-956C-8D198ED032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and so on</a:t>
          </a:r>
        </a:p>
      </dgm:t>
    </dgm:pt>
    <dgm:pt modelId="{321606EA-D29B-4AD7-8035-A9024F4B2C9D}" type="parTrans" cxnId="{538ED30F-581E-4D37-AC97-7F3D319CEE4F}">
      <dgm:prSet/>
      <dgm:spPr/>
      <dgm:t>
        <a:bodyPr/>
        <a:lstStyle/>
        <a:p>
          <a:endParaRPr lang="tr-TR"/>
        </a:p>
      </dgm:t>
    </dgm:pt>
    <dgm:pt modelId="{C7E06DE3-972B-4E28-B4A1-20AB11DFC761}" type="sibTrans" cxnId="{538ED30F-581E-4D37-AC97-7F3D319CEE4F}">
      <dgm:prSet/>
      <dgm:spPr/>
      <dgm:t>
        <a:bodyPr/>
        <a:lstStyle/>
        <a:p>
          <a:endParaRPr lang="tr-TR"/>
        </a:p>
      </dgm:t>
    </dgm:pt>
    <dgm:pt modelId="{8B421284-E068-443A-9A6A-55923EFCAEB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2’</a:t>
          </a:r>
          <a:endParaRPr lang="en-US"/>
        </a:p>
      </dgm:t>
    </dgm:pt>
    <dgm:pt modelId="{6AB93F08-B987-4244-A0B4-27939FF2A7F5}" type="parTrans" cxnId="{57316D6E-2520-4C64-920E-38824BF990CD}">
      <dgm:prSet/>
      <dgm:spPr/>
      <dgm:t>
        <a:bodyPr/>
        <a:lstStyle/>
        <a:p>
          <a:endParaRPr lang="tr-TR"/>
        </a:p>
      </dgm:t>
    </dgm:pt>
    <dgm:pt modelId="{90354426-060A-4705-B469-A0CE531AF148}" type="sibTrans" cxnId="{57316D6E-2520-4C64-920E-38824BF990CD}">
      <dgm:prSet/>
      <dgm:spPr/>
      <dgm:t>
        <a:bodyPr/>
        <a:lstStyle/>
        <a:p>
          <a:endParaRPr lang="tr-TR"/>
        </a:p>
      </dgm:t>
    </dgm:pt>
    <dgm:pt modelId="{3A4C0050-1A7D-4E6C-AD06-28E9B71DD5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3’</a:t>
          </a:r>
          <a:endParaRPr lang="en-US"/>
        </a:p>
      </dgm:t>
    </dgm:pt>
    <dgm:pt modelId="{7F78CADD-D133-4AC7-AD16-35C3CE1A92F3}" type="parTrans" cxnId="{C09F1589-B343-4031-B408-6C2F42747565}">
      <dgm:prSet/>
      <dgm:spPr/>
      <dgm:t>
        <a:bodyPr/>
        <a:lstStyle/>
        <a:p>
          <a:endParaRPr lang="tr-TR"/>
        </a:p>
      </dgm:t>
    </dgm:pt>
    <dgm:pt modelId="{2EED2CAA-2A94-402B-BADF-A3A3CD0C8FD4}" type="sibTrans" cxnId="{C09F1589-B343-4031-B408-6C2F42747565}">
      <dgm:prSet/>
      <dgm:spPr/>
      <dgm:t>
        <a:bodyPr/>
        <a:lstStyle/>
        <a:p>
          <a:endParaRPr lang="tr-TR"/>
        </a:p>
      </dgm:t>
    </dgm:pt>
    <dgm:pt modelId="{153CC81F-62A6-438D-AAB9-FC813DDE4F7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…</a:t>
          </a:r>
          <a:endParaRPr lang="en-US"/>
        </a:p>
      </dgm:t>
    </dgm:pt>
    <dgm:pt modelId="{03991359-B63C-4D42-BB9A-1076A298C06B}" type="parTrans" cxnId="{2E6E7003-23BB-4C39-9C51-FE85F149997F}">
      <dgm:prSet/>
      <dgm:spPr/>
      <dgm:t>
        <a:bodyPr/>
        <a:lstStyle/>
        <a:p>
          <a:endParaRPr lang="tr-TR"/>
        </a:p>
      </dgm:t>
    </dgm:pt>
    <dgm:pt modelId="{E9597B89-D4E6-40A8-8229-50907D239AED}" type="sibTrans" cxnId="{2E6E7003-23BB-4C39-9C51-FE85F149997F}">
      <dgm:prSet/>
      <dgm:spPr/>
      <dgm:t>
        <a:bodyPr/>
        <a:lstStyle/>
        <a:p>
          <a:endParaRPr lang="tr-TR"/>
        </a:p>
      </dgm:t>
    </dgm:pt>
    <dgm:pt modelId="{DE76AF03-B14F-44A2-AB6E-4A2E64A670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index</a:t>
          </a:r>
          <a:r>
            <a:rPr lang="tr-TR"/>
            <a:t> </a:t>
          </a:r>
          <a:r>
            <a:rPr lang="en-US"/>
            <a:t>0x80000000 </a:t>
          </a:r>
        </a:p>
      </dgm:t>
    </dgm:pt>
    <dgm:pt modelId="{EC9E150C-6AF2-4F79-B048-DC084B275DF2}" type="parTrans" cxnId="{48E03883-E9A7-4FA7-9DA3-80A37B0D7495}">
      <dgm:prSet/>
      <dgm:spPr/>
      <dgm:t>
        <a:bodyPr/>
        <a:lstStyle/>
        <a:p>
          <a:endParaRPr lang="tr-TR"/>
        </a:p>
      </dgm:t>
    </dgm:pt>
    <dgm:pt modelId="{9675671A-B497-4910-A149-E4F64012D273}" type="sibTrans" cxnId="{48E03883-E9A7-4FA7-9DA3-80A37B0D7495}">
      <dgm:prSet/>
      <dgm:spPr/>
    </dgm:pt>
    <dgm:pt modelId="{22911095-5B73-4C98-A3B9-0651ADB263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would</a:t>
          </a:r>
          <a:r>
            <a:rPr lang="tr-TR"/>
            <a:t> </a:t>
          </a:r>
          <a:r>
            <a:rPr lang="en-US"/>
            <a:t>have index 0x80000001 </a:t>
          </a:r>
        </a:p>
      </dgm:t>
    </dgm:pt>
    <dgm:pt modelId="{2FA6BA80-1228-4904-897A-48AF70DC1637}" type="parTrans" cxnId="{00EEF84C-819C-4FDD-B51A-FF4599CAA891}">
      <dgm:prSet/>
      <dgm:spPr/>
      <dgm:t>
        <a:bodyPr/>
        <a:lstStyle/>
        <a:p>
          <a:endParaRPr lang="tr-TR"/>
        </a:p>
      </dgm:t>
    </dgm:pt>
    <dgm:pt modelId="{E1441FE7-5749-4BE0-9EF7-915C382B4336}" type="sibTrans" cxnId="{00EEF84C-819C-4FDD-B51A-FF4599CAA891}">
      <dgm:prSet/>
      <dgm:spPr/>
    </dgm:pt>
    <dgm:pt modelId="{B87C24E0-7F20-41E4-8B4E-BDB9A8F2B3DC}" type="pres">
      <dgm:prSet presAssocID="{3A333610-75EB-4E95-A216-3172B762ABC4}" presName="root" presStyleCnt="0">
        <dgm:presLayoutVars>
          <dgm:dir/>
          <dgm:resizeHandles val="exact"/>
        </dgm:presLayoutVars>
      </dgm:prSet>
      <dgm:spPr/>
    </dgm:pt>
    <dgm:pt modelId="{905C07CC-9564-44FB-9B60-7E754DEA2E05}" type="pres">
      <dgm:prSet presAssocID="{1475838A-7C5E-406D-95C6-1FEFE546B7C5}" presName="compNode" presStyleCnt="0"/>
      <dgm:spPr/>
    </dgm:pt>
    <dgm:pt modelId="{DB8BB6F7-6389-4779-936C-B9B8A8AFA2E0}" type="pres">
      <dgm:prSet presAssocID="{1475838A-7C5E-406D-95C6-1FEFE546B7C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7ADED3A1-6B3A-47D3-82BB-F9BF82CC6B10}" type="pres">
      <dgm:prSet presAssocID="{1475838A-7C5E-406D-95C6-1FEFE546B7C5}" presName="iconSpace" presStyleCnt="0"/>
      <dgm:spPr/>
    </dgm:pt>
    <dgm:pt modelId="{632FECE9-3617-49E6-9C21-7DEB41F65205}" type="pres">
      <dgm:prSet presAssocID="{1475838A-7C5E-406D-95C6-1FEFE546B7C5}" presName="parTx" presStyleLbl="revTx" presStyleIdx="0" presStyleCnt="10">
        <dgm:presLayoutVars>
          <dgm:chMax val="0"/>
          <dgm:chPref val="0"/>
        </dgm:presLayoutVars>
      </dgm:prSet>
      <dgm:spPr/>
    </dgm:pt>
    <dgm:pt modelId="{44058EC0-1068-4DB9-BD13-1C2585001DFB}" type="pres">
      <dgm:prSet presAssocID="{1475838A-7C5E-406D-95C6-1FEFE546B7C5}" presName="txSpace" presStyleCnt="0"/>
      <dgm:spPr/>
    </dgm:pt>
    <dgm:pt modelId="{815C4606-FC19-49BF-867A-DC4DD1CA8D7F}" type="pres">
      <dgm:prSet presAssocID="{1475838A-7C5E-406D-95C6-1FEFE546B7C5}" presName="desTx" presStyleLbl="revTx" presStyleIdx="1" presStyleCnt="10">
        <dgm:presLayoutVars/>
      </dgm:prSet>
      <dgm:spPr/>
    </dgm:pt>
    <dgm:pt modelId="{4BEF029F-93B0-4AD7-8108-4D63BC398DB4}" type="pres">
      <dgm:prSet presAssocID="{CC121476-5057-4587-9DF6-3511FE6751DC}" presName="sibTrans" presStyleCnt="0"/>
      <dgm:spPr/>
    </dgm:pt>
    <dgm:pt modelId="{072B2975-DDF5-4212-9298-569F3908B163}" type="pres">
      <dgm:prSet presAssocID="{A94D3539-C15F-4963-BF2B-47B9642EE380}" presName="compNode" presStyleCnt="0"/>
      <dgm:spPr/>
    </dgm:pt>
    <dgm:pt modelId="{0E7E48B7-629D-4AE8-9691-C55E73E40D6B}" type="pres">
      <dgm:prSet presAssocID="{A94D3539-C15F-4963-BF2B-47B9642EE380}" presName="iconRect" presStyleLbl="nod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24213CEB-D5DD-4929-B94D-ED065AF39EE1}" type="pres">
      <dgm:prSet presAssocID="{A94D3539-C15F-4963-BF2B-47B9642EE380}" presName="iconSpace" presStyleCnt="0"/>
      <dgm:spPr/>
    </dgm:pt>
    <dgm:pt modelId="{32AC4EF5-4C49-4B64-A264-E9CD7C4E6C85}" type="pres">
      <dgm:prSet presAssocID="{A94D3539-C15F-4963-BF2B-47B9642EE380}" presName="parTx" presStyleLbl="revTx" presStyleIdx="2" presStyleCnt="10">
        <dgm:presLayoutVars>
          <dgm:chMax val="0"/>
          <dgm:chPref val="0"/>
        </dgm:presLayoutVars>
      </dgm:prSet>
      <dgm:spPr/>
    </dgm:pt>
    <dgm:pt modelId="{27B13B71-CEC5-478E-942C-EDBA4C0AA805}" type="pres">
      <dgm:prSet presAssocID="{A94D3539-C15F-4963-BF2B-47B9642EE380}" presName="txSpace" presStyleCnt="0"/>
      <dgm:spPr/>
    </dgm:pt>
    <dgm:pt modelId="{2BCCFC2B-1E2E-4E2E-AB6A-712D83D8A860}" type="pres">
      <dgm:prSet presAssocID="{A94D3539-C15F-4963-BF2B-47B9642EE380}" presName="desTx" presStyleLbl="revTx" presStyleIdx="3" presStyleCnt="10">
        <dgm:presLayoutVars/>
      </dgm:prSet>
      <dgm:spPr/>
    </dgm:pt>
    <dgm:pt modelId="{3A0DE334-2FAC-4B7D-B787-16097DFA4F04}" type="pres">
      <dgm:prSet presAssocID="{C31CFDD4-8D13-43E9-AB0A-45BD02F90D35}" presName="sibTrans" presStyleCnt="0"/>
      <dgm:spPr/>
    </dgm:pt>
    <dgm:pt modelId="{DB38D764-BAA1-46CD-85DB-5CFA19346CAE}" type="pres">
      <dgm:prSet presAssocID="{E7974D42-C404-4410-9939-9A313A31BEE0}" presName="compNode" presStyleCnt="0"/>
      <dgm:spPr/>
    </dgm:pt>
    <dgm:pt modelId="{E905EC24-15D7-462C-9E97-F69B0DDE8672}" type="pres">
      <dgm:prSet presAssocID="{E7974D42-C404-4410-9939-9A313A31BEE0}" presName="iconRect" presStyleLbl="node1" presStyleIdx="2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D61E1A-B5ED-4294-AB25-04BFED834D9C}" type="pres">
      <dgm:prSet presAssocID="{E7974D42-C404-4410-9939-9A313A31BEE0}" presName="iconSpace" presStyleCnt="0"/>
      <dgm:spPr/>
    </dgm:pt>
    <dgm:pt modelId="{CF9966D6-1790-4AA7-A2E9-89A3EFAFC258}" type="pres">
      <dgm:prSet presAssocID="{E7974D42-C404-4410-9939-9A313A31BEE0}" presName="parTx" presStyleLbl="revTx" presStyleIdx="4" presStyleCnt="10">
        <dgm:presLayoutVars>
          <dgm:chMax val="0"/>
          <dgm:chPref val="0"/>
        </dgm:presLayoutVars>
      </dgm:prSet>
      <dgm:spPr/>
    </dgm:pt>
    <dgm:pt modelId="{4808D626-B96D-4264-8DA6-21C88AE8914B}" type="pres">
      <dgm:prSet presAssocID="{E7974D42-C404-4410-9939-9A313A31BEE0}" presName="txSpace" presStyleCnt="0"/>
      <dgm:spPr/>
    </dgm:pt>
    <dgm:pt modelId="{C4E7D42D-1772-4687-905C-CC9368A16EBC}" type="pres">
      <dgm:prSet presAssocID="{E7974D42-C404-4410-9939-9A313A31BEE0}" presName="desTx" presStyleLbl="revTx" presStyleIdx="5" presStyleCnt="10">
        <dgm:presLayoutVars/>
      </dgm:prSet>
      <dgm:spPr/>
    </dgm:pt>
    <dgm:pt modelId="{BB3C735F-7D03-460D-B502-8A26B6AA939D}" type="pres">
      <dgm:prSet presAssocID="{E3AB5ADC-45D3-4E20-B336-3E2ADF13FD44}" presName="sibTrans" presStyleCnt="0"/>
      <dgm:spPr/>
    </dgm:pt>
    <dgm:pt modelId="{DC03F820-13D4-479C-82F1-344F97E17218}" type="pres">
      <dgm:prSet presAssocID="{7FB4D839-23EE-4060-956C-8D198ED032C6}" presName="compNode" presStyleCnt="0"/>
      <dgm:spPr/>
    </dgm:pt>
    <dgm:pt modelId="{62D3415D-DF51-4A64-9BB5-38A9325178F9}" type="pres">
      <dgm:prSet presAssocID="{7FB4D839-23EE-4060-956C-8D198ED032C6}" presName="iconRect" presStyleLbl="node1" presStyleIdx="3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5"/>
        </a:ext>
      </dgm:extLst>
    </dgm:pt>
    <dgm:pt modelId="{ED15BF84-388F-46A0-A334-996DF8A34F47}" type="pres">
      <dgm:prSet presAssocID="{7FB4D839-23EE-4060-956C-8D198ED032C6}" presName="iconSpace" presStyleCnt="0"/>
      <dgm:spPr/>
    </dgm:pt>
    <dgm:pt modelId="{314A7638-BA91-4091-A2DC-545197A68F1D}" type="pres">
      <dgm:prSet presAssocID="{7FB4D839-23EE-4060-956C-8D198ED032C6}" presName="parTx" presStyleLbl="revTx" presStyleIdx="6" presStyleCnt="10">
        <dgm:presLayoutVars>
          <dgm:chMax val="0"/>
          <dgm:chPref val="0"/>
        </dgm:presLayoutVars>
      </dgm:prSet>
      <dgm:spPr/>
    </dgm:pt>
    <dgm:pt modelId="{78E14ADA-D5F5-4761-91B7-006930BD883A}" type="pres">
      <dgm:prSet presAssocID="{7FB4D839-23EE-4060-956C-8D198ED032C6}" presName="txSpace" presStyleCnt="0"/>
      <dgm:spPr/>
    </dgm:pt>
    <dgm:pt modelId="{88F09DCE-64AF-4645-9937-F4BE4803E82B}" type="pres">
      <dgm:prSet presAssocID="{7FB4D839-23EE-4060-956C-8D198ED032C6}" presName="desTx" presStyleLbl="revTx" presStyleIdx="7" presStyleCnt="10">
        <dgm:presLayoutVars/>
      </dgm:prSet>
      <dgm:spPr/>
    </dgm:pt>
    <dgm:pt modelId="{906D99D5-1F42-4D5B-813B-AAB5436AF6BE}" type="pres">
      <dgm:prSet presAssocID="{C7E06DE3-972B-4E28-B4A1-20AB11DFC761}" presName="sibTrans" presStyleCnt="0"/>
      <dgm:spPr/>
    </dgm:pt>
    <dgm:pt modelId="{AE5B2A14-AF4D-4BAE-A648-33FA95CD19F3}" type="pres">
      <dgm:prSet presAssocID="{83E73C29-BDA5-4057-8746-866B18BBB384}" presName="compNode" presStyleCnt="0"/>
      <dgm:spPr/>
    </dgm:pt>
    <dgm:pt modelId="{05E40F9B-16D6-4423-926C-E1A4D57B60E5}" type="pres">
      <dgm:prSet presAssocID="{83E73C29-BDA5-4057-8746-866B18BBB384}" presName="iconRect" presStyleLbl="node1" presStyleIdx="4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4CB58C80-4A82-4C55-8F3F-AD5ECBE9D01D}" type="pres">
      <dgm:prSet presAssocID="{83E73C29-BDA5-4057-8746-866B18BBB384}" presName="iconSpace" presStyleCnt="0"/>
      <dgm:spPr/>
    </dgm:pt>
    <dgm:pt modelId="{EFD3878E-2765-4CD9-AEFA-ABC86E602C77}" type="pres">
      <dgm:prSet presAssocID="{83E73C29-BDA5-4057-8746-866B18BBB384}" presName="parTx" presStyleLbl="revTx" presStyleIdx="8" presStyleCnt="10">
        <dgm:presLayoutVars>
          <dgm:chMax val="0"/>
          <dgm:chPref val="0"/>
        </dgm:presLayoutVars>
      </dgm:prSet>
      <dgm:spPr/>
    </dgm:pt>
    <dgm:pt modelId="{0999F5FD-A80E-4D46-9B8E-AF14945400E9}" type="pres">
      <dgm:prSet presAssocID="{83E73C29-BDA5-4057-8746-866B18BBB384}" presName="txSpace" presStyleCnt="0"/>
      <dgm:spPr/>
    </dgm:pt>
    <dgm:pt modelId="{7AA3098D-A627-434C-A5CB-966834B25929}" type="pres">
      <dgm:prSet presAssocID="{83E73C29-BDA5-4057-8746-866B18BBB384}" presName="desTx" presStyleLbl="revTx" presStyleIdx="9" presStyleCnt="10">
        <dgm:presLayoutVars/>
      </dgm:prSet>
      <dgm:spPr/>
    </dgm:pt>
  </dgm:ptLst>
  <dgm:cxnLst>
    <dgm:cxn modelId="{2E6E7003-23BB-4C39-9C51-FE85F149997F}" srcId="{7FB4D839-23EE-4060-956C-8D198ED032C6}" destId="{153CC81F-62A6-438D-AAB9-FC813DDE4F72}" srcOrd="2" destOrd="0" parTransId="{03991359-B63C-4D42-BB9A-1076A298C06B}" sibTransId="{E9597B89-D4E6-40A8-8229-50907D239AED}"/>
    <dgm:cxn modelId="{F6C1180C-2E29-4007-9EB8-872B92CF989A}" type="presOf" srcId="{8B421284-E068-443A-9A6A-55923EFCAEB0}" destId="{88F09DCE-64AF-4645-9937-F4BE4803E82B}" srcOrd="0" destOrd="0" presId="urn:microsoft.com/office/officeart/2018/5/layout/CenteredIconLabelDescriptionList"/>
    <dgm:cxn modelId="{538ED30F-581E-4D37-AC97-7F3D319CEE4F}" srcId="{3A333610-75EB-4E95-A216-3172B762ABC4}" destId="{7FB4D839-23EE-4060-956C-8D198ED032C6}" srcOrd="3" destOrd="0" parTransId="{321606EA-D29B-4AD7-8035-A9024F4B2C9D}" sibTransId="{C7E06DE3-972B-4E28-B4A1-20AB11DFC761}"/>
    <dgm:cxn modelId="{2436D511-1F92-4892-B820-53078620032B}" srcId="{E7974D42-C404-4410-9939-9A313A31BEE0}" destId="{0B9F5772-9F60-409B-BA15-BC17FE61C7CB}" srcOrd="0" destOrd="0" parTransId="{C25320F4-1F54-4727-987E-AD0FF9E74D40}" sibTransId="{79C9D5F3-89A6-4910-89E2-63E51DDA10F2}"/>
    <dgm:cxn modelId="{68B09116-DAE3-43E5-B911-3E618B8DDF8C}" srcId="{3A333610-75EB-4E95-A216-3172B762ABC4}" destId="{E7974D42-C404-4410-9939-9A313A31BEE0}" srcOrd="2" destOrd="0" parTransId="{37FD1C17-FF64-4B58-9FE6-0AC32EC719EE}" sibTransId="{E3AB5ADC-45D3-4E20-B336-3E2ADF13FD44}"/>
    <dgm:cxn modelId="{E71DE61C-0CE9-4102-A926-0903F8B42CC8}" type="presOf" srcId="{A94D3539-C15F-4963-BF2B-47B9642EE380}" destId="{32AC4EF5-4C49-4B64-A264-E9CD7C4E6C85}" srcOrd="0" destOrd="0" presId="urn:microsoft.com/office/officeart/2018/5/layout/CenteredIconLabelDescriptionList"/>
    <dgm:cxn modelId="{A839F920-1FFD-4ECA-A00D-CF58F7A73480}" srcId="{83E73C29-BDA5-4057-8746-866B18BBB384}" destId="{87619C3F-D693-43D2-95C6-592BE9C49380}" srcOrd="0" destOrd="0" parTransId="{13AD290E-A493-4E81-AA94-AB8DDF0C9708}" sibTransId="{1AF76A46-8BA6-4640-82D5-6457F44E18BB}"/>
    <dgm:cxn modelId="{9AD27B23-C8E3-4DD2-9CCA-DA15C96232CE}" type="presOf" srcId="{DE76AF03-B14F-44A2-AB6E-4A2E64A670C9}" destId="{2BCCFC2B-1E2E-4E2E-AB6A-712D83D8A860}" srcOrd="0" destOrd="1" presId="urn:microsoft.com/office/officeart/2018/5/layout/CenteredIconLabelDescriptionList"/>
    <dgm:cxn modelId="{F54D8F23-5E6C-446E-9028-316554DDC629}" srcId="{3A333610-75EB-4E95-A216-3172B762ABC4}" destId="{83E73C29-BDA5-4057-8746-866B18BBB384}" srcOrd="4" destOrd="0" parTransId="{C8C7DFB9-2454-46C0-9BD8-932DC3227BB0}" sibTransId="{88C81D0F-AF62-4308-8345-2C3DEF64FE57}"/>
    <dgm:cxn modelId="{AD0D5638-FFA5-425B-86CC-2C9E40262131}" type="presOf" srcId="{0B9F5772-9F60-409B-BA15-BC17FE61C7CB}" destId="{C4E7D42D-1772-4687-905C-CC9368A16EBC}" srcOrd="0" destOrd="0" presId="urn:microsoft.com/office/officeart/2018/5/layout/CenteredIconLabelDescriptionList"/>
    <dgm:cxn modelId="{4BB5ED3C-31AA-4E75-BB8F-E635CBE92C4C}" type="presOf" srcId="{3A4C0050-1A7D-4E6C-AD06-28E9B71DD50E}" destId="{88F09DCE-64AF-4645-9937-F4BE4803E82B}" srcOrd="0" destOrd="1" presId="urn:microsoft.com/office/officeart/2018/5/layout/CenteredIconLabelDescriptionList"/>
    <dgm:cxn modelId="{AD632463-BF7C-4A4B-BD9D-A76947D943F0}" type="presOf" srcId="{E7974D42-C404-4410-9939-9A313A31BEE0}" destId="{CF9966D6-1790-4AA7-A2E9-89A3EFAFC258}" srcOrd="0" destOrd="0" presId="urn:microsoft.com/office/officeart/2018/5/layout/CenteredIconLabelDescriptionList"/>
    <dgm:cxn modelId="{C00F5E47-01EA-4692-A455-F649477A95C7}" type="presOf" srcId="{22911095-5B73-4C98-A3B9-0651ADB263AE}" destId="{C4E7D42D-1772-4687-905C-CC9368A16EBC}" srcOrd="0" destOrd="1" presId="urn:microsoft.com/office/officeart/2018/5/layout/CenteredIconLabelDescriptionList"/>
    <dgm:cxn modelId="{00EEF84C-819C-4FDD-B51A-FF4599CAA891}" srcId="{E7974D42-C404-4410-9939-9A313A31BEE0}" destId="{22911095-5B73-4C98-A3B9-0651ADB263AE}" srcOrd="1" destOrd="0" parTransId="{2FA6BA80-1228-4904-897A-48AF70DC1637}" sibTransId="{E1441FE7-5749-4BE0-9EF7-915C382B4336}"/>
    <dgm:cxn modelId="{57316D6E-2520-4C64-920E-38824BF990CD}" srcId="{7FB4D839-23EE-4060-956C-8D198ED032C6}" destId="{8B421284-E068-443A-9A6A-55923EFCAEB0}" srcOrd="0" destOrd="0" parTransId="{6AB93F08-B987-4244-A0B4-27939FF2A7F5}" sibTransId="{90354426-060A-4705-B469-A0CE531AF148}"/>
    <dgm:cxn modelId="{9ACDE357-D9C3-4E17-9BAD-C3F8268A61B8}" type="presOf" srcId="{EAC2C51C-82F1-4BA1-9E47-0CF04C57B041}" destId="{2BCCFC2B-1E2E-4E2E-AB6A-712D83D8A860}" srcOrd="0" destOrd="0" presId="urn:microsoft.com/office/officeart/2018/5/layout/CenteredIconLabelDescriptionList"/>
    <dgm:cxn modelId="{48E03883-E9A7-4FA7-9DA3-80A37B0D7495}" srcId="{A94D3539-C15F-4963-BF2B-47B9642EE380}" destId="{DE76AF03-B14F-44A2-AB6E-4A2E64A670C9}" srcOrd="1" destOrd="0" parTransId="{EC9E150C-6AF2-4F79-B048-DC084B275DF2}" sibTransId="{9675671A-B497-4910-A149-E4F64012D273}"/>
    <dgm:cxn modelId="{E79ABA87-77F9-4CD3-A423-D8819F91AC3A}" type="presOf" srcId="{87619C3F-D693-43D2-95C6-592BE9C49380}" destId="{7AA3098D-A627-434C-A5CB-966834B25929}" srcOrd="0" destOrd="0" presId="urn:microsoft.com/office/officeart/2018/5/layout/CenteredIconLabelDescriptionList"/>
    <dgm:cxn modelId="{C09F1589-B343-4031-B408-6C2F42747565}" srcId="{7FB4D839-23EE-4060-956C-8D198ED032C6}" destId="{3A4C0050-1A7D-4E6C-AD06-28E9B71DD50E}" srcOrd="1" destOrd="0" parTransId="{7F78CADD-D133-4AC7-AD16-35C3CE1A92F3}" sibTransId="{2EED2CAA-2A94-402B-BADF-A3A3CD0C8FD4}"/>
    <dgm:cxn modelId="{2799E78E-4C25-4DBC-A132-63E3DFAF187C}" srcId="{A94D3539-C15F-4963-BF2B-47B9642EE380}" destId="{EAC2C51C-82F1-4BA1-9E47-0CF04C57B041}" srcOrd="0" destOrd="0" parTransId="{5538BE82-2E7A-4403-BFEB-A697A218FA16}" sibTransId="{A777E236-19BB-4F37-9339-195E68B58E1E}"/>
    <dgm:cxn modelId="{FB992090-1D57-44E9-9C83-B2DBDA945E5D}" type="presOf" srcId="{3A333610-75EB-4E95-A216-3172B762ABC4}" destId="{B87C24E0-7F20-41E4-8B4E-BDB9A8F2B3DC}" srcOrd="0" destOrd="0" presId="urn:microsoft.com/office/officeart/2018/5/layout/CenteredIconLabelDescriptionList"/>
    <dgm:cxn modelId="{DAB4D695-086D-4076-9FC4-5DA7D3171B65}" type="presOf" srcId="{CBA99DC1-967A-4562-AD2E-DD188E9DE2B4}" destId="{815C4606-FC19-49BF-867A-DC4DD1CA8D7F}" srcOrd="0" destOrd="0" presId="urn:microsoft.com/office/officeart/2018/5/layout/CenteredIconLabelDescriptionList"/>
    <dgm:cxn modelId="{93778F9C-139B-4EEE-BF50-3CAB22535D80}" type="presOf" srcId="{1475838A-7C5E-406D-95C6-1FEFE546B7C5}" destId="{632FECE9-3617-49E6-9C21-7DEB41F65205}" srcOrd="0" destOrd="0" presId="urn:microsoft.com/office/officeart/2018/5/layout/CenteredIconLabelDescriptionList"/>
    <dgm:cxn modelId="{B52691BB-4BCB-4FAD-A9A8-DAFB06FFB429}" type="presOf" srcId="{153CC81F-62A6-438D-AAB9-FC813DDE4F72}" destId="{88F09DCE-64AF-4645-9937-F4BE4803E82B}" srcOrd="0" destOrd="2" presId="urn:microsoft.com/office/officeart/2018/5/layout/CenteredIconLabelDescriptionList"/>
    <dgm:cxn modelId="{880456D1-9B58-4DBA-9029-62F3495E1DC9}" type="presOf" srcId="{7FB4D839-23EE-4060-956C-8D198ED032C6}" destId="{314A7638-BA91-4091-A2DC-545197A68F1D}" srcOrd="0" destOrd="0" presId="urn:microsoft.com/office/officeart/2018/5/layout/CenteredIconLabelDescriptionList"/>
    <dgm:cxn modelId="{4ADE30DE-8D18-47C3-A7A9-A4C47AF98B48}" srcId="{3A333610-75EB-4E95-A216-3172B762ABC4}" destId="{1475838A-7C5E-406D-95C6-1FEFE546B7C5}" srcOrd="0" destOrd="0" parTransId="{94DD5A8D-4BEE-4626-B42B-4DC99C107247}" sibTransId="{CC121476-5057-4587-9DF6-3511FE6751DC}"/>
    <dgm:cxn modelId="{01FC9EE0-62D7-4CA8-ADFB-C662D3B437EB}" srcId="{3A333610-75EB-4E95-A216-3172B762ABC4}" destId="{A94D3539-C15F-4963-BF2B-47B9642EE380}" srcOrd="1" destOrd="0" parTransId="{B3C119DB-D745-44AF-A9C2-7E974EECE2C7}" sibTransId="{C31CFDD4-8D13-43E9-AB0A-45BD02F90D35}"/>
    <dgm:cxn modelId="{1C8D50E6-6793-484A-B4CA-69DC8862413B}" srcId="{1475838A-7C5E-406D-95C6-1FEFE546B7C5}" destId="{CBA99DC1-967A-4562-AD2E-DD188E9DE2B4}" srcOrd="0" destOrd="0" parTransId="{D7601695-A14F-4644-93AB-F15FE22D8B0F}" sibTransId="{ECD9D1CB-69BC-4BEE-93EE-D024431F067C}"/>
    <dgm:cxn modelId="{721FBEF0-51C9-4AFC-A35F-DDB317097625}" type="presOf" srcId="{ECEDF86A-DA72-41FA-B6B0-D2C9D626876C}" destId="{7AA3098D-A627-434C-A5CB-966834B25929}" srcOrd="0" destOrd="1" presId="urn:microsoft.com/office/officeart/2018/5/layout/CenteredIconLabelDescriptionList"/>
    <dgm:cxn modelId="{EDCFBFF4-0461-4B2A-B1BF-8351247D26B2}" type="presOf" srcId="{83E73C29-BDA5-4057-8746-866B18BBB384}" destId="{EFD3878E-2765-4CD9-AEFA-ABC86E602C77}" srcOrd="0" destOrd="0" presId="urn:microsoft.com/office/officeart/2018/5/layout/CenteredIconLabelDescriptionList"/>
    <dgm:cxn modelId="{EE8E06FB-03A4-4DD3-98A1-F53624F76B85}" srcId="{83E73C29-BDA5-4057-8746-866B18BBB384}" destId="{ECEDF86A-DA72-41FA-B6B0-D2C9D626876C}" srcOrd="1" destOrd="0" parTransId="{05497ECD-5C41-4B53-899D-BD8CB7433969}" sibTransId="{F43FE939-25DA-45E7-BF4F-9970C3A77202}"/>
    <dgm:cxn modelId="{AC66040C-F370-47F3-8B86-260AB8D5B94F}" type="presParOf" srcId="{B87C24E0-7F20-41E4-8B4E-BDB9A8F2B3DC}" destId="{905C07CC-9564-44FB-9B60-7E754DEA2E05}" srcOrd="0" destOrd="0" presId="urn:microsoft.com/office/officeart/2018/5/layout/CenteredIconLabelDescriptionList"/>
    <dgm:cxn modelId="{3AF1C20A-4AD5-4538-8DA3-3F9AD72283E2}" type="presParOf" srcId="{905C07CC-9564-44FB-9B60-7E754DEA2E05}" destId="{DB8BB6F7-6389-4779-936C-B9B8A8AFA2E0}" srcOrd="0" destOrd="0" presId="urn:microsoft.com/office/officeart/2018/5/layout/CenteredIconLabelDescriptionList"/>
    <dgm:cxn modelId="{5EC8A42C-B333-4D5C-8EC6-FAAFFDF73173}" type="presParOf" srcId="{905C07CC-9564-44FB-9B60-7E754DEA2E05}" destId="{7ADED3A1-6B3A-47D3-82BB-F9BF82CC6B10}" srcOrd="1" destOrd="0" presId="urn:microsoft.com/office/officeart/2018/5/layout/CenteredIconLabelDescriptionList"/>
    <dgm:cxn modelId="{72DDD8E8-850B-4065-840E-296C319AD43B}" type="presParOf" srcId="{905C07CC-9564-44FB-9B60-7E754DEA2E05}" destId="{632FECE9-3617-49E6-9C21-7DEB41F65205}" srcOrd="2" destOrd="0" presId="urn:microsoft.com/office/officeart/2018/5/layout/CenteredIconLabelDescriptionList"/>
    <dgm:cxn modelId="{CAEA6EDE-037A-4EED-BFF7-DEA8C4009B64}" type="presParOf" srcId="{905C07CC-9564-44FB-9B60-7E754DEA2E05}" destId="{44058EC0-1068-4DB9-BD13-1C2585001DFB}" srcOrd="3" destOrd="0" presId="urn:microsoft.com/office/officeart/2018/5/layout/CenteredIconLabelDescriptionList"/>
    <dgm:cxn modelId="{431671FB-94C4-4E9B-9CFC-1CF8B0703FC3}" type="presParOf" srcId="{905C07CC-9564-44FB-9B60-7E754DEA2E05}" destId="{815C4606-FC19-49BF-867A-DC4DD1CA8D7F}" srcOrd="4" destOrd="0" presId="urn:microsoft.com/office/officeart/2018/5/layout/CenteredIconLabelDescriptionList"/>
    <dgm:cxn modelId="{A9D32927-1D4E-4346-99E9-66394A6B650F}" type="presParOf" srcId="{B87C24E0-7F20-41E4-8B4E-BDB9A8F2B3DC}" destId="{4BEF029F-93B0-4AD7-8108-4D63BC398DB4}" srcOrd="1" destOrd="0" presId="urn:microsoft.com/office/officeart/2018/5/layout/CenteredIconLabelDescriptionList"/>
    <dgm:cxn modelId="{5E4193E9-58E6-468B-87B6-96A008F20209}" type="presParOf" srcId="{B87C24E0-7F20-41E4-8B4E-BDB9A8F2B3DC}" destId="{072B2975-DDF5-4212-9298-569F3908B163}" srcOrd="2" destOrd="0" presId="urn:microsoft.com/office/officeart/2018/5/layout/CenteredIconLabelDescriptionList"/>
    <dgm:cxn modelId="{246F1FA1-6CFF-41EE-A230-615E9B641DA4}" type="presParOf" srcId="{072B2975-DDF5-4212-9298-569F3908B163}" destId="{0E7E48B7-629D-4AE8-9691-C55E73E40D6B}" srcOrd="0" destOrd="0" presId="urn:microsoft.com/office/officeart/2018/5/layout/CenteredIconLabelDescriptionList"/>
    <dgm:cxn modelId="{18C604A1-5C64-4964-B1B3-08DE0665A27F}" type="presParOf" srcId="{072B2975-DDF5-4212-9298-569F3908B163}" destId="{24213CEB-D5DD-4929-B94D-ED065AF39EE1}" srcOrd="1" destOrd="0" presId="urn:microsoft.com/office/officeart/2018/5/layout/CenteredIconLabelDescriptionList"/>
    <dgm:cxn modelId="{38159440-191D-4CD2-A1F5-55E7AC78ED87}" type="presParOf" srcId="{072B2975-DDF5-4212-9298-569F3908B163}" destId="{32AC4EF5-4C49-4B64-A264-E9CD7C4E6C85}" srcOrd="2" destOrd="0" presId="urn:microsoft.com/office/officeart/2018/5/layout/CenteredIconLabelDescriptionList"/>
    <dgm:cxn modelId="{BB28E5A3-D6AF-4665-9562-96342D4BCFDE}" type="presParOf" srcId="{072B2975-DDF5-4212-9298-569F3908B163}" destId="{27B13B71-CEC5-478E-942C-EDBA4C0AA805}" srcOrd="3" destOrd="0" presId="urn:microsoft.com/office/officeart/2018/5/layout/CenteredIconLabelDescriptionList"/>
    <dgm:cxn modelId="{D1A7F797-34F2-4AA7-A625-8B7C19A6B96B}" type="presParOf" srcId="{072B2975-DDF5-4212-9298-569F3908B163}" destId="{2BCCFC2B-1E2E-4E2E-AB6A-712D83D8A860}" srcOrd="4" destOrd="0" presId="urn:microsoft.com/office/officeart/2018/5/layout/CenteredIconLabelDescriptionList"/>
    <dgm:cxn modelId="{FC7F6240-AAE9-4448-8BDA-E2A7913519D4}" type="presParOf" srcId="{B87C24E0-7F20-41E4-8B4E-BDB9A8F2B3DC}" destId="{3A0DE334-2FAC-4B7D-B787-16097DFA4F04}" srcOrd="3" destOrd="0" presId="urn:microsoft.com/office/officeart/2018/5/layout/CenteredIconLabelDescriptionList"/>
    <dgm:cxn modelId="{35977A30-DA16-4618-8F35-6D59267FF11F}" type="presParOf" srcId="{B87C24E0-7F20-41E4-8B4E-BDB9A8F2B3DC}" destId="{DB38D764-BAA1-46CD-85DB-5CFA19346CAE}" srcOrd="4" destOrd="0" presId="urn:microsoft.com/office/officeart/2018/5/layout/CenteredIconLabelDescriptionList"/>
    <dgm:cxn modelId="{EBC224A6-1444-4B79-B044-75591312FC94}" type="presParOf" srcId="{DB38D764-BAA1-46CD-85DB-5CFA19346CAE}" destId="{E905EC24-15D7-462C-9E97-F69B0DDE8672}" srcOrd="0" destOrd="0" presId="urn:microsoft.com/office/officeart/2018/5/layout/CenteredIconLabelDescriptionList"/>
    <dgm:cxn modelId="{1FA250A3-7127-4E1D-B6E3-67A075779B4E}" type="presParOf" srcId="{DB38D764-BAA1-46CD-85DB-5CFA19346CAE}" destId="{B3D61E1A-B5ED-4294-AB25-04BFED834D9C}" srcOrd="1" destOrd="0" presId="urn:microsoft.com/office/officeart/2018/5/layout/CenteredIconLabelDescriptionList"/>
    <dgm:cxn modelId="{7C868AF8-2E76-49C0-967F-1197D2E6CD6A}" type="presParOf" srcId="{DB38D764-BAA1-46CD-85DB-5CFA19346CAE}" destId="{CF9966D6-1790-4AA7-A2E9-89A3EFAFC258}" srcOrd="2" destOrd="0" presId="urn:microsoft.com/office/officeart/2018/5/layout/CenteredIconLabelDescriptionList"/>
    <dgm:cxn modelId="{5FA065CB-FF45-400B-A6B4-805E64E998F9}" type="presParOf" srcId="{DB38D764-BAA1-46CD-85DB-5CFA19346CAE}" destId="{4808D626-B96D-4264-8DA6-21C88AE8914B}" srcOrd="3" destOrd="0" presId="urn:microsoft.com/office/officeart/2018/5/layout/CenteredIconLabelDescriptionList"/>
    <dgm:cxn modelId="{CD40CC52-25F8-44E1-AB0F-3D825F2C92F3}" type="presParOf" srcId="{DB38D764-BAA1-46CD-85DB-5CFA19346CAE}" destId="{C4E7D42D-1772-4687-905C-CC9368A16EBC}" srcOrd="4" destOrd="0" presId="urn:microsoft.com/office/officeart/2018/5/layout/CenteredIconLabelDescriptionList"/>
    <dgm:cxn modelId="{8DB4CDDD-116A-4FF2-8275-9059A0DD9DEF}" type="presParOf" srcId="{B87C24E0-7F20-41E4-8B4E-BDB9A8F2B3DC}" destId="{BB3C735F-7D03-460D-B502-8A26B6AA939D}" srcOrd="5" destOrd="0" presId="urn:microsoft.com/office/officeart/2018/5/layout/CenteredIconLabelDescriptionList"/>
    <dgm:cxn modelId="{1C095192-3301-40F8-830E-7420BA90AA40}" type="presParOf" srcId="{B87C24E0-7F20-41E4-8B4E-BDB9A8F2B3DC}" destId="{DC03F820-13D4-479C-82F1-344F97E17218}" srcOrd="6" destOrd="0" presId="urn:microsoft.com/office/officeart/2018/5/layout/CenteredIconLabelDescriptionList"/>
    <dgm:cxn modelId="{8F16F241-6496-455B-A094-D86B78C0848C}" type="presParOf" srcId="{DC03F820-13D4-479C-82F1-344F97E17218}" destId="{62D3415D-DF51-4A64-9BB5-38A9325178F9}" srcOrd="0" destOrd="0" presId="urn:microsoft.com/office/officeart/2018/5/layout/CenteredIconLabelDescriptionList"/>
    <dgm:cxn modelId="{578D5CEC-F87B-4D99-89FE-17EF2EEDC90B}" type="presParOf" srcId="{DC03F820-13D4-479C-82F1-344F97E17218}" destId="{ED15BF84-388F-46A0-A334-996DF8A34F47}" srcOrd="1" destOrd="0" presId="urn:microsoft.com/office/officeart/2018/5/layout/CenteredIconLabelDescriptionList"/>
    <dgm:cxn modelId="{88676E07-F166-4015-B731-639C7338FFEF}" type="presParOf" srcId="{DC03F820-13D4-479C-82F1-344F97E17218}" destId="{314A7638-BA91-4091-A2DC-545197A68F1D}" srcOrd="2" destOrd="0" presId="urn:microsoft.com/office/officeart/2018/5/layout/CenteredIconLabelDescriptionList"/>
    <dgm:cxn modelId="{80E578A9-1496-4706-9654-2C8DA39168CC}" type="presParOf" srcId="{DC03F820-13D4-479C-82F1-344F97E17218}" destId="{78E14ADA-D5F5-4761-91B7-006930BD883A}" srcOrd="3" destOrd="0" presId="urn:microsoft.com/office/officeart/2018/5/layout/CenteredIconLabelDescriptionList"/>
    <dgm:cxn modelId="{85017DB6-BEE1-43E3-A02B-9AA2407BDED0}" type="presParOf" srcId="{DC03F820-13D4-479C-82F1-344F97E17218}" destId="{88F09DCE-64AF-4645-9937-F4BE4803E82B}" srcOrd="4" destOrd="0" presId="urn:microsoft.com/office/officeart/2018/5/layout/CenteredIconLabelDescriptionList"/>
    <dgm:cxn modelId="{B14CA297-F567-4DB0-A078-37CF395C4998}" type="presParOf" srcId="{B87C24E0-7F20-41E4-8B4E-BDB9A8F2B3DC}" destId="{906D99D5-1F42-4D5B-813B-AAB5436AF6BE}" srcOrd="7" destOrd="0" presId="urn:microsoft.com/office/officeart/2018/5/layout/CenteredIconLabelDescriptionList"/>
    <dgm:cxn modelId="{18B4C7E2-C15F-4CE3-83D6-D283B606C52F}" type="presParOf" srcId="{B87C24E0-7F20-41E4-8B4E-BDB9A8F2B3DC}" destId="{AE5B2A14-AF4D-4BAE-A648-33FA95CD19F3}" srcOrd="8" destOrd="0" presId="urn:microsoft.com/office/officeart/2018/5/layout/CenteredIconLabelDescriptionList"/>
    <dgm:cxn modelId="{3934A786-18E5-4252-AC88-B3C42FB4632A}" type="presParOf" srcId="{AE5B2A14-AF4D-4BAE-A648-33FA95CD19F3}" destId="{05E40F9B-16D6-4423-926C-E1A4D57B60E5}" srcOrd="0" destOrd="0" presId="urn:microsoft.com/office/officeart/2018/5/layout/CenteredIconLabelDescriptionList"/>
    <dgm:cxn modelId="{33F71F7B-E799-4B10-91D8-A63B8E7C9058}" type="presParOf" srcId="{AE5B2A14-AF4D-4BAE-A648-33FA95CD19F3}" destId="{4CB58C80-4A82-4C55-8F3F-AD5ECBE9D01D}" srcOrd="1" destOrd="0" presId="urn:microsoft.com/office/officeart/2018/5/layout/CenteredIconLabelDescriptionList"/>
    <dgm:cxn modelId="{29FAAB46-D981-4AE8-B00C-B7C9B999DD45}" type="presParOf" srcId="{AE5B2A14-AF4D-4BAE-A648-33FA95CD19F3}" destId="{EFD3878E-2765-4CD9-AEFA-ABC86E602C77}" srcOrd="2" destOrd="0" presId="urn:microsoft.com/office/officeart/2018/5/layout/CenteredIconLabelDescriptionList"/>
    <dgm:cxn modelId="{331B178A-8561-42A6-A089-3B306B1796DE}" type="presParOf" srcId="{AE5B2A14-AF4D-4BAE-A648-33FA95CD19F3}" destId="{0999F5FD-A80E-4D46-9B8E-AF14945400E9}" srcOrd="3" destOrd="0" presId="urn:microsoft.com/office/officeart/2018/5/layout/CenteredIconLabelDescriptionList"/>
    <dgm:cxn modelId="{E7294295-DA8B-42F7-AD88-502D221812F9}" type="presParOf" srcId="{AE5B2A14-AF4D-4BAE-A648-33FA95CD19F3}" destId="{7AA3098D-A627-434C-A5CB-966834B2592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53DD7526-1AED-4D0D-9B96-281838BBBD5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193CFABF-42E0-4E27-B9FE-DD83D6C022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Keys in an HD wallet are identified using a “path” naming convention </a:t>
          </a:r>
        </a:p>
      </dgm:t>
    </dgm:pt>
    <dgm:pt modelId="{F7541C40-FBA7-4840-BB0A-3F0C108978EA}" type="parTrans" cxnId="{D46747D1-E168-41B5-8EE2-AF18EC788418}">
      <dgm:prSet/>
      <dgm:spPr/>
      <dgm:t>
        <a:bodyPr/>
        <a:lstStyle/>
        <a:p>
          <a:endParaRPr lang="en-US"/>
        </a:p>
      </dgm:t>
    </dgm:pt>
    <dgm:pt modelId="{03FDF974-F423-463E-9F0B-FAC4BEE798EC}" type="sibTrans" cxnId="{D46747D1-E168-41B5-8EE2-AF18EC788418}">
      <dgm:prSet/>
      <dgm:spPr/>
      <dgm:t>
        <a:bodyPr/>
        <a:lstStyle/>
        <a:p>
          <a:endParaRPr lang="en-US"/>
        </a:p>
      </dgm:t>
    </dgm:pt>
    <dgm:pt modelId="{B8201DAE-4693-4D6F-9AF4-15E7F661D67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Private keys derived from </a:t>
          </a:r>
          <a:r>
            <a:rPr lang="en-US"/>
            <a:t>the master private key</a:t>
          </a:r>
        </a:p>
      </dgm:t>
    </dgm:pt>
    <dgm:pt modelId="{2DC8ED8A-8CEC-4755-BA5C-F468CE3A0E8F}" type="parTrans" cxnId="{2E6C5889-8192-4EE4-9818-F529803A5EF6}">
      <dgm:prSet/>
      <dgm:spPr/>
      <dgm:t>
        <a:bodyPr/>
        <a:lstStyle/>
        <a:p>
          <a:endParaRPr lang="en-US"/>
        </a:p>
      </dgm:t>
    </dgm:pt>
    <dgm:pt modelId="{BCD65EFA-FC7E-4774-9B0B-83447B252993}" type="sibTrans" cxnId="{2E6C5889-8192-4EE4-9818-F529803A5EF6}">
      <dgm:prSet/>
      <dgm:spPr/>
      <dgm:t>
        <a:bodyPr/>
        <a:lstStyle/>
        <a:p>
          <a:endParaRPr lang="en-US"/>
        </a:p>
      </dgm:t>
    </dgm:pt>
    <dgm:pt modelId="{A3156A33-248D-4A35-AA41-38F2C54372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Path Convention</a:t>
          </a:r>
          <a:endParaRPr lang="en-US"/>
        </a:p>
      </dgm:t>
    </dgm:pt>
    <dgm:pt modelId="{AF32FAFF-26F5-40FD-BD9D-15FEBC411FDE}" type="parTrans" cxnId="{47231FA0-16FF-44F0-86EA-69088E77ADB2}">
      <dgm:prSet/>
      <dgm:spPr/>
      <dgm:t>
        <a:bodyPr/>
        <a:lstStyle/>
        <a:p>
          <a:endParaRPr lang="en-US"/>
        </a:p>
      </dgm:t>
    </dgm:pt>
    <dgm:pt modelId="{56D373BF-38F0-4326-AB62-914877B60363}" type="sibTrans" cxnId="{47231FA0-16FF-44F0-86EA-69088E77ADB2}">
      <dgm:prSet/>
      <dgm:spPr/>
      <dgm:t>
        <a:bodyPr/>
        <a:lstStyle/>
        <a:p>
          <a:endParaRPr lang="en-US"/>
        </a:p>
      </dgm:t>
    </dgm:pt>
    <dgm:pt modelId="{29D6FCD1-1E87-4DA2-AEB3-C6B7271DE53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Master Private Key</a:t>
          </a:r>
          <a:endParaRPr lang="en-US"/>
        </a:p>
      </dgm:t>
    </dgm:pt>
    <dgm:pt modelId="{01842580-EBA8-47BC-BAE0-5611A57B7354}" type="parTrans" cxnId="{9481D0FA-ECE8-485B-AE87-254B03453944}">
      <dgm:prSet/>
      <dgm:spPr/>
      <dgm:t>
        <a:bodyPr/>
        <a:lstStyle/>
        <a:p>
          <a:endParaRPr lang="en-US"/>
        </a:p>
      </dgm:t>
    </dgm:pt>
    <dgm:pt modelId="{34DC00F1-A186-4DBE-98D7-76F3BD0AA057}" type="sibTrans" cxnId="{9481D0FA-ECE8-485B-AE87-254B03453944}">
      <dgm:prSet/>
      <dgm:spPr/>
      <dgm:t>
        <a:bodyPr/>
        <a:lstStyle/>
        <a:p>
          <a:endParaRPr lang="en-US"/>
        </a:p>
      </dgm:t>
    </dgm:pt>
    <dgm:pt modelId="{1E025C15-1293-4432-A60E-7E3D543942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each level</a:t>
          </a:r>
          <a:r>
            <a:rPr lang="tr-TR"/>
            <a:t> </a:t>
          </a:r>
          <a:r>
            <a:rPr lang="en-US"/>
            <a:t>of the tree separated by a slash (/) character</a:t>
          </a:r>
          <a:r>
            <a:rPr lang="tr-TR"/>
            <a:t>.</a:t>
          </a:r>
          <a:endParaRPr lang="en-US"/>
        </a:p>
      </dgm:t>
    </dgm:pt>
    <dgm:pt modelId="{F53D0DA8-256B-48CA-93AC-C6F3B18B4A86}" type="parTrans" cxnId="{E32744BA-4208-4334-8DC4-E499F91B1890}">
      <dgm:prSet/>
      <dgm:spPr/>
      <dgm:t>
        <a:bodyPr/>
        <a:lstStyle/>
        <a:p>
          <a:endParaRPr lang="en-US"/>
        </a:p>
      </dgm:t>
    </dgm:pt>
    <dgm:pt modelId="{94296239-B6EF-44BC-8F39-200B5234CBA1}" type="sibTrans" cxnId="{E32744BA-4208-4334-8DC4-E499F91B1890}">
      <dgm:prSet/>
      <dgm:spPr/>
      <dgm:t>
        <a:bodyPr/>
        <a:lstStyle/>
        <a:p>
          <a:endParaRPr lang="en-US"/>
        </a:p>
      </dgm:t>
    </dgm:pt>
    <dgm:pt modelId="{A95D2AEE-F9CF-4914-B7D6-3F5E4FE39D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start with “m.”</a:t>
          </a:r>
        </a:p>
      </dgm:t>
    </dgm:pt>
    <dgm:pt modelId="{DD5B263C-9E2C-4021-94A3-04EA53006975}" type="parTrans" cxnId="{5E4BD961-7E2F-44AD-9F48-FC389C533BA9}">
      <dgm:prSet/>
      <dgm:spPr/>
      <dgm:t>
        <a:bodyPr/>
        <a:lstStyle/>
        <a:p>
          <a:endParaRPr lang="en-US"/>
        </a:p>
      </dgm:t>
    </dgm:pt>
    <dgm:pt modelId="{E8EB0145-DAEF-4D30-993B-AF90ECA0D750}" type="sibTrans" cxnId="{5E4BD961-7E2F-44AD-9F48-FC389C533BA9}">
      <dgm:prSet/>
      <dgm:spPr/>
      <dgm:t>
        <a:bodyPr/>
        <a:lstStyle/>
        <a:p>
          <a:endParaRPr lang="en-US"/>
        </a:p>
      </dgm:t>
    </dgm:pt>
    <dgm:pt modelId="{A21CFFFF-FFFF-431A-A7BC-856FEE6C667E}" type="pres">
      <dgm:prSet presAssocID="{53DD7526-1AED-4D0D-9B96-281838BBBD5F}" presName="root" presStyleCnt="0">
        <dgm:presLayoutVars>
          <dgm:dir/>
          <dgm:resizeHandles val="exact"/>
        </dgm:presLayoutVars>
      </dgm:prSet>
      <dgm:spPr/>
    </dgm:pt>
    <dgm:pt modelId="{811EBC7D-54D5-496A-A926-489A51735008}" type="pres">
      <dgm:prSet presAssocID="{A3156A33-248D-4A35-AA41-38F2C5437210}" presName="compNode" presStyleCnt="0"/>
      <dgm:spPr/>
    </dgm:pt>
    <dgm:pt modelId="{15F042DB-A656-4215-9B9E-E14534A1D53E}" type="pres">
      <dgm:prSet presAssocID="{A3156A33-248D-4A35-AA41-38F2C543721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4AD7440-B6FA-4FCA-A56C-99CBA763A9BB}" type="pres">
      <dgm:prSet presAssocID="{A3156A33-248D-4A35-AA41-38F2C5437210}" presName="iconSpace" presStyleCnt="0"/>
      <dgm:spPr/>
    </dgm:pt>
    <dgm:pt modelId="{6EFD762A-D7C5-4142-B28B-49A98A6AEAFE}" type="pres">
      <dgm:prSet presAssocID="{A3156A33-248D-4A35-AA41-38F2C5437210}" presName="parTx" presStyleLbl="revTx" presStyleIdx="0" presStyleCnt="4">
        <dgm:presLayoutVars>
          <dgm:chMax val="0"/>
          <dgm:chPref val="0"/>
        </dgm:presLayoutVars>
      </dgm:prSet>
      <dgm:spPr/>
    </dgm:pt>
    <dgm:pt modelId="{BC21F455-0B17-4AE2-9073-C54595A01582}" type="pres">
      <dgm:prSet presAssocID="{A3156A33-248D-4A35-AA41-38F2C5437210}" presName="txSpace" presStyleCnt="0"/>
      <dgm:spPr/>
    </dgm:pt>
    <dgm:pt modelId="{9F0F3932-69E0-4401-AC80-080A2CBB1C07}" type="pres">
      <dgm:prSet presAssocID="{A3156A33-248D-4A35-AA41-38F2C5437210}" presName="desTx" presStyleLbl="revTx" presStyleIdx="1" presStyleCnt="4">
        <dgm:presLayoutVars/>
      </dgm:prSet>
      <dgm:spPr/>
    </dgm:pt>
    <dgm:pt modelId="{A2A8FBEB-62BA-410C-B0AB-7B93A3934F68}" type="pres">
      <dgm:prSet presAssocID="{56D373BF-38F0-4326-AB62-914877B60363}" presName="sibTrans" presStyleCnt="0"/>
      <dgm:spPr/>
    </dgm:pt>
    <dgm:pt modelId="{BF15B18A-A0CA-44BC-BA6B-8489D522B502}" type="pres">
      <dgm:prSet presAssocID="{29D6FCD1-1E87-4DA2-AEB3-C6B7271DE535}" presName="compNode" presStyleCnt="0"/>
      <dgm:spPr/>
    </dgm:pt>
    <dgm:pt modelId="{E2B9B449-9B65-44BF-87FA-3A06F70266E3}" type="pres">
      <dgm:prSet presAssocID="{29D6FCD1-1E87-4DA2-AEB3-C6B7271DE53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5FB4479-4E7F-4FAD-8EEC-AF8E60A41EAF}" type="pres">
      <dgm:prSet presAssocID="{29D6FCD1-1E87-4DA2-AEB3-C6B7271DE535}" presName="iconSpace" presStyleCnt="0"/>
      <dgm:spPr/>
    </dgm:pt>
    <dgm:pt modelId="{AC966761-8873-49ED-AC54-3164874113D4}" type="pres">
      <dgm:prSet presAssocID="{29D6FCD1-1E87-4DA2-AEB3-C6B7271DE535}" presName="parTx" presStyleLbl="revTx" presStyleIdx="2" presStyleCnt="4">
        <dgm:presLayoutVars>
          <dgm:chMax val="0"/>
          <dgm:chPref val="0"/>
        </dgm:presLayoutVars>
      </dgm:prSet>
      <dgm:spPr/>
    </dgm:pt>
    <dgm:pt modelId="{B9128918-3DFF-4320-B981-F159179B27FB}" type="pres">
      <dgm:prSet presAssocID="{29D6FCD1-1E87-4DA2-AEB3-C6B7271DE535}" presName="txSpace" presStyleCnt="0"/>
      <dgm:spPr/>
    </dgm:pt>
    <dgm:pt modelId="{E1318D12-A185-4D42-8F02-9E771ADB4073}" type="pres">
      <dgm:prSet presAssocID="{29D6FCD1-1E87-4DA2-AEB3-C6B7271DE535}" presName="desTx" presStyleLbl="revTx" presStyleIdx="3" presStyleCnt="4">
        <dgm:presLayoutVars/>
      </dgm:prSet>
      <dgm:spPr/>
    </dgm:pt>
  </dgm:ptLst>
  <dgm:cxnLst>
    <dgm:cxn modelId="{AC430113-F070-40AE-89A6-086C7A329D61}" type="presOf" srcId="{1E025C15-1293-4432-A60E-7E3D5439429F}" destId="{9F0F3932-69E0-4401-AC80-080A2CBB1C07}" srcOrd="0" destOrd="1" presId="urn:microsoft.com/office/officeart/2018/2/layout/IconLabelDescriptionList"/>
    <dgm:cxn modelId="{D3A7D318-2875-4B83-B850-9FEC674ADCCB}" type="presOf" srcId="{193CFABF-42E0-4E27-B9FE-DD83D6C0221A}" destId="{9F0F3932-69E0-4401-AC80-080A2CBB1C07}" srcOrd="0" destOrd="0" presId="urn:microsoft.com/office/officeart/2018/2/layout/IconLabelDescriptionList"/>
    <dgm:cxn modelId="{D41F003F-84AB-4422-A00A-768C71345C09}" type="presOf" srcId="{A3156A33-248D-4A35-AA41-38F2C5437210}" destId="{6EFD762A-D7C5-4142-B28B-49A98A6AEAFE}" srcOrd="0" destOrd="0" presId="urn:microsoft.com/office/officeart/2018/2/layout/IconLabelDescriptionList"/>
    <dgm:cxn modelId="{5E4BD961-7E2F-44AD-9F48-FC389C533BA9}" srcId="{29D6FCD1-1E87-4DA2-AEB3-C6B7271DE535}" destId="{A95D2AEE-F9CF-4914-B7D6-3F5E4FE39D51}" srcOrd="1" destOrd="0" parTransId="{DD5B263C-9E2C-4021-94A3-04EA53006975}" sibTransId="{E8EB0145-DAEF-4D30-993B-AF90ECA0D750}"/>
    <dgm:cxn modelId="{93D51A56-6A19-4BE2-A583-40392F3168D0}" type="presOf" srcId="{B8201DAE-4693-4D6F-9AF4-15E7F661D67B}" destId="{E1318D12-A185-4D42-8F02-9E771ADB4073}" srcOrd="0" destOrd="0" presId="urn:microsoft.com/office/officeart/2018/2/layout/IconLabelDescriptionList"/>
    <dgm:cxn modelId="{2E6C5889-8192-4EE4-9818-F529803A5EF6}" srcId="{29D6FCD1-1E87-4DA2-AEB3-C6B7271DE535}" destId="{B8201DAE-4693-4D6F-9AF4-15E7F661D67B}" srcOrd="0" destOrd="0" parTransId="{2DC8ED8A-8CEC-4755-BA5C-F468CE3A0E8F}" sibTransId="{BCD65EFA-FC7E-4774-9B0B-83447B252993}"/>
    <dgm:cxn modelId="{47231FA0-16FF-44F0-86EA-69088E77ADB2}" srcId="{53DD7526-1AED-4D0D-9B96-281838BBBD5F}" destId="{A3156A33-248D-4A35-AA41-38F2C5437210}" srcOrd="0" destOrd="0" parTransId="{AF32FAFF-26F5-40FD-BD9D-15FEBC411FDE}" sibTransId="{56D373BF-38F0-4326-AB62-914877B60363}"/>
    <dgm:cxn modelId="{E32744BA-4208-4334-8DC4-E499F91B1890}" srcId="{A3156A33-248D-4A35-AA41-38F2C5437210}" destId="{1E025C15-1293-4432-A60E-7E3D5439429F}" srcOrd="1" destOrd="0" parTransId="{F53D0DA8-256B-48CA-93AC-C6F3B18B4A86}" sibTransId="{94296239-B6EF-44BC-8F39-200B5234CBA1}"/>
    <dgm:cxn modelId="{1BF8F4C4-2FC5-440B-9491-019FACE2C693}" type="presOf" srcId="{53DD7526-1AED-4D0D-9B96-281838BBBD5F}" destId="{A21CFFFF-FFFF-431A-A7BC-856FEE6C667E}" srcOrd="0" destOrd="0" presId="urn:microsoft.com/office/officeart/2018/2/layout/IconLabelDescriptionList"/>
    <dgm:cxn modelId="{F21F08D0-9EA6-4FF3-895D-5BBFF3B2F9D6}" type="presOf" srcId="{29D6FCD1-1E87-4DA2-AEB3-C6B7271DE535}" destId="{AC966761-8873-49ED-AC54-3164874113D4}" srcOrd="0" destOrd="0" presId="urn:microsoft.com/office/officeart/2018/2/layout/IconLabelDescriptionList"/>
    <dgm:cxn modelId="{D46747D1-E168-41B5-8EE2-AF18EC788418}" srcId="{A3156A33-248D-4A35-AA41-38F2C5437210}" destId="{193CFABF-42E0-4E27-B9FE-DD83D6C0221A}" srcOrd="0" destOrd="0" parTransId="{F7541C40-FBA7-4840-BB0A-3F0C108978EA}" sibTransId="{03FDF974-F423-463E-9F0B-FAC4BEE798EC}"/>
    <dgm:cxn modelId="{C6742AE4-E92B-4F5D-8270-5D43F94AB798}" type="presOf" srcId="{A95D2AEE-F9CF-4914-B7D6-3F5E4FE39D51}" destId="{E1318D12-A185-4D42-8F02-9E771ADB4073}" srcOrd="0" destOrd="1" presId="urn:microsoft.com/office/officeart/2018/2/layout/IconLabelDescriptionList"/>
    <dgm:cxn modelId="{9481D0FA-ECE8-485B-AE87-254B03453944}" srcId="{53DD7526-1AED-4D0D-9B96-281838BBBD5F}" destId="{29D6FCD1-1E87-4DA2-AEB3-C6B7271DE535}" srcOrd="1" destOrd="0" parTransId="{01842580-EBA8-47BC-BAE0-5611A57B7354}" sibTransId="{34DC00F1-A186-4DBE-98D7-76F3BD0AA057}"/>
    <dgm:cxn modelId="{A279E3B9-D7C3-46F7-8DB5-7BC53171BCCB}" type="presParOf" srcId="{A21CFFFF-FFFF-431A-A7BC-856FEE6C667E}" destId="{811EBC7D-54D5-496A-A926-489A51735008}" srcOrd="0" destOrd="0" presId="urn:microsoft.com/office/officeart/2018/2/layout/IconLabelDescriptionList"/>
    <dgm:cxn modelId="{B064D391-448B-4108-B51D-CC4CBD8AAC5A}" type="presParOf" srcId="{811EBC7D-54D5-496A-A926-489A51735008}" destId="{15F042DB-A656-4215-9B9E-E14534A1D53E}" srcOrd="0" destOrd="0" presId="urn:microsoft.com/office/officeart/2018/2/layout/IconLabelDescriptionList"/>
    <dgm:cxn modelId="{3A86B5E4-E063-4E44-86C4-CBAE7D96B1B7}" type="presParOf" srcId="{811EBC7D-54D5-496A-A926-489A51735008}" destId="{14AD7440-B6FA-4FCA-A56C-99CBA763A9BB}" srcOrd="1" destOrd="0" presId="urn:microsoft.com/office/officeart/2018/2/layout/IconLabelDescriptionList"/>
    <dgm:cxn modelId="{A681DFDE-33C4-47E2-A60E-6D7BF3349E79}" type="presParOf" srcId="{811EBC7D-54D5-496A-A926-489A51735008}" destId="{6EFD762A-D7C5-4142-B28B-49A98A6AEAFE}" srcOrd="2" destOrd="0" presId="urn:microsoft.com/office/officeart/2018/2/layout/IconLabelDescriptionList"/>
    <dgm:cxn modelId="{73291C80-0C18-4402-ABFA-EB2A4578E01C}" type="presParOf" srcId="{811EBC7D-54D5-496A-A926-489A51735008}" destId="{BC21F455-0B17-4AE2-9073-C54595A01582}" srcOrd="3" destOrd="0" presId="urn:microsoft.com/office/officeart/2018/2/layout/IconLabelDescriptionList"/>
    <dgm:cxn modelId="{14A72C6D-B58D-4013-8703-46DC2821FBB4}" type="presParOf" srcId="{811EBC7D-54D5-496A-A926-489A51735008}" destId="{9F0F3932-69E0-4401-AC80-080A2CBB1C07}" srcOrd="4" destOrd="0" presId="urn:microsoft.com/office/officeart/2018/2/layout/IconLabelDescriptionList"/>
    <dgm:cxn modelId="{20E26AED-4945-49C3-ADA3-EC9F2E7F8F5E}" type="presParOf" srcId="{A21CFFFF-FFFF-431A-A7BC-856FEE6C667E}" destId="{A2A8FBEB-62BA-410C-B0AB-7B93A3934F68}" srcOrd="1" destOrd="0" presId="urn:microsoft.com/office/officeart/2018/2/layout/IconLabelDescriptionList"/>
    <dgm:cxn modelId="{22CC25FF-4D0B-4760-86B4-D890B9BBA543}" type="presParOf" srcId="{A21CFFFF-FFFF-431A-A7BC-856FEE6C667E}" destId="{BF15B18A-A0CA-44BC-BA6B-8489D522B502}" srcOrd="2" destOrd="0" presId="urn:microsoft.com/office/officeart/2018/2/layout/IconLabelDescriptionList"/>
    <dgm:cxn modelId="{BB9B9AB4-6B7A-4323-B907-FB41A48AC561}" type="presParOf" srcId="{BF15B18A-A0CA-44BC-BA6B-8489D522B502}" destId="{E2B9B449-9B65-44BF-87FA-3A06F70266E3}" srcOrd="0" destOrd="0" presId="urn:microsoft.com/office/officeart/2018/2/layout/IconLabelDescriptionList"/>
    <dgm:cxn modelId="{6DAD5EBE-B9ED-458D-9CC4-2C1132AA13AD}" type="presParOf" srcId="{BF15B18A-A0CA-44BC-BA6B-8489D522B502}" destId="{D5FB4479-4E7F-4FAD-8EEC-AF8E60A41EAF}" srcOrd="1" destOrd="0" presId="urn:microsoft.com/office/officeart/2018/2/layout/IconLabelDescriptionList"/>
    <dgm:cxn modelId="{021DCAF7-F5A6-41C5-AB17-2DCAB7582E49}" type="presParOf" srcId="{BF15B18A-A0CA-44BC-BA6B-8489D522B502}" destId="{AC966761-8873-49ED-AC54-3164874113D4}" srcOrd="2" destOrd="0" presId="urn:microsoft.com/office/officeart/2018/2/layout/IconLabelDescriptionList"/>
    <dgm:cxn modelId="{C433EE0E-2CB2-49E4-91C4-026EC6EFDD2B}" type="presParOf" srcId="{BF15B18A-A0CA-44BC-BA6B-8489D522B502}" destId="{B9128918-3DFF-4320-B981-F159179B27FB}" srcOrd="3" destOrd="0" presId="urn:microsoft.com/office/officeart/2018/2/layout/IconLabelDescriptionList"/>
    <dgm:cxn modelId="{90A891F2-F622-4BD9-9A9E-60E69C87F3FC}" type="presParOf" srcId="{BF15B18A-A0CA-44BC-BA6B-8489D522B502}" destId="{E1318D12-A185-4D42-8F02-9E771ADB40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53DD7526-1AED-4D0D-9B96-281838BBBD5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66A44DB-498C-4263-B72A-F26209257B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keys derived from the master public key</a:t>
          </a:r>
          <a:r>
            <a:rPr lang="tr-TR"/>
            <a:t> </a:t>
          </a:r>
          <a:r>
            <a:rPr lang="en-US"/>
            <a:t>start with “M.”</a:t>
          </a:r>
        </a:p>
      </dgm:t>
    </dgm:pt>
    <dgm:pt modelId="{15CD40D2-31F5-47AF-B7EB-1795FC448174}" type="parTrans" cxnId="{DD082BF3-6D14-4329-BF76-1C9D40353457}">
      <dgm:prSet/>
      <dgm:spPr/>
      <dgm:t>
        <a:bodyPr/>
        <a:lstStyle/>
        <a:p>
          <a:endParaRPr lang="en-US"/>
        </a:p>
      </dgm:t>
    </dgm:pt>
    <dgm:pt modelId="{23C62949-17B1-4274-AEAA-8DAA37F8B521}" type="sibTrans" cxnId="{DD082BF3-6D14-4329-BF76-1C9D40353457}">
      <dgm:prSet/>
      <dgm:spPr/>
      <dgm:t>
        <a:bodyPr/>
        <a:lstStyle/>
        <a:p>
          <a:endParaRPr lang="en-US"/>
        </a:p>
      </dgm:t>
    </dgm:pt>
    <dgm:pt modelId="{2B607AB5-531B-420E-997F-4E1F0CD924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Keys Derived from «m»</a:t>
          </a:r>
          <a:endParaRPr lang="en-US"/>
        </a:p>
      </dgm:t>
    </dgm:pt>
    <dgm:pt modelId="{3B838FCF-6B56-48B7-BCF5-4F3959BAA49D}" type="parTrans" cxnId="{AF07DA88-2360-4F2A-AF73-004026594095}">
      <dgm:prSet/>
      <dgm:spPr/>
      <dgm:t>
        <a:bodyPr/>
        <a:lstStyle/>
        <a:p>
          <a:endParaRPr lang="en-US"/>
        </a:p>
      </dgm:t>
    </dgm:pt>
    <dgm:pt modelId="{D7ED3CC4-C60D-43BB-A9EE-010E6AF52304}" type="sibTrans" cxnId="{AF07DA88-2360-4F2A-AF73-004026594095}">
      <dgm:prSet/>
      <dgm:spPr/>
      <dgm:t>
        <a:bodyPr/>
        <a:lstStyle/>
        <a:p>
          <a:endParaRPr lang="en-US"/>
        </a:p>
      </dgm:t>
    </dgm:pt>
    <dgm:pt modelId="{560DADB9-CD62-4C13-897D-0C639D6330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First Child</a:t>
          </a:r>
          <a:endParaRPr lang="en-US" dirty="0"/>
        </a:p>
      </dgm:t>
    </dgm:pt>
    <dgm:pt modelId="{84A28FDB-06B6-48B4-AD3F-FB74E9BC6596}" type="parTrans" cxnId="{5EEFE914-7932-41F2-A158-F0EC55CE8457}">
      <dgm:prSet/>
      <dgm:spPr/>
      <dgm:t>
        <a:bodyPr/>
        <a:lstStyle/>
        <a:p>
          <a:endParaRPr lang="en-US"/>
        </a:p>
      </dgm:t>
    </dgm:pt>
    <dgm:pt modelId="{2275D9F0-B340-423A-B555-B98B881E8766}" type="sibTrans" cxnId="{5EEFE914-7932-41F2-A158-F0EC55CE8457}">
      <dgm:prSet/>
      <dgm:spPr/>
      <dgm:t>
        <a:bodyPr/>
        <a:lstStyle/>
        <a:p>
          <a:endParaRPr lang="en-US"/>
        </a:p>
      </dgm:t>
    </dgm:pt>
    <dgm:pt modelId="{869D5916-8632-4600-8B24-D4B8B98FF6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second grandchild</a:t>
          </a:r>
        </a:p>
      </dgm:t>
    </dgm:pt>
    <dgm:pt modelId="{A06309A9-3C07-4A12-9888-F02A998D1775}" type="parTrans" cxnId="{EF4038BD-03E5-4F36-B31C-B28FB5DCEFF9}">
      <dgm:prSet/>
      <dgm:spPr/>
      <dgm:t>
        <a:bodyPr/>
        <a:lstStyle/>
        <a:p>
          <a:endParaRPr lang="en-US"/>
        </a:p>
      </dgm:t>
    </dgm:pt>
    <dgm:pt modelId="{C9358C99-9481-451D-AAA0-0A1CAD3DDB74}" type="sibTrans" cxnId="{EF4038BD-03E5-4F36-B31C-B28FB5DCEFF9}">
      <dgm:prSet/>
      <dgm:spPr/>
      <dgm:t>
        <a:bodyPr/>
        <a:lstStyle/>
        <a:p>
          <a:endParaRPr lang="en-US"/>
        </a:p>
      </dgm:t>
    </dgm:pt>
    <dgm:pt modelId="{1680F304-E4F9-4B0A-BC19-6B34A5B071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Second Grandchild</a:t>
          </a:r>
          <a:endParaRPr lang="en-US"/>
        </a:p>
      </dgm:t>
    </dgm:pt>
    <dgm:pt modelId="{E92F2A79-4973-4961-B2F3-EFFC13BA088D}" type="parTrans" cxnId="{9B7B5D2A-4C37-47BF-BFF9-087FBC39758A}">
      <dgm:prSet/>
      <dgm:spPr/>
      <dgm:t>
        <a:bodyPr/>
        <a:lstStyle/>
        <a:p>
          <a:endParaRPr lang="en-US"/>
        </a:p>
      </dgm:t>
    </dgm:pt>
    <dgm:pt modelId="{0BCD5CF0-0B84-40D5-A2B5-0F1BA93CCD7D}" type="sibTrans" cxnId="{9B7B5D2A-4C37-47BF-BFF9-087FBC39758A}">
      <dgm:prSet/>
      <dgm:spPr/>
      <dgm:t>
        <a:bodyPr/>
        <a:lstStyle/>
        <a:p>
          <a:endParaRPr lang="en-US"/>
        </a:p>
      </dgm:t>
    </dgm:pt>
    <dgm:pt modelId="{C7913308-16B1-447B-B2DD-8884AE20AC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m/0/1,</a:t>
          </a:r>
          <a:r>
            <a:rPr lang="tr-TR"/>
            <a:t> and so on.</a:t>
          </a:r>
          <a:endParaRPr lang="en-US"/>
        </a:p>
      </dgm:t>
    </dgm:pt>
    <dgm:pt modelId="{35D58EE8-7895-4C73-90F7-F377A1A75F5F}" type="parTrans" cxnId="{6AC3FD49-E1A7-4B1C-AB61-67AB10D6DC82}">
      <dgm:prSet/>
      <dgm:spPr/>
      <dgm:t>
        <a:bodyPr/>
        <a:lstStyle/>
        <a:p>
          <a:endParaRPr lang="en-US"/>
        </a:p>
      </dgm:t>
    </dgm:pt>
    <dgm:pt modelId="{EE9AE733-960F-43A5-B5D4-3720F26FEC44}" type="sibTrans" cxnId="{6AC3FD49-E1A7-4B1C-AB61-67AB10D6DC82}">
      <dgm:prSet/>
      <dgm:spPr/>
      <dgm:t>
        <a:bodyPr/>
        <a:lstStyle/>
        <a:p>
          <a:endParaRPr lang="en-US"/>
        </a:p>
      </dgm:t>
    </dgm:pt>
    <dgm:pt modelId="{0A5EB9F8-43B7-439B-9996-64B1E1E68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private key is m/0</a:t>
          </a:r>
        </a:p>
      </dgm:t>
    </dgm:pt>
    <dgm:pt modelId="{75C6D490-3D59-4399-9737-821FFDA96D4A}" type="parTrans" cxnId="{2CE4AE06-3904-4248-991B-50D4DE8A2F09}">
      <dgm:prSet/>
      <dgm:spPr/>
      <dgm:t>
        <a:bodyPr/>
        <a:lstStyle/>
        <a:p>
          <a:endParaRPr lang="tr-TR"/>
        </a:p>
      </dgm:t>
    </dgm:pt>
    <dgm:pt modelId="{1BD46D01-3FAC-41FE-90B0-3EB0A9BA89A9}" type="sibTrans" cxnId="{2CE4AE06-3904-4248-991B-50D4DE8A2F09}">
      <dgm:prSet/>
      <dgm:spPr/>
      <dgm:t>
        <a:bodyPr/>
        <a:lstStyle/>
        <a:p>
          <a:endParaRPr lang="tr-TR"/>
        </a:p>
      </dgm:t>
    </dgm:pt>
    <dgm:pt modelId="{90070363-A299-4DD2-B3D6-69A11B67988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Public </a:t>
          </a:r>
          <a:r>
            <a:rPr lang="tr-TR" dirty="0"/>
            <a:t>Key </a:t>
          </a:r>
          <a:r>
            <a:rPr lang="en-US" dirty="0"/>
            <a:t>is</a:t>
          </a:r>
          <a:r>
            <a:rPr lang="tr-TR" dirty="0"/>
            <a:t> </a:t>
          </a:r>
          <a:r>
            <a:rPr lang="en-US" dirty="0"/>
            <a:t>M/0. </a:t>
          </a:r>
        </a:p>
      </dgm:t>
    </dgm:pt>
    <dgm:pt modelId="{7803746F-51E6-44C5-8254-0AF554741B68}" type="parTrans" cxnId="{273B3FD8-C7EA-4C10-A700-C131AD8B09E3}">
      <dgm:prSet/>
      <dgm:spPr/>
      <dgm:t>
        <a:bodyPr/>
        <a:lstStyle/>
        <a:p>
          <a:endParaRPr lang="tr-TR"/>
        </a:p>
      </dgm:t>
    </dgm:pt>
    <dgm:pt modelId="{F8677AE6-4A75-4FE4-B30C-C9E3BF62862D}" type="sibTrans" cxnId="{273B3FD8-C7EA-4C10-A700-C131AD8B09E3}">
      <dgm:prSet/>
      <dgm:spPr/>
      <dgm:t>
        <a:bodyPr/>
        <a:lstStyle/>
        <a:p>
          <a:endParaRPr lang="tr-TR"/>
        </a:p>
      </dgm:t>
    </dgm:pt>
    <dgm:pt modelId="{35C67B97-2952-49F7-AF97-9397868DC7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</a:t>
          </a:r>
          <a:r>
            <a:rPr lang="en-US" dirty="0"/>
            <a:t>the first child is</a:t>
          </a:r>
        </a:p>
      </dgm:t>
    </dgm:pt>
    <dgm:pt modelId="{BB425093-172E-4DC2-94AC-C2075D01DF12}" type="parTrans" cxnId="{4AF1D67D-60F6-4E69-954D-ADD9E3DF08EF}">
      <dgm:prSet/>
      <dgm:spPr/>
      <dgm:t>
        <a:bodyPr/>
        <a:lstStyle/>
        <a:p>
          <a:endParaRPr lang="tr-TR"/>
        </a:p>
      </dgm:t>
    </dgm:pt>
    <dgm:pt modelId="{A4EC771F-4C42-4431-850C-DB487751027D}" type="sibTrans" cxnId="{4AF1D67D-60F6-4E69-954D-ADD9E3DF08EF}">
      <dgm:prSet/>
      <dgm:spPr/>
      <dgm:t>
        <a:bodyPr/>
        <a:lstStyle/>
        <a:p>
          <a:endParaRPr lang="tr-TR"/>
        </a:p>
      </dgm:t>
    </dgm:pt>
    <dgm:pt modelId="{4D434633-9DB2-4514-9907-B7CC59E5909A}" type="pres">
      <dgm:prSet presAssocID="{53DD7526-1AED-4D0D-9B96-281838BBBD5F}" presName="root" presStyleCnt="0">
        <dgm:presLayoutVars>
          <dgm:dir/>
          <dgm:resizeHandles val="exact"/>
        </dgm:presLayoutVars>
      </dgm:prSet>
      <dgm:spPr/>
    </dgm:pt>
    <dgm:pt modelId="{189B0DBC-F48E-4974-8128-668AC0251382}" type="pres">
      <dgm:prSet presAssocID="{2B607AB5-531B-420E-997F-4E1F0CD92472}" presName="compNode" presStyleCnt="0"/>
      <dgm:spPr/>
    </dgm:pt>
    <dgm:pt modelId="{C004DA16-3AC4-4889-94DC-FBF949F15AB1}" type="pres">
      <dgm:prSet presAssocID="{2B607AB5-531B-420E-997F-4E1F0CD924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74C21CB-4972-4FDB-BF12-88294FF82CC0}" type="pres">
      <dgm:prSet presAssocID="{2B607AB5-531B-420E-997F-4E1F0CD92472}" presName="iconSpace" presStyleCnt="0"/>
      <dgm:spPr/>
    </dgm:pt>
    <dgm:pt modelId="{9F637A5C-3DC7-4F22-845B-5B88A7A3EF87}" type="pres">
      <dgm:prSet presAssocID="{2B607AB5-531B-420E-997F-4E1F0CD92472}" presName="parTx" presStyleLbl="revTx" presStyleIdx="0" presStyleCnt="6">
        <dgm:presLayoutVars>
          <dgm:chMax val="0"/>
          <dgm:chPref val="0"/>
        </dgm:presLayoutVars>
      </dgm:prSet>
      <dgm:spPr/>
    </dgm:pt>
    <dgm:pt modelId="{6D11BFCD-7036-46E9-8B96-7439C7FA4247}" type="pres">
      <dgm:prSet presAssocID="{2B607AB5-531B-420E-997F-4E1F0CD92472}" presName="txSpace" presStyleCnt="0"/>
      <dgm:spPr/>
    </dgm:pt>
    <dgm:pt modelId="{E9CE11AF-DB82-4A86-9501-3A137FB7D0C9}" type="pres">
      <dgm:prSet presAssocID="{2B607AB5-531B-420E-997F-4E1F0CD92472}" presName="desTx" presStyleLbl="revTx" presStyleIdx="1" presStyleCnt="6">
        <dgm:presLayoutVars/>
      </dgm:prSet>
      <dgm:spPr/>
    </dgm:pt>
    <dgm:pt modelId="{FC51DDD8-8D98-4265-B825-F9D1A5237ED3}" type="pres">
      <dgm:prSet presAssocID="{D7ED3CC4-C60D-43BB-A9EE-010E6AF52304}" presName="sibTrans" presStyleCnt="0"/>
      <dgm:spPr/>
    </dgm:pt>
    <dgm:pt modelId="{31FE8707-ED8D-4875-A00D-16283007245F}" type="pres">
      <dgm:prSet presAssocID="{560DADB9-CD62-4C13-897D-0C639D633056}" presName="compNode" presStyleCnt="0"/>
      <dgm:spPr/>
    </dgm:pt>
    <dgm:pt modelId="{4DA5E0CB-DCBA-41AD-B864-FA0C4A69CAC5}" type="pres">
      <dgm:prSet presAssocID="{560DADB9-CD62-4C13-897D-0C639D6330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F88C91D6-BD57-47FC-8C88-9D7C6ABC4B7D}" type="pres">
      <dgm:prSet presAssocID="{560DADB9-CD62-4C13-897D-0C639D633056}" presName="iconSpace" presStyleCnt="0"/>
      <dgm:spPr/>
    </dgm:pt>
    <dgm:pt modelId="{B7E774B2-014F-49EC-87F7-1F3375DE14E3}" type="pres">
      <dgm:prSet presAssocID="{560DADB9-CD62-4C13-897D-0C639D633056}" presName="parTx" presStyleLbl="revTx" presStyleIdx="2" presStyleCnt="6">
        <dgm:presLayoutVars>
          <dgm:chMax val="0"/>
          <dgm:chPref val="0"/>
        </dgm:presLayoutVars>
      </dgm:prSet>
      <dgm:spPr/>
    </dgm:pt>
    <dgm:pt modelId="{A3D1D7F5-F401-426A-A532-7F5B019A4E08}" type="pres">
      <dgm:prSet presAssocID="{560DADB9-CD62-4C13-897D-0C639D633056}" presName="txSpace" presStyleCnt="0"/>
      <dgm:spPr/>
    </dgm:pt>
    <dgm:pt modelId="{2164C013-D44D-4604-A71B-AADBB64C15B6}" type="pres">
      <dgm:prSet presAssocID="{560DADB9-CD62-4C13-897D-0C639D633056}" presName="desTx" presStyleLbl="revTx" presStyleIdx="3" presStyleCnt="6">
        <dgm:presLayoutVars/>
      </dgm:prSet>
      <dgm:spPr/>
    </dgm:pt>
    <dgm:pt modelId="{B2F682C9-B84D-481E-B563-E6FDE3C58ED3}" type="pres">
      <dgm:prSet presAssocID="{2275D9F0-B340-423A-B555-B98B881E8766}" presName="sibTrans" presStyleCnt="0"/>
      <dgm:spPr/>
    </dgm:pt>
    <dgm:pt modelId="{D205AD62-74D6-4A1D-86D5-394E30441723}" type="pres">
      <dgm:prSet presAssocID="{1680F304-E4F9-4B0A-BC19-6B34A5B071F5}" presName="compNode" presStyleCnt="0"/>
      <dgm:spPr/>
    </dgm:pt>
    <dgm:pt modelId="{1C9BFF02-DD34-401F-A053-DFE01B5A806F}" type="pres">
      <dgm:prSet presAssocID="{1680F304-E4F9-4B0A-BC19-6B34A5B071F5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oller"/>
        </a:ext>
      </dgm:extLst>
    </dgm:pt>
    <dgm:pt modelId="{D6F424A4-DF6E-4061-822A-B77D7E3C514F}" type="pres">
      <dgm:prSet presAssocID="{1680F304-E4F9-4B0A-BC19-6B34A5B071F5}" presName="iconSpace" presStyleCnt="0"/>
      <dgm:spPr/>
    </dgm:pt>
    <dgm:pt modelId="{F5A6AD29-CE77-4D17-B14A-AD12FB9C3ED4}" type="pres">
      <dgm:prSet presAssocID="{1680F304-E4F9-4B0A-BC19-6B34A5B071F5}" presName="parTx" presStyleLbl="revTx" presStyleIdx="4" presStyleCnt="6">
        <dgm:presLayoutVars>
          <dgm:chMax val="0"/>
          <dgm:chPref val="0"/>
        </dgm:presLayoutVars>
      </dgm:prSet>
      <dgm:spPr/>
    </dgm:pt>
    <dgm:pt modelId="{1B4ED9A6-468C-4962-8C0C-35B6974F6FF5}" type="pres">
      <dgm:prSet presAssocID="{1680F304-E4F9-4B0A-BC19-6B34A5B071F5}" presName="txSpace" presStyleCnt="0"/>
      <dgm:spPr/>
    </dgm:pt>
    <dgm:pt modelId="{24B73773-77FE-448D-AFDB-A76A1211FAA8}" type="pres">
      <dgm:prSet presAssocID="{1680F304-E4F9-4B0A-BC19-6B34A5B071F5}" presName="desTx" presStyleLbl="revTx" presStyleIdx="5" presStyleCnt="6">
        <dgm:presLayoutVars/>
      </dgm:prSet>
      <dgm:spPr/>
    </dgm:pt>
  </dgm:ptLst>
  <dgm:cxnLst>
    <dgm:cxn modelId="{2CE4AE06-3904-4248-991B-50D4DE8A2F09}" srcId="{560DADB9-CD62-4C13-897D-0C639D633056}" destId="{0A5EB9F8-43B7-439B-9996-64B1E1E6832F}" srcOrd="0" destOrd="0" parTransId="{75C6D490-3D59-4399-9737-821FFDA96D4A}" sibTransId="{1BD46D01-3FAC-41FE-90B0-3EB0A9BA89A9}"/>
    <dgm:cxn modelId="{5EEFE914-7932-41F2-A158-F0EC55CE8457}" srcId="{53DD7526-1AED-4D0D-9B96-281838BBBD5F}" destId="{560DADB9-CD62-4C13-897D-0C639D633056}" srcOrd="1" destOrd="0" parTransId="{84A28FDB-06B6-48B4-AD3F-FB74E9BC6596}" sibTransId="{2275D9F0-B340-423A-B555-B98B881E8766}"/>
    <dgm:cxn modelId="{25BE301E-23BD-43B7-A14A-1637610BAAFC}" type="presOf" srcId="{53DD7526-1AED-4D0D-9B96-281838BBBD5F}" destId="{4D434633-9DB2-4514-9907-B7CC59E5909A}" srcOrd="0" destOrd="0" presId="urn:microsoft.com/office/officeart/2018/2/layout/IconLabelDescriptionList"/>
    <dgm:cxn modelId="{9B7B5D2A-4C37-47BF-BFF9-087FBC39758A}" srcId="{53DD7526-1AED-4D0D-9B96-281838BBBD5F}" destId="{1680F304-E4F9-4B0A-BC19-6B34A5B071F5}" srcOrd="2" destOrd="0" parTransId="{E92F2A79-4973-4961-B2F3-EFFC13BA088D}" sibTransId="{0BCD5CF0-0B84-40D5-A2B5-0F1BA93CCD7D}"/>
    <dgm:cxn modelId="{6AC3FD49-E1A7-4B1C-AB61-67AB10D6DC82}" srcId="{1680F304-E4F9-4B0A-BC19-6B34A5B071F5}" destId="{C7913308-16B1-447B-B2DD-8884AE20AC41}" srcOrd="2" destOrd="0" parTransId="{35D58EE8-7895-4C73-90F7-F377A1A75F5F}" sibTransId="{EE9AE733-960F-43A5-B5D4-3720F26FEC44}"/>
    <dgm:cxn modelId="{6C6CF979-609D-4A54-9B6D-769827296E60}" type="presOf" srcId="{2B607AB5-531B-420E-997F-4E1F0CD92472}" destId="{9F637A5C-3DC7-4F22-845B-5B88A7A3EF87}" srcOrd="0" destOrd="0" presId="urn:microsoft.com/office/officeart/2018/2/layout/IconLabelDescriptionList"/>
    <dgm:cxn modelId="{4AF1D67D-60F6-4E69-954D-ADD9E3DF08EF}" srcId="{1680F304-E4F9-4B0A-BC19-6B34A5B071F5}" destId="{35C67B97-2952-49F7-AF97-9397868DC78D}" srcOrd="1" destOrd="0" parTransId="{BB425093-172E-4DC2-94AC-C2075D01DF12}" sibTransId="{A4EC771F-4C42-4431-850C-DB487751027D}"/>
    <dgm:cxn modelId="{242AC57F-1E28-4F24-A23B-09463A755CC4}" type="presOf" srcId="{560DADB9-CD62-4C13-897D-0C639D633056}" destId="{B7E774B2-014F-49EC-87F7-1F3375DE14E3}" srcOrd="0" destOrd="0" presId="urn:microsoft.com/office/officeart/2018/2/layout/IconLabelDescriptionList"/>
    <dgm:cxn modelId="{AF07DA88-2360-4F2A-AF73-004026594095}" srcId="{53DD7526-1AED-4D0D-9B96-281838BBBD5F}" destId="{2B607AB5-531B-420E-997F-4E1F0CD92472}" srcOrd="0" destOrd="0" parTransId="{3B838FCF-6B56-48B7-BCF5-4F3959BAA49D}" sibTransId="{D7ED3CC4-C60D-43BB-A9EE-010E6AF52304}"/>
    <dgm:cxn modelId="{EA565299-329B-43E9-A292-5A2F3D3B3629}" type="presOf" srcId="{0A5EB9F8-43B7-439B-9996-64B1E1E6832F}" destId="{2164C013-D44D-4604-A71B-AADBB64C15B6}" srcOrd="0" destOrd="0" presId="urn:microsoft.com/office/officeart/2018/2/layout/IconLabelDescriptionList"/>
    <dgm:cxn modelId="{34008FA5-22D0-40EE-B719-CCA51C302BF9}" type="presOf" srcId="{35C67B97-2952-49F7-AF97-9397868DC78D}" destId="{24B73773-77FE-448D-AFDB-A76A1211FAA8}" srcOrd="0" destOrd="1" presId="urn:microsoft.com/office/officeart/2018/2/layout/IconLabelDescriptionList"/>
    <dgm:cxn modelId="{F0EAB5BB-1073-4DB1-B110-3288A12B2265}" type="presOf" srcId="{90070363-A299-4DD2-B3D6-69A11B679888}" destId="{2164C013-D44D-4604-A71B-AADBB64C15B6}" srcOrd="0" destOrd="1" presId="urn:microsoft.com/office/officeart/2018/2/layout/IconLabelDescriptionList"/>
    <dgm:cxn modelId="{EF4038BD-03E5-4F36-B31C-B28FB5DCEFF9}" srcId="{1680F304-E4F9-4B0A-BC19-6B34A5B071F5}" destId="{869D5916-8632-4600-8B24-D4B8B98FF6C8}" srcOrd="0" destOrd="0" parTransId="{A06309A9-3C07-4A12-9888-F02A998D1775}" sibTransId="{C9358C99-9481-451D-AAA0-0A1CAD3DDB74}"/>
    <dgm:cxn modelId="{DE7F35C1-5C32-412B-985B-6BFC4A198884}" type="presOf" srcId="{166A44DB-498C-4263-B72A-F26209257B97}" destId="{E9CE11AF-DB82-4A86-9501-3A137FB7D0C9}" srcOrd="0" destOrd="0" presId="urn:microsoft.com/office/officeart/2018/2/layout/IconLabelDescriptionList"/>
    <dgm:cxn modelId="{273B3FD8-C7EA-4C10-A700-C131AD8B09E3}" srcId="{560DADB9-CD62-4C13-897D-0C639D633056}" destId="{90070363-A299-4DD2-B3D6-69A11B679888}" srcOrd="1" destOrd="0" parTransId="{7803746F-51E6-44C5-8254-0AF554741B68}" sibTransId="{F8677AE6-4A75-4FE4-B30C-C9E3BF62862D}"/>
    <dgm:cxn modelId="{4029A6F0-DA80-4E51-9B4D-D0E69EF0B4F1}" type="presOf" srcId="{1680F304-E4F9-4B0A-BC19-6B34A5B071F5}" destId="{F5A6AD29-CE77-4D17-B14A-AD12FB9C3ED4}" srcOrd="0" destOrd="0" presId="urn:microsoft.com/office/officeart/2018/2/layout/IconLabelDescriptionList"/>
    <dgm:cxn modelId="{DD082BF3-6D14-4329-BF76-1C9D40353457}" srcId="{2B607AB5-531B-420E-997F-4E1F0CD92472}" destId="{166A44DB-498C-4263-B72A-F26209257B97}" srcOrd="0" destOrd="0" parTransId="{15CD40D2-31F5-47AF-B7EB-1795FC448174}" sibTransId="{23C62949-17B1-4274-AEAA-8DAA37F8B521}"/>
    <dgm:cxn modelId="{3237A0F6-F51A-4BDC-9FA1-EE11AE341E24}" type="presOf" srcId="{C7913308-16B1-447B-B2DD-8884AE20AC41}" destId="{24B73773-77FE-448D-AFDB-A76A1211FAA8}" srcOrd="0" destOrd="2" presId="urn:microsoft.com/office/officeart/2018/2/layout/IconLabelDescriptionList"/>
    <dgm:cxn modelId="{6F069DFA-0916-40AB-8ABF-48D72FEF32D9}" type="presOf" srcId="{869D5916-8632-4600-8B24-D4B8B98FF6C8}" destId="{24B73773-77FE-448D-AFDB-A76A1211FAA8}" srcOrd="0" destOrd="0" presId="urn:microsoft.com/office/officeart/2018/2/layout/IconLabelDescriptionList"/>
    <dgm:cxn modelId="{7B8B7602-CC76-472C-BDDA-491DB21814B1}" type="presParOf" srcId="{4D434633-9DB2-4514-9907-B7CC59E5909A}" destId="{189B0DBC-F48E-4974-8128-668AC0251382}" srcOrd="0" destOrd="0" presId="urn:microsoft.com/office/officeart/2018/2/layout/IconLabelDescriptionList"/>
    <dgm:cxn modelId="{66B56729-1275-4AD4-8593-79C92FF44CD7}" type="presParOf" srcId="{189B0DBC-F48E-4974-8128-668AC0251382}" destId="{C004DA16-3AC4-4889-94DC-FBF949F15AB1}" srcOrd="0" destOrd="0" presId="urn:microsoft.com/office/officeart/2018/2/layout/IconLabelDescriptionList"/>
    <dgm:cxn modelId="{E7512AA5-C661-4CC4-B498-9D491CBB86B8}" type="presParOf" srcId="{189B0DBC-F48E-4974-8128-668AC0251382}" destId="{C74C21CB-4972-4FDB-BF12-88294FF82CC0}" srcOrd="1" destOrd="0" presId="urn:microsoft.com/office/officeart/2018/2/layout/IconLabelDescriptionList"/>
    <dgm:cxn modelId="{F5426377-E4E6-45C3-86E7-8E72D3667827}" type="presParOf" srcId="{189B0DBC-F48E-4974-8128-668AC0251382}" destId="{9F637A5C-3DC7-4F22-845B-5B88A7A3EF87}" srcOrd="2" destOrd="0" presId="urn:microsoft.com/office/officeart/2018/2/layout/IconLabelDescriptionList"/>
    <dgm:cxn modelId="{FDD8E5CC-7C42-41DA-A9CB-B4673925F979}" type="presParOf" srcId="{189B0DBC-F48E-4974-8128-668AC0251382}" destId="{6D11BFCD-7036-46E9-8B96-7439C7FA4247}" srcOrd="3" destOrd="0" presId="urn:microsoft.com/office/officeart/2018/2/layout/IconLabelDescriptionList"/>
    <dgm:cxn modelId="{F1F8F2D9-EE8B-4311-B6BD-D5B6E714978C}" type="presParOf" srcId="{189B0DBC-F48E-4974-8128-668AC0251382}" destId="{E9CE11AF-DB82-4A86-9501-3A137FB7D0C9}" srcOrd="4" destOrd="0" presId="urn:microsoft.com/office/officeart/2018/2/layout/IconLabelDescriptionList"/>
    <dgm:cxn modelId="{F4C4C12B-3968-495B-A81A-A47FFE51065A}" type="presParOf" srcId="{4D434633-9DB2-4514-9907-B7CC59E5909A}" destId="{FC51DDD8-8D98-4265-B825-F9D1A5237ED3}" srcOrd="1" destOrd="0" presId="urn:microsoft.com/office/officeart/2018/2/layout/IconLabelDescriptionList"/>
    <dgm:cxn modelId="{2C4E49BF-AF1E-47FD-A2DA-364340AA6338}" type="presParOf" srcId="{4D434633-9DB2-4514-9907-B7CC59E5909A}" destId="{31FE8707-ED8D-4875-A00D-16283007245F}" srcOrd="2" destOrd="0" presId="urn:microsoft.com/office/officeart/2018/2/layout/IconLabelDescriptionList"/>
    <dgm:cxn modelId="{196B80A6-D95C-4B6E-AA9B-F9112ED5E5C0}" type="presParOf" srcId="{31FE8707-ED8D-4875-A00D-16283007245F}" destId="{4DA5E0CB-DCBA-41AD-B864-FA0C4A69CAC5}" srcOrd="0" destOrd="0" presId="urn:microsoft.com/office/officeart/2018/2/layout/IconLabelDescriptionList"/>
    <dgm:cxn modelId="{D755FB86-78CD-4CD4-AC41-3E3914DC1E7D}" type="presParOf" srcId="{31FE8707-ED8D-4875-A00D-16283007245F}" destId="{F88C91D6-BD57-47FC-8C88-9D7C6ABC4B7D}" srcOrd="1" destOrd="0" presId="urn:microsoft.com/office/officeart/2018/2/layout/IconLabelDescriptionList"/>
    <dgm:cxn modelId="{699A6929-49DF-48E3-B9BB-00971885FCAD}" type="presParOf" srcId="{31FE8707-ED8D-4875-A00D-16283007245F}" destId="{B7E774B2-014F-49EC-87F7-1F3375DE14E3}" srcOrd="2" destOrd="0" presId="urn:microsoft.com/office/officeart/2018/2/layout/IconLabelDescriptionList"/>
    <dgm:cxn modelId="{1A5A4CD8-9B2E-4F6D-A02C-17F2D68F83AC}" type="presParOf" srcId="{31FE8707-ED8D-4875-A00D-16283007245F}" destId="{A3D1D7F5-F401-426A-A532-7F5B019A4E08}" srcOrd="3" destOrd="0" presId="urn:microsoft.com/office/officeart/2018/2/layout/IconLabelDescriptionList"/>
    <dgm:cxn modelId="{683E3589-26D3-4E97-BF1E-7B664855A101}" type="presParOf" srcId="{31FE8707-ED8D-4875-A00D-16283007245F}" destId="{2164C013-D44D-4604-A71B-AADBB64C15B6}" srcOrd="4" destOrd="0" presId="urn:microsoft.com/office/officeart/2018/2/layout/IconLabelDescriptionList"/>
    <dgm:cxn modelId="{A360C197-7DD5-42D1-B1DC-104395E52D8B}" type="presParOf" srcId="{4D434633-9DB2-4514-9907-B7CC59E5909A}" destId="{B2F682C9-B84D-481E-B563-E6FDE3C58ED3}" srcOrd="3" destOrd="0" presId="urn:microsoft.com/office/officeart/2018/2/layout/IconLabelDescriptionList"/>
    <dgm:cxn modelId="{68BD9882-2D98-488A-9D5B-2A12405E6DD1}" type="presParOf" srcId="{4D434633-9DB2-4514-9907-B7CC59E5909A}" destId="{D205AD62-74D6-4A1D-86D5-394E30441723}" srcOrd="4" destOrd="0" presId="urn:microsoft.com/office/officeart/2018/2/layout/IconLabelDescriptionList"/>
    <dgm:cxn modelId="{0A7EA6D6-F496-4966-A484-858A66B39627}" type="presParOf" srcId="{D205AD62-74D6-4A1D-86D5-394E30441723}" destId="{1C9BFF02-DD34-401F-A053-DFE01B5A806F}" srcOrd="0" destOrd="0" presId="urn:microsoft.com/office/officeart/2018/2/layout/IconLabelDescriptionList"/>
    <dgm:cxn modelId="{620457FA-9CD8-4E76-919B-C0A986A34C23}" type="presParOf" srcId="{D205AD62-74D6-4A1D-86D5-394E30441723}" destId="{D6F424A4-DF6E-4061-822A-B77D7E3C514F}" srcOrd="1" destOrd="0" presId="urn:microsoft.com/office/officeart/2018/2/layout/IconLabelDescriptionList"/>
    <dgm:cxn modelId="{A7F85A57-CA93-4ACD-8B30-D314218E5D26}" type="presParOf" srcId="{D205AD62-74D6-4A1D-86D5-394E30441723}" destId="{F5A6AD29-CE77-4D17-B14A-AD12FB9C3ED4}" srcOrd="2" destOrd="0" presId="urn:microsoft.com/office/officeart/2018/2/layout/IconLabelDescriptionList"/>
    <dgm:cxn modelId="{9B358147-0519-40E3-B040-7520867C7082}" type="presParOf" srcId="{D205AD62-74D6-4A1D-86D5-394E30441723}" destId="{1B4ED9A6-468C-4962-8C0C-35B6974F6FF5}" srcOrd="3" destOrd="0" presId="urn:microsoft.com/office/officeart/2018/2/layout/IconLabelDescriptionList"/>
    <dgm:cxn modelId="{E3DC03B7-1CE5-469E-A880-9FBB7589B753}" type="presParOf" srcId="{D205AD62-74D6-4A1D-86D5-394E30441723}" destId="{24B73773-77FE-448D-AFDB-A76A1211FAA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4BBA94D4-3126-424E-9CC9-629ABFA63FF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0AB6BB-D073-4C08-B032-FF3718C78E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Finding Master Key</a:t>
          </a:r>
          <a:endParaRPr lang="en-US"/>
        </a:p>
      </dgm:t>
    </dgm:pt>
    <dgm:pt modelId="{294B9ADE-F681-41A1-A643-DE3ECC2F5FE6}" type="parTrans" cxnId="{9CA3B702-A283-4DAE-9EA6-577D1A75BE3B}">
      <dgm:prSet/>
      <dgm:spPr/>
      <dgm:t>
        <a:bodyPr/>
        <a:lstStyle/>
        <a:p>
          <a:endParaRPr lang="en-US"/>
        </a:p>
      </dgm:t>
    </dgm:pt>
    <dgm:pt modelId="{FCEB3928-DF3A-41D2-BF8E-A0282AC844E2}" type="sibTrans" cxnId="{9CA3B702-A283-4DAE-9EA6-577D1A75BE3B}">
      <dgm:prSet/>
      <dgm:spPr/>
      <dgm:t>
        <a:bodyPr/>
        <a:lstStyle/>
        <a:p>
          <a:endParaRPr lang="en-US"/>
        </a:p>
      </dgm:t>
    </dgm:pt>
    <dgm:pt modelId="{FD954399-5F05-4741-8DD6-8D0B2E5459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“ancestry” of a key is read from right to left </a:t>
          </a:r>
        </a:p>
      </dgm:t>
    </dgm:pt>
    <dgm:pt modelId="{457C5C0E-6656-4422-9493-CD3182FEFFB2}" type="parTrans" cxnId="{19218609-1C64-4C8A-B747-060F042C7D39}">
      <dgm:prSet/>
      <dgm:spPr/>
      <dgm:t>
        <a:bodyPr/>
        <a:lstStyle/>
        <a:p>
          <a:endParaRPr lang="en-US"/>
        </a:p>
      </dgm:t>
    </dgm:pt>
    <dgm:pt modelId="{E2C2CA0E-39FD-40BA-80C0-4075E5F213EA}" type="sibTrans" cxnId="{19218609-1C64-4C8A-B747-060F042C7D39}">
      <dgm:prSet/>
      <dgm:spPr/>
      <dgm:t>
        <a:bodyPr/>
        <a:lstStyle/>
        <a:p>
          <a:endParaRPr lang="en-US"/>
        </a:p>
      </dgm:t>
    </dgm:pt>
    <dgm:pt modelId="{B518626E-23DE-4B9A-8625-3E8760E8F8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until you reach the master key from</a:t>
          </a:r>
          <a:r>
            <a:rPr lang="tr-TR"/>
            <a:t> </a:t>
          </a:r>
          <a:r>
            <a:rPr lang="en-US"/>
            <a:t>which it was derived. </a:t>
          </a:r>
        </a:p>
      </dgm:t>
    </dgm:pt>
    <dgm:pt modelId="{578B50C7-9B78-4EFA-9B5B-980F07505864}" type="parTrans" cxnId="{156F3480-9FBD-4831-9F66-70EF3089F24C}">
      <dgm:prSet/>
      <dgm:spPr/>
      <dgm:t>
        <a:bodyPr/>
        <a:lstStyle/>
        <a:p>
          <a:endParaRPr lang="en-US"/>
        </a:p>
      </dgm:t>
    </dgm:pt>
    <dgm:pt modelId="{064E4DB7-1AB9-48ED-A40C-869E31BD65AB}" type="sibTrans" cxnId="{156F3480-9FBD-4831-9F66-70EF3089F24C}">
      <dgm:prSet/>
      <dgm:spPr/>
      <dgm:t>
        <a:bodyPr/>
        <a:lstStyle/>
        <a:p>
          <a:endParaRPr lang="en-US"/>
        </a:p>
      </dgm:t>
    </dgm:pt>
    <dgm:pt modelId="{CBCF62BC-3BCD-4864-BE54-5E1A94BAC19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Identifier </a:t>
          </a:r>
          <a:r>
            <a:rPr lang="en-US"/>
            <a:t>m/x/y/z </a:t>
          </a:r>
        </a:p>
      </dgm:t>
    </dgm:pt>
    <dgm:pt modelId="{24677632-6ACE-4857-9644-38E56259F41D}" type="parTrans" cxnId="{D161ECD1-8AE3-4B62-BCE1-761B45118CC0}">
      <dgm:prSet/>
      <dgm:spPr/>
      <dgm:t>
        <a:bodyPr/>
        <a:lstStyle/>
        <a:p>
          <a:endParaRPr lang="en-US"/>
        </a:p>
      </dgm:t>
    </dgm:pt>
    <dgm:pt modelId="{D2B2482B-D6A2-4196-9776-3B2DA0EDFF43}" type="sibTrans" cxnId="{D161ECD1-8AE3-4B62-BCE1-761B45118CC0}">
      <dgm:prSet/>
      <dgm:spPr/>
      <dgm:t>
        <a:bodyPr/>
        <a:lstStyle/>
        <a:p>
          <a:endParaRPr lang="en-US"/>
        </a:p>
      </dgm:t>
    </dgm:pt>
    <dgm:pt modelId="{CABC4773-2C23-4515-821E-36E2FDA97F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z</a:t>
          </a:r>
          <a:r>
            <a:rPr lang="en-US" baseline="30000"/>
            <a:t>th</a:t>
          </a:r>
          <a:r>
            <a:rPr lang="tr-TR"/>
            <a:t> </a:t>
          </a:r>
          <a:r>
            <a:rPr lang="en-US"/>
            <a:t>child of key m/x/y </a:t>
          </a:r>
        </a:p>
      </dgm:t>
    </dgm:pt>
    <dgm:pt modelId="{D1EC1C55-74AA-403A-84D9-ECF0A55E5472}" type="parTrans" cxnId="{CF4E1E39-7C7B-41D4-AB4C-46254BC8E9A1}">
      <dgm:prSet/>
      <dgm:spPr/>
      <dgm:t>
        <a:bodyPr/>
        <a:lstStyle/>
        <a:p>
          <a:endParaRPr lang="en-US"/>
        </a:p>
      </dgm:t>
    </dgm:pt>
    <dgm:pt modelId="{00D7CCC6-032B-489D-A807-6504675641CF}" type="sibTrans" cxnId="{CF4E1E39-7C7B-41D4-AB4C-46254BC8E9A1}">
      <dgm:prSet/>
      <dgm:spPr/>
      <dgm:t>
        <a:bodyPr/>
        <a:lstStyle/>
        <a:p>
          <a:endParaRPr lang="en-US"/>
        </a:p>
      </dgm:t>
    </dgm:pt>
    <dgm:pt modelId="{B0A7932B-2C8E-4E77-B0F9-AE72A0D54B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the y</a:t>
          </a:r>
          <a:r>
            <a:rPr lang="en-US" baseline="30000"/>
            <a:t>th</a:t>
          </a:r>
          <a:r>
            <a:rPr lang="en-US"/>
            <a:t> child of key m/x </a:t>
          </a:r>
        </a:p>
      </dgm:t>
    </dgm:pt>
    <dgm:pt modelId="{AA91565E-3048-4CFC-8F0A-3531FA5DBCFE}" type="parTrans" cxnId="{DF35C8B0-837D-411F-95F2-5D16EDFE7376}">
      <dgm:prSet/>
      <dgm:spPr/>
      <dgm:t>
        <a:bodyPr/>
        <a:lstStyle/>
        <a:p>
          <a:endParaRPr lang="en-US"/>
        </a:p>
      </dgm:t>
    </dgm:pt>
    <dgm:pt modelId="{A67EE29B-F970-4F8E-8DC9-E1E24A01D3D2}" type="sibTrans" cxnId="{DF35C8B0-837D-411F-95F2-5D16EDFE7376}">
      <dgm:prSet/>
      <dgm:spPr/>
      <dgm:t>
        <a:bodyPr/>
        <a:lstStyle/>
        <a:p>
          <a:endParaRPr lang="en-US"/>
        </a:p>
      </dgm:t>
    </dgm:pt>
    <dgm:pt modelId="{AD2A4469-27DA-4EA0-9DD3-CF245A9306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the x</a:t>
          </a:r>
          <a:r>
            <a:rPr lang="en-US" baseline="30000"/>
            <a:t>th</a:t>
          </a:r>
          <a:r>
            <a:rPr lang="en-US"/>
            <a:t> child of m</a:t>
          </a:r>
        </a:p>
      </dgm:t>
    </dgm:pt>
    <dgm:pt modelId="{C59773DC-A4E8-4D33-999C-D9146C5E0CBC}" type="parTrans" cxnId="{17BABDF6-7F07-4C77-919E-97F4181C3F09}">
      <dgm:prSet/>
      <dgm:spPr/>
      <dgm:t>
        <a:bodyPr/>
        <a:lstStyle/>
        <a:p>
          <a:endParaRPr lang="en-US"/>
        </a:p>
      </dgm:t>
    </dgm:pt>
    <dgm:pt modelId="{5E972791-653E-4DD6-9AB6-ED735E00505F}" type="sibTrans" cxnId="{17BABDF6-7F07-4C77-919E-97F4181C3F09}">
      <dgm:prSet/>
      <dgm:spPr/>
      <dgm:t>
        <a:bodyPr/>
        <a:lstStyle/>
        <a:p>
          <a:endParaRPr lang="en-US"/>
        </a:p>
      </dgm:t>
    </dgm:pt>
    <dgm:pt modelId="{468048DE-A407-4613-9A03-D9F49CE376AF}" type="pres">
      <dgm:prSet presAssocID="{4BBA94D4-3126-424E-9CC9-629ABFA63FF4}" presName="root" presStyleCnt="0">
        <dgm:presLayoutVars>
          <dgm:dir/>
          <dgm:resizeHandles val="exact"/>
        </dgm:presLayoutVars>
      </dgm:prSet>
      <dgm:spPr/>
    </dgm:pt>
    <dgm:pt modelId="{DF299156-F2B1-47E8-A9F7-0FA2B8B4D3CB}" type="pres">
      <dgm:prSet presAssocID="{7E0AB6BB-D073-4C08-B032-FF3718C78EAA}" presName="compNode" presStyleCnt="0"/>
      <dgm:spPr/>
    </dgm:pt>
    <dgm:pt modelId="{12FED729-6768-475E-9DAA-23120683523E}" type="pres">
      <dgm:prSet presAssocID="{7E0AB6BB-D073-4C08-B032-FF3718C78EA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DD41DB3-44F1-49B6-B4D6-6C8B7AC903CD}" type="pres">
      <dgm:prSet presAssocID="{7E0AB6BB-D073-4C08-B032-FF3718C78EAA}" presName="iconSpace" presStyleCnt="0"/>
      <dgm:spPr/>
    </dgm:pt>
    <dgm:pt modelId="{F0FA7411-DC27-4F0E-874B-E3986FFDE665}" type="pres">
      <dgm:prSet presAssocID="{7E0AB6BB-D073-4C08-B032-FF3718C78EAA}" presName="parTx" presStyleLbl="revTx" presStyleIdx="0" presStyleCnt="4">
        <dgm:presLayoutVars>
          <dgm:chMax val="0"/>
          <dgm:chPref val="0"/>
        </dgm:presLayoutVars>
      </dgm:prSet>
      <dgm:spPr/>
    </dgm:pt>
    <dgm:pt modelId="{D72E2E6F-5793-4594-896C-EA01CA6ADB05}" type="pres">
      <dgm:prSet presAssocID="{7E0AB6BB-D073-4C08-B032-FF3718C78EAA}" presName="txSpace" presStyleCnt="0"/>
      <dgm:spPr/>
    </dgm:pt>
    <dgm:pt modelId="{10C178EB-373E-4844-ABC5-6072080EE8B9}" type="pres">
      <dgm:prSet presAssocID="{7E0AB6BB-D073-4C08-B032-FF3718C78EAA}" presName="desTx" presStyleLbl="revTx" presStyleIdx="1" presStyleCnt="4">
        <dgm:presLayoutVars/>
      </dgm:prSet>
      <dgm:spPr/>
    </dgm:pt>
    <dgm:pt modelId="{B04B1484-0A49-4FBA-8C60-5ADDA69B7818}" type="pres">
      <dgm:prSet presAssocID="{FCEB3928-DF3A-41D2-BF8E-A0282AC844E2}" presName="sibTrans" presStyleCnt="0"/>
      <dgm:spPr/>
    </dgm:pt>
    <dgm:pt modelId="{C7A0CCEE-5B1A-4AB9-8053-35794BA00FA1}" type="pres">
      <dgm:prSet presAssocID="{CBCF62BC-3BCD-4864-BE54-5E1A94BAC196}" presName="compNode" presStyleCnt="0"/>
      <dgm:spPr/>
    </dgm:pt>
    <dgm:pt modelId="{8F8BEF36-13C3-4321-AF25-379F705A4870}" type="pres">
      <dgm:prSet presAssocID="{CBCF62BC-3BCD-4864-BE54-5E1A94BAC19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oller"/>
        </a:ext>
      </dgm:extLst>
    </dgm:pt>
    <dgm:pt modelId="{6F535E35-60AA-4A2B-9DC8-EA66354EE196}" type="pres">
      <dgm:prSet presAssocID="{CBCF62BC-3BCD-4864-BE54-5E1A94BAC196}" presName="iconSpace" presStyleCnt="0"/>
      <dgm:spPr/>
    </dgm:pt>
    <dgm:pt modelId="{7DC9A5C6-B7F2-4550-B3A7-4DF2F70B4834}" type="pres">
      <dgm:prSet presAssocID="{CBCF62BC-3BCD-4864-BE54-5E1A94BAC196}" presName="parTx" presStyleLbl="revTx" presStyleIdx="2" presStyleCnt="4">
        <dgm:presLayoutVars>
          <dgm:chMax val="0"/>
          <dgm:chPref val="0"/>
        </dgm:presLayoutVars>
      </dgm:prSet>
      <dgm:spPr/>
    </dgm:pt>
    <dgm:pt modelId="{BAB0BADE-86A7-4E27-AF01-A358ADA14849}" type="pres">
      <dgm:prSet presAssocID="{CBCF62BC-3BCD-4864-BE54-5E1A94BAC196}" presName="txSpace" presStyleCnt="0"/>
      <dgm:spPr/>
    </dgm:pt>
    <dgm:pt modelId="{2D03071B-F895-48AA-83ED-62392682DDC5}" type="pres">
      <dgm:prSet presAssocID="{CBCF62BC-3BCD-4864-BE54-5E1A94BAC196}" presName="desTx" presStyleLbl="revTx" presStyleIdx="3" presStyleCnt="4">
        <dgm:presLayoutVars/>
      </dgm:prSet>
      <dgm:spPr/>
    </dgm:pt>
  </dgm:ptLst>
  <dgm:cxnLst>
    <dgm:cxn modelId="{9CA3B702-A283-4DAE-9EA6-577D1A75BE3B}" srcId="{4BBA94D4-3126-424E-9CC9-629ABFA63FF4}" destId="{7E0AB6BB-D073-4C08-B032-FF3718C78EAA}" srcOrd="0" destOrd="0" parTransId="{294B9ADE-F681-41A1-A643-DE3ECC2F5FE6}" sibTransId="{FCEB3928-DF3A-41D2-BF8E-A0282AC844E2}"/>
    <dgm:cxn modelId="{9F13E108-C85C-4A27-A25A-CCFF0BB6B53F}" type="presOf" srcId="{CBCF62BC-3BCD-4864-BE54-5E1A94BAC196}" destId="{7DC9A5C6-B7F2-4550-B3A7-4DF2F70B4834}" srcOrd="0" destOrd="0" presId="urn:microsoft.com/office/officeart/2018/5/layout/CenteredIconLabelDescriptionList"/>
    <dgm:cxn modelId="{19218609-1C64-4C8A-B747-060F042C7D39}" srcId="{7E0AB6BB-D073-4C08-B032-FF3718C78EAA}" destId="{FD954399-5F05-4741-8DD6-8D0B2E545929}" srcOrd="0" destOrd="0" parTransId="{457C5C0E-6656-4422-9493-CD3182FEFFB2}" sibTransId="{E2C2CA0E-39FD-40BA-80C0-4075E5F213EA}"/>
    <dgm:cxn modelId="{CF4E1E39-7C7B-41D4-AB4C-46254BC8E9A1}" srcId="{CBCF62BC-3BCD-4864-BE54-5E1A94BAC196}" destId="{CABC4773-2C23-4515-821E-36E2FDA97F4C}" srcOrd="0" destOrd="0" parTransId="{D1EC1C55-74AA-403A-84D9-ECF0A55E5472}" sibTransId="{00D7CCC6-032B-489D-A807-6504675641CF}"/>
    <dgm:cxn modelId="{2C14BC72-56A2-45B8-8379-E4F6F999CE04}" type="presOf" srcId="{B518626E-23DE-4B9A-8625-3E8760E8F816}" destId="{10C178EB-373E-4844-ABC5-6072080EE8B9}" srcOrd="0" destOrd="1" presId="urn:microsoft.com/office/officeart/2018/5/layout/CenteredIconLabelDescriptionList"/>
    <dgm:cxn modelId="{156F3480-9FBD-4831-9F66-70EF3089F24C}" srcId="{7E0AB6BB-D073-4C08-B032-FF3718C78EAA}" destId="{B518626E-23DE-4B9A-8625-3E8760E8F816}" srcOrd="1" destOrd="0" parTransId="{578B50C7-9B78-4EFA-9B5B-980F07505864}" sibTransId="{064E4DB7-1AB9-48ED-A40C-869E31BD65AB}"/>
    <dgm:cxn modelId="{C3849B92-8BEC-4076-ACB6-347CEB972627}" type="presOf" srcId="{B0A7932B-2C8E-4E77-B0F9-AE72A0D54B37}" destId="{2D03071B-F895-48AA-83ED-62392682DDC5}" srcOrd="0" destOrd="1" presId="urn:microsoft.com/office/officeart/2018/5/layout/CenteredIconLabelDescriptionList"/>
    <dgm:cxn modelId="{A99D3F9C-4760-4ED1-9DCF-711820432E58}" type="presOf" srcId="{AD2A4469-27DA-4EA0-9DD3-CF245A930645}" destId="{2D03071B-F895-48AA-83ED-62392682DDC5}" srcOrd="0" destOrd="2" presId="urn:microsoft.com/office/officeart/2018/5/layout/CenteredIconLabelDescriptionList"/>
    <dgm:cxn modelId="{DF35C8B0-837D-411F-95F2-5D16EDFE7376}" srcId="{CBCF62BC-3BCD-4864-BE54-5E1A94BAC196}" destId="{B0A7932B-2C8E-4E77-B0F9-AE72A0D54B37}" srcOrd="1" destOrd="0" parTransId="{AA91565E-3048-4CFC-8F0A-3531FA5DBCFE}" sibTransId="{A67EE29B-F970-4F8E-8DC9-E1E24A01D3D2}"/>
    <dgm:cxn modelId="{9F750EB3-31F0-40C9-8C8B-301B9816AA3C}" type="presOf" srcId="{CABC4773-2C23-4515-821E-36E2FDA97F4C}" destId="{2D03071B-F895-48AA-83ED-62392682DDC5}" srcOrd="0" destOrd="0" presId="urn:microsoft.com/office/officeart/2018/5/layout/CenteredIconLabelDescriptionList"/>
    <dgm:cxn modelId="{CA225BC0-FF84-4A24-A390-520D840DFF6B}" type="presOf" srcId="{7E0AB6BB-D073-4C08-B032-FF3718C78EAA}" destId="{F0FA7411-DC27-4F0E-874B-E3986FFDE665}" srcOrd="0" destOrd="0" presId="urn:microsoft.com/office/officeart/2018/5/layout/CenteredIconLabelDescriptionList"/>
    <dgm:cxn modelId="{D161ECD1-8AE3-4B62-BCE1-761B45118CC0}" srcId="{4BBA94D4-3126-424E-9CC9-629ABFA63FF4}" destId="{CBCF62BC-3BCD-4864-BE54-5E1A94BAC196}" srcOrd="1" destOrd="0" parTransId="{24677632-6ACE-4857-9644-38E56259F41D}" sibTransId="{D2B2482B-D6A2-4196-9776-3B2DA0EDFF43}"/>
    <dgm:cxn modelId="{6E727AD7-9620-4D78-8F5E-588EBF471C02}" type="presOf" srcId="{FD954399-5F05-4741-8DD6-8D0B2E545929}" destId="{10C178EB-373E-4844-ABC5-6072080EE8B9}" srcOrd="0" destOrd="0" presId="urn:microsoft.com/office/officeart/2018/5/layout/CenteredIconLabelDescriptionList"/>
    <dgm:cxn modelId="{C91374EE-A798-4C87-8956-16EDF84D1363}" type="presOf" srcId="{4BBA94D4-3126-424E-9CC9-629ABFA63FF4}" destId="{468048DE-A407-4613-9A03-D9F49CE376AF}" srcOrd="0" destOrd="0" presId="urn:microsoft.com/office/officeart/2018/5/layout/CenteredIconLabelDescriptionList"/>
    <dgm:cxn modelId="{17BABDF6-7F07-4C77-919E-97F4181C3F09}" srcId="{CBCF62BC-3BCD-4864-BE54-5E1A94BAC196}" destId="{AD2A4469-27DA-4EA0-9DD3-CF245A930645}" srcOrd="2" destOrd="0" parTransId="{C59773DC-A4E8-4D33-999C-D9146C5E0CBC}" sibTransId="{5E972791-653E-4DD6-9AB6-ED735E00505F}"/>
    <dgm:cxn modelId="{E7140354-79F3-4114-9FAA-3EDFA253F4AD}" type="presParOf" srcId="{468048DE-A407-4613-9A03-D9F49CE376AF}" destId="{DF299156-F2B1-47E8-A9F7-0FA2B8B4D3CB}" srcOrd="0" destOrd="0" presId="urn:microsoft.com/office/officeart/2018/5/layout/CenteredIconLabelDescriptionList"/>
    <dgm:cxn modelId="{B9D39745-0868-4F05-AF7C-299101E4DD7A}" type="presParOf" srcId="{DF299156-F2B1-47E8-A9F7-0FA2B8B4D3CB}" destId="{12FED729-6768-475E-9DAA-23120683523E}" srcOrd="0" destOrd="0" presId="urn:microsoft.com/office/officeart/2018/5/layout/CenteredIconLabelDescriptionList"/>
    <dgm:cxn modelId="{B8A37567-C024-4E77-B780-1218EA2FD437}" type="presParOf" srcId="{DF299156-F2B1-47E8-A9F7-0FA2B8B4D3CB}" destId="{FDD41DB3-44F1-49B6-B4D6-6C8B7AC903CD}" srcOrd="1" destOrd="0" presId="urn:microsoft.com/office/officeart/2018/5/layout/CenteredIconLabelDescriptionList"/>
    <dgm:cxn modelId="{1F2A134E-CE6C-4A9C-9333-8190F2067278}" type="presParOf" srcId="{DF299156-F2B1-47E8-A9F7-0FA2B8B4D3CB}" destId="{F0FA7411-DC27-4F0E-874B-E3986FFDE665}" srcOrd="2" destOrd="0" presId="urn:microsoft.com/office/officeart/2018/5/layout/CenteredIconLabelDescriptionList"/>
    <dgm:cxn modelId="{23C3B5C0-68C4-4FDA-A018-8B89C6950658}" type="presParOf" srcId="{DF299156-F2B1-47E8-A9F7-0FA2B8B4D3CB}" destId="{D72E2E6F-5793-4594-896C-EA01CA6ADB05}" srcOrd="3" destOrd="0" presId="urn:microsoft.com/office/officeart/2018/5/layout/CenteredIconLabelDescriptionList"/>
    <dgm:cxn modelId="{DC4C5023-7A19-44C3-90D8-675E69D62455}" type="presParOf" srcId="{DF299156-F2B1-47E8-A9F7-0FA2B8B4D3CB}" destId="{10C178EB-373E-4844-ABC5-6072080EE8B9}" srcOrd="4" destOrd="0" presId="urn:microsoft.com/office/officeart/2018/5/layout/CenteredIconLabelDescriptionList"/>
    <dgm:cxn modelId="{A50B64EE-E59B-4E48-A440-4131980370CA}" type="presParOf" srcId="{468048DE-A407-4613-9A03-D9F49CE376AF}" destId="{B04B1484-0A49-4FBA-8C60-5ADDA69B7818}" srcOrd="1" destOrd="0" presId="urn:microsoft.com/office/officeart/2018/5/layout/CenteredIconLabelDescriptionList"/>
    <dgm:cxn modelId="{44AEBA26-59D0-4892-B871-1F11F4611570}" type="presParOf" srcId="{468048DE-A407-4613-9A03-D9F49CE376AF}" destId="{C7A0CCEE-5B1A-4AB9-8053-35794BA00FA1}" srcOrd="2" destOrd="0" presId="urn:microsoft.com/office/officeart/2018/5/layout/CenteredIconLabelDescriptionList"/>
    <dgm:cxn modelId="{6F60D371-F37E-4873-B9EB-018568407C7F}" type="presParOf" srcId="{C7A0CCEE-5B1A-4AB9-8053-35794BA00FA1}" destId="{8F8BEF36-13C3-4321-AF25-379F705A4870}" srcOrd="0" destOrd="0" presId="urn:microsoft.com/office/officeart/2018/5/layout/CenteredIconLabelDescriptionList"/>
    <dgm:cxn modelId="{C5336008-7F07-42B1-9EA3-954B115DF689}" type="presParOf" srcId="{C7A0CCEE-5B1A-4AB9-8053-35794BA00FA1}" destId="{6F535E35-60AA-4A2B-9DC8-EA66354EE196}" srcOrd="1" destOrd="0" presId="urn:microsoft.com/office/officeart/2018/5/layout/CenteredIconLabelDescriptionList"/>
    <dgm:cxn modelId="{5B77EB7C-FF18-4606-A07D-4B68146645E6}" type="presParOf" srcId="{C7A0CCEE-5B1A-4AB9-8053-35794BA00FA1}" destId="{7DC9A5C6-B7F2-4550-B3A7-4DF2F70B4834}" srcOrd="2" destOrd="0" presId="urn:microsoft.com/office/officeart/2018/5/layout/CenteredIconLabelDescriptionList"/>
    <dgm:cxn modelId="{6839F0D4-BEA1-4A17-BD34-2D0036F80F5E}" type="presParOf" srcId="{C7A0CCEE-5B1A-4AB9-8053-35794BA00FA1}" destId="{BAB0BADE-86A7-4E27-AF01-A358ADA14849}" srcOrd="3" destOrd="0" presId="urn:microsoft.com/office/officeart/2018/5/layout/CenteredIconLabelDescriptionList"/>
    <dgm:cxn modelId="{00A300C9-3850-4D0F-9D8E-14C9BD7A4C63}" type="presParOf" srcId="{C7A0CCEE-5B1A-4AB9-8053-35794BA00FA1}" destId="{2D03071B-F895-48AA-83ED-62392682DDC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1.xml><?xml version="1.0" encoding="utf-8"?>
<dgm:dataModel xmlns:dgm="http://schemas.openxmlformats.org/drawingml/2006/diagram" xmlns:a="http://schemas.openxmlformats.org/drawingml/2006/main">
  <dgm:ptLst>
    <dgm:pt modelId="{23210E4B-F6A8-4371-8362-33E87B1F76E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07A92B-D569-43C1-A183-D54B42DC12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HD wallet tree structure offers tremendous flexibility.</a:t>
          </a:r>
        </a:p>
      </dgm:t>
    </dgm:pt>
    <dgm:pt modelId="{E9B698EA-7932-4994-925B-CBB93ED84A8A}" type="parTrans" cxnId="{A919EE3D-ECB1-4E4D-B310-0D41C2A166D8}">
      <dgm:prSet/>
      <dgm:spPr/>
      <dgm:t>
        <a:bodyPr/>
        <a:lstStyle/>
        <a:p>
          <a:endParaRPr lang="en-US" sz="3200"/>
        </a:p>
      </dgm:t>
    </dgm:pt>
    <dgm:pt modelId="{F78D1748-3392-45A8-94B5-89521788D80B}" type="sibTrans" cxnId="{A919EE3D-ECB1-4E4D-B310-0D41C2A166D8}">
      <dgm:prSet/>
      <dgm:spPr/>
      <dgm:t>
        <a:bodyPr/>
        <a:lstStyle/>
        <a:p>
          <a:endParaRPr lang="en-US"/>
        </a:p>
      </dgm:t>
    </dgm:pt>
    <dgm:pt modelId="{745471E3-DA8D-4751-A2C8-46E640ADBD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parent extended key</a:t>
          </a:r>
          <a:r>
            <a:rPr lang="tr-TR"/>
            <a:t> </a:t>
          </a:r>
          <a:r>
            <a:rPr lang="en-US"/>
            <a:t>can have 4 billion children:</a:t>
          </a:r>
        </a:p>
      </dgm:t>
    </dgm:pt>
    <dgm:pt modelId="{FFE9E440-4383-48D9-B1E3-EC42A0723771}" type="parTrans" cxnId="{695D331C-DE95-4B72-9274-4E6FDEF64E81}">
      <dgm:prSet/>
      <dgm:spPr/>
      <dgm:t>
        <a:bodyPr/>
        <a:lstStyle/>
        <a:p>
          <a:endParaRPr lang="en-US" sz="3200"/>
        </a:p>
      </dgm:t>
    </dgm:pt>
    <dgm:pt modelId="{F8F9A06F-030E-48FF-9CDE-37BBA4802CC8}" type="sibTrans" cxnId="{695D331C-DE95-4B72-9274-4E6FDEF64E81}">
      <dgm:prSet/>
      <dgm:spPr/>
      <dgm:t>
        <a:bodyPr/>
        <a:lstStyle/>
        <a:p>
          <a:endParaRPr lang="en-US"/>
        </a:p>
      </dgm:t>
    </dgm:pt>
    <dgm:pt modelId="{14CA372B-5F86-4B48-947B-23C49CABBA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of those children can have another 4 billion children, and so on.</a:t>
          </a:r>
        </a:p>
      </dgm:t>
    </dgm:pt>
    <dgm:pt modelId="{41D11342-7078-4E0B-8D4A-8A87ADB97CDC}" type="parTrans" cxnId="{BAA4B20A-98A5-4E46-9B89-1DC4BB6BFBB2}">
      <dgm:prSet/>
      <dgm:spPr/>
      <dgm:t>
        <a:bodyPr/>
        <a:lstStyle/>
        <a:p>
          <a:endParaRPr lang="en-US" sz="3200"/>
        </a:p>
      </dgm:t>
    </dgm:pt>
    <dgm:pt modelId="{4DD35340-5E13-42FE-8366-02D2D3FA75ED}" type="sibTrans" cxnId="{BAA4B20A-98A5-4E46-9B89-1DC4BB6BFBB2}">
      <dgm:prSet/>
      <dgm:spPr/>
      <dgm:t>
        <a:bodyPr/>
        <a:lstStyle/>
        <a:p>
          <a:endParaRPr lang="en-US"/>
        </a:p>
      </dgm:t>
    </dgm:pt>
    <dgm:pt modelId="{0C49C967-9BDB-4FA8-9666-1A440093BB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Flexibility of HD Structure</a:t>
          </a:r>
          <a:endParaRPr lang="en-US"/>
        </a:p>
      </dgm:t>
    </dgm:pt>
    <dgm:pt modelId="{A0CA24A9-8B77-42F8-BD53-A2E63813CB2F}" type="parTrans" cxnId="{0D744A40-976C-4CE0-937B-0668B827215D}">
      <dgm:prSet/>
      <dgm:spPr/>
      <dgm:t>
        <a:bodyPr/>
        <a:lstStyle/>
        <a:p>
          <a:endParaRPr lang="tr-TR" sz="3200"/>
        </a:p>
      </dgm:t>
    </dgm:pt>
    <dgm:pt modelId="{1EBA9183-1CEC-445D-97C3-27454338840A}" type="sibTrans" cxnId="{0D744A40-976C-4CE0-937B-0668B827215D}">
      <dgm:prSet/>
      <dgm:spPr/>
      <dgm:t>
        <a:bodyPr/>
        <a:lstStyle/>
        <a:p>
          <a:endParaRPr lang="tr-TR"/>
        </a:p>
      </dgm:t>
    </dgm:pt>
    <dgm:pt modelId="{18C44675-101F-443B-97B2-17DF1381E34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4 Billion Children</a:t>
          </a:r>
          <a:endParaRPr lang="en-US"/>
        </a:p>
      </dgm:t>
    </dgm:pt>
    <dgm:pt modelId="{5F689732-7EE6-4420-A0A6-97286A961FD0}" type="parTrans" cxnId="{86CFEB57-8C5C-437F-B2B6-5643956F1DC5}">
      <dgm:prSet/>
      <dgm:spPr/>
      <dgm:t>
        <a:bodyPr/>
        <a:lstStyle/>
        <a:p>
          <a:endParaRPr lang="tr-TR" sz="3200"/>
        </a:p>
      </dgm:t>
    </dgm:pt>
    <dgm:pt modelId="{094B70C1-A054-4860-A1DC-18D34C3E8C7D}" type="sibTrans" cxnId="{86CFEB57-8C5C-437F-B2B6-5643956F1DC5}">
      <dgm:prSet/>
      <dgm:spPr/>
      <dgm:t>
        <a:bodyPr/>
        <a:lstStyle/>
        <a:p>
          <a:endParaRPr lang="tr-TR"/>
        </a:p>
      </dgm:t>
    </dgm:pt>
    <dgm:pt modelId="{1E0DC7FF-85C3-46D9-90B5-A8252FF400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 billion normal children and 2 billion hardened children.</a:t>
          </a:r>
        </a:p>
      </dgm:t>
    </dgm:pt>
    <dgm:pt modelId="{AEA05BD8-3A0C-4DAC-B81D-A525F566D3B4}" type="parTrans" cxnId="{E6F70282-FA0C-4FBF-9F84-D2DB682A1BC7}">
      <dgm:prSet/>
      <dgm:spPr/>
      <dgm:t>
        <a:bodyPr/>
        <a:lstStyle/>
        <a:p>
          <a:endParaRPr lang="tr-TR" sz="3200"/>
        </a:p>
      </dgm:t>
    </dgm:pt>
    <dgm:pt modelId="{305EA171-63A6-43DC-A190-B61C1C391380}" type="sibTrans" cxnId="{E6F70282-FA0C-4FBF-9F84-D2DB682A1BC7}">
      <dgm:prSet/>
      <dgm:spPr/>
      <dgm:t>
        <a:bodyPr/>
        <a:lstStyle/>
        <a:p>
          <a:endParaRPr lang="tr-TR"/>
        </a:p>
      </dgm:t>
    </dgm:pt>
    <dgm:pt modelId="{E70C5901-EA64-4125-A941-EB7AC2AE8F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Next Level</a:t>
          </a:r>
          <a:endParaRPr lang="en-US"/>
        </a:p>
      </dgm:t>
    </dgm:pt>
    <dgm:pt modelId="{03D5E945-59F0-4F68-BA28-091451064ABC}" type="parTrans" cxnId="{66058D6D-D9E1-4F0B-9F2C-7B632BF4D148}">
      <dgm:prSet/>
      <dgm:spPr/>
      <dgm:t>
        <a:bodyPr/>
        <a:lstStyle/>
        <a:p>
          <a:endParaRPr lang="tr-TR" sz="3200"/>
        </a:p>
      </dgm:t>
    </dgm:pt>
    <dgm:pt modelId="{FD0FEBB9-50A4-4490-8A7D-807B6D2883C3}" type="sibTrans" cxnId="{66058D6D-D9E1-4F0B-9F2C-7B632BF4D148}">
      <dgm:prSet/>
      <dgm:spPr/>
      <dgm:t>
        <a:bodyPr/>
        <a:lstStyle/>
        <a:p>
          <a:endParaRPr lang="tr-TR"/>
        </a:p>
      </dgm:t>
    </dgm:pt>
    <dgm:pt modelId="{126ED58A-0D6E-4C9B-ADFD-A100FC1D81A1}" type="pres">
      <dgm:prSet presAssocID="{23210E4B-F6A8-4371-8362-33E87B1F76EB}" presName="root" presStyleCnt="0">
        <dgm:presLayoutVars>
          <dgm:dir/>
          <dgm:resizeHandles val="exact"/>
        </dgm:presLayoutVars>
      </dgm:prSet>
      <dgm:spPr/>
    </dgm:pt>
    <dgm:pt modelId="{7388D047-436D-439C-AFA7-1429D6951F40}" type="pres">
      <dgm:prSet presAssocID="{0C49C967-9BDB-4FA8-9666-1A440093BB2B}" presName="compNode" presStyleCnt="0"/>
      <dgm:spPr/>
    </dgm:pt>
    <dgm:pt modelId="{8CC3DD79-D9E9-4061-8E03-4F47DA912964}" type="pres">
      <dgm:prSet presAssocID="{0C49C967-9BDB-4FA8-9666-1A440093BB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073256-2EF7-4F56-8F2F-6208AD4ADAD7}" type="pres">
      <dgm:prSet presAssocID="{0C49C967-9BDB-4FA8-9666-1A440093BB2B}" presName="iconSpace" presStyleCnt="0"/>
      <dgm:spPr/>
    </dgm:pt>
    <dgm:pt modelId="{2CC29C72-39DF-46B0-9A95-586BAE8A4D7C}" type="pres">
      <dgm:prSet presAssocID="{0C49C967-9BDB-4FA8-9666-1A440093BB2B}" presName="parTx" presStyleLbl="revTx" presStyleIdx="0" presStyleCnt="6">
        <dgm:presLayoutVars>
          <dgm:chMax val="0"/>
          <dgm:chPref val="0"/>
        </dgm:presLayoutVars>
      </dgm:prSet>
      <dgm:spPr/>
    </dgm:pt>
    <dgm:pt modelId="{26D83C1B-EC67-49CD-A571-987410CC9069}" type="pres">
      <dgm:prSet presAssocID="{0C49C967-9BDB-4FA8-9666-1A440093BB2B}" presName="txSpace" presStyleCnt="0"/>
      <dgm:spPr/>
    </dgm:pt>
    <dgm:pt modelId="{6C176EF2-AE53-465B-AEA7-BCF29ADCC140}" type="pres">
      <dgm:prSet presAssocID="{0C49C967-9BDB-4FA8-9666-1A440093BB2B}" presName="desTx" presStyleLbl="revTx" presStyleIdx="1" presStyleCnt="6">
        <dgm:presLayoutVars/>
      </dgm:prSet>
      <dgm:spPr/>
    </dgm:pt>
    <dgm:pt modelId="{928C0942-1AAF-41A0-9B1B-60D2A73CFFA1}" type="pres">
      <dgm:prSet presAssocID="{1EBA9183-1CEC-445D-97C3-27454338840A}" presName="sibTrans" presStyleCnt="0"/>
      <dgm:spPr/>
    </dgm:pt>
    <dgm:pt modelId="{371E01E9-5F5B-414D-AB0A-3D6CBC9115CC}" type="pres">
      <dgm:prSet presAssocID="{18C44675-101F-443B-97B2-17DF1381E34E}" presName="compNode" presStyleCnt="0"/>
      <dgm:spPr/>
    </dgm:pt>
    <dgm:pt modelId="{246341C7-0F0B-4A89-B288-6C883ACFD3E2}" type="pres">
      <dgm:prSet presAssocID="{18C44675-101F-443B-97B2-17DF1381E3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saw"/>
        </a:ext>
      </dgm:extLst>
    </dgm:pt>
    <dgm:pt modelId="{E4D3243B-3ADE-4CBF-AB48-E5A2DAD57B00}" type="pres">
      <dgm:prSet presAssocID="{18C44675-101F-443B-97B2-17DF1381E34E}" presName="iconSpace" presStyleCnt="0"/>
      <dgm:spPr/>
    </dgm:pt>
    <dgm:pt modelId="{08108D28-652A-4122-B694-8E01BCB8ED73}" type="pres">
      <dgm:prSet presAssocID="{18C44675-101F-443B-97B2-17DF1381E34E}" presName="parTx" presStyleLbl="revTx" presStyleIdx="2" presStyleCnt="6">
        <dgm:presLayoutVars>
          <dgm:chMax val="0"/>
          <dgm:chPref val="0"/>
        </dgm:presLayoutVars>
      </dgm:prSet>
      <dgm:spPr/>
    </dgm:pt>
    <dgm:pt modelId="{205982F2-A49F-48D5-B03A-B2522DFF6084}" type="pres">
      <dgm:prSet presAssocID="{18C44675-101F-443B-97B2-17DF1381E34E}" presName="txSpace" presStyleCnt="0"/>
      <dgm:spPr/>
    </dgm:pt>
    <dgm:pt modelId="{7108335E-D1FD-4857-A0B4-65B2B3EEC040}" type="pres">
      <dgm:prSet presAssocID="{18C44675-101F-443B-97B2-17DF1381E34E}" presName="desTx" presStyleLbl="revTx" presStyleIdx="3" presStyleCnt="6">
        <dgm:presLayoutVars/>
      </dgm:prSet>
      <dgm:spPr/>
    </dgm:pt>
    <dgm:pt modelId="{70E34F10-8A5A-413F-9900-FDCA656D937C}" type="pres">
      <dgm:prSet presAssocID="{094B70C1-A054-4860-A1DC-18D34C3E8C7D}" presName="sibTrans" presStyleCnt="0"/>
      <dgm:spPr/>
    </dgm:pt>
    <dgm:pt modelId="{56470EE3-05A9-4AB9-8D66-83C46A2FA901}" type="pres">
      <dgm:prSet presAssocID="{E70C5901-EA64-4125-A941-EB7AC2AE8F73}" presName="compNode" presStyleCnt="0"/>
      <dgm:spPr/>
    </dgm:pt>
    <dgm:pt modelId="{918DD859-3540-4E1D-A693-2A691E2FE44D}" type="pres">
      <dgm:prSet presAssocID="{E70C5901-EA64-4125-A941-EB7AC2AE8F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737AF770-533E-4721-8F14-18F4A46E0822}" type="pres">
      <dgm:prSet presAssocID="{E70C5901-EA64-4125-A941-EB7AC2AE8F73}" presName="iconSpace" presStyleCnt="0"/>
      <dgm:spPr/>
    </dgm:pt>
    <dgm:pt modelId="{2738E51F-9F3A-49AE-B3F2-D9FB2C4DE4CF}" type="pres">
      <dgm:prSet presAssocID="{E70C5901-EA64-4125-A941-EB7AC2AE8F73}" presName="parTx" presStyleLbl="revTx" presStyleIdx="4" presStyleCnt="6">
        <dgm:presLayoutVars>
          <dgm:chMax val="0"/>
          <dgm:chPref val="0"/>
        </dgm:presLayoutVars>
      </dgm:prSet>
      <dgm:spPr/>
    </dgm:pt>
    <dgm:pt modelId="{252D5B6A-1200-4AB9-9D79-C99AFA7E2663}" type="pres">
      <dgm:prSet presAssocID="{E70C5901-EA64-4125-A941-EB7AC2AE8F73}" presName="txSpace" presStyleCnt="0"/>
      <dgm:spPr/>
    </dgm:pt>
    <dgm:pt modelId="{79636A95-93A1-4B2A-A775-0500ED45DF48}" type="pres">
      <dgm:prSet presAssocID="{E70C5901-EA64-4125-A941-EB7AC2AE8F73}" presName="desTx" presStyleLbl="revTx" presStyleIdx="5" presStyleCnt="6">
        <dgm:presLayoutVars/>
      </dgm:prSet>
      <dgm:spPr/>
    </dgm:pt>
  </dgm:ptLst>
  <dgm:cxnLst>
    <dgm:cxn modelId="{BAA4B20A-98A5-4E46-9B89-1DC4BB6BFBB2}" srcId="{E70C5901-EA64-4125-A941-EB7AC2AE8F73}" destId="{14CA372B-5F86-4B48-947B-23C49CABBACE}" srcOrd="0" destOrd="0" parTransId="{41D11342-7078-4E0B-8D4A-8A87ADB97CDC}" sibTransId="{4DD35340-5E13-42FE-8366-02D2D3FA75ED}"/>
    <dgm:cxn modelId="{695D331C-DE95-4B72-9274-4E6FDEF64E81}" srcId="{18C44675-101F-443B-97B2-17DF1381E34E}" destId="{745471E3-DA8D-4751-A2C8-46E640ADBDC9}" srcOrd="0" destOrd="0" parTransId="{FFE9E440-4383-48D9-B1E3-EC42A0723771}" sibTransId="{F8F9A06F-030E-48FF-9CDE-37BBA4802CC8}"/>
    <dgm:cxn modelId="{A7CBB02B-7486-4F9D-AB34-D6A11F6DA882}" type="presOf" srcId="{E70C5901-EA64-4125-A941-EB7AC2AE8F73}" destId="{2738E51F-9F3A-49AE-B3F2-D9FB2C4DE4CF}" srcOrd="0" destOrd="0" presId="urn:microsoft.com/office/officeart/2018/2/layout/IconLabelDescriptionList"/>
    <dgm:cxn modelId="{A919EE3D-ECB1-4E4D-B310-0D41C2A166D8}" srcId="{0C49C967-9BDB-4FA8-9666-1A440093BB2B}" destId="{CC07A92B-D569-43C1-A183-D54B42DC1220}" srcOrd="0" destOrd="0" parTransId="{E9B698EA-7932-4994-925B-CBB93ED84A8A}" sibTransId="{F78D1748-3392-45A8-94B5-89521788D80B}"/>
    <dgm:cxn modelId="{0D744A40-976C-4CE0-937B-0668B827215D}" srcId="{23210E4B-F6A8-4371-8362-33E87B1F76EB}" destId="{0C49C967-9BDB-4FA8-9666-1A440093BB2B}" srcOrd="0" destOrd="0" parTransId="{A0CA24A9-8B77-42F8-BD53-A2E63813CB2F}" sibTransId="{1EBA9183-1CEC-445D-97C3-27454338840A}"/>
    <dgm:cxn modelId="{4B77EB5D-8AA6-48B8-AB05-BECF1A9D92D8}" type="presOf" srcId="{18C44675-101F-443B-97B2-17DF1381E34E}" destId="{08108D28-652A-4122-B694-8E01BCB8ED73}" srcOrd="0" destOrd="0" presId="urn:microsoft.com/office/officeart/2018/2/layout/IconLabelDescriptionList"/>
    <dgm:cxn modelId="{DBECAF62-C3F2-4759-A365-71457C701E96}" type="presOf" srcId="{1E0DC7FF-85C3-46D9-90B5-A8252FF40021}" destId="{7108335E-D1FD-4857-A0B4-65B2B3EEC040}" srcOrd="0" destOrd="1" presId="urn:microsoft.com/office/officeart/2018/2/layout/IconLabelDescriptionList"/>
    <dgm:cxn modelId="{66058D6D-D9E1-4F0B-9F2C-7B632BF4D148}" srcId="{23210E4B-F6A8-4371-8362-33E87B1F76EB}" destId="{E70C5901-EA64-4125-A941-EB7AC2AE8F73}" srcOrd="2" destOrd="0" parTransId="{03D5E945-59F0-4F68-BA28-091451064ABC}" sibTransId="{FD0FEBB9-50A4-4490-8A7D-807B6D2883C3}"/>
    <dgm:cxn modelId="{5E67D26E-FC99-44C6-8B9D-B26F6AE9756F}" type="presOf" srcId="{CC07A92B-D569-43C1-A183-D54B42DC1220}" destId="{6C176EF2-AE53-465B-AEA7-BCF29ADCC140}" srcOrd="0" destOrd="0" presId="urn:microsoft.com/office/officeart/2018/2/layout/IconLabelDescriptionList"/>
    <dgm:cxn modelId="{86CFEB57-8C5C-437F-B2B6-5643956F1DC5}" srcId="{23210E4B-F6A8-4371-8362-33E87B1F76EB}" destId="{18C44675-101F-443B-97B2-17DF1381E34E}" srcOrd="1" destOrd="0" parTransId="{5F689732-7EE6-4420-A0A6-97286A961FD0}" sibTransId="{094B70C1-A054-4860-A1DC-18D34C3E8C7D}"/>
    <dgm:cxn modelId="{E6F70282-FA0C-4FBF-9F84-D2DB682A1BC7}" srcId="{18C44675-101F-443B-97B2-17DF1381E34E}" destId="{1E0DC7FF-85C3-46D9-90B5-A8252FF40021}" srcOrd="1" destOrd="0" parTransId="{AEA05BD8-3A0C-4DAC-B81D-A525F566D3B4}" sibTransId="{305EA171-63A6-43DC-A190-B61C1C391380}"/>
    <dgm:cxn modelId="{15E3688D-31C8-4B16-8EE7-DC0A3082A042}" type="presOf" srcId="{745471E3-DA8D-4751-A2C8-46E640ADBDC9}" destId="{7108335E-D1FD-4857-A0B4-65B2B3EEC040}" srcOrd="0" destOrd="0" presId="urn:microsoft.com/office/officeart/2018/2/layout/IconLabelDescriptionList"/>
    <dgm:cxn modelId="{B8FD69BB-FE58-40AD-AC3A-EFA468312751}" type="presOf" srcId="{14CA372B-5F86-4B48-947B-23C49CABBACE}" destId="{79636A95-93A1-4B2A-A775-0500ED45DF48}" srcOrd="0" destOrd="0" presId="urn:microsoft.com/office/officeart/2018/2/layout/IconLabelDescriptionList"/>
    <dgm:cxn modelId="{C64CF9CC-378C-4064-B4AA-7538F28BB79D}" type="presOf" srcId="{0C49C967-9BDB-4FA8-9666-1A440093BB2B}" destId="{2CC29C72-39DF-46B0-9A95-586BAE8A4D7C}" srcOrd="0" destOrd="0" presId="urn:microsoft.com/office/officeart/2018/2/layout/IconLabelDescriptionList"/>
    <dgm:cxn modelId="{DA22DAD0-9FBA-4AE0-9A0E-1B48A46DFA34}" type="presOf" srcId="{23210E4B-F6A8-4371-8362-33E87B1F76EB}" destId="{126ED58A-0D6E-4C9B-ADFD-A100FC1D81A1}" srcOrd="0" destOrd="0" presId="urn:microsoft.com/office/officeart/2018/2/layout/IconLabelDescriptionList"/>
    <dgm:cxn modelId="{57B90821-5436-4084-834E-819971208092}" type="presParOf" srcId="{126ED58A-0D6E-4C9B-ADFD-A100FC1D81A1}" destId="{7388D047-436D-439C-AFA7-1429D6951F40}" srcOrd="0" destOrd="0" presId="urn:microsoft.com/office/officeart/2018/2/layout/IconLabelDescriptionList"/>
    <dgm:cxn modelId="{BAACBA93-0849-4BD3-9BD1-45AC71FFAEB3}" type="presParOf" srcId="{7388D047-436D-439C-AFA7-1429D6951F40}" destId="{8CC3DD79-D9E9-4061-8E03-4F47DA912964}" srcOrd="0" destOrd="0" presId="urn:microsoft.com/office/officeart/2018/2/layout/IconLabelDescriptionList"/>
    <dgm:cxn modelId="{D60E201B-8A79-4385-A38A-7AC9D4960052}" type="presParOf" srcId="{7388D047-436D-439C-AFA7-1429D6951F40}" destId="{49073256-2EF7-4F56-8F2F-6208AD4ADAD7}" srcOrd="1" destOrd="0" presId="urn:microsoft.com/office/officeart/2018/2/layout/IconLabelDescriptionList"/>
    <dgm:cxn modelId="{DAAFB98F-9B19-4155-B584-17C333C917C2}" type="presParOf" srcId="{7388D047-436D-439C-AFA7-1429D6951F40}" destId="{2CC29C72-39DF-46B0-9A95-586BAE8A4D7C}" srcOrd="2" destOrd="0" presId="urn:microsoft.com/office/officeart/2018/2/layout/IconLabelDescriptionList"/>
    <dgm:cxn modelId="{C4D0B52D-466C-4AD3-8940-3301B012F43E}" type="presParOf" srcId="{7388D047-436D-439C-AFA7-1429D6951F40}" destId="{26D83C1B-EC67-49CD-A571-987410CC9069}" srcOrd="3" destOrd="0" presId="urn:microsoft.com/office/officeart/2018/2/layout/IconLabelDescriptionList"/>
    <dgm:cxn modelId="{C123DD3B-7FB6-46AD-B450-C5AFF9037A74}" type="presParOf" srcId="{7388D047-436D-439C-AFA7-1429D6951F40}" destId="{6C176EF2-AE53-465B-AEA7-BCF29ADCC140}" srcOrd="4" destOrd="0" presId="urn:microsoft.com/office/officeart/2018/2/layout/IconLabelDescriptionList"/>
    <dgm:cxn modelId="{EFC9A951-11FB-4FB2-ACEF-76333A0C7309}" type="presParOf" srcId="{126ED58A-0D6E-4C9B-ADFD-A100FC1D81A1}" destId="{928C0942-1AAF-41A0-9B1B-60D2A73CFFA1}" srcOrd="1" destOrd="0" presId="urn:microsoft.com/office/officeart/2018/2/layout/IconLabelDescriptionList"/>
    <dgm:cxn modelId="{6ED761DA-EF61-4466-B685-C9A6A31CC5BA}" type="presParOf" srcId="{126ED58A-0D6E-4C9B-ADFD-A100FC1D81A1}" destId="{371E01E9-5F5B-414D-AB0A-3D6CBC9115CC}" srcOrd="2" destOrd="0" presId="urn:microsoft.com/office/officeart/2018/2/layout/IconLabelDescriptionList"/>
    <dgm:cxn modelId="{A7D92826-1612-4495-8F56-611E5884BAD3}" type="presParOf" srcId="{371E01E9-5F5B-414D-AB0A-3D6CBC9115CC}" destId="{246341C7-0F0B-4A89-B288-6C883ACFD3E2}" srcOrd="0" destOrd="0" presId="urn:microsoft.com/office/officeart/2018/2/layout/IconLabelDescriptionList"/>
    <dgm:cxn modelId="{1BE682F7-98BE-4CDC-B08B-B88463DE4C13}" type="presParOf" srcId="{371E01E9-5F5B-414D-AB0A-3D6CBC9115CC}" destId="{E4D3243B-3ADE-4CBF-AB48-E5A2DAD57B00}" srcOrd="1" destOrd="0" presId="urn:microsoft.com/office/officeart/2018/2/layout/IconLabelDescriptionList"/>
    <dgm:cxn modelId="{1E89FB90-E959-41EA-94DC-04EBE46C296E}" type="presParOf" srcId="{371E01E9-5F5B-414D-AB0A-3D6CBC9115CC}" destId="{08108D28-652A-4122-B694-8E01BCB8ED73}" srcOrd="2" destOrd="0" presId="urn:microsoft.com/office/officeart/2018/2/layout/IconLabelDescriptionList"/>
    <dgm:cxn modelId="{47FC1A46-5F25-4549-8BDC-7BA8879D74CD}" type="presParOf" srcId="{371E01E9-5F5B-414D-AB0A-3D6CBC9115CC}" destId="{205982F2-A49F-48D5-B03A-B2522DFF6084}" srcOrd="3" destOrd="0" presId="urn:microsoft.com/office/officeart/2018/2/layout/IconLabelDescriptionList"/>
    <dgm:cxn modelId="{068166EC-D7A7-4119-AF66-5E134E225C6E}" type="presParOf" srcId="{371E01E9-5F5B-414D-AB0A-3D6CBC9115CC}" destId="{7108335E-D1FD-4857-A0B4-65B2B3EEC040}" srcOrd="4" destOrd="0" presId="urn:microsoft.com/office/officeart/2018/2/layout/IconLabelDescriptionList"/>
    <dgm:cxn modelId="{71DBE1BE-927E-48D4-8A84-DE4B25DEB8E7}" type="presParOf" srcId="{126ED58A-0D6E-4C9B-ADFD-A100FC1D81A1}" destId="{70E34F10-8A5A-413F-9900-FDCA656D937C}" srcOrd="3" destOrd="0" presId="urn:microsoft.com/office/officeart/2018/2/layout/IconLabelDescriptionList"/>
    <dgm:cxn modelId="{4CAF44FD-3FD0-4565-A363-C652FE2A7A56}" type="presParOf" srcId="{126ED58A-0D6E-4C9B-ADFD-A100FC1D81A1}" destId="{56470EE3-05A9-4AB9-8D66-83C46A2FA901}" srcOrd="4" destOrd="0" presId="urn:microsoft.com/office/officeart/2018/2/layout/IconLabelDescriptionList"/>
    <dgm:cxn modelId="{E683F6CD-69B4-4B47-8294-4FBF2759F565}" type="presParOf" srcId="{56470EE3-05A9-4AB9-8D66-83C46A2FA901}" destId="{918DD859-3540-4E1D-A693-2A691E2FE44D}" srcOrd="0" destOrd="0" presId="urn:microsoft.com/office/officeart/2018/2/layout/IconLabelDescriptionList"/>
    <dgm:cxn modelId="{605E699D-9839-4F2A-95AF-3CB4B5F33E67}" type="presParOf" srcId="{56470EE3-05A9-4AB9-8D66-83C46A2FA901}" destId="{737AF770-533E-4721-8F14-18F4A46E0822}" srcOrd="1" destOrd="0" presId="urn:microsoft.com/office/officeart/2018/2/layout/IconLabelDescriptionList"/>
    <dgm:cxn modelId="{54E4692D-92C2-450E-9FC9-7951629DC0D7}" type="presParOf" srcId="{56470EE3-05A9-4AB9-8D66-83C46A2FA901}" destId="{2738E51F-9F3A-49AE-B3F2-D9FB2C4DE4CF}" srcOrd="2" destOrd="0" presId="urn:microsoft.com/office/officeart/2018/2/layout/IconLabelDescriptionList"/>
    <dgm:cxn modelId="{8DEFF40F-DCF0-40D9-9113-3F251F3540CA}" type="presParOf" srcId="{56470EE3-05A9-4AB9-8D66-83C46A2FA901}" destId="{252D5B6A-1200-4AB9-9D79-C99AFA7E2663}" srcOrd="3" destOrd="0" presId="urn:microsoft.com/office/officeart/2018/2/layout/IconLabelDescriptionList"/>
    <dgm:cxn modelId="{C970188D-4D9C-425C-855D-A86567EB5EBA}" type="presParOf" srcId="{56470EE3-05A9-4AB9-8D66-83C46A2FA901}" destId="{79636A95-93A1-4B2A-A775-0500ED45DF4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2.xml><?xml version="1.0" encoding="utf-8"?>
<dgm:dataModel xmlns:dgm="http://schemas.openxmlformats.org/drawingml/2006/diagram" xmlns:a="http://schemas.openxmlformats.org/drawingml/2006/main">
  <dgm:ptLst>
    <dgm:pt modelId="{23210E4B-F6A8-4371-8362-33E87B1F76E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8B836D-1DFD-4940-BC0E-8F730EC07A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tree can be</a:t>
          </a:r>
          <a:r>
            <a:rPr lang="tr-TR"/>
            <a:t> </a:t>
          </a:r>
          <a:r>
            <a:rPr lang="en-US"/>
            <a:t>as deep as you want, with an infinite number of generations. </a:t>
          </a:r>
        </a:p>
      </dgm:t>
    </dgm:pt>
    <dgm:pt modelId="{D031B848-8CE3-4DE3-B5A0-514D1A7E2C62}" type="parTrans" cxnId="{4BDBF3CF-8852-40C1-82A3-574F4F08BAB2}">
      <dgm:prSet/>
      <dgm:spPr/>
      <dgm:t>
        <a:bodyPr/>
        <a:lstStyle/>
        <a:p>
          <a:endParaRPr lang="en-US" sz="3200"/>
        </a:p>
      </dgm:t>
    </dgm:pt>
    <dgm:pt modelId="{0CED9D39-C690-4887-BC93-DBBE7E7DDB3E}" type="sibTrans" cxnId="{4BDBF3CF-8852-40C1-82A3-574F4F08BAB2}">
      <dgm:prSet/>
      <dgm:spPr/>
      <dgm:t>
        <a:bodyPr/>
        <a:lstStyle/>
        <a:p>
          <a:endParaRPr lang="en-US"/>
        </a:p>
      </dgm:t>
    </dgm:pt>
    <dgm:pt modelId="{D46B6037-534C-4454-8BDA-C0E96ED6EB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all that flexibility,</a:t>
          </a:r>
          <a:r>
            <a:rPr lang="tr-TR"/>
            <a:t> </a:t>
          </a:r>
          <a:r>
            <a:rPr lang="en-US"/>
            <a:t>however, it becomes quite difficult to navigate this infinite tree. </a:t>
          </a:r>
        </a:p>
      </dgm:t>
    </dgm:pt>
    <dgm:pt modelId="{B213AE03-1464-4D83-88F6-E47BB935519B}" type="parTrans" cxnId="{3C87ED53-F017-4495-AD8C-1835DDC38C87}">
      <dgm:prSet/>
      <dgm:spPr/>
      <dgm:t>
        <a:bodyPr/>
        <a:lstStyle/>
        <a:p>
          <a:endParaRPr lang="en-US" sz="3200"/>
        </a:p>
      </dgm:t>
    </dgm:pt>
    <dgm:pt modelId="{F5288529-0746-46D7-9661-13FF8EF2FA06}" type="sibTrans" cxnId="{3C87ED53-F017-4495-AD8C-1835DDC38C87}">
      <dgm:prSet/>
      <dgm:spPr/>
      <dgm:t>
        <a:bodyPr/>
        <a:lstStyle/>
        <a:p>
          <a:endParaRPr lang="en-US"/>
        </a:p>
      </dgm:t>
    </dgm:pt>
    <dgm:pt modelId="{25538F6D-4C9B-415A-97D2-F08DB28E49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especially difficult</a:t>
          </a:r>
          <a:r>
            <a:rPr lang="tr-TR"/>
            <a:t> </a:t>
          </a:r>
          <a:r>
            <a:rPr lang="en-US"/>
            <a:t>to transfer HD wallets between implementations, </a:t>
          </a:r>
        </a:p>
      </dgm:t>
    </dgm:pt>
    <dgm:pt modelId="{2491499D-3897-4BE7-A2FE-831C1661BDED}" type="parTrans" cxnId="{856667FF-A176-480C-9CEA-207205015C8C}">
      <dgm:prSet/>
      <dgm:spPr/>
      <dgm:t>
        <a:bodyPr/>
        <a:lstStyle/>
        <a:p>
          <a:endParaRPr lang="en-US" sz="3200"/>
        </a:p>
      </dgm:t>
    </dgm:pt>
    <dgm:pt modelId="{05059AEF-D2FF-4C61-9965-FEDCA467C368}" type="sibTrans" cxnId="{856667FF-A176-480C-9CEA-207205015C8C}">
      <dgm:prSet/>
      <dgm:spPr/>
      <dgm:t>
        <a:bodyPr/>
        <a:lstStyle/>
        <a:p>
          <a:endParaRPr lang="en-US"/>
        </a:p>
      </dgm:t>
    </dgm:pt>
    <dgm:pt modelId="{D1CE750F-B64D-4D39-A5FB-5CB54C9835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because the possibilities for</a:t>
          </a:r>
          <a:r>
            <a:rPr lang="tr-TR"/>
            <a:t> </a:t>
          </a:r>
          <a:r>
            <a:rPr lang="en-US"/>
            <a:t>internal organization into branches and subbranches are endless.</a:t>
          </a:r>
        </a:p>
      </dgm:t>
    </dgm:pt>
    <dgm:pt modelId="{25A96648-6398-4EC4-8CEF-2B2A7C78C5EE}" type="parTrans" cxnId="{FE795CB7-58D8-4166-B35B-5813DB96E5B7}">
      <dgm:prSet/>
      <dgm:spPr/>
      <dgm:t>
        <a:bodyPr/>
        <a:lstStyle/>
        <a:p>
          <a:endParaRPr lang="tr-TR" sz="3200"/>
        </a:p>
      </dgm:t>
    </dgm:pt>
    <dgm:pt modelId="{A0DC41F3-FC77-4C63-A755-B57C465717F2}" type="sibTrans" cxnId="{FE795CB7-58D8-4166-B35B-5813DB96E5B7}">
      <dgm:prSet/>
      <dgm:spPr/>
      <dgm:t>
        <a:bodyPr/>
        <a:lstStyle/>
        <a:p>
          <a:endParaRPr lang="tr-TR"/>
        </a:p>
      </dgm:t>
    </dgm:pt>
    <dgm:pt modelId="{81BCC72A-9BE0-4515-A6B1-CA6B9E1049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Tree Height</a:t>
          </a:r>
          <a:endParaRPr lang="en-US"/>
        </a:p>
      </dgm:t>
    </dgm:pt>
    <dgm:pt modelId="{E4F7F1E8-1670-4AB6-8611-160E998F8E11}" type="parTrans" cxnId="{E1C71012-3842-4F33-AFFC-B1A32537CB93}">
      <dgm:prSet/>
      <dgm:spPr/>
      <dgm:t>
        <a:bodyPr/>
        <a:lstStyle/>
        <a:p>
          <a:endParaRPr lang="tr-TR" sz="3200"/>
        </a:p>
      </dgm:t>
    </dgm:pt>
    <dgm:pt modelId="{89520164-3A19-4EA1-AC37-0B2D1B9E6737}" type="sibTrans" cxnId="{E1C71012-3842-4F33-AFFC-B1A32537CB93}">
      <dgm:prSet/>
      <dgm:spPr/>
      <dgm:t>
        <a:bodyPr/>
        <a:lstStyle/>
        <a:p>
          <a:endParaRPr lang="tr-TR"/>
        </a:p>
      </dgm:t>
    </dgm:pt>
    <dgm:pt modelId="{2363E0C5-E5AC-4A14-A5DB-6D803E60F7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Navigation</a:t>
          </a:r>
          <a:endParaRPr lang="en-US"/>
        </a:p>
      </dgm:t>
    </dgm:pt>
    <dgm:pt modelId="{887FD606-80A0-4176-895C-CE1681AF9618}" type="parTrans" cxnId="{1E2B345A-CFEE-4D60-85C9-CA9DC5729ECA}">
      <dgm:prSet/>
      <dgm:spPr/>
      <dgm:t>
        <a:bodyPr/>
        <a:lstStyle/>
        <a:p>
          <a:endParaRPr lang="tr-TR" sz="3200"/>
        </a:p>
      </dgm:t>
    </dgm:pt>
    <dgm:pt modelId="{9AFF6B8E-DAE9-4879-8FD5-A15D79D48FA5}" type="sibTrans" cxnId="{1E2B345A-CFEE-4D60-85C9-CA9DC5729ECA}">
      <dgm:prSet/>
      <dgm:spPr/>
      <dgm:t>
        <a:bodyPr/>
        <a:lstStyle/>
        <a:p>
          <a:endParaRPr lang="tr-TR"/>
        </a:p>
      </dgm:t>
    </dgm:pt>
    <dgm:pt modelId="{B33C7D05-1831-456D-9F67-5CA7E8E677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Transfer of Wallets</a:t>
          </a:r>
          <a:endParaRPr lang="en-US"/>
        </a:p>
      </dgm:t>
    </dgm:pt>
    <dgm:pt modelId="{7D61EED9-E515-42D5-A56B-2B8993697F22}" type="parTrans" cxnId="{1AB89AAA-86C4-4046-AA73-3CE9DE5476EC}">
      <dgm:prSet/>
      <dgm:spPr/>
      <dgm:t>
        <a:bodyPr/>
        <a:lstStyle/>
        <a:p>
          <a:endParaRPr lang="tr-TR" sz="3200"/>
        </a:p>
      </dgm:t>
    </dgm:pt>
    <dgm:pt modelId="{86FD2B75-4236-4934-B64C-F4F0FFC4272F}" type="sibTrans" cxnId="{1AB89AAA-86C4-4046-AA73-3CE9DE5476EC}">
      <dgm:prSet/>
      <dgm:spPr/>
      <dgm:t>
        <a:bodyPr/>
        <a:lstStyle/>
        <a:p>
          <a:endParaRPr lang="tr-TR"/>
        </a:p>
      </dgm:t>
    </dgm:pt>
    <dgm:pt modelId="{90B3F5FD-6133-4448-909A-3225D58DA4F6}" type="pres">
      <dgm:prSet presAssocID="{23210E4B-F6A8-4371-8362-33E87B1F76EB}" presName="root" presStyleCnt="0">
        <dgm:presLayoutVars>
          <dgm:dir/>
          <dgm:resizeHandles val="exact"/>
        </dgm:presLayoutVars>
      </dgm:prSet>
      <dgm:spPr/>
    </dgm:pt>
    <dgm:pt modelId="{4D5AEA71-E858-4B34-8889-A558FD3AA38B}" type="pres">
      <dgm:prSet presAssocID="{81BCC72A-9BE0-4515-A6B1-CA6B9E10495A}" presName="compNode" presStyleCnt="0"/>
      <dgm:spPr/>
    </dgm:pt>
    <dgm:pt modelId="{AD78E487-A29E-4F53-889C-562381926EFA}" type="pres">
      <dgm:prSet presAssocID="{81BCC72A-9BE0-4515-A6B1-CA6B9E10495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E4534D7D-1583-4AC6-BBA6-1099BF1E1806}" type="pres">
      <dgm:prSet presAssocID="{81BCC72A-9BE0-4515-A6B1-CA6B9E10495A}" presName="iconSpace" presStyleCnt="0"/>
      <dgm:spPr/>
    </dgm:pt>
    <dgm:pt modelId="{2BD918BA-8F2A-465C-B686-C821B44CABA2}" type="pres">
      <dgm:prSet presAssocID="{81BCC72A-9BE0-4515-A6B1-CA6B9E10495A}" presName="parTx" presStyleLbl="revTx" presStyleIdx="0" presStyleCnt="6">
        <dgm:presLayoutVars>
          <dgm:chMax val="0"/>
          <dgm:chPref val="0"/>
        </dgm:presLayoutVars>
      </dgm:prSet>
      <dgm:spPr/>
    </dgm:pt>
    <dgm:pt modelId="{D9082A3A-CB67-42F1-8C9D-E3C7F5CE38AF}" type="pres">
      <dgm:prSet presAssocID="{81BCC72A-9BE0-4515-A6B1-CA6B9E10495A}" presName="txSpace" presStyleCnt="0"/>
      <dgm:spPr/>
    </dgm:pt>
    <dgm:pt modelId="{43916BDC-DD70-4F98-9E96-5402F4E0B47E}" type="pres">
      <dgm:prSet presAssocID="{81BCC72A-9BE0-4515-A6B1-CA6B9E10495A}" presName="desTx" presStyleLbl="revTx" presStyleIdx="1" presStyleCnt="6">
        <dgm:presLayoutVars/>
      </dgm:prSet>
      <dgm:spPr/>
    </dgm:pt>
    <dgm:pt modelId="{6CA4A544-FCCB-4907-ACC3-CDDC44A03E20}" type="pres">
      <dgm:prSet presAssocID="{89520164-3A19-4EA1-AC37-0B2D1B9E6737}" presName="sibTrans" presStyleCnt="0"/>
      <dgm:spPr/>
    </dgm:pt>
    <dgm:pt modelId="{6172A597-00E0-4A17-9E9E-5A065FB51EFC}" type="pres">
      <dgm:prSet presAssocID="{2363E0C5-E5AC-4A14-A5DB-6D803E60F78E}" presName="compNode" presStyleCnt="0"/>
      <dgm:spPr/>
    </dgm:pt>
    <dgm:pt modelId="{2709C675-A660-422F-B6F2-56E2C10F7672}" type="pres">
      <dgm:prSet presAssocID="{2363E0C5-E5AC-4A14-A5DB-6D803E60F7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B94B2702-B112-4E4F-AE1B-F7C000BC2BD3}" type="pres">
      <dgm:prSet presAssocID="{2363E0C5-E5AC-4A14-A5DB-6D803E60F78E}" presName="iconSpace" presStyleCnt="0"/>
      <dgm:spPr/>
    </dgm:pt>
    <dgm:pt modelId="{3B8E12BA-BFC1-4C55-B2FC-83B9FC31BB42}" type="pres">
      <dgm:prSet presAssocID="{2363E0C5-E5AC-4A14-A5DB-6D803E60F78E}" presName="parTx" presStyleLbl="revTx" presStyleIdx="2" presStyleCnt="6">
        <dgm:presLayoutVars>
          <dgm:chMax val="0"/>
          <dgm:chPref val="0"/>
        </dgm:presLayoutVars>
      </dgm:prSet>
      <dgm:spPr/>
    </dgm:pt>
    <dgm:pt modelId="{CC317351-3738-435A-ADF0-1112E94D3454}" type="pres">
      <dgm:prSet presAssocID="{2363E0C5-E5AC-4A14-A5DB-6D803E60F78E}" presName="txSpace" presStyleCnt="0"/>
      <dgm:spPr/>
    </dgm:pt>
    <dgm:pt modelId="{61561D4A-3209-4362-8239-4D95E9EF5742}" type="pres">
      <dgm:prSet presAssocID="{2363E0C5-E5AC-4A14-A5DB-6D803E60F78E}" presName="desTx" presStyleLbl="revTx" presStyleIdx="3" presStyleCnt="6">
        <dgm:presLayoutVars/>
      </dgm:prSet>
      <dgm:spPr/>
    </dgm:pt>
    <dgm:pt modelId="{8DF874FB-D075-4539-B0B0-12FFE9BE4C41}" type="pres">
      <dgm:prSet presAssocID="{9AFF6B8E-DAE9-4879-8FD5-A15D79D48FA5}" presName="sibTrans" presStyleCnt="0"/>
      <dgm:spPr/>
    </dgm:pt>
    <dgm:pt modelId="{E26E4D5D-620A-440E-97B9-10E4F6ADB453}" type="pres">
      <dgm:prSet presAssocID="{B33C7D05-1831-456D-9F67-5CA7E8E677D6}" presName="compNode" presStyleCnt="0"/>
      <dgm:spPr/>
    </dgm:pt>
    <dgm:pt modelId="{298486BB-BD34-48E9-BCEB-9E7D06211622}" type="pres">
      <dgm:prSet presAssocID="{B33C7D05-1831-456D-9F67-5CA7E8E677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8F897FF0-7B57-4043-89F4-65347381B212}" type="pres">
      <dgm:prSet presAssocID="{B33C7D05-1831-456D-9F67-5CA7E8E677D6}" presName="iconSpace" presStyleCnt="0"/>
      <dgm:spPr/>
    </dgm:pt>
    <dgm:pt modelId="{E123B7FB-FF61-4F5D-9B8E-DAECE5B4BDC0}" type="pres">
      <dgm:prSet presAssocID="{B33C7D05-1831-456D-9F67-5CA7E8E677D6}" presName="parTx" presStyleLbl="revTx" presStyleIdx="4" presStyleCnt="6">
        <dgm:presLayoutVars>
          <dgm:chMax val="0"/>
          <dgm:chPref val="0"/>
        </dgm:presLayoutVars>
      </dgm:prSet>
      <dgm:spPr/>
    </dgm:pt>
    <dgm:pt modelId="{0B93E917-5770-4525-BD88-4CDCE98119B1}" type="pres">
      <dgm:prSet presAssocID="{B33C7D05-1831-456D-9F67-5CA7E8E677D6}" presName="txSpace" presStyleCnt="0"/>
      <dgm:spPr/>
    </dgm:pt>
    <dgm:pt modelId="{6689F6E5-1362-4105-A70C-CAEBBCDB9325}" type="pres">
      <dgm:prSet presAssocID="{B33C7D05-1831-456D-9F67-5CA7E8E677D6}" presName="desTx" presStyleLbl="revTx" presStyleIdx="5" presStyleCnt="6">
        <dgm:presLayoutVars/>
      </dgm:prSet>
      <dgm:spPr/>
    </dgm:pt>
  </dgm:ptLst>
  <dgm:cxnLst>
    <dgm:cxn modelId="{E1C71012-3842-4F33-AFFC-B1A32537CB93}" srcId="{23210E4B-F6A8-4371-8362-33E87B1F76EB}" destId="{81BCC72A-9BE0-4515-A6B1-CA6B9E10495A}" srcOrd="0" destOrd="0" parTransId="{E4F7F1E8-1670-4AB6-8611-160E998F8E11}" sibTransId="{89520164-3A19-4EA1-AC37-0B2D1B9E6737}"/>
    <dgm:cxn modelId="{F06AB319-EBC8-41EB-AF51-9377E0E86269}" type="presOf" srcId="{23210E4B-F6A8-4371-8362-33E87B1F76EB}" destId="{90B3F5FD-6133-4448-909A-3225D58DA4F6}" srcOrd="0" destOrd="0" presId="urn:microsoft.com/office/officeart/2018/5/layout/CenteredIconLabelDescriptionList"/>
    <dgm:cxn modelId="{89B58828-D036-404B-A28F-BC241E20841E}" type="presOf" srcId="{25538F6D-4C9B-415A-97D2-F08DB28E493F}" destId="{6689F6E5-1362-4105-A70C-CAEBBCDB9325}" srcOrd="0" destOrd="0" presId="urn:microsoft.com/office/officeart/2018/5/layout/CenteredIconLabelDescriptionList"/>
    <dgm:cxn modelId="{88DF962E-3EF2-4ABB-B6EB-E1B8876DCB09}" type="presOf" srcId="{D46B6037-534C-4454-8BDA-C0E96ED6EB54}" destId="{61561D4A-3209-4362-8239-4D95E9EF5742}" srcOrd="0" destOrd="0" presId="urn:microsoft.com/office/officeart/2018/5/layout/CenteredIconLabelDescriptionList"/>
    <dgm:cxn modelId="{1B873036-6399-4CC5-9BB0-8A011160636E}" type="presOf" srcId="{118B836D-1DFD-4940-BC0E-8F730EC07A7E}" destId="{43916BDC-DD70-4F98-9E96-5402F4E0B47E}" srcOrd="0" destOrd="0" presId="urn:microsoft.com/office/officeart/2018/5/layout/CenteredIconLabelDescriptionList"/>
    <dgm:cxn modelId="{8221AA3C-18EF-4D66-B67E-E6D1A6E7A4A9}" type="presOf" srcId="{B33C7D05-1831-456D-9F67-5CA7E8E677D6}" destId="{E123B7FB-FF61-4F5D-9B8E-DAECE5B4BDC0}" srcOrd="0" destOrd="0" presId="urn:microsoft.com/office/officeart/2018/5/layout/CenteredIconLabelDescriptionList"/>
    <dgm:cxn modelId="{DC9ACF49-2BD9-4573-86EA-4FBFE0F2C57F}" type="presOf" srcId="{2363E0C5-E5AC-4A14-A5DB-6D803E60F78E}" destId="{3B8E12BA-BFC1-4C55-B2FC-83B9FC31BB42}" srcOrd="0" destOrd="0" presId="urn:microsoft.com/office/officeart/2018/5/layout/CenteredIconLabelDescriptionList"/>
    <dgm:cxn modelId="{3C87ED53-F017-4495-AD8C-1835DDC38C87}" srcId="{2363E0C5-E5AC-4A14-A5DB-6D803E60F78E}" destId="{D46B6037-534C-4454-8BDA-C0E96ED6EB54}" srcOrd="0" destOrd="0" parTransId="{B213AE03-1464-4D83-88F6-E47BB935519B}" sibTransId="{F5288529-0746-46D7-9661-13FF8EF2FA06}"/>
    <dgm:cxn modelId="{1E2B345A-CFEE-4D60-85C9-CA9DC5729ECA}" srcId="{23210E4B-F6A8-4371-8362-33E87B1F76EB}" destId="{2363E0C5-E5AC-4A14-A5DB-6D803E60F78E}" srcOrd="1" destOrd="0" parTransId="{887FD606-80A0-4176-895C-CE1681AF9618}" sibTransId="{9AFF6B8E-DAE9-4879-8FD5-A15D79D48FA5}"/>
    <dgm:cxn modelId="{7F494E8E-4031-4636-9705-3F33EF5867E3}" type="presOf" srcId="{81BCC72A-9BE0-4515-A6B1-CA6B9E10495A}" destId="{2BD918BA-8F2A-465C-B686-C821B44CABA2}" srcOrd="0" destOrd="0" presId="urn:microsoft.com/office/officeart/2018/5/layout/CenteredIconLabelDescriptionList"/>
    <dgm:cxn modelId="{1AB89AAA-86C4-4046-AA73-3CE9DE5476EC}" srcId="{23210E4B-F6A8-4371-8362-33E87B1F76EB}" destId="{B33C7D05-1831-456D-9F67-5CA7E8E677D6}" srcOrd="2" destOrd="0" parTransId="{7D61EED9-E515-42D5-A56B-2B8993697F22}" sibTransId="{86FD2B75-4236-4934-B64C-F4F0FFC4272F}"/>
    <dgm:cxn modelId="{55FB46B6-504C-455C-B89B-25906DBBC3D8}" type="presOf" srcId="{D1CE750F-B64D-4D39-A5FB-5CB54C983566}" destId="{6689F6E5-1362-4105-A70C-CAEBBCDB9325}" srcOrd="0" destOrd="1" presId="urn:microsoft.com/office/officeart/2018/5/layout/CenteredIconLabelDescriptionList"/>
    <dgm:cxn modelId="{FE795CB7-58D8-4166-B35B-5813DB96E5B7}" srcId="{B33C7D05-1831-456D-9F67-5CA7E8E677D6}" destId="{D1CE750F-B64D-4D39-A5FB-5CB54C983566}" srcOrd="1" destOrd="0" parTransId="{25A96648-6398-4EC4-8CEF-2B2A7C78C5EE}" sibTransId="{A0DC41F3-FC77-4C63-A755-B57C465717F2}"/>
    <dgm:cxn modelId="{4BDBF3CF-8852-40C1-82A3-574F4F08BAB2}" srcId="{81BCC72A-9BE0-4515-A6B1-CA6B9E10495A}" destId="{118B836D-1DFD-4940-BC0E-8F730EC07A7E}" srcOrd="0" destOrd="0" parTransId="{D031B848-8CE3-4DE3-B5A0-514D1A7E2C62}" sibTransId="{0CED9D39-C690-4887-BC93-DBBE7E7DDB3E}"/>
    <dgm:cxn modelId="{856667FF-A176-480C-9CEA-207205015C8C}" srcId="{B33C7D05-1831-456D-9F67-5CA7E8E677D6}" destId="{25538F6D-4C9B-415A-97D2-F08DB28E493F}" srcOrd="0" destOrd="0" parTransId="{2491499D-3897-4BE7-A2FE-831C1661BDED}" sibTransId="{05059AEF-D2FF-4C61-9965-FEDCA467C368}"/>
    <dgm:cxn modelId="{12BD3E0D-DBE1-4889-9F48-373406BC5257}" type="presParOf" srcId="{90B3F5FD-6133-4448-909A-3225D58DA4F6}" destId="{4D5AEA71-E858-4B34-8889-A558FD3AA38B}" srcOrd="0" destOrd="0" presId="urn:microsoft.com/office/officeart/2018/5/layout/CenteredIconLabelDescriptionList"/>
    <dgm:cxn modelId="{DB2C4030-1D91-4E4E-A2A5-B7F929573CC8}" type="presParOf" srcId="{4D5AEA71-E858-4B34-8889-A558FD3AA38B}" destId="{AD78E487-A29E-4F53-889C-562381926EFA}" srcOrd="0" destOrd="0" presId="urn:microsoft.com/office/officeart/2018/5/layout/CenteredIconLabelDescriptionList"/>
    <dgm:cxn modelId="{B3805824-80F4-4A51-8156-6AC2995BCBDB}" type="presParOf" srcId="{4D5AEA71-E858-4B34-8889-A558FD3AA38B}" destId="{E4534D7D-1583-4AC6-BBA6-1099BF1E1806}" srcOrd="1" destOrd="0" presId="urn:microsoft.com/office/officeart/2018/5/layout/CenteredIconLabelDescriptionList"/>
    <dgm:cxn modelId="{804C9111-1E8E-4902-B76F-FBAE9488F503}" type="presParOf" srcId="{4D5AEA71-E858-4B34-8889-A558FD3AA38B}" destId="{2BD918BA-8F2A-465C-B686-C821B44CABA2}" srcOrd="2" destOrd="0" presId="urn:microsoft.com/office/officeart/2018/5/layout/CenteredIconLabelDescriptionList"/>
    <dgm:cxn modelId="{B6F42C69-D22A-4FBE-8CA4-B91A6CA4A522}" type="presParOf" srcId="{4D5AEA71-E858-4B34-8889-A558FD3AA38B}" destId="{D9082A3A-CB67-42F1-8C9D-E3C7F5CE38AF}" srcOrd="3" destOrd="0" presId="urn:microsoft.com/office/officeart/2018/5/layout/CenteredIconLabelDescriptionList"/>
    <dgm:cxn modelId="{E2307882-3607-4994-B588-D07F4EF99E2F}" type="presParOf" srcId="{4D5AEA71-E858-4B34-8889-A558FD3AA38B}" destId="{43916BDC-DD70-4F98-9E96-5402F4E0B47E}" srcOrd="4" destOrd="0" presId="urn:microsoft.com/office/officeart/2018/5/layout/CenteredIconLabelDescriptionList"/>
    <dgm:cxn modelId="{D95EE08D-3930-4B77-BCFD-C00FE563CF61}" type="presParOf" srcId="{90B3F5FD-6133-4448-909A-3225D58DA4F6}" destId="{6CA4A544-FCCB-4907-ACC3-CDDC44A03E20}" srcOrd="1" destOrd="0" presId="urn:microsoft.com/office/officeart/2018/5/layout/CenteredIconLabelDescriptionList"/>
    <dgm:cxn modelId="{E8D28366-18CC-47EA-8936-7FD89782004B}" type="presParOf" srcId="{90B3F5FD-6133-4448-909A-3225D58DA4F6}" destId="{6172A597-00E0-4A17-9E9E-5A065FB51EFC}" srcOrd="2" destOrd="0" presId="urn:microsoft.com/office/officeart/2018/5/layout/CenteredIconLabelDescriptionList"/>
    <dgm:cxn modelId="{672BD454-5080-49A2-B7D2-18D2E4DF9C9E}" type="presParOf" srcId="{6172A597-00E0-4A17-9E9E-5A065FB51EFC}" destId="{2709C675-A660-422F-B6F2-56E2C10F7672}" srcOrd="0" destOrd="0" presId="urn:microsoft.com/office/officeart/2018/5/layout/CenteredIconLabelDescriptionList"/>
    <dgm:cxn modelId="{D99B9960-B023-478B-8D4C-51C044AA2EFD}" type="presParOf" srcId="{6172A597-00E0-4A17-9E9E-5A065FB51EFC}" destId="{B94B2702-B112-4E4F-AE1B-F7C000BC2BD3}" srcOrd="1" destOrd="0" presId="urn:microsoft.com/office/officeart/2018/5/layout/CenteredIconLabelDescriptionList"/>
    <dgm:cxn modelId="{930FDD8D-9BDE-4217-B7F0-9040E6C1C778}" type="presParOf" srcId="{6172A597-00E0-4A17-9E9E-5A065FB51EFC}" destId="{3B8E12BA-BFC1-4C55-B2FC-83B9FC31BB42}" srcOrd="2" destOrd="0" presId="urn:microsoft.com/office/officeart/2018/5/layout/CenteredIconLabelDescriptionList"/>
    <dgm:cxn modelId="{9437CE05-DF7E-4AA6-BC8B-2DF33197AE32}" type="presParOf" srcId="{6172A597-00E0-4A17-9E9E-5A065FB51EFC}" destId="{CC317351-3738-435A-ADF0-1112E94D3454}" srcOrd="3" destOrd="0" presId="urn:microsoft.com/office/officeart/2018/5/layout/CenteredIconLabelDescriptionList"/>
    <dgm:cxn modelId="{8C7A1E61-37A4-41C2-ADEE-945C48E4670A}" type="presParOf" srcId="{6172A597-00E0-4A17-9E9E-5A065FB51EFC}" destId="{61561D4A-3209-4362-8239-4D95E9EF5742}" srcOrd="4" destOrd="0" presId="urn:microsoft.com/office/officeart/2018/5/layout/CenteredIconLabelDescriptionList"/>
    <dgm:cxn modelId="{6315AC68-8781-4F16-9D8E-9796995F4774}" type="presParOf" srcId="{90B3F5FD-6133-4448-909A-3225D58DA4F6}" destId="{8DF874FB-D075-4539-B0B0-12FFE9BE4C41}" srcOrd="3" destOrd="0" presId="urn:microsoft.com/office/officeart/2018/5/layout/CenteredIconLabelDescriptionList"/>
    <dgm:cxn modelId="{ABB9A7A6-6F41-4964-A185-3092B6355562}" type="presParOf" srcId="{90B3F5FD-6133-4448-909A-3225D58DA4F6}" destId="{E26E4D5D-620A-440E-97B9-10E4F6ADB453}" srcOrd="4" destOrd="0" presId="urn:microsoft.com/office/officeart/2018/5/layout/CenteredIconLabelDescriptionList"/>
    <dgm:cxn modelId="{5370BCD1-D5D1-4E99-999E-AAB8DB736A7B}" type="presParOf" srcId="{E26E4D5D-620A-440E-97B9-10E4F6ADB453}" destId="{298486BB-BD34-48E9-BCEB-9E7D06211622}" srcOrd="0" destOrd="0" presId="urn:microsoft.com/office/officeart/2018/5/layout/CenteredIconLabelDescriptionList"/>
    <dgm:cxn modelId="{3D21269D-EA82-4F44-9BE2-132677941D99}" type="presParOf" srcId="{E26E4D5D-620A-440E-97B9-10E4F6ADB453}" destId="{8F897FF0-7B57-4043-89F4-65347381B212}" srcOrd="1" destOrd="0" presId="urn:microsoft.com/office/officeart/2018/5/layout/CenteredIconLabelDescriptionList"/>
    <dgm:cxn modelId="{D8A213D7-D19D-4F5B-BEEE-D7B26E4722A7}" type="presParOf" srcId="{E26E4D5D-620A-440E-97B9-10E4F6ADB453}" destId="{E123B7FB-FF61-4F5D-9B8E-DAECE5B4BDC0}" srcOrd="2" destOrd="0" presId="urn:microsoft.com/office/officeart/2018/5/layout/CenteredIconLabelDescriptionList"/>
    <dgm:cxn modelId="{FDFA035E-5DC8-4CDE-992F-195D5F5A2ABF}" type="presParOf" srcId="{E26E4D5D-620A-440E-97B9-10E4F6ADB453}" destId="{0B93E917-5770-4525-BD88-4CDCE98119B1}" srcOrd="3" destOrd="0" presId="urn:microsoft.com/office/officeart/2018/5/layout/CenteredIconLabelDescriptionList"/>
    <dgm:cxn modelId="{CAC1AA4C-3EA3-40AF-BE4D-EC0509555E74}" type="presParOf" srcId="{E26E4D5D-620A-440E-97B9-10E4F6ADB453}" destId="{6689F6E5-1362-4105-A70C-CAEBBCDB932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3.xml><?xml version="1.0" encoding="utf-8"?>
<dgm:dataModel xmlns:dgm="http://schemas.openxmlformats.org/drawingml/2006/diagram" xmlns:a="http://schemas.openxmlformats.org/drawingml/2006/main">
  <dgm:ptLst>
    <dgm:pt modelId="{5950E811-FFF3-4E2B-9D8D-1CD0C95F63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B31A672-8232-42B6-BB89-8A6AAA2078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Two BIPs offer a solution to this complexity</a:t>
          </a:r>
        </a:p>
      </dgm:t>
    </dgm:pt>
    <dgm:pt modelId="{46BC149B-7147-4231-9190-3A3FD0640EE1}" type="parTrans" cxnId="{E3373492-E29E-4135-9CB4-CC45EC6E3E1F}">
      <dgm:prSet/>
      <dgm:spPr/>
      <dgm:t>
        <a:bodyPr/>
        <a:lstStyle/>
        <a:p>
          <a:endParaRPr lang="en-US"/>
        </a:p>
      </dgm:t>
    </dgm:pt>
    <dgm:pt modelId="{724DFD18-117D-4035-B7DC-BA251D8C2BA6}" type="sibTrans" cxnId="{E3373492-E29E-4135-9CB4-CC45EC6E3E1F}">
      <dgm:prSet/>
      <dgm:spPr/>
      <dgm:t>
        <a:bodyPr/>
        <a:lstStyle/>
        <a:p>
          <a:endParaRPr lang="en-US"/>
        </a:p>
      </dgm:t>
    </dgm:pt>
    <dgm:pt modelId="{37C131EC-B7BA-42CE-AF22-441B15FF03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BIP-43</a:t>
          </a:r>
        </a:p>
      </dgm:t>
    </dgm:pt>
    <dgm:pt modelId="{6D19905E-52FB-46F2-8A26-C702A5A3F798}" type="parTrans" cxnId="{0FC8D820-75DC-4824-89F5-E2CA71DBF8A4}">
      <dgm:prSet/>
      <dgm:spPr/>
      <dgm:t>
        <a:bodyPr/>
        <a:lstStyle/>
        <a:p>
          <a:endParaRPr lang="en-US"/>
        </a:p>
      </dgm:t>
    </dgm:pt>
    <dgm:pt modelId="{674A7376-3AFB-474D-8BB5-D4AF4E9FCAC5}" type="sibTrans" cxnId="{0FC8D820-75DC-4824-89F5-E2CA71DBF8A4}">
      <dgm:prSet/>
      <dgm:spPr/>
      <dgm:t>
        <a:bodyPr/>
        <a:lstStyle/>
        <a:p>
          <a:endParaRPr lang="en-US"/>
        </a:p>
      </dgm:t>
    </dgm:pt>
    <dgm:pt modelId="{22653D3E-F663-4298-818F-095EC5B998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Based on</a:t>
          </a:r>
          <a:r>
            <a:rPr lang="tr-TR" dirty="0"/>
            <a:t> </a:t>
          </a:r>
          <a:r>
            <a:rPr lang="en-US" dirty="0"/>
            <a:t>BIP-43, an HD wallet should use only one level-1 branch of the tree,</a:t>
          </a:r>
        </a:p>
      </dgm:t>
    </dgm:pt>
    <dgm:pt modelId="{88C3AF99-D429-461A-BAAC-F58497347D7C}" type="parTrans" cxnId="{30513C94-4C46-4567-AFB8-7194693C1624}">
      <dgm:prSet/>
      <dgm:spPr/>
      <dgm:t>
        <a:bodyPr/>
        <a:lstStyle/>
        <a:p>
          <a:endParaRPr lang="en-US"/>
        </a:p>
      </dgm:t>
    </dgm:pt>
    <dgm:pt modelId="{6DD147AC-9EAA-460B-9845-95483A37D0AC}" type="sibTrans" cxnId="{30513C94-4C46-4567-AFB8-7194693C1624}">
      <dgm:prSet/>
      <dgm:spPr/>
      <dgm:t>
        <a:bodyPr/>
        <a:lstStyle/>
        <a:p>
          <a:endParaRPr lang="en-US"/>
        </a:p>
      </dgm:t>
    </dgm:pt>
    <dgm:pt modelId="{207F2A2E-B7AB-479D-B067-895314E4D1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example, an HD wallet using only branch m/</a:t>
          </a:r>
          <a:r>
            <a:rPr lang="en-US" dirty="0" err="1"/>
            <a:t>i</a:t>
          </a:r>
          <a:r>
            <a:rPr lang="en-US" dirty="0"/>
            <a:t>/</a:t>
          </a:r>
        </a:p>
      </dgm:t>
    </dgm:pt>
    <dgm:pt modelId="{D8A0D9D6-D447-47DD-AFF2-3542CDC9DF7B}" type="parTrans" cxnId="{0830F667-E24C-48DD-B5AC-218FD0359204}">
      <dgm:prSet/>
      <dgm:spPr/>
      <dgm:t>
        <a:bodyPr/>
        <a:lstStyle/>
        <a:p>
          <a:endParaRPr lang="en-US"/>
        </a:p>
      </dgm:t>
    </dgm:pt>
    <dgm:pt modelId="{DC65CDA1-6DB4-4D0D-B0A0-9A12FAF0B172}" type="sibTrans" cxnId="{0830F667-E24C-48DD-B5AC-218FD0359204}">
      <dgm:prSet/>
      <dgm:spPr/>
      <dgm:t>
        <a:bodyPr/>
        <a:lstStyle/>
        <a:p>
          <a:endParaRPr lang="en-US"/>
        </a:p>
      </dgm:t>
    </dgm:pt>
    <dgm:pt modelId="{55535460-77C0-42FA-9FEE-617CE6413C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Solutions</a:t>
          </a:r>
          <a:endParaRPr lang="en-US"/>
        </a:p>
      </dgm:t>
    </dgm:pt>
    <dgm:pt modelId="{1DAEE7E7-6103-4596-BF43-1954AF6D7FEA}" type="parTrans" cxnId="{2C65D9E1-4E6D-4FBB-B672-369052579CB8}">
      <dgm:prSet/>
      <dgm:spPr/>
      <dgm:t>
        <a:bodyPr/>
        <a:lstStyle/>
        <a:p>
          <a:endParaRPr lang="tr-TR"/>
        </a:p>
      </dgm:t>
    </dgm:pt>
    <dgm:pt modelId="{D0EAC72A-7ED1-44BB-AD7D-4FF8AEDC656E}" type="sibTrans" cxnId="{2C65D9E1-4E6D-4FBB-B672-369052579CB8}">
      <dgm:prSet/>
      <dgm:spPr/>
      <dgm:t>
        <a:bodyPr/>
        <a:lstStyle/>
        <a:p>
          <a:endParaRPr lang="tr-TR"/>
        </a:p>
      </dgm:t>
    </dgm:pt>
    <dgm:pt modelId="{B575453D-1BD1-4798-A8EA-FAC7D12777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</a:t>
          </a:r>
          <a:r>
            <a:rPr lang="en-US" dirty="0"/>
            <a:t>creating some proposed standards for</a:t>
          </a:r>
          <a:r>
            <a:rPr lang="tr-TR" dirty="0"/>
            <a:t> </a:t>
          </a:r>
          <a:r>
            <a:rPr lang="en-US" dirty="0"/>
            <a:t>the structure of HD wallet trees. </a:t>
          </a:r>
        </a:p>
      </dgm:t>
    </dgm:pt>
    <dgm:pt modelId="{1177F44F-D261-4EEC-81A7-3D538B17BE03}" type="parTrans" cxnId="{659BC3D8-F276-413C-BDC0-D13CF9B5F986}">
      <dgm:prSet/>
      <dgm:spPr/>
      <dgm:t>
        <a:bodyPr/>
        <a:lstStyle/>
        <a:p>
          <a:endParaRPr lang="tr-TR"/>
        </a:p>
      </dgm:t>
    </dgm:pt>
    <dgm:pt modelId="{B7AB6124-6F83-4425-B954-F62799E71C9D}" type="sibTrans" cxnId="{659BC3D8-F276-413C-BDC0-D13CF9B5F986}">
      <dgm:prSet/>
      <dgm:spPr/>
      <dgm:t>
        <a:bodyPr/>
        <a:lstStyle/>
        <a:p>
          <a:endParaRPr lang="tr-TR"/>
        </a:p>
      </dgm:t>
    </dgm:pt>
    <dgm:pt modelId="{1A54736F-A403-4A24-9BD8-6C6D7F9162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proposes the use of the first hardened child</a:t>
          </a:r>
          <a:r>
            <a:rPr lang="tr-TR" dirty="0"/>
            <a:t> </a:t>
          </a:r>
          <a:r>
            <a:rPr lang="en-US" dirty="0"/>
            <a:t>index</a:t>
          </a:r>
        </a:p>
      </dgm:t>
    </dgm:pt>
    <dgm:pt modelId="{338C8D97-A9D4-454A-9445-306A55A6A5B8}" type="parTrans" cxnId="{6BAAE757-8D1A-4ADD-9CEA-B45629056456}">
      <dgm:prSet/>
      <dgm:spPr/>
      <dgm:t>
        <a:bodyPr/>
        <a:lstStyle/>
        <a:p>
          <a:endParaRPr lang="tr-TR"/>
        </a:p>
      </dgm:t>
    </dgm:pt>
    <dgm:pt modelId="{BC6F2F95-E266-4DA2-838C-70B0C55B4598}" type="sibTrans" cxnId="{6BAAE757-8D1A-4ADD-9CEA-B45629056456}">
      <dgm:prSet/>
      <dgm:spPr/>
      <dgm:t>
        <a:bodyPr/>
        <a:lstStyle/>
        <a:p>
          <a:endParaRPr lang="tr-TR"/>
        </a:p>
      </dgm:t>
    </dgm:pt>
    <dgm:pt modelId="{6AF61FA9-C9C4-425E-B79C-D236FDD3B7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a special identifier</a:t>
          </a:r>
        </a:p>
      </dgm:t>
    </dgm:pt>
    <dgm:pt modelId="{6880B4CB-DC62-418B-BEBC-D569F588B3E3}" type="parTrans" cxnId="{D9D86593-12E7-4CC1-B856-89B787EDBCF5}">
      <dgm:prSet/>
      <dgm:spPr/>
      <dgm:t>
        <a:bodyPr/>
        <a:lstStyle/>
        <a:p>
          <a:endParaRPr lang="tr-TR"/>
        </a:p>
      </dgm:t>
    </dgm:pt>
    <dgm:pt modelId="{1A5ECB50-231B-4E70-84C6-0C6C5FF64E70}" type="sibTrans" cxnId="{D9D86593-12E7-4CC1-B856-89B787EDBCF5}">
      <dgm:prSet/>
      <dgm:spPr/>
      <dgm:t>
        <a:bodyPr/>
        <a:lstStyle/>
        <a:p>
          <a:endParaRPr lang="tr-TR"/>
        </a:p>
      </dgm:t>
    </dgm:pt>
    <dgm:pt modelId="{FC48754E-472D-43EB-9175-BBF031B3CF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</a:t>
          </a:r>
          <a:r>
            <a:rPr lang="en-US" dirty="0"/>
            <a:t>signifies the “purpose” of the tree structure.</a:t>
          </a:r>
        </a:p>
      </dgm:t>
    </dgm:pt>
    <dgm:pt modelId="{B6E870B6-E4C9-4803-8E11-BF037EDAB080}" type="parTrans" cxnId="{D8EA0826-D072-4600-BDFA-AEF76E67A130}">
      <dgm:prSet/>
      <dgm:spPr/>
      <dgm:t>
        <a:bodyPr/>
        <a:lstStyle/>
        <a:p>
          <a:endParaRPr lang="tr-TR"/>
        </a:p>
      </dgm:t>
    </dgm:pt>
    <dgm:pt modelId="{151E28D7-D85C-49C8-BB26-6BCCDD2CD126}" type="sibTrans" cxnId="{D8EA0826-D072-4600-BDFA-AEF76E67A130}">
      <dgm:prSet/>
      <dgm:spPr/>
      <dgm:t>
        <a:bodyPr/>
        <a:lstStyle/>
        <a:p>
          <a:endParaRPr lang="tr-TR"/>
        </a:p>
      </dgm:t>
    </dgm:pt>
    <dgm:pt modelId="{29A9477A-FD94-4A2E-AC8A-4DD68BE78A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1 Level Per Branch</a:t>
          </a:r>
          <a:endParaRPr lang="en-US"/>
        </a:p>
      </dgm:t>
    </dgm:pt>
    <dgm:pt modelId="{4FCD649C-5C1C-4044-8F3D-559FA2114F6A}" type="parTrans" cxnId="{9B443D7E-5A14-47C2-86E2-75B21F46D58D}">
      <dgm:prSet/>
      <dgm:spPr/>
      <dgm:t>
        <a:bodyPr/>
        <a:lstStyle/>
        <a:p>
          <a:endParaRPr lang="tr-TR"/>
        </a:p>
      </dgm:t>
    </dgm:pt>
    <dgm:pt modelId="{129ABF1F-E4D6-4618-B512-2A3C5C95C952}" type="sibTrans" cxnId="{9B443D7E-5A14-47C2-86E2-75B21F46D58D}">
      <dgm:prSet/>
      <dgm:spPr/>
      <dgm:t>
        <a:bodyPr/>
        <a:lstStyle/>
        <a:p>
          <a:endParaRPr lang="tr-TR"/>
        </a:p>
      </dgm:t>
    </dgm:pt>
    <dgm:pt modelId="{F23F50E3-56EC-41C7-87F7-A3A054EE88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the index</a:t>
          </a:r>
          <a:r>
            <a:rPr lang="tr-TR" dirty="0"/>
            <a:t> </a:t>
          </a:r>
          <a:r>
            <a:rPr lang="en-US" dirty="0"/>
            <a:t>number identifying the structure and namespace of the rest of the tree by defining its</a:t>
          </a:r>
          <a:r>
            <a:rPr lang="tr-TR" dirty="0"/>
            <a:t> </a:t>
          </a:r>
          <a:r>
            <a:rPr lang="en-US" dirty="0"/>
            <a:t>purpose.</a:t>
          </a:r>
        </a:p>
      </dgm:t>
    </dgm:pt>
    <dgm:pt modelId="{3BBA9A5C-A381-4D63-BDDC-B681532DAAB0}" type="parTrans" cxnId="{93C99424-41EF-4A79-85E7-1DC2BAB53C6D}">
      <dgm:prSet/>
      <dgm:spPr/>
      <dgm:t>
        <a:bodyPr/>
        <a:lstStyle/>
        <a:p>
          <a:endParaRPr lang="tr-TR"/>
        </a:p>
      </dgm:t>
    </dgm:pt>
    <dgm:pt modelId="{91F72FDC-D54D-45E6-A006-B2B6925404CE}" type="sibTrans" cxnId="{93C99424-41EF-4A79-85E7-1DC2BAB53C6D}">
      <dgm:prSet/>
      <dgm:spPr/>
      <dgm:t>
        <a:bodyPr/>
        <a:lstStyle/>
        <a:p>
          <a:endParaRPr lang="tr-TR"/>
        </a:p>
      </dgm:t>
    </dgm:pt>
    <dgm:pt modelId="{2EB2845D-A1A8-4AC6-9CF2-2AC7B0280F9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m/i/ </a:t>
          </a:r>
        </a:p>
      </dgm:t>
    </dgm:pt>
    <dgm:pt modelId="{CF845FC4-5FDA-4DC4-A7BD-87CE2EAE2981}" type="parTrans" cxnId="{DC19FDE7-AA43-4434-BB41-8F7FECCDC334}">
      <dgm:prSet/>
      <dgm:spPr/>
      <dgm:t>
        <a:bodyPr/>
        <a:lstStyle/>
        <a:p>
          <a:endParaRPr lang="tr-TR"/>
        </a:p>
      </dgm:t>
    </dgm:pt>
    <dgm:pt modelId="{B5639B86-1F46-4339-8160-001A8A402170}" type="sibTrans" cxnId="{DC19FDE7-AA43-4434-BB41-8F7FECCDC334}">
      <dgm:prSet/>
      <dgm:spPr/>
      <dgm:t>
        <a:bodyPr/>
        <a:lstStyle/>
        <a:p>
          <a:endParaRPr lang="tr-TR"/>
        </a:p>
      </dgm:t>
    </dgm:pt>
    <dgm:pt modelId="{C64AD7A7-66E8-4E55-A6A5-3DF80AD28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intended to signify a</a:t>
          </a:r>
          <a:r>
            <a:rPr lang="tr-TR" dirty="0"/>
            <a:t> </a:t>
          </a:r>
          <a:r>
            <a:rPr lang="en-US" dirty="0"/>
            <a:t>specific purpose</a:t>
          </a:r>
        </a:p>
      </dgm:t>
    </dgm:pt>
    <dgm:pt modelId="{AE1BBAF0-9372-4FEA-96EF-65D7518657A3}" type="parTrans" cxnId="{7F55629B-E2CC-4FE9-9392-1670DB859E1A}">
      <dgm:prSet/>
      <dgm:spPr/>
      <dgm:t>
        <a:bodyPr/>
        <a:lstStyle/>
        <a:p>
          <a:endParaRPr lang="tr-TR"/>
        </a:p>
      </dgm:t>
    </dgm:pt>
    <dgm:pt modelId="{E216EF78-76EF-4A9F-BBB5-171A81387611}" type="sibTrans" cxnId="{7F55629B-E2CC-4FE9-9392-1670DB859E1A}">
      <dgm:prSet/>
      <dgm:spPr/>
      <dgm:t>
        <a:bodyPr/>
        <a:lstStyle/>
        <a:p>
          <a:endParaRPr lang="tr-TR"/>
        </a:p>
      </dgm:t>
    </dgm:pt>
    <dgm:pt modelId="{956605D7-2797-4505-872E-036AFF16D9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that purpose is identified by index number “</a:t>
          </a:r>
          <a:r>
            <a:rPr lang="en-US" dirty="0" err="1"/>
            <a:t>i</a:t>
          </a:r>
          <a:r>
            <a:rPr lang="en-US" dirty="0"/>
            <a:t>”</a:t>
          </a:r>
        </a:p>
      </dgm:t>
    </dgm:pt>
    <dgm:pt modelId="{AEB7A6A4-4212-4FD8-97E1-7E54199A979E}" type="parTrans" cxnId="{2D515632-39FC-4A01-85C4-3B6672FAFE7A}">
      <dgm:prSet/>
      <dgm:spPr/>
      <dgm:t>
        <a:bodyPr/>
        <a:lstStyle/>
        <a:p>
          <a:endParaRPr lang="tr-TR"/>
        </a:p>
      </dgm:t>
    </dgm:pt>
    <dgm:pt modelId="{CCBEAA86-D287-4DA9-BBAC-D2283F2B5837}" type="sibTrans" cxnId="{2D515632-39FC-4A01-85C4-3B6672FAFE7A}">
      <dgm:prSet/>
      <dgm:spPr/>
      <dgm:t>
        <a:bodyPr/>
        <a:lstStyle/>
        <a:p>
          <a:endParaRPr lang="tr-TR"/>
        </a:p>
      </dgm:t>
    </dgm:pt>
    <dgm:pt modelId="{7C3D1253-5B2C-4D59-95D9-D18006DD59CB}" type="pres">
      <dgm:prSet presAssocID="{5950E811-FFF3-4E2B-9D8D-1CD0C95F637F}" presName="root" presStyleCnt="0">
        <dgm:presLayoutVars>
          <dgm:dir/>
          <dgm:resizeHandles val="exact"/>
        </dgm:presLayoutVars>
      </dgm:prSet>
      <dgm:spPr/>
    </dgm:pt>
    <dgm:pt modelId="{1EB9E5B0-1B6F-496B-949F-152128253231}" type="pres">
      <dgm:prSet presAssocID="{55535460-77C0-42FA-9FEE-617CE6413CFF}" presName="compNode" presStyleCnt="0"/>
      <dgm:spPr/>
    </dgm:pt>
    <dgm:pt modelId="{7639BFF2-4555-416C-80AD-23CC95C4EDF5}" type="pres">
      <dgm:prSet presAssocID="{55535460-77C0-42FA-9FEE-617CE6413C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DDCB99D6-AA38-49C6-AE99-8214C76AC2EA}" type="pres">
      <dgm:prSet presAssocID="{55535460-77C0-42FA-9FEE-617CE6413CFF}" presName="iconSpace" presStyleCnt="0"/>
      <dgm:spPr/>
    </dgm:pt>
    <dgm:pt modelId="{EACE6A2C-1C0A-4BC4-9884-AE7FC2C5FE42}" type="pres">
      <dgm:prSet presAssocID="{55535460-77C0-42FA-9FEE-617CE6413CFF}" presName="parTx" presStyleLbl="revTx" presStyleIdx="0" presStyleCnt="8">
        <dgm:presLayoutVars>
          <dgm:chMax val="0"/>
          <dgm:chPref val="0"/>
        </dgm:presLayoutVars>
      </dgm:prSet>
      <dgm:spPr/>
    </dgm:pt>
    <dgm:pt modelId="{ADEE7D72-5491-44E6-9A61-5988D37A7D03}" type="pres">
      <dgm:prSet presAssocID="{55535460-77C0-42FA-9FEE-617CE6413CFF}" presName="txSpace" presStyleCnt="0"/>
      <dgm:spPr/>
    </dgm:pt>
    <dgm:pt modelId="{C9D8C28C-C175-4A12-9855-AC69572F237B}" type="pres">
      <dgm:prSet presAssocID="{55535460-77C0-42FA-9FEE-617CE6413CFF}" presName="desTx" presStyleLbl="revTx" presStyleIdx="1" presStyleCnt="8">
        <dgm:presLayoutVars/>
      </dgm:prSet>
      <dgm:spPr/>
    </dgm:pt>
    <dgm:pt modelId="{FB6E68E8-6FFE-460B-8229-9C33BAC5BA8F}" type="pres">
      <dgm:prSet presAssocID="{D0EAC72A-7ED1-44BB-AD7D-4FF8AEDC656E}" presName="sibTrans" presStyleCnt="0"/>
      <dgm:spPr/>
    </dgm:pt>
    <dgm:pt modelId="{4FD85A16-81C0-4167-87D6-5DC96280EC8A}" type="pres">
      <dgm:prSet presAssocID="{37C131EC-B7BA-42CE-AF22-441B15FF035D}" presName="compNode" presStyleCnt="0"/>
      <dgm:spPr/>
    </dgm:pt>
    <dgm:pt modelId="{FBC9C7B3-A8C0-4DDB-8BA7-10C5192DA942}" type="pres">
      <dgm:prSet presAssocID="{37C131EC-B7BA-42CE-AF22-441B15FF03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D3E4B06B-1142-4C3D-85F3-213D286BDBE2}" type="pres">
      <dgm:prSet presAssocID="{37C131EC-B7BA-42CE-AF22-441B15FF035D}" presName="iconSpace" presStyleCnt="0"/>
      <dgm:spPr/>
    </dgm:pt>
    <dgm:pt modelId="{FB587F1B-AED9-4EE1-834B-C73D23784F80}" type="pres">
      <dgm:prSet presAssocID="{37C131EC-B7BA-42CE-AF22-441B15FF035D}" presName="parTx" presStyleLbl="revTx" presStyleIdx="2" presStyleCnt="8">
        <dgm:presLayoutVars>
          <dgm:chMax val="0"/>
          <dgm:chPref val="0"/>
        </dgm:presLayoutVars>
      </dgm:prSet>
      <dgm:spPr/>
    </dgm:pt>
    <dgm:pt modelId="{D8AC70A0-2823-474E-9288-8087A2ED97F4}" type="pres">
      <dgm:prSet presAssocID="{37C131EC-B7BA-42CE-AF22-441B15FF035D}" presName="txSpace" presStyleCnt="0"/>
      <dgm:spPr/>
    </dgm:pt>
    <dgm:pt modelId="{EFABD6C1-FE51-4874-A10D-E59F8EB6E895}" type="pres">
      <dgm:prSet presAssocID="{37C131EC-B7BA-42CE-AF22-441B15FF035D}" presName="desTx" presStyleLbl="revTx" presStyleIdx="3" presStyleCnt="8">
        <dgm:presLayoutVars/>
      </dgm:prSet>
      <dgm:spPr/>
    </dgm:pt>
    <dgm:pt modelId="{D4AFF590-772E-441E-B638-6A2EFD50B8FC}" type="pres">
      <dgm:prSet presAssocID="{674A7376-3AFB-474D-8BB5-D4AF4E9FCAC5}" presName="sibTrans" presStyleCnt="0"/>
      <dgm:spPr/>
    </dgm:pt>
    <dgm:pt modelId="{9FA6ABC2-433F-45FC-8254-7117DC5E6ECC}" type="pres">
      <dgm:prSet presAssocID="{29A9477A-FD94-4A2E-AC8A-4DD68BE78ADB}" presName="compNode" presStyleCnt="0"/>
      <dgm:spPr/>
    </dgm:pt>
    <dgm:pt modelId="{047654DF-B851-4455-92AE-1037A85BA3AF}" type="pres">
      <dgm:prSet presAssocID="{29A9477A-FD94-4A2E-AC8A-4DD68BE78A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94F3138C-AC89-44D0-9A46-AF51FF9B43A6}" type="pres">
      <dgm:prSet presAssocID="{29A9477A-FD94-4A2E-AC8A-4DD68BE78ADB}" presName="iconSpace" presStyleCnt="0"/>
      <dgm:spPr/>
    </dgm:pt>
    <dgm:pt modelId="{8BFD0E48-F5DD-4F51-B7B7-5D345E0446E5}" type="pres">
      <dgm:prSet presAssocID="{29A9477A-FD94-4A2E-AC8A-4DD68BE78ADB}" presName="parTx" presStyleLbl="revTx" presStyleIdx="4" presStyleCnt="8">
        <dgm:presLayoutVars>
          <dgm:chMax val="0"/>
          <dgm:chPref val="0"/>
        </dgm:presLayoutVars>
      </dgm:prSet>
      <dgm:spPr/>
    </dgm:pt>
    <dgm:pt modelId="{46283BC1-19E1-44E1-B0B2-91D7B136C742}" type="pres">
      <dgm:prSet presAssocID="{29A9477A-FD94-4A2E-AC8A-4DD68BE78ADB}" presName="txSpace" presStyleCnt="0"/>
      <dgm:spPr/>
    </dgm:pt>
    <dgm:pt modelId="{DB918E78-940A-4CDD-B1C3-3988AE918BC4}" type="pres">
      <dgm:prSet presAssocID="{29A9477A-FD94-4A2E-AC8A-4DD68BE78ADB}" presName="desTx" presStyleLbl="revTx" presStyleIdx="5" presStyleCnt="8">
        <dgm:presLayoutVars/>
      </dgm:prSet>
      <dgm:spPr/>
    </dgm:pt>
    <dgm:pt modelId="{803C5D78-78F8-4C97-95AE-0D2D362D21FF}" type="pres">
      <dgm:prSet presAssocID="{129ABF1F-E4D6-4618-B512-2A3C5C95C952}" presName="sibTrans" presStyleCnt="0"/>
      <dgm:spPr/>
    </dgm:pt>
    <dgm:pt modelId="{3DC4E41B-29AB-457F-B657-BFFB16C9ABBF}" type="pres">
      <dgm:prSet presAssocID="{2EB2845D-A1A8-4AC6-9CF2-2AC7B0280F92}" presName="compNode" presStyleCnt="0"/>
      <dgm:spPr/>
    </dgm:pt>
    <dgm:pt modelId="{0F76DC03-E199-4F50-9EED-26845093C005}" type="pres">
      <dgm:prSet presAssocID="{2EB2845D-A1A8-4AC6-9CF2-2AC7B0280F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rder Dash"/>
        </a:ext>
      </dgm:extLst>
    </dgm:pt>
    <dgm:pt modelId="{A2F9326F-A709-4F8C-B4EB-17A075F00FA0}" type="pres">
      <dgm:prSet presAssocID="{2EB2845D-A1A8-4AC6-9CF2-2AC7B0280F92}" presName="iconSpace" presStyleCnt="0"/>
      <dgm:spPr/>
    </dgm:pt>
    <dgm:pt modelId="{FBDD82D5-3724-44DA-8418-2AF7A77CEE5B}" type="pres">
      <dgm:prSet presAssocID="{2EB2845D-A1A8-4AC6-9CF2-2AC7B0280F92}" presName="parTx" presStyleLbl="revTx" presStyleIdx="6" presStyleCnt="8">
        <dgm:presLayoutVars>
          <dgm:chMax val="0"/>
          <dgm:chPref val="0"/>
        </dgm:presLayoutVars>
      </dgm:prSet>
      <dgm:spPr/>
    </dgm:pt>
    <dgm:pt modelId="{CE389128-48D0-4522-8699-44A50CE648E5}" type="pres">
      <dgm:prSet presAssocID="{2EB2845D-A1A8-4AC6-9CF2-2AC7B0280F92}" presName="txSpace" presStyleCnt="0"/>
      <dgm:spPr/>
    </dgm:pt>
    <dgm:pt modelId="{B5F3E3D5-D316-4C89-B522-4E86715AA6C4}" type="pres">
      <dgm:prSet presAssocID="{2EB2845D-A1A8-4AC6-9CF2-2AC7B0280F92}" presName="desTx" presStyleLbl="revTx" presStyleIdx="7" presStyleCnt="8">
        <dgm:presLayoutVars/>
      </dgm:prSet>
      <dgm:spPr/>
    </dgm:pt>
  </dgm:ptLst>
  <dgm:cxnLst>
    <dgm:cxn modelId="{1CDE7803-FC89-47B4-8A19-9EAE6CE2C9DB}" type="presOf" srcId="{55535460-77C0-42FA-9FEE-617CE6413CFF}" destId="{EACE6A2C-1C0A-4BC4-9884-AE7FC2C5FE42}" srcOrd="0" destOrd="0" presId="urn:microsoft.com/office/officeart/2018/5/layout/CenteredIconLabelDescriptionList"/>
    <dgm:cxn modelId="{D344620A-2448-46B9-A079-AF1B3128D79A}" type="presOf" srcId="{37C131EC-B7BA-42CE-AF22-441B15FF035D}" destId="{FB587F1B-AED9-4EE1-834B-C73D23784F80}" srcOrd="0" destOrd="0" presId="urn:microsoft.com/office/officeart/2018/5/layout/CenteredIconLabelDescriptionList"/>
    <dgm:cxn modelId="{0FC8D820-75DC-4824-89F5-E2CA71DBF8A4}" srcId="{5950E811-FFF3-4E2B-9D8D-1CD0C95F637F}" destId="{37C131EC-B7BA-42CE-AF22-441B15FF035D}" srcOrd="1" destOrd="0" parTransId="{6D19905E-52FB-46F2-8A26-C702A5A3F798}" sibTransId="{674A7376-3AFB-474D-8BB5-D4AF4E9FCAC5}"/>
    <dgm:cxn modelId="{93C99424-41EF-4A79-85E7-1DC2BAB53C6D}" srcId="{29A9477A-FD94-4A2E-AC8A-4DD68BE78ADB}" destId="{F23F50E3-56EC-41C7-87F7-A3A054EE8823}" srcOrd="1" destOrd="0" parTransId="{3BBA9A5C-A381-4D63-BDDC-B681532DAAB0}" sibTransId="{91F72FDC-D54D-45E6-A006-B2B6925404CE}"/>
    <dgm:cxn modelId="{D8EA0826-D072-4600-BDFA-AEF76E67A130}" srcId="{37C131EC-B7BA-42CE-AF22-441B15FF035D}" destId="{FC48754E-472D-43EB-9175-BBF031B3CF23}" srcOrd="2" destOrd="0" parTransId="{B6E870B6-E4C9-4803-8E11-BF037EDAB080}" sibTransId="{151E28D7-D85C-49C8-BB26-6BCCDD2CD126}"/>
    <dgm:cxn modelId="{AF72532A-35F8-43BE-B581-7D6900B5B370}" type="presOf" srcId="{AB31A672-8232-42B6-BB89-8A6AAA2078FF}" destId="{C9D8C28C-C175-4A12-9855-AC69572F237B}" srcOrd="0" destOrd="0" presId="urn:microsoft.com/office/officeart/2018/5/layout/CenteredIconLabelDescriptionList"/>
    <dgm:cxn modelId="{5E501B2D-256C-4B88-8F6B-0C6A6557AA43}" type="presOf" srcId="{5950E811-FFF3-4E2B-9D8D-1CD0C95F637F}" destId="{7C3D1253-5B2C-4D59-95D9-D18006DD59CB}" srcOrd="0" destOrd="0" presId="urn:microsoft.com/office/officeart/2018/5/layout/CenteredIconLabelDescriptionList"/>
    <dgm:cxn modelId="{2D515632-39FC-4A01-85C4-3B6672FAFE7A}" srcId="{2EB2845D-A1A8-4AC6-9CF2-2AC7B0280F92}" destId="{956605D7-2797-4505-872E-036AFF16D97E}" srcOrd="2" destOrd="0" parTransId="{AEB7A6A4-4212-4FD8-97E1-7E54199A979E}" sibTransId="{CCBEAA86-D287-4DA9-BBAC-D2283F2B5837}"/>
    <dgm:cxn modelId="{7967AD3B-A2E7-4689-8F5C-202B756FF079}" type="presOf" srcId="{6AF61FA9-C9C4-425E-B79C-D236FDD3B79D}" destId="{EFABD6C1-FE51-4874-A10D-E59F8EB6E895}" srcOrd="0" destOrd="1" presId="urn:microsoft.com/office/officeart/2018/5/layout/CenteredIconLabelDescriptionList"/>
    <dgm:cxn modelId="{0830F667-E24C-48DD-B5AC-218FD0359204}" srcId="{2EB2845D-A1A8-4AC6-9CF2-2AC7B0280F92}" destId="{207F2A2E-B7AB-479D-B067-895314E4D12D}" srcOrd="0" destOrd="0" parTransId="{D8A0D9D6-D447-47DD-AFF2-3542CDC9DF7B}" sibTransId="{DC65CDA1-6DB4-4D0D-B0A0-9A12FAF0B172}"/>
    <dgm:cxn modelId="{C80AD948-9CA2-490F-8C78-4DF202CDF0E7}" type="presOf" srcId="{22653D3E-F663-4298-818F-095EC5B998A5}" destId="{DB918E78-940A-4CDD-B1C3-3988AE918BC4}" srcOrd="0" destOrd="0" presId="urn:microsoft.com/office/officeart/2018/5/layout/CenteredIconLabelDescriptionList"/>
    <dgm:cxn modelId="{BBD17573-E168-422A-A1F6-08D50926606B}" type="presOf" srcId="{29A9477A-FD94-4A2E-AC8A-4DD68BE78ADB}" destId="{8BFD0E48-F5DD-4F51-B7B7-5D345E0446E5}" srcOrd="0" destOrd="0" presId="urn:microsoft.com/office/officeart/2018/5/layout/CenteredIconLabelDescriptionList"/>
    <dgm:cxn modelId="{D260E557-246E-445F-A5DF-88D25BF6071D}" type="presOf" srcId="{2EB2845D-A1A8-4AC6-9CF2-2AC7B0280F92}" destId="{FBDD82D5-3724-44DA-8418-2AF7A77CEE5B}" srcOrd="0" destOrd="0" presId="urn:microsoft.com/office/officeart/2018/5/layout/CenteredIconLabelDescriptionList"/>
    <dgm:cxn modelId="{6BAAE757-8D1A-4ADD-9CEA-B45629056456}" srcId="{37C131EC-B7BA-42CE-AF22-441B15FF035D}" destId="{1A54736F-A403-4A24-9BD8-6C6D7F916283}" srcOrd="0" destOrd="0" parTransId="{338C8D97-A9D4-454A-9445-306A55A6A5B8}" sibTransId="{BC6F2F95-E266-4DA2-838C-70B0C55B4598}"/>
    <dgm:cxn modelId="{6E60BD78-3BC5-45D5-91B9-2962084598AB}" type="presOf" srcId="{B575453D-1BD1-4798-A8EA-FAC7D1277715}" destId="{C9D8C28C-C175-4A12-9855-AC69572F237B}" srcOrd="0" destOrd="1" presId="urn:microsoft.com/office/officeart/2018/5/layout/CenteredIconLabelDescriptionList"/>
    <dgm:cxn modelId="{9B443D7E-5A14-47C2-86E2-75B21F46D58D}" srcId="{5950E811-FFF3-4E2B-9D8D-1CD0C95F637F}" destId="{29A9477A-FD94-4A2E-AC8A-4DD68BE78ADB}" srcOrd="2" destOrd="0" parTransId="{4FCD649C-5C1C-4044-8F3D-559FA2114F6A}" sibTransId="{129ABF1F-E4D6-4618-B512-2A3C5C95C952}"/>
    <dgm:cxn modelId="{D7B97685-9F9D-4EF9-9F6A-92F40D7B3C50}" type="presOf" srcId="{C64AD7A7-66E8-4E55-A6A5-3DF80AD288B8}" destId="{B5F3E3D5-D316-4C89-B522-4E86715AA6C4}" srcOrd="0" destOrd="1" presId="urn:microsoft.com/office/officeart/2018/5/layout/CenteredIconLabelDescriptionList"/>
    <dgm:cxn modelId="{E3373492-E29E-4135-9CB4-CC45EC6E3E1F}" srcId="{55535460-77C0-42FA-9FEE-617CE6413CFF}" destId="{AB31A672-8232-42B6-BB89-8A6AAA2078FF}" srcOrd="0" destOrd="0" parTransId="{46BC149B-7147-4231-9190-3A3FD0640EE1}" sibTransId="{724DFD18-117D-4035-B7DC-BA251D8C2BA6}"/>
    <dgm:cxn modelId="{D9D86593-12E7-4CC1-B856-89B787EDBCF5}" srcId="{37C131EC-B7BA-42CE-AF22-441B15FF035D}" destId="{6AF61FA9-C9C4-425E-B79C-D236FDD3B79D}" srcOrd="1" destOrd="0" parTransId="{6880B4CB-DC62-418B-BEBC-D569F588B3E3}" sibTransId="{1A5ECB50-231B-4E70-84C6-0C6C5FF64E70}"/>
    <dgm:cxn modelId="{30513C94-4C46-4567-AFB8-7194693C1624}" srcId="{29A9477A-FD94-4A2E-AC8A-4DD68BE78ADB}" destId="{22653D3E-F663-4298-818F-095EC5B998A5}" srcOrd="0" destOrd="0" parTransId="{88C3AF99-D429-461A-BAAC-F58497347D7C}" sibTransId="{6DD147AC-9EAA-460B-9845-95483A37D0AC}"/>
    <dgm:cxn modelId="{7F55629B-E2CC-4FE9-9392-1670DB859E1A}" srcId="{2EB2845D-A1A8-4AC6-9CF2-2AC7B0280F92}" destId="{C64AD7A7-66E8-4E55-A6A5-3DF80AD288B8}" srcOrd="1" destOrd="0" parTransId="{AE1BBAF0-9372-4FEA-96EF-65D7518657A3}" sibTransId="{E216EF78-76EF-4A9F-BBB5-171A81387611}"/>
    <dgm:cxn modelId="{F93AB8AC-5109-479A-B193-47F5F1832B64}" type="presOf" srcId="{956605D7-2797-4505-872E-036AFF16D97E}" destId="{B5F3E3D5-D316-4C89-B522-4E86715AA6C4}" srcOrd="0" destOrd="2" presId="urn:microsoft.com/office/officeart/2018/5/layout/CenteredIconLabelDescriptionList"/>
    <dgm:cxn modelId="{F9380DBB-C352-436B-AAC8-0886BA57CCA0}" type="presOf" srcId="{FC48754E-472D-43EB-9175-BBF031B3CF23}" destId="{EFABD6C1-FE51-4874-A10D-E59F8EB6E895}" srcOrd="0" destOrd="2" presId="urn:microsoft.com/office/officeart/2018/5/layout/CenteredIconLabelDescriptionList"/>
    <dgm:cxn modelId="{0C4802CC-6FEE-4A27-AC75-38CFF155E5AC}" type="presOf" srcId="{F23F50E3-56EC-41C7-87F7-A3A054EE8823}" destId="{DB918E78-940A-4CDD-B1C3-3988AE918BC4}" srcOrd="0" destOrd="1" presId="urn:microsoft.com/office/officeart/2018/5/layout/CenteredIconLabelDescriptionList"/>
    <dgm:cxn modelId="{659BC3D8-F276-413C-BDC0-D13CF9B5F986}" srcId="{55535460-77C0-42FA-9FEE-617CE6413CFF}" destId="{B575453D-1BD1-4798-A8EA-FAC7D1277715}" srcOrd="1" destOrd="0" parTransId="{1177F44F-D261-4EEC-81A7-3D538B17BE03}" sibTransId="{B7AB6124-6F83-4425-B954-F62799E71C9D}"/>
    <dgm:cxn modelId="{5E3028E0-8160-459C-9C15-F16C9BBBA5A6}" type="presOf" srcId="{207F2A2E-B7AB-479D-B067-895314E4D12D}" destId="{B5F3E3D5-D316-4C89-B522-4E86715AA6C4}" srcOrd="0" destOrd="0" presId="urn:microsoft.com/office/officeart/2018/5/layout/CenteredIconLabelDescriptionList"/>
    <dgm:cxn modelId="{2C65D9E1-4E6D-4FBB-B672-369052579CB8}" srcId="{5950E811-FFF3-4E2B-9D8D-1CD0C95F637F}" destId="{55535460-77C0-42FA-9FEE-617CE6413CFF}" srcOrd="0" destOrd="0" parTransId="{1DAEE7E7-6103-4596-BF43-1954AF6D7FEA}" sibTransId="{D0EAC72A-7ED1-44BB-AD7D-4FF8AEDC656E}"/>
    <dgm:cxn modelId="{DC19FDE7-AA43-4434-BB41-8F7FECCDC334}" srcId="{5950E811-FFF3-4E2B-9D8D-1CD0C95F637F}" destId="{2EB2845D-A1A8-4AC6-9CF2-2AC7B0280F92}" srcOrd="3" destOrd="0" parTransId="{CF845FC4-5FDA-4DC4-A7BD-87CE2EAE2981}" sibTransId="{B5639B86-1F46-4339-8160-001A8A402170}"/>
    <dgm:cxn modelId="{60CD67EB-BAE7-4381-8A36-10A9EC3F1188}" type="presOf" srcId="{1A54736F-A403-4A24-9BD8-6C6D7F916283}" destId="{EFABD6C1-FE51-4874-A10D-E59F8EB6E895}" srcOrd="0" destOrd="0" presId="urn:microsoft.com/office/officeart/2018/5/layout/CenteredIconLabelDescriptionList"/>
    <dgm:cxn modelId="{6575DA87-9505-42F7-909A-9CC8BA7E2712}" type="presParOf" srcId="{7C3D1253-5B2C-4D59-95D9-D18006DD59CB}" destId="{1EB9E5B0-1B6F-496B-949F-152128253231}" srcOrd="0" destOrd="0" presId="urn:microsoft.com/office/officeart/2018/5/layout/CenteredIconLabelDescriptionList"/>
    <dgm:cxn modelId="{2CA71E2A-6885-469D-8D4E-D3DCA7CDB6E9}" type="presParOf" srcId="{1EB9E5B0-1B6F-496B-949F-152128253231}" destId="{7639BFF2-4555-416C-80AD-23CC95C4EDF5}" srcOrd="0" destOrd="0" presId="urn:microsoft.com/office/officeart/2018/5/layout/CenteredIconLabelDescriptionList"/>
    <dgm:cxn modelId="{B62574D5-C09A-4083-A8A7-54DB3996ED28}" type="presParOf" srcId="{1EB9E5B0-1B6F-496B-949F-152128253231}" destId="{DDCB99D6-AA38-49C6-AE99-8214C76AC2EA}" srcOrd="1" destOrd="0" presId="urn:microsoft.com/office/officeart/2018/5/layout/CenteredIconLabelDescriptionList"/>
    <dgm:cxn modelId="{20FA9C07-2D67-4D3F-8CC9-4A36507D6515}" type="presParOf" srcId="{1EB9E5B0-1B6F-496B-949F-152128253231}" destId="{EACE6A2C-1C0A-4BC4-9884-AE7FC2C5FE42}" srcOrd="2" destOrd="0" presId="urn:microsoft.com/office/officeart/2018/5/layout/CenteredIconLabelDescriptionList"/>
    <dgm:cxn modelId="{45F88E44-2CAC-4626-B804-C7F78418F1B9}" type="presParOf" srcId="{1EB9E5B0-1B6F-496B-949F-152128253231}" destId="{ADEE7D72-5491-44E6-9A61-5988D37A7D03}" srcOrd="3" destOrd="0" presId="urn:microsoft.com/office/officeart/2018/5/layout/CenteredIconLabelDescriptionList"/>
    <dgm:cxn modelId="{DB412486-00D4-438F-91B5-BDD891044D9C}" type="presParOf" srcId="{1EB9E5B0-1B6F-496B-949F-152128253231}" destId="{C9D8C28C-C175-4A12-9855-AC69572F237B}" srcOrd="4" destOrd="0" presId="urn:microsoft.com/office/officeart/2018/5/layout/CenteredIconLabelDescriptionList"/>
    <dgm:cxn modelId="{2D856FA9-4D54-4BAC-9C7C-59F3287A4E25}" type="presParOf" srcId="{7C3D1253-5B2C-4D59-95D9-D18006DD59CB}" destId="{FB6E68E8-6FFE-460B-8229-9C33BAC5BA8F}" srcOrd="1" destOrd="0" presId="urn:microsoft.com/office/officeart/2018/5/layout/CenteredIconLabelDescriptionList"/>
    <dgm:cxn modelId="{DD3B973F-177E-485D-B183-9277BB960878}" type="presParOf" srcId="{7C3D1253-5B2C-4D59-95D9-D18006DD59CB}" destId="{4FD85A16-81C0-4167-87D6-5DC96280EC8A}" srcOrd="2" destOrd="0" presId="urn:microsoft.com/office/officeart/2018/5/layout/CenteredIconLabelDescriptionList"/>
    <dgm:cxn modelId="{306F59B5-1DCF-4000-B5EA-5841FAD2B196}" type="presParOf" srcId="{4FD85A16-81C0-4167-87D6-5DC96280EC8A}" destId="{FBC9C7B3-A8C0-4DDB-8BA7-10C5192DA942}" srcOrd="0" destOrd="0" presId="urn:microsoft.com/office/officeart/2018/5/layout/CenteredIconLabelDescriptionList"/>
    <dgm:cxn modelId="{56BC6EE3-170A-4D88-914F-B519B0CD1A6B}" type="presParOf" srcId="{4FD85A16-81C0-4167-87D6-5DC96280EC8A}" destId="{D3E4B06B-1142-4C3D-85F3-213D286BDBE2}" srcOrd="1" destOrd="0" presId="urn:microsoft.com/office/officeart/2018/5/layout/CenteredIconLabelDescriptionList"/>
    <dgm:cxn modelId="{9413695B-C82C-4812-AEF5-0CDA9CD52B7F}" type="presParOf" srcId="{4FD85A16-81C0-4167-87D6-5DC96280EC8A}" destId="{FB587F1B-AED9-4EE1-834B-C73D23784F80}" srcOrd="2" destOrd="0" presId="urn:microsoft.com/office/officeart/2018/5/layout/CenteredIconLabelDescriptionList"/>
    <dgm:cxn modelId="{7C6D2BC0-6504-467B-889B-D32A59F0F8CC}" type="presParOf" srcId="{4FD85A16-81C0-4167-87D6-5DC96280EC8A}" destId="{D8AC70A0-2823-474E-9288-8087A2ED97F4}" srcOrd="3" destOrd="0" presId="urn:microsoft.com/office/officeart/2018/5/layout/CenteredIconLabelDescriptionList"/>
    <dgm:cxn modelId="{8218DD7E-08BE-4D02-9572-2D0C818FAAF8}" type="presParOf" srcId="{4FD85A16-81C0-4167-87D6-5DC96280EC8A}" destId="{EFABD6C1-FE51-4874-A10D-E59F8EB6E895}" srcOrd="4" destOrd="0" presId="urn:microsoft.com/office/officeart/2018/5/layout/CenteredIconLabelDescriptionList"/>
    <dgm:cxn modelId="{7DB6DE49-6CE8-466F-80ED-75E61E3C850A}" type="presParOf" srcId="{7C3D1253-5B2C-4D59-95D9-D18006DD59CB}" destId="{D4AFF590-772E-441E-B638-6A2EFD50B8FC}" srcOrd="3" destOrd="0" presId="urn:microsoft.com/office/officeart/2018/5/layout/CenteredIconLabelDescriptionList"/>
    <dgm:cxn modelId="{0E4306B4-E281-46D9-BB1F-289B402AC5F2}" type="presParOf" srcId="{7C3D1253-5B2C-4D59-95D9-D18006DD59CB}" destId="{9FA6ABC2-433F-45FC-8254-7117DC5E6ECC}" srcOrd="4" destOrd="0" presId="urn:microsoft.com/office/officeart/2018/5/layout/CenteredIconLabelDescriptionList"/>
    <dgm:cxn modelId="{FDC3132D-6178-4AEE-A517-49E79E0ACE2A}" type="presParOf" srcId="{9FA6ABC2-433F-45FC-8254-7117DC5E6ECC}" destId="{047654DF-B851-4455-92AE-1037A85BA3AF}" srcOrd="0" destOrd="0" presId="urn:microsoft.com/office/officeart/2018/5/layout/CenteredIconLabelDescriptionList"/>
    <dgm:cxn modelId="{47575819-6F9F-4AE2-8E45-0F7478E56E69}" type="presParOf" srcId="{9FA6ABC2-433F-45FC-8254-7117DC5E6ECC}" destId="{94F3138C-AC89-44D0-9A46-AF51FF9B43A6}" srcOrd="1" destOrd="0" presId="urn:microsoft.com/office/officeart/2018/5/layout/CenteredIconLabelDescriptionList"/>
    <dgm:cxn modelId="{FD848AA8-96FD-4E0D-A97E-2EBF550C8D2E}" type="presParOf" srcId="{9FA6ABC2-433F-45FC-8254-7117DC5E6ECC}" destId="{8BFD0E48-F5DD-4F51-B7B7-5D345E0446E5}" srcOrd="2" destOrd="0" presId="urn:microsoft.com/office/officeart/2018/5/layout/CenteredIconLabelDescriptionList"/>
    <dgm:cxn modelId="{37453A0B-2867-41AC-98BE-5C0F554ABAA3}" type="presParOf" srcId="{9FA6ABC2-433F-45FC-8254-7117DC5E6ECC}" destId="{46283BC1-19E1-44E1-B0B2-91D7B136C742}" srcOrd="3" destOrd="0" presId="urn:microsoft.com/office/officeart/2018/5/layout/CenteredIconLabelDescriptionList"/>
    <dgm:cxn modelId="{62D58911-39FE-48F9-ACFB-1B02906EC5B2}" type="presParOf" srcId="{9FA6ABC2-433F-45FC-8254-7117DC5E6ECC}" destId="{DB918E78-940A-4CDD-B1C3-3988AE918BC4}" srcOrd="4" destOrd="0" presId="urn:microsoft.com/office/officeart/2018/5/layout/CenteredIconLabelDescriptionList"/>
    <dgm:cxn modelId="{51B76F9F-1ADC-4264-92DC-5954D66F4680}" type="presParOf" srcId="{7C3D1253-5B2C-4D59-95D9-D18006DD59CB}" destId="{803C5D78-78F8-4C97-95AE-0D2D362D21FF}" srcOrd="5" destOrd="0" presId="urn:microsoft.com/office/officeart/2018/5/layout/CenteredIconLabelDescriptionList"/>
    <dgm:cxn modelId="{5106C0A2-C570-4809-A5D0-8FD23A895B07}" type="presParOf" srcId="{7C3D1253-5B2C-4D59-95D9-D18006DD59CB}" destId="{3DC4E41B-29AB-457F-B657-BFFB16C9ABBF}" srcOrd="6" destOrd="0" presId="urn:microsoft.com/office/officeart/2018/5/layout/CenteredIconLabelDescriptionList"/>
    <dgm:cxn modelId="{C9CF94A7-FA85-4D9B-9FC0-57E83A4E9E9B}" type="presParOf" srcId="{3DC4E41B-29AB-457F-B657-BFFB16C9ABBF}" destId="{0F76DC03-E199-4F50-9EED-26845093C005}" srcOrd="0" destOrd="0" presId="urn:microsoft.com/office/officeart/2018/5/layout/CenteredIconLabelDescriptionList"/>
    <dgm:cxn modelId="{0F816274-9A1D-4E7D-8F32-1ED63FADC57C}" type="presParOf" srcId="{3DC4E41B-29AB-457F-B657-BFFB16C9ABBF}" destId="{A2F9326F-A709-4F8C-B4EB-17A075F00FA0}" srcOrd="1" destOrd="0" presId="urn:microsoft.com/office/officeart/2018/5/layout/CenteredIconLabelDescriptionList"/>
    <dgm:cxn modelId="{63F6E7B3-F0FF-49D3-A087-F3E091491C80}" type="presParOf" srcId="{3DC4E41B-29AB-457F-B657-BFFB16C9ABBF}" destId="{FBDD82D5-3724-44DA-8418-2AF7A77CEE5B}" srcOrd="2" destOrd="0" presId="urn:microsoft.com/office/officeart/2018/5/layout/CenteredIconLabelDescriptionList"/>
    <dgm:cxn modelId="{505AF6EC-9E5C-419C-97BF-8796E943B585}" type="presParOf" srcId="{3DC4E41B-29AB-457F-B657-BFFB16C9ABBF}" destId="{CE389128-48D0-4522-8699-44A50CE648E5}" srcOrd="3" destOrd="0" presId="urn:microsoft.com/office/officeart/2018/5/layout/CenteredIconLabelDescriptionList"/>
    <dgm:cxn modelId="{0CB6AE95-C492-40D3-A5D2-1D872D181DBD}" type="presParOf" srcId="{3DC4E41B-29AB-457F-B657-BFFB16C9ABBF}" destId="{B5F3E3D5-D316-4C89-B522-4E86715AA6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4.xml><?xml version="1.0" encoding="utf-8"?>
<dgm:dataModel xmlns:dgm="http://schemas.openxmlformats.org/drawingml/2006/diagram" xmlns:a="http://schemas.openxmlformats.org/drawingml/2006/main">
  <dgm:ptLst>
    <dgm:pt modelId="{BC34154C-5874-45C7-BFE7-56C441CC555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59054B-8AF0-4530-90DC-5002309E65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Extending that specification, </a:t>
          </a:r>
        </a:p>
      </dgm:t>
    </dgm:pt>
    <dgm:pt modelId="{E94FCCA3-FFA2-4DE0-B8F8-66B38B2B98E6}" type="parTrans" cxnId="{B8BE3045-C318-4749-BEBE-007FA22973CB}">
      <dgm:prSet/>
      <dgm:spPr/>
      <dgm:t>
        <a:bodyPr/>
        <a:lstStyle/>
        <a:p>
          <a:endParaRPr lang="en-US"/>
        </a:p>
      </dgm:t>
    </dgm:pt>
    <dgm:pt modelId="{3D5C2E51-4F07-489A-8C6F-8BDED40E6431}" type="sibTrans" cxnId="{B8BE3045-C318-4749-BEBE-007FA22973CB}">
      <dgm:prSet/>
      <dgm:spPr/>
      <dgm:t>
        <a:bodyPr/>
        <a:lstStyle/>
        <a:p>
          <a:endParaRPr lang="en-US"/>
        </a:p>
      </dgm:t>
    </dgm:pt>
    <dgm:pt modelId="{DA44DC04-F465-475A-A0EE-B42CB7E039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 HD wallets following the BIP-44 structure are</a:t>
          </a:r>
        </a:p>
      </dgm:t>
    </dgm:pt>
    <dgm:pt modelId="{0A361ADE-FD3B-4C75-8E6C-7DEC8336DABF}" type="parTrans" cxnId="{8BF89201-AA6C-48AD-B760-CDE70162FB66}">
      <dgm:prSet/>
      <dgm:spPr/>
      <dgm:t>
        <a:bodyPr/>
        <a:lstStyle/>
        <a:p>
          <a:endParaRPr lang="en-US"/>
        </a:p>
      </dgm:t>
    </dgm:pt>
    <dgm:pt modelId="{0730AD92-F31A-4768-B3BB-827426E42A13}" type="sibTrans" cxnId="{8BF89201-AA6C-48AD-B760-CDE70162FB66}">
      <dgm:prSet/>
      <dgm:spPr/>
      <dgm:t>
        <a:bodyPr/>
        <a:lstStyle/>
        <a:p>
          <a:endParaRPr lang="en-US"/>
        </a:p>
      </dgm:t>
    </dgm:pt>
    <dgm:pt modelId="{6001531C-9353-466D-91FC-1998DF4720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Multiaccount Structure</a:t>
          </a:r>
          <a:endParaRPr lang="en-US"/>
        </a:p>
      </dgm:t>
    </dgm:pt>
    <dgm:pt modelId="{67F57854-C03B-4084-9669-A83B12AA841C}" type="parTrans" cxnId="{F5FF6585-956B-4218-AF43-2887FE03EF14}">
      <dgm:prSet/>
      <dgm:spPr/>
    </dgm:pt>
    <dgm:pt modelId="{6AE9EABA-68EE-4C9E-9633-6A4A908F9526}" type="sibTrans" cxnId="{F5FF6585-956B-4218-AF43-2887FE03EF14}">
      <dgm:prSet/>
      <dgm:spPr/>
      <dgm:t>
        <a:bodyPr/>
        <a:lstStyle/>
        <a:p>
          <a:endParaRPr lang="en-US"/>
        </a:p>
      </dgm:t>
    </dgm:pt>
    <dgm:pt modelId="{04D6D6C4-2EE8-4891-9CCA-FD73E760B14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BIP-44 structure </a:t>
          </a:r>
        </a:p>
      </dgm:t>
    </dgm:pt>
    <dgm:pt modelId="{8EF62D8B-6935-4949-B873-CAD78483B892}" type="parTrans" cxnId="{997CD5C1-F893-407C-8561-0B894DD70DD7}">
      <dgm:prSet/>
      <dgm:spPr/>
    </dgm:pt>
    <dgm:pt modelId="{1C9B6B42-6AAF-42F5-BDD3-4ABF2CC61AF2}" type="sibTrans" cxnId="{997CD5C1-F893-407C-8561-0B894DD70DD7}">
      <dgm:prSet/>
      <dgm:spPr/>
      <dgm:t>
        <a:bodyPr/>
        <a:lstStyle/>
        <a:p>
          <a:endParaRPr lang="en-US"/>
        </a:p>
      </dgm:t>
    </dgm:pt>
    <dgm:pt modelId="{D737F0B0-4D64-4B8D-A277-1B32BCC679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BIP-44 proposes a </a:t>
          </a:r>
          <a:r>
            <a:rPr lang="en-US" dirty="0" err="1"/>
            <a:t>multiaccount</a:t>
          </a:r>
          <a:r>
            <a:rPr lang="en-US" dirty="0"/>
            <a:t> structure</a:t>
          </a:r>
        </a:p>
      </dgm:t>
    </dgm:pt>
    <dgm:pt modelId="{9A26F15C-1C1C-4DD1-B05D-E4452453C1F5}" type="parTrans" cxnId="{04713B0A-B32D-48B8-8F6B-3A7AA804C433}">
      <dgm:prSet/>
      <dgm:spPr/>
    </dgm:pt>
    <dgm:pt modelId="{F527FE25-4EF5-4420-A075-CA803EF75DC4}" type="sibTrans" cxnId="{04713B0A-B32D-48B8-8F6B-3A7AA804C433}">
      <dgm:prSet/>
      <dgm:spPr/>
      <dgm:t>
        <a:bodyPr/>
        <a:lstStyle/>
        <a:p>
          <a:endParaRPr lang="en-US"/>
        </a:p>
      </dgm:t>
    </dgm:pt>
    <dgm:pt modelId="{30155DB5-D5D9-43E6-B1FF-2E4AE49348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“purpose”</a:t>
          </a:r>
          <a:r>
            <a:rPr lang="tr-TR" dirty="0"/>
            <a:t> </a:t>
          </a:r>
          <a:r>
            <a:rPr lang="en-US" dirty="0"/>
            <a:t>number 44 under BIP-43. </a:t>
          </a:r>
        </a:p>
      </dgm:t>
    </dgm:pt>
    <dgm:pt modelId="{7F129855-C3B7-4C65-81B6-5359F4A9797C}" type="parTrans" cxnId="{25A9816F-9EEE-4D86-9D0E-F2005878DC65}">
      <dgm:prSet/>
      <dgm:spPr/>
    </dgm:pt>
    <dgm:pt modelId="{F0DB44C3-574D-48F6-A8DE-E67F62D28459}" type="sibTrans" cxnId="{25A9816F-9EEE-4D86-9D0E-F2005878DC65}">
      <dgm:prSet/>
      <dgm:spPr/>
      <dgm:t>
        <a:bodyPr/>
        <a:lstStyle/>
        <a:p>
          <a:endParaRPr lang="en-US"/>
        </a:p>
      </dgm:t>
    </dgm:pt>
    <dgm:pt modelId="{C4DE86CF-1076-46DA-A83F-BFB0B97870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identified</a:t>
          </a:r>
          <a:r>
            <a:rPr lang="tr-TR" dirty="0"/>
            <a:t> </a:t>
          </a:r>
          <a:r>
            <a:rPr lang="en-US" dirty="0"/>
            <a:t>by the fact that</a:t>
          </a:r>
        </a:p>
      </dgm:t>
    </dgm:pt>
    <dgm:pt modelId="{45AB0A8B-F3A7-4896-BE16-ECA1C85DF1BD}" type="parTrans" cxnId="{48491E3A-A4EC-428B-9939-BCE81375BB0D}">
      <dgm:prSet/>
      <dgm:spPr/>
    </dgm:pt>
    <dgm:pt modelId="{F285E137-372A-4C9E-86DF-A1B16EA9A231}" type="sibTrans" cxnId="{48491E3A-A4EC-428B-9939-BCE81375BB0D}">
      <dgm:prSet/>
      <dgm:spPr/>
      <dgm:t>
        <a:bodyPr/>
        <a:lstStyle/>
        <a:p>
          <a:endParaRPr lang="en-US"/>
        </a:p>
      </dgm:t>
    </dgm:pt>
    <dgm:pt modelId="{DF53EE01-4569-424D-A315-75327E63A3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</a:t>
          </a:r>
          <a:r>
            <a:rPr lang="en-US" dirty="0"/>
            <a:t>only used one branch of the tree: m/44/.</a:t>
          </a:r>
        </a:p>
      </dgm:t>
    </dgm:pt>
    <dgm:pt modelId="{0D348961-EC83-4FC1-A8C1-AB33715A129E}" type="parTrans" cxnId="{6A113DD1-43B9-43C9-8D56-8E07824E290B}">
      <dgm:prSet/>
      <dgm:spPr/>
    </dgm:pt>
    <dgm:pt modelId="{33BBBD25-DECE-4DAF-A55F-00133138E48B}" type="sibTrans" cxnId="{6A113DD1-43B9-43C9-8D56-8E07824E290B}">
      <dgm:prSet/>
      <dgm:spPr/>
      <dgm:t>
        <a:bodyPr/>
        <a:lstStyle/>
        <a:p>
          <a:endParaRPr lang="en-US"/>
        </a:p>
      </dgm:t>
    </dgm:pt>
    <dgm:pt modelId="{A69D2B12-94FB-4162-8495-C235538389AF}" type="pres">
      <dgm:prSet presAssocID="{BC34154C-5874-45C7-BFE7-56C441CC5552}" presName="root" presStyleCnt="0">
        <dgm:presLayoutVars>
          <dgm:dir/>
          <dgm:resizeHandles val="exact"/>
        </dgm:presLayoutVars>
      </dgm:prSet>
      <dgm:spPr/>
    </dgm:pt>
    <dgm:pt modelId="{AF8DDD28-5EF7-44A7-81E7-F174657DCE43}" type="pres">
      <dgm:prSet presAssocID="{6001531C-9353-466D-91FC-1998DF4720CC}" presName="compNode" presStyleCnt="0"/>
      <dgm:spPr/>
    </dgm:pt>
    <dgm:pt modelId="{9609F41C-EFCB-4700-91CB-F5AEA5BCF458}" type="pres">
      <dgm:prSet presAssocID="{6001531C-9353-466D-91FC-1998DF4720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F4BE293F-64C2-4AFB-A66A-51A996569F6B}" type="pres">
      <dgm:prSet presAssocID="{6001531C-9353-466D-91FC-1998DF4720CC}" presName="iconSpace" presStyleCnt="0"/>
      <dgm:spPr/>
    </dgm:pt>
    <dgm:pt modelId="{0697838F-C3CB-4784-BBAA-F5611323D240}" type="pres">
      <dgm:prSet presAssocID="{6001531C-9353-466D-91FC-1998DF4720CC}" presName="parTx" presStyleLbl="revTx" presStyleIdx="0" presStyleCnt="4">
        <dgm:presLayoutVars>
          <dgm:chMax val="0"/>
          <dgm:chPref val="0"/>
        </dgm:presLayoutVars>
      </dgm:prSet>
      <dgm:spPr/>
    </dgm:pt>
    <dgm:pt modelId="{466AE3D4-EF0E-4BF2-8079-368057B07E8B}" type="pres">
      <dgm:prSet presAssocID="{6001531C-9353-466D-91FC-1998DF4720CC}" presName="txSpace" presStyleCnt="0"/>
      <dgm:spPr/>
    </dgm:pt>
    <dgm:pt modelId="{53C5D6AC-62C1-4AFA-8C01-39D9D764E382}" type="pres">
      <dgm:prSet presAssocID="{6001531C-9353-466D-91FC-1998DF4720CC}" presName="desTx" presStyleLbl="revTx" presStyleIdx="1" presStyleCnt="4">
        <dgm:presLayoutVars/>
      </dgm:prSet>
      <dgm:spPr/>
    </dgm:pt>
    <dgm:pt modelId="{17F6F614-8680-44D1-81A4-59196E19ED11}" type="pres">
      <dgm:prSet presAssocID="{6AE9EABA-68EE-4C9E-9633-6A4A908F9526}" presName="sibTrans" presStyleCnt="0"/>
      <dgm:spPr/>
    </dgm:pt>
    <dgm:pt modelId="{41CAA174-234A-48D4-870F-11CC098C6C43}" type="pres">
      <dgm:prSet presAssocID="{04D6D6C4-2EE8-4891-9CCA-FD73E760B14E}" presName="compNode" presStyleCnt="0"/>
      <dgm:spPr/>
    </dgm:pt>
    <dgm:pt modelId="{16369523-7E3D-449B-81C5-E5D9CCC6A45F}" type="pres">
      <dgm:prSet presAssocID="{04D6D6C4-2EE8-4891-9CCA-FD73E760B14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6E9E4B36-F916-4780-80E5-023AB508FCA2}" type="pres">
      <dgm:prSet presAssocID="{04D6D6C4-2EE8-4891-9CCA-FD73E760B14E}" presName="iconSpace" presStyleCnt="0"/>
      <dgm:spPr/>
    </dgm:pt>
    <dgm:pt modelId="{B9E094C3-5B36-4CA8-AF53-0D22F21A6D9C}" type="pres">
      <dgm:prSet presAssocID="{04D6D6C4-2EE8-4891-9CCA-FD73E760B14E}" presName="parTx" presStyleLbl="revTx" presStyleIdx="2" presStyleCnt="4">
        <dgm:presLayoutVars>
          <dgm:chMax val="0"/>
          <dgm:chPref val="0"/>
        </dgm:presLayoutVars>
      </dgm:prSet>
      <dgm:spPr/>
    </dgm:pt>
    <dgm:pt modelId="{EFFE59F2-CB1C-40EC-8743-92BF6F81EC3B}" type="pres">
      <dgm:prSet presAssocID="{04D6D6C4-2EE8-4891-9CCA-FD73E760B14E}" presName="txSpace" presStyleCnt="0"/>
      <dgm:spPr/>
    </dgm:pt>
    <dgm:pt modelId="{8C15CF51-7B25-4D6C-B84E-D92BB47D30CA}" type="pres">
      <dgm:prSet presAssocID="{04D6D6C4-2EE8-4891-9CCA-FD73E760B14E}" presName="desTx" presStyleLbl="revTx" presStyleIdx="3" presStyleCnt="4">
        <dgm:presLayoutVars/>
      </dgm:prSet>
      <dgm:spPr/>
    </dgm:pt>
  </dgm:ptLst>
  <dgm:cxnLst>
    <dgm:cxn modelId="{8BF89201-AA6C-48AD-B760-CDE70162FB66}" srcId="{04D6D6C4-2EE8-4891-9CCA-FD73E760B14E}" destId="{DA44DC04-F465-475A-A0EE-B42CB7E03990}" srcOrd="0" destOrd="0" parTransId="{0A361ADE-FD3B-4C75-8E6C-7DEC8336DABF}" sibTransId="{0730AD92-F31A-4768-B3BB-827426E42A13}"/>
    <dgm:cxn modelId="{04713B0A-B32D-48B8-8F6B-3A7AA804C433}" srcId="{6001531C-9353-466D-91FC-1998DF4720CC}" destId="{D737F0B0-4D64-4B8D-A277-1B32BCC679F8}" srcOrd="1" destOrd="0" parTransId="{9A26F15C-1C1C-4DD1-B05D-E4452453C1F5}" sibTransId="{F527FE25-4EF5-4420-A075-CA803EF75DC4}"/>
    <dgm:cxn modelId="{18B7DC13-4BB7-414E-A649-505765DEB4E9}" type="presOf" srcId="{D737F0B0-4D64-4B8D-A277-1B32BCC679F8}" destId="{53C5D6AC-62C1-4AFA-8C01-39D9D764E382}" srcOrd="0" destOrd="1" presId="urn:microsoft.com/office/officeart/2018/5/layout/CenteredIconLabelDescriptionList"/>
    <dgm:cxn modelId="{3A0FE039-15DE-4B6A-8005-B89300204AC2}" type="presOf" srcId="{04D6D6C4-2EE8-4891-9CCA-FD73E760B14E}" destId="{B9E094C3-5B36-4CA8-AF53-0D22F21A6D9C}" srcOrd="0" destOrd="0" presId="urn:microsoft.com/office/officeart/2018/5/layout/CenteredIconLabelDescriptionList"/>
    <dgm:cxn modelId="{48491E3A-A4EC-428B-9939-BCE81375BB0D}" srcId="{04D6D6C4-2EE8-4891-9CCA-FD73E760B14E}" destId="{C4DE86CF-1076-46DA-A83F-BFB0B97870C6}" srcOrd="1" destOrd="0" parTransId="{45AB0A8B-F3A7-4896-BE16-ECA1C85DF1BD}" sibTransId="{F285E137-372A-4C9E-86DF-A1B16EA9A231}"/>
    <dgm:cxn modelId="{B8BE3045-C318-4749-BEBE-007FA22973CB}" srcId="{6001531C-9353-466D-91FC-1998DF4720CC}" destId="{7E59054B-8AF0-4530-90DC-5002309E6546}" srcOrd="0" destOrd="0" parTransId="{E94FCCA3-FFA2-4DE0-B8F8-66B38B2B98E6}" sibTransId="{3D5C2E51-4F07-489A-8C6F-8BDED40E6431}"/>
    <dgm:cxn modelId="{A4523465-1FB2-4B4E-A261-61A52F46EB56}" type="presOf" srcId="{BC34154C-5874-45C7-BFE7-56C441CC5552}" destId="{A69D2B12-94FB-4162-8495-C235538389AF}" srcOrd="0" destOrd="0" presId="urn:microsoft.com/office/officeart/2018/5/layout/CenteredIconLabelDescriptionList"/>
    <dgm:cxn modelId="{25A9816F-9EEE-4D86-9D0E-F2005878DC65}" srcId="{6001531C-9353-466D-91FC-1998DF4720CC}" destId="{30155DB5-D5D9-43E6-B1FF-2E4AE49348DE}" srcOrd="2" destOrd="0" parTransId="{7F129855-C3B7-4C65-81B6-5359F4A9797C}" sibTransId="{F0DB44C3-574D-48F6-A8DE-E67F62D28459}"/>
    <dgm:cxn modelId="{F5FF6585-956B-4218-AF43-2887FE03EF14}" srcId="{BC34154C-5874-45C7-BFE7-56C441CC5552}" destId="{6001531C-9353-466D-91FC-1998DF4720CC}" srcOrd="0" destOrd="0" parTransId="{67F57854-C03B-4084-9669-A83B12AA841C}" sibTransId="{6AE9EABA-68EE-4C9E-9633-6A4A908F9526}"/>
    <dgm:cxn modelId="{997CD5C1-F893-407C-8561-0B894DD70DD7}" srcId="{BC34154C-5874-45C7-BFE7-56C441CC5552}" destId="{04D6D6C4-2EE8-4891-9CCA-FD73E760B14E}" srcOrd="1" destOrd="0" parTransId="{8EF62D8B-6935-4949-B873-CAD78483B892}" sibTransId="{1C9B6B42-6AAF-42F5-BDD3-4ABF2CC61AF2}"/>
    <dgm:cxn modelId="{62D442CE-CA92-4206-B2A1-C42793BD8EAF}" type="presOf" srcId="{7E59054B-8AF0-4530-90DC-5002309E6546}" destId="{53C5D6AC-62C1-4AFA-8C01-39D9D764E382}" srcOrd="0" destOrd="0" presId="urn:microsoft.com/office/officeart/2018/5/layout/CenteredIconLabelDescriptionList"/>
    <dgm:cxn modelId="{6A113DD1-43B9-43C9-8D56-8E07824E290B}" srcId="{04D6D6C4-2EE8-4891-9CCA-FD73E760B14E}" destId="{DF53EE01-4569-424D-A315-75327E63A384}" srcOrd="2" destOrd="0" parTransId="{0D348961-EC83-4FC1-A8C1-AB33715A129E}" sibTransId="{33BBBD25-DECE-4DAF-A55F-00133138E48B}"/>
    <dgm:cxn modelId="{8DE330DA-1B88-4C4D-AC8B-39EAABB891BB}" type="presOf" srcId="{6001531C-9353-466D-91FC-1998DF4720CC}" destId="{0697838F-C3CB-4784-BBAA-F5611323D240}" srcOrd="0" destOrd="0" presId="urn:microsoft.com/office/officeart/2018/5/layout/CenteredIconLabelDescriptionList"/>
    <dgm:cxn modelId="{00BB92E6-C706-43F6-9168-A18BD4FEE96E}" type="presOf" srcId="{DA44DC04-F465-475A-A0EE-B42CB7E03990}" destId="{8C15CF51-7B25-4D6C-B84E-D92BB47D30CA}" srcOrd="0" destOrd="0" presId="urn:microsoft.com/office/officeart/2018/5/layout/CenteredIconLabelDescriptionList"/>
    <dgm:cxn modelId="{7B2FA8E9-19D4-4903-BB63-D75880167387}" type="presOf" srcId="{30155DB5-D5D9-43E6-B1FF-2E4AE49348DE}" destId="{53C5D6AC-62C1-4AFA-8C01-39D9D764E382}" srcOrd="0" destOrd="2" presId="urn:microsoft.com/office/officeart/2018/5/layout/CenteredIconLabelDescriptionList"/>
    <dgm:cxn modelId="{CDFD14F3-C511-4AAB-959F-8F7BE7F9F6E2}" type="presOf" srcId="{DF53EE01-4569-424D-A315-75327E63A384}" destId="{8C15CF51-7B25-4D6C-B84E-D92BB47D30CA}" srcOrd="0" destOrd="2" presId="urn:microsoft.com/office/officeart/2018/5/layout/CenteredIconLabelDescriptionList"/>
    <dgm:cxn modelId="{7799FDF3-64E3-47CE-A306-CBE2881C97ED}" type="presOf" srcId="{C4DE86CF-1076-46DA-A83F-BFB0B97870C6}" destId="{8C15CF51-7B25-4D6C-B84E-D92BB47D30CA}" srcOrd="0" destOrd="1" presId="urn:microsoft.com/office/officeart/2018/5/layout/CenteredIconLabelDescriptionList"/>
    <dgm:cxn modelId="{855C10DC-F6D8-4B82-87A9-A7A277FE7740}" type="presParOf" srcId="{A69D2B12-94FB-4162-8495-C235538389AF}" destId="{AF8DDD28-5EF7-44A7-81E7-F174657DCE43}" srcOrd="0" destOrd="0" presId="urn:microsoft.com/office/officeart/2018/5/layout/CenteredIconLabelDescriptionList"/>
    <dgm:cxn modelId="{D60B5A3F-21E4-4746-9423-F193457A23C0}" type="presParOf" srcId="{AF8DDD28-5EF7-44A7-81E7-F174657DCE43}" destId="{9609F41C-EFCB-4700-91CB-F5AEA5BCF458}" srcOrd="0" destOrd="0" presId="urn:microsoft.com/office/officeart/2018/5/layout/CenteredIconLabelDescriptionList"/>
    <dgm:cxn modelId="{F912807F-95CD-434F-851D-BF9794B1163D}" type="presParOf" srcId="{AF8DDD28-5EF7-44A7-81E7-F174657DCE43}" destId="{F4BE293F-64C2-4AFB-A66A-51A996569F6B}" srcOrd="1" destOrd="0" presId="urn:microsoft.com/office/officeart/2018/5/layout/CenteredIconLabelDescriptionList"/>
    <dgm:cxn modelId="{94DEB5A1-05BE-45F3-8E23-1DC95BEE1E76}" type="presParOf" srcId="{AF8DDD28-5EF7-44A7-81E7-F174657DCE43}" destId="{0697838F-C3CB-4784-BBAA-F5611323D240}" srcOrd="2" destOrd="0" presId="urn:microsoft.com/office/officeart/2018/5/layout/CenteredIconLabelDescriptionList"/>
    <dgm:cxn modelId="{D01BFC8A-7D1C-4095-BC0A-83F6A636B355}" type="presParOf" srcId="{AF8DDD28-5EF7-44A7-81E7-F174657DCE43}" destId="{466AE3D4-EF0E-4BF2-8079-368057B07E8B}" srcOrd="3" destOrd="0" presId="urn:microsoft.com/office/officeart/2018/5/layout/CenteredIconLabelDescriptionList"/>
    <dgm:cxn modelId="{5DCDA545-67D9-4216-97F5-BBB720856031}" type="presParOf" srcId="{AF8DDD28-5EF7-44A7-81E7-F174657DCE43}" destId="{53C5D6AC-62C1-4AFA-8C01-39D9D764E382}" srcOrd="4" destOrd="0" presId="urn:microsoft.com/office/officeart/2018/5/layout/CenteredIconLabelDescriptionList"/>
    <dgm:cxn modelId="{D934AB31-9A4C-4973-BCED-11C8BB9F8F00}" type="presParOf" srcId="{A69D2B12-94FB-4162-8495-C235538389AF}" destId="{17F6F614-8680-44D1-81A4-59196E19ED11}" srcOrd="1" destOrd="0" presId="urn:microsoft.com/office/officeart/2018/5/layout/CenteredIconLabelDescriptionList"/>
    <dgm:cxn modelId="{BD714CA3-202C-4BE8-AD92-0C33284CA4CF}" type="presParOf" srcId="{A69D2B12-94FB-4162-8495-C235538389AF}" destId="{41CAA174-234A-48D4-870F-11CC098C6C43}" srcOrd="2" destOrd="0" presId="urn:microsoft.com/office/officeart/2018/5/layout/CenteredIconLabelDescriptionList"/>
    <dgm:cxn modelId="{37402CD2-248E-460C-9B7F-143F2DB77B3F}" type="presParOf" srcId="{41CAA174-234A-48D4-870F-11CC098C6C43}" destId="{16369523-7E3D-449B-81C5-E5D9CCC6A45F}" srcOrd="0" destOrd="0" presId="urn:microsoft.com/office/officeart/2018/5/layout/CenteredIconLabelDescriptionList"/>
    <dgm:cxn modelId="{D6A5696F-C66F-48F6-84F9-38823753CB80}" type="presParOf" srcId="{41CAA174-234A-48D4-870F-11CC098C6C43}" destId="{6E9E4B36-F916-4780-80E5-023AB508FCA2}" srcOrd="1" destOrd="0" presId="urn:microsoft.com/office/officeart/2018/5/layout/CenteredIconLabelDescriptionList"/>
    <dgm:cxn modelId="{82BD48B1-06DD-4B20-AEA1-94E5FAC4D057}" type="presParOf" srcId="{41CAA174-234A-48D4-870F-11CC098C6C43}" destId="{B9E094C3-5B36-4CA8-AF53-0D22F21A6D9C}" srcOrd="2" destOrd="0" presId="urn:microsoft.com/office/officeart/2018/5/layout/CenteredIconLabelDescriptionList"/>
    <dgm:cxn modelId="{DE5940B3-9F96-4F80-989C-D9FD25AE11FD}" type="presParOf" srcId="{41CAA174-234A-48D4-870F-11CC098C6C43}" destId="{EFFE59F2-CB1C-40EC-8743-92BF6F81EC3B}" srcOrd="3" destOrd="0" presId="urn:microsoft.com/office/officeart/2018/5/layout/CenteredIconLabelDescriptionList"/>
    <dgm:cxn modelId="{5023F245-D1A2-4A19-8413-7381BDB6423D}" type="presParOf" srcId="{41CAA174-234A-48D4-870F-11CC098C6C43}" destId="{8C15CF51-7B25-4D6C-B84E-D92BB47D30C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5.xml><?xml version="1.0" encoding="utf-8"?>
<dgm:dataModel xmlns:dgm="http://schemas.openxmlformats.org/drawingml/2006/diagram" xmlns:a="http://schemas.openxmlformats.org/drawingml/2006/main">
  <dgm:ptLst>
    <dgm:pt modelId="{C999CB67-682D-4E8F-B19C-FB74C4DA975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80AE5044-2BC0-44E3-BDBA-EDD06A505699}">
      <dgm:prSet/>
      <dgm:spPr/>
      <dgm:t>
        <a:bodyPr/>
        <a:lstStyle/>
        <a:p>
          <a:r>
            <a:rPr lang="en-US" dirty="0"/>
            <a:t>BIP-44 specifies the structure</a:t>
          </a:r>
        </a:p>
      </dgm:t>
    </dgm:pt>
    <dgm:pt modelId="{8200FFB4-9E0D-476D-A663-07C273A8E6B0}" type="parTrans" cxnId="{B1A3BB5E-CCCE-4EEA-ABBE-011E1A37D68B}">
      <dgm:prSet/>
      <dgm:spPr/>
      <dgm:t>
        <a:bodyPr/>
        <a:lstStyle/>
        <a:p>
          <a:endParaRPr lang="en-US"/>
        </a:p>
      </dgm:t>
    </dgm:pt>
    <dgm:pt modelId="{3DA6B9A1-DE83-426C-B157-9580A079BB2B}" type="sibTrans" cxnId="{B1A3BB5E-CCCE-4EEA-ABBE-011E1A37D68B}">
      <dgm:prSet phldrT="02" phldr="0"/>
      <dgm:spPr/>
      <dgm:t>
        <a:bodyPr/>
        <a:lstStyle/>
        <a:p>
          <a:endParaRPr lang="en-US"/>
        </a:p>
      </dgm:t>
    </dgm:pt>
    <dgm:pt modelId="{A08B18E0-D0D7-401B-82F1-C07C4E41C0DF}">
      <dgm:prSet/>
      <dgm:spPr/>
      <dgm:t>
        <a:bodyPr/>
        <a:lstStyle/>
        <a:p>
          <a:r>
            <a:rPr lang="en-US" dirty="0"/>
            <a:t>m /</a:t>
          </a:r>
          <a:r>
            <a:rPr lang="tr-TR" dirty="0"/>
            <a:t> </a:t>
          </a:r>
          <a:r>
            <a:rPr lang="en-US" dirty="0"/>
            <a:t>purpose</a:t>
          </a:r>
          <a:r>
            <a:rPr lang="tr-TR" dirty="0"/>
            <a:t> </a:t>
          </a:r>
          <a:endParaRPr lang="en-US" dirty="0"/>
        </a:p>
      </dgm:t>
    </dgm:pt>
    <dgm:pt modelId="{DC050A43-B9B4-4E43-A545-3319BFC6DF3B}" type="parTrans" cxnId="{BE60C949-26E5-4A08-97D6-3C28D0773076}">
      <dgm:prSet/>
      <dgm:spPr/>
      <dgm:t>
        <a:bodyPr/>
        <a:lstStyle/>
        <a:p>
          <a:endParaRPr lang="en-US"/>
        </a:p>
      </dgm:t>
    </dgm:pt>
    <dgm:pt modelId="{310C4604-AB83-4ED9-9B40-67E0DF219FDD}" type="sibTrans" cxnId="{BE60C949-26E5-4A08-97D6-3C28D0773076}">
      <dgm:prSet phldrT="02" phldr="0"/>
      <dgm:spPr/>
      <dgm:t>
        <a:bodyPr/>
        <a:lstStyle/>
        <a:p>
          <a:endParaRPr lang="en-US"/>
        </a:p>
      </dgm:t>
    </dgm:pt>
    <dgm:pt modelId="{7B1E253E-CC10-4531-947A-6D21D985BF80}">
      <dgm:prSet/>
      <dgm:spPr/>
      <dgm:t>
        <a:bodyPr/>
        <a:lstStyle/>
        <a:p>
          <a:r>
            <a:rPr lang="tr-TR" dirty="0"/>
            <a:t>5 Predefined Tree Levels</a:t>
          </a:r>
          <a:endParaRPr lang="en-US" dirty="0"/>
        </a:p>
      </dgm:t>
    </dgm:pt>
    <dgm:pt modelId="{7EED6F93-5BFA-45BB-BE36-FBF6903BB961}" type="parTrans" cxnId="{82376C99-0977-43F0-AE82-F6A61C0C0888}">
      <dgm:prSet/>
      <dgm:spPr/>
      <dgm:t>
        <a:bodyPr/>
        <a:lstStyle/>
        <a:p>
          <a:endParaRPr lang="tr-TR"/>
        </a:p>
      </dgm:t>
    </dgm:pt>
    <dgm:pt modelId="{88532DE6-5335-4EF2-B540-B4152CFD9910}" type="sibTrans" cxnId="{82376C99-0977-43F0-AE82-F6A61C0C0888}">
      <dgm:prSet phldrT="1" phldr="0"/>
      <dgm:spPr/>
      <dgm:t>
        <a:bodyPr/>
        <a:lstStyle/>
        <a:p>
          <a:r>
            <a:rPr lang="tr-TR"/>
            <a:t>1</a:t>
          </a:r>
        </a:p>
      </dgm:t>
    </dgm:pt>
    <dgm:pt modelId="{D6CB0617-5E96-4EBF-8486-6C9219D1DB49}">
      <dgm:prSet/>
      <dgm:spPr/>
      <dgm:t>
        <a:bodyPr/>
        <a:lstStyle/>
        <a:p>
          <a:r>
            <a:rPr lang="tr-TR" dirty="0"/>
            <a:t>/ </a:t>
          </a:r>
          <a:r>
            <a:rPr lang="en-US" dirty="0"/>
            <a:t>account</a:t>
          </a:r>
        </a:p>
      </dgm:t>
    </dgm:pt>
    <dgm:pt modelId="{F4C1F23C-5B4C-4EEC-9479-EE33980FBCCF}" type="parTrans" cxnId="{AEC72530-ADA2-42B3-9D53-50E3ED317A66}">
      <dgm:prSet/>
      <dgm:spPr/>
      <dgm:t>
        <a:bodyPr/>
        <a:lstStyle/>
        <a:p>
          <a:endParaRPr lang="tr-TR"/>
        </a:p>
      </dgm:t>
    </dgm:pt>
    <dgm:pt modelId="{B375A9A7-1F52-4491-948A-6FAD809AA69C}" type="sibTrans" cxnId="{AEC72530-ADA2-42B3-9D53-50E3ED317A66}">
      <dgm:prSet/>
      <dgm:spPr/>
      <dgm:t>
        <a:bodyPr/>
        <a:lstStyle/>
        <a:p>
          <a:endParaRPr lang="tr-TR"/>
        </a:p>
      </dgm:t>
    </dgm:pt>
    <dgm:pt modelId="{7237F482-3031-4998-B734-26270FDD9946}">
      <dgm:prSet/>
      <dgm:spPr/>
      <dgm:t>
        <a:bodyPr/>
        <a:lstStyle/>
        <a:p>
          <a:r>
            <a:rPr lang="tr-TR" dirty="0"/>
            <a:t>/ </a:t>
          </a:r>
          <a:r>
            <a:rPr lang="en-US" dirty="0" err="1"/>
            <a:t>coin_type</a:t>
          </a:r>
          <a:endParaRPr lang="en-US" dirty="0"/>
        </a:p>
      </dgm:t>
    </dgm:pt>
    <dgm:pt modelId="{1E5DF27A-AF00-4D77-89EC-2ED50EA70B12}" type="parTrans" cxnId="{4EA161AB-B662-4845-95C1-FD5FF90E3935}">
      <dgm:prSet/>
      <dgm:spPr/>
      <dgm:t>
        <a:bodyPr/>
        <a:lstStyle/>
        <a:p>
          <a:endParaRPr lang="tr-TR"/>
        </a:p>
      </dgm:t>
    </dgm:pt>
    <dgm:pt modelId="{738E966C-657B-402D-B69F-F0FA570CBB60}" type="sibTrans" cxnId="{4EA161AB-B662-4845-95C1-FD5FF90E3935}">
      <dgm:prSet/>
      <dgm:spPr/>
      <dgm:t>
        <a:bodyPr/>
        <a:lstStyle/>
        <a:p>
          <a:endParaRPr lang="tr-TR"/>
        </a:p>
      </dgm:t>
    </dgm:pt>
    <dgm:pt modelId="{A34EA1C8-2FE6-4552-948C-B90DCA6A831A}">
      <dgm:prSet/>
      <dgm:spPr/>
      <dgm:t>
        <a:bodyPr/>
        <a:lstStyle/>
        <a:p>
          <a:r>
            <a:rPr lang="tr-TR" dirty="0"/>
            <a:t>/ </a:t>
          </a:r>
          <a:r>
            <a:rPr lang="en-US" dirty="0"/>
            <a:t>change</a:t>
          </a:r>
        </a:p>
      </dgm:t>
    </dgm:pt>
    <dgm:pt modelId="{BB94A6E7-23C3-45E9-8CD7-8EA105CDFBFB}" type="parTrans" cxnId="{75D97F10-6EAB-470B-82DC-AAD0F45EA06D}">
      <dgm:prSet/>
      <dgm:spPr/>
      <dgm:t>
        <a:bodyPr/>
        <a:lstStyle/>
        <a:p>
          <a:endParaRPr lang="tr-TR"/>
        </a:p>
      </dgm:t>
    </dgm:pt>
    <dgm:pt modelId="{0C41760C-6A94-4637-936F-75554525461E}" type="sibTrans" cxnId="{75D97F10-6EAB-470B-82DC-AAD0F45EA06D}">
      <dgm:prSet/>
      <dgm:spPr/>
      <dgm:t>
        <a:bodyPr/>
        <a:lstStyle/>
        <a:p>
          <a:endParaRPr lang="tr-TR"/>
        </a:p>
      </dgm:t>
    </dgm:pt>
    <dgm:pt modelId="{BBC27CC3-4B7A-4147-A70D-13C21C717160}">
      <dgm:prSet/>
      <dgm:spPr/>
      <dgm:t>
        <a:bodyPr/>
        <a:lstStyle/>
        <a:p>
          <a:r>
            <a:rPr lang="tr-TR" dirty="0"/>
            <a:t>/ </a:t>
          </a:r>
          <a:r>
            <a:rPr lang="en-US" dirty="0" err="1"/>
            <a:t>address_index</a:t>
          </a:r>
          <a:endParaRPr lang="en-US" dirty="0"/>
        </a:p>
      </dgm:t>
    </dgm:pt>
    <dgm:pt modelId="{AC3F9E03-DBA5-4C5A-95CD-38F1957B5CEA}" type="parTrans" cxnId="{0CE65865-B39B-42AF-9885-1943C26D11A9}">
      <dgm:prSet/>
      <dgm:spPr/>
      <dgm:t>
        <a:bodyPr/>
        <a:lstStyle/>
        <a:p>
          <a:endParaRPr lang="tr-TR"/>
        </a:p>
      </dgm:t>
    </dgm:pt>
    <dgm:pt modelId="{B9BF93F0-DCB8-4FB7-9F40-F7C98C6B0FA9}" type="sibTrans" cxnId="{0CE65865-B39B-42AF-9885-1943C26D11A9}">
      <dgm:prSet/>
      <dgm:spPr/>
      <dgm:t>
        <a:bodyPr/>
        <a:lstStyle/>
        <a:p>
          <a:endParaRPr lang="tr-TR"/>
        </a:p>
      </dgm:t>
    </dgm:pt>
    <dgm:pt modelId="{C457E926-0B97-4EB6-8BBE-6230023A37FD}">
      <dgm:prSet/>
      <dgm:spPr/>
      <dgm:t>
        <a:bodyPr/>
        <a:lstStyle/>
        <a:p>
          <a:r>
            <a:rPr lang="en-US" dirty="0"/>
            <a:t>as consisting of five predefined tree level</a:t>
          </a:r>
          <a:r>
            <a:rPr lang="tr-TR" dirty="0"/>
            <a:t>s</a:t>
          </a:r>
          <a:endParaRPr lang="en-US" dirty="0"/>
        </a:p>
      </dgm:t>
    </dgm:pt>
    <dgm:pt modelId="{1F208B73-0A4C-4ED1-AF1C-C9FCFB507E13}" type="parTrans" cxnId="{001AB598-F164-4815-B4F0-83631A0F2C32}">
      <dgm:prSet/>
      <dgm:spPr/>
      <dgm:t>
        <a:bodyPr/>
        <a:lstStyle/>
        <a:p>
          <a:endParaRPr lang="tr-TR"/>
        </a:p>
      </dgm:t>
    </dgm:pt>
    <dgm:pt modelId="{467067B4-D181-4C53-938E-E435D2B95E18}" type="sibTrans" cxnId="{001AB598-F164-4815-B4F0-83631A0F2C32}">
      <dgm:prSet/>
      <dgm:spPr/>
      <dgm:t>
        <a:bodyPr/>
        <a:lstStyle/>
        <a:p>
          <a:endParaRPr lang="tr-TR"/>
        </a:p>
      </dgm:t>
    </dgm:pt>
    <dgm:pt modelId="{7890BEB3-7E20-4CFA-9954-AD006DF50843}">
      <dgm:prSet/>
      <dgm:spPr/>
      <dgm:t>
        <a:bodyPr/>
        <a:lstStyle/>
        <a:p>
          <a:r>
            <a:rPr lang="tr-TR" dirty="0"/>
            <a:t>Levels</a:t>
          </a:r>
          <a:endParaRPr lang="en-US" dirty="0"/>
        </a:p>
      </dgm:t>
    </dgm:pt>
    <dgm:pt modelId="{72B1E0FD-972C-4FFF-8A53-B607C425FAA6}" type="sibTrans" cxnId="{382FD120-4B69-4479-9CDC-CDFD86CF0957}">
      <dgm:prSet phldrT="2" phldr="0"/>
      <dgm:spPr/>
      <dgm:t>
        <a:bodyPr/>
        <a:lstStyle/>
        <a:p>
          <a:r>
            <a:rPr lang="tr-TR"/>
            <a:t>2</a:t>
          </a:r>
        </a:p>
      </dgm:t>
    </dgm:pt>
    <dgm:pt modelId="{729AD592-74E6-4D20-B296-45B1CB836403}" type="parTrans" cxnId="{382FD120-4B69-4479-9CDC-CDFD86CF0957}">
      <dgm:prSet/>
      <dgm:spPr/>
      <dgm:t>
        <a:bodyPr/>
        <a:lstStyle/>
        <a:p>
          <a:endParaRPr lang="tr-TR"/>
        </a:p>
      </dgm:t>
    </dgm:pt>
    <dgm:pt modelId="{FCD6454A-387F-4B2C-A940-5FECD7EAA323}" type="pres">
      <dgm:prSet presAssocID="{C999CB67-682D-4E8F-B19C-FB74C4DA975C}" presName="Name0" presStyleCnt="0">
        <dgm:presLayoutVars>
          <dgm:animLvl val="lvl"/>
          <dgm:resizeHandles val="exact"/>
        </dgm:presLayoutVars>
      </dgm:prSet>
      <dgm:spPr/>
    </dgm:pt>
    <dgm:pt modelId="{29C323AA-E619-4455-B8C7-258DCB611E4E}" type="pres">
      <dgm:prSet presAssocID="{7B1E253E-CC10-4531-947A-6D21D985BF80}" presName="compositeNode" presStyleCnt="0">
        <dgm:presLayoutVars>
          <dgm:bulletEnabled val="1"/>
        </dgm:presLayoutVars>
      </dgm:prSet>
      <dgm:spPr/>
    </dgm:pt>
    <dgm:pt modelId="{D48BEA9C-CAF3-4832-88CF-D1BB8F3E6F23}" type="pres">
      <dgm:prSet presAssocID="{7B1E253E-CC10-4531-947A-6D21D985BF80}" presName="bgRect" presStyleLbl="bgAccFollowNode1" presStyleIdx="0" presStyleCnt="2"/>
      <dgm:spPr/>
    </dgm:pt>
    <dgm:pt modelId="{E09D683D-C82B-4E8F-AB49-5EC6FE7EA2A6}" type="pres">
      <dgm:prSet presAssocID="{88532DE6-5335-4EF2-B540-B4152CFD9910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EB8F8295-2919-4CD1-A38B-DB98379BFF6D}" type="pres">
      <dgm:prSet presAssocID="{7B1E253E-CC10-4531-947A-6D21D985BF80}" presName="bottomLine" presStyleLbl="alignNode1" presStyleIdx="1" presStyleCnt="4">
        <dgm:presLayoutVars/>
      </dgm:prSet>
      <dgm:spPr/>
    </dgm:pt>
    <dgm:pt modelId="{BC70616F-AEFD-49BE-82C5-25C5E200E888}" type="pres">
      <dgm:prSet presAssocID="{7B1E253E-CC10-4531-947A-6D21D985BF80}" presName="nodeText" presStyleLbl="bgAccFollowNode1" presStyleIdx="0" presStyleCnt="2">
        <dgm:presLayoutVars>
          <dgm:bulletEnabled val="1"/>
        </dgm:presLayoutVars>
      </dgm:prSet>
      <dgm:spPr/>
    </dgm:pt>
    <dgm:pt modelId="{AE1C1B2A-2270-4D11-ACC7-511F753A161F}" type="pres">
      <dgm:prSet presAssocID="{88532DE6-5335-4EF2-B540-B4152CFD9910}" presName="sibTrans" presStyleCnt="0"/>
      <dgm:spPr/>
    </dgm:pt>
    <dgm:pt modelId="{99AEB45A-7EE0-40F2-82A3-CE66C5B73732}" type="pres">
      <dgm:prSet presAssocID="{7890BEB3-7E20-4CFA-9954-AD006DF50843}" presName="compositeNode" presStyleCnt="0">
        <dgm:presLayoutVars>
          <dgm:bulletEnabled val="1"/>
        </dgm:presLayoutVars>
      </dgm:prSet>
      <dgm:spPr/>
    </dgm:pt>
    <dgm:pt modelId="{5C1F0AC1-1B42-4BC9-A5E8-85D406085EB6}" type="pres">
      <dgm:prSet presAssocID="{7890BEB3-7E20-4CFA-9954-AD006DF50843}" presName="bgRect" presStyleLbl="bgAccFollowNode1" presStyleIdx="1" presStyleCnt="2"/>
      <dgm:spPr/>
    </dgm:pt>
    <dgm:pt modelId="{1EDCD2DB-1B6E-417D-9BE3-8CAF58C54D35}" type="pres">
      <dgm:prSet presAssocID="{72B1E0FD-972C-4FFF-8A53-B607C425FAA6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AB555B17-21E3-4989-9AC4-10DDF32F8D14}" type="pres">
      <dgm:prSet presAssocID="{7890BEB3-7E20-4CFA-9954-AD006DF50843}" presName="bottomLine" presStyleLbl="alignNode1" presStyleIdx="3" presStyleCnt="4">
        <dgm:presLayoutVars/>
      </dgm:prSet>
      <dgm:spPr/>
    </dgm:pt>
    <dgm:pt modelId="{EE13A616-E097-431D-B070-07110B1E2036}" type="pres">
      <dgm:prSet presAssocID="{7890BEB3-7E20-4CFA-9954-AD006DF50843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B8950A00-9AF2-49C8-92C8-B8441853B7B4}" type="presOf" srcId="{7890BEB3-7E20-4CFA-9954-AD006DF50843}" destId="{EE13A616-E097-431D-B070-07110B1E2036}" srcOrd="1" destOrd="0" presId="urn:microsoft.com/office/officeart/2016/7/layout/BasicLinearProcessNumbered"/>
    <dgm:cxn modelId="{8D72BB04-EF61-4D3E-AD55-06F8E1C60A63}" type="presOf" srcId="{C457E926-0B97-4EB6-8BBE-6230023A37FD}" destId="{BC70616F-AEFD-49BE-82C5-25C5E200E888}" srcOrd="0" destOrd="2" presId="urn:microsoft.com/office/officeart/2016/7/layout/BasicLinearProcessNumbered"/>
    <dgm:cxn modelId="{75D97F10-6EAB-470B-82DC-AAD0F45EA06D}" srcId="{7890BEB3-7E20-4CFA-9954-AD006DF50843}" destId="{A34EA1C8-2FE6-4552-948C-B90DCA6A831A}" srcOrd="3" destOrd="0" parTransId="{BB94A6E7-23C3-45E9-8CD7-8EA105CDFBFB}" sibTransId="{0C41760C-6A94-4637-936F-75554525461E}"/>
    <dgm:cxn modelId="{ABBF9710-6C77-48F8-98C3-F632E3407F3C}" type="presOf" srcId="{7237F482-3031-4998-B734-26270FDD9946}" destId="{EE13A616-E097-431D-B070-07110B1E2036}" srcOrd="0" destOrd="2" presId="urn:microsoft.com/office/officeart/2016/7/layout/BasicLinearProcessNumbered"/>
    <dgm:cxn modelId="{64F5C513-FB3F-43CB-A5B2-83C1C5B8011A}" type="presOf" srcId="{80AE5044-2BC0-44E3-BDBA-EDD06A505699}" destId="{BC70616F-AEFD-49BE-82C5-25C5E200E888}" srcOrd="0" destOrd="1" presId="urn:microsoft.com/office/officeart/2016/7/layout/BasicLinearProcessNumbered"/>
    <dgm:cxn modelId="{382FD120-4B69-4479-9CDC-CDFD86CF0957}" srcId="{C999CB67-682D-4E8F-B19C-FB74C4DA975C}" destId="{7890BEB3-7E20-4CFA-9954-AD006DF50843}" srcOrd="1" destOrd="0" parTransId="{729AD592-74E6-4D20-B296-45B1CB836403}" sibTransId="{72B1E0FD-972C-4FFF-8A53-B607C425FAA6}"/>
    <dgm:cxn modelId="{48A38724-E803-458E-9028-81FF6DFA5360}" type="presOf" srcId="{BBC27CC3-4B7A-4147-A70D-13C21C717160}" destId="{EE13A616-E097-431D-B070-07110B1E2036}" srcOrd="0" destOrd="5" presId="urn:microsoft.com/office/officeart/2016/7/layout/BasicLinearProcessNumbered"/>
    <dgm:cxn modelId="{D66C972C-ACCB-4D65-9F36-6489B3EBBA0D}" type="presOf" srcId="{7890BEB3-7E20-4CFA-9954-AD006DF50843}" destId="{5C1F0AC1-1B42-4BC9-A5E8-85D406085EB6}" srcOrd="0" destOrd="0" presId="urn:microsoft.com/office/officeart/2016/7/layout/BasicLinearProcessNumbered"/>
    <dgm:cxn modelId="{AEC72530-ADA2-42B3-9D53-50E3ED317A66}" srcId="{7890BEB3-7E20-4CFA-9954-AD006DF50843}" destId="{D6CB0617-5E96-4EBF-8486-6C9219D1DB49}" srcOrd="2" destOrd="0" parTransId="{F4C1F23C-5B4C-4EEC-9479-EE33980FBCCF}" sibTransId="{B375A9A7-1F52-4491-948A-6FAD809AA69C}"/>
    <dgm:cxn modelId="{B23A5F31-5D71-4DE1-9B1C-8BAF43B6B089}" type="presOf" srcId="{7B1E253E-CC10-4531-947A-6D21D985BF80}" destId="{BC70616F-AEFD-49BE-82C5-25C5E200E888}" srcOrd="1" destOrd="0" presId="urn:microsoft.com/office/officeart/2016/7/layout/BasicLinearProcessNumbered"/>
    <dgm:cxn modelId="{B1A3BB5E-CCCE-4EEA-ABBE-011E1A37D68B}" srcId="{7B1E253E-CC10-4531-947A-6D21D985BF80}" destId="{80AE5044-2BC0-44E3-BDBA-EDD06A505699}" srcOrd="0" destOrd="0" parTransId="{8200FFB4-9E0D-476D-A663-07C273A8E6B0}" sibTransId="{3DA6B9A1-DE83-426C-B157-9580A079BB2B}"/>
    <dgm:cxn modelId="{0CE65865-B39B-42AF-9885-1943C26D11A9}" srcId="{7890BEB3-7E20-4CFA-9954-AD006DF50843}" destId="{BBC27CC3-4B7A-4147-A70D-13C21C717160}" srcOrd="4" destOrd="0" parTransId="{AC3F9E03-DBA5-4C5A-95CD-38F1957B5CEA}" sibTransId="{B9BF93F0-DCB8-4FB7-9F40-F7C98C6B0FA9}"/>
    <dgm:cxn modelId="{BE60C949-26E5-4A08-97D6-3C28D0773076}" srcId="{7890BEB3-7E20-4CFA-9954-AD006DF50843}" destId="{A08B18E0-D0D7-401B-82F1-C07C4E41C0DF}" srcOrd="0" destOrd="0" parTransId="{DC050A43-B9B4-4E43-A545-3319BFC6DF3B}" sibTransId="{310C4604-AB83-4ED9-9B40-67E0DF219FDD}"/>
    <dgm:cxn modelId="{C7D09F4B-BC72-40D9-B8C6-AB878BDA9126}" type="presOf" srcId="{D6CB0617-5E96-4EBF-8486-6C9219D1DB49}" destId="{EE13A616-E097-431D-B070-07110B1E2036}" srcOrd="0" destOrd="3" presId="urn:microsoft.com/office/officeart/2016/7/layout/BasicLinearProcessNumbered"/>
    <dgm:cxn modelId="{51BF9279-A8C2-40F2-8E7A-D43E4B197C14}" type="presOf" srcId="{A34EA1C8-2FE6-4552-948C-B90DCA6A831A}" destId="{EE13A616-E097-431D-B070-07110B1E2036}" srcOrd="0" destOrd="4" presId="urn:microsoft.com/office/officeart/2016/7/layout/BasicLinearProcessNumbered"/>
    <dgm:cxn modelId="{9F83B283-69C4-4D90-8950-D8199C822368}" type="presOf" srcId="{A08B18E0-D0D7-401B-82F1-C07C4E41C0DF}" destId="{EE13A616-E097-431D-B070-07110B1E2036}" srcOrd="0" destOrd="1" presId="urn:microsoft.com/office/officeart/2016/7/layout/BasicLinearProcessNumbered"/>
    <dgm:cxn modelId="{05556A8E-A7BB-4655-8ABA-99765EDABE7B}" type="presOf" srcId="{C999CB67-682D-4E8F-B19C-FB74C4DA975C}" destId="{FCD6454A-387F-4B2C-A940-5FECD7EAA323}" srcOrd="0" destOrd="0" presId="urn:microsoft.com/office/officeart/2016/7/layout/BasicLinearProcessNumbered"/>
    <dgm:cxn modelId="{001AB598-F164-4815-B4F0-83631A0F2C32}" srcId="{7B1E253E-CC10-4531-947A-6D21D985BF80}" destId="{C457E926-0B97-4EB6-8BBE-6230023A37FD}" srcOrd="1" destOrd="0" parTransId="{1F208B73-0A4C-4ED1-AF1C-C9FCFB507E13}" sibTransId="{467067B4-D181-4C53-938E-E435D2B95E18}"/>
    <dgm:cxn modelId="{82376C99-0977-43F0-AE82-F6A61C0C0888}" srcId="{C999CB67-682D-4E8F-B19C-FB74C4DA975C}" destId="{7B1E253E-CC10-4531-947A-6D21D985BF80}" srcOrd="0" destOrd="0" parTransId="{7EED6F93-5BFA-45BB-BE36-FBF6903BB961}" sibTransId="{88532DE6-5335-4EF2-B540-B4152CFD9910}"/>
    <dgm:cxn modelId="{4EA161AB-B662-4845-95C1-FD5FF90E3935}" srcId="{7890BEB3-7E20-4CFA-9954-AD006DF50843}" destId="{7237F482-3031-4998-B734-26270FDD9946}" srcOrd="1" destOrd="0" parTransId="{1E5DF27A-AF00-4D77-89EC-2ED50EA70B12}" sibTransId="{738E966C-657B-402D-B69F-F0FA570CBB60}"/>
    <dgm:cxn modelId="{D08CD1C4-9B26-4DBB-8696-AE008E359CE4}" type="presOf" srcId="{72B1E0FD-972C-4FFF-8A53-B607C425FAA6}" destId="{1EDCD2DB-1B6E-417D-9BE3-8CAF58C54D35}" srcOrd="0" destOrd="0" presId="urn:microsoft.com/office/officeart/2016/7/layout/BasicLinearProcessNumbered"/>
    <dgm:cxn modelId="{88CA1EEC-8188-43EA-8F52-6A653AEF7443}" type="presOf" srcId="{88532DE6-5335-4EF2-B540-B4152CFD9910}" destId="{E09D683D-C82B-4E8F-AB49-5EC6FE7EA2A6}" srcOrd="0" destOrd="0" presId="urn:microsoft.com/office/officeart/2016/7/layout/BasicLinearProcessNumbered"/>
    <dgm:cxn modelId="{9A4F45FB-5E97-4DE2-B323-5F18F5651301}" type="presOf" srcId="{7B1E253E-CC10-4531-947A-6D21D985BF80}" destId="{D48BEA9C-CAF3-4832-88CF-D1BB8F3E6F23}" srcOrd="0" destOrd="0" presId="urn:microsoft.com/office/officeart/2016/7/layout/BasicLinearProcessNumbered"/>
    <dgm:cxn modelId="{4A90AAA2-5C4E-42A6-90C8-319319DF468A}" type="presParOf" srcId="{FCD6454A-387F-4B2C-A940-5FECD7EAA323}" destId="{29C323AA-E619-4455-B8C7-258DCB611E4E}" srcOrd="0" destOrd="0" presId="urn:microsoft.com/office/officeart/2016/7/layout/BasicLinearProcessNumbered"/>
    <dgm:cxn modelId="{22BCE3E2-BF80-4BB5-AED1-87C2B6982516}" type="presParOf" srcId="{29C323AA-E619-4455-B8C7-258DCB611E4E}" destId="{D48BEA9C-CAF3-4832-88CF-D1BB8F3E6F23}" srcOrd="0" destOrd="0" presId="urn:microsoft.com/office/officeart/2016/7/layout/BasicLinearProcessNumbered"/>
    <dgm:cxn modelId="{03ADC5C7-4232-42ED-A1B2-68485DB6F64E}" type="presParOf" srcId="{29C323AA-E619-4455-B8C7-258DCB611E4E}" destId="{E09D683D-C82B-4E8F-AB49-5EC6FE7EA2A6}" srcOrd="1" destOrd="0" presId="urn:microsoft.com/office/officeart/2016/7/layout/BasicLinearProcessNumbered"/>
    <dgm:cxn modelId="{42E38217-D4DC-41CD-ABE6-FF4CE6E4D7CE}" type="presParOf" srcId="{29C323AA-E619-4455-B8C7-258DCB611E4E}" destId="{EB8F8295-2919-4CD1-A38B-DB98379BFF6D}" srcOrd="2" destOrd="0" presId="urn:microsoft.com/office/officeart/2016/7/layout/BasicLinearProcessNumbered"/>
    <dgm:cxn modelId="{B3E14B46-EAD5-4794-AE02-13D94855E04D}" type="presParOf" srcId="{29C323AA-E619-4455-B8C7-258DCB611E4E}" destId="{BC70616F-AEFD-49BE-82C5-25C5E200E888}" srcOrd="3" destOrd="0" presId="urn:microsoft.com/office/officeart/2016/7/layout/BasicLinearProcessNumbered"/>
    <dgm:cxn modelId="{29BF9FC4-5F7C-4983-97B3-5C0914D8A8EA}" type="presParOf" srcId="{FCD6454A-387F-4B2C-A940-5FECD7EAA323}" destId="{AE1C1B2A-2270-4D11-ACC7-511F753A161F}" srcOrd="1" destOrd="0" presId="urn:microsoft.com/office/officeart/2016/7/layout/BasicLinearProcessNumbered"/>
    <dgm:cxn modelId="{B599B114-D187-4C14-A557-B17A126BA212}" type="presParOf" srcId="{FCD6454A-387F-4B2C-A940-5FECD7EAA323}" destId="{99AEB45A-7EE0-40F2-82A3-CE66C5B73732}" srcOrd="2" destOrd="0" presId="urn:microsoft.com/office/officeart/2016/7/layout/BasicLinearProcessNumbered"/>
    <dgm:cxn modelId="{010489A8-1EE4-4D79-8C6B-C53943DD700A}" type="presParOf" srcId="{99AEB45A-7EE0-40F2-82A3-CE66C5B73732}" destId="{5C1F0AC1-1B42-4BC9-A5E8-85D406085EB6}" srcOrd="0" destOrd="0" presId="urn:microsoft.com/office/officeart/2016/7/layout/BasicLinearProcessNumbered"/>
    <dgm:cxn modelId="{9CD90A89-730E-4862-BF9E-02BE72050B40}" type="presParOf" srcId="{99AEB45A-7EE0-40F2-82A3-CE66C5B73732}" destId="{1EDCD2DB-1B6E-417D-9BE3-8CAF58C54D35}" srcOrd="1" destOrd="0" presId="urn:microsoft.com/office/officeart/2016/7/layout/BasicLinearProcessNumbered"/>
    <dgm:cxn modelId="{951BD290-2CE5-4CB7-B43E-5050F98A6294}" type="presParOf" srcId="{99AEB45A-7EE0-40F2-82A3-CE66C5B73732}" destId="{AB555B17-21E3-4989-9AC4-10DDF32F8D14}" srcOrd="2" destOrd="0" presId="urn:microsoft.com/office/officeart/2016/7/layout/BasicLinearProcessNumbered"/>
    <dgm:cxn modelId="{F6288A0E-501D-4415-A361-27EEE216752E}" type="presParOf" srcId="{99AEB45A-7EE0-40F2-82A3-CE66C5B73732}" destId="{EE13A616-E097-431D-B070-07110B1E203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6.xml><?xml version="1.0" encoding="utf-8"?>
<dgm:dataModel xmlns:dgm="http://schemas.openxmlformats.org/drawingml/2006/diagram" xmlns:a="http://schemas.openxmlformats.org/drawingml/2006/main">
  <dgm:ptLst>
    <dgm:pt modelId="{C999CB67-682D-4E8F-B19C-FB74C4DA975C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D5572FC-5C6B-419B-AA0E-9C6C742C5F64}">
      <dgm:prSet/>
      <dgm:spPr/>
      <dgm:t>
        <a:bodyPr/>
        <a:lstStyle/>
        <a:p>
          <a:r>
            <a:rPr lang="en-US" dirty="0"/>
            <a:t>Bitcoin is m/44'/0', </a:t>
          </a:r>
        </a:p>
      </dgm:t>
    </dgm:pt>
    <dgm:pt modelId="{F5ACBC54-472D-49C2-9821-14983DA7A5B7}" type="parTrans" cxnId="{A07E3C68-C188-4C0A-8D93-6DA40E471248}">
      <dgm:prSet/>
      <dgm:spPr/>
      <dgm:t>
        <a:bodyPr/>
        <a:lstStyle/>
        <a:p>
          <a:endParaRPr lang="en-US" sz="2400"/>
        </a:p>
      </dgm:t>
    </dgm:pt>
    <dgm:pt modelId="{0C79FB82-C478-41FC-A4C2-431E81B89816}" type="sibTrans" cxnId="{A07E3C68-C188-4C0A-8D93-6DA40E471248}">
      <dgm:prSet phldrT="02" phldr="0"/>
      <dgm:spPr/>
      <dgm:t>
        <a:bodyPr/>
        <a:lstStyle/>
        <a:p>
          <a:endParaRPr lang="en-US"/>
        </a:p>
      </dgm:t>
    </dgm:pt>
    <dgm:pt modelId="{D9C39999-F490-4642-A90B-060898EF1F97}">
      <dgm:prSet/>
      <dgm:spPr/>
      <dgm:t>
        <a:bodyPr/>
        <a:lstStyle/>
        <a:p>
          <a:r>
            <a:rPr lang="en-US"/>
            <a:t>The third level</a:t>
          </a:r>
        </a:p>
      </dgm:t>
    </dgm:pt>
    <dgm:pt modelId="{5B9A1CB9-5787-4C97-B016-E5F83CC3083A}" type="parTrans" cxnId="{CEA45959-1093-46C4-B30B-026E3AEFA176}">
      <dgm:prSet/>
      <dgm:spPr/>
      <dgm:t>
        <a:bodyPr/>
        <a:lstStyle/>
        <a:p>
          <a:endParaRPr lang="en-US" sz="2400"/>
        </a:p>
      </dgm:t>
    </dgm:pt>
    <dgm:pt modelId="{316EB2CA-B3E9-4E1E-9620-87C778B5A13F}" type="sibTrans" cxnId="{CEA45959-1093-46C4-B30B-026E3AEFA176}">
      <dgm:prSet phldrT="04" phldr="0"/>
      <dgm:spPr/>
      <dgm:t>
        <a:bodyPr/>
        <a:lstStyle/>
        <a:p>
          <a:endParaRPr lang="en-US"/>
        </a:p>
      </dgm:t>
    </dgm:pt>
    <dgm:pt modelId="{6A07B874-22C8-4550-94A7-657E53C51412}">
      <dgm:prSet/>
      <dgm:spPr/>
      <dgm:t>
        <a:bodyPr/>
        <a:lstStyle/>
        <a:p>
          <a:r>
            <a:rPr lang="en-US"/>
            <a:t>two bitcoin “accounts”</a:t>
          </a:r>
        </a:p>
      </dgm:t>
    </dgm:pt>
    <dgm:pt modelId="{A564ED56-49C5-46C7-98FE-A831993E6EED}" type="parTrans" cxnId="{A66F34FA-EB00-4778-817F-F8D9A8FAD273}">
      <dgm:prSet/>
      <dgm:spPr/>
      <dgm:t>
        <a:bodyPr/>
        <a:lstStyle/>
        <a:p>
          <a:endParaRPr lang="en-US" sz="2400"/>
        </a:p>
      </dgm:t>
    </dgm:pt>
    <dgm:pt modelId="{662A256E-668F-4287-AA3F-EF456074D0AF}" type="sibTrans" cxnId="{A66F34FA-EB00-4778-817F-F8D9A8FAD273}">
      <dgm:prSet phldrT="05" phldr="0"/>
      <dgm:spPr/>
      <dgm:t>
        <a:bodyPr/>
        <a:lstStyle/>
        <a:p>
          <a:endParaRPr lang="en-US"/>
        </a:p>
      </dgm:t>
    </dgm:pt>
    <dgm:pt modelId="{7890BEB3-7E20-4CFA-9954-AD006DF50843}">
      <dgm:prSet/>
      <dgm:spPr/>
      <dgm:t>
        <a:bodyPr/>
        <a:lstStyle/>
        <a:p>
          <a:r>
            <a:rPr lang="en-US"/>
            <a:t>The first-level</a:t>
          </a:r>
        </a:p>
      </dgm:t>
    </dgm:pt>
    <dgm:pt modelId="{729AD592-74E6-4D20-B296-45B1CB836403}" type="parTrans" cxnId="{382FD120-4B69-4479-9CDC-CDFD86CF0957}">
      <dgm:prSet/>
      <dgm:spPr/>
      <dgm:t>
        <a:bodyPr/>
        <a:lstStyle/>
        <a:p>
          <a:endParaRPr lang="tr-TR" sz="2400"/>
        </a:p>
      </dgm:t>
    </dgm:pt>
    <dgm:pt modelId="{72B1E0FD-972C-4FFF-8A53-B607C425FAA6}" type="sibTrans" cxnId="{382FD120-4B69-4479-9CDC-CDFD86CF0957}">
      <dgm:prSet phldrT="01" phldr="0"/>
      <dgm:spPr/>
      <dgm:t>
        <a:bodyPr/>
        <a:lstStyle/>
        <a:p>
          <a:endParaRPr lang="tr-TR"/>
        </a:p>
      </dgm:t>
    </dgm:pt>
    <dgm:pt modelId="{4660E7D1-2CF2-4BD0-80D9-EFEE77E45492}">
      <dgm:prSet/>
      <dgm:spPr/>
      <dgm:t>
        <a:bodyPr/>
        <a:lstStyle/>
        <a:p>
          <a:r>
            <a:rPr lang="en-US"/>
            <a:t>The second-level</a:t>
          </a:r>
        </a:p>
      </dgm:t>
    </dgm:pt>
    <dgm:pt modelId="{8F3D50DD-C8C8-47A1-89AC-79C265D0F063}" type="parTrans" cxnId="{C7497082-010B-4E91-A618-02FF92288FED}">
      <dgm:prSet/>
      <dgm:spPr/>
      <dgm:t>
        <a:bodyPr/>
        <a:lstStyle/>
        <a:p>
          <a:endParaRPr lang="tr-TR" sz="2400"/>
        </a:p>
      </dgm:t>
    </dgm:pt>
    <dgm:pt modelId="{56884170-BC23-4EA5-BE50-815925BA466A}" type="sibTrans" cxnId="{C7497082-010B-4E91-A618-02FF92288FED}">
      <dgm:prSet phldrT="02" phldr="0"/>
      <dgm:spPr/>
      <dgm:t>
        <a:bodyPr/>
        <a:lstStyle/>
        <a:p>
          <a:endParaRPr lang="tr-TR"/>
        </a:p>
      </dgm:t>
    </dgm:pt>
    <dgm:pt modelId="{826EB29B-8E3B-4CE7-889D-DE592EC1D5A8}">
      <dgm:prSet/>
      <dgm:spPr/>
      <dgm:t>
        <a:bodyPr/>
        <a:lstStyle/>
        <a:p>
          <a:r>
            <a:rPr lang="en-US"/>
            <a:t>“purpose” is always set to 44’. </a:t>
          </a:r>
        </a:p>
      </dgm:t>
    </dgm:pt>
    <dgm:pt modelId="{D5A00D77-D484-4A61-979C-7BEC3CA2C29A}" type="parTrans" cxnId="{D01484AF-942F-4B98-AFAA-F28C32C65F5F}">
      <dgm:prSet/>
      <dgm:spPr/>
      <dgm:t>
        <a:bodyPr/>
        <a:lstStyle/>
        <a:p>
          <a:endParaRPr lang="en-US" sz="2400"/>
        </a:p>
      </dgm:t>
    </dgm:pt>
    <dgm:pt modelId="{BE7A3854-6683-479A-92CE-360BEA54D347}" type="sibTrans" cxnId="{D01484AF-942F-4B98-AFAA-F28C32C65F5F}">
      <dgm:prSet phldrT="02" phldr="0"/>
      <dgm:spPr/>
      <dgm:t>
        <a:bodyPr/>
        <a:lstStyle/>
        <a:p>
          <a:endParaRPr lang="en-US"/>
        </a:p>
      </dgm:t>
    </dgm:pt>
    <dgm:pt modelId="{F1E6D5B7-45A7-4DC6-904E-0FDD79CA5A97}">
      <dgm:prSet/>
      <dgm:spPr/>
      <dgm:t>
        <a:bodyPr/>
        <a:lstStyle/>
        <a:p>
          <a:r>
            <a:rPr lang="en-US"/>
            <a:t>“coin_type” specifies</a:t>
          </a:r>
          <a:r>
            <a:rPr lang="tr-TR"/>
            <a:t> </a:t>
          </a:r>
          <a:r>
            <a:rPr lang="en-US"/>
            <a:t>the type of cryptocurrency coin, </a:t>
          </a:r>
        </a:p>
      </dgm:t>
    </dgm:pt>
    <dgm:pt modelId="{4F7AAA59-B892-49CF-A38E-A2232388F86F}" type="parTrans" cxnId="{2E148A70-2243-4D7E-85D1-C62DFDF08268}">
      <dgm:prSet/>
      <dgm:spPr/>
      <dgm:t>
        <a:bodyPr/>
        <a:lstStyle/>
        <a:p>
          <a:endParaRPr lang="en-US" sz="2400"/>
        </a:p>
      </dgm:t>
    </dgm:pt>
    <dgm:pt modelId="{8FE9C8AE-6475-431C-B92A-774DF05D072D}" type="sibTrans" cxnId="{2E148A70-2243-4D7E-85D1-C62DFDF08268}">
      <dgm:prSet phldrT="03" phldr="0"/>
      <dgm:spPr/>
      <dgm:t>
        <a:bodyPr/>
        <a:lstStyle/>
        <a:p>
          <a:endParaRPr lang="en-US"/>
        </a:p>
      </dgm:t>
    </dgm:pt>
    <dgm:pt modelId="{7793C31F-6D8D-42C5-AFB2-0991073721B7}">
      <dgm:prSet/>
      <dgm:spPr/>
      <dgm:t>
        <a:bodyPr/>
        <a:lstStyle/>
        <a:p>
          <a:r>
            <a:rPr lang="en-US"/>
            <a:t>allowing for multicurrency HD wallets</a:t>
          </a:r>
        </a:p>
      </dgm:t>
    </dgm:pt>
    <dgm:pt modelId="{117803E7-97E3-4B61-B109-492A4B4E6C7C}" type="parTrans" cxnId="{4979E02A-D8C2-4FB8-BEE3-10647CB1EC21}">
      <dgm:prSet/>
      <dgm:spPr/>
      <dgm:t>
        <a:bodyPr/>
        <a:lstStyle/>
        <a:p>
          <a:endParaRPr lang="en-US" sz="2400"/>
        </a:p>
      </dgm:t>
    </dgm:pt>
    <dgm:pt modelId="{307974C2-D383-45AF-9DB5-473FA669EA11}" type="sibTrans" cxnId="{4979E02A-D8C2-4FB8-BEE3-10647CB1EC21}">
      <dgm:prSet/>
      <dgm:spPr/>
      <dgm:t>
        <a:bodyPr/>
        <a:lstStyle/>
        <a:p>
          <a:endParaRPr lang="en-US"/>
        </a:p>
      </dgm:t>
    </dgm:pt>
    <dgm:pt modelId="{D06A2381-97D4-4511-A279-F5AB25D84EA8}">
      <dgm:prSet/>
      <dgm:spPr/>
      <dgm:t>
        <a:bodyPr/>
        <a:lstStyle/>
        <a:p>
          <a:r>
            <a:rPr lang="en-US"/>
            <a:t>where each</a:t>
          </a:r>
          <a:r>
            <a:rPr lang="tr-TR"/>
            <a:t> </a:t>
          </a:r>
          <a:r>
            <a:rPr lang="en-US"/>
            <a:t>currency has its own subtree under the second level. </a:t>
          </a:r>
        </a:p>
      </dgm:t>
    </dgm:pt>
    <dgm:pt modelId="{A26E1A8D-43B6-4CD0-88D5-B53C59649CAD}" type="parTrans" cxnId="{3C68E1C4-3AC7-4206-9666-7A5AAB8695B0}">
      <dgm:prSet/>
      <dgm:spPr/>
      <dgm:t>
        <a:bodyPr/>
        <a:lstStyle/>
        <a:p>
          <a:endParaRPr lang="en-US" sz="2400"/>
        </a:p>
      </dgm:t>
    </dgm:pt>
    <dgm:pt modelId="{769976E9-7AE2-44D2-8C7C-E5FABBBD3CA9}" type="sibTrans" cxnId="{3C68E1C4-3AC7-4206-9666-7A5AAB8695B0}">
      <dgm:prSet/>
      <dgm:spPr/>
      <dgm:t>
        <a:bodyPr/>
        <a:lstStyle/>
        <a:p>
          <a:endParaRPr lang="en-US"/>
        </a:p>
      </dgm:t>
    </dgm:pt>
    <dgm:pt modelId="{AB46C4B6-0175-4E59-A8DC-84A387A47BAC}">
      <dgm:prSet/>
      <dgm:spPr/>
      <dgm:t>
        <a:bodyPr/>
        <a:lstStyle/>
        <a:p>
          <a:r>
            <a:rPr lang="tr-TR"/>
            <a:t>3 Currencies</a:t>
          </a:r>
          <a:endParaRPr lang="en-US"/>
        </a:p>
      </dgm:t>
    </dgm:pt>
    <dgm:pt modelId="{A5A55FD5-231D-4A98-AC04-82E881E6111F}" type="parTrans" cxnId="{70615F91-77F0-4D86-8299-EE81AA6DE0E5}">
      <dgm:prSet/>
      <dgm:spPr/>
      <dgm:t>
        <a:bodyPr/>
        <a:lstStyle/>
        <a:p>
          <a:endParaRPr lang="en-US" sz="2400"/>
        </a:p>
      </dgm:t>
    </dgm:pt>
    <dgm:pt modelId="{8B57D70A-61DC-4A94-8667-57FFFBA58B5F}" type="sibTrans" cxnId="{70615F91-77F0-4D86-8299-EE81AA6DE0E5}">
      <dgm:prSet phldrT="03" phldr="0"/>
      <dgm:spPr/>
      <dgm:t>
        <a:bodyPr/>
        <a:lstStyle/>
        <a:p>
          <a:endParaRPr lang="tr-TR"/>
        </a:p>
      </dgm:t>
    </dgm:pt>
    <dgm:pt modelId="{3BF9FE98-C9B9-4994-8287-015C17EB8E9E}">
      <dgm:prSet/>
      <dgm:spPr/>
      <dgm:t>
        <a:bodyPr/>
        <a:lstStyle/>
        <a:p>
          <a:r>
            <a:rPr lang="en-US" dirty="0"/>
            <a:t>Bitcoin </a:t>
          </a:r>
          <a:r>
            <a:rPr lang="en-US" dirty="0" err="1"/>
            <a:t>Testnet</a:t>
          </a:r>
          <a:r>
            <a:rPr lang="en-US" dirty="0"/>
            <a:t> is m/44'/1',</a:t>
          </a:r>
        </a:p>
      </dgm:t>
    </dgm:pt>
    <dgm:pt modelId="{00EB3E25-8B47-405D-A615-27B048C005DE}" type="parTrans" cxnId="{9919AD4A-202B-4C9F-AE9F-FC163E41330E}">
      <dgm:prSet/>
      <dgm:spPr/>
      <dgm:t>
        <a:bodyPr/>
        <a:lstStyle/>
        <a:p>
          <a:endParaRPr lang="en-US" sz="2400"/>
        </a:p>
      </dgm:t>
    </dgm:pt>
    <dgm:pt modelId="{41E420C7-3EEF-44C5-A1E3-D050052B4AA7}" type="sibTrans" cxnId="{9919AD4A-202B-4C9F-AE9F-FC163E41330E}">
      <dgm:prSet/>
      <dgm:spPr/>
      <dgm:t>
        <a:bodyPr/>
        <a:lstStyle/>
        <a:p>
          <a:endParaRPr lang="en-US"/>
        </a:p>
      </dgm:t>
    </dgm:pt>
    <dgm:pt modelId="{51590A66-60E7-4C0F-B4B4-01A989CD0FB6}">
      <dgm:prSet/>
      <dgm:spPr/>
      <dgm:t>
        <a:bodyPr/>
        <a:lstStyle/>
        <a:p>
          <a:r>
            <a:rPr lang="en-US" dirty="0"/>
            <a:t>Litecoin is</a:t>
          </a:r>
          <a:r>
            <a:rPr lang="tr-TR" dirty="0"/>
            <a:t> m/44'/2'.</a:t>
          </a:r>
          <a:endParaRPr lang="en-US" dirty="0"/>
        </a:p>
      </dgm:t>
    </dgm:pt>
    <dgm:pt modelId="{0DDC7B77-BA77-4C1D-99C8-1629FBFA8828}" type="parTrans" cxnId="{BCA6273F-5533-4337-8F91-2CC022FADA79}">
      <dgm:prSet/>
      <dgm:spPr/>
      <dgm:t>
        <a:bodyPr/>
        <a:lstStyle/>
        <a:p>
          <a:endParaRPr lang="en-US" sz="2400"/>
        </a:p>
      </dgm:t>
    </dgm:pt>
    <dgm:pt modelId="{743333D7-05AB-4B0B-B8C2-FA242BC1945B}" type="sibTrans" cxnId="{BCA6273F-5533-4337-8F91-2CC022FADA79}">
      <dgm:prSet/>
      <dgm:spPr/>
      <dgm:t>
        <a:bodyPr/>
        <a:lstStyle/>
        <a:p>
          <a:endParaRPr lang="en-US"/>
        </a:p>
      </dgm:t>
    </dgm:pt>
    <dgm:pt modelId="{068DAA54-2DAE-420F-A527-A7912AB767DC}">
      <dgm:prSet/>
      <dgm:spPr/>
      <dgm:t>
        <a:bodyPr/>
        <a:lstStyle/>
        <a:p>
          <a:r>
            <a:rPr lang="en-US"/>
            <a:t>is “account,”</a:t>
          </a:r>
        </a:p>
      </dgm:t>
    </dgm:pt>
    <dgm:pt modelId="{AE2E6671-8F14-4C2C-BE60-DD8ACE1C4B89}" type="parTrans" cxnId="{C66046F2-1308-4BE0-819B-D79799E27F0E}">
      <dgm:prSet/>
      <dgm:spPr/>
      <dgm:t>
        <a:bodyPr/>
        <a:lstStyle/>
        <a:p>
          <a:endParaRPr lang="en-US" sz="2400"/>
        </a:p>
      </dgm:t>
    </dgm:pt>
    <dgm:pt modelId="{B9BEDC0B-A2EB-4F4D-9412-A87B27A53AFF}" type="sibTrans" cxnId="{C66046F2-1308-4BE0-819B-D79799E27F0E}">
      <dgm:prSet phldrT="05" phldr="0"/>
      <dgm:spPr/>
      <dgm:t>
        <a:bodyPr/>
        <a:lstStyle/>
        <a:p>
          <a:endParaRPr lang="en-US"/>
        </a:p>
      </dgm:t>
    </dgm:pt>
    <dgm:pt modelId="{A259CAAA-18C4-4F6B-8A21-E294F81FD909}">
      <dgm:prSet/>
      <dgm:spPr/>
      <dgm:t>
        <a:bodyPr/>
        <a:lstStyle/>
        <a:p>
          <a:r>
            <a:rPr lang="en-US"/>
            <a:t>which allows users to subdivide their wallets</a:t>
          </a:r>
          <a:r>
            <a:rPr lang="tr-TR"/>
            <a:t> </a:t>
          </a:r>
          <a:r>
            <a:rPr lang="en-US"/>
            <a:t>into separate logical subaccounts, </a:t>
          </a:r>
        </a:p>
      </dgm:t>
    </dgm:pt>
    <dgm:pt modelId="{D0ACCE6D-C81D-481B-AEF1-CC8A908307FC}" type="parTrans" cxnId="{4318C0DD-EC79-4212-9832-BFBF6CB19957}">
      <dgm:prSet/>
      <dgm:spPr/>
      <dgm:t>
        <a:bodyPr/>
        <a:lstStyle/>
        <a:p>
          <a:endParaRPr lang="en-US" sz="2400"/>
        </a:p>
      </dgm:t>
    </dgm:pt>
    <dgm:pt modelId="{2FE567FA-68D2-4865-8BE3-3526D761EF33}" type="sibTrans" cxnId="{4318C0DD-EC79-4212-9832-BFBF6CB19957}">
      <dgm:prSet/>
      <dgm:spPr/>
      <dgm:t>
        <a:bodyPr/>
        <a:lstStyle/>
        <a:p>
          <a:endParaRPr lang="en-US"/>
        </a:p>
      </dgm:t>
    </dgm:pt>
    <dgm:pt modelId="{6C30CFF5-F62F-45C5-BA06-0813F6D80F68}">
      <dgm:prSet/>
      <dgm:spPr/>
      <dgm:t>
        <a:bodyPr/>
        <a:lstStyle/>
        <a:p>
          <a:r>
            <a:rPr lang="en-US"/>
            <a:t>for accounting or organizational purposes. </a:t>
          </a:r>
        </a:p>
      </dgm:t>
    </dgm:pt>
    <dgm:pt modelId="{ECC4986B-AB46-4A9E-921F-0D9876A557D3}" type="parTrans" cxnId="{3116AC8B-27D1-45BA-AF67-0DB04D9D6C85}">
      <dgm:prSet/>
      <dgm:spPr/>
      <dgm:t>
        <a:bodyPr/>
        <a:lstStyle/>
        <a:p>
          <a:endParaRPr lang="en-US" sz="2400"/>
        </a:p>
      </dgm:t>
    </dgm:pt>
    <dgm:pt modelId="{454507E9-B00E-43F5-BB1B-CDACE5BE1EE5}" type="sibTrans" cxnId="{3116AC8B-27D1-45BA-AF67-0DB04D9D6C85}">
      <dgm:prSet/>
      <dgm:spPr/>
      <dgm:t>
        <a:bodyPr/>
        <a:lstStyle/>
        <a:p>
          <a:endParaRPr lang="en-US"/>
        </a:p>
      </dgm:t>
    </dgm:pt>
    <dgm:pt modelId="{74F5AE2D-F6F3-43A4-9A02-9E732F97D2DB}">
      <dgm:prSet/>
      <dgm:spPr/>
      <dgm:t>
        <a:bodyPr/>
        <a:lstStyle/>
        <a:p>
          <a:r>
            <a:rPr lang="en-US"/>
            <a:t>For</a:t>
          </a:r>
          <a:r>
            <a:rPr lang="tr-TR"/>
            <a:t> </a:t>
          </a:r>
          <a:r>
            <a:rPr lang="en-US"/>
            <a:t>example, an HD wallet might contain two bitcoin “accounts”:</a:t>
          </a:r>
        </a:p>
      </dgm:t>
    </dgm:pt>
    <dgm:pt modelId="{2A7F681F-AAA8-422B-9658-FDC2888453E6}" type="parTrans" cxnId="{5F121FEC-CCBA-46ED-AE50-EEE275DB18CC}">
      <dgm:prSet/>
      <dgm:spPr/>
      <dgm:t>
        <a:bodyPr/>
        <a:lstStyle/>
        <a:p>
          <a:endParaRPr lang="en-US" sz="2400"/>
        </a:p>
      </dgm:t>
    </dgm:pt>
    <dgm:pt modelId="{0D63A7E3-2F9B-4A4C-BA3F-3E03BA6C4966}" type="sibTrans" cxnId="{5F121FEC-CCBA-46ED-AE50-EEE275DB18CC}">
      <dgm:prSet phldrT="06" phldr="0"/>
      <dgm:spPr/>
      <dgm:t>
        <a:bodyPr/>
        <a:lstStyle/>
        <a:p>
          <a:endParaRPr lang="en-US"/>
        </a:p>
      </dgm:t>
    </dgm:pt>
    <dgm:pt modelId="{D079214A-FE22-4FAC-AE66-A82F7B7EF85B}">
      <dgm:prSet/>
      <dgm:spPr/>
      <dgm:t>
        <a:bodyPr/>
        <a:lstStyle/>
        <a:p>
          <a:r>
            <a:rPr lang="en-US"/>
            <a:t>m/44'/0'/0'</a:t>
          </a:r>
        </a:p>
      </dgm:t>
    </dgm:pt>
    <dgm:pt modelId="{70F6DACF-994A-45C9-B0A6-34B62B95DEBC}" type="parTrans" cxnId="{C3C0F236-9406-45B5-85FB-809991228EE5}">
      <dgm:prSet/>
      <dgm:spPr/>
      <dgm:t>
        <a:bodyPr/>
        <a:lstStyle/>
        <a:p>
          <a:endParaRPr lang="en-US" sz="2400"/>
        </a:p>
      </dgm:t>
    </dgm:pt>
    <dgm:pt modelId="{252601C9-8E1E-43E3-BCA8-CDD12AD68E8B}" type="sibTrans" cxnId="{C3C0F236-9406-45B5-85FB-809991228EE5}">
      <dgm:prSet/>
      <dgm:spPr/>
      <dgm:t>
        <a:bodyPr/>
        <a:lstStyle/>
        <a:p>
          <a:endParaRPr lang="en-US"/>
        </a:p>
      </dgm:t>
    </dgm:pt>
    <dgm:pt modelId="{4C43236F-54FD-4A0D-9F53-48E62D557997}">
      <dgm:prSet/>
      <dgm:spPr/>
      <dgm:t>
        <a:bodyPr/>
        <a:lstStyle/>
        <a:p>
          <a:r>
            <a:rPr lang="en-US"/>
            <a:t>and</a:t>
          </a:r>
          <a:r>
            <a:rPr lang="tr-TR"/>
            <a:t> </a:t>
          </a:r>
          <a:r>
            <a:rPr lang="en-US"/>
            <a:t>m/44'/0'/1'. </a:t>
          </a:r>
        </a:p>
      </dgm:t>
    </dgm:pt>
    <dgm:pt modelId="{E1E6A0BF-0C12-4DE4-834E-05AD2A133F61}" type="parTrans" cxnId="{8162DC2B-349C-440D-B149-F37DE1354B30}">
      <dgm:prSet/>
      <dgm:spPr/>
      <dgm:t>
        <a:bodyPr/>
        <a:lstStyle/>
        <a:p>
          <a:endParaRPr lang="en-US" sz="2400"/>
        </a:p>
      </dgm:t>
    </dgm:pt>
    <dgm:pt modelId="{2B9B4257-AB4A-44DC-ADFE-23CA0A804757}" type="sibTrans" cxnId="{8162DC2B-349C-440D-B149-F37DE1354B30}">
      <dgm:prSet/>
      <dgm:spPr/>
      <dgm:t>
        <a:bodyPr/>
        <a:lstStyle/>
        <a:p>
          <a:endParaRPr lang="en-US"/>
        </a:p>
      </dgm:t>
    </dgm:pt>
    <dgm:pt modelId="{2F4A6F2A-E6CA-4494-A683-20F24D6CA3C8}">
      <dgm:prSet/>
      <dgm:spPr/>
      <dgm:t>
        <a:bodyPr/>
        <a:lstStyle/>
        <a:p>
          <a:r>
            <a:rPr lang="en-US"/>
            <a:t>Each account is the root of its own subtree.</a:t>
          </a:r>
        </a:p>
      </dgm:t>
    </dgm:pt>
    <dgm:pt modelId="{29D3A28F-FBA3-4511-9A00-F88D84231406}" type="parTrans" cxnId="{E1532C48-F25D-4153-97A4-E7BF63359A06}">
      <dgm:prSet/>
      <dgm:spPr/>
      <dgm:t>
        <a:bodyPr/>
        <a:lstStyle/>
        <a:p>
          <a:endParaRPr lang="en-US" sz="2400"/>
        </a:p>
      </dgm:t>
    </dgm:pt>
    <dgm:pt modelId="{589B005D-87D4-4F16-808E-D2C6A8D3141C}" type="sibTrans" cxnId="{E1532C48-F25D-4153-97A4-E7BF63359A06}">
      <dgm:prSet/>
      <dgm:spPr/>
      <dgm:t>
        <a:bodyPr/>
        <a:lstStyle/>
        <a:p>
          <a:endParaRPr lang="en-US"/>
        </a:p>
      </dgm:t>
    </dgm:pt>
    <dgm:pt modelId="{76726532-E27C-41A9-8979-6159BC129305}" type="pres">
      <dgm:prSet presAssocID="{C999CB67-682D-4E8F-B19C-FB74C4DA975C}" presName="Name0" presStyleCnt="0">
        <dgm:presLayoutVars>
          <dgm:dir/>
          <dgm:animLvl val="lvl"/>
          <dgm:resizeHandles val="exact"/>
        </dgm:presLayoutVars>
      </dgm:prSet>
      <dgm:spPr/>
    </dgm:pt>
    <dgm:pt modelId="{64C4C167-8DF7-43B6-A9DF-E34183EFA9A7}" type="pres">
      <dgm:prSet presAssocID="{7890BEB3-7E20-4CFA-9954-AD006DF50843}" presName="composite" presStyleCnt="0"/>
      <dgm:spPr/>
    </dgm:pt>
    <dgm:pt modelId="{A833B5B7-5851-4EDC-9CB5-94D5891EAE55}" type="pres">
      <dgm:prSet presAssocID="{7890BEB3-7E20-4CFA-9954-AD006DF50843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2BA96AE8-EDD9-4D5A-BBDC-60CB384D6345}" type="pres">
      <dgm:prSet presAssocID="{7890BEB3-7E20-4CFA-9954-AD006DF50843}" presName="desTx" presStyleLbl="alignAccFollowNode1" presStyleIdx="0" presStyleCnt="5">
        <dgm:presLayoutVars>
          <dgm:bulletEnabled val="1"/>
        </dgm:presLayoutVars>
      </dgm:prSet>
      <dgm:spPr/>
    </dgm:pt>
    <dgm:pt modelId="{6843B7C8-3170-4037-A850-D784A9BF1E2B}" type="pres">
      <dgm:prSet presAssocID="{72B1E0FD-972C-4FFF-8A53-B607C425FAA6}" presName="space" presStyleCnt="0"/>
      <dgm:spPr/>
    </dgm:pt>
    <dgm:pt modelId="{37CE793E-7577-41AA-B4ED-215627EFDD6F}" type="pres">
      <dgm:prSet presAssocID="{4660E7D1-2CF2-4BD0-80D9-EFEE77E45492}" presName="composite" presStyleCnt="0"/>
      <dgm:spPr/>
    </dgm:pt>
    <dgm:pt modelId="{6817A816-52CA-48A5-AF7F-34095CAFA443}" type="pres">
      <dgm:prSet presAssocID="{4660E7D1-2CF2-4BD0-80D9-EFEE77E45492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78CCD34F-22FF-4759-B57E-E2BEFE7C5F3C}" type="pres">
      <dgm:prSet presAssocID="{4660E7D1-2CF2-4BD0-80D9-EFEE77E45492}" presName="desTx" presStyleLbl="alignAccFollowNode1" presStyleIdx="1" presStyleCnt="5">
        <dgm:presLayoutVars>
          <dgm:bulletEnabled val="1"/>
        </dgm:presLayoutVars>
      </dgm:prSet>
      <dgm:spPr/>
    </dgm:pt>
    <dgm:pt modelId="{C211C942-0AED-4709-8ECB-78EF99CCA501}" type="pres">
      <dgm:prSet presAssocID="{56884170-BC23-4EA5-BE50-815925BA466A}" presName="space" presStyleCnt="0"/>
      <dgm:spPr/>
    </dgm:pt>
    <dgm:pt modelId="{ED73D895-C7FC-4DC8-8321-CF5872547F24}" type="pres">
      <dgm:prSet presAssocID="{AB46C4B6-0175-4E59-A8DC-84A387A47BAC}" presName="composite" presStyleCnt="0"/>
      <dgm:spPr/>
    </dgm:pt>
    <dgm:pt modelId="{6DD4AA32-0DA9-4C0B-9D56-43AE57895FC2}" type="pres">
      <dgm:prSet presAssocID="{AB46C4B6-0175-4E59-A8DC-84A387A47BA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61462A11-C880-4880-88A8-C50B66B2C2D3}" type="pres">
      <dgm:prSet presAssocID="{AB46C4B6-0175-4E59-A8DC-84A387A47BAC}" presName="desTx" presStyleLbl="alignAccFollowNode1" presStyleIdx="2" presStyleCnt="5">
        <dgm:presLayoutVars>
          <dgm:bulletEnabled val="1"/>
        </dgm:presLayoutVars>
      </dgm:prSet>
      <dgm:spPr/>
    </dgm:pt>
    <dgm:pt modelId="{7B11BC24-6B00-47F4-A136-70CD1C800AD8}" type="pres">
      <dgm:prSet presAssocID="{8B57D70A-61DC-4A94-8667-57FFFBA58B5F}" presName="space" presStyleCnt="0"/>
      <dgm:spPr/>
    </dgm:pt>
    <dgm:pt modelId="{E3A64FFB-6076-4DAE-B639-8221C2AF224C}" type="pres">
      <dgm:prSet presAssocID="{D9C39999-F490-4642-A90B-060898EF1F97}" presName="composite" presStyleCnt="0"/>
      <dgm:spPr/>
    </dgm:pt>
    <dgm:pt modelId="{427C2AE6-E493-47C9-A81A-06266C97C10C}" type="pres">
      <dgm:prSet presAssocID="{D9C39999-F490-4642-A90B-060898EF1F9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519206B0-2057-428D-ABA5-8B81D980AA5A}" type="pres">
      <dgm:prSet presAssocID="{D9C39999-F490-4642-A90B-060898EF1F97}" presName="desTx" presStyleLbl="alignAccFollowNode1" presStyleIdx="3" presStyleCnt="5">
        <dgm:presLayoutVars>
          <dgm:bulletEnabled val="1"/>
        </dgm:presLayoutVars>
      </dgm:prSet>
      <dgm:spPr/>
    </dgm:pt>
    <dgm:pt modelId="{C51B9106-3C8A-4026-9B55-DC1D4EBB5463}" type="pres">
      <dgm:prSet presAssocID="{316EB2CA-B3E9-4E1E-9620-87C778B5A13F}" presName="space" presStyleCnt="0"/>
      <dgm:spPr/>
    </dgm:pt>
    <dgm:pt modelId="{FF264CEF-79D6-49D4-97E5-D737C9990771}" type="pres">
      <dgm:prSet presAssocID="{6A07B874-22C8-4550-94A7-657E53C51412}" presName="composite" presStyleCnt="0"/>
      <dgm:spPr/>
    </dgm:pt>
    <dgm:pt modelId="{46689D16-4C38-4CB8-A3EF-EFF489C4D94A}" type="pres">
      <dgm:prSet presAssocID="{6A07B874-22C8-4550-94A7-657E53C51412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D4FE3AE-12DA-40F3-B66D-7697CC1B52F9}" type="pres">
      <dgm:prSet presAssocID="{6A07B874-22C8-4550-94A7-657E53C51412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5105300A-6369-485C-B7F2-3664B42A3DBE}" type="presOf" srcId="{3D5572FC-5C6B-419B-AA0E-9C6C742C5F64}" destId="{61462A11-C880-4880-88A8-C50B66B2C2D3}" srcOrd="0" destOrd="0" presId="urn:microsoft.com/office/officeart/2005/8/layout/hList1"/>
    <dgm:cxn modelId="{382FD120-4B69-4479-9CDC-CDFD86CF0957}" srcId="{C999CB67-682D-4E8F-B19C-FB74C4DA975C}" destId="{7890BEB3-7E20-4CFA-9954-AD006DF50843}" srcOrd="0" destOrd="0" parTransId="{729AD592-74E6-4D20-B296-45B1CB836403}" sibTransId="{72B1E0FD-972C-4FFF-8A53-B607C425FAA6}"/>
    <dgm:cxn modelId="{317DFD25-9789-485D-B95E-9E7B2E3D935B}" type="presOf" srcId="{826EB29B-8E3B-4CE7-889D-DE592EC1D5A8}" destId="{2BA96AE8-EDD9-4D5A-BBDC-60CB384D6345}" srcOrd="0" destOrd="0" presId="urn:microsoft.com/office/officeart/2005/8/layout/hList1"/>
    <dgm:cxn modelId="{6A144B26-A4DF-4DAD-AC58-09F698F200A5}" type="presOf" srcId="{3BF9FE98-C9B9-4994-8287-015C17EB8E9E}" destId="{61462A11-C880-4880-88A8-C50B66B2C2D3}" srcOrd="0" destOrd="1" presId="urn:microsoft.com/office/officeart/2005/8/layout/hList1"/>
    <dgm:cxn modelId="{4979E02A-D8C2-4FB8-BEE3-10647CB1EC21}" srcId="{4660E7D1-2CF2-4BD0-80D9-EFEE77E45492}" destId="{7793C31F-6D8D-42C5-AFB2-0991073721B7}" srcOrd="1" destOrd="0" parTransId="{117803E7-97E3-4B61-B109-492A4B4E6C7C}" sibTransId="{307974C2-D383-45AF-9DB5-473FA669EA11}"/>
    <dgm:cxn modelId="{8162DC2B-349C-440D-B149-F37DE1354B30}" srcId="{6A07B874-22C8-4550-94A7-657E53C51412}" destId="{4C43236F-54FD-4A0D-9F53-48E62D557997}" srcOrd="2" destOrd="0" parTransId="{E1E6A0BF-0C12-4DE4-834E-05AD2A133F61}" sibTransId="{2B9B4257-AB4A-44DC-ADFE-23CA0A804757}"/>
    <dgm:cxn modelId="{0DB2462E-4D5B-459A-84B9-13034D0C5D0B}" type="presOf" srcId="{C999CB67-682D-4E8F-B19C-FB74C4DA975C}" destId="{76726532-E27C-41A9-8979-6159BC129305}" srcOrd="0" destOrd="0" presId="urn:microsoft.com/office/officeart/2005/8/layout/hList1"/>
    <dgm:cxn modelId="{C3C0F236-9406-45B5-85FB-809991228EE5}" srcId="{6A07B874-22C8-4550-94A7-657E53C51412}" destId="{D079214A-FE22-4FAC-AE66-A82F7B7EF85B}" srcOrd="1" destOrd="0" parTransId="{70F6DACF-994A-45C9-B0A6-34B62B95DEBC}" sibTransId="{252601C9-8E1E-43E3-BCA8-CDD12AD68E8B}"/>
    <dgm:cxn modelId="{D2339C37-C095-402B-973D-2A68FC595FCE}" type="presOf" srcId="{AB46C4B6-0175-4E59-A8DC-84A387A47BAC}" destId="{6DD4AA32-0DA9-4C0B-9D56-43AE57895FC2}" srcOrd="0" destOrd="0" presId="urn:microsoft.com/office/officeart/2005/8/layout/hList1"/>
    <dgm:cxn modelId="{BCA6273F-5533-4337-8F91-2CC022FADA79}" srcId="{AB46C4B6-0175-4E59-A8DC-84A387A47BAC}" destId="{51590A66-60E7-4C0F-B4B4-01A989CD0FB6}" srcOrd="2" destOrd="0" parTransId="{0DDC7B77-BA77-4C1D-99C8-1629FBFA8828}" sibTransId="{743333D7-05AB-4B0B-B8C2-FA242BC1945B}"/>
    <dgm:cxn modelId="{29F78D46-1FF6-432F-80CD-00FD6705A094}" type="presOf" srcId="{2F4A6F2A-E6CA-4494-A683-20F24D6CA3C8}" destId="{FD4FE3AE-12DA-40F3-B66D-7697CC1B52F9}" srcOrd="0" destOrd="3" presId="urn:microsoft.com/office/officeart/2005/8/layout/hList1"/>
    <dgm:cxn modelId="{E1532C48-F25D-4153-97A4-E7BF63359A06}" srcId="{6A07B874-22C8-4550-94A7-657E53C51412}" destId="{2F4A6F2A-E6CA-4494-A683-20F24D6CA3C8}" srcOrd="3" destOrd="0" parTransId="{29D3A28F-FBA3-4511-9A00-F88D84231406}" sibTransId="{589B005D-87D4-4F16-808E-D2C6A8D3141C}"/>
    <dgm:cxn modelId="{A07E3C68-C188-4C0A-8D93-6DA40E471248}" srcId="{AB46C4B6-0175-4E59-A8DC-84A387A47BAC}" destId="{3D5572FC-5C6B-419B-AA0E-9C6C742C5F64}" srcOrd="0" destOrd="0" parTransId="{F5ACBC54-472D-49C2-9821-14983DA7A5B7}" sibTransId="{0C79FB82-C478-41FC-A4C2-431E81B89816}"/>
    <dgm:cxn modelId="{738C3969-B6B4-46E7-8436-CFC76C2BEEDA}" type="presOf" srcId="{74F5AE2D-F6F3-43A4-9A02-9E732F97D2DB}" destId="{FD4FE3AE-12DA-40F3-B66D-7697CC1B52F9}" srcOrd="0" destOrd="0" presId="urn:microsoft.com/office/officeart/2005/8/layout/hList1"/>
    <dgm:cxn modelId="{9919AD4A-202B-4C9F-AE9F-FC163E41330E}" srcId="{AB46C4B6-0175-4E59-A8DC-84A387A47BAC}" destId="{3BF9FE98-C9B9-4994-8287-015C17EB8E9E}" srcOrd="1" destOrd="0" parTransId="{00EB3E25-8B47-405D-A615-27B048C005DE}" sibTransId="{41E420C7-3EEF-44C5-A1E3-D050052B4AA7}"/>
    <dgm:cxn modelId="{2E148A70-2243-4D7E-85D1-C62DFDF08268}" srcId="{4660E7D1-2CF2-4BD0-80D9-EFEE77E45492}" destId="{F1E6D5B7-45A7-4DC6-904E-0FDD79CA5A97}" srcOrd="0" destOrd="0" parTransId="{4F7AAA59-B892-49CF-A38E-A2232388F86F}" sibTransId="{8FE9C8AE-6475-431C-B92A-774DF05D072D}"/>
    <dgm:cxn modelId="{CEA45959-1093-46C4-B30B-026E3AEFA176}" srcId="{C999CB67-682D-4E8F-B19C-FB74C4DA975C}" destId="{D9C39999-F490-4642-A90B-060898EF1F97}" srcOrd="3" destOrd="0" parTransId="{5B9A1CB9-5787-4C97-B016-E5F83CC3083A}" sibTransId="{316EB2CA-B3E9-4E1E-9620-87C778B5A13F}"/>
    <dgm:cxn modelId="{4949AE7E-A36B-4E8A-8D98-E42A3F566D90}" type="presOf" srcId="{6C30CFF5-F62F-45C5-BA06-0813F6D80F68}" destId="{519206B0-2057-428D-ABA5-8B81D980AA5A}" srcOrd="0" destOrd="2" presId="urn:microsoft.com/office/officeart/2005/8/layout/hList1"/>
    <dgm:cxn modelId="{C7497082-010B-4E91-A618-02FF92288FED}" srcId="{C999CB67-682D-4E8F-B19C-FB74C4DA975C}" destId="{4660E7D1-2CF2-4BD0-80D9-EFEE77E45492}" srcOrd="1" destOrd="0" parTransId="{8F3D50DD-C8C8-47A1-89AC-79C265D0F063}" sibTransId="{56884170-BC23-4EA5-BE50-815925BA466A}"/>
    <dgm:cxn modelId="{FC3E5A8A-86E0-4B67-896F-B2C35C30785E}" type="presOf" srcId="{4C43236F-54FD-4A0D-9F53-48E62D557997}" destId="{FD4FE3AE-12DA-40F3-B66D-7697CC1B52F9}" srcOrd="0" destOrd="2" presId="urn:microsoft.com/office/officeart/2005/8/layout/hList1"/>
    <dgm:cxn modelId="{3116AC8B-27D1-45BA-AF67-0DB04D9D6C85}" srcId="{D9C39999-F490-4642-A90B-060898EF1F97}" destId="{6C30CFF5-F62F-45C5-BA06-0813F6D80F68}" srcOrd="2" destOrd="0" parTransId="{ECC4986B-AB46-4A9E-921F-0D9876A557D3}" sibTransId="{454507E9-B00E-43F5-BB1B-CDACE5BE1EE5}"/>
    <dgm:cxn modelId="{221DD68C-0EE5-4393-84F7-8117D6FFA501}" type="presOf" srcId="{6A07B874-22C8-4550-94A7-657E53C51412}" destId="{46689D16-4C38-4CB8-A3EF-EFF489C4D94A}" srcOrd="0" destOrd="0" presId="urn:microsoft.com/office/officeart/2005/8/layout/hList1"/>
    <dgm:cxn modelId="{9E6B1D8F-76DD-4A20-8F80-1A278565B6C2}" type="presOf" srcId="{A259CAAA-18C4-4F6B-8A21-E294F81FD909}" destId="{519206B0-2057-428D-ABA5-8B81D980AA5A}" srcOrd="0" destOrd="1" presId="urn:microsoft.com/office/officeart/2005/8/layout/hList1"/>
    <dgm:cxn modelId="{70615F91-77F0-4D86-8299-EE81AA6DE0E5}" srcId="{C999CB67-682D-4E8F-B19C-FB74C4DA975C}" destId="{AB46C4B6-0175-4E59-A8DC-84A387A47BAC}" srcOrd="2" destOrd="0" parTransId="{A5A55FD5-231D-4A98-AC04-82E881E6111F}" sibTransId="{8B57D70A-61DC-4A94-8667-57FFFBA58B5F}"/>
    <dgm:cxn modelId="{8EEAE593-EF56-4EFA-BA0A-7057BACA6286}" type="presOf" srcId="{F1E6D5B7-45A7-4DC6-904E-0FDD79CA5A97}" destId="{78CCD34F-22FF-4759-B57E-E2BEFE7C5F3C}" srcOrd="0" destOrd="0" presId="urn:microsoft.com/office/officeart/2005/8/layout/hList1"/>
    <dgm:cxn modelId="{C99CB0A1-B538-4EA0-B352-B02C2368908D}" type="presOf" srcId="{51590A66-60E7-4C0F-B4B4-01A989CD0FB6}" destId="{61462A11-C880-4880-88A8-C50B66B2C2D3}" srcOrd="0" destOrd="2" presId="urn:microsoft.com/office/officeart/2005/8/layout/hList1"/>
    <dgm:cxn modelId="{215AC8AB-5000-4B5E-96B9-3518B142F4EC}" type="presOf" srcId="{7793C31F-6D8D-42C5-AFB2-0991073721B7}" destId="{78CCD34F-22FF-4759-B57E-E2BEFE7C5F3C}" srcOrd="0" destOrd="1" presId="urn:microsoft.com/office/officeart/2005/8/layout/hList1"/>
    <dgm:cxn modelId="{D01484AF-942F-4B98-AFAA-F28C32C65F5F}" srcId="{7890BEB3-7E20-4CFA-9954-AD006DF50843}" destId="{826EB29B-8E3B-4CE7-889D-DE592EC1D5A8}" srcOrd="0" destOrd="0" parTransId="{D5A00D77-D484-4A61-979C-7BEC3CA2C29A}" sibTransId="{BE7A3854-6683-479A-92CE-360BEA54D347}"/>
    <dgm:cxn modelId="{CA8FB7B7-771D-4174-93C3-94359741350E}" type="presOf" srcId="{D079214A-FE22-4FAC-AE66-A82F7B7EF85B}" destId="{FD4FE3AE-12DA-40F3-B66D-7697CC1B52F9}" srcOrd="0" destOrd="1" presId="urn:microsoft.com/office/officeart/2005/8/layout/hList1"/>
    <dgm:cxn modelId="{F87323B9-37A3-431E-A0AD-1DEAAC6011B9}" type="presOf" srcId="{068DAA54-2DAE-420F-A527-A7912AB767DC}" destId="{519206B0-2057-428D-ABA5-8B81D980AA5A}" srcOrd="0" destOrd="0" presId="urn:microsoft.com/office/officeart/2005/8/layout/hList1"/>
    <dgm:cxn modelId="{3C68E1C4-3AC7-4206-9666-7A5AAB8695B0}" srcId="{4660E7D1-2CF2-4BD0-80D9-EFEE77E45492}" destId="{D06A2381-97D4-4511-A279-F5AB25D84EA8}" srcOrd="2" destOrd="0" parTransId="{A26E1A8D-43B6-4CD0-88D5-B53C59649CAD}" sibTransId="{769976E9-7AE2-44D2-8C7C-E5FABBBD3CA9}"/>
    <dgm:cxn modelId="{AFF663D8-8132-4F8C-81DC-96E292E5AAF6}" type="presOf" srcId="{7890BEB3-7E20-4CFA-9954-AD006DF50843}" destId="{A833B5B7-5851-4EDC-9CB5-94D5891EAE55}" srcOrd="0" destOrd="0" presId="urn:microsoft.com/office/officeart/2005/8/layout/hList1"/>
    <dgm:cxn modelId="{4318C0DD-EC79-4212-9832-BFBF6CB19957}" srcId="{D9C39999-F490-4642-A90B-060898EF1F97}" destId="{A259CAAA-18C4-4F6B-8A21-E294F81FD909}" srcOrd="1" destOrd="0" parTransId="{D0ACCE6D-C81D-481B-AEF1-CC8A908307FC}" sibTransId="{2FE567FA-68D2-4865-8BE3-3526D761EF33}"/>
    <dgm:cxn modelId="{A829C9E0-E054-43E2-B058-E99BF1720062}" type="presOf" srcId="{D9C39999-F490-4642-A90B-060898EF1F97}" destId="{427C2AE6-E493-47C9-A81A-06266C97C10C}" srcOrd="0" destOrd="0" presId="urn:microsoft.com/office/officeart/2005/8/layout/hList1"/>
    <dgm:cxn modelId="{F670A4E1-1C90-47A8-B320-E825F49324A7}" type="presOf" srcId="{4660E7D1-2CF2-4BD0-80D9-EFEE77E45492}" destId="{6817A816-52CA-48A5-AF7F-34095CAFA443}" srcOrd="0" destOrd="0" presId="urn:microsoft.com/office/officeart/2005/8/layout/hList1"/>
    <dgm:cxn modelId="{C459B3E3-73D1-48AC-9EFC-247877459177}" type="presOf" srcId="{D06A2381-97D4-4511-A279-F5AB25D84EA8}" destId="{78CCD34F-22FF-4759-B57E-E2BEFE7C5F3C}" srcOrd="0" destOrd="2" presId="urn:microsoft.com/office/officeart/2005/8/layout/hList1"/>
    <dgm:cxn modelId="{5F121FEC-CCBA-46ED-AE50-EEE275DB18CC}" srcId="{6A07B874-22C8-4550-94A7-657E53C51412}" destId="{74F5AE2D-F6F3-43A4-9A02-9E732F97D2DB}" srcOrd="0" destOrd="0" parTransId="{2A7F681F-AAA8-422B-9658-FDC2888453E6}" sibTransId="{0D63A7E3-2F9B-4A4C-BA3F-3E03BA6C4966}"/>
    <dgm:cxn modelId="{C66046F2-1308-4BE0-819B-D79799E27F0E}" srcId="{D9C39999-F490-4642-A90B-060898EF1F97}" destId="{068DAA54-2DAE-420F-A527-A7912AB767DC}" srcOrd="0" destOrd="0" parTransId="{AE2E6671-8F14-4C2C-BE60-DD8ACE1C4B89}" sibTransId="{B9BEDC0B-A2EB-4F4D-9412-A87B27A53AFF}"/>
    <dgm:cxn modelId="{A66F34FA-EB00-4778-817F-F8D9A8FAD273}" srcId="{C999CB67-682D-4E8F-B19C-FB74C4DA975C}" destId="{6A07B874-22C8-4550-94A7-657E53C51412}" srcOrd="4" destOrd="0" parTransId="{A564ED56-49C5-46C7-98FE-A831993E6EED}" sibTransId="{662A256E-668F-4287-AA3F-EF456074D0AF}"/>
    <dgm:cxn modelId="{31E196EA-BE3D-41B8-AC6B-AD3F1F6D565E}" type="presParOf" srcId="{76726532-E27C-41A9-8979-6159BC129305}" destId="{64C4C167-8DF7-43B6-A9DF-E34183EFA9A7}" srcOrd="0" destOrd="0" presId="urn:microsoft.com/office/officeart/2005/8/layout/hList1"/>
    <dgm:cxn modelId="{38E8A0C5-1199-4690-A149-E3273C0BC2B8}" type="presParOf" srcId="{64C4C167-8DF7-43B6-A9DF-E34183EFA9A7}" destId="{A833B5B7-5851-4EDC-9CB5-94D5891EAE55}" srcOrd="0" destOrd="0" presId="urn:microsoft.com/office/officeart/2005/8/layout/hList1"/>
    <dgm:cxn modelId="{76184385-8D3A-4EFB-A414-C7A678A37D7B}" type="presParOf" srcId="{64C4C167-8DF7-43B6-A9DF-E34183EFA9A7}" destId="{2BA96AE8-EDD9-4D5A-BBDC-60CB384D6345}" srcOrd="1" destOrd="0" presId="urn:microsoft.com/office/officeart/2005/8/layout/hList1"/>
    <dgm:cxn modelId="{B99A27AD-D341-4309-A061-2B3C6F070984}" type="presParOf" srcId="{76726532-E27C-41A9-8979-6159BC129305}" destId="{6843B7C8-3170-4037-A850-D784A9BF1E2B}" srcOrd="1" destOrd="0" presId="urn:microsoft.com/office/officeart/2005/8/layout/hList1"/>
    <dgm:cxn modelId="{7B229014-A375-4C1E-91E5-E96B6DD05A08}" type="presParOf" srcId="{76726532-E27C-41A9-8979-6159BC129305}" destId="{37CE793E-7577-41AA-B4ED-215627EFDD6F}" srcOrd="2" destOrd="0" presId="urn:microsoft.com/office/officeart/2005/8/layout/hList1"/>
    <dgm:cxn modelId="{B8CD0610-F8A5-4653-86AF-654753370FDC}" type="presParOf" srcId="{37CE793E-7577-41AA-B4ED-215627EFDD6F}" destId="{6817A816-52CA-48A5-AF7F-34095CAFA443}" srcOrd="0" destOrd="0" presId="urn:microsoft.com/office/officeart/2005/8/layout/hList1"/>
    <dgm:cxn modelId="{A73F732A-3635-47FC-B23C-54431607716B}" type="presParOf" srcId="{37CE793E-7577-41AA-B4ED-215627EFDD6F}" destId="{78CCD34F-22FF-4759-B57E-E2BEFE7C5F3C}" srcOrd="1" destOrd="0" presId="urn:microsoft.com/office/officeart/2005/8/layout/hList1"/>
    <dgm:cxn modelId="{13046190-8D4A-4358-B57D-BB61CEA0CB26}" type="presParOf" srcId="{76726532-E27C-41A9-8979-6159BC129305}" destId="{C211C942-0AED-4709-8ECB-78EF99CCA501}" srcOrd="3" destOrd="0" presId="urn:microsoft.com/office/officeart/2005/8/layout/hList1"/>
    <dgm:cxn modelId="{C040484C-EA9E-40C6-9662-D1C3BEA3A513}" type="presParOf" srcId="{76726532-E27C-41A9-8979-6159BC129305}" destId="{ED73D895-C7FC-4DC8-8321-CF5872547F24}" srcOrd="4" destOrd="0" presId="urn:microsoft.com/office/officeart/2005/8/layout/hList1"/>
    <dgm:cxn modelId="{298C29B9-2AE0-43C0-8EEE-A2D5157F50E3}" type="presParOf" srcId="{ED73D895-C7FC-4DC8-8321-CF5872547F24}" destId="{6DD4AA32-0DA9-4C0B-9D56-43AE57895FC2}" srcOrd="0" destOrd="0" presId="urn:microsoft.com/office/officeart/2005/8/layout/hList1"/>
    <dgm:cxn modelId="{A9CAD30E-A393-459C-9C84-FB3DFBB1B601}" type="presParOf" srcId="{ED73D895-C7FC-4DC8-8321-CF5872547F24}" destId="{61462A11-C880-4880-88A8-C50B66B2C2D3}" srcOrd="1" destOrd="0" presId="urn:microsoft.com/office/officeart/2005/8/layout/hList1"/>
    <dgm:cxn modelId="{C93FEF01-DF49-49CD-ABC1-D87138F1245A}" type="presParOf" srcId="{76726532-E27C-41A9-8979-6159BC129305}" destId="{7B11BC24-6B00-47F4-A136-70CD1C800AD8}" srcOrd="5" destOrd="0" presId="urn:microsoft.com/office/officeart/2005/8/layout/hList1"/>
    <dgm:cxn modelId="{9D939AE3-2D3B-4E0D-A8FB-1EC3C33E7300}" type="presParOf" srcId="{76726532-E27C-41A9-8979-6159BC129305}" destId="{E3A64FFB-6076-4DAE-B639-8221C2AF224C}" srcOrd="6" destOrd="0" presId="urn:microsoft.com/office/officeart/2005/8/layout/hList1"/>
    <dgm:cxn modelId="{4D1004EA-C6F4-4515-BBA0-8F0771988560}" type="presParOf" srcId="{E3A64FFB-6076-4DAE-B639-8221C2AF224C}" destId="{427C2AE6-E493-47C9-A81A-06266C97C10C}" srcOrd="0" destOrd="0" presId="urn:microsoft.com/office/officeart/2005/8/layout/hList1"/>
    <dgm:cxn modelId="{C64DED37-8079-47EC-8AC8-0385A50BF36B}" type="presParOf" srcId="{E3A64FFB-6076-4DAE-B639-8221C2AF224C}" destId="{519206B0-2057-428D-ABA5-8B81D980AA5A}" srcOrd="1" destOrd="0" presId="urn:microsoft.com/office/officeart/2005/8/layout/hList1"/>
    <dgm:cxn modelId="{B2B8E262-9AEB-40C7-85D6-C38548B1BD90}" type="presParOf" srcId="{76726532-E27C-41A9-8979-6159BC129305}" destId="{C51B9106-3C8A-4026-9B55-DC1D4EBB5463}" srcOrd="7" destOrd="0" presId="urn:microsoft.com/office/officeart/2005/8/layout/hList1"/>
    <dgm:cxn modelId="{DBC978B0-0EFA-4507-9490-0CBF133E5953}" type="presParOf" srcId="{76726532-E27C-41A9-8979-6159BC129305}" destId="{FF264CEF-79D6-49D4-97E5-D737C9990771}" srcOrd="8" destOrd="0" presId="urn:microsoft.com/office/officeart/2005/8/layout/hList1"/>
    <dgm:cxn modelId="{D55C49B6-B076-406A-877D-FDA21B53D1CC}" type="presParOf" srcId="{FF264CEF-79D6-49D4-97E5-D737C9990771}" destId="{46689D16-4C38-4CB8-A3EF-EFF489C4D94A}" srcOrd="0" destOrd="0" presId="urn:microsoft.com/office/officeart/2005/8/layout/hList1"/>
    <dgm:cxn modelId="{D641EE80-86A8-48B2-8A25-A7AC98B3D765}" type="presParOf" srcId="{FF264CEF-79D6-49D4-97E5-D737C9990771}" destId="{FD4FE3AE-12DA-40F3-B66D-7697CC1B52F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7.xml><?xml version="1.0" encoding="utf-8"?>
<dgm:dataModel xmlns:dgm="http://schemas.openxmlformats.org/drawingml/2006/diagram" xmlns:a="http://schemas.openxmlformats.org/drawingml/2006/main">
  <dgm:ptLst>
    <dgm:pt modelId="{838FD756-6555-48AF-8BDA-A2B4FEC389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17B2615-ED59-40F6-AA94-60655691D1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</a:t>
          </a:r>
          <a:r>
            <a:rPr lang="tr-TR"/>
            <a:t> </a:t>
          </a:r>
          <a:r>
            <a:rPr lang="en-US"/>
            <a:t>fourth level </a:t>
          </a:r>
        </a:p>
      </dgm:t>
    </dgm:pt>
    <dgm:pt modelId="{4765E849-9C49-4669-91C7-47CFC599D229}" type="parTrans" cxnId="{80B96A31-4372-4237-99A2-F3B2E23F4868}">
      <dgm:prSet/>
      <dgm:spPr/>
      <dgm:t>
        <a:bodyPr/>
        <a:lstStyle/>
        <a:p>
          <a:endParaRPr lang="en-US"/>
        </a:p>
      </dgm:t>
    </dgm:pt>
    <dgm:pt modelId="{7E7DFAA7-F27C-42C1-9552-1078BEB8344E}" type="sibTrans" cxnId="{80B96A31-4372-4237-99A2-F3B2E23F4868}">
      <dgm:prSet/>
      <dgm:spPr/>
      <dgm:t>
        <a:bodyPr/>
        <a:lstStyle/>
        <a:p>
          <a:endParaRPr lang="en-US"/>
        </a:p>
      </dgm:t>
    </dgm:pt>
    <dgm:pt modelId="{54494CD8-D1A5-49A9-96BF-9135B3E824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Normal derivation</a:t>
          </a:r>
          <a:endParaRPr lang="en-US"/>
        </a:p>
      </dgm:t>
    </dgm:pt>
    <dgm:pt modelId="{DE7FF065-5A33-4BF8-9508-63353B541434}" type="parTrans" cxnId="{9EBB1E37-CB5E-4B00-833D-1F6F39B00327}">
      <dgm:prSet/>
      <dgm:spPr/>
      <dgm:t>
        <a:bodyPr/>
        <a:lstStyle/>
        <a:p>
          <a:endParaRPr lang="en-US"/>
        </a:p>
      </dgm:t>
    </dgm:pt>
    <dgm:pt modelId="{5859796F-FCB8-4E36-8D5A-240F542C6F51}" type="sibTrans" cxnId="{9EBB1E37-CB5E-4B00-833D-1F6F39B00327}">
      <dgm:prSet/>
      <dgm:spPr/>
      <dgm:t>
        <a:bodyPr/>
        <a:lstStyle/>
        <a:p>
          <a:endParaRPr lang="en-US"/>
        </a:p>
      </dgm:t>
    </dgm:pt>
    <dgm:pt modelId="{1533125E-3F3B-438A-BAF7-B00351F736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is to allow this</a:t>
          </a:r>
          <a:r>
            <a:rPr lang="tr-TR" dirty="0"/>
            <a:t> </a:t>
          </a:r>
          <a:r>
            <a:rPr lang="en-US" dirty="0"/>
            <a:t>level of the tree</a:t>
          </a:r>
        </a:p>
      </dgm:t>
    </dgm:pt>
    <dgm:pt modelId="{94995700-EBE8-4234-9315-D5602FD46B26}" type="parTrans" cxnId="{B4ECEE32-74D9-4C1B-B7D2-D4F43F23FEF4}">
      <dgm:prSet/>
      <dgm:spPr/>
      <dgm:t>
        <a:bodyPr/>
        <a:lstStyle/>
        <a:p>
          <a:endParaRPr lang="en-US"/>
        </a:p>
      </dgm:t>
    </dgm:pt>
    <dgm:pt modelId="{ED453F7F-C849-4FF0-9EB9-8E08476D2E27}" type="sibTrans" cxnId="{B4ECEE32-74D9-4C1B-B7D2-D4F43F23FEF4}">
      <dgm:prSet/>
      <dgm:spPr/>
      <dgm:t>
        <a:bodyPr/>
        <a:lstStyle/>
        <a:p>
          <a:endParaRPr lang="en-US"/>
        </a:p>
      </dgm:t>
    </dgm:pt>
    <dgm:pt modelId="{79B2BA34-0543-4FAB-AD9E-B64D03E811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Usable addresses are derived by the HD wallet</a:t>
          </a:r>
        </a:p>
      </dgm:t>
    </dgm:pt>
    <dgm:pt modelId="{1B179995-C966-4AA1-A204-9AF25E58395E}" type="parTrans" cxnId="{F056F9A1-39F4-4A01-81BF-1866CA18B469}">
      <dgm:prSet/>
      <dgm:spPr/>
      <dgm:t>
        <a:bodyPr/>
        <a:lstStyle/>
        <a:p>
          <a:endParaRPr lang="en-US"/>
        </a:p>
      </dgm:t>
    </dgm:pt>
    <dgm:pt modelId="{C9DFA04C-5D62-4007-A9BA-8B95F9C17EDC}" type="sibTrans" cxnId="{F056F9A1-39F4-4A01-81BF-1866CA18B469}">
      <dgm:prSet/>
      <dgm:spPr/>
      <dgm:t>
        <a:bodyPr/>
        <a:lstStyle/>
        <a:p>
          <a:endParaRPr lang="en-US"/>
        </a:p>
      </dgm:t>
    </dgm:pt>
    <dgm:pt modelId="{05F6BE00-94BE-4672-AD6C-557E5903FB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For example,</a:t>
          </a:r>
        </a:p>
      </dgm:t>
    </dgm:pt>
    <dgm:pt modelId="{DEF8FB07-DF5C-4F5A-B29F-6BA134140767}" type="parTrans" cxnId="{08E864B8-BF84-45A5-AA87-1068F16D4BB1}">
      <dgm:prSet/>
      <dgm:spPr/>
      <dgm:t>
        <a:bodyPr/>
        <a:lstStyle/>
        <a:p>
          <a:endParaRPr lang="en-US"/>
        </a:p>
      </dgm:t>
    </dgm:pt>
    <dgm:pt modelId="{826A8D8C-DC91-495A-891B-797BF61237E3}" type="sibTrans" cxnId="{08E864B8-BF84-45A5-AA87-1068F16D4BB1}">
      <dgm:prSet/>
      <dgm:spPr/>
      <dgm:t>
        <a:bodyPr/>
        <a:lstStyle/>
        <a:p>
          <a:endParaRPr lang="en-US"/>
        </a:p>
      </dgm:t>
    </dgm:pt>
    <dgm:pt modelId="{2750C912-973F-45C7-98D7-E3E9A60286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“change,” an HD wallet has two subtrees,</a:t>
          </a:r>
        </a:p>
      </dgm:t>
    </dgm:pt>
    <dgm:pt modelId="{C5AA8F21-8989-48C7-9C92-BF03E2C0047A}" type="parTrans" cxnId="{19605436-F3CC-4E6C-908B-5730D3860557}">
      <dgm:prSet/>
      <dgm:spPr/>
      <dgm:t>
        <a:bodyPr/>
        <a:lstStyle/>
        <a:p>
          <a:endParaRPr lang="tr-TR"/>
        </a:p>
      </dgm:t>
    </dgm:pt>
    <dgm:pt modelId="{650EA11C-7186-4D51-8BA9-3F4CCD7254DB}" type="sibTrans" cxnId="{19605436-F3CC-4E6C-908B-5730D3860557}">
      <dgm:prSet/>
      <dgm:spPr/>
      <dgm:t>
        <a:bodyPr/>
        <a:lstStyle/>
        <a:p>
          <a:endParaRPr lang="tr-TR"/>
        </a:p>
      </dgm:t>
    </dgm:pt>
    <dgm:pt modelId="{8486AB63-E7EC-4FE0-9844-93798D45B7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one for creating receiving</a:t>
          </a:r>
          <a:r>
            <a:rPr lang="tr-TR" dirty="0"/>
            <a:t> </a:t>
          </a:r>
          <a:r>
            <a:rPr lang="en-US" dirty="0"/>
            <a:t>addresses</a:t>
          </a:r>
        </a:p>
      </dgm:t>
    </dgm:pt>
    <dgm:pt modelId="{57CD82F5-A164-465E-A80A-D70D65646370}" type="parTrans" cxnId="{FA3D72BC-2927-47F5-84A6-C49DCD01E5E2}">
      <dgm:prSet/>
      <dgm:spPr/>
      <dgm:t>
        <a:bodyPr/>
        <a:lstStyle/>
        <a:p>
          <a:endParaRPr lang="tr-TR"/>
        </a:p>
      </dgm:t>
    </dgm:pt>
    <dgm:pt modelId="{0D2AC0BD-9605-4554-9078-D667EB24897A}" type="sibTrans" cxnId="{FA3D72BC-2927-47F5-84A6-C49DCD01E5E2}">
      <dgm:prSet/>
      <dgm:spPr/>
      <dgm:t>
        <a:bodyPr/>
        <a:lstStyle/>
        <a:p>
          <a:endParaRPr lang="tr-TR"/>
        </a:p>
      </dgm:t>
    </dgm:pt>
    <dgm:pt modelId="{69DF8E23-B766-4FB4-9EF0-AEB7884F83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</a:t>
          </a:r>
          <a:r>
            <a:rPr lang="en-US" dirty="0"/>
            <a:t>one for creating change addresses. </a:t>
          </a:r>
        </a:p>
      </dgm:t>
    </dgm:pt>
    <dgm:pt modelId="{B450AA3E-559D-4516-9610-78D5D018CF63}" type="parTrans" cxnId="{3B5E28F9-CE8B-4F24-AED5-E9FAC6FABAD2}">
      <dgm:prSet/>
      <dgm:spPr/>
      <dgm:t>
        <a:bodyPr/>
        <a:lstStyle/>
        <a:p>
          <a:endParaRPr lang="tr-TR"/>
        </a:p>
      </dgm:t>
    </dgm:pt>
    <dgm:pt modelId="{9961B7D7-A050-43A5-B3EE-7CB9C604BC2B}" type="sibTrans" cxnId="{3B5E28F9-CE8B-4F24-AED5-E9FAC6FABAD2}">
      <dgm:prSet/>
      <dgm:spPr/>
      <dgm:t>
        <a:bodyPr/>
        <a:lstStyle/>
        <a:p>
          <a:endParaRPr lang="tr-TR"/>
        </a:p>
      </dgm:t>
    </dgm:pt>
    <dgm:pt modelId="{C8D48E19-6E86-42A0-802F-5318235338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Note that whereas the previous</a:t>
          </a:r>
          <a:r>
            <a:rPr lang="tr-TR" dirty="0"/>
            <a:t> </a:t>
          </a:r>
          <a:r>
            <a:rPr lang="en-US" dirty="0"/>
            <a:t>levels used hardened derivation, </a:t>
          </a:r>
        </a:p>
      </dgm:t>
    </dgm:pt>
    <dgm:pt modelId="{06422ADF-B468-44A9-A134-658780154BC4}" type="parTrans" cxnId="{8EC8211D-A22A-46D2-8E86-2F6418AA62DD}">
      <dgm:prSet/>
      <dgm:spPr/>
      <dgm:t>
        <a:bodyPr/>
        <a:lstStyle/>
        <a:p>
          <a:endParaRPr lang="tr-TR"/>
        </a:p>
      </dgm:t>
    </dgm:pt>
    <dgm:pt modelId="{31D85145-673C-4458-AEDE-7BDE341126B4}" type="sibTrans" cxnId="{8EC8211D-A22A-46D2-8E86-2F6418AA62DD}">
      <dgm:prSet/>
      <dgm:spPr/>
      <dgm:t>
        <a:bodyPr/>
        <a:lstStyle/>
        <a:p>
          <a:endParaRPr lang="tr-TR"/>
        </a:p>
      </dgm:t>
    </dgm:pt>
    <dgm:pt modelId="{C0B5BFD1-2B91-4134-91B1-4D3C769F82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</a:t>
          </a:r>
          <a:r>
            <a:rPr lang="en-US" dirty="0"/>
            <a:t>level uses normal derivation. </a:t>
          </a:r>
        </a:p>
      </dgm:t>
    </dgm:pt>
    <dgm:pt modelId="{CA92A46F-A782-40DA-86E2-FDF2E96FA6A9}" type="parTrans" cxnId="{ACDE1DA7-6811-462D-BD23-13DBF700CC8D}">
      <dgm:prSet/>
      <dgm:spPr/>
      <dgm:t>
        <a:bodyPr/>
        <a:lstStyle/>
        <a:p>
          <a:endParaRPr lang="tr-TR"/>
        </a:p>
      </dgm:t>
    </dgm:pt>
    <dgm:pt modelId="{5BD8BFD7-06F4-484F-9A18-929E7F9791A3}" type="sibTrans" cxnId="{ACDE1DA7-6811-462D-BD23-13DBF700CC8D}">
      <dgm:prSet/>
      <dgm:spPr/>
      <dgm:t>
        <a:bodyPr/>
        <a:lstStyle/>
        <a:p>
          <a:endParaRPr lang="tr-TR"/>
        </a:p>
      </dgm:t>
    </dgm:pt>
    <dgm:pt modelId="{F0B95014-D987-40D3-9B75-E36FBF95A8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</a:t>
          </a:r>
          <a:endParaRPr lang="en-US"/>
        </a:p>
      </dgm:t>
    </dgm:pt>
    <dgm:pt modelId="{C0A12D06-FE2F-4260-A14F-72C4208B597E}" type="parTrans" cxnId="{EC41E160-5C52-4273-877F-76315C491B1B}">
      <dgm:prSet/>
      <dgm:spPr/>
      <dgm:t>
        <a:bodyPr/>
        <a:lstStyle/>
        <a:p>
          <a:endParaRPr lang="tr-TR"/>
        </a:p>
      </dgm:t>
    </dgm:pt>
    <dgm:pt modelId="{5F6089DD-FF2A-40BE-8ADD-94A9016ABF83}" type="sibTrans" cxnId="{EC41E160-5C52-4273-877F-76315C491B1B}">
      <dgm:prSet/>
      <dgm:spPr/>
      <dgm:t>
        <a:bodyPr/>
        <a:lstStyle/>
        <a:p>
          <a:endParaRPr lang="tr-TR"/>
        </a:p>
      </dgm:t>
    </dgm:pt>
    <dgm:pt modelId="{E3589486-56FE-408F-AB41-EC3DCBBD73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export extended public keys</a:t>
          </a:r>
        </a:p>
      </dgm:t>
    </dgm:pt>
    <dgm:pt modelId="{18FF1929-C208-40B9-BFAA-EEFCBAB9768C}" type="parTrans" cxnId="{051E054B-4EE6-4153-9156-EC16878789F6}">
      <dgm:prSet/>
      <dgm:spPr/>
      <dgm:t>
        <a:bodyPr/>
        <a:lstStyle/>
        <a:p>
          <a:endParaRPr lang="tr-TR"/>
        </a:p>
      </dgm:t>
    </dgm:pt>
    <dgm:pt modelId="{3C276091-21FE-4342-99C8-0605AE91B2DC}" type="sibTrans" cxnId="{051E054B-4EE6-4153-9156-EC16878789F6}">
      <dgm:prSet/>
      <dgm:spPr/>
      <dgm:t>
        <a:bodyPr/>
        <a:lstStyle/>
        <a:p>
          <a:endParaRPr lang="tr-TR"/>
        </a:p>
      </dgm:t>
    </dgm:pt>
    <dgm:pt modelId="{7A33A668-E069-4C44-A35D-871F7A9DFB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use in a non</a:t>
          </a:r>
          <a:r>
            <a:rPr lang="tr-TR" dirty="0"/>
            <a:t>-</a:t>
          </a:r>
          <a:r>
            <a:rPr lang="en-US" dirty="0"/>
            <a:t>secured environment.</a:t>
          </a:r>
        </a:p>
      </dgm:t>
    </dgm:pt>
    <dgm:pt modelId="{18C28795-4BE8-4A89-BA21-DD4D92C88713}" type="parTrans" cxnId="{F572B4B6-3E70-40D0-A7EC-06E8D6002F49}">
      <dgm:prSet/>
      <dgm:spPr/>
      <dgm:t>
        <a:bodyPr/>
        <a:lstStyle/>
        <a:p>
          <a:endParaRPr lang="tr-TR"/>
        </a:p>
      </dgm:t>
    </dgm:pt>
    <dgm:pt modelId="{B29D205B-1A7F-4D68-BB34-C9C1C1776D93}" type="sibTrans" cxnId="{F572B4B6-3E70-40D0-A7EC-06E8D6002F49}">
      <dgm:prSet/>
      <dgm:spPr/>
      <dgm:t>
        <a:bodyPr/>
        <a:lstStyle/>
        <a:p>
          <a:endParaRPr lang="tr-TR"/>
        </a:p>
      </dgm:t>
    </dgm:pt>
    <dgm:pt modelId="{DF1B825E-022F-442E-A27F-F7EAC6AE4F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Fifth level</a:t>
          </a:r>
          <a:endParaRPr lang="en-US"/>
        </a:p>
      </dgm:t>
    </dgm:pt>
    <dgm:pt modelId="{18849BC1-7ACF-4A99-88F9-F56DF9EE1879}" type="parTrans" cxnId="{E7767F7C-1478-451E-B789-233038A3E520}">
      <dgm:prSet/>
      <dgm:spPr/>
      <dgm:t>
        <a:bodyPr/>
        <a:lstStyle/>
        <a:p>
          <a:endParaRPr lang="tr-TR"/>
        </a:p>
      </dgm:t>
    </dgm:pt>
    <dgm:pt modelId="{F0BFFA75-8782-487E-9DDA-CCCD149790AE}" type="sibTrans" cxnId="{E7767F7C-1478-451E-B789-233038A3E520}">
      <dgm:prSet/>
      <dgm:spPr/>
      <dgm:t>
        <a:bodyPr/>
        <a:lstStyle/>
        <a:p>
          <a:endParaRPr lang="tr-TR"/>
        </a:p>
      </dgm:t>
    </dgm:pt>
    <dgm:pt modelId="{1CA89F1D-799F-41D4-B3C6-3E5BE726E1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children of the fourth level, </a:t>
          </a:r>
        </a:p>
      </dgm:t>
    </dgm:pt>
    <dgm:pt modelId="{93E716B8-A644-4830-9CD4-1E119EB8AD28}" type="parTrans" cxnId="{13DCC82C-CA3D-4277-8577-C6B74848A7A3}">
      <dgm:prSet/>
      <dgm:spPr/>
      <dgm:t>
        <a:bodyPr/>
        <a:lstStyle/>
        <a:p>
          <a:endParaRPr lang="tr-TR"/>
        </a:p>
      </dgm:t>
    </dgm:pt>
    <dgm:pt modelId="{A1BE2ECF-5624-49F9-92FC-6BB28950F6EE}" type="sibTrans" cxnId="{13DCC82C-CA3D-4277-8577-C6B74848A7A3}">
      <dgm:prSet/>
      <dgm:spPr/>
      <dgm:t>
        <a:bodyPr/>
        <a:lstStyle/>
        <a:p>
          <a:endParaRPr lang="tr-TR"/>
        </a:p>
      </dgm:t>
    </dgm:pt>
    <dgm:pt modelId="{719AD401-8315-4C2B-8899-9D6DA7978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making</a:t>
          </a:r>
          <a:r>
            <a:rPr lang="tr-TR"/>
            <a:t> </a:t>
          </a:r>
          <a:r>
            <a:rPr lang="en-US" dirty="0"/>
            <a:t>the fifth level of the tree the “</a:t>
          </a:r>
          <a:r>
            <a:rPr lang="en-US" dirty="0" err="1"/>
            <a:t>address_index</a:t>
          </a:r>
          <a:r>
            <a:rPr lang="en-US" dirty="0"/>
            <a:t>.” </a:t>
          </a:r>
        </a:p>
      </dgm:t>
    </dgm:pt>
    <dgm:pt modelId="{E0F03B92-D739-496B-84E8-2714C3EC294F}" type="parTrans" cxnId="{5E976641-0B80-4CD4-8687-5C66A4D7E566}">
      <dgm:prSet/>
      <dgm:spPr/>
      <dgm:t>
        <a:bodyPr/>
        <a:lstStyle/>
        <a:p>
          <a:endParaRPr lang="tr-TR"/>
        </a:p>
      </dgm:t>
    </dgm:pt>
    <dgm:pt modelId="{82FFEF86-6A1A-413B-A725-0A96E63C3048}" type="sibTrans" cxnId="{5E976641-0B80-4CD4-8687-5C66A4D7E566}">
      <dgm:prSet/>
      <dgm:spPr/>
      <dgm:t>
        <a:bodyPr/>
        <a:lstStyle/>
        <a:p>
          <a:endParaRPr lang="tr-TR"/>
        </a:p>
      </dgm:t>
    </dgm:pt>
    <dgm:pt modelId="{C7A72706-7896-4BE7-A644-82FEAC4AEB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third receiving address</a:t>
          </a:r>
          <a:r>
            <a:rPr lang="tr-TR" dirty="0"/>
            <a:t> </a:t>
          </a:r>
          <a:r>
            <a:rPr lang="en-US" dirty="0"/>
            <a:t>for bitcoin payments</a:t>
          </a:r>
        </a:p>
      </dgm:t>
    </dgm:pt>
    <dgm:pt modelId="{C02FDF6F-23D3-467A-842B-C62B2D25A370}" type="parTrans" cxnId="{00BADFCD-F158-42CC-AFF6-821270F98133}">
      <dgm:prSet/>
      <dgm:spPr/>
      <dgm:t>
        <a:bodyPr/>
        <a:lstStyle/>
        <a:p>
          <a:endParaRPr lang="tr-TR"/>
        </a:p>
      </dgm:t>
    </dgm:pt>
    <dgm:pt modelId="{8AD03DB4-4220-4C1A-B7D1-EA2B37CC3213}" type="sibTrans" cxnId="{00BADFCD-F158-42CC-AFF6-821270F98133}">
      <dgm:prSet/>
      <dgm:spPr/>
      <dgm:t>
        <a:bodyPr/>
        <a:lstStyle/>
        <a:p>
          <a:endParaRPr lang="tr-TR"/>
        </a:p>
      </dgm:t>
    </dgm:pt>
    <dgm:pt modelId="{43DE59F6-5659-4E5C-8C52-376D6E8EB5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the primary account would be M/44'/0'/0'/0/2. </a:t>
          </a:r>
        </a:p>
      </dgm:t>
    </dgm:pt>
    <dgm:pt modelId="{82E3FBC9-0F98-4954-BAE8-CAB40B974DA4}" type="parTrans" cxnId="{B9CB2E6B-FE75-4524-A8A2-FF8A80378A47}">
      <dgm:prSet/>
      <dgm:spPr/>
      <dgm:t>
        <a:bodyPr/>
        <a:lstStyle/>
        <a:p>
          <a:endParaRPr lang="tr-TR"/>
        </a:p>
      </dgm:t>
    </dgm:pt>
    <dgm:pt modelId="{1A70709E-A977-4580-9EBB-9888A1620C33}" type="sibTrans" cxnId="{B9CB2E6B-FE75-4524-A8A2-FF8A80378A47}">
      <dgm:prSet/>
      <dgm:spPr/>
      <dgm:t>
        <a:bodyPr/>
        <a:lstStyle/>
        <a:p>
          <a:endParaRPr lang="tr-TR"/>
        </a:p>
      </dgm:t>
    </dgm:pt>
    <dgm:pt modelId="{3C38234F-ACFE-4AD4-B6BB-C85FE9B417C7}" type="pres">
      <dgm:prSet presAssocID="{838FD756-6555-48AF-8BDA-A2B4FEC389ED}" presName="root" presStyleCnt="0">
        <dgm:presLayoutVars>
          <dgm:dir/>
          <dgm:resizeHandles val="exact"/>
        </dgm:presLayoutVars>
      </dgm:prSet>
      <dgm:spPr/>
    </dgm:pt>
    <dgm:pt modelId="{4A64FF86-62E8-485A-A48B-7D798D282AD1}" type="pres">
      <dgm:prSet presAssocID="{A17B2615-ED59-40F6-AA94-60655691D105}" presName="compNode" presStyleCnt="0"/>
      <dgm:spPr/>
    </dgm:pt>
    <dgm:pt modelId="{DF42E31A-A12A-4BFB-AF1D-DDDC5FA796E1}" type="pres">
      <dgm:prSet presAssocID="{A17B2615-ED59-40F6-AA94-60655691D10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9A04023-A132-4E41-B780-146D6FB27CC3}" type="pres">
      <dgm:prSet presAssocID="{A17B2615-ED59-40F6-AA94-60655691D105}" presName="iconSpace" presStyleCnt="0"/>
      <dgm:spPr/>
    </dgm:pt>
    <dgm:pt modelId="{D76707A2-FA8B-4BBC-8970-FE44DC246743}" type="pres">
      <dgm:prSet presAssocID="{A17B2615-ED59-40F6-AA94-60655691D105}" presName="parTx" presStyleLbl="revTx" presStyleIdx="0" presStyleCnt="10">
        <dgm:presLayoutVars>
          <dgm:chMax val="0"/>
          <dgm:chPref val="0"/>
        </dgm:presLayoutVars>
      </dgm:prSet>
      <dgm:spPr/>
    </dgm:pt>
    <dgm:pt modelId="{B6E4128E-13DA-416C-AB71-81D9BBAF196F}" type="pres">
      <dgm:prSet presAssocID="{A17B2615-ED59-40F6-AA94-60655691D105}" presName="txSpace" presStyleCnt="0"/>
      <dgm:spPr/>
    </dgm:pt>
    <dgm:pt modelId="{601A940E-A82E-4889-B7F5-28D99252C1B2}" type="pres">
      <dgm:prSet presAssocID="{A17B2615-ED59-40F6-AA94-60655691D105}" presName="desTx" presStyleLbl="revTx" presStyleIdx="1" presStyleCnt="10">
        <dgm:presLayoutVars/>
      </dgm:prSet>
      <dgm:spPr/>
    </dgm:pt>
    <dgm:pt modelId="{CBAFB210-04B7-4C53-B84C-2D3D9A12A3CA}" type="pres">
      <dgm:prSet presAssocID="{7E7DFAA7-F27C-42C1-9552-1078BEB8344E}" presName="sibTrans" presStyleCnt="0"/>
      <dgm:spPr/>
    </dgm:pt>
    <dgm:pt modelId="{A73F160F-62E5-4A2D-926B-C90324EB3395}" type="pres">
      <dgm:prSet presAssocID="{54494CD8-D1A5-49A9-96BF-9135B3E82421}" presName="compNode" presStyleCnt="0"/>
      <dgm:spPr/>
    </dgm:pt>
    <dgm:pt modelId="{D3C6BFA7-092D-46B7-B8B7-6A472B5D87F7}" type="pres">
      <dgm:prSet presAssocID="{54494CD8-D1A5-49A9-96BF-9135B3E8242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EB1121A-83C4-4A5E-8CFA-7122FE3A2228}" type="pres">
      <dgm:prSet presAssocID="{54494CD8-D1A5-49A9-96BF-9135B3E82421}" presName="iconSpace" presStyleCnt="0"/>
      <dgm:spPr/>
    </dgm:pt>
    <dgm:pt modelId="{670478BD-D0B5-461D-82E4-B3232CD0FE68}" type="pres">
      <dgm:prSet presAssocID="{54494CD8-D1A5-49A9-96BF-9135B3E82421}" presName="parTx" presStyleLbl="revTx" presStyleIdx="2" presStyleCnt="10">
        <dgm:presLayoutVars>
          <dgm:chMax val="0"/>
          <dgm:chPref val="0"/>
        </dgm:presLayoutVars>
      </dgm:prSet>
      <dgm:spPr/>
    </dgm:pt>
    <dgm:pt modelId="{68CF915B-A88A-449A-B0FF-54B844AD3D5B}" type="pres">
      <dgm:prSet presAssocID="{54494CD8-D1A5-49A9-96BF-9135B3E82421}" presName="txSpace" presStyleCnt="0"/>
      <dgm:spPr/>
    </dgm:pt>
    <dgm:pt modelId="{EB2F5648-850A-4E63-A6C3-7B4B5A56CC94}" type="pres">
      <dgm:prSet presAssocID="{54494CD8-D1A5-49A9-96BF-9135B3E82421}" presName="desTx" presStyleLbl="revTx" presStyleIdx="3" presStyleCnt="10">
        <dgm:presLayoutVars/>
      </dgm:prSet>
      <dgm:spPr/>
    </dgm:pt>
    <dgm:pt modelId="{20D2B843-BEF0-48EB-AFEC-0CBFAC9D6A4C}" type="pres">
      <dgm:prSet presAssocID="{5859796F-FCB8-4E36-8D5A-240F542C6F51}" presName="sibTrans" presStyleCnt="0"/>
      <dgm:spPr/>
    </dgm:pt>
    <dgm:pt modelId="{3291F341-EC4F-4C58-AEEF-FE18996B41DD}" type="pres">
      <dgm:prSet presAssocID="{F0B95014-D987-40D3-9B75-E36FBF95A834}" presName="compNode" presStyleCnt="0"/>
      <dgm:spPr/>
    </dgm:pt>
    <dgm:pt modelId="{B1421407-A50A-460F-957C-4234AF6EBCB3}" type="pres">
      <dgm:prSet presAssocID="{F0B95014-D987-40D3-9B75-E36FBF95A83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23B7DC5-39C6-477D-B3A5-7EF0359E91ED}" type="pres">
      <dgm:prSet presAssocID="{F0B95014-D987-40D3-9B75-E36FBF95A834}" presName="iconSpace" presStyleCnt="0"/>
      <dgm:spPr/>
    </dgm:pt>
    <dgm:pt modelId="{8284398C-4338-4F7C-BBFE-F311A1859230}" type="pres">
      <dgm:prSet presAssocID="{F0B95014-D987-40D3-9B75-E36FBF95A834}" presName="parTx" presStyleLbl="revTx" presStyleIdx="4" presStyleCnt="10">
        <dgm:presLayoutVars>
          <dgm:chMax val="0"/>
          <dgm:chPref val="0"/>
        </dgm:presLayoutVars>
      </dgm:prSet>
      <dgm:spPr/>
    </dgm:pt>
    <dgm:pt modelId="{DDD308F8-0BAF-4962-A783-49A857C9F566}" type="pres">
      <dgm:prSet presAssocID="{F0B95014-D987-40D3-9B75-E36FBF95A834}" presName="txSpace" presStyleCnt="0"/>
      <dgm:spPr/>
    </dgm:pt>
    <dgm:pt modelId="{61CF13A7-73F6-4AAB-B702-8A2DE2EF7A0B}" type="pres">
      <dgm:prSet presAssocID="{F0B95014-D987-40D3-9B75-E36FBF95A834}" presName="desTx" presStyleLbl="revTx" presStyleIdx="5" presStyleCnt="10">
        <dgm:presLayoutVars/>
      </dgm:prSet>
      <dgm:spPr/>
    </dgm:pt>
    <dgm:pt modelId="{39083BC3-C9CC-48F3-B3DB-04471E97FA1E}" type="pres">
      <dgm:prSet presAssocID="{5F6089DD-FF2A-40BE-8ADD-94A9016ABF83}" presName="sibTrans" presStyleCnt="0"/>
      <dgm:spPr/>
    </dgm:pt>
    <dgm:pt modelId="{740DBE07-2A2C-4DEE-97D5-BDBB53532C97}" type="pres">
      <dgm:prSet presAssocID="{DF1B825E-022F-442E-A27F-F7EAC6AE4F0E}" presName="compNode" presStyleCnt="0"/>
      <dgm:spPr/>
    </dgm:pt>
    <dgm:pt modelId="{3E721980-6A1F-4F45-9EB9-12A457778782}" type="pres">
      <dgm:prSet presAssocID="{DF1B825E-022F-442E-A27F-F7EAC6AE4F0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041B2C2E-2C46-41C9-9C25-6B405E071C5E}" type="pres">
      <dgm:prSet presAssocID="{DF1B825E-022F-442E-A27F-F7EAC6AE4F0E}" presName="iconSpace" presStyleCnt="0"/>
      <dgm:spPr/>
    </dgm:pt>
    <dgm:pt modelId="{FD311E4A-3A84-46D4-953F-66A16CFBF41D}" type="pres">
      <dgm:prSet presAssocID="{DF1B825E-022F-442E-A27F-F7EAC6AE4F0E}" presName="parTx" presStyleLbl="revTx" presStyleIdx="6" presStyleCnt="10">
        <dgm:presLayoutVars>
          <dgm:chMax val="0"/>
          <dgm:chPref val="0"/>
        </dgm:presLayoutVars>
      </dgm:prSet>
      <dgm:spPr/>
    </dgm:pt>
    <dgm:pt modelId="{239C94B9-ECEA-432B-A97F-0CD0BB05C68B}" type="pres">
      <dgm:prSet presAssocID="{DF1B825E-022F-442E-A27F-F7EAC6AE4F0E}" presName="txSpace" presStyleCnt="0"/>
      <dgm:spPr/>
    </dgm:pt>
    <dgm:pt modelId="{EF1D50D5-57E6-44C1-B4B8-405F9C21999A}" type="pres">
      <dgm:prSet presAssocID="{DF1B825E-022F-442E-A27F-F7EAC6AE4F0E}" presName="desTx" presStyleLbl="revTx" presStyleIdx="7" presStyleCnt="10">
        <dgm:presLayoutVars/>
      </dgm:prSet>
      <dgm:spPr/>
    </dgm:pt>
    <dgm:pt modelId="{20C6E726-33A3-4289-93F5-45FD320FB51D}" type="pres">
      <dgm:prSet presAssocID="{F0BFFA75-8782-487E-9DDA-CCCD149790AE}" presName="sibTrans" presStyleCnt="0"/>
      <dgm:spPr/>
    </dgm:pt>
    <dgm:pt modelId="{0D693536-B4A7-4E20-89F5-69BDA7E804A4}" type="pres">
      <dgm:prSet presAssocID="{05F6BE00-94BE-4672-AD6C-557E5903FB05}" presName="compNode" presStyleCnt="0"/>
      <dgm:spPr/>
    </dgm:pt>
    <dgm:pt modelId="{C949B6BA-FDF5-4EC0-8111-855DA9234F5B}" type="pres">
      <dgm:prSet presAssocID="{05F6BE00-94BE-4672-AD6C-557E5903FB0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34538C-C1D6-4F9C-B335-6C563FA1B7EB}" type="pres">
      <dgm:prSet presAssocID="{05F6BE00-94BE-4672-AD6C-557E5903FB05}" presName="iconSpace" presStyleCnt="0"/>
      <dgm:spPr/>
    </dgm:pt>
    <dgm:pt modelId="{2CD3A83C-7CE4-4EAB-BAFA-8A0EF449AF17}" type="pres">
      <dgm:prSet presAssocID="{05F6BE00-94BE-4672-AD6C-557E5903FB05}" presName="parTx" presStyleLbl="revTx" presStyleIdx="8" presStyleCnt="10">
        <dgm:presLayoutVars>
          <dgm:chMax val="0"/>
          <dgm:chPref val="0"/>
        </dgm:presLayoutVars>
      </dgm:prSet>
      <dgm:spPr/>
    </dgm:pt>
    <dgm:pt modelId="{647C5201-896B-4E16-BE94-2D651237A431}" type="pres">
      <dgm:prSet presAssocID="{05F6BE00-94BE-4672-AD6C-557E5903FB05}" presName="txSpace" presStyleCnt="0"/>
      <dgm:spPr/>
    </dgm:pt>
    <dgm:pt modelId="{D79176DA-FE79-4EA3-A477-61FBE9387BE9}" type="pres">
      <dgm:prSet presAssocID="{05F6BE00-94BE-4672-AD6C-557E5903FB05}" presName="desTx" presStyleLbl="revTx" presStyleIdx="9" presStyleCnt="10">
        <dgm:presLayoutVars/>
      </dgm:prSet>
      <dgm:spPr/>
    </dgm:pt>
  </dgm:ptLst>
  <dgm:cxnLst>
    <dgm:cxn modelId="{31AEB003-B59D-42E5-BCBC-55A61F13D9A3}" type="presOf" srcId="{8486AB63-E7EC-4FE0-9844-93798D45B728}" destId="{601A940E-A82E-4889-B7F5-28D99252C1B2}" srcOrd="0" destOrd="1" presId="urn:microsoft.com/office/officeart/2018/5/layout/CenteredIconLabelDescriptionList"/>
    <dgm:cxn modelId="{4B0D450D-3EAB-468C-AF8F-9E66D746B5AE}" type="presOf" srcId="{DF1B825E-022F-442E-A27F-F7EAC6AE4F0E}" destId="{FD311E4A-3A84-46D4-953F-66A16CFBF41D}" srcOrd="0" destOrd="0" presId="urn:microsoft.com/office/officeart/2018/5/layout/CenteredIconLabelDescriptionList"/>
    <dgm:cxn modelId="{5DEBF01B-7C64-4E29-87FD-FBA7DAB16173}" type="presOf" srcId="{2750C912-973F-45C7-98D7-E3E9A60286CC}" destId="{601A940E-A82E-4889-B7F5-28D99252C1B2}" srcOrd="0" destOrd="0" presId="urn:microsoft.com/office/officeart/2018/5/layout/CenteredIconLabelDescriptionList"/>
    <dgm:cxn modelId="{8EC8211D-A22A-46D2-8E86-2F6418AA62DD}" srcId="{54494CD8-D1A5-49A9-96BF-9135B3E82421}" destId="{C8D48E19-6E86-42A0-802F-53182353385E}" srcOrd="0" destOrd="0" parTransId="{06422ADF-B468-44A9-A134-658780154BC4}" sibTransId="{31D85145-673C-4458-AEDE-7BDE341126B4}"/>
    <dgm:cxn modelId="{CF2EF620-0C16-4C04-900E-8B34DFD90D54}" type="presOf" srcId="{54494CD8-D1A5-49A9-96BF-9135B3E82421}" destId="{670478BD-D0B5-461D-82E4-B3232CD0FE68}" srcOrd="0" destOrd="0" presId="urn:microsoft.com/office/officeart/2018/5/layout/CenteredIconLabelDescriptionList"/>
    <dgm:cxn modelId="{EB5EAA24-D007-4821-B2E9-E6D8914215D9}" type="presOf" srcId="{C7A72706-7896-4BE7-A644-82FEAC4AEBDC}" destId="{D79176DA-FE79-4EA3-A477-61FBE9387BE9}" srcOrd="0" destOrd="0" presId="urn:microsoft.com/office/officeart/2018/5/layout/CenteredIconLabelDescriptionList"/>
    <dgm:cxn modelId="{6D4EAF2A-CC3E-451D-BCB7-C3236B42A243}" type="presOf" srcId="{A17B2615-ED59-40F6-AA94-60655691D105}" destId="{D76707A2-FA8B-4BBC-8970-FE44DC246743}" srcOrd="0" destOrd="0" presId="urn:microsoft.com/office/officeart/2018/5/layout/CenteredIconLabelDescriptionList"/>
    <dgm:cxn modelId="{13DCC82C-CA3D-4277-8577-C6B74848A7A3}" srcId="{DF1B825E-022F-442E-A27F-F7EAC6AE4F0E}" destId="{1CA89F1D-799F-41D4-B3C6-3E5BE726E1EC}" srcOrd="1" destOrd="0" parTransId="{93E716B8-A644-4830-9CD4-1E119EB8AD28}" sibTransId="{A1BE2ECF-5624-49F9-92FC-6BB28950F6EE}"/>
    <dgm:cxn modelId="{80B96A31-4372-4237-99A2-F3B2E23F4868}" srcId="{838FD756-6555-48AF-8BDA-A2B4FEC389ED}" destId="{A17B2615-ED59-40F6-AA94-60655691D105}" srcOrd="0" destOrd="0" parTransId="{4765E849-9C49-4669-91C7-47CFC599D229}" sibTransId="{7E7DFAA7-F27C-42C1-9552-1078BEB8344E}"/>
    <dgm:cxn modelId="{B4ECEE32-74D9-4C1B-B7D2-D4F43F23FEF4}" srcId="{F0B95014-D987-40D3-9B75-E36FBF95A834}" destId="{1533125E-3F3B-438A-BAF7-B00351F73656}" srcOrd="0" destOrd="0" parTransId="{94995700-EBE8-4234-9315-D5602FD46B26}" sibTransId="{ED453F7F-C849-4FF0-9EB9-8E08476D2E27}"/>
    <dgm:cxn modelId="{19605436-F3CC-4E6C-908B-5730D3860557}" srcId="{A17B2615-ED59-40F6-AA94-60655691D105}" destId="{2750C912-973F-45C7-98D7-E3E9A60286CC}" srcOrd="0" destOrd="0" parTransId="{C5AA8F21-8989-48C7-9C92-BF03E2C0047A}" sibTransId="{650EA11C-7186-4D51-8BA9-3F4CCD7254DB}"/>
    <dgm:cxn modelId="{9EBB1E37-CB5E-4B00-833D-1F6F39B00327}" srcId="{838FD756-6555-48AF-8BDA-A2B4FEC389ED}" destId="{54494CD8-D1A5-49A9-96BF-9135B3E82421}" srcOrd="1" destOrd="0" parTransId="{DE7FF065-5A33-4BF8-9508-63353B541434}" sibTransId="{5859796F-FCB8-4E36-8D5A-240F542C6F51}"/>
    <dgm:cxn modelId="{8076695D-3848-45A9-8B69-C93D43EE03CD}" type="presOf" srcId="{69DF8E23-B766-4FB4-9EF0-AEB7884F83C3}" destId="{601A940E-A82E-4889-B7F5-28D99252C1B2}" srcOrd="0" destOrd="2" presId="urn:microsoft.com/office/officeart/2018/5/layout/CenteredIconLabelDescriptionList"/>
    <dgm:cxn modelId="{EC41E160-5C52-4273-877F-76315C491B1B}" srcId="{838FD756-6555-48AF-8BDA-A2B4FEC389ED}" destId="{F0B95014-D987-40D3-9B75-E36FBF95A834}" srcOrd="2" destOrd="0" parTransId="{C0A12D06-FE2F-4260-A14F-72C4208B597E}" sibTransId="{5F6089DD-FF2A-40BE-8ADD-94A9016ABF83}"/>
    <dgm:cxn modelId="{5E976641-0B80-4CD4-8687-5C66A4D7E566}" srcId="{DF1B825E-022F-442E-A27F-F7EAC6AE4F0E}" destId="{719AD401-8315-4C2B-8899-9D6DA79789F3}" srcOrd="2" destOrd="0" parTransId="{E0F03B92-D739-496B-84E8-2714C3EC294F}" sibTransId="{82FFEF86-6A1A-413B-A725-0A96E63C3048}"/>
    <dgm:cxn modelId="{6ED74A49-6D0A-4970-9BA5-E298A41EA4D8}" type="presOf" srcId="{1533125E-3F3B-438A-BAF7-B00351F73656}" destId="{61CF13A7-73F6-4AAB-B702-8A2DE2EF7A0B}" srcOrd="0" destOrd="0" presId="urn:microsoft.com/office/officeart/2018/5/layout/CenteredIconLabelDescriptionList"/>
    <dgm:cxn modelId="{051E054B-4EE6-4153-9156-EC16878789F6}" srcId="{F0B95014-D987-40D3-9B75-E36FBF95A834}" destId="{E3589486-56FE-408F-AB41-EC3DCBBD73B4}" srcOrd="1" destOrd="0" parTransId="{18FF1929-C208-40B9-BFAA-EEFCBAB9768C}" sibTransId="{3C276091-21FE-4342-99C8-0605AE91B2DC}"/>
    <dgm:cxn modelId="{B9CB2E6B-FE75-4524-A8A2-FF8A80378A47}" srcId="{05F6BE00-94BE-4672-AD6C-557E5903FB05}" destId="{43DE59F6-5659-4E5C-8C52-376D6E8EB58A}" srcOrd="1" destOrd="0" parTransId="{82E3FBC9-0F98-4954-BAE8-CAB40B974DA4}" sibTransId="{1A70709E-A977-4580-9EBB-9888A1620C33}"/>
    <dgm:cxn modelId="{45791756-BD35-464E-8E60-56EC1FB668B0}" type="presOf" srcId="{43DE59F6-5659-4E5C-8C52-376D6E8EB58A}" destId="{D79176DA-FE79-4EA3-A477-61FBE9387BE9}" srcOrd="0" destOrd="1" presId="urn:microsoft.com/office/officeart/2018/5/layout/CenteredIconLabelDescriptionList"/>
    <dgm:cxn modelId="{8C70E25A-D6D2-45EA-9DC9-BABBB56FD977}" type="presOf" srcId="{05F6BE00-94BE-4672-AD6C-557E5903FB05}" destId="{2CD3A83C-7CE4-4EAB-BAFA-8A0EF449AF17}" srcOrd="0" destOrd="0" presId="urn:microsoft.com/office/officeart/2018/5/layout/CenteredIconLabelDescriptionList"/>
    <dgm:cxn modelId="{E7767F7C-1478-451E-B789-233038A3E520}" srcId="{838FD756-6555-48AF-8BDA-A2B4FEC389ED}" destId="{DF1B825E-022F-442E-A27F-F7EAC6AE4F0E}" srcOrd="3" destOrd="0" parTransId="{18849BC1-7ACF-4A99-88F9-F56DF9EE1879}" sibTransId="{F0BFFA75-8782-487E-9DDA-CCCD149790AE}"/>
    <dgm:cxn modelId="{AF48AD9E-8618-461F-AA85-8A2FFF131C26}" type="presOf" srcId="{C8D48E19-6E86-42A0-802F-53182353385E}" destId="{EB2F5648-850A-4E63-A6C3-7B4B5A56CC94}" srcOrd="0" destOrd="0" presId="urn:microsoft.com/office/officeart/2018/5/layout/CenteredIconLabelDescriptionList"/>
    <dgm:cxn modelId="{F056F9A1-39F4-4A01-81BF-1866CA18B469}" srcId="{DF1B825E-022F-442E-A27F-F7EAC6AE4F0E}" destId="{79B2BA34-0543-4FAB-AD9E-B64D03E811C7}" srcOrd="0" destOrd="0" parTransId="{1B179995-C966-4AA1-A204-9AF25E58395E}" sibTransId="{C9DFA04C-5D62-4007-A9BA-8B95F9C17EDC}"/>
    <dgm:cxn modelId="{ACDE1DA7-6811-462D-BD23-13DBF700CC8D}" srcId="{54494CD8-D1A5-49A9-96BF-9135B3E82421}" destId="{C0B5BFD1-2B91-4134-91B1-4D3C769F82D7}" srcOrd="1" destOrd="0" parTransId="{CA92A46F-A782-40DA-86E2-FDF2E96FA6A9}" sibTransId="{5BD8BFD7-06F4-484F-9A18-929E7F9791A3}"/>
    <dgm:cxn modelId="{0E3463A8-C730-4A46-B72E-BA53A791FE97}" type="presOf" srcId="{F0B95014-D987-40D3-9B75-E36FBF95A834}" destId="{8284398C-4338-4F7C-BBFE-F311A1859230}" srcOrd="0" destOrd="0" presId="urn:microsoft.com/office/officeart/2018/5/layout/CenteredIconLabelDescriptionList"/>
    <dgm:cxn modelId="{7752FCB0-61C0-45B7-8DCC-679D33DA3ED6}" type="presOf" srcId="{838FD756-6555-48AF-8BDA-A2B4FEC389ED}" destId="{3C38234F-ACFE-4AD4-B6BB-C85FE9B417C7}" srcOrd="0" destOrd="0" presId="urn:microsoft.com/office/officeart/2018/5/layout/CenteredIconLabelDescriptionList"/>
    <dgm:cxn modelId="{C6B62CB1-2AFE-4E1A-9D12-005009DCBEF8}" type="presOf" srcId="{E3589486-56FE-408F-AB41-EC3DCBBD73B4}" destId="{61CF13A7-73F6-4AAB-B702-8A2DE2EF7A0B}" srcOrd="0" destOrd="1" presId="urn:microsoft.com/office/officeart/2018/5/layout/CenteredIconLabelDescriptionList"/>
    <dgm:cxn modelId="{F572B4B6-3E70-40D0-A7EC-06E8D6002F49}" srcId="{F0B95014-D987-40D3-9B75-E36FBF95A834}" destId="{7A33A668-E069-4C44-A35D-871F7A9DFB1F}" srcOrd="2" destOrd="0" parTransId="{18C28795-4BE8-4A89-BA21-DD4D92C88713}" sibTransId="{B29D205B-1A7F-4D68-BB34-C9C1C1776D93}"/>
    <dgm:cxn modelId="{08E864B8-BF84-45A5-AA87-1068F16D4BB1}" srcId="{838FD756-6555-48AF-8BDA-A2B4FEC389ED}" destId="{05F6BE00-94BE-4672-AD6C-557E5903FB05}" srcOrd="4" destOrd="0" parTransId="{DEF8FB07-DF5C-4F5A-B29F-6BA134140767}" sibTransId="{826A8D8C-DC91-495A-891B-797BF61237E3}"/>
    <dgm:cxn modelId="{FA3D72BC-2927-47F5-84A6-C49DCD01E5E2}" srcId="{A17B2615-ED59-40F6-AA94-60655691D105}" destId="{8486AB63-E7EC-4FE0-9844-93798D45B728}" srcOrd="1" destOrd="0" parTransId="{57CD82F5-A164-465E-A80A-D70D65646370}" sibTransId="{0D2AC0BD-9605-4554-9078-D667EB24897A}"/>
    <dgm:cxn modelId="{F13559BC-0AA3-43EB-815B-1F2EC2FB9AC4}" type="presOf" srcId="{79B2BA34-0543-4FAB-AD9E-B64D03E811C7}" destId="{EF1D50D5-57E6-44C1-B4B8-405F9C21999A}" srcOrd="0" destOrd="0" presId="urn:microsoft.com/office/officeart/2018/5/layout/CenteredIconLabelDescriptionList"/>
    <dgm:cxn modelId="{4FA4E6C3-ED43-410F-8DE0-A05E5A599962}" type="presOf" srcId="{C0B5BFD1-2B91-4134-91B1-4D3C769F82D7}" destId="{EB2F5648-850A-4E63-A6C3-7B4B5A56CC94}" srcOrd="0" destOrd="1" presId="urn:microsoft.com/office/officeart/2018/5/layout/CenteredIconLabelDescriptionList"/>
    <dgm:cxn modelId="{00BADFCD-F158-42CC-AFF6-821270F98133}" srcId="{05F6BE00-94BE-4672-AD6C-557E5903FB05}" destId="{C7A72706-7896-4BE7-A644-82FEAC4AEBDC}" srcOrd="0" destOrd="0" parTransId="{C02FDF6F-23D3-467A-842B-C62B2D25A370}" sibTransId="{8AD03DB4-4220-4C1A-B7D1-EA2B37CC3213}"/>
    <dgm:cxn modelId="{7FDFD8E6-8E21-4E1D-9CA4-76A5911BFA36}" type="presOf" srcId="{7A33A668-E069-4C44-A35D-871F7A9DFB1F}" destId="{61CF13A7-73F6-4AAB-B702-8A2DE2EF7A0B}" srcOrd="0" destOrd="2" presId="urn:microsoft.com/office/officeart/2018/5/layout/CenteredIconLabelDescriptionList"/>
    <dgm:cxn modelId="{25509AE9-3369-4360-B5B5-D8ABFD9CB17E}" type="presOf" srcId="{719AD401-8315-4C2B-8899-9D6DA79789F3}" destId="{EF1D50D5-57E6-44C1-B4B8-405F9C21999A}" srcOrd="0" destOrd="2" presId="urn:microsoft.com/office/officeart/2018/5/layout/CenteredIconLabelDescriptionList"/>
    <dgm:cxn modelId="{0D0811F3-371B-4C01-A0F6-0F15B30270D7}" type="presOf" srcId="{1CA89F1D-799F-41D4-B3C6-3E5BE726E1EC}" destId="{EF1D50D5-57E6-44C1-B4B8-405F9C21999A}" srcOrd="0" destOrd="1" presId="urn:microsoft.com/office/officeart/2018/5/layout/CenteredIconLabelDescriptionList"/>
    <dgm:cxn modelId="{3B5E28F9-CE8B-4F24-AED5-E9FAC6FABAD2}" srcId="{A17B2615-ED59-40F6-AA94-60655691D105}" destId="{69DF8E23-B766-4FB4-9EF0-AEB7884F83C3}" srcOrd="2" destOrd="0" parTransId="{B450AA3E-559D-4516-9610-78D5D018CF63}" sibTransId="{9961B7D7-A050-43A5-B3EE-7CB9C604BC2B}"/>
    <dgm:cxn modelId="{CF020FD6-6D11-486D-9ACA-193C4E50E5AE}" type="presParOf" srcId="{3C38234F-ACFE-4AD4-B6BB-C85FE9B417C7}" destId="{4A64FF86-62E8-485A-A48B-7D798D282AD1}" srcOrd="0" destOrd="0" presId="urn:microsoft.com/office/officeart/2018/5/layout/CenteredIconLabelDescriptionList"/>
    <dgm:cxn modelId="{596A478C-66BA-4401-A82F-79E11FBFFA3C}" type="presParOf" srcId="{4A64FF86-62E8-485A-A48B-7D798D282AD1}" destId="{DF42E31A-A12A-4BFB-AF1D-DDDC5FA796E1}" srcOrd="0" destOrd="0" presId="urn:microsoft.com/office/officeart/2018/5/layout/CenteredIconLabelDescriptionList"/>
    <dgm:cxn modelId="{0FE92208-1D39-4829-A703-C52E54164802}" type="presParOf" srcId="{4A64FF86-62E8-485A-A48B-7D798D282AD1}" destId="{59A04023-A132-4E41-B780-146D6FB27CC3}" srcOrd="1" destOrd="0" presId="urn:microsoft.com/office/officeart/2018/5/layout/CenteredIconLabelDescriptionList"/>
    <dgm:cxn modelId="{2C89DB14-4F99-4906-9E74-03E1D4248EB1}" type="presParOf" srcId="{4A64FF86-62E8-485A-A48B-7D798D282AD1}" destId="{D76707A2-FA8B-4BBC-8970-FE44DC246743}" srcOrd="2" destOrd="0" presId="urn:microsoft.com/office/officeart/2018/5/layout/CenteredIconLabelDescriptionList"/>
    <dgm:cxn modelId="{2715856A-56C6-4CEA-873A-09992AC90DDD}" type="presParOf" srcId="{4A64FF86-62E8-485A-A48B-7D798D282AD1}" destId="{B6E4128E-13DA-416C-AB71-81D9BBAF196F}" srcOrd="3" destOrd="0" presId="urn:microsoft.com/office/officeart/2018/5/layout/CenteredIconLabelDescriptionList"/>
    <dgm:cxn modelId="{7C884B78-C0F2-47B1-9C5E-C98D84F7F52E}" type="presParOf" srcId="{4A64FF86-62E8-485A-A48B-7D798D282AD1}" destId="{601A940E-A82E-4889-B7F5-28D99252C1B2}" srcOrd="4" destOrd="0" presId="urn:microsoft.com/office/officeart/2018/5/layout/CenteredIconLabelDescriptionList"/>
    <dgm:cxn modelId="{CDC0AAE6-0192-4FA6-8A7E-1D78A8F0E5B1}" type="presParOf" srcId="{3C38234F-ACFE-4AD4-B6BB-C85FE9B417C7}" destId="{CBAFB210-04B7-4C53-B84C-2D3D9A12A3CA}" srcOrd="1" destOrd="0" presId="urn:microsoft.com/office/officeart/2018/5/layout/CenteredIconLabelDescriptionList"/>
    <dgm:cxn modelId="{E7BE8A63-75FA-4CFC-B0B9-ED68E1530BE1}" type="presParOf" srcId="{3C38234F-ACFE-4AD4-B6BB-C85FE9B417C7}" destId="{A73F160F-62E5-4A2D-926B-C90324EB3395}" srcOrd="2" destOrd="0" presId="urn:microsoft.com/office/officeart/2018/5/layout/CenteredIconLabelDescriptionList"/>
    <dgm:cxn modelId="{043CE700-6F1A-43D0-8C10-B3D628A75BA3}" type="presParOf" srcId="{A73F160F-62E5-4A2D-926B-C90324EB3395}" destId="{D3C6BFA7-092D-46B7-B8B7-6A472B5D87F7}" srcOrd="0" destOrd="0" presId="urn:microsoft.com/office/officeart/2018/5/layout/CenteredIconLabelDescriptionList"/>
    <dgm:cxn modelId="{C0594E85-33AF-4FA4-9D7C-B906C6EB8F3D}" type="presParOf" srcId="{A73F160F-62E5-4A2D-926B-C90324EB3395}" destId="{7EB1121A-83C4-4A5E-8CFA-7122FE3A2228}" srcOrd="1" destOrd="0" presId="urn:microsoft.com/office/officeart/2018/5/layout/CenteredIconLabelDescriptionList"/>
    <dgm:cxn modelId="{B78930FB-B412-416A-B466-836F28DFAF40}" type="presParOf" srcId="{A73F160F-62E5-4A2D-926B-C90324EB3395}" destId="{670478BD-D0B5-461D-82E4-B3232CD0FE68}" srcOrd="2" destOrd="0" presId="urn:microsoft.com/office/officeart/2018/5/layout/CenteredIconLabelDescriptionList"/>
    <dgm:cxn modelId="{BEE3B05C-54AE-461D-877C-1CF931D2A20D}" type="presParOf" srcId="{A73F160F-62E5-4A2D-926B-C90324EB3395}" destId="{68CF915B-A88A-449A-B0FF-54B844AD3D5B}" srcOrd="3" destOrd="0" presId="urn:microsoft.com/office/officeart/2018/5/layout/CenteredIconLabelDescriptionList"/>
    <dgm:cxn modelId="{08EB95C9-4F82-4F23-9024-60E389CCE056}" type="presParOf" srcId="{A73F160F-62E5-4A2D-926B-C90324EB3395}" destId="{EB2F5648-850A-4E63-A6C3-7B4B5A56CC94}" srcOrd="4" destOrd="0" presId="urn:microsoft.com/office/officeart/2018/5/layout/CenteredIconLabelDescriptionList"/>
    <dgm:cxn modelId="{C3DCD06A-DE00-4959-9ADE-7F5B32EA5767}" type="presParOf" srcId="{3C38234F-ACFE-4AD4-B6BB-C85FE9B417C7}" destId="{20D2B843-BEF0-48EB-AFEC-0CBFAC9D6A4C}" srcOrd="3" destOrd="0" presId="urn:microsoft.com/office/officeart/2018/5/layout/CenteredIconLabelDescriptionList"/>
    <dgm:cxn modelId="{B52B00D9-08FE-476F-9B86-1E4588130FEB}" type="presParOf" srcId="{3C38234F-ACFE-4AD4-B6BB-C85FE9B417C7}" destId="{3291F341-EC4F-4C58-AEEF-FE18996B41DD}" srcOrd="4" destOrd="0" presId="urn:microsoft.com/office/officeart/2018/5/layout/CenteredIconLabelDescriptionList"/>
    <dgm:cxn modelId="{BD766437-2E36-48A9-BB42-D7305ADFD28A}" type="presParOf" srcId="{3291F341-EC4F-4C58-AEEF-FE18996B41DD}" destId="{B1421407-A50A-460F-957C-4234AF6EBCB3}" srcOrd="0" destOrd="0" presId="urn:microsoft.com/office/officeart/2018/5/layout/CenteredIconLabelDescriptionList"/>
    <dgm:cxn modelId="{A14CEE66-882C-4C6D-B052-96C8F98E57FF}" type="presParOf" srcId="{3291F341-EC4F-4C58-AEEF-FE18996B41DD}" destId="{B23B7DC5-39C6-477D-B3A5-7EF0359E91ED}" srcOrd="1" destOrd="0" presId="urn:microsoft.com/office/officeart/2018/5/layout/CenteredIconLabelDescriptionList"/>
    <dgm:cxn modelId="{02DC6D8A-BA6B-4B35-B069-0BF809E1A4B8}" type="presParOf" srcId="{3291F341-EC4F-4C58-AEEF-FE18996B41DD}" destId="{8284398C-4338-4F7C-BBFE-F311A1859230}" srcOrd="2" destOrd="0" presId="urn:microsoft.com/office/officeart/2018/5/layout/CenteredIconLabelDescriptionList"/>
    <dgm:cxn modelId="{81407EB9-65EF-4AC0-B4C5-25E9F3C55DF8}" type="presParOf" srcId="{3291F341-EC4F-4C58-AEEF-FE18996B41DD}" destId="{DDD308F8-0BAF-4962-A783-49A857C9F566}" srcOrd="3" destOrd="0" presId="urn:microsoft.com/office/officeart/2018/5/layout/CenteredIconLabelDescriptionList"/>
    <dgm:cxn modelId="{65C2978E-74DF-49A8-B378-466686B4697A}" type="presParOf" srcId="{3291F341-EC4F-4C58-AEEF-FE18996B41DD}" destId="{61CF13A7-73F6-4AAB-B702-8A2DE2EF7A0B}" srcOrd="4" destOrd="0" presId="urn:microsoft.com/office/officeart/2018/5/layout/CenteredIconLabelDescriptionList"/>
    <dgm:cxn modelId="{18AE33B0-0EC7-447A-B1D9-3D36F1EE3A43}" type="presParOf" srcId="{3C38234F-ACFE-4AD4-B6BB-C85FE9B417C7}" destId="{39083BC3-C9CC-48F3-B3DB-04471E97FA1E}" srcOrd="5" destOrd="0" presId="urn:microsoft.com/office/officeart/2018/5/layout/CenteredIconLabelDescriptionList"/>
    <dgm:cxn modelId="{FF4CCB5B-8B08-4436-B870-E477FF5C7934}" type="presParOf" srcId="{3C38234F-ACFE-4AD4-B6BB-C85FE9B417C7}" destId="{740DBE07-2A2C-4DEE-97D5-BDBB53532C97}" srcOrd="6" destOrd="0" presId="urn:microsoft.com/office/officeart/2018/5/layout/CenteredIconLabelDescriptionList"/>
    <dgm:cxn modelId="{E6A84D98-957A-4D1B-99B8-6E17F96433C8}" type="presParOf" srcId="{740DBE07-2A2C-4DEE-97D5-BDBB53532C97}" destId="{3E721980-6A1F-4F45-9EB9-12A457778782}" srcOrd="0" destOrd="0" presId="urn:microsoft.com/office/officeart/2018/5/layout/CenteredIconLabelDescriptionList"/>
    <dgm:cxn modelId="{BCB6A0C1-A717-4DA6-A3B2-4EF3A47B4CEC}" type="presParOf" srcId="{740DBE07-2A2C-4DEE-97D5-BDBB53532C97}" destId="{041B2C2E-2C46-41C9-9C25-6B405E071C5E}" srcOrd="1" destOrd="0" presId="urn:microsoft.com/office/officeart/2018/5/layout/CenteredIconLabelDescriptionList"/>
    <dgm:cxn modelId="{ED885F10-017A-4005-81C6-46AC9AE7A8E6}" type="presParOf" srcId="{740DBE07-2A2C-4DEE-97D5-BDBB53532C97}" destId="{FD311E4A-3A84-46D4-953F-66A16CFBF41D}" srcOrd="2" destOrd="0" presId="urn:microsoft.com/office/officeart/2018/5/layout/CenteredIconLabelDescriptionList"/>
    <dgm:cxn modelId="{5FB2E97F-850A-4B96-81D9-69F465BC549C}" type="presParOf" srcId="{740DBE07-2A2C-4DEE-97D5-BDBB53532C97}" destId="{239C94B9-ECEA-432B-A97F-0CD0BB05C68B}" srcOrd="3" destOrd="0" presId="urn:microsoft.com/office/officeart/2018/5/layout/CenteredIconLabelDescriptionList"/>
    <dgm:cxn modelId="{5C40E0B8-AA38-498D-AEC8-187E27EF363F}" type="presParOf" srcId="{740DBE07-2A2C-4DEE-97D5-BDBB53532C97}" destId="{EF1D50D5-57E6-44C1-B4B8-405F9C21999A}" srcOrd="4" destOrd="0" presId="urn:microsoft.com/office/officeart/2018/5/layout/CenteredIconLabelDescriptionList"/>
    <dgm:cxn modelId="{2E8B86E6-A0EA-44B3-99C3-7F4E1DE5E5FA}" type="presParOf" srcId="{3C38234F-ACFE-4AD4-B6BB-C85FE9B417C7}" destId="{20C6E726-33A3-4289-93F5-45FD320FB51D}" srcOrd="7" destOrd="0" presId="urn:microsoft.com/office/officeart/2018/5/layout/CenteredIconLabelDescriptionList"/>
    <dgm:cxn modelId="{DD6FAF4C-8198-4323-940F-6B352929A110}" type="presParOf" srcId="{3C38234F-ACFE-4AD4-B6BB-C85FE9B417C7}" destId="{0D693536-B4A7-4E20-89F5-69BDA7E804A4}" srcOrd="8" destOrd="0" presId="urn:microsoft.com/office/officeart/2018/5/layout/CenteredIconLabelDescriptionList"/>
    <dgm:cxn modelId="{99F7C8AD-8F65-4F45-A50F-E345E9FFDE35}" type="presParOf" srcId="{0D693536-B4A7-4E20-89F5-69BDA7E804A4}" destId="{C949B6BA-FDF5-4EC0-8111-855DA9234F5B}" srcOrd="0" destOrd="0" presId="urn:microsoft.com/office/officeart/2018/5/layout/CenteredIconLabelDescriptionList"/>
    <dgm:cxn modelId="{C07E0C39-17C8-42F5-B5D0-B4F30C35B9D1}" type="presParOf" srcId="{0D693536-B4A7-4E20-89F5-69BDA7E804A4}" destId="{BA34538C-C1D6-4F9C-B335-6C563FA1B7EB}" srcOrd="1" destOrd="0" presId="urn:microsoft.com/office/officeart/2018/5/layout/CenteredIconLabelDescriptionList"/>
    <dgm:cxn modelId="{00F5909B-C513-4E56-9699-6AC70951E28D}" type="presParOf" srcId="{0D693536-B4A7-4E20-89F5-69BDA7E804A4}" destId="{2CD3A83C-7CE4-4EAB-BAFA-8A0EF449AF17}" srcOrd="2" destOrd="0" presId="urn:microsoft.com/office/officeart/2018/5/layout/CenteredIconLabelDescriptionList"/>
    <dgm:cxn modelId="{214EE736-5724-4261-A3DC-65AA9B934DD7}" type="presParOf" srcId="{0D693536-B4A7-4E20-89F5-69BDA7E804A4}" destId="{647C5201-896B-4E16-BE94-2D651237A431}" srcOrd="3" destOrd="0" presId="urn:microsoft.com/office/officeart/2018/5/layout/CenteredIconLabelDescriptionList"/>
    <dgm:cxn modelId="{12388E85-EE71-4B53-A83B-7ACB4F467F28}" type="presParOf" srcId="{0D693536-B4A7-4E20-89F5-69BDA7E804A4}" destId="{D79176DA-FE79-4EA3-A477-61FBE9387BE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8.xml><?xml version="1.0" encoding="utf-8"?>
<dgm:dataModel xmlns:dgm="http://schemas.openxmlformats.org/drawingml/2006/diagram" xmlns:a="http://schemas.openxmlformats.org/drawingml/2006/main">
  <dgm:ptLst>
    <dgm:pt modelId="{B56EFF07-F619-44CF-9BAA-6C7D336F542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C39B30A5-73B7-415C-B676-12BF6CB400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Your opinion</a:t>
          </a:r>
        </a:p>
      </dgm:t>
    </dgm:pt>
    <dgm:pt modelId="{64B03A6B-5C2C-450A-9F2E-2FC84E9A4BE3}" type="parTrans" cxnId="{24B9AC7B-4026-46FA-8EAB-EA72A6A5F2DB}">
      <dgm:prSet/>
      <dgm:spPr/>
      <dgm:t>
        <a:bodyPr/>
        <a:lstStyle/>
        <a:p>
          <a:endParaRPr lang="tr-TR"/>
        </a:p>
      </dgm:t>
    </dgm:pt>
    <dgm:pt modelId="{52881BA2-E7AE-42C4-94D6-6579828C2B87}" type="sibTrans" cxnId="{24B9AC7B-4026-46FA-8EAB-EA72A6A5F2DB}">
      <dgm:prSet/>
      <dgm:spPr/>
      <dgm:t>
        <a:bodyPr/>
        <a:lstStyle/>
        <a:p>
          <a:endParaRPr lang="tr-TR"/>
        </a:p>
      </dgm:t>
    </dgm:pt>
    <dgm:pt modelId="{8841368A-36B1-48FC-A2A5-5D1EB73812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Challenging</a:t>
          </a:r>
        </a:p>
      </dgm:t>
    </dgm:pt>
    <dgm:pt modelId="{E54B16FF-61D9-47D5-ABE3-235F1A0D04A3}" type="parTrans" cxnId="{7F6132E2-89E3-4DDC-9C9D-176A50345F17}">
      <dgm:prSet/>
      <dgm:spPr/>
      <dgm:t>
        <a:bodyPr/>
        <a:lstStyle/>
        <a:p>
          <a:endParaRPr lang="tr-TR"/>
        </a:p>
      </dgm:t>
    </dgm:pt>
    <dgm:pt modelId="{4DB2FC51-182E-41E0-8584-5BB6B1D5B605}" type="sibTrans" cxnId="{7F6132E2-89E3-4DDC-9C9D-176A50345F17}">
      <dgm:prSet/>
      <dgm:spPr/>
      <dgm:t>
        <a:bodyPr/>
        <a:lstStyle/>
        <a:p>
          <a:endParaRPr lang="tr-TR"/>
        </a:p>
      </dgm:t>
    </dgm:pt>
    <dgm:pt modelId="{0849733B-2445-43CF-AD92-CD3266E42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Clarification</a:t>
          </a:r>
        </a:p>
      </dgm:t>
    </dgm:pt>
    <dgm:pt modelId="{3BD14DE0-CED7-4B8C-B815-ED18A6A9F9AD}" type="parTrans" cxnId="{846B5234-B264-4DB9-930B-B894DFBCFBB6}">
      <dgm:prSet/>
      <dgm:spPr/>
      <dgm:t>
        <a:bodyPr/>
        <a:lstStyle/>
        <a:p>
          <a:endParaRPr lang="tr-TR"/>
        </a:p>
      </dgm:t>
    </dgm:pt>
    <dgm:pt modelId="{6F437F73-7249-423F-A6B6-08814B24D355}" type="sibTrans" cxnId="{846B5234-B264-4DB9-930B-B894DFBCFBB6}">
      <dgm:prSet/>
      <dgm:spPr/>
      <dgm:t>
        <a:bodyPr/>
        <a:lstStyle/>
        <a:p>
          <a:endParaRPr lang="tr-TR"/>
        </a:p>
      </dgm:t>
    </dgm:pt>
    <dgm:pt modelId="{732EB7B2-2BCB-44B9-95EB-32AEB4DF1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Critical issue</a:t>
          </a:r>
        </a:p>
      </dgm:t>
    </dgm:pt>
    <dgm:pt modelId="{8CE98A37-CA36-4F01-A7EC-15B7D03350F8}" type="parTrans" cxnId="{AEBA1F83-A57A-41DC-8471-30B2A81DE615}">
      <dgm:prSet/>
      <dgm:spPr/>
      <dgm:t>
        <a:bodyPr/>
        <a:lstStyle/>
        <a:p>
          <a:endParaRPr lang="tr-TR"/>
        </a:p>
      </dgm:t>
    </dgm:pt>
    <dgm:pt modelId="{6AFEBCBB-C74E-4589-962E-49FB4A9948F4}" type="sibTrans" cxnId="{AEBA1F83-A57A-41DC-8471-30B2A81DE615}">
      <dgm:prSet/>
      <dgm:spPr/>
      <dgm:t>
        <a:bodyPr/>
        <a:lstStyle/>
        <a:p>
          <a:endParaRPr lang="tr-TR"/>
        </a:p>
      </dgm:t>
    </dgm:pt>
    <dgm:pt modelId="{0C44AAE8-30E4-46E9-ABB1-7C04744FE1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do you think on this chapter?</a:t>
          </a:r>
          <a:endParaRPr lang="tr-TR"/>
        </a:p>
      </dgm:t>
    </dgm:pt>
    <dgm:pt modelId="{2D00B61B-145C-45FB-B68B-07C28FE7D437}" type="parTrans" cxnId="{E083FBEB-65BE-4ED8-B591-E6E52AF361FD}">
      <dgm:prSet/>
      <dgm:spPr/>
      <dgm:t>
        <a:bodyPr/>
        <a:lstStyle/>
        <a:p>
          <a:endParaRPr lang="tr-TR"/>
        </a:p>
      </dgm:t>
    </dgm:pt>
    <dgm:pt modelId="{DBEFD1DD-AEF4-4349-B4A8-A82A54C69C58}" type="sibTrans" cxnId="{E083FBEB-65BE-4ED8-B591-E6E52AF361FD}">
      <dgm:prSet/>
      <dgm:spPr/>
      <dgm:t>
        <a:bodyPr/>
        <a:lstStyle/>
        <a:p>
          <a:endParaRPr lang="tr-TR"/>
        </a:p>
      </dgm:t>
    </dgm:pt>
    <dgm:pt modelId="{051E10DC-E74A-4906-8F74-B1A3B09A1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most interesting point?</a:t>
          </a:r>
          <a:endParaRPr lang="tr-TR"/>
        </a:p>
      </dgm:t>
    </dgm:pt>
    <dgm:pt modelId="{402AF6CE-A044-4123-8ABD-7A77874723CD}" type="parTrans" cxnId="{F818F593-C936-45B8-AA4C-740B26E81D16}">
      <dgm:prSet/>
      <dgm:spPr/>
      <dgm:t>
        <a:bodyPr/>
        <a:lstStyle/>
        <a:p>
          <a:endParaRPr lang="tr-TR"/>
        </a:p>
      </dgm:t>
    </dgm:pt>
    <dgm:pt modelId="{580C0F77-AD2B-4079-9F03-CC28D940F8E3}" type="sibTrans" cxnId="{F818F593-C936-45B8-AA4C-740B26E81D16}">
      <dgm:prSet/>
      <dgm:spPr/>
      <dgm:t>
        <a:bodyPr/>
        <a:lstStyle/>
        <a:p>
          <a:endParaRPr lang="tr-TR"/>
        </a:p>
      </dgm:t>
    </dgm:pt>
    <dgm:pt modelId="{E5389173-720E-4683-BC63-1EF88F29E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unclarified points?</a:t>
          </a:r>
          <a:endParaRPr lang="tr-TR"/>
        </a:p>
      </dgm:t>
    </dgm:pt>
    <dgm:pt modelId="{34DF1CA1-71D7-4667-99B4-00390D793BD4}" type="parTrans" cxnId="{6A7DCE53-D748-4B65-A773-407BB0F445D3}">
      <dgm:prSet/>
      <dgm:spPr/>
      <dgm:t>
        <a:bodyPr/>
        <a:lstStyle/>
        <a:p>
          <a:endParaRPr lang="tr-TR"/>
        </a:p>
      </dgm:t>
    </dgm:pt>
    <dgm:pt modelId="{7BDB82B9-CAD6-46EA-AC0B-F9A469F62595}" type="sibTrans" cxnId="{6A7DCE53-D748-4B65-A773-407BB0F445D3}">
      <dgm:prSet/>
      <dgm:spPr/>
      <dgm:t>
        <a:bodyPr/>
        <a:lstStyle/>
        <a:p>
          <a:endParaRPr lang="tr-TR"/>
        </a:p>
      </dgm:t>
    </dgm:pt>
    <dgm:pt modelId="{8F873442-61B3-4E56-B25A-2ECB6D315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and explain a critical issu in this chapter</a:t>
          </a:r>
          <a:endParaRPr lang="tr-TR"/>
        </a:p>
      </dgm:t>
    </dgm:pt>
    <dgm:pt modelId="{8F228638-2AFD-4BEB-B25E-4627DD3D305C}" type="parTrans" cxnId="{27B8C1B9-5A76-450D-8397-E3BE45F16056}">
      <dgm:prSet/>
      <dgm:spPr/>
      <dgm:t>
        <a:bodyPr/>
        <a:lstStyle/>
        <a:p>
          <a:endParaRPr lang="tr-TR"/>
        </a:p>
      </dgm:t>
    </dgm:pt>
    <dgm:pt modelId="{C60EE264-730D-426A-A73E-2BB71EF85F8D}" type="sibTrans" cxnId="{27B8C1B9-5A76-450D-8397-E3BE45F16056}">
      <dgm:prSet/>
      <dgm:spPr/>
      <dgm:t>
        <a:bodyPr/>
        <a:lstStyle/>
        <a:p>
          <a:endParaRPr lang="tr-TR"/>
        </a:p>
      </dgm:t>
    </dgm:pt>
    <dgm:pt modelId="{F6E6DCCC-F1D7-4CD3-BC1E-9F1C3BB99CC5}" type="pres">
      <dgm:prSet presAssocID="{B56EFF07-F619-44CF-9BAA-6C7D336F5420}" presName="root" presStyleCnt="0">
        <dgm:presLayoutVars>
          <dgm:dir/>
          <dgm:resizeHandles val="exact"/>
        </dgm:presLayoutVars>
      </dgm:prSet>
      <dgm:spPr/>
    </dgm:pt>
    <dgm:pt modelId="{82C93A11-5434-43F5-AF34-F358B3E1417A}" type="pres">
      <dgm:prSet presAssocID="{C39B30A5-73B7-415C-B676-12BF6CB4007C}" presName="compNode" presStyleCnt="0"/>
      <dgm:spPr/>
    </dgm:pt>
    <dgm:pt modelId="{21342365-8139-44CC-9018-0EC0A6E492F0}" type="pres">
      <dgm:prSet presAssocID="{C39B30A5-73B7-415C-B676-12BF6CB400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1A5523A-49C6-40F6-AD18-5C8ED26D05B4}" type="pres">
      <dgm:prSet presAssocID="{C39B30A5-73B7-415C-B676-12BF6CB4007C}" presName="iconSpace" presStyleCnt="0"/>
      <dgm:spPr/>
    </dgm:pt>
    <dgm:pt modelId="{DEA29564-C127-45C9-84FD-FB0D6745C519}" type="pres">
      <dgm:prSet presAssocID="{C39B30A5-73B7-415C-B676-12BF6CB4007C}" presName="parTx" presStyleLbl="revTx" presStyleIdx="0" presStyleCnt="8">
        <dgm:presLayoutVars>
          <dgm:chMax val="0"/>
          <dgm:chPref val="0"/>
        </dgm:presLayoutVars>
      </dgm:prSet>
      <dgm:spPr/>
    </dgm:pt>
    <dgm:pt modelId="{D0399131-81C3-4377-AE9C-B8549CB6F41E}" type="pres">
      <dgm:prSet presAssocID="{C39B30A5-73B7-415C-B676-12BF6CB4007C}" presName="txSpace" presStyleCnt="0"/>
      <dgm:spPr/>
    </dgm:pt>
    <dgm:pt modelId="{7EDEF049-F1A9-4E28-B579-BFFC13E86FAC}" type="pres">
      <dgm:prSet presAssocID="{C39B30A5-73B7-415C-B676-12BF6CB4007C}" presName="desTx" presStyleLbl="revTx" presStyleIdx="1" presStyleCnt="8">
        <dgm:presLayoutVars/>
      </dgm:prSet>
      <dgm:spPr/>
    </dgm:pt>
    <dgm:pt modelId="{64CB4BFC-63C6-4E37-928A-8709BE462918}" type="pres">
      <dgm:prSet presAssocID="{52881BA2-E7AE-42C4-94D6-6579828C2B87}" presName="sibTrans" presStyleCnt="0"/>
      <dgm:spPr/>
    </dgm:pt>
    <dgm:pt modelId="{112265CF-F005-4F97-AFA2-A4862E75FDB9}" type="pres">
      <dgm:prSet presAssocID="{8841368A-36B1-48FC-A2A5-5D1EB7381265}" presName="compNode" presStyleCnt="0"/>
      <dgm:spPr/>
    </dgm:pt>
    <dgm:pt modelId="{5E8F8A7A-9490-44FC-A7E8-40D0F10C7CCC}" type="pres">
      <dgm:prSet presAssocID="{8841368A-36B1-48FC-A2A5-5D1EB7381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FDCA40F-6985-40F1-BA7F-D3407B367D32}" type="pres">
      <dgm:prSet presAssocID="{8841368A-36B1-48FC-A2A5-5D1EB7381265}" presName="iconSpace" presStyleCnt="0"/>
      <dgm:spPr/>
    </dgm:pt>
    <dgm:pt modelId="{B3186365-AB58-491B-A0A1-62063495E1FB}" type="pres">
      <dgm:prSet presAssocID="{8841368A-36B1-48FC-A2A5-5D1EB7381265}" presName="parTx" presStyleLbl="revTx" presStyleIdx="2" presStyleCnt="8">
        <dgm:presLayoutVars>
          <dgm:chMax val="0"/>
          <dgm:chPref val="0"/>
        </dgm:presLayoutVars>
      </dgm:prSet>
      <dgm:spPr/>
    </dgm:pt>
    <dgm:pt modelId="{169BFA6B-D171-499C-9118-A72B394E41E4}" type="pres">
      <dgm:prSet presAssocID="{8841368A-36B1-48FC-A2A5-5D1EB7381265}" presName="txSpace" presStyleCnt="0"/>
      <dgm:spPr/>
    </dgm:pt>
    <dgm:pt modelId="{503F28B4-419F-4189-8EF1-3AAA5AC2C057}" type="pres">
      <dgm:prSet presAssocID="{8841368A-36B1-48FC-A2A5-5D1EB7381265}" presName="desTx" presStyleLbl="revTx" presStyleIdx="3" presStyleCnt="8">
        <dgm:presLayoutVars/>
      </dgm:prSet>
      <dgm:spPr/>
    </dgm:pt>
    <dgm:pt modelId="{F2AB4FB1-D57C-4C08-8C82-D2BE1613797F}" type="pres">
      <dgm:prSet presAssocID="{4DB2FC51-182E-41E0-8584-5BB6B1D5B605}" presName="sibTrans" presStyleCnt="0"/>
      <dgm:spPr/>
    </dgm:pt>
    <dgm:pt modelId="{775C5914-16C8-429B-A5E7-4D1D04248368}" type="pres">
      <dgm:prSet presAssocID="{0849733B-2445-43CF-AD92-CD3266E42B5C}" presName="compNode" presStyleCnt="0"/>
      <dgm:spPr/>
    </dgm:pt>
    <dgm:pt modelId="{0D1F16E1-001C-4F4B-B5B5-C8F578729E73}" type="pres">
      <dgm:prSet presAssocID="{0849733B-2445-43CF-AD92-CD3266E42B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C830D53-6C14-4FE9-82C9-6FCCFA0EA126}" type="pres">
      <dgm:prSet presAssocID="{0849733B-2445-43CF-AD92-CD3266E42B5C}" presName="iconSpace" presStyleCnt="0"/>
      <dgm:spPr/>
    </dgm:pt>
    <dgm:pt modelId="{3365F64B-08E0-451E-8E23-DCA274503F61}" type="pres">
      <dgm:prSet presAssocID="{0849733B-2445-43CF-AD92-CD3266E42B5C}" presName="parTx" presStyleLbl="revTx" presStyleIdx="4" presStyleCnt="8">
        <dgm:presLayoutVars>
          <dgm:chMax val="0"/>
          <dgm:chPref val="0"/>
        </dgm:presLayoutVars>
      </dgm:prSet>
      <dgm:spPr/>
    </dgm:pt>
    <dgm:pt modelId="{96FD95E1-8664-477F-868B-96E4705D05DE}" type="pres">
      <dgm:prSet presAssocID="{0849733B-2445-43CF-AD92-CD3266E42B5C}" presName="txSpace" presStyleCnt="0"/>
      <dgm:spPr/>
    </dgm:pt>
    <dgm:pt modelId="{6D129A52-35D1-46AF-B09A-DCBC4FE80DBE}" type="pres">
      <dgm:prSet presAssocID="{0849733B-2445-43CF-AD92-CD3266E42B5C}" presName="desTx" presStyleLbl="revTx" presStyleIdx="5" presStyleCnt="8">
        <dgm:presLayoutVars/>
      </dgm:prSet>
      <dgm:spPr/>
    </dgm:pt>
    <dgm:pt modelId="{7F2ABB1B-5674-4600-AF83-D3412F44C875}" type="pres">
      <dgm:prSet presAssocID="{6F437F73-7249-423F-A6B6-08814B24D355}" presName="sibTrans" presStyleCnt="0"/>
      <dgm:spPr/>
    </dgm:pt>
    <dgm:pt modelId="{832D3AE9-724C-4C7F-9316-F0226612D743}" type="pres">
      <dgm:prSet presAssocID="{732EB7B2-2BCB-44B9-95EB-32AEB4DF1799}" presName="compNode" presStyleCnt="0"/>
      <dgm:spPr/>
    </dgm:pt>
    <dgm:pt modelId="{5C86ECA9-317D-4F01-A593-EB77CE907331}" type="pres">
      <dgm:prSet presAssocID="{732EB7B2-2BCB-44B9-95EB-32AEB4DF1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242B411-8FD6-4360-8C8E-E817B6B95DB1}" type="pres">
      <dgm:prSet presAssocID="{732EB7B2-2BCB-44B9-95EB-32AEB4DF1799}" presName="iconSpace" presStyleCnt="0"/>
      <dgm:spPr/>
    </dgm:pt>
    <dgm:pt modelId="{82A97F6A-D049-4802-804D-F4BD9FCB5565}" type="pres">
      <dgm:prSet presAssocID="{732EB7B2-2BCB-44B9-95EB-32AEB4DF1799}" presName="parTx" presStyleLbl="revTx" presStyleIdx="6" presStyleCnt="8">
        <dgm:presLayoutVars>
          <dgm:chMax val="0"/>
          <dgm:chPref val="0"/>
        </dgm:presLayoutVars>
      </dgm:prSet>
      <dgm:spPr/>
    </dgm:pt>
    <dgm:pt modelId="{28FF8D36-55EC-4516-9076-31C7930C6CF9}" type="pres">
      <dgm:prSet presAssocID="{732EB7B2-2BCB-44B9-95EB-32AEB4DF1799}" presName="txSpace" presStyleCnt="0"/>
      <dgm:spPr/>
    </dgm:pt>
    <dgm:pt modelId="{2295EE30-76A9-431A-BE94-B9A9D43B841E}" type="pres">
      <dgm:prSet presAssocID="{732EB7B2-2BCB-44B9-95EB-32AEB4DF1799}" presName="desTx" presStyleLbl="revTx" presStyleIdx="7" presStyleCnt="8">
        <dgm:presLayoutVars/>
      </dgm:prSet>
      <dgm:spPr/>
    </dgm:pt>
  </dgm:ptLst>
  <dgm:cxnLst>
    <dgm:cxn modelId="{5C066B05-1418-4D2B-B050-D86AE53DE4F7}" type="presOf" srcId="{8F873442-61B3-4E56-B25A-2ECB6D315DD7}" destId="{2295EE30-76A9-431A-BE94-B9A9D43B841E}" srcOrd="0" destOrd="0" presId="urn:microsoft.com/office/officeart/2018/2/layout/IconLabelDescriptionList"/>
    <dgm:cxn modelId="{A319A30E-2852-4FF6-B748-FFC2BABDC6E1}" type="presOf" srcId="{E5389173-720E-4683-BC63-1EF88F29E563}" destId="{6D129A52-35D1-46AF-B09A-DCBC4FE80DBE}" srcOrd="0" destOrd="0" presId="urn:microsoft.com/office/officeart/2018/2/layout/IconLabelDescriptionList"/>
    <dgm:cxn modelId="{A99AE80F-985E-4919-BEA1-678DF689D54B}" type="presOf" srcId="{C39B30A5-73B7-415C-B676-12BF6CB4007C}" destId="{DEA29564-C127-45C9-84FD-FB0D6745C519}" srcOrd="0" destOrd="0" presId="urn:microsoft.com/office/officeart/2018/2/layout/IconLabelDescriptionList"/>
    <dgm:cxn modelId="{CE077826-4BBA-4E22-8C9D-13B938B3C45E}" type="presOf" srcId="{0C44AAE8-30E4-46E9-ABB1-7C04744FE14C}" destId="{7EDEF049-F1A9-4E28-B579-BFFC13E86FAC}" srcOrd="0" destOrd="0" presId="urn:microsoft.com/office/officeart/2018/2/layout/IconLabelDescriptionList"/>
    <dgm:cxn modelId="{846B5234-B264-4DB9-930B-B894DFBCFBB6}" srcId="{B56EFF07-F619-44CF-9BAA-6C7D336F5420}" destId="{0849733B-2445-43CF-AD92-CD3266E42B5C}" srcOrd="2" destOrd="0" parTransId="{3BD14DE0-CED7-4B8C-B815-ED18A6A9F9AD}" sibTransId="{6F437F73-7249-423F-A6B6-08814B24D355}"/>
    <dgm:cxn modelId="{690B1539-9912-4CAE-891E-1C3783FEF98E}" type="presOf" srcId="{0849733B-2445-43CF-AD92-CD3266E42B5C}" destId="{3365F64B-08E0-451E-8E23-DCA274503F61}" srcOrd="0" destOrd="0" presId="urn:microsoft.com/office/officeart/2018/2/layout/IconLabelDescriptionList"/>
    <dgm:cxn modelId="{5B65AB3C-BF3B-4DB8-8827-440E20737F5C}" type="presOf" srcId="{732EB7B2-2BCB-44B9-95EB-32AEB4DF1799}" destId="{82A97F6A-D049-4802-804D-F4BD9FCB5565}" srcOrd="0" destOrd="0" presId="urn:microsoft.com/office/officeart/2018/2/layout/IconLabelDescriptionList"/>
    <dgm:cxn modelId="{F39B6E61-FFDE-46B5-9480-ACE5B6C4CDAA}" type="presOf" srcId="{B56EFF07-F619-44CF-9BAA-6C7D336F5420}" destId="{F6E6DCCC-F1D7-4CD3-BC1E-9F1C3BB99CC5}" srcOrd="0" destOrd="0" presId="urn:microsoft.com/office/officeart/2018/2/layout/IconLabelDescriptionList"/>
    <dgm:cxn modelId="{AE41D452-CF30-4E5B-AA27-DE864E4A71AC}" type="presOf" srcId="{051E10DC-E74A-4906-8F74-B1A3B09A1930}" destId="{503F28B4-419F-4189-8EF1-3AAA5AC2C057}" srcOrd="0" destOrd="0" presId="urn:microsoft.com/office/officeart/2018/2/layout/IconLabelDescriptionList"/>
    <dgm:cxn modelId="{6A7DCE53-D748-4B65-A773-407BB0F445D3}" srcId="{0849733B-2445-43CF-AD92-CD3266E42B5C}" destId="{E5389173-720E-4683-BC63-1EF88F29E563}" srcOrd="0" destOrd="0" parTransId="{34DF1CA1-71D7-4667-99B4-00390D793BD4}" sibTransId="{7BDB82B9-CAD6-46EA-AC0B-F9A469F62595}"/>
    <dgm:cxn modelId="{24B9AC7B-4026-46FA-8EAB-EA72A6A5F2DB}" srcId="{B56EFF07-F619-44CF-9BAA-6C7D336F5420}" destId="{C39B30A5-73B7-415C-B676-12BF6CB4007C}" srcOrd="0" destOrd="0" parTransId="{64B03A6B-5C2C-450A-9F2E-2FC84E9A4BE3}" sibTransId="{52881BA2-E7AE-42C4-94D6-6579828C2B87}"/>
    <dgm:cxn modelId="{AEBA1F83-A57A-41DC-8471-30B2A81DE615}" srcId="{B56EFF07-F619-44CF-9BAA-6C7D336F5420}" destId="{732EB7B2-2BCB-44B9-95EB-32AEB4DF1799}" srcOrd="3" destOrd="0" parTransId="{8CE98A37-CA36-4F01-A7EC-15B7D03350F8}" sibTransId="{6AFEBCBB-C74E-4589-962E-49FB4A9948F4}"/>
    <dgm:cxn modelId="{F818F593-C936-45B8-AA4C-740B26E81D16}" srcId="{8841368A-36B1-48FC-A2A5-5D1EB7381265}" destId="{051E10DC-E74A-4906-8F74-B1A3B09A1930}" srcOrd="0" destOrd="0" parTransId="{402AF6CE-A044-4123-8ABD-7A77874723CD}" sibTransId="{580C0F77-AD2B-4079-9F03-CC28D940F8E3}"/>
    <dgm:cxn modelId="{0B73749B-8F2E-4EF8-ABED-5B8B3A199172}" type="presOf" srcId="{8841368A-36B1-48FC-A2A5-5D1EB7381265}" destId="{B3186365-AB58-491B-A0A1-62063495E1FB}" srcOrd="0" destOrd="0" presId="urn:microsoft.com/office/officeart/2018/2/layout/IconLabelDescriptionList"/>
    <dgm:cxn modelId="{27B8C1B9-5A76-450D-8397-E3BE45F16056}" srcId="{732EB7B2-2BCB-44B9-95EB-32AEB4DF1799}" destId="{8F873442-61B3-4E56-B25A-2ECB6D315DD7}" srcOrd="0" destOrd="0" parTransId="{8F228638-2AFD-4BEB-B25E-4627DD3D305C}" sibTransId="{C60EE264-730D-426A-A73E-2BB71EF85F8D}"/>
    <dgm:cxn modelId="{7F6132E2-89E3-4DDC-9C9D-176A50345F17}" srcId="{B56EFF07-F619-44CF-9BAA-6C7D336F5420}" destId="{8841368A-36B1-48FC-A2A5-5D1EB7381265}" srcOrd="1" destOrd="0" parTransId="{E54B16FF-61D9-47D5-ABE3-235F1A0D04A3}" sibTransId="{4DB2FC51-182E-41E0-8584-5BB6B1D5B605}"/>
    <dgm:cxn modelId="{E083FBEB-65BE-4ED8-B591-E6E52AF361FD}" srcId="{C39B30A5-73B7-415C-B676-12BF6CB4007C}" destId="{0C44AAE8-30E4-46E9-ABB1-7C04744FE14C}" srcOrd="0" destOrd="0" parTransId="{2D00B61B-145C-45FB-B68B-07C28FE7D437}" sibTransId="{DBEFD1DD-AEF4-4349-B4A8-A82A54C69C58}"/>
    <dgm:cxn modelId="{646B6BAD-4B36-4E97-9CAC-6A921C880097}" type="presParOf" srcId="{F6E6DCCC-F1D7-4CD3-BC1E-9F1C3BB99CC5}" destId="{82C93A11-5434-43F5-AF34-F358B3E1417A}" srcOrd="0" destOrd="0" presId="urn:microsoft.com/office/officeart/2018/2/layout/IconLabelDescriptionList"/>
    <dgm:cxn modelId="{BDF7FF8A-AAFE-4EEA-A3C5-A6023F785BC4}" type="presParOf" srcId="{82C93A11-5434-43F5-AF34-F358B3E1417A}" destId="{21342365-8139-44CC-9018-0EC0A6E492F0}" srcOrd="0" destOrd="0" presId="urn:microsoft.com/office/officeart/2018/2/layout/IconLabelDescriptionList"/>
    <dgm:cxn modelId="{FF887E34-9868-4C50-AB5E-FF1B689B4232}" type="presParOf" srcId="{82C93A11-5434-43F5-AF34-F358B3E1417A}" destId="{41A5523A-49C6-40F6-AD18-5C8ED26D05B4}" srcOrd="1" destOrd="0" presId="urn:microsoft.com/office/officeart/2018/2/layout/IconLabelDescriptionList"/>
    <dgm:cxn modelId="{5811DDAF-6A25-4B4A-B4D8-6F392EBC09BB}" type="presParOf" srcId="{82C93A11-5434-43F5-AF34-F358B3E1417A}" destId="{DEA29564-C127-45C9-84FD-FB0D6745C519}" srcOrd="2" destOrd="0" presId="urn:microsoft.com/office/officeart/2018/2/layout/IconLabelDescriptionList"/>
    <dgm:cxn modelId="{624190FB-1942-46C7-A7EA-EFACC778BFA4}" type="presParOf" srcId="{82C93A11-5434-43F5-AF34-F358B3E1417A}" destId="{D0399131-81C3-4377-AE9C-B8549CB6F41E}" srcOrd="3" destOrd="0" presId="urn:microsoft.com/office/officeart/2018/2/layout/IconLabelDescriptionList"/>
    <dgm:cxn modelId="{7354A42D-EF4F-42E5-BC24-AC96059ECD7E}" type="presParOf" srcId="{82C93A11-5434-43F5-AF34-F358B3E1417A}" destId="{7EDEF049-F1A9-4E28-B579-BFFC13E86FAC}" srcOrd="4" destOrd="0" presId="urn:microsoft.com/office/officeart/2018/2/layout/IconLabelDescriptionList"/>
    <dgm:cxn modelId="{D5CBAAD7-59B5-4F29-92EC-D3339A36505F}" type="presParOf" srcId="{F6E6DCCC-F1D7-4CD3-BC1E-9F1C3BB99CC5}" destId="{64CB4BFC-63C6-4E37-928A-8709BE462918}" srcOrd="1" destOrd="0" presId="urn:microsoft.com/office/officeart/2018/2/layout/IconLabelDescriptionList"/>
    <dgm:cxn modelId="{6597CB6D-66F7-4F3C-AEBE-F8BE9BAACC2B}" type="presParOf" srcId="{F6E6DCCC-F1D7-4CD3-BC1E-9F1C3BB99CC5}" destId="{112265CF-F005-4F97-AFA2-A4862E75FDB9}" srcOrd="2" destOrd="0" presId="urn:microsoft.com/office/officeart/2018/2/layout/IconLabelDescriptionList"/>
    <dgm:cxn modelId="{67AE2875-7F60-4071-AD0D-B1B3A85EA311}" type="presParOf" srcId="{112265CF-F005-4F97-AFA2-A4862E75FDB9}" destId="{5E8F8A7A-9490-44FC-A7E8-40D0F10C7CCC}" srcOrd="0" destOrd="0" presId="urn:microsoft.com/office/officeart/2018/2/layout/IconLabelDescriptionList"/>
    <dgm:cxn modelId="{1F63DE5F-CF0D-4734-9CA6-BB62A4CAB860}" type="presParOf" srcId="{112265CF-F005-4F97-AFA2-A4862E75FDB9}" destId="{2FDCA40F-6985-40F1-BA7F-D3407B367D32}" srcOrd="1" destOrd="0" presId="urn:microsoft.com/office/officeart/2018/2/layout/IconLabelDescriptionList"/>
    <dgm:cxn modelId="{0AC7ED5D-E009-44BB-9C1A-841D5A425E3A}" type="presParOf" srcId="{112265CF-F005-4F97-AFA2-A4862E75FDB9}" destId="{B3186365-AB58-491B-A0A1-62063495E1FB}" srcOrd="2" destOrd="0" presId="urn:microsoft.com/office/officeart/2018/2/layout/IconLabelDescriptionList"/>
    <dgm:cxn modelId="{C06FD05E-EFAC-4726-BB60-B0D71645409F}" type="presParOf" srcId="{112265CF-F005-4F97-AFA2-A4862E75FDB9}" destId="{169BFA6B-D171-499C-9118-A72B394E41E4}" srcOrd="3" destOrd="0" presId="urn:microsoft.com/office/officeart/2018/2/layout/IconLabelDescriptionList"/>
    <dgm:cxn modelId="{AD3424EB-28D7-4BC7-97CD-CCA4BAC6DFD8}" type="presParOf" srcId="{112265CF-F005-4F97-AFA2-A4862E75FDB9}" destId="{503F28B4-419F-4189-8EF1-3AAA5AC2C057}" srcOrd="4" destOrd="0" presId="urn:microsoft.com/office/officeart/2018/2/layout/IconLabelDescriptionList"/>
    <dgm:cxn modelId="{92F5F187-9B77-4D37-8F76-DE9F9C45D58B}" type="presParOf" srcId="{F6E6DCCC-F1D7-4CD3-BC1E-9F1C3BB99CC5}" destId="{F2AB4FB1-D57C-4C08-8C82-D2BE1613797F}" srcOrd="3" destOrd="0" presId="urn:microsoft.com/office/officeart/2018/2/layout/IconLabelDescriptionList"/>
    <dgm:cxn modelId="{F0CDA6BE-3AD2-4D90-8674-C70CA440F95B}" type="presParOf" srcId="{F6E6DCCC-F1D7-4CD3-BC1E-9F1C3BB99CC5}" destId="{775C5914-16C8-429B-A5E7-4D1D04248368}" srcOrd="4" destOrd="0" presId="urn:microsoft.com/office/officeart/2018/2/layout/IconLabelDescriptionList"/>
    <dgm:cxn modelId="{97AA41A6-7BDC-45DA-9A1F-0BBCA93470D7}" type="presParOf" srcId="{775C5914-16C8-429B-A5E7-4D1D04248368}" destId="{0D1F16E1-001C-4F4B-B5B5-C8F578729E73}" srcOrd="0" destOrd="0" presId="urn:microsoft.com/office/officeart/2018/2/layout/IconLabelDescriptionList"/>
    <dgm:cxn modelId="{0AEF75FA-3E60-4DDA-BCF6-079646678427}" type="presParOf" srcId="{775C5914-16C8-429B-A5E7-4D1D04248368}" destId="{BC830D53-6C14-4FE9-82C9-6FCCFA0EA126}" srcOrd="1" destOrd="0" presId="urn:microsoft.com/office/officeart/2018/2/layout/IconLabelDescriptionList"/>
    <dgm:cxn modelId="{D55C29E9-B37E-45E5-B2BC-E50126B99F90}" type="presParOf" srcId="{775C5914-16C8-429B-A5E7-4D1D04248368}" destId="{3365F64B-08E0-451E-8E23-DCA274503F61}" srcOrd="2" destOrd="0" presId="urn:microsoft.com/office/officeart/2018/2/layout/IconLabelDescriptionList"/>
    <dgm:cxn modelId="{3AA99617-257B-49A6-A741-68663CEBA929}" type="presParOf" srcId="{775C5914-16C8-429B-A5E7-4D1D04248368}" destId="{96FD95E1-8664-477F-868B-96E4705D05DE}" srcOrd="3" destOrd="0" presId="urn:microsoft.com/office/officeart/2018/2/layout/IconLabelDescriptionList"/>
    <dgm:cxn modelId="{32FF883D-F76A-497C-8490-A852F5B4143D}" type="presParOf" srcId="{775C5914-16C8-429B-A5E7-4D1D04248368}" destId="{6D129A52-35D1-46AF-B09A-DCBC4FE80DBE}" srcOrd="4" destOrd="0" presId="urn:microsoft.com/office/officeart/2018/2/layout/IconLabelDescriptionList"/>
    <dgm:cxn modelId="{38BE690F-4C09-455C-9E22-52048FA1B0E9}" type="presParOf" srcId="{F6E6DCCC-F1D7-4CD3-BC1E-9F1C3BB99CC5}" destId="{7F2ABB1B-5674-4600-AF83-D3412F44C875}" srcOrd="5" destOrd="0" presId="urn:microsoft.com/office/officeart/2018/2/layout/IconLabelDescriptionList"/>
    <dgm:cxn modelId="{CE558498-71AD-424C-97F6-62753C5CB43C}" type="presParOf" srcId="{F6E6DCCC-F1D7-4CD3-BC1E-9F1C3BB99CC5}" destId="{832D3AE9-724C-4C7F-9316-F0226612D743}" srcOrd="6" destOrd="0" presId="urn:microsoft.com/office/officeart/2018/2/layout/IconLabelDescriptionList"/>
    <dgm:cxn modelId="{E3803FCA-F1DB-43A3-A7FD-851DC304B5C4}" type="presParOf" srcId="{832D3AE9-724C-4C7F-9316-F0226612D743}" destId="{5C86ECA9-317D-4F01-A593-EB77CE907331}" srcOrd="0" destOrd="0" presId="urn:microsoft.com/office/officeart/2018/2/layout/IconLabelDescriptionList"/>
    <dgm:cxn modelId="{C3B9DDB3-A70D-4635-90C9-A8C83F1C4DD9}" type="presParOf" srcId="{832D3AE9-724C-4C7F-9316-F0226612D743}" destId="{6242B411-8FD6-4360-8C8E-E817B6B95DB1}" srcOrd="1" destOrd="0" presId="urn:microsoft.com/office/officeart/2018/2/layout/IconLabelDescriptionList"/>
    <dgm:cxn modelId="{335CC69C-5EBF-4819-8D13-50092AAA84D3}" type="presParOf" srcId="{832D3AE9-724C-4C7F-9316-F0226612D743}" destId="{82A97F6A-D049-4802-804D-F4BD9FCB5565}" srcOrd="2" destOrd="0" presId="urn:microsoft.com/office/officeart/2018/2/layout/IconLabelDescriptionList"/>
    <dgm:cxn modelId="{3D8DC25A-0710-4BA9-9C88-B51E28B8C328}" type="presParOf" srcId="{832D3AE9-724C-4C7F-9316-F0226612D743}" destId="{28FF8D36-55EC-4516-9076-31C7930C6CF9}" srcOrd="3" destOrd="0" presId="urn:microsoft.com/office/officeart/2018/2/layout/IconLabelDescriptionList"/>
    <dgm:cxn modelId="{C2DFAA3E-158B-416C-95CF-96B69F2F6F9C}" type="presParOf" srcId="{832D3AE9-724C-4C7F-9316-F0226612D743}" destId="{2295EE30-76A9-431A-BE94-B9A9D43B841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591CE-DF20-473E-8A2F-C7D70242034F}">
      <dsp:nvSpPr>
        <dsp:cNvPr id="0" name=""/>
        <dsp:cNvSpPr/>
      </dsp:nvSpPr>
      <dsp:spPr>
        <a:xfrm>
          <a:off x="4365" y="0"/>
          <a:ext cx="1001606" cy="930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C67DF-3390-46F5-BC7B-6314B42015D7}">
      <dsp:nvSpPr>
        <dsp:cNvPr id="0" name=""/>
        <dsp:cNvSpPr/>
      </dsp:nvSpPr>
      <dsp:spPr>
        <a:xfrm>
          <a:off x="4365" y="1058140"/>
          <a:ext cx="2861733" cy="398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Wallet Technology Overview</a:t>
          </a:r>
          <a:endParaRPr lang="en-US" sz="1900" kern="1200"/>
        </a:p>
      </dsp:txBody>
      <dsp:txXfrm>
        <a:off x="4365" y="1058140"/>
        <a:ext cx="2861733" cy="398771"/>
      </dsp:txXfrm>
    </dsp:sp>
    <dsp:sp modelId="{AF36DE43-DACB-491D-A969-88805EE5042B}">
      <dsp:nvSpPr>
        <dsp:cNvPr id="0" name=""/>
        <dsp:cNvSpPr/>
      </dsp:nvSpPr>
      <dsp:spPr>
        <a:xfrm>
          <a:off x="4365" y="1516295"/>
          <a:ext cx="2861733" cy="167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Nondeterministic (Random) Wallets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Deterministic (Seeded) Wallets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HD Wallets (BIP-32/BIP-44)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Seeds and Mnemonic Codes (BIP-39)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Wallet Best Practices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Using a Bitcoin Wallet</a:t>
          </a:r>
          <a:endParaRPr lang="en-US" sz="1500" kern="1200" dirty="0"/>
        </a:p>
      </dsp:txBody>
      <dsp:txXfrm>
        <a:off x="4365" y="1516295"/>
        <a:ext cx="2861733" cy="1679872"/>
      </dsp:txXfrm>
    </dsp:sp>
    <dsp:sp modelId="{0087B292-41FB-45D6-9ED2-AB4E12FE4024}">
      <dsp:nvSpPr>
        <dsp:cNvPr id="0" name=""/>
        <dsp:cNvSpPr/>
      </dsp:nvSpPr>
      <dsp:spPr>
        <a:xfrm>
          <a:off x="3366903" y="0"/>
          <a:ext cx="1001606" cy="930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29983-211F-4576-9CF2-E9C279F075A2}">
      <dsp:nvSpPr>
        <dsp:cNvPr id="0" name=""/>
        <dsp:cNvSpPr/>
      </dsp:nvSpPr>
      <dsp:spPr>
        <a:xfrm>
          <a:off x="3366903" y="1058140"/>
          <a:ext cx="2861733" cy="398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Wallet Technology Details</a:t>
          </a:r>
          <a:endParaRPr lang="en-US" sz="1900" kern="1200"/>
        </a:p>
      </dsp:txBody>
      <dsp:txXfrm>
        <a:off x="3366903" y="1058140"/>
        <a:ext cx="2861733" cy="398771"/>
      </dsp:txXfrm>
    </dsp:sp>
    <dsp:sp modelId="{F48EABF1-39BC-4471-A2F8-578F71C9FA6B}">
      <dsp:nvSpPr>
        <dsp:cNvPr id="0" name=""/>
        <dsp:cNvSpPr/>
      </dsp:nvSpPr>
      <dsp:spPr>
        <a:xfrm>
          <a:off x="3366903" y="1516295"/>
          <a:ext cx="2861733" cy="167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Mnemonic Code Words (BIP-39)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Creating HD Wallet from the Seed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Using an Extended Public Key on a Web Store</a:t>
          </a:r>
        </a:p>
      </dsp:txBody>
      <dsp:txXfrm>
        <a:off x="3366903" y="1516295"/>
        <a:ext cx="2861733" cy="1679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25F7F-0082-4F08-88EA-AE7286576AE2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60223-1E4E-4050-BC18-528C720BB64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Semantic</a:t>
          </a:r>
          <a:endParaRPr lang="en-US" sz="3600" kern="1200"/>
        </a:p>
      </dsp:txBody>
      <dsp:txXfrm>
        <a:off x="152976" y="1981055"/>
        <a:ext cx="4320000" cy="648000"/>
      </dsp:txXfrm>
    </dsp:sp>
    <dsp:sp modelId="{829DAF36-4C3B-4012-9B16-3F77DBD49440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 dirty="0"/>
            <a:t>What is «Wallet» in Block Chain?</a:t>
          </a:r>
          <a:endParaRPr lang="en-US" sz="2500" kern="1200" dirty="0"/>
        </a:p>
      </dsp:txBody>
      <dsp:txXfrm>
        <a:off x="152976" y="2688423"/>
        <a:ext cx="4320000" cy="621412"/>
      </dsp:txXfrm>
    </dsp:sp>
    <dsp:sp modelId="{B3A2EE8F-05FB-487B-8328-C770122CA34C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E005B-1469-428D-B23F-486567853D17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Items Controlled</a:t>
          </a:r>
          <a:endParaRPr lang="en-US" sz="3600" kern="1200"/>
        </a:p>
      </dsp:txBody>
      <dsp:txXfrm>
        <a:off x="5228976" y="1981055"/>
        <a:ext cx="4320000" cy="648000"/>
      </dsp:txXfrm>
    </dsp:sp>
    <dsp:sp modelId="{A8568922-45CA-4DC2-B173-9A5BF69ED364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 dirty="0"/>
            <a:t>What is in control of «Wallet» </a:t>
          </a:r>
          <a:endParaRPr lang="en-US" sz="2500" kern="1200" dirty="0"/>
        </a:p>
      </dsp:txBody>
      <dsp:txXfrm>
        <a:off x="5228976" y="2688423"/>
        <a:ext cx="4320000" cy="6214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70430-9418-4E8A-A4C4-4AF0DD7213D3}">
      <dsp:nvSpPr>
        <dsp:cNvPr id="0" name=""/>
        <dsp:cNvSpPr/>
      </dsp:nvSpPr>
      <dsp:spPr>
        <a:xfrm>
          <a:off x="3421" y="583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7BBA8-27CA-4EFF-8BA1-068EAA585773}">
      <dsp:nvSpPr>
        <dsp:cNvPr id="0" name=""/>
        <dsp:cNvSpPr/>
      </dsp:nvSpPr>
      <dsp:spPr>
        <a:xfrm>
          <a:off x="3421" y="1703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The word Wallet</a:t>
          </a:r>
          <a:endParaRPr lang="en-US" sz="2000" kern="1200" dirty="0"/>
        </a:p>
      </dsp:txBody>
      <dsp:txXfrm>
        <a:off x="3421" y="1703428"/>
        <a:ext cx="2894062" cy="434109"/>
      </dsp:txXfrm>
    </dsp:sp>
    <dsp:sp modelId="{A18170B6-E33D-4AC5-BCAE-5D03284140F3}">
      <dsp:nvSpPr>
        <dsp:cNvPr id="0" name=""/>
        <dsp:cNvSpPr/>
      </dsp:nvSpPr>
      <dsp:spPr>
        <a:xfrm>
          <a:off x="3421" y="2187214"/>
          <a:ext cx="2894062" cy="88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 used to describe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few different things</a:t>
          </a:r>
          <a:endParaRPr lang="tr-TR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 bitcoin</a:t>
          </a:r>
        </a:p>
      </dsp:txBody>
      <dsp:txXfrm>
        <a:off x="3421" y="2187214"/>
        <a:ext cx="2894062" cy="880334"/>
      </dsp:txXfrm>
    </dsp:sp>
    <dsp:sp modelId="{48240C97-7D58-465F-A449-EB57454AA1FC}">
      <dsp:nvSpPr>
        <dsp:cNvPr id="0" name=""/>
        <dsp:cNvSpPr/>
      </dsp:nvSpPr>
      <dsp:spPr>
        <a:xfrm>
          <a:off x="3403945" y="58370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B62A5-453F-4056-841E-6B12B9DEB99E}">
      <dsp:nvSpPr>
        <dsp:cNvPr id="0" name=""/>
        <dsp:cNvSpPr/>
      </dsp:nvSpPr>
      <dsp:spPr>
        <a:xfrm>
          <a:off x="3403945" y="1703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At a high level</a:t>
          </a:r>
        </a:p>
      </dsp:txBody>
      <dsp:txXfrm>
        <a:off x="3403945" y="1703428"/>
        <a:ext cx="2894062" cy="434109"/>
      </dsp:txXfrm>
    </dsp:sp>
    <dsp:sp modelId="{01260E1A-E3E7-4EB9-B99B-5D6AD2DE0CA0}">
      <dsp:nvSpPr>
        <dsp:cNvPr id="0" name=""/>
        <dsp:cNvSpPr/>
      </dsp:nvSpPr>
      <dsp:spPr>
        <a:xfrm>
          <a:off x="3403945" y="2187214"/>
          <a:ext cx="2894062" cy="88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application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primary user interface </a:t>
          </a:r>
        </a:p>
      </dsp:txBody>
      <dsp:txXfrm>
        <a:off x="3403945" y="2187214"/>
        <a:ext cx="2894062" cy="880334"/>
      </dsp:txXfrm>
    </dsp:sp>
    <dsp:sp modelId="{D0374164-E331-4580-9E68-B87C18B031EC}">
      <dsp:nvSpPr>
        <dsp:cNvPr id="0" name=""/>
        <dsp:cNvSpPr/>
      </dsp:nvSpPr>
      <dsp:spPr>
        <a:xfrm>
          <a:off x="6804468" y="583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9ED183-8691-4372-A329-69042D495B90}">
      <dsp:nvSpPr>
        <dsp:cNvPr id="0" name=""/>
        <dsp:cNvSpPr/>
      </dsp:nvSpPr>
      <dsp:spPr>
        <a:xfrm>
          <a:off x="6804468" y="1703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programmer’s perspective</a:t>
          </a:r>
        </a:p>
      </dsp:txBody>
      <dsp:txXfrm>
        <a:off x="6804468" y="1703428"/>
        <a:ext cx="2894062" cy="434109"/>
      </dsp:txXfrm>
    </dsp:sp>
    <dsp:sp modelId="{F8954287-C5BA-4DFC-991C-AA12152124D3}">
      <dsp:nvSpPr>
        <dsp:cNvPr id="0" name=""/>
        <dsp:cNvSpPr/>
      </dsp:nvSpPr>
      <dsp:spPr>
        <a:xfrm>
          <a:off x="6804468" y="2187214"/>
          <a:ext cx="2894062" cy="88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data</a:t>
          </a:r>
          <a:r>
            <a:rPr lang="tr-TR" sz="1500" kern="1200" dirty="0"/>
            <a:t> </a:t>
          </a:r>
          <a:r>
            <a:rPr lang="en-US" sz="1500" kern="1200" dirty="0"/>
            <a:t>structure</a:t>
          </a:r>
          <a:endParaRPr lang="tr-TR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store and manage a user’s keys</a:t>
          </a:r>
        </a:p>
      </dsp:txBody>
      <dsp:txXfrm>
        <a:off x="6804468" y="2187214"/>
        <a:ext cx="2894062" cy="8803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80A341-068C-4C83-8693-3B37E63E341A}">
      <dsp:nvSpPr>
        <dsp:cNvPr id="0" name=""/>
        <dsp:cNvSpPr/>
      </dsp:nvSpPr>
      <dsp:spPr>
        <a:xfrm>
          <a:off x="135031" y="389857"/>
          <a:ext cx="1125411" cy="11254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13B4B-54CA-4D61-B6E5-F497E63B9C30}">
      <dsp:nvSpPr>
        <dsp:cNvPr id="0" name=""/>
        <dsp:cNvSpPr/>
      </dsp:nvSpPr>
      <dsp:spPr>
        <a:xfrm>
          <a:off x="371367" y="626193"/>
          <a:ext cx="652738" cy="6527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B9DF5-CF8F-4503-AED4-EA745AB2D60B}">
      <dsp:nvSpPr>
        <dsp:cNvPr id="0" name=""/>
        <dsp:cNvSpPr/>
      </dsp:nvSpPr>
      <dsp:spPr>
        <a:xfrm>
          <a:off x="1501602" y="389857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access to a user’s money </a:t>
          </a:r>
        </a:p>
      </dsp:txBody>
      <dsp:txXfrm>
        <a:off x="1501602" y="389857"/>
        <a:ext cx="2652755" cy="1125411"/>
      </dsp:txXfrm>
    </dsp:sp>
    <dsp:sp modelId="{515B69D1-683B-4EE8-8B20-7AA763999F1A}">
      <dsp:nvSpPr>
        <dsp:cNvPr id="0" name=""/>
        <dsp:cNvSpPr/>
      </dsp:nvSpPr>
      <dsp:spPr>
        <a:xfrm>
          <a:off x="4616580" y="389857"/>
          <a:ext cx="1125411" cy="112541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2A395-A79E-4B23-A135-564EFA7754F8}">
      <dsp:nvSpPr>
        <dsp:cNvPr id="0" name=""/>
        <dsp:cNvSpPr/>
      </dsp:nvSpPr>
      <dsp:spPr>
        <a:xfrm>
          <a:off x="4852916" y="626193"/>
          <a:ext cx="652738" cy="6527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CD28A-F969-41B3-BD87-D316EC4C87AA}">
      <dsp:nvSpPr>
        <dsp:cNvPr id="0" name=""/>
        <dsp:cNvSpPr/>
      </dsp:nvSpPr>
      <dsp:spPr>
        <a:xfrm>
          <a:off x="5983151" y="389857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managing keys and addresses</a:t>
          </a:r>
        </a:p>
      </dsp:txBody>
      <dsp:txXfrm>
        <a:off x="5983151" y="389857"/>
        <a:ext cx="2652755" cy="1125411"/>
      </dsp:txXfrm>
    </dsp:sp>
    <dsp:sp modelId="{F075B81E-139E-43FD-A1BA-EFFDFA6ED90D}">
      <dsp:nvSpPr>
        <dsp:cNvPr id="0" name=""/>
        <dsp:cNvSpPr/>
      </dsp:nvSpPr>
      <dsp:spPr>
        <a:xfrm>
          <a:off x="135031" y="2135981"/>
          <a:ext cx="1125411" cy="11254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80352-5115-41B4-9392-FCC529D996E7}">
      <dsp:nvSpPr>
        <dsp:cNvPr id="0" name=""/>
        <dsp:cNvSpPr/>
      </dsp:nvSpPr>
      <dsp:spPr>
        <a:xfrm>
          <a:off x="371367" y="2372317"/>
          <a:ext cx="652738" cy="6527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71B74-5D17-4205-96A8-C77EEB6FDFFE}">
      <dsp:nvSpPr>
        <dsp:cNvPr id="0" name=""/>
        <dsp:cNvSpPr/>
      </dsp:nvSpPr>
      <dsp:spPr>
        <a:xfrm>
          <a:off x="1501602" y="2135981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tracking the</a:t>
          </a:r>
          <a:r>
            <a:rPr lang="tr-TR" sz="2400" kern="1200" dirty="0"/>
            <a:t> </a:t>
          </a:r>
          <a:r>
            <a:rPr lang="en-US" sz="2400" kern="1200" dirty="0"/>
            <a:t>balance </a:t>
          </a:r>
        </a:p>
      </dsp:txBody>
      <dsp:txXfrm>
        <a:off x="1501602" y="2135981"/>
        <a:ext cx="2652755" cy="1125411"/>
      </dsp:txXfrm>
    </dsp:sp>
    <dsp:sp modelId="{AB225DF4-16A7-4CE2-993F-AB687B649ABF}">
      <dsp:nvSpPr>
        <dsp:cNvPr id="0" name=""/>
        <dsp:cNvSpPr/>
      </dsp:nvSpPr>
      <dsp:spPr>
        <a:xfrm>
          <a:off x="4616580" y="2135981"/>
          <a:ext cx="1125411" cy="112541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DA6A8-B4F0-4F86-96EA-968B864E9A9C}">
      <dsp:nvSpPr>
        <dsp:cNvPr id="0" name=""/>
        <dsp:cNvSpPr/>
      </dsp:nvSpPr>
      <dsp:spPr>
        <a:xfrm>
          <a:off x="4852916" y="2372317"/>
          <a:ext cx="652738" cy="6527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5826B-9C4A-4E4E-BBA3-446120AE3BE0}">
      <dsp:nvSpPr>
        <dsp:cNvPr id="0" name=""/>
        <dsp:cNvSpPr/>
      </dsp:nvSpPr>
      <dsp:spPr>
        <a:xfrm>
          <a:off x="5983151" y="2135981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Create and</a:t>
          </a:r>
          <a:r>
            <a:rPr lang="en-US" sz="2400" kern="1200" dirty="0"/>
            <a:t> </a:t>
          </a:r>
          <a:r>
            <a:rPr lang="tr-TR" sz="2400" kern="1200" dirty="0"/>
            <a:t>sign</a:t>
          </a:r>
          <a:r>
            <a:rPr lang="en-US" sz="2400" kern="1200" dirty="0"/>
            <a:t> transactions</a:t>
          </a:r>
        </a:p>
      </dsp:txBody>
      <dsp:txXfrm>
        <a:off x="5983151" y="2135981"/>
        <a:ext cx="2652755" cy="11254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2CBA6-6197-4ADC-854E-18DBCD133EF2}">
      <dsp:nvSpPr>
        <dsp:cNvPr id="0" name=""/>
        <dsp:cNvSpPr/>
      </dsp:nvSpPr>
      <dsp:spPr>
        <a:xfrm>
          <a:off x="0" y="1802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115AB-EEFF-4281-BC46-93102714FA75}">
      <dsp:nvSpPr>
        <dsp:cNvPr id="0" name=""/>
        <dsp:cNvSpPr/>
      </dsp:nvSpPr>
      <dsp:spPr>
        <a:xfrm>
          <a:off x="232341" y="174618"/>
          <a:ext cx="422439" cy="422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3DD69-E40C-4A99-8449-CB932CEABD92}">
      <dsp:nvSpPr>
        <dsp:cNvPr id="0" name=""/>
        <dsp:cNvSpPr/>
      </dsp:nvSpPr>
      <dsp:spPr>
        <a:xfrm>
          <a:off x="887122" y="1802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Nondeterministic (Random) Wallets</a:t>
          </a:r>
          <a:endParaRPr lang="en-US" sz="1900" kern="1200"/>
        </a:p>
      </dsp:txBody>
      <dsp:txXfrm>
        <a:off x="887122" y="1802"/>
        <a:ext cx="6301077" cy="768071"/>
      </dsp:txXfrm>
    </dsp:sp>
    <dsp:sp modelId="{36E737EF-9EC5-4F54-91BC-6065E1A17AD8}">
      <dsp:nvSpPr>
        <dsp:cNvPr id="0" name=""/>
        <dsp:cNvSpPr/>
      </dsp:nvSpPr>
      <dsp:spPr>
        <a:xfrm>
          <a:off x="0" y="961892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8384D-73DB-4F1E-BF7D-F9A44E33D02A}">
      <dsp:nvSpPr>
        <dsp:cNvPr id="0" name=""/>
        <dsp:cNvSpPr/>
      </dsp:nvSpPr>
      <dsp:spPr>
        <a:xfrm>
          <a:off x="232341" y="1134708"/>
          <a:ext cx="422439" cy="422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37FF0-428B-4A17-A2EB-4842E8221C15}">
      <dsp:nvSpPr>
        <dsp:cNvPr id="0" name=""/>
        <dsp:cNvSpPr/>
      </dsp:nvSpPr>
      <dsp:spPr>
        <a:xfrm>
          <a:off x="887122" y="961892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Deterministic (Seeded) Wallets</a:t>
          </a:r>
          <a:endParaRPr lang="en-US" sz="1900" kern="1200"/>
        </a:p>
      </dsp:txBody>
      <dsp:txXfrm>
        <a:off x="887122" y="961892"/>
        <a:ext cx="6301077" cy="768071"/>
      </dsp:txXfrm>
    </dsp:sp>
    <dsp:sp modelId="{A8556847-F684-41A6-BD67-8FF777EF3CAA}">
      <dsp:nvSpPr>
        <dsp:cNvPr id="0" name=""/>
        <dsp:cNvSpPr/>
      </dsp:nvSpPr>
      <dsp:spPr>
        <a:xfrm>
          <a:off x="0" y="1921981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D7A21-C098-4AE3-9101-83B6EC753F69}">
      <dsp:nvSpPr>
        <dsp:cNvPr id="0" name=""/>
        <dsp:cNvSpPr/>
      </dsp:nvSpPr>
      <dsp:spPr>
        <a:xfrm>
          <a:off x="232341" y="2094797"/>
          <a:ext cx="422439" cy="422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5FE7F-57F8-433B-B9E3-F7E51796027E}">
      <dsp:nvSpPr>
        <dsp:cNvPr id="0" name=""/>
        <dsp:cNvSpPr/>
      </dsp:nvSpPr>
      <dsp:spPr>
        <a:xfrm>
          <a:off x="887122" y="1921981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HD Wallets (BIP-32/BIP-44)</a:t>
          </a:r>
          <a:endParaRPr lang="en-US" sz="1900" kern="1200"/>
        </a:p>
      </dsp:txBody>
      <dsp:txXfrm>
        <a:off x="887122" y="1921981"/>
        <a:ext cx="6301077" cy="768071"/>
      </dsp:txXfrm>
    </dsp:sp>
    <dsp:sp modelId="{E37CDCF0-234F-463E-8182-EF6FE783DB5F}">
      <dsp:nvSpPr>
        <dsp:cNvPr id="0" name=""/>
        <dsp:cNvSpPr/>
      </dsp:nvSpPr>
      <dsp:spPr>
        <a:xfrm>
          <a:off x="0" y="2882071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722D1-3C83-4D8D-947F-47A1B2FDC384}">
      <dsp:nvSpPr>
        <dsp:cNvPr id="0" name=""/>
        <dsp:cNvSpPr/>
      </dsp:nvSpPr>
      <dsp:spPr>
        <a:xfrm>
          <a:off x="232341" y="3054887"/>
          <a:ext cx="422439" cy="4224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7CD62-EFD2-4C5A-9B38-E0C757BE6BC8}">
      <dsp:nvSpPr>
        <dsp:cNvPr id="0" name=""/>
        <dsp:cNvSpPr/>
      </dsp:nvSpPr>
      <dsp:spPr>
        <a:xfrm>
          <a:off x="887122" y="2882071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Seeds and Mnemonic Codes (BIP-39)</a:t>
          </a:r>
        </a:p>
      </dsp:txBody>
      <dsp:txXfrm>
        <a:off x="887122" y="2882071"/>
        <a:ext cx="6301077" cy="768071"/>
      </dsp:txXfrm>
    </dsp:sp>
    <dsp:sp modelId="{1D6AA8F7-16D1-4CFE-8DE9-422EED3D6FE9}">
      <dsp:nvSpPr>
        <dsp:cNvPr id="0" name=""/>
        <dsp:cNvSpPr/>
      </dsp:nvSpPr>
      <dsp:spPr>
        <a:xfrm>
          <a:off x="0" y="3842161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48A8E-C724-40DF-A58B-0777932CAC61}">
      <dsp:nvSpPr>
        <dsp:cNvPr id="0" name=""/>
        <dsp:cNvSpPr/>
      </dsp:nvSpPr>
      <dsp:spPr>
        <a:xfrm>
          <a:off x="232341" y="4014977"/>
          <a:ext cx="422439" cy="4224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2F623-A284-4E81-81FB-2F34E3DBDEC7}">
      <dsp:nvSpPr>
        <dsp:cNvPr id="0" name=""/>
        <dsp:cNvSpPr/>
      </dsp:nvSpPr>
      <dsp:spPr>
        <a:xfrm>
          <a:off x="887122" y="3842161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Wallet Best Practices</a:t>
          </a:r>
          <a:endParaRPr lang="en-US" sz="1900" kern="1200"/>
        </a:p>
      </dsp:txBody>
      <dsp:txXfrm>
        <a:off x="887122" y="3842161"/>
        <a:ext cx="6301077" cy="768071"/>
      </dsp:txXfrm>
    </dsp:sp>
    <dsp:sp modelId="{8075BA20-33C9-4224-9523-D90B39A011E6}">
      <dsp:nvSpPr>
        <dsp:cNvPr id="0" name=""/>
        <dsp:cNvSpPr/>
      </dsp:nvSpPr>
      <dsp:spPr>
        <a:xfrm>
          <a:off x="0" y="4802250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8897E-A8D5-444B-A5BC-9D93ACFA578F}">
      <dsp:nvSpPr>
        <dsp:cNvPr id="0" name=""/>
        <dsp:cNvSpPr/>
      </dsp:nvSpPr>
      <dsp:spPr>
        <a:xfrm>
          <a:off x="232341" y="4975066"/>
          <a:ext cx="422439" cy="42243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1609F-91F1-4A3C-B8C5-6B7A462880BF}">
      <dsp:nvSpPr>
        <dsp:cNvPr id="0" name=""/>
        <dsp:cNvSpPr/>
      </dsp:nvSpPr>
      <dsp:spPr>
        <a:xfrm>
          <a:off x="887122" y="4802250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Using a Bitcoin Wallet</a:t>
          </a:r>
          <a:endParaRPr lang="en-US" sz="1900" kern="1200"/>
        </a:p>
      </dsp:txBody>
      <dsp:txXfrm>
        <a:off x="887122" y="4802250"/>
        <a:ext cx="6301077" cy="7680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DA3FA-12FC-4065-87E8-568E469DB3F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1C7D0-F539-46F8-9CE5-E340A8D14F16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Misconception</a:t>
          </a:r>
          <a:r>
            <a:rPr lang="tr-TR" sz="3600" kern="1200"/>
            <a:t> </a:t>
          </a:r>
          <a:endParaRPr lang="en-US" sz="3600" kern="1200"/>
        </a:p>
      </dsp:txBody>
      <dsp:txXfrm>
        <a:off x="152976" y="1981055"/>
        <a:ext cx="4320000" cy="648000"/>
      </dsp:txXfrm>
    </dsp:sp>
    <dsp:sp modelId="{4A68CFBB-FB30-4490-9BEB-55758DBE26C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«</a:t>
          </a:r>
          <a:r>
            <a:rPr lang="en-US" sz="1700" kern="1200" dirty="0"/>
            <a:t>bitcoin wallets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 bitcoin</a:t>
          </a:r>
          <a:r>
            <a:rPr lang="tr-TR" sz="1700" kern="1200" dirty="0"/>
            <a:t>»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77203512-55FF-47E2-AA01-D0BA7D70552F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4ADC6-9B05-4552-BAB4-F2983C10DD3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In fact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ACFE8CBA-5B40-47BB-BA73-92B5441F4C9B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only contains</a:t>
          </a:r>
          <a:r>
            <a:rPr lang="tr-TR" sz="1700" kern="1200" dirty="0"/>
            <a:t> </a:t>
          </a:r>
          <a:r>
            <a:rPr lang="en-US" sz="1700" kern="1200" dirty="0"/>
            <a:t>keys</a:t>
          </a:r>
        </a:p>
      </dsp:txBody>
      <dsp:txXfrm>
        <a:off x="5228976" y="2688423"/>
        <a:ext cx="4320000" cy="6214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FBCBE-80A9-4BF1-99EA-04B16E560B7F}">
      <dsp:nvSpPr>
        <dsp:cNvPr id="0" name=""/>
        <dsp:cNvSpPr/>
      </dsp:nvSpPr>
      <dsp:spPr>
        <a:xfrm>
          <a:off x="943992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E2864-47CA-4A45-BD83-BC1331A71E63}">
      <dsp:nvSpPr>
        <dsp:cNvPr id="0" name=""/>
        <dsp:cNvSpPr/>
      </dsp:nvSpPr>
      <dsp:spPr>
        <a:xfrm>
          <a:off x="3421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Where are «coins»?</a:t>
          </a:r>
          <a:endParaRPr lang="en-US" sz="2400" kern="1200" dirty="0"/>
        </a:p>
      </dsp:txBody>
      <dsp:txXfrm>
        <a:off x="3421" y="1647698"/>
        <a:ext cx="2894062" cy="434109"/>
      </dsp:txXfrm>
    </dsp:sp>
    <dsp:sp modelId="{CA371EC6-4FF4-4531-837F-182A1DF4F7DB}">
      <dsp:nvSpPr>
        <dsp:cNvPr id="0" name=""/>
        <dsp:cNvSpPr/>
      </dsp:nvSpPr>
      <dsp:spPr>
        <a:xfrm>
          <a:off x="3421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“coins”</a:t>
          </a:r>
          <a:r>
            <a:rPr lang="tr-TR" sz="1700" kern="1200" dirty="0"/>
            <a:t> </a:t>
          </a:r>
          <a:r>
            <a:rPr lang="en-US" sz="1700" kern="1200" dirty="0"/>
            <a:t>are recorded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the</a:t>
          </a:r>
          <a:r>
            <a:rPr lang="tr-TR" sz="1700" kern="1200" dirty="0"/>
            <a:t> </a:t>
          </a:r>
          <a:r>
            <a:rPr lang="en-US" sz="1700" kern="1200" dirty="0"/>
            <a:t>bitcoin network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the blockchain</a:t>
          </a:r>
          <a:endParaRPr lang="en-US" sz="1700" kern="1200" dirty="0"/>
        </a:p>
      </dsp:txBody>
      <dsp:txXfrm>
        <a:off x="3421" y="2133924"/>
        <a:ext cx="2894062" cy="994598"/>
      </dsp:txXfrm>
    </dsp:sp>
    <dsp:sp modelId="{76E46124-17F3-4AE2-A21E-E0CEB43C99BB}">
      <dsp:nvSpPr>
        <dsp:cNvPr id="0" name=""/>
        <dsp:cNvSpPr/>
      </dsp:nvSpPr>
      <dsp:spPr>
        <a:xfrm>
          <a:off x="4344515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2D569-ED7C-45DA-AFBD-3C2DCD360982}">
      <dsp:nvSpPr>
        <dsp:cNvPr id="0" name=""/>
        <dsp:cNvSpPr/>
      </dsp:nvSpPr>
      <dsp:spPr>
        <a:xfrm>
          <a:off x="3403945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Users control the coins </a:t>
          </a:r>
          <a:r>
            <a:rPr lang="tr-TR" sz="2400" kern="1200" dirty="0"/>
            <a:t> </a:t>
          </a:r>
          <a:endParaRPr lang="en-US" sz="2400" kern="1200" dirty="0"/>
        </a:p>
      </dsp:txBody>
      <dsp:txXfrm>
        <a:off x="3403945" y="1647698"/>
        <a:ext cx="2894062" cy="434109"/>
      </dsp:txXfrm>
    </dsp:sp>
    <dsp:sp modelId="{8C1F866F-F74D-43A9-B319-64D24A2BB480}">
      <dsp:nvSpPr>
        <dsp:cNvPr id="0" name=""/>
        <dsp:cNvSpPr/>
      </dsp:nvSpPr>
      <dsp:spPr>
        <a:xfrm>
          <a:off x="3403945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signing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</a:t>
          </a:r>
          <a:r>
            <a:rPr lang="tr-TR" sz="1700" kern="1200" dirty="0"/>
            <a:t> </a:t>
          </a:r>
          <a:r>
            <a:rPr lang="en-US" sz="1700" kern="1200" dirty="0"/>
            <a:t>the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their wallets</a:t>
          </a:r>
        </a:p>
      </dsp:txBody>
      <dsp:txXfrm>
        <a:off x="3403945" y="2133924"/>
        <a:ext cx="2894062" cy="994598"/>
      </dsp:txXfrm>
    </dsp:sp>
    <dsp:sp modelId="{940E6F4F-2E19-4398-A7B3-7F011AA3D4B8}">
      <dsp:nvSpPr>
        <dsp:cNvPr id="0" name=""/>
        <dsp:cNvSpPr/>
      </dsp:nvSpPr>
      <dsp:spPr>
        <a:xfrm>
          <a:off x="7745039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D80E2-A27F-4349-B06B-8AEFECB0E79F}">
      <dsp:nvSpPr>
        <dsp:cNvPr id="0" name=""/>
        <dsp:cNvSpPr/>
      </dsp:nvSpPr>
      <dsp:spPr>
        <a:xfrm>
          <a:off x="6804468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Wallet = Keychain</a:t>
          </a:r>
          <a:endParaRPr lang="en-US" sz="2400" kern="1200" dirty="0"/>
        </a:p>
      </dsp:txBody>
      <dsp:txXfrm>
        <a:off x="6804468" y="1647698"/>
        <a:ext cx="2894062" cy="434109"/>
      </dsp:txXfrm>
    </dsp:sp>
    <dsp:sp modelId="{50786790-C865-45D1-863A-B91F6CBC7165}">
      <dsp:nvSpPr>
        <dsp:cNvPr id="0" name=""/>
        <dsp:cNvSpPr/>
      </dsp:nvSpPr>
      <dsp:spPr>
        <a:xfrm>
          <a:off x="6804468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wallet</a:t>
          </a:r>
          <a:r>
            <a:rPr lang="tr-TR" sz="1700" kern="1200" dirty="0"/>
            <a:t> </a:t>
          </a:r>
          <a:r>
            <a:rPr lang="en-US" sz="1700" kern="1200" dirty="0"/>
            <a:t>is a keychain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Keeps chain of keys</a:t>
          </a:r>
          <a:endParaRPr lang="en-US" sz="1700" kern="1200" dirty="0"/>
        </a:p>
      </dsp:txBody>
      <dsp:txXfrm>
        <a:off x="6804468" y="2133924"/>
        <a:ext cx="2894062" cy="9945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4A812-3ADB-4311-B371-568AC390E0AB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A3C89-C868-4E61-8ABD-F9F9112A60ED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Keys not coins</a:t>
          </a:r>
          <a:endParaRPr lang="en-US" sz="2500" kern="1200"/>
        </a:p>
      </dsp:txBody>
      <dsp:txXfrm>
        <a:off x="3421" y="1828085"/>
        <a:ext cx="2894062" cy="434109"/>
      </dsp:txXfrm>
    </dsp:sp>
    <dsp:sp modelId="{E5EFD2CA-1145-4730-9C48-B3FFDD4A3368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wallets contain keys,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not coins </a:t>
          </a:r>
        </a:p>
      </dsp:txBody>
      <dsp:txXfrm>
        <a:off x="3421" y="2306416"/>
        <a:ext cx="2894062" cy="624745"/>
      </dsp:txXfrm>
    </dsp:sp>
    <dsp:sp modelId="{E6678A20-A8B8-41D6-ACE2-B51F114FCD5B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CEE27-1C75-44F5-8F32-63DBD5BF5344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Wallet for User</a:t>
          </a:r>
          <a:endParaRPr lang="en-US" sz="2500" kern="1200" dirty="0"/>
        </a:p>
      </dsp:txBody>
      <dsp:txXfrm>
        <a:off x="3403945" y="1828085"/>
        <a:ext cx="2894062" cy="434109"/>
      </dsp:txXfrm>
    </dsp:sp>
    <dsp:sp modelId="{EDA49550-8D7B-4F07-9237-1E02079269A4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user has a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containing</a:t>
          </a:r>
          <a:r>
            <a:rPr lang="tr-TR" sz="1700" kern="1200" dirty="0"/>
            <a:t> </a:t>
          </a:r>
          <a:r>
            <a:rPr lang="en-US" sz="1700" kern="1200" dirty="0"/>
            <a:t>keys</a:t>
          </a:r>
        </a:p>
      </dsp:txBody>
      <dsp:txXfrm>
        <a:off x="3403945" y="2306416"/>
        <a:ext cx="2894062" cy="624745"/>
      </dsp:txXfrm>
    </dsp:sp>
    <dsp:sp modelId="{62998689-24D0-4F86-BBAD-6AA0D3ECD358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ED532-9F9B-4C60-BC82-E831685C0BDE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dirty="0"/>
            <a:t>Wallets are keychains</a:t>
          </a:r>
        </a:p>
      </dsp:txBody>
      <dsp:txXfrm>
        <a:off x="6804468" y="1828085"/>
        <a:ext cx="2894062" cy="434109"/>
      </dsp:txXfrm>
    </dsp:sp>
    <dsp:sp modelId="{F5AEBCB3-BD3D-4920-8142-C533703B093B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keeping</a:t>
          </a:r>
          <a:r>
            <a:rPr lang="en-US" sz="1700" kern="1200" dirty="0"/>
            <a:t> pairs of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private</a:t>
          </a:r>
          <a:r>
            <a:rPr lang="en-US" sz="1700" kern="1200" dirty="0"/>
            <a:t>/public keys </a:t>
          </a:r>
        </a:p>
      </dsp:txBody>
      <dsp:txXfrm>
        <a:off x="6804468" y="2306416"/>
        <a:ext cx="2894062" cy="6247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C024E-1980-4203-B52C-91DC40E7D7CB}">
      <dsp:nvSpPr>
        <dsp:cNvPr id="0" name=""/>
        <dsp:cNvSpPr/>
      </dsp:nvSpPr>
      <dsp:spPr>
        <a:xfrm>
          <a:off x="79720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6592F-7A8C-4481-923C-DA4385B16CF7}">
      <dsp:nvSpPr>
        <dsp:cNvPr id="0" name=""/>
        <dsp:cNvSpPr/>
      </dsp:nvSpPr>
      <dsp:spPr>
        <a:xfrm>
          <a:off x="745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Sign with Keys</a:t>
          </a:r>
          <a:endParaRPr lang="en-US" sz="2300" kern="1200"/>
        </a:p>
      </dsp:txBody>
      <dsp:txXfrm>
        <a:off x="7450" y="1789838"/>
        <a:ext cx="2430000" cy="364500"/>
      </dsp:txXfrm>
    </dsp:sp>
    <dsp:sp modelId="{1DBFA1D9-026A-4476-A6F4-D94CC236854E}">
      <dsp:nvSpPr>
        <dsp:cNvPr id="0" name=""/>
        <dsp:cNvSpPr/>
      </dsp:nvSpPr>
      <dsp:spPr>
        <a:xfrm>
          <a:off x="745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Users</a:t>
          </a:r>
          <a:r>
            <a:rPr lang="tr-TR" sz="1700" kern="1200" dirty="0"/>
            <a:t> </a:t>
          </a:r>
          <a:r>
            <a:rPr lang="en-US" sz="1700" kern="1200" dirty="0"/>
            <a:t>sign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</a:t>
          </a:r>
          <a:r>
            <a:rPr lang="en-US" sz="1700" kern="1200" dirty="0"/>
            <a:t>the keys </a:t>
          </a:r>
        </a:p>
      </dsp:txBody>
      <dsp:txXfrm>
        <a:off x="7450" y="2201110"/>
        <a:ext cx="2430000" cy="976299"/>
      </dsp:txXfrm>
    </dsp:sp>
    <dsp:sp modelId="{6F4A4D5D-6416-44A1-9C97-E91587919F6E}">
      <dsp:nvSpPr>
        <dsp:cNvPr id="0" name=""/>
        <dsp:cNvSpPr/>
      </dsp:nvSpPr>
      <dsp:spPr>
        <a:xfrm>
          <a:off x="365245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22156-75E3-4D85-9121-ECDBF0004CBB}">
      <dsp:nvSpPr>
        <dsp:cNvPr id="0" name=""/>
        <dsp:cNvSpPr/>
      </dsp:nvSpPr>
      <dsp:spPr>
        <a:xfrm>
          <a:off x="286270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Prove of Ownership</a:t>
          </a:r>
          <a:endParaRPr lang="en-US" sz="2300" kern="1200" dirty="0"/>
        </a:p>
      </dsp:txBody>
      <dsp:txXfrm>
        <a:off x="2862700" y="1789838"/>
        <a:ext cx="2430000" cy="364500"/>
      </dsp:txXfrm>
    </dsp:sp>
    <dsp:sp modelId="{A296E3AC-18E7-42D3-9C99-8429741078B4}">
      <dsp:nvSpPr>
        <dsp:cNvPr id="0" name=""/>
        <dsp:cNvSpPr/>
      </dsp:nvSpPr>
      <dsp:spPr>
        <a:xfrm>
          <a:off x="286270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</a:t>
          </a:r>
          <a:r>
            <a:rPr lang="tr-TR" sz="1700" kern="1200" dirty="0"/>
            <a:t> </a:t>
          </a:r>
          <a:r>
            <a:rPr lang="en-US" sz="1700" kern="1200" dirty="0"/>
            <a:t>transaction outputs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can be spent</a:t>
          </a:r>
          <a:endParaRPr lang="en-US" sz="1700" kern="1200" dirty="0"/>
        </a:p>
      </dsp:txBody>
      <dsp:txXfrm>
        <a:off x="2862700" y="2201110"/>
        <a:ext cx="2430000" cy="976299"/>
      </dsp:txXfrm>
    </dsp:sp>
    <dsp:sp modelId="{CB4E206E-6E1A-4321-BE64-22F9A80B6060}">
      <dsp:nvSpPr>
        <dsp:cNvPr id="0" name=""/>
        <dsp:cNvSpPr/>
      </dsp:nvSpPr>
      <dsp:spPr>
        <a:xfrm>
          <a:off x="650770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0702F-A602-4C8F-88F1-1EAFD8E3A597}">
      <dsp:nvSpPr>
        <dsp:cNvPr id="0" name=""/>
        <dsp:cNvSpPr/>
      </dsp:nvSpPr>
      <dsp:spPr>
        <a:xfrm>
          <a:off x="571795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Transaction outputs</a:t>
          </a:r>
          <a:endParaRPr lang="en-US" sz="2300" kern="1200" dirty="0"/>
        </a:p>
      </dsp:txBody>
      <dsp:txXfrm>
        <a:off x="5717950" y="1789838"/>
        <a:ext cx="2430000" cy="364500"/>
      </dsp:txXfrm>
    </dsp:sp>
    <dsp:sp modelId="{822B6FB6-F844-4AB7-9867-F0E17A4C05C4}">
      <dsp:nvSpPr>
        <dsp:cNvPr id="0" name=""/>
        <dsp:cNvSpPr/>
      </dsp:nvSpPr>
      <dsp:spPr>
        <a:xfrm>
          <a:off x="571795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coins are stored on the</a:t>
          </a:r>
          <a:r>
            <a:rPr lang="tr-TR" sz="1700" kern="1200" dirty="0"/>
            <a:t> </a:t>
          </a:r>
          <a:r>
            <a:rPr lang="en-US" sz="1700" kern="1200" dirty="0"/>
            <a:t>blockchain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transaction outputs </a:t>
          </a:r>
        </a:p>
      </dsp:txBody>
      <dsp:txXfrm>
        <a:off x="5717950" y="2201110"/>
        <a:ext cx="2430000" cy="976299"/>
      </dsp:txXfrm>
    </dsp:sp>
    <dsp:sp modelId="{B96792A9-E853-456D-BD67-ECE2C06469A9}">
      <dsp:nvSpPr>
        <dsp:cNvPr id="0" name=""/>
        <dsp:cNvSpPr/>
      </dsp:nvSpPr>
      <dsp:spPr>
        <a:xfrm>
          <a:off x="936295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75409-1B54-4151-A9DA-8DC43EF36AF8}">
      <dsp:nvSpPr>
        <dsp:cNvPr id="0" name=""/>
        <dsp:cNvSpPr/>
      </dsp:nvSpPr>
      <dsp:spPr>
        <a:xfrm>
          <a:off x="857320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TXOUT</a:t>
          </a:r>
          <a:endParaRPr lang="en-US" sz="2300" kern="1200"/>
        </a:p>
      </dsp:txBody>
      <dsp:txXfrm>
        <a:off x="8573200" y="1789838"/>
        <a:ext cx="2430000" cy="364500"/>
      </dsp:txXfrm>
    </dsp:sp>
    <dsp:sp modelId="{B4843B7A-638B-4487-AE7E-59E470E742B6}">
      <dsp:nvSpPr>
        <dsp:cNvPr id="0" name=""/>
        <dsp:cNvSpPr/>
      </dsp:nvSpPr>
      <dsp:spPr>
        <a:xfrm>
          <a:off x="857320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Transaction Ouptput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often noted as </a:t>
          </a:r>
          <a:r>
            <a:rPr lang="en-US" sz="1700" kern="1200" dirty="0" err="1"/>
            <a:t>vout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or </a:t>
          </a:r>
          <a:r>
            <a:rPr lang="en-US" sz="1700" kern="1200" dirty="0" err="1"/>
            <a:t>txout</a:t>
          </a:r>
          <a:endParaRPr lang="en-US" sz="1700" kern="1200" dirty="0"/>
        </a:p>
      </dsp:txBody>
      <dsp:txXfrm>
        <a:off x="8573200" y="2201110"/>
        <a:ext cx="2430000" cy="97629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324A3-3EEA-4928-BD96-E888F19848D6}">
      <dsp:nvSpPr>
        <dsp:cNvPr id="0" name=""/>
        <dsp:cNvSpPr/>
      </dsp:nvSpPr>
      <dsp:spPr>
        <a:xfrm>
          <a:off x="4297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1287B-5017-47A9-AE22-FBD56007A875}">
      <dsp:nvSpPr>
        <dsp:cNvPr id="0" name=""/>
        <dsp:cNvSpPr/>
      </dsp:nvSpPr>
      <dsp:spPr>
        <a:xfrm>
          <a:off x="4297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2 Wallet Types</a:t>
          </a:r>
          <a:endParaRPr lang="en-US" sz="2500" kern="1200"/>
        </a:p>
      </dsp:txBody>
      <dsp:txXfrm>
        <a:off x="4297" y="1841358"/>
        <a:ext cx="2615625" cy="392343"/>
      </dsp:txXfrm>
    </dsp:sp>
    <dsp:sp modelId="{8F94D696-91A4-4749-A25A-E87F66970096}">
      <dsp:nvSpPr>
        <dsp:cNvPr id="0" name=""/>
        <dsp:cNvSpPr/>
      </dsp:nvSpPr>
      <dsp:spPr>
        <a:xfrm>
          <a:off x="4297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There are two primary types of wallets</a:t>
          </a:r>
        </a:p>
      </dsp:txBody>
      <dsp:txXfrm>
        <a:off x="4297" y="2273077"/>
        <a:ext cx="2615625" cy="536940"/>
      </dsp:txXfrm>
    </dsp:sp>
    <dsp:sp modelId="{6060C5F5-4627-488F-BBD4-2BD14EA965C4}">
      <dsp:nvSpPr>
        <dsp:cNvPr id="0" name=""/>
        <dsp:cNvSpPr/>
      </dsp:nvSpPr>
      <dsp:spPr>
        <a:xfrm>
          <a:off x="3077656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112B4-27AB-4158-82D6-10B464A13118}">
      <dsp:nvSpPr>
        <dsp:cNvPr id="0" name=""/>
        <dsp:cNvSpPr/>
      </dsp:nvSpPr>
      <dsp:spPr>
        <a:xfrm>
          <a:off x="3077656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Deterministic</a:t>
          </a:r>
          <a:endParaRPr lang="en-US" sz="2500" kern="1200"/>
        </a:p>
      </dsp:txBody>
      <dsp:txXfrm>
        <a:off x="3077656" y="1841358"/>
        <a:ext cx="2615625" cy="392343"/>
      </dsp:txXfrm>
    </dsp:sp>
    <dsp:sp modelId="{FBE53AF8-82D0-4F93-B71F-52450A39C1A0}">
      <dsp:nvSpPr>
        <dsp:cNvPr id="0" name=""/>
        <dsp:cNvSpPr/>
      </dsp:nvSpPr>
      <dsp:spPr>
        <a:xfrm>
          <a:off x="3077656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keys are related to each other</a:t>
          </a:r>
        </a:p>
      </dsp:txBody>
      <dsp:txXfrm>
        <a:off x="3077656" y="2273077"/>
        <a:ext cx="2615625" cy="536940"/>
      </dsp:txXfrm>
    </dsp:sp>
    <dsp:sp modelId="{7534AFD9-C414-44C2-9D08-3183417918C6}">
      <dsp:nvSpPr>
        <dsp:cNvPr id="0" name=""/>
        <dsp:cNvSpPr/>
      </dsp:nvSpPr>
      <dsp:spPr>
        <a:xfrm>
          <a:off x="6151015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4C865-DEF8-43DD-A109-37EED30E8A56}">
      <dsp:nvSpPr>
        <dsp:cNvPr id="0" name=""/>
        <dsp:cNvSpPr/>
      </dsp:nvSpPr>
      <dsp:spPr>
        <a:xfrm>
          <a:off x="6151015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Nondeterministic</a:t>
          </a:r>
          <a:endParaRPr lang="en-US" sz="2500" kern="1200"/>
        </a:p>
      </dsp:txBody>
      <dsp:txXfrm>
        <a:off x="6151015" y="1841358"/>
        <a:ext cx="2615625" cy="392343"/>
      </dsp:txXfrm>
    </dsp:sp>
    <dsp:sp modelId="{33BDB475-BF84-4E1E-88B5-6829AA49B773}">
      <dsp:nvSpPr>
        <dsp:cNvPr id="0" name=""/>
        <dsp:cNvSpPr/>
      </dsp:nvSpPr>
      <dsp:spPr>
        <a:xfrm>
          <a:off x="6151015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keys are</a:t>
          </a:r>
          <a:r>
            <a:rPr lang="tr-TR" sz="1700" kern="1200"/>
            <a:t> </a:t>
          </a:r>
          <a:r>
            <a:rPr lang="tr-TR" sz="1700" b="1" kern="1200"/>
            <a:t>not</a:t>
          </a:r>
          <a:r>
            <a:rPr lang="en-US" sz="1700" kern="1200"/>
            <a:t> related to each other</a:t>
          </a:r>
        </a:p>
      </dsp:txBody>
      <dsp:txXfrm>
        <a:off x="6151015" y="2273077"/>
        <a:ext cx="2615625" cy="5369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E56DE-02F0-4515-8971-D4C4DA2E09B4}">
      <dsp:nvSpPr>
        <dsp:cNvPr id="0" name=""/>
        <dsp:cNvSpPr/>
      </dsp:nvSpPr>
      <dsp:spPr>
        <a:xfrm>
          <a:off x="801154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652B8-016D-427C-9452-88EB013BF35C}">
      <dsp:nvSpPr>
        <dsp:cNvPr id="0" name=""/>
        <dsp:cNvSpPr/>
      </dsp:nvSpPr>
      <dsp:spPr>
        <a:xfrm>
          <a:off x="4549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i="1" kern="1200" dirty="0"/>
            <a:t>Nondeterministic</a:t>
          </a:r>
          <a:r>
            <a:rPr lang="tr-TR" sz="1900" i="1" kern="1200" dirty="0"/>
            <a:t> wallet</a:t>
          </a:r>
          <a:endParaRPr lang="en-US" sz="1900" kern="1200" dirty="0"/>
        </a:p>
      </dsp:txBody>
      <dsp:txXfrm>
        <a:off x="4549" y="1836052"/>
        <a:ext cx="2451093" cy="367664"/>
      </dsp:txXfrm>
    </dsp:sp>
    <dsp:sp modelId="{ED07E8F1-BA1C-4C95-AE83-F782128287B0}">
      <dsp:nvSpPr>
        <dsp:cNvPr id="0" name=""/>
        <dsp:cNvSpPr/>
      </dsp:nvSpPr>
      <dsp:spPr>
        <a:xfrm>
          <a:off x="4549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Historically older</a:t>
          </a:r>
          <a:r>
            <a:rPr lang="en-US" sz="1400" kern="1200" dirty="0"/>
            <a:t> </a:t>
          </a:r>
        </a:p>
      </dsp:txBody>
      <dsp:txXfrm>
        <a:off x="4549" y="2245651"/>
        <a:ext cx="2451093" cy="739091"/>
      </dsp:txXfrm>
    </dsp:sp>
    <dsp:sp modelId="{082ABDB4-7EC3-4B83-8EE9-EDA24C55B8B1}">
      <dsp:nvSpPr>
        <dsp:cNvPr id="0" name=""/>
        <dsp:cNvSpPr/>
      </dsp:nvSpPr>
      <dsp:spPr>
        <a:xfrm>
          <a:off x="3681190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B63E5-16C6-4654-B7FA-2D5F15D9EA76}">
      <dsp:nvSpPr>
        <dsp:cNvPr id="0" name=""/>
        <dsp:cNvSpPr/>
      </dsp:nvSpPr>
      <dsp:spPr>
        <a:xfrm>
          <a:off x="2884584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 dirty="0"/>
            <a:t>Features</a:t>
          </a:r>
          <a:endParaRPr lang="en-US" sz="1900" kern="1200" dirty="0"/>
        </a:p>
      </dsp:txBody>
      <dsp:txXfrm>
        <a:off x="2884584" y="1836052"/>
        <a:ext cx="2451093" cy="367664"/>
      </dsp:txXfrm>
    </dsp:sp>
    <dsp:sp modelId="{790AD975-34E1-4546-9E60-A055BE3DCD4A}">
      <dsp:nvSpPr>
        <dsp:cNvPr id="0" name=""/>
        <dsp:cNvSpPr/>
      </dsp:nvSpPr>
      <dsp:spPr>
        <a:xfrm>
          <a:off x="2884584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each key is independently generated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a random number.</a:t>
          </a:r>
        </a:p>
      </dsp:txBody>
      <dsp:txXfrm>
        <a:off x="2884584" y="2245651"/>
        <a:ext cx="2451093" cy="739091"/>
      </dsp:txXfrm>
    </dsp:sp>
    <dsp:sp modelId="{02E9AC45-022F-47F0-ADC2-73D4281AFC38}">
      <dsp:nvSpPr>
        <dsp:cNvPr id="0" name=""/>
        <dsp:cNvSpPr/>
      </dsp:nvSpPr>
      <dsp:spPr>
        <a:xfrm>
          <a:off x="6561225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6151-F7DF-406D-9F1C-D64B47A953D1}">
      <dsp:nvSpPr>
        <dsp:cNvPr id="0" name=""/>
        <dsp:cNvSpPr/>
      </dsp:nvSpPr>
      <dsp:spPr>
        <a:xfrm>
          <a:off x="5764619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JBOK wallet </a:t>
          </a:r>
        </a:p>
      </dsp:txBody>
      <dsp:txXfrm>
        <a:off x="5764619" y="1836052"/>
        <a:ext cx="2451093" cy="367664"/>
      </dsp:txXfrm>
    </dsp:sp>
    <dsp:sp modelId="{6D44C397-B576-44F2-AF9D-3D88385BCB55}">
      <dsp:nvSpPr>
        <dsp:cNvPr id="0" name=""/>
        <dsp:cNvSpPr/>
      </dsp:nvSpPr>
      <dsp:spPr>
        <a:xfrm>
          <a:off x="5764619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Alias of nondeterministic wallet</a:t>
          </a:r>
          <a:endParaRPr lang="en-US" sz="1400" kern="1200" dirty="0"/>
        </a:p>
      </dsp:txBody>
      <dsp:txXfrm>
        <a:off x="5764619" y="2245651"/>
        <a:ext cx="2451093" cy="739091"/>
      </dsp:txXfrm>
    </dsp:sp>
    <dsp:sp modelId="{3CFC621D-8B43-4B94-83AC-18C8B3A73D26}">
      <dsp:nvSpPr>
        <dsp:cNvPr id="0" name=""/>
        <dsp:cNvSpPr/>
      </dsp:nvSpPr>
      <dsp:spPr>
        <a:xfrm>
          <a:off x="9441260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77C02-F1CA-4854-88AF-2AD84036C8EA}">
      <dsp:nvSpPr>
        <dsp:cNvPr id="0" name=""/>
        <dsp:cNvSpPr/>
      </dsp:nvSpPr>
      <dsp:spPr>
        <a:xfrm>
          <a:off x="8644654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 dirty="0"/>
            <a:t>Abbreviation</a:t>
          </a:r>
          <a:endParaRPr lang="en-US" sz="1900" kern="1200" dirty="0"/>
        </a:p>
      </dsp:txBody>
      <dsp:txXfrm>
        <a:off x="8644654" y="1836052"/>
        <a:ext cx="2451093" cy="367664"/>
      </dsp:txXfrm>
    </dsp:sp>
    <dsp:sp modelId="{1CF5519D-BE42-4C10-A7D0-EACBA1A620E7}">
      <dsp:nvSpPr>
        <dsp:cNvPr id="0" name=""/>
        <dsp:cNvSpPr/>
      </dsp:nvSpPr>
      <dsp:spPr>
        <a:xfrm>
          <a:off x="8644654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Just a Bunch Of Keys</a:t>
          </a:r>
          <a:endParaRPr lang="en-US" sz="1400" kern="1200" dirty="0"/>
        </a:p>
      </dsp:txBody>
      <dsp:txXfrm>
        <a:off x="8644654" y="2245651"/>
        <a:ext cx="2451093" cy="73909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86453-1937-49A5-8515-22DFB095ADFE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281B4-0CBF-467C-8C85-FBDCBDFAEEF4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Seed</a:t>
          </a:r>
          <a:endParaRPr lang="en-US" sz="2800" kern="1200"/>
        </a:p>
      </dsp:txBody>
      <dsp:txXfrm>
        <a:off x="3421" y="1647177"/>
        <a:ext cx="2894062" cy="434109"/>
      </dsp:txXfrm>
    </dsp:sp>
    <dsp:sp modelId="{2CF04FEC-7241-4972-AA71-9BAD186807FD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master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derive other</a:t>
          </a:r>
          <a:r>
            <a:rPr lang="en-US" sz="1700" kern="1200" dirty="0"/>
            <a:t> keys </a:t>
          </a:r>
          <a:r>
            <a:rPr lang="tr-TR" sz="1700" kern="1200" dirty="0"/>
            <a:t>from</a:t>
          </a:r>
          <a:endParaRPr lang="en-US" sz="1700" kern="1200" dirty="0"/>
        </a:p>
      </dsp:txBody>
      <dsp:txXfrm>
        <a:off x="3421" y="2133425"/>
        <a:ext cx="2894062" cy="995666"/>
      </dsp:txXfrm>
    </dsp:sp>
    <dsp:sp modelId="{ABE70072-D7E6-44DD-B3DC-DC0999423BD3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6F048-9221-4978-A06F-21EC082C08AA}">
      <dsp:nvSpPr>
        <dsp:cNvPr id="0" name=""/>
        <dsp:cNvSpPr/>
      </dsp:nvSpPr>
      <dsp:spPr>
        <a:xfrm>
          <a:off x="3347511" y="163567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Regeneration</a:t>
          </a:r>
          <a:endParaRPr lang="en-US" sz="2800" kern="1200" dirty="0"/>
        </a:p>
      </dsp:txBody>
      <dsp:txXfrm>
        <a:off x="3347511" y="1635673"/>
        <a:ext cx="2894062" cy="434109"/>
      </dsp:txXfrm>
    </dsp:sp>
    <dsp:sp modelId="{0C63F9E5-2C4C-43EC-86E4-410B569D265C}">
      <dsp:nvSpPr>
        <dsp:cNvPr id="0" name=""/>
        <dsp:cNvSpPr/>
      </dsp:nvSpPr>
      <dsp:spPr>
        <a:xfrm>
          <a:off x="3239938" y="2243208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generated again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from </a:t>
          </a:r>
          <a:r>
            <a:rPr lang="en-US" sz="1700" kern="1200" dirty="0"/>
            <a:t>the original seed </a:t>
          </a:r>
        </a:p>
      </dsp:txBody>
      <dsp:txXfrm>
        <a:off x="3239938" y="2243208"/>
        <a:ext cx="2894062" cy="995666"/>
      </dsp:txXfrm>
    </dsp:sp>
    <dsp:sp modelId="{51832C61-B3E5-4B90-9224-64A5F5EADA2C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57483-D001-499E-BD06-B3B420A547EF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Keys are related</a:t>
          </a:r>
          <a:endParaRPr lang="en-US" sz="2800" kern="1200" dirty="0"/>
        </a:p>
      </dsp:txBody>
      <dsp:txXfrm>
        <a:off x="6804468" y="1647177"/>
        <a:ext cx="2894062" cy="434109"/>
      </dsp:txXfrm>
    </dsp:sp>
    <dsp:sp modelId="{F2CB0E1D-C19F-438B-9B8C-10CC88872188}">
      <dsp:nvSpPr>
        <dsp:cNvPr id="0" name=""/>
        <dsp:cNvSpPr/>
      </dsp:nvSpPr>
      <dsp:spPr>
        <a:xfrm>
          <a:off x="6750668" y="2348569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 the keys in </a:t>
          </a:r>
          <a:r>
            <a:rPr lang="tr-TR" sz="1700" kern="1200" dirty="0"/>
            <a:t>the </a:t>
          </a:r>
          <a:r>
            <a:rPr lang="en-US" sz="1700" kern="1200" dirty="0"/>
            <a:t>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are related to</a:t>
          </a:r>
          <a:r>
            <a:rPr lang="tr-TR" sz="1700" kern="1200" dirty="0"/>
            <a:t> </a:t>
          </a:r>
          <a:r>
            <a:rPr lang="en-US" sz="1700" kern="1200" dirty="0"/>
            <a:t>each other </a:t>
          </a:r>
        </a:p>
      </dsp:txBody>
      <dsp:txXfrm>
        <a:off x="6750668" y="2348569"/>
        <a:ext cx="2894062" cy="99566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CD18C-5D4A-4BD8-BA9E-ECD54357FF51}">
      <dsp:nvSpPr>
        <dsp:cNvPr id="0" name=""/>
        <dsp:cNvSpPr/>
      </dsp:nvSpPr>
      <dsp:spPr>
        <a:xfrm>
          <a:off x="558081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666D5-240E-4974-A20D-7A254FE7EA3C}">
      <dsp:nvSpPr>
        <dsp:cNvPr id="0" name=""/>
        <dsp:cNvSpPr/>
      </dsp:nvSpPr>
      <dsp:spPr>
        <a:xfrm>
          <a:off x="5531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 dirty="0"/>
            <a:t>HD Wallet</a:t>
          </a:r>
          <a:endParaRPr lang="en-US" sz="1600" kern="1200" dirty="0"/>
        </a:p>
      </dsp:txBody>
      <dsp:txXfrm>
        <a:off x="5531" y="1669800"/>
        <a:ext cx="1700156" cy="255023"/>
      </dsp:txXfrm>
    </dsp:sp>
    <dsp:sp modelId="{B110E61C-F3C7-4D9A-A64E-FE8ACB338997}">
      <dsp:nvSpPr>
        <dsp:cNvPr id="0" name=""/>
        <dsp:cNvSpPr/>
      </dsp:nvSpPr>
      <dsp:spPr>
        <a:xfrm>
          <a:off x="5531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 dirty="0"/>
            <a:t>Hierarchical</a:t>
          </a:r>
          <a:r>
            <a:rPr lang="tr-TR" sz="1200" b="1" i="1" kern="1200" dirty="0"/>
            <a:t> </a:t>
          </a:r>
          <a:endParaRPr lang="en-US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 dirty="0"/>
            <a:t>Deterministic</a:t>
          </a:r>
          <a:r>
            <a:rPr lang="tr-TR" sz="1200" b="1" i="1" kern="1200" dirty="0"/>
            <a:t> </a:t>
          </a:r>
          <a:endParaRPr lang="en-US" sz="1200" kern="1200" dirty="0"/>
        </a:p>
      </dsp:txBody>
      <dsp:txXfrm>
        <a:off x="5531" y="1957684"/>
        <a:ext cx="1700156" cy="689471"/>
      </dsp:txXfrm>
    </dsp:sp>
    <dsp:sp modelId="{96D75D98-5D54-4F8C-A215-451CC2CB496F}">
      <dsp:nvSpPr>
        <dsp:cNvPr id="0" name=""/>
        <dsp:cNvSpPr/>
      </dsp:nvSpPr>
      <dsp:spPr>
        <a:xfrm>
          <a:off x="2555765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BEC95-A7CC-4B61-8130-E9170E73E8B5}">
      <dsp:nvSpPr>
        <dsp:cNvPr id="0" name=""/>
        <dsp:cNvSpPr/>
      </dsp:nvSpPr>
      <dsp:spPr>
        <a:xfrm>
          <a:off x="2003214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The most common</a:t>
          </a:r>
        </a:p>
      </dsp:txBody>
      <dsp:txXfrm>
        <a:off x="2003214" y="1669800"/>
        <a:ext cx="1700156" cy="255023"/>
      </dsp:txXfrm>
    </dsp:sp>
    <dsp:sp modelId="{92AB1313-78B1-4C90-B80E-5E88DD03A189}">
      <dsp:nvSpPr>
        <dsp:cNvPr id="0" name=""/>
        <dsp:cNvSpPr/>
      </dsp:nvSpPr>
      <dsp:spPr>
        <a:xfrm>
          <a:off x="2003214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derivation </a:t>
          </a:r>
          <a:r>
            <a:rPr lang="en-US" sz="1200" kern="1200" dirty="0"/>
            <a:t>method</a:t>
          </a:r>
        </a:p>
      </dsp:txBody>
      <dsp:txXfrm>
        <a:off x="2003214" y="1957684"/>
        <a:ext cx="1700156" cy="689471"/>
      </dsp:txXfrm>
    </dsp:sp>
    <dsp:sp modelId="{2BAB54DF-8028-4809-A02A-B698BAFFAE12}">
      <dsp:nvSpPr>
        <dsp:cNvPr id="0" name=""/>
        <dsp:cNvSpPr/>
      </dsp:nvSpPr>
      <dsp:spPr>
        <a:xfrm>
          <a:off x="4553449" y="1004093"/>
          <a:ext cx="595054" cy="595054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C24A1-5C48-4822-AC7B-0374317B166E}">
      <dsp:nvSpPr>
        <dsp:cNvPr id="0" name=""/>
        <dsp:cNvSpPr/>
      </dsp:nvSpPr>
      <dsp:spPr>
        <a:xfrm>
          <a:off x="4000898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Tree </a:t>
          </a:r>
          <a:r>
            <a:rPr lang="tr-TR" sz="1600" kern="1200" dirty="0"/>
            <a:t>structure</a:t>
          </a:r>
          <a:endParaRPr lang="en-US" sz="1600" kern="1200" dirty="0"/>
        </a:p>
      </dsp:txBody>
      <dsp:txXfrm>
        <a:off x="4000898" y="1669800"/>
        <a:ext cx="1700156" cy="255023"/>
      </dsp:txXfrm>
    </dsp:sp>
    <dsp:sp modelId="{7726F5CB-F6D0-4AFF-B7D3-4E2988459332}">
      <dsp:nvSpPr>
        <dsp:cNvPr id="0" name=""/>
        <dsp:cNvSpPr/>
      </dsp:nvSpPr>
      <dsp:spPr>
        <a:xfrm>
          <a:off x="4000898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Consistute </a:t>
          </a:r>
          <a:r>
            <a:rPr lang="en-US" sz="1200" kern="1200"/>
            <a:t>a tree-like structure</a:t>
          </a:r>
        </a:p>
      </dsp:txBody>
      <dsp:txXfrm>
        <a:off x="4000898" y="1957684"/>
        <a:ext cx="1700156" cy="689471"/>
      </dsp:txXfrm>
    </dsp:sp>
    <dsp:sp modelId="{777E2C80-1AAC-4BFC-913C-2B601376704A}">
      <dsp:nvSpPr>
        <dsp:cNvPr id="0" name=""/>
        <dsp:cNvSpPr/>
      </dsp:nvSpPr>
      <dsp:spPr>
        <a:xfrm>
          <a:off x="6551132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59D02-0266-4A5C-A417-614BF7725608}">
      <dsp:nvSpPr>
        <dsp:cNvPr id="0" name=""/>
        <dsp:cNvSpPr/>
      </dsp:nvSpPr>
      <dsp:spPr>
        <a:xfrm>
          <a:off x="5998581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Seed</a:t>
          </a:r>
          <a:endParaRPr lang="en-US" sz="1600" kern="1200"/>
        </a:p>
      </dsp:txBody>
      <dsp:txXfrm>
        <a:off x="5998581" y="1669800"/>
        <a:ext cx="1700156" cy="255023"/>
      </dsp:txXfrm>
    </dsp:sp>
    <dsp:sp modelId="{A13E4ED9-892E-45C0-BC5D-A658843268E7}">
      <dsp:nvSpPr>
        <dsp:cNvPr id="0" name=""/>
        <dsp:cNvSpPr/>
      </dsp:nvSpPr>
      <dsp:spPr>
        <a:xfrm>
          <a:off x="5998581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Deterministic wallets are initialized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from </a:t>
          </a:r>
          <a:r>
            <a:rPr lang="en-US" sz="1200" kern="1200" dirty="0"/>
            <a:t>a seed. </a:t>
          </a:r>
        </a:p>
      </dsp:txBody>
      <dsp:txXfrm>
        <a:off x="5998581" y="1957684"/>
        <a:ext cx="1700156" cy="689471"/>
      </dsp:txXfrm>
    </dsp:sp>
    <dsp:sp modelId="{9C1EE701-497A-4BB5-9760-D7E29B7F9297}">
      <dsp:nvSpPr>
        <dsp:cNvPr id="0" name=""/>
        <dsp:cNvSpPr/>
      </dsp:nvSpPr>
      <dsp:spPr>
        <a:xfrm>
          <a:off x="8548816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84211-9EBF-46B8-BB60-147393C2A4FE}">
      <dsp:nvSpPr>
        <dsp:cNvPr id="0" name=""/>
        <dsp:cNvSpPr/>
      </dsp:nvSpPr>
      <dsp:spPr>
        <a:xfrm>
          <a:off x="7996265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Mnemonic</a:t>
          </a:r>
          <a:endParaRPr lang="en-US" sz="1600" kern="1200"/>
        </a:p>
      </dsp:txBody>
      <dsp:txXfrm>
        <a:off x="7996265" y="1669800"/>
        <a:ext cx="1700156" cy="255023"/>
      </dsp:txXfrm>
    </dsp:sp>
    <dsp:sp modelId="{AFE24157-E757-4AEF-BEFB-06C53E9CED63}">
      <dsp:nvSpPr>
        <dsp:cNvPr id="0" name=""/>
        <dsp:cNvSpPr/>
      </dsp:nvSpPr>
      <dsp:spPr>
        <a:xfrm>
          <a:off x="7996265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seeds</a:t>
          </a:r>
          <a:r>
            <a:rPr lang="tr-TR" sz="1200" kern="1200" dirty="0"/>
            <a:t> </a:t>
          </a:r>
          <a:r>
            <a:rPr lang="en-US" sz="1200" kern="1200" dirty="0"/>
            <a:t>are encoded</a:t>
          </a:r>
          <a:r>
            <a:rPr lang="tr-TR" sz="1200" kern="1200" dirty="0"/>
            <a:t> as </a:t>
          </a:r>
          <a:r>
            <a:rPr lang="en-US" sz="1200" kern="1200" dirty="0"/>
            <a:t>words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for </a:t>
          </a:r>
          <a:r>
            <a:rPr lang="en-US" sz="1200" kern="1200" dirty="0"/>
            <a:t>easier </a:t>
          </a:r>
          <a:r>
            <a:rPr lang="tr-TR" sz="1200" kern="1200" dirty="0"/>
            <a:t>use</a:t>
          </a:r>
          <a:r>
            <a:rPr lang="en-US" sz="1200" kern="1200" dirty="0"/>
            <a:t> use </a:t>
          </a:r>
        </a:p>
      </dsp:txBody>
      <dsp:txXfrm>
        <a:off x="7996265" y="1957684"/>
        <a:ext cx="1700156" cy="68947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039D0-10B2-4CCB-AE1B-64591D2AA9F3}">
      <dsp:nvSpPr>
        <dsp:cNvPr id="0" name=""/>
        <dsp:cNvSpPr/>
      </dsp:nvSpPr>
      <dsp:spPr>
        <a:xfrm>
          <a:off x="2156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87FA1-9B49-4C34-939B-4CD0A85E60EE}">
      <dsp:nvSpPr>
        <dsp:cNvPr id="0" name=""/>
        <dsp:cNvSpPr/>
      </dsp:nvSpPr>
      <dsp:spPr>
        <a:xfrm>
          <a:off x="2156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Historic</a:t>
          </a:r>
          <a:endParaRPr lang="en-US" sz="2000" kern="1200"/>
        </a:p>
      </dsp:txBody>
      <dsp:txXfrm>
        <a:off x="2156" y="1555725"/>
        <a:ext cx="2143124" cy="321468"/>
      </dsp:txXfrm>
    </dsp:sp>
    <dsp:sp modelId="{0EA83158-3280-4825-A6BA-ECF7C5A71F2E}">
      <dsp:nvSpPr>
        <dsp:cNvPr id="0" name=""/>
        <dsp:cNvSpPr/>
      </dsp:nvSpPr>
      <dsp:spPr>
        <a:xfrm>
          <a:off x="2156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Bitcoin Core</a:t>
          </a:r>
          <a:r>
            <a:rPr lang="tr-TR" sz="1500" kern="1200"/>
            <a:t>: </a:t>
          </a:r>
          <a:r>
            <a:rPr lang="en-US" sz="1500" kern="1200"/>
            <a:t>the first bitcoin wallet</a:t>
          </a:r>
        </a:p>
      </dsp:txBody>
      <dsp:txXfrm>
        <a:off x="2156" y="1921832"/>
        <a:ext cx="2143124" cy="1019759"/>
      </dsp:txXfrm>
    </dsp:sp>
    <dsp:sp modelId="{169AF5A8-CE61-49C5-9B24-0C739A442B74}">
      <dsp:nvSpPr>
        <dsp:cNvPr id="0" name=""/>
        <dsp:cNvSpPr/>
      </dsp:nvSpPr>
      <dsp:spPr>
        <a:xfrm>
          <a:off x="2520328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C0FF7-025C-4FB8-95AF-39AAE8813625}">
      <dsp:nvSpPr>
        <dsp:cNvPr id="0" name=""/>
        <dsp:cNvSpPr/>
      </dsp:nvSpPr>
      <dsp:spPr>
        <a:xfrm>
          <a:off x="2520328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Random keys</a:t>
          </a:r>
          <a:endParaRPr lang="en-US" sz="2000" kern="1200" dirty="0"/>
        </a:p>
      </dsp:txBody>
      <dsp:txXfrm>
        <a:off x="2520328" y="1555725"/>
        <a:ext cx="2143124" cy="321468"/>
      </dsp:txXfrm>
    </dsp:sp>
    <dsp:sp modelId="{38E873EC-BAFC-4178-A9BD-4D6E6672256C}">
      <dsp:nvSpPr>
        <dsp:cNvPr id="0" name=""/>
        <dsp:cNvSpPr/>
      </dsp:nvSpPr>
      <dsp:spPr>
        <a:xfrm>
          <a:off x="2520328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wallets were collections of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randomly</a:t>
          </a:r>
          <a:r>
            <a:rPr lang="tr-TR" sz="1500" kern="1200" dirty="0"/>
            <a:t> </a:t>
          </a:r>
          <a:r>
            <a:rPr lang="en-US" sz="1500" kern="1200" dirty="0"/>
            <a:t>generated private keys</a:t>
          </a:r>
        </a:p>
      </dsp:txBody>
      <dsp:txXfrm>
        <a:off x="2520328" y="1921832"/>
        <a:ext cx="2143124" cy="1019759"/>
      </dsp:txXfrm>
    </dsp:sp>
    <dsp:sp modelId="{06A80A28-9A46-4B64-8DF1-770CA4D7D5BB}">
      <dsp:nvSpPr>
        <dsp:cNvPr id="0" name=""/>
        <dsp:cNvSpPr/>
      </dsp:nvSpPr>
      <dsp:spPr>
        <a:xfrm>
          <a:off x="5038499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BAC59-94FC-4E0D-8915-C37A14A89363}">
      <dsp:nvSpPr>
        <dsp:cNvPr id="0" name=""/>
        <dsp:cNvSpPr/>
      </dsp:nvSpPr>
      <dsp:spPr>
        <a:xfrm>
          <a:off x="5038499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100 Keys</a:t>
          </a:r>
          <a:r>
            <a:rPr lang="en-US" sz="2000" kern="1200" dirty="0"/>
            <a:t> </a:t>
          </a:r>
        </a:p>
      </dsp:txBody>
      <dsp:txXfrm>
        <a:off x="5038499" y="1555725"/>
        <a:ext cx="2143124" cy="321468"/>
      </dsp:txXfrm>
    </dsp:sp>
    <dsp:sp modelId="{0D655882-E56A-4D53-AB11-035178AB5AAB}">
      <dsp:nvSpPr>
        <dsp:cNvPr id="0" name=""/>
        <dsp:cNvSpPr/>
      </dsp:nvSpPr>
      <dsp:spPr>
        <a:xfrm>
          <a:off x="5038499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Bitcoin Core client pre</a:t>
          </a:r>
          <a:r>
            <a:rPr lang="tr-TR" sz="1500" kern="1200" dirty="0"/>
            <a:t>-</a:t>
          </a:r>
          <a:r>
            <a:rPr lang="en-US" sz="1500" kern="1200" dirty="0"/>
            <a:t>generates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100 </a:t>
          </a:r>
          <a:r>
            <a:rPr lang="tr-TR" sz="1500" kern="1200" dirty="0"/>
            <a:t>private keys </a:t>
          </a:r>
          <a:r>
            <a:rPr lang="en-US" sz="1500" kern="1200" dirty="0"/>
            <a:t>random</a:t>
          </a:r>
          <a:r>
            <a:rPr lang="tr-TR" sz="1500" kern="1200" dirty="0"/>
            <a:t>ly at </a:t>
          </a:r>
          <a:r>
            <a:rPr lang="tr-TR" sz="1500" kern="1200"/>
            <a:t>the start</a:t>
          </a:r>
          <a:r>
            <a:rPr lang="en-US" sz="1500" kern="1200"/>
            <a:t> </a:t>
          </a:r>
          <a:endParaRPr lang="en-US" sz="1500" kern="1200" dirty="0"/>
        </a:p>
      </dsp:txBody>
      <dsp:txXfrm>
        <a:off x="5038499" y="1921832"/>
        <a:ext cx="2143124" cy="1019759"/>
      </dsp:txXfrm>
    </dsp:sp>
    <dsp:sp modelId="{FDCEC27F-2B27-492D-AE5A-0AEEEDB74175}">
      <dsp:nvSpPr>
        <dsp:cNvPr id="0" name=""/>
        <dsp:cNvSpPr/>
      </dsp:nvSpPr>
      <dsp:spPr>
        <a:xfrm>
          <a:off x="7556671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AC8C3-DD24-48AC-A550-0304F9A66EF8}">
      <dsp:nvSpPr>
        <dsp:cNvPr id="0" name=""/>
        <dsp:cNvSpPr/>
      </dsp:nvSpPr>
      <dsp:spPr>
        <a:xfrm>
          <a:off x="7556671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New keys</a:t>
          </a:r>
          <a:endParaRPr lang="en-US" sz="2000" kern="1200" dirty="0"/>
        </a:p>
      </dsp:txBody>
      <dsp:txXfrm>
        <a:off x="7556671" y="1555725"/>
        <a:ext cx="2143124" cy="321468"/>
      </dsp:txXfrm>
    </dsp:sp>
    <dsp:sp modelId="{BDD5702B-6105-4525-B542-6ADEB2458ECC}">
      <dsp:nvSpPr>
        <dsp:cNvPr id="0" name=""/>
        <dsp:cNvSpPr/>
      </dsp:nvSpPr>
      <dsp:spPr>
        <a:xfrm>
          <a:off x="7556671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generate</a:t>
          </a:r>
          <a:r>
            <a:rPr lang="tr-TR" sz="1500" kern="1200" dirty="0"/>
            <a:t>d</a:t>
          </a:r>
          <a:r>
            <a:rPr lang="en-US" sz="1500" kern="1200" dirty="0"/>
            <a:t> as needed,</a:t>
          </a:r>
          <a:r>
            <a:rPr lang="tr-TR" sz="1500" kern="1200" dirty="0"/>
            <a:t> 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using each key only once</a:t>
          </a:r>
        </a:p>
      </dsp:txBody>
      <dsp:txXfrm>
        <a:off x="7556671" y="1921832"/>
        <a:ext cx="2143124" cy="101975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3E858-701D-45B3-9C20-90557969DC08}">
      <dsp:nvSpPr>
        <dsp:cNvPr id="0" name=""/>
        <dsp:cNvSpPr/>
      </dsp:nvSpPr>
      <dsp:spPr>
        <a:xfrm>
          <a:off x="4033" y="22970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4772E-F4B1-475E-B812-EEE14C189D63}">
      <dsp:nvSpPr>
        <dsp:cNvPr id="0" name=""/>
        <dsp:cNvSpPr/>
      </dsp:nvSpPr>
      <dsp:spPr>
        <a:xfrm>
          <a:off x="4033" y="1777075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Replaced</a:t>
          </a:r>
          <a:endParaRPr lang="en-US" sz="3600" kern="1200"/>
        </a:p>
      </dsp:txBody>
      <dsp:txXfrm>
        <a:off x="4033" y="1777075"/>
        <a:ext cx="4028906" cy="604335"/>
      </dsp:txXfrm>
    </dsp:sp>
    <dsp:sp modelId="{D7BFC642-0936-4CAF-9AC9-E90CB7FF169C}">
      <dsp:nvSpPr>
        <dsp:cNvPr id="0" name=""/>
        <dsp:cNvSpPr/>
      </dsp:nvSpPr>
      <dsp:spPr>
        <a:xfrm>
          <a:off x="4033" y="2445248"/>
          <a:ext cx="4028906" cy="976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Random</a:t>
          </a:r>
          <a:r>
            <a:rPr lang="en-US" sz="1700" kern="1200" dirty="0"/>
            <a:t> wallets</a:t>
          </a:r>
          <a:r>
            <a:rPr lang="tr-TR" sz="1700" kern="1200" dirty="0"/>
            <a:t> </a:t>
          </a:r>
          <a:r>
            <a:rPr lang="en-US" sz="1700" kern="1200" dirty="0"/>
            <a:t>are replaced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</a:t>
          </a:r>
          <a:r>
            <a:rPr lang="en-US" sz="1700" kern="1200" dirty="0"/>
            <a:t>deterministic wallets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4033" y="2445248"/>
        <a:ext cx="4028906" cy="976292"/>
      </dsp:txXfrm>
    </dsp:sp>
    <dsp:sp modelId="{D3FF64C1-3066-42B0-9BB4-4E524C87ED49}">
      <dsp:nvSpPr>
        <dsp:cNvPr id="0" name=""/>
        <dsp:cNvSpPr/>
      </dsp:nvSpPr>
      <dsp:spPr>
        <a:xfrm>
          <a:off x="4737998" y="22970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1507-263F-4BFB-ACB6-CB586A31EA8C}">
      <dsp:nvSpPr>
        <dsp:cNvPr id="0" name=""/>
        <dsp:cNvSpPr/>
      </dsp:nvSpPr>
      <dsp:spPr>
        <a:xfrm>
          <a:off x="4737998" y="1777075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Reasons</a:t>
          </a:r>
          <a:endParaRPr lang="en-US" sz="3600" kern="1200" dirty="0"/>
        </a:p>
      </dsp:txBody>
      <dsp:txXfrm>
        <a:off x="4737998" y="1777075"/>
        <a:ext cx="4028906" cy="604335"/>
      </dsp:txXfrm>
    </dsp:sp>
    <dsp:sp modelId="{4BECAC23-B818-4A9C-8360-4886D145E4D0}">
      <dsp:nvSpPr>
        <dsp:cNvPr id="0" name=""/>
        <dsp:cNvSpPr/>
      </dsp:nvSpPr>
      <dsp:spPr>
        <a:xfrm>
          <a:off x="4737998" y="2445248"/>
          <a:ext cx="4028906" cy="976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Hard </a:t>
          </a:r>
          <a:r>
            <a:rPr lang="en-US" sz="1700" kern="1200" dirty="0"/>
            <a:t>to manage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 up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import</a:t>
          </a:r>
        </a:p>
      </dsp:txBody>
      <dsp:txXfrm>
        <a:off x="4737998" y="2445248"/>
        <a:ext cx="4028906" cy="97629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49D48-6125-43D4-8D25-72C7DDDECFF3}">
      <dsp:nvSpPr>
        <dsp:cNvPr id="0" name=""/>
        <dsp:cNvSpPr/>
      </dsp:nvSpPr>
      <dsp:spPr>
        <a:xfrm>
          <a:off x="4033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77B97-2651-4C5A-A754-458F63EC0854}">
      <dsp:nvSpPr>
        <dsp:cNvPr id="0" name=""/>
        <dsp:cNvSpPr/>
      </dsp:nvSpPr>
      <dsp:spPr>
        <a:xfrm>
          <a:off x="4033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Many keys to backup</a:t>
          </a:r>
          <a:endParaRPr lang="en-US" sz="3600" kern="1200" dirty="0"/>
        </a:p>
      </dsp:txBody>
      <dsp:txXfrm>
        <a:off x="4033" y="1948834"/>
        <a:ext cx="4028906" cy="604335"/>
      </dsp:txXfrm>
    </dsp:sp>
    <dsp:sp modelId="{4CEDE363-EFAA-4EBC-84A8-9BC4DA73B7F2}">
      <dsp:nvSpPr>
        <dsp:cNvPr id="0" name=""/>
        <dsp:cNvSpPr/>
      </dsp:nvSpPr>
      <dsp:spPr>
        <a:xfrm>
          <a:off x="4033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keep copies of all </a:t>
          </a:r>
          <a:r>
            <a:rPr lang="tr-TR" sz="1700" kern="1200" dirty="0"/>
            <a:t>keys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backed up </a:t>
          </a:r>
          <a:r>
            <a:rPr lang="tr-TR" sz="1700" kern="1200" dirty="0"/>
            <a:t>wallet </a:t>
          </a:r>
          <a:r>
            <a:rPr lang="en-US" sz="1700" kern="1200" dirty="0"/>
            <a:t>frequently</a:t>
          </a:r>
        </a:p>
      </dsp:txBody>
      <dsp:txXfrm>
        <a:off x="4033" y="2609490"/>
        <a:ext cx="4028906" cy="624130"/>
      </dsp:txXfrm>
    </dsp:sp>
    <dsp:sp modelId="{BD9275F3-70CE-4719-9FB8-1D556D4DEA85}">
      <dsp:nvSpPr>
        <dsp:cNvPr id="0" name=""/>
        <dsp:cNvSpPr/>
      </dsp:nvSpPr>
      <dsp:spPr>
        <a:xfrm>
          <a:off x="4737998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CE489-196A-4601-B66E-FF695C409783}">
      <dsp:nvSpPr>
        <dsp:cNvPr id="0" name=""/>
        <dsp:cNvSpPr/>
      </dsp:nvSpPr>
      <dsp:spPr>
        <a:xfrm>
          <a:off x="4737998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Risk</a:t>
          </a:r>
          <a:endParaRPr lang="en-US" sz="3600" kern="1200" dirty="0"/>
        </a:p>
      </dsp:txBody>
      <dsp:txXfrm>
        <a:off x="4737998" y="1948834"/>
        <a:ext cx="4028906" cy="604335"/>
      </dsp:txXfrm>
    </dsp:sp>
    <dsp:sp modelId="{BA67DD58-6AD0-4413-A30A-874F171EC00F}">
      <dsp:nvSpPr>
        <dsp:cNvPr id="0" name=""/>
        <dsp:cNvSpPr/>
      </dsp:nvSpPr>
      <dsp:spPr>
        <a:xfrm>
          <a:off x="4737998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if wallet becomes inaccessible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funds are irrevocably lost</a:t>
          </a:r>
        </a:p>
      </dsp:txBody>
      <dsp:txXfrm>
        <a:off x="4737998" y="2609490"/>
        <a:ext cx="4028906" cy="62413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E3293D-85C2-4A24-82FF-5FAD437BADF0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FA4F4-6B6D-4ACD-8628-AA34CE761EC2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Wallets with Seed</a:t>
          </a:r>
          <a:endParaRPr lang="en-US" sz="3600" kern="1200"/>
        </a:p>
      </dsp:txBody>
      <dsp:txXfrm>
        <a:off x="152976" y="1981055"/>
        <a:ext cx="4320000" cy="648000"/>
      </dsp:txXfrm>
    </dsp:sp>
    <dsp:sp modelId="{3CB1828A-8701-42FC-8D3B-E7E71632A33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 private keys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derived from a common seed </a:t>
          </a:r>
        </a:p>
      </dsp:txBody>
      <dsp:txXfrm>
        <a:off x="152976" y="2688423"/>
        <a:ext cx="4320000" cy="621412"/>
      </dsp:txXfrm>
    </dsp:sp>
    <dsp:sp modelId="{BC86771D-736A-43D4-8920-3F7FF754451E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DDE85-E53F-4FBA-B68E-EE35EF58A85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one-way hash</a:t>
          </a:r>
        </a:p>
      </dsp:txBody>
      <dsp:txXfrm>
        <a:off x="5228976" y="1981055"/>
        <a:ext cx="4320000" cy="648000"/>
      </dsp:txXfrm>
    </dsp:sp>
    <dsp:sp modelId="{9114D520-55CF-4976-82F2-FD9BFD2E944A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Keys are derived </a:t>
          </a:r>
          <a:r>
            <a:rPr lang="en-US" sz="1700" kern="1200" dirty="0"/>
            <a:t>through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use of a one-way hash function. </a:t>
          </a:r>
        </a:p>
      </dsp:txBody>
      <dsp:txXfrm>
        <a:off x="5228976" y="2688423"/>
        <a:ext cx="4320000" cy="62141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0C348-9BA5-4A32-9B5F-6EFA21C97DA7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57915-CD84-478E-AE4B-C7DBAB377C77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Seed</a:t>
          </a:r>
          <a:endParaRPr lang="en-US" sz="2800" kern="1200" dirty="0"/>
        </a:p>
      </dsp:txBody>
      <dsp:txXfrm>
        <a:off x="3421" y="1823640"/>
        <a:ext cx="2894062" cy="434109"/>
      </dsp:txXfrm>
    </dsp:sp>
    <dsp:sp modelId="{AF5A46EF-99C7-440B-969A-83170CFA8C5C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randomly generated number</a:t>
          </a:r>
        </a:p>
      </dsp:txBody>
      <dsp:txXfrm>
        <a:off x="3421" y="2302165"/>
        <a:ext cx="2894062" cy="633860"/>
      </dsp:txXfrm>
    </dsp:sp>
    <dsp:sp modelId="{772DDDAF-4FA1-48D0-8622-7163BB660A16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57451-13CF-41E3-9151-905A2C8A0CFC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combined</a:t>
          </a:r>
        </a:p>
      </dsp:txBody>
      <dsp:txXfrm>
        <a:off x="3403945" y="1823640"/>
        <a:ext cx="2894062" cy="434109"/>
      </dsp:txXfrm>
    </dsp:sp>
    <dsp:sp modelId="{85AF6BAF-08EA-44BC-8A1B-5D9570EA5D6E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</a:t>
          </a:r>
          <a:r>
            <a:rPr lang="en-US" sz="1700" kern="1200" dirty="0"/>
            <a:t>other data</a:t>
          </a:r>
        </a:p>
      </dsp:txBody>
      <dsp:txXfrm>
        <a:off x="3403945" y="2302165"/>
        <a:ext cx="2894062" cy="633860"/>
      </dsp:txXfrm>
    </dsp:sp>
    <dsp:sp modelId="{C490D8F7-B4B0-4201-8EE2-56EA9BA5EAEB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14877-328A-4829-9D09-2DE117E7C6E8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Data</a:t>
          </a:r>
          <a:endParaRPr lang="en-US" sz="2800" kern="1200" dirty="0"/>
        </a:p>
      </dsp:txBody>
      <dsp:txXfrm>
        <a:off x="6804468" y="1823640"/>
        <a:ext cx="2894062" cy="434109"/>
      </dsp:txXfrm>
    </dsp:sp>
    <dsp:sp modelId="{52FB347C-1DF8-4361-BACE-CB750F0B48B5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index</a:t>
          </a:r>
          <a:r>
            <a:rPr lang="tr-TR" sz="1700" kern="1200" dirty="0"/>
            <a:t> number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“chain code”</a:t>
          </a:r>
          <a:endParaRPr lang="en-US" sz="1700" kern="1200" dirty="0"/>
        </a:p>
      </dsp:txBody>
      <dsp:txXfrm>
        <a:off x="6804468" y="2302165"/>
        <a:ext cx="2894062" cy="63386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581CC-3213-4841-9413-5E4F7E639917}">
      <dsp:nvSpPr>
        <dsp:cNvPr id="0" name=""/>
        <dsp:cNvSpPr/>
      </dsp:nvSpPr>
      <dsp:spPr>
        <a:xfrm>
          <a:off x="835487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26D6E-461A-467F-8C31-B2D9EE2D8ABE}">
      <dsp:nvSpPr>
        <dsp:cNvPr id="0" name=""/>
        <dsp:cNvSpPr/>
      </dsp:nvSpPr>
      <dsp:spPr>
        <a:xfrm>
          <a:off x="871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Recovery</a:t>
          </a:r>
          <a:endParaRPr lang="en-US" sz="2400" kern="1200" dirty="0"/>
        </a:p>
      </dsp:txBody>
      <dsp:txXfrm>
        <a:off x="8717" y="1888653"/>
        <a:ext cx="2543906" cy="381585"/>
      </dsp:txXfrm>
    </dsp:sp>
    <dsp:sp modelId="{481E392C-19FC-4161-A678-587700EE9753}">
      <dsp:nvSpPr>
        <dsp:cNvPr id="0" name=""/>
        <dsp:cNvSpPr/>
      </dsp:nvSpPr>
      <dsp:spPr>
        <a:xfrm>
          <a:off x="871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the seed is sufficient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recover all the derived</a:t>
          </a:r>
          <a:r>
            <a:rPr lang="tr-TR" sz="1700" kern="1200" dirty="0"/>
            <a:t> </a:t>
          </a:r>
          <a:r>
            <a:rPr lang="en-US" sz="1700" kern="1200" dirty="0"/>
            <a:t>keys </a:t>
          </a:r>
        </a:p>
      </dsp:txBody>
      <dsp:txXfrm>
        <a:off x="8717" y="2316393"/>
        <a:ext cx="2543906" cy="890387"/>
      </dsp:txXfrm>
    </dsp:sp>
    <dsp:sp modelId="{86737376-FC92-4065-BB11-A01FF44D2BC6}">
      <dsp:nvSpPr>
        <dsp:cNvPr id="0" name=""/>
        <dsp:cNvSpPr/>
      </dsp:nvSpPr>
      <dsp:spPr>
        <a:xfrm>
          <a:off x="3824576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7069C-6932-460C-B4B6-3D27AEB084DF}">
      <dsp:nvSpPr>
        <dsp:cNvPr id="0" name=""/>
        <dsp:cNvSpPr/>
      </dsp:nvSpPr>
      <dsp:spPr>
        <a:xfrm>
          <a:off x="299780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Single backup</a:t>
          </a:r>
          <a:endParaRPr lang="en-US" sz="2400" kern="1200"/>
        </a:p>
      </dsp:txBody>
      <dsp:txXfrm>
        <a:off x="2997807" y="1888653"/>
        <a:ext cx="2543906" cy="381585"/>
      </dsp:txXfrm>
    </dsp:sp>
    <dsp:sp modelId="{270F3502-4A15-48C1-9311-4155755F4A9E}">
      <dsp:nvSpPr>
        <dsp:cNvPr id="0" name=""/>
        <dsp:cNvSpPr/>
      </dsp:nvSpPr>
      <dsp:spPr>
        <a:xfrm>
          <a:off x="299780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single backup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sufficient </a:t>
          </a:r>
        </a:p>
      </dsp:txBody>
      <dsp:txXfrm>
        <a:off x="2997807" y="2316393"/>
        <a:ext cx="2543906" cy="890387"/>
      </dsp:txXfrm>
    </dsp:sp>
    <dsp:sp modelId="{3A259BEA-D17C-4407-B591-F33CCDBF1BC6}">
      <dsp:nvSpPr>
        <dsp:cNvPr id="0" name=""/>
        <dsp:cNvSpPr/>
      </dsp:nvSpPr>
      <dsp:spPr>
        <a:xfrm>
          <a:off x="6813666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09E4C-29B2-4D76-A4BD-2FD97A98F9B5}">
      <dsp:nvSpPr>
        <dsp:cNvPr id="0" name=""/>
        <dsp:cNvSpPr/>
      </dsp:nvSpPr>
      <dsp:spPr>
        <a:xfrm>
          <a:off x="598689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Seed</a:t>
          </a:r>
        </a:p>
      </dsp:txBody>
      <dsp:txXfrm>
        <a:off x="5986897" y="1888653"/>
        <a:ext cx="2543906" cy="381585"/>
      </dsp:txXfrm>
    </dsp:sp>
    <dsp:sp modelId="{B164CD54-B2F4-4F9B-8B7F-F80E2DB5EB8C}">
      <dsp:nvSpPr>
        <dsp:cNvPr id="0" name=""/>
        <dsp:cNvSpPr/>
      </dsp:nvSpPr>
      <dsp:spPr>
        <a:xfrm>
          <a:off x="598689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is enough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</a:t>
          </a:r>
          <a:r>
            <a:rPr lang="en-US" sz="1700" kern="1200" dirty="0"/>
            <a:t>a wallet export </a:t>
          </a:r>
          <a:r>
            <a:rPr lang="en-US" sz="1700" kern="1200"/>
            <a:t>or import</a:t>
          </a:r>
          <a:r>
            <a:rPr lang="tr-TR" sz="1700" kern="1200"/>
            <a:t> </a:t>
          </a:r>
          <a:endParaRPr lang="en-US" sz="1700" kern="1200" dirty="0"/>
        </a:p>
      </dsp:txBody>
      <dsp:txXfrm>
        <a:off x="5986897" y="2316393"/>
        <a:ext cx="2543906" cy="890387"/>
      </dsp:txXfrm>
    </dsp:sp>
    <dsp:sp modelId="{C3B65DC4-C1B7-459C-9A3D-FB6ABC39C57C}">
      <dsp:nvSpPr>
        <dsp:cNvPr id="0" name=""/>
        <dsp:cNvSpPr/>
      </dsp:nvSpPr>
      <dsp:spPr>
        <a:xfrm>
          <a:off x="9802756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0FDBE-829B-4E68-A192-98FBF6FCAAC5}">
      <dsp:nvSpPr>
        <dsp:cNvPr id="0" name=""/>
        <dsp:cNvSpPr/>
      </dsp:nvSpPr>
      <dsp:spPr>
        <a:xfrm>
          <a:off x="897598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Easy migration</a:t>
          </a:r>
          <a:endParaRPr lang="en-US" sz="2400" kern="1200" dirty="0"/>
        </a:p>
      </dsp:txBody>
      <dsp:txXfrm>
        <a:off x="8975987" y="1888653"/>
        <a:ext cx="2543906" cy="381585"/>
      </dsp:txXfrm>
    </dsp:sp>
    <dsp:sp modelId="{029F748E-D845-4F10-9000-C47707604AB6}">
      <dsp:nvSpPr>
        <dsp:cNvPr id="0" name=""/>
        <dsp:cNvSpPr/>
      </dsp:nvSpPr>
      <dsp:spPr>
        <a:xfrm>
          <a:off x="897598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between different wallet implementations</a:t>
          </a:r>
          <a:endParaRPr lang="en-US" sz="1700" kern="1200" dirty="0"/>
        </a:p>
      </dsp:txBody>
      <dsp:txXfrm>
        <a:off x="8975987" y="2316393"/>
        <a:ext cx="2543906" cy="89038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92967-F338-4B2F-B65B-E6834889CC6F}">
      <dsp:nvSpPr>
        <dsp:cNvPr id="0" name=""/>
        <dsp:cNvSpPr/>
      </dsp:nvSpPr>
      <dsp:spPr>
        <a:xfrm>
          <a:off x="635046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0B02A-97E3-4585-A933-32BB80895785}">
      <dsp:nvSpPr>
        <dsp:cNvPr id="0" name=""/>
        <dsp:cNvSpPr/>
      </dsp:nvSpPr>
      <dsp:spPr>
        <a:xfrm>
          <a:off x="230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/>
            <a:t>BIP-32</a:t>
          </a:r>
          <a:r>
            <a:rPr lang="en-US" sz="1800" kern="1200" dirty="0"/>
            <a:t> standard</a:t>
          </a:r>
        </a:p>
      </dsp:txBody>
      <dsp:txXfrm>
        <a:off x="230" y="1828495"/>
        <a:ext cx="1953281" cy="292992"/>
      </dsp:txXfrm>
    </dsp:sp>
    <dsp:sp modelId="{368FC430-23C2-4D3E-BC74-711025DD24CF}">
      <dsp:nvSpPr>
        <dsp:cNvPr id="0" name=""/>
        <dsp:cNvSpPr/>
      </dsp:nvSpPr>
      <dsp:spPr>
        <a:xfrm>
          <a:off x="230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HD wallet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advanced form of deterministic wallets </a:t>
          </a:r>
        </a:p>
      </dsp:txBody>
      <dsp:txXfrm>
        <a:off x="230" y="2158089"/>
        <a:ext cx="1953281" cy="738158"/>
      </dsp:txXfrm>
    </dsp:sp>
    <dsp:sp modelId="{FDDEF161-9578-4514-A49E-379D879DD1C8}">
      <dsp:nvSpPr>
        <dsp:cNvPr id="0" name=""/>
        <dsp:cNvSpPr/>
      </dsp:nvSpPr>
      <dsp:spPr>
        <a:xfrm>
          <a:off x="2930152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6D7A2-AEB0-4542-96AE-67CB2C67C794}">
      <dsp:nvSpPr>
        <dsp:cNvPr id="0" name=""/>
        <dsp:cNvSpPr/>
      </dsp:nvSpPr>
      <dsp:spPr>
        <a:xfrm>
          <a:off x="2295335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Key Hierarchy</a:t>
          </a:r>
          <a:endParaRPr lang="en-US" sz="1800" kern="1200" dirty="0"/>
        </a:p>
      </dsp:txBody>
      <dsp:txXfrm>
        <a:off x="2295335" y="1828495"/>
        <a:ext cx="1953281" cy="292992"/>
      </dsp:txXfrm>
    </dsp:sp>
    <dsp:sp modelId="{2FED82DF-C0DD-46B6-B3D7-DF23F0C5BD0B}">
      <dsp:nvSpPr>
        <dsp:cNvPr id="0" name=""/>
        <dsp:cNvSpPr/>
      </dsp:nvSpPr>
      <dsp:spPr>
        <a:xfrm>
          <a:off x="2295335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HD wallets contain keys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derived in a tree structure, </a:t>
          </a:r>
        </a:p>
      </dsp:txBody>
      <dsp:txXfrm>
        <a:off x="2295335" y="2158089"/>
        <a:ext cx="1953281" cy="738158"/>
      </dsp:txXfrm>
    </dsp:sp>
    <dsp:sp modelId="{54A97874-5CDD-4180-9BC3-6208110A9E10}">
      <dsp:nvSpPr>
        <dsp:cNvPr id="0" name=""/>
        <dsp:cNvSpPr/>
      </dsp:nvSpPr>
      <dsp:spPr>
        <a:xfrm>
          <a:off x="5225257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18030-16F1-4E7B-9400-B43E9A08F8A3}">
      <dsp:nvSpPr>
        <dsp:cNvPr id="0" name=""/>
        <dsp:cNvSpPr/>
      </dsp:nvSpPr>
      <dsp:spPr>
        <a:xfrm>
          <a:off x="4590441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Parent key</a:t>
          </a:r>
          <a:endParaRPr lang="en-US" sz="1800" kern="1200" dirty="0"/>
        </a:p>
      </dsp:txBody>
      <dsp:txXfrm>
        <a:off x="4590441" y="1828495"/>
        <a:ext cx="1953281" cy="292992"/>
      </dsp:txXfrm>
    </dsp:sp>
    <dsp:sp modelId="{1A82131F-76D3-4842-907F-79F439C6D56A}">
      <dsp:nvSpPr>
        <dsp:cNvPr id="0" name=""/>
        <dsp:cNvSpPr/>
      </dsp:nvSpPr>
      <dsp:spPr>
        <a:xfrm>
          <a:off x="4590441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derive a sequence of children keys</a:t>
          </a:r>
        </a:p>
      </dsp:txBody>
      <dsp:txXfrm>
        <a:off x="4590441" y="2158089"/>
        <a:ext cx="1953281" cy="738158"/>
      </dsp:txXfrm>
    </dsp:sp>
    <dsp:sp modelId="{D7018657-9152-4D1C-AE98-CFF877B6A941}">
      <dsp:nvSpPr>
        <dsp:cNvPr id="0" name=""/>
        <dsp:cNvSpPr/>
      </dsp:nvSpPr>
      <dsp:spPr>
        <a:xfrm>
          <a:off x="7520363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C1903-01C1-4ECB-83BC-DECA460CD37A}">
      <dsp:nvSpPr>
        <dsp:cNvPr id="0" name=""/>
        <dsp:cNvSpPr/>
      </dsp:nvSpPr>
      <dsp:spPr>
        <a:xfrm>
          <a:off x="6885546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Child key</a:t>
          </a:r>
          <a:endParaRPr lang="en-US" sz="1800" kern="1200" dirty="0"/>
        </a:p>
      </dsp:txBody>
      <dsp:txXfrm>
        <a:off x="6885546" y="1828495"/>
        <a:ext cx="1953281" cy="292992"/>
      </dsp:txXfrm>
    </dsp:sp>
    <dsp:sp modelId="{8A507FFF-FA95-409E-9D6E-637E535091A6}">
      <dsp:nvSpPr>
        <dsp:cNvPr id="0" name=""/>
        <dsp:cNvSpPr/>
      </dsp:nvSpPr>
      <dsp:spPr>
        <a:xfrm>
          <a:off x="6885546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derive a</a:t>
          </a:r>
          <a:r>
            <a:rPr lang="tr-TR" sz="1400" kern="1200" dirty="0"/>
            <a:t> </a:t>
          </a:r>
          <a:r>
            <a:rPr lang="en-US" sz="1400" kern="1200" dirty="0"/>
            <a:t>sequence of grandchildren keys </a:t>
          </a:r>
          <a:r>
            <a:rPr lang="tr-TR" sz="1400" kern="1200" dirty="0"/>
            <a:t>successively</a:t>
          </a:r>
          <a:endParaRPr lang="en-US" sz="1400" kern="1200" dirty="0"/>
        </a:p>
      </dsp:txBody>
      <dsp:txXfrm>
        <a:off x="6885546" y="2158089"/>
        <a:ext cx="1953281" cy="738158"/>
      </dsp:txXfrm>
    </dsp:sp>
    <dsp:sp modelId="{E19C6E2B-AE1B-4756-9601-EF7322CAEA01}">
      <dsp:nvSpPr>
        <dsp:cNvPr id="0" name=""/>
        <dsp:cNvSpPr/>
      </dsp:nvSpPr>
      <dsp:spPr>
        <a:xfrm>
          <a:off x="9815468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57DA5-8B5F-4CE3-BC0F-0D5FE658491C}">
      <dsp:nvSpPr>
        <dsp:cNvPr id="0" name=""/>
        <dsp:cNvSpPr/>
      </dsp:nvSpPr>
      <dsp:spPr>
        <a:xfrm>
          <a:off x="9180652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Infinite depth</a:t>
          </a:r>
          <a:endParaRPr lang="en-US" sz="1800" kern="1200" dirty="0"/>
        </a:p>
      </dsp:txBody>
      <dsp:txXfrm>
        <a:off x="9180652" y="1828495"/>
        <a:ext cx="1953281" cy="292992"/>
      </dsp:txXfrm>
    </dsp:sp>
    <dsp:sp modelId="{23A5BA21-548A-4A40-9FB1-64FBCF2AEBF2}">
      <dsp:nvSpPr>
        <dsp:cNvPr id="0" name=""/>
        <dsp:cNvSpPr/>
      </dsp:nvSpPr>
      <dsp:spPr>
        <a:xfrm>
          <a:off x="9180652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an infinite depth</a:t>
          </a:r>
        </a:p>
      </dsp:txBody>
      <dsp:txXfrm>
        <a:off x="9180652" y="2158089"/>
        <a:ext cx="1953281" cy="7381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89DE7-FD27-4B1C-AB39-B9E02B650613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A3E63-E016-4A87-AED0-BCF5D308754C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Organizational use</a:t>
          </a:r>
          <a:endParaRPr lang="en-US" sz="2800" kern="1200" dirty="0"/>
        </a:p>
      </dsp:txBody>
      <dsp:txXfrm>
        <a:off x="3421" y="1647177"/>
        <a:ext cx="2894062" cy="434109"/>
      </dsp:txXfrm>
    </dsp:sp>
    <dsp:sp modelId="{B2DBEA1A-15AB-4631-8E6C-14597F22E57C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Tree structure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express organizational meaning</a:t>
          </a:r>
        </a:p>
      </dsp:txBody>
      <dsp:txXfrm>
        <a:off x="3421" y="2133425"/>
        <a:ext cx="2894062" cy="995666"/>
      </dsp:txXfrm>
    </dsp:sp>
    <dsp:sp modelId="{15575F8E-A2ED-4D5A-825F-47703E88756E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4E99D-C0B6-4AA1-9D35-C22966AE54C8}">
      <dsp:nvSpPr>
        <dsp:cNvPr id="0" name=""/>
        <dsp:cNvSpPr/>
      </dsp:nvSpPr>
      <dsp:spPr>
        <a:xfrm>
          <a:off x="3403945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Branches for</a:t>
          </a:r>
          <a:endParaRPr lang="en-US" sz="2800" kern="1200" dirty="0"/>
        </a:p>
      </dsp:txBody>
      <dsp:txXfrm>
        <a:off x="3403945" y="1647177"/>
        <a:ext cx="2894062" cy="434109"/>
      </dsp:txXfrm>
    </dsp:sp>
    <dsp:sp modelId="{73236A37-7085-4622-B940-E19F0667C922}">
      <dsp:nvSpPr>
        <dsp:cNvPr id="0" name=""/>
        <dsp:cNvSpPr/>
      </dsp:nvSpPr>
      <dsp:spPr>
        <a:xfrm>
          <a:off x="3403945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incoming/outgoing payments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other corporate settings</a:t>
          </a:r>
          <a:endParaRPr lang="en-US" sz="1700" kern="1200" dirty="0"/>
        </a:p>
      </dsp:txBody>
      <dsp:txXfrm>
        <a:off x="3403945" y="2133425"/>
        <a:ext cx="2894062" cy="995666"/>
      </dsp:txXfrm>
    </dsp:sp>
    <dsp:sp modelId="{6EA717BE-95FD-42D9-8455-70A8FA4AF688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B40E8-C79D-48D7-ACA6-8A660EFD98FA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Corporate settings</a:t>
          </a:r>
          <a:endParaRPr lang="en-US" sz="2800" kern="1200" dirty="0"/>
        </a:p>
      </dsp:txBody>
      <dsp:txXfrm>
        <a:off x="6804468" y="1647177"/>
        <a:ext cx="2894062" cy="434109"/>
      </dsp:txXfrm>
    </dsp:sp>
    <dsp:sp modelId="{801D5CE3-0115-463B-AA93-5F0FA9AA3F7F}">
      <dsp:nvSpPr>
        <dsp:cNvPr id="0" name=""/>
        <dsp:cNvSpPr/>
      </dsp:nvSpPr>
      <dsp:spPr>
        <a:xfrm>
          <a:off x="6804468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departments subsidiaries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specific </a:t>
          </a:r>
          <a:r>
            <a:rPr lang="en-US" sz="1700" kern="1200" dirty="0"/>
            <a:t>functions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accounting categories</a:t>
          </a:r>
        </a:p>
      </dsp:txBody>
      <dsp:txXfrm>
        <a:off x="6804468" y="2133425"/>
        <a:ext cx="2894062" cy="99566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1E305-D7AF-418B-9539-B760724C3859}">
      <dsp:nvSpPr>
        <dsp:cNvPr id="0" name=""/>
        <dsp:cNvSpPr/>
      </dsp:nvSpPr>
      <dsp:spPr>
        <a:xfrm>
          <a:off x="6773" y="489062"/>
          <a:ext cx="1100039" cy="11000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A4D87-017D-4362-B244-81C78AB76DB9}">
      <dsp:nvSpPr>
        <dsp:cNvPr id="0" name=""/>
        <dsp:cNvSpPr/>
      </dsp:nvSpPr>
      <dsp:spPr>
        <a:xfrm>
          <a:off x="6773" y="1702006"/>
          <a:ext cx="3142968" cy="47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Production </a:t>
          </a:r>
          <a:r>
            <a:rPr lang="en-US" sz="2500" kern="1200" dirty="0"/>
            <a:t>public keys</a:t>
          </a:r>
        </a:p>
      </dsp:txBody>
      <dsp:txXfrm>
        <a:off x="6773" y="1702006"/>
        <a:ext cx="3142968" cy="471445"/>
      </dsp:txXfrm>
    </dsp:sp>
    <dsp:sp modelId="{31907603-94D9-4E99-88D7-3B9C10021302}">
      <dsp:nvSpPr>
        <dsp:cNvPr id="0" name=""/>
        <dsp:cNvSpPr/>
      </dsp:nvSpPr>
      <dsp:spPr>
        <a:xfrm>
          <a:off x="6773" y="2225965"/>
          <a:ext cx="3142968" cy="88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sequence of</a:t>
          </a:r>
          <a:r>
            <a:rPr lang="tr-TR" sz="1700" kern="1200" dirty="0"/>
            <a:t> public keys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 dirty="0"/>
            <a:t>without</a:t>
          </a:r>
          <a:r>
            <a:rPr lang="en-US" sz="1700" kern="1200" dirty="0"/>
            <a:t> </a:t>
          </a:r>
          <a:r>
            <a:rPr lang="tr-TR" sz="1700" kern="1200" dirty="0"/>
            <a:t>accessing </a:t>
          </a:r>
          <a:r>
            <a:rPr lang="en-US" sz="1700" b="1" kern="1200" dirty="0"/>
            <a:t>private keys </a:t>
          </a:r>
        </a:p>
      </dsp:txBody>
      <dsp:txXfrm>
        <a:off x="6773" y="2225965"/>
        <a:ext cx="3142968" cy="888784"/>
      </dsp:txXfrm>
    </dsp:sp>
    <dsp:sp modelId="{BC64B76A-672F-44EB-B184-5B2CB55AAE45}">
      <dsp:nvSpPr>
        <dsp:cNvPr id="0" name=""/>
        <dsp:cNvSpPr/>
      </dsp:nvSpPr>
      <dsp:spPr>
        <a:xfrm>
          <a:off x="3699762" y="489062"/>
          <a:ext cx="1100039" cy="11000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B1D9C-4F27-4E20-824D-D32B95CDAB8F}">
      <dsp:nvSpPr>
        <dsp:cNvPr id="0" name=""/>
        <dsp:cNvSpPr/>
      </dsp:nvSpPr>
      <dsp:spPr>
        <a:xfrm>
          <a:off x="3699762" y="1702006"/>
          <a:ext cx="3142968" cy="47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Secure payment receive</a:t>
          </a:r>
          <a:endParaRPr lang="en-US" sz="2500" kern="1200" dirty="0"/>
        </a:p>
      </dsp:txBody>
      <dsp:txXfrm>
        <a:off x="3699762" y="1702006"/>
        <a:ext cx="3142968" cy="471445"/>
      </dsp:txXfrm>
    </dsp:sp>
    <dsp:sp modelId="{5B027765-55BA-4060-A528-E9DC618CBBBB}">
      <dsp:nvSpPr>
        <dsp:cNvPr id="0" name=""/>
        <dsp:cNvSpPr/>
      </dsp:nvSpPr>
      <dsp:spPr>
        <a:xfrm>
          <a:off x="3699762" y="2225965"/>
          <a:ext cx="3142968" cy="88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 different </a:t>
          </a:r>
          <a:r>
            <a:rPr lang="tr-TR" sz="1700" b="1" kern="1200" dirty="0"/>
            <a:t>public</a:t>
          </a:r>
          <a:r>
            <a:rPr lang="tr-TR" sz="1700" kern="1200" dirty="0"/>
            <a:t> key per transaction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on </a:t>
          </a:r>
          <a:r>
            <a:rPr lang="tr-TR" sz="1700" u="sng" kern="1200"/>
            <a:t>insecure</a:t>
          </a:r>
          <a:r>
            <a:rPr lang="tr-TR" sz="1700" kern="1200"/>
            <a:t> servers</a:t>
          </a:r>
          <a:endParaRPr lang="en-US" sz="1700" kern="1200" dirty="0"/>
        </a:p>
      </dsp:txBody>
      <dsp:txXfrm>
        <a:off x="3699762" y="2225965"/>
        <a:ext cx="3142968" cy="888784"/>
      </dsp:txXfrm>
    </dsp:sp>
    <dsp:sp modelId="{B509C850-E86E-46C7-BCE5-1DC2CBB2BBD2}">
      <dsp:nvSpPr>
        <dsp:cNvPr id="0" name=""/>
        <dsp:cNvSpPr/>
      </dsp:nvSpPr>
      <dsp:spPr>
        <a:xfrm>
          <a:off x="7392750" y="489062"/>
          <a:ext cx="1100039" cy="11000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B0FF3-5C64-4ABB-BF27-C78A4E59ACD2}">
      <dsp:nvSpPr>
        <dsp:cNvPr id="0" name=""/>
        <dsp:cNvSpPr/>
      </dsp:nvSpPr>
      <dsp:spPr>
        <a:xfrm>
          <a:off x="7392750" y="1702006"/>
          <a:ext cx="3142968" cy="47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No spending of server</a:t>
          </a:r>
          <a:endParaRPr lang="en-US" sz="2500" kern="1200" dirty="0"/>
        </a:p>
      </dsp:txBody>
      <dsp:txXfrm>
        <a:off x="7392750" y="1702006"/>
        <a:ext cx="3142968" cy="471445"/>
      </dsp:txXfrm>
    </dsp:sp>
    <dsp:sp modelId="{BE9EA5F8-463C-44AF-8AF4-AC4331D809FF}">
      <dsp:nvSpPr>
        <dsp:cNvPr id="0" name=""/>
        <dsp:cNvSpPr/>
      </dsp:nvSpPr>
      <dsp:spPr>
        <a:xfrm>
          <a:off x="7392750" y="2225965"/>
          <a:ext cx="3142968" cy="88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it </a:t>
          </a:r>
          <a:r>
            <a:rPr lang="en-US" sz="1700" kern="1200" dirty="0"/>
            <a:t>doesn’t have the private keys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so cannot spend the fund</a:t>
          </a:r>
          <a:endParaRPr lang="en-US" sz="1700" kern="1200" dirty="0"/>
        </a:p>
      </dsp:txBody>
      <dsp:txXfrm>
        <a:off x="7392750" y="2225965"/>
        <a:ext cx="3142968" cy="88878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9B3601-7DE8-4908-A01F-E400DF8693C0}">
      <dsp:nvSpPr>
        <dsp:cNvPr id="0" name=""/>
        <dsp:cNvSpPr/>
      </dsp:nvSpPr>
      <dsp:spPr>
        <a:xfrm>
          <a:off x="658087" y="979680"/>
          <a:ext cx="705058" cy="7050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AD220-4723-4F93-849B-E30BC8032C7B}">
      <dsp:nvSpPr>
        <dsp:cNvPr id="0" name=""/>
        <dsp:cNvSpPr/>
      </dsp:nvSpPr>
      <dsp:spPr>
        <a:xfrm>
          <a:off x="3390" y="1757950"/>
          <a:ext cx="2014453" cy="302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BIP-39</a:t>
          </a:r>
          <a:r>
            <a:rPr lang="tr-TR" sz="1400" kern="1200"/>
            <a:t>: Mnemonics</a:t>
          </a:r>
          <a:endParaRPr lang="en-US" sz="1400" kern="1200"/>
        </a:p>
      </dsp:txBody>
      <dsp:txXfrm>
        <a:off x="3390" y="1757950"/>
        <a:ext cx="2014453" cy="302167"/>
      </dsp:txXfrm>
    </dsp:sp>
    <dsp:sp modelId="{0AE34F2A-78D0-41C6-9BCA-F55E67553F2C}">
      <dsp:nvSpPr>
        <dsp:cNvPr id="0" name=""/>
        <dsp:cNvSpPr/>
      </dsp:nvSpPr>
      <dsp:spPr>
        <a:xfrm>
          <a:off x="3390" y="2094170"/>
          <a:ext cx="2014453" cy="588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using </a:t>
          </a:r>
          <a:r>
            <a:rPr lang="en-US" sz="1100" kern="1200"/>
            <a:t>a sequence of English words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 create seeds</a:t>
          </a:r>
          <a:endParaRPr lang="en-US" sz="1100" kern="1200"/>
        </a:p>
      </dsp:txBody>
      <dsp:txXfrm>
        <a:off x="3390" y="2094170"/>
        <a:ext cx="2014453" cy="588104"/>
      </dsp:txXfrm>
    </dsp:sp>
    <dsp:sp modelId="{CB702E4C-F7E9-4CC4-A3BE-9DB18FA9A024}">
      <dsp:nvSpPr>
        <dsp:cNvPr id="0" name=""/>
        <dsp:cNvSpPr/>
      </dsp:nvSpPr>
      <dsp:spPr>
        <a:xfrm>
          <a:off x="3025070" y="979680"/>
          <a:ext cx="705058" cy="7050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FF66E-1B69-40C1-A9CA-E80EDE3E7013}">
      <dsp:nvSpPr>
        <dsp:cNvPr id="0" name=""/>
        <dsp:cNvSpPr/>
      </dsp:nvSpPr>
      <dsp:spPr>
        <a:xfrm>
          <a:off x="2370372" y="1757950"/>
          <a:ext cx="2014453" cy="302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Popularity</a:t>
          </a:r>
          <a:endParaRPr lang="en-US" sz="1400" kern="1200"/>
        </a:p>
      </dsp:txBody>
      <dsp:txXfrm>
        <a:off x="2370372" y="1757950"/>
        <a:ext cx="2014453" cy="302167"/>
      </dsp:txXfrm>
    </dsp:sp>
    <dsp:sp modelId="{A89DA1FB-565E-4301-B1CB-EDCAB76C133C}">
      <dsp:nvSpPr>
        <dsp:cNvPr id="0" name=""/>
        <dsp:cNvSpPr/>
      </dsp:nvSpPr>
      <dsp:spPr>
        <a:xfrm>
          <a:off x="2370372" y="2094170"/>
          <a:ext cx="2014453" cy="588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BIP-39: </a:t>
          </a:r>
          <a:r>
            <a:rPr lang="en-US" sz="1100" kern="1200"/>
            <a:t>most </a:t>
          </a:r>
          <a:r>
            <a:rPr lang="tr-TR" sz="1100" kern="1200"/>
            <a:t>common standard for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bitcoin wallet</a:t>
          </a:r>
          <a:r>
            <a:rPr lang="tr-TR" sz="1100" kern="1200"/>
            <a:t> implementation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other cryptocurrencies</a:t>
          </a:r>
        </a:p>
      </dsp:txBody>
      <dsp:txXfrm>
        <a:off x="2370372" y="2094170"/>
        <a:ext cx="2014453" cy="588104"/>
      </dsp:txXfrm>
    </dsp:sp>
    <dsp:sp modelId="{D6D2DA5D-4C0A-4413-B4E7-1C2157562B85}">
      <dsp:nvSpPr>
        <dsp:cNvPr id="0" name=""/>
        <dsp:cNvSpPr/>
      </dsp:nvSpPr>
      <dsp:spPr>
        <a:xfrm>
          <a:off x="5392052" y="979680"/>
          <a:ext cx="705058" cy="7050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7A366-A153-4379-8F05-813C3E374F26}">
      <dsp:nvSpPr>
        <dsp:cNvPr id="0" name=""/>
        <dsp:cNvSpPr/>
      </dsp:nvSpPr>
      <dsp:spPr>
        <a:xfrm>
          <a:off x="4737355" y="1757950"/>
          <a:ext cx="2014453" cy="302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interoperable</a:t>
          </a:r>
          <a:r>
            <a:rPr lang="tr-TR" sz="1400" kern="1200"/>
            <a:t> </a:t>
          </a:r>
          <a:r>
            <a:rPr lang="en-US" sz="1400" kern="1200"/>
            <a:t>mnemonics</a:t>
          </a:r>
        </a:p>
      </dsp:txBody>
      <dsp:txXfrm>
        <a:off x="4737355" y="1757950"/>
        <a:ext cx="2014453" cy="302167"/>
      </dsp:txXfrm>
    </dsp:sp>
    <dsp:sp modelId="{D8A553EC-1B28-4672-85DF-03887BAB8C63}">
      <dsp:nvSpPr>
        <dsp:cNvPr id="0" name=""/>
        <dsp:cNvSpPr/>
      </dsp:nvSpPr>
      <dsp:spPr>
        <a:xfrm>
          <a:off x="4737355" y="2094170"/>
          <a:ext cx="2014453" cy="588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</a:t>
          </a:r>
          <a:r>
            <a:rPr lang="en-US" sz="1100" kern="1200"/>
            <a:t> import and export seeds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backup and recovery</a:t>
          </a:r>
        </a:p>
      </dsp:txBody>
      <dsp:txXfrm>
        <a:off x="4737355" y="2094170"/>
        <a:ext cx="2014453" cy="58810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20DF49-6E67-45C0-9DA5-467EE2BA37A8}">
      <dsp:nvSpPr>
        <dsp:cNvPr id="0" name=""/>
        <dsp:cNvSpPr/>
      </dsp:nvSpPr>
      <dsp:spPr>
        <a:xfrm>
          <a:off x="825845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C7431-992B-49EE-A12B-B4B31DE8DC41}">
      <dsp:nvSpPr>
        <dsp:cNvPr id="0" name=""/>
        <dsp:cNvSpPr/>
      </dsp:nvSpPr>
      <dsp:spPr>
        <a:xfrm>
          <a:off x="19847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Compare</a:t>
          </a:r>
          <a:endParaRPr lang="en-US" sz="2300" kern="1200"/>
        </a:p>
      </dsp:txBody>
      <dsp:txXfrm>
        <a:off x="19847" y="1331178"/>
        <a:ext cx="2479992" cy="371998"/>
      </dsp:txXfrm>
    </dsp:sp>
    <dsp:sp modelId="{FBF03E79-520B-487F-B0D0-F8FDB8789302}">
      <dsp:nvSpPr>
        <dsp:cNvPr id="0" name=""/>
        <dsp:cNvSpPr/>
      </dsp:nvSpPr>
      <dsp:spPr>
        <a:xfrm>
          <a:off x="19847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</a:t>
          </a:r>
          <a:r>
            <a:rPr lang="tr-TR" sz="1700" kern="1200"/>
            <a:t>of usecases are easier?</a:t>
          </a:r>
          <a:endParaRPr lang="en-US" sz="1700" kern="1200"/>
        </a:p>
      </dsp:txBody>
      <dsp:txXfrm>
        <a:off x="19847" y="1771965"/>
        <a:ext cx="2479992" cy="1982724"/>
      </dsp:txXfrm>
    </dsp:sp>
    <dsp:sp modelId="{343F2CDA-DBF7-4229-A3E5-F42954A88B2B}">
      <dsp:nvSpPr>
        <dsp:cNvPr id="0" name=""/>
        <dsp:cNvSpPr/>
      </dsp:nvSpPr>
      <dsp:spPr>
        <a:xfrm>
          <a:off x="3739836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873C7-401C-4BD1-BB1C-1E864F968668}">
      <dsp:nvSpPr>
        <dsp:cNvPr id="0" name=""/>
        <dsp:cNvSpPr/>
      </dsp:nvSpPr>
      <dsp:spPr>
        <a:xfrm>
          <a:off x="2933839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Random seed</a:t>
          </a:r>
          <a:endParaRPr lang="en-US" sz="2300" kern="1200"/>
        </a:p>
      </dsp:txBody>
      <dsp:txXfrm>
        <a:off x="2933839" y="1331178"/>
        <a:ext cx="2479992" cy="371998"/>
      </dsp:txXfrm>
    </dsp:sp>
    <dsp:sp modelId="{2525DAB2-08A9-4BEE-B4E6-F1D22AB1A272}">
      <dsp:nvSpPr>
        <dsp:cNvPr id="0" name=""/>
        <dsp:cNvSpPr/>
      </dsp:nvSpPr>
      <dsp:spPr>
        <a:xfrm>
          <a:off x="2933839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>
              <a:latin typeface="UbuntuMono-Regular"/>
            </a:rPr>
            <a:t>0C1E24E5917779D297E14D45F14E1A1A</a:t>
          </a:r>
          <a:endParaRPr lang="en-US" sz="1700" kern="1200"/>
        </a:p>
      </dsp:txBody>
      <dsp:txXfrm>
        <a:off x="2933839" y="1771965"/>
        <a:ext cx="2479992" cy="1982724"/>
      </dsp:txXfrm>
    </dsp:sp>
    <dsp:sp modelId="{AE26CED9-30D6-4641-B4AA-E44E03514113}">
      <dsp:nvSpPr>
        <dsp:cNvPr id="0" name=""/>
        <dsp:cNvSpPr/>
      </dsp:nvSpPr>
      <dsp:spPr>
        <a:xfrm>
          <a:off x="6653828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719F3-B79D-4EE7-8F4E-F3BC0F7E1EF9}">
      <dsp:nvSpPr>
        <dsp:cNvPr id="0" name=""/>
        <dsp:cNvSpPr/>
      </dsp:nvSpPr>
      <dsp:spPr>
        <a:xfrm>
          <a:off x="5847830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>
              <a:latin typeface="UbuntuMono-Regular"/>
            </a:rPr>
            <a:t>Mnemonic</a:t>
          </a:r>
          <a:endParaRPr lang="en-US" sz="2300" kern="1200" dirty="0">
            <a:latin typeface="UbuntuMono-Regular"/>
          </a:endParaRPr>
        </a:p>
      </dsp:txBody>
      <dsp:txXfrm>
        <a:off x="5847830" y="1331178"/>
        <a:ext cx="2479992" cy="371998"/>
      </dsp:txXfrm>
    </dsp:sp>
    <dsp:sp modelId="{4BC851F1-8F4A-455B-81F6-2D78FC9638F3}">
      <dsp:nvSpPr>
        <dsp:cNvPr id="0" name=""/>
        <dsp:cNvSpPr/>
      </dsp:nvSpPr>
      <dsp:spPr>
        <a:xfrm>
          <a:off x="5847830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UbuntuMono-Regular"/>
            </a:rPr>
            <a:t>army van defense carry jealous true</a:t>
          </a:r>
          <a:r>
            <a:rPr lang="tr-TR" sz="1700" kern="1200">
              <a:latin typeface="UbuntuMono-Regular"/>
            </a:rPr>
            <a:t> </a:t>
          </a:r>
          <a:r>
            <a:rPr lang="en-US" sz="1700" kern="1200">
              <a:latin typeface="UbuntuMono-Regular"/>
            </a:rPr>
            <a:t>garbage claim echo media make crunch</a:t>
          </a:r>
        </a:p>
      </dsp:txBody>
      <dsp:txXfrm>
        <a:off x="5847830" y="1771965"/>
        <a:ext cx="2479992" cy="1982724"/>
      </dsp:txXfrm>
    </dsp:sp>
    <dsp:sp modelId="{CD4951C3-2A3E-418D-BC4E-F3147B2E9CC4}">
      <dsp:nvSpPr>
        <dsp:cNvPr id="0" name=""/>
        <dsp:cNvSpPr/>
      </dsp:nvSpPr>
      <dsp:spPr>
        <a:xfrm>
          <a:off x="9567820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1EDFE-BB06-41E8-8E41-32F3E306702A}">
      <dsp:nvSpPr>
        <dsp:cNvPr id="0" name=""/>
        <dsp:cNvSpPr/>
      </dsp:nvSpPr>
      <dsp:spPr>
        <a:xfrm>
          <a:off x="8761822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Use cases</a:t>
          </a:r>
          <a:endParaRPr lang="en-US" sz="2300" kern="1200"/>
        </a:p>
      </dsp:txBody>
      <dsp:txXfrm>
        <a:off x="8761822" y="1331178"/>
        <a:ext cx="2479992" cy="371998"/>
      </dsp:txXfrm>
    </dsp:sp>
    <dsp:sp modelId="{2640A155-DDAA-4377-A30A-E3976EC38B3C}">
      <dsp:nvSpPr>
        <dsp:cNvPr id="0" name=""/>
        <dsp:cNvSpPr/>
      </dsp:nvSpPr>
      <dsp:spPr>
        <a:xfrm>
          <a:off x="8761822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</a:t>
          </a:r>
          <a:r>
            <a:rPr lang="tr-TR" sz="1700" kern="1200"/>
            <a:t> </a:t>
          </a:r>
          <a:r>
            <a:rPr lang="en-US" sz="1700" kern="1200"/>
            <a:t>transcribe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record on paper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read without error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export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import into another wallet</a:t>
          </a:r>
        </a:p>
      </dsp:txBody>
      <dsp:txXfrm>
        <a:off x="8761822" y="1771965"/>
        <a:ext cx="2479992" cy="198272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5AF4B-CB6F-4A74-A6FE-347A834857CD}">
      <dsp:nvSpPr>
        <dsp:cNvPr id="0" name=""/>
        <dsp:cNvSpPr/>
      </dsp:nvSpPr>
      <dsp:spPr>
        <a:xfrm>
          <a:off x="1563406" y="0"/>
          <a:ext cx="1509048" cy="1478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04ED3-8C2D-4324-B369-73687C64CECB}">
      <dsp:nvSpPr>
        <dsp:cNvPr id="0" name=""/>
        <dsp:cNvSpPr/>
      </dsp:nvSpPr>
      <dsp:spPr>
        <a:xfrm>
          <a:off x="162147" y="1632230"/>
          <a:ext cx="4311566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BIP Standards</a:t>
          </a:r>
          <a:endParaRPr lang="en-US" sz="3600" kern="1200" dirty="0"/>
        </a:p>
      </dsp:txBody>
      <dsp:txXfrm>
        <a:off x="162147" y="1632230"/>
        <a:ext cx="4311566" cy="633664"/>
      </dsp:txXfrm>
    </dsp:sp>
    <dsp:sp modelId="{ED60BBD0-EE05-44D4-8E62-11A1E4568C68}">
      <dsp:nvSpPr>
        <dsp:cNvPr id="0" name=""/>
        <dsp:cNvSpPr/>
      </dsp:nvSpPr>
      <dsp:spPr>
        <a:xfrm>
          <a:off x="162147" y="2337373"/>
          <a:ext cx="4311566" cy="1313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</a:t>
          </a:r>
          <a:r>
            <a:rPr lang="tr-TR" sz="1700" kern="1200" dirty="0"/>
            <a:t>9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BIP-43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BIP-44</a:t>
          </a:r>
          <a:endParaRPr lang="en-US" sz="1700" kern="1200" dirty="0"/>
        </a:p>
      </dsp:txBody>
      <dsp:txXfrm>
        <a:off x="162147" y="2337373"/>
        <a:ext cx="4311566" cy="1313876"/>
      </dsp:txXfrm>
    </dsp:sp>
    <dsp:sp modelId="{0EE409C5-1A17-46D7-AFB8-01A02BF122BF}">
      <dsp:nvSpPr>
        <dsp:cNvPr id="0" name=""/>
        <dsp:cNvSpPr/>
      </dsp:nvSpPr>
      <dsp:spPr>
        <a:xfrm>
          <a:off x="6629497" y="0"/>
          <a:ext cx="1509048" cy="1478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48000" r="-48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4E261-6595-4A6A-870A-948E615DCBB4}">
      <dsp:nvSpPr>
        <dsp:cNvPr id="0" name=""/>
        <dsp:cNvSpPr/>
      </dsp:nvSpPr>
      <dsp:spPr>
        <a:xfrm>
          <a:off x="5228238" y="1632230"/>
          <a:ext cx="4311566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Standarts help</a:t>
          </a:r>
          <a:endParaRPr lang="en-US" sz="3600" kern="1200" dirty="0"/>
        </a:p>
      </dsp:txBody>
      <dsp:txXfrm>
        <a:off x="5228238" y="1632230"/>
        <a:ext cx="4311566" cy="633664"/>
      </dsp:txXfrm>
    </dsp:sp>
    <dsp:sp modelId="{D8C008BA-7EF9-46E7-903D-415BB6894FB2}">
      <dsp:nvSpPr>
        <dsp:cNvPr id="0" name=""/>
        <dsp:cNvSpPr/>
      </dsp:nvSpPr>
      <dsp:spPr>
        <a:xfrm>
          <a:off x="5228238" y="2337373"/>
          <a:ext cx="4311566" cy="1313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interoperability</a:t>
          </a:r>
          <a:r>
            <a:rPr lang="en-US" sz="1700" kern="1200" dirty="0"/>
            <a:t>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easy usage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more </a:t>
          </a:r>
          <a:r>
            <a:rPr lang="en-US" sz="1700" kern="1200" dirty="0"/>
            <a:t>secure</a:t>
          </a:r>
          <a:r>
            <a:rPr lang="tr-TR" sz="1700" kern="1200" dirty="0"/>
            <a:t> environment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increase the flexibility</a:t>
          </a:r>
          <a:endParaRPr lang="en-US" sz="1700" kern="1200" dirty="0"/>
        </a:p>
      </dsp:txBody>
      <dsp:txXfrm>
        <a:off x="5228238" y="2337373"/>
        <a:ext cx="4311566" cy="131387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C6A78-C391-4849-8B85-22200BF777BB}">
      <dsp:nvSpPr>
        <dsp:cNvPr id="0" name=""/>
        <dsp:cNvSpPr/>
      </dsp:nvSpPr>
      <dsp:spPr>
        <a:xfrm>
          <a:off x="1776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BIP-32 </a:t>
          </a:r>
        </a:p>
      </dsp:txBody>
      <dsp:txXfrm>
        <a:off x="31677" y="259722"/>
        <a:ext cx="1981966" cy="961082"/>
      </dsp:txXfrm>
    </dsp:sp>
    <dsp:sp modelId="{CCBB2885-96C8-4CE4-ABA2-39487EA3C295}">
      <dsp:nvSpPr>
        <dsp:cNvPr id="0" name=""/>
        <dsp:cNvSpPr/>
      </dsp:nvSpPr>
      <dsp:spPr>
        <a:xfrm>
          <a:off x="205953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81DE9C-6B7A-4D80-8CB1-FDD41A2E420E}">
      <dsp:nvSpPr>
        <dsp:cNvPr id="0" name=""/>
        <dsp:cNvSpPr/>
      </dsp:nvSpPr>
      <dsp:spPr>
        <a:xfrm>
          <a:off x="410130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HD wallets</a:t>
          </a:r>
        </a:p>
      </dsp:txBody>
      <dsp:txXfrm>
        <a:off x="440031" y="1535827"/>
        <a:ext cx="1573612" cy="961082"/>
      </dsp:txXfrm>
    </dsp:sp>
    <dsp:sp modelId="{D37FF246-BC06-4F3B-B302-3FE72AE941F1}">
      <dsp:nvSpPr>
        <dsp:cNvPr id="0" name=""/>
        <dsp:cNvSpPr/>
      </dsp:nvSpPr>
      <dsp:spPr>
        <a:xfrm>
          <a:off x="2553987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-6371030"/>
            <a:satOff val="11291"/>
            <a:lumOff val="39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BIP-3</a:t>
          </a:r>
          <a:r>
            <a:rPr lang="tr-TR" sz="5300" kern="1200" dirty="0"/>
            <a:t>9</a:t>
          </a:r>
          <a:endParaRPr lang="en-US" sz="5300" kern="1200" dirty="0"/>
        </a:p>
      </dsp:txBody>
      <dsp:txXfrm>
        <a:off x="2583888" y="259722"/>
        <a:ext cx="1981966" cy="961082"/>
      </dsp:txXfrm>
    </dsp:sp>
    <dsp:sp modelId="{8AB5C3FC-AF4F-4173-AA85-AB48DCCD56C2}">
      <dsp:nvSpPr>
        <dsp:cNvPr id="0" name=""/>
        <dsp:cNvSpPr/>
      </dsp:nvSpPr>
      <dsp:spPr>
        <a:xfrm>
          <a:off x="2758163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9A40F3-F70C-4AC3-80E4-3DFDAA91E64F}">
      <dsp:nvSpPr>
        <dsp:cNvPr id="0" name=""/>
        <dsp:cNvSpPr/>
      </dsp:nvSpPr>
      <dsp:spPr>
        <a:xfrm>
          <a:off x="2962340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3822618"/>
              <a:satOff val="6775"/>
              <a:lumOff val="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Mnemonic code words</a:t>
          </a:r>
        </a:p>
      </dsp:txBody>
      <dsp:txXfrm>
        <a:off x="2992241" y="1535827"/>
        <a:ext cx="1573612" cy="961082"/>
      </dsp:txXfrm>
    </dsp:sp>
    <dsp:sp modelId="{1F6C61C1-C47C-45F9-94D9-B16B60B39898}">
      <dsp:nvSpPr>
        <dsp:cNvPr id="0" name=""/>
        <dsp:cNvSpPr/>
      </dsp:nvSpPr>
      <dsp:spPr>
        <a:xfrm>
          <a:off x="5106197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-12742060"/>
            <a:satOff val="22582"/>
            <a:lumOff val="79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BIP-43 </a:t>
          </a:r>
        </a:p>
      </dsp:txBody>
      <dsp:txXfrm>
        <a:off x="5136098" y="259722"/>
        <a:ext cx="1981966" cy="961082"/>
      </dsp:txXfrm>
    </dsp:sp>
    <dsp:sp modelId="{92CB3D9A-FDED-4A39-9E52-8BCAF1B3B291}">
      <dsp:nvSpPr>
        <dsp:cNvPr id="0" name=""/>
        <dsp:cNvSpPr/>
      </dsp:nvSpPr>
      <dsp:spPr>
        <a:xfrm>
          <a:off x="5310374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7DE6E3-0DD5-4930-A19C-E3B1511142CB}">
      <dsp:nvSpPr>
        <dsp:cNvPr id="0" name=""/>
        <dsp:cNvSpPr/>
      </dsp:nvSpPr>
      <dsp:spPr>
        <a:xfrm>
          <a:off x="5514551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7645236"/>
              <a:satOff val="13549"/>
              <a:lumOff val="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Multipurpose</a:t>
          </a:r>
        </a:p>
      </dsp:txBody>
      <dsp:txXfrm>
        <a:off x="5544452" y="1535827"/>
        <a:ext cx="1573612" cy="961082"/>
      </dsp:txXfrm>
    </dsp:sp>
    <dsp:sp modelId="{A87EE8F0-1079-4B4E-A07D-F63E98B087ED}">
      <dsp:nvSpPr>
        <dsp:cNvPr id="0" name=""/>
        <dsp:cNvSpPr/>
      </dsp:nvSpPr>
      <dsp:spPr>
        <a:xfrm>
          <a:off x="5310374" y="1250705"/>
          <a:ext cx="204176" cy="2041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1768"/>
              </a:lnTo>
              <a:lnTo>
                <a:pt x="204176" y="20417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2456FA-C88A-488F-A975-B88FBB44941B}">
      <dsp:nvSpPr>
        <dsp:cNvPr id="0" name=""/>
        <dsp:cNvSpPr/>
      </dsp:nvSpPr>
      <dsp:spPr>
        <a:xfrm>
          <a:off x="5514551" y="2782031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1467853"/>
              <a:satOff val="20324"/>
              <a:lumOff val="7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HD </a:t>
          </a:r>
          <a:r>
            <a:rPr lang="en-US" sz="2000" kern="1200" dirty="0"/>
            <a:t>wallet structure</a:t>
          </a:r>
        </a:p>
      </dsp:txBody>
      <dsp:txXfrm>
        <a:off x="5544452" y="2811932"/>
        <a:ext cx="1573612" cy="961082"/>
      </dsp:txXfrm>
    </dsp:sp>
    <dsp:sp modelId="{01133B70-BE1F-47C5-9B02-D78724653272}">
      <dsp:nvSpPr>
        <dsp:cNvPr id="0" name=""/>
        <dsp:cNvSpPr/>
      </dsp:nvSpPr>
      <dsp:spPr>
        <a:xfrm>
          <a:off x="7658408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-19113089"/>
            <a:satOff val="33873"/>
            <a:lumOff val="119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BIP-44 </a:t>
          </a:r>
        </a:p>
      </dsp:txBody>
      <dsp:txXfrm>
        <a:off x="7688309" y="259722"/>
        <a:ext cx="1981966" cy="961082"/>
      </dsp:txXfrm>
    </dsp:sp>
    <dsp:sp modelId="{D3713F8F-D5E8-448D-BF90-89AD71E8CE88}">
      <dsp:nvSpPr>
        <dsp:cNvPr id="0" name=""/>
        <dsp:cNvSpPr/>
      </dsp:nvSpPr>
      <dsp:spPr>
        <a:xfrm>
          <a:off x="7862584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51ED15-B544-4BC7-B4C6-2D6ADB50D167}">
      <dsp:nvSpPr>
        <dsp:cNvPr id="0" name=""/>
        <dsp:cNvSpPr/>
      </dsp:nvSpPr>
      <dsp:spPr>
        <a:xfrm>
          <a:off x="8066761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5290471"/>
              <a:satOff val="27098"/>
              <a:lumOff val="95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Multicurrency</a:t>
          </a:r>
        </a:p>
      </dsp:txBody>
      <dsp:txXfrm>
        <a:off x="8096662" y="1535827"/>
        <a:ext cx="1573612" cy="961082"/>
      </dsp:txXfrm>
    </dsp:sp>
    <dsp:sp modelId="{09A430C7-BD6D-42FF-A7A1-A9EA747A766C}">
      <dsp:nvSpPr>
        <dsp:cNvPr id="0" name=""/>
        <dsp:cNvSpPr/>
      </dsp:nvSpPr>
      <dsp:spPr>
        <a:xfrm>
          <a:off x="7862584" y="1250705"/>
          <a:ext cx="204176" cy="2041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1768"/>
              </a:lnTo>
              <a:lnTo>
                <a:pt x="204176" y="20417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E2B968-D5EA-40D4-91A4-58C843B2D270}">
      <dsp:nvSpPr>
        <dsp:cNvPr id="0" name=""/>
        <dsp:cNvSpPr/>
      </dsp:nvSpPr>
      <dsp:spPr>
        <a:xfrm>
          <a:off x="8066761" y="2782031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9113089"/>
              <a:satOff val="33873"/>
              <a:lumOff val="119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multiaccount </a:t>
          </a:r>
          <a:r>
            <a:rPr lang="en-US" sz="2000" kern="1200" dirty="0"/>
            <a:t>wallets</a:t>
          </a:r>
        </a:p>
      </dsp:txBody>
      <dsp:txXfrm>
        <a:off x="8096662" y="2811932"/>
        <a:ext cx="1573612" cy="96108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CD76-358C-41F1-AAEC-CD0F39B698EB}">
      <dsp:nvSpPr>
        <dsp:cNvPr id="0" name=""/>
        <dsp:cNvSpPr/>
      </dsp:nvSpPr>
      <dsp:spPr>
        <a:xfrm>
          <a:off x="0" y="0"/>
          <a:ext cx="440920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D1451-E9E8-4619-A8E7-91F1D89C58E1}">
      <dsp:nvSpPr>
        <dsp:cNvPr id="0" name=""/>
        <dsp:cNvSpPr/>
      </dsp:nvSpPr>
      <dsp:spPr>
        <a:xfrm>
          <a:off x="0" y="0"/>
          <a:ext cx="881840" cy="157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Software Wallets</a:t>
          </a:r>
        </a:p>
      </dsp:txBody>
      <dsp:txXfrm>
        <a:off x="0" y="0"/>
        <a:ext cx="881840" cy="1574517"/>
      </dsp:txXfrm>
    </dsp:sp>
    <dsp:sp modelId="{24609558-41C4-4495-8A1F-F424390972DA}">
      <dsp:nvSpPr>
        <dsp:cNvPr id="0" name=""/>
        <dsp:cNvSpPr/>
      </dsp:nvSpPr>
      <dsp:spPr>
        <a:xfrm>
          <a:off x="947978" y="18509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supporting the standards</a:t>
          </a:r>
          <a:endParaRPr lang="tr-TR" sz="1700" kern="1200"/>
        </a:p>
      </dsp:txBody>
      <dsp:txXfrm>
        <a:off x="947978" y="18509"/>
        <a:ext cx="3461225" cy="370180"/>
      </dsp:txXfrm>
    </dsp:sp>
    <dsp:sp modelId="{BD86E4EE-C804-42E6-8B23-E161ED548368}">
      <dsp:nvSpPr>
        <dsp:cNvPr id="0" name=""/>
        <dsp:cNvSpPr/>
      </dsp:nvSpPr>
      <dsp:spPr>
        <a:xfrm>
          <a:off x="881840" y="388689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CCB59-B6EF-44CC-915B-E54A00D9A298}">
      <dsp:nvSpPr>
        <dsp:cNvPr id="0" name=""/>
        <dsp:cNvSpPr/>
      </dsp:nvSpPr>
      <dsp:spPr>
        <a:xfrm>
          <a:off x="947978" y="407198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Breadwallert </a:t>
          </a:r>
          <a:r>
            <a:rPr lang="en-US" sz="1700" kern="1200" dirty="0" err="1">
              <a:hlinkClick xmlns:r="http://schemas.openxmlformats.org/officeDocument/2006/relationships" r:id="rId1"/>
            </a:rPr>
            <a:t>Github</a:t>
          </a:r>
          <a:r>
            <a:rPr lang="en-US" sz="1700" kern="1200" dirty="0"/>
            <a:t> </a:t>
          </a:r>
          <a:endParaRPr lang="tr-TR" sz="1700" kern="1200" dirty="0"/>
        </a:p>
      </dsp:txBody>
      <dsp:txXfrm>
        <a:off x="947978" y="407198"/>
        <a:ext cx="3461225" cy="370180"/>
      </dsp:txXfrm>
    </dsp:sp>
    <dsp:sp modelId="{9D8F6174-3447-487F-B676-B63B480F946F}">
      <dsp:nvSpPr>
        <dsp:cNvPr id="0" name=""/>
        <dsp:cNvSpPr/>
      </dsp:nvSpPr>
      <dsp:spPr>
        <a:xfrm>
          <a:off x="881840" y="777379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99B6A-AD69-4872-8D27-95D213197295}">
      <dsp:nvSpPr>
        <dsp:cNvPr id="0" name=""/>
        <dsp:cNvSpPr/>
      </dsp:nvSpPr>
      <dsp:spPr>
        <a:xfrm>
          <a:off x="947978" y="795888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2"/>
            </a:rPr>
            <a:t>Copay</a:t>
          </a:r>
          <a:r>
            <a:rPr lang="en-US" sz="1700" kern="1200"/>
            <a:t> </a:t>
          </a:r>
          <a:endParaRPr lang="tr-TR" sz="1700" kern="1200"/>
        </a:p>
      </dsp:txBody>
      <dsp:txXfrm>
        <a:off x="947978" y="795888"/>
        <a:ext cx="3461225" cy="370180"/>
      </dsp:txXfrm>
    </dsp:sp>
    <dsp:sp modelId="{599EE367-ADF4-4383-92A2-80E4D07ADEC1}">
      <dsp:nvSpPr>
        <dsp:cNvPr id="0" name=""/>
        <dsp:cNvSpPr/>
      </dsp:nvSpPr>
      <dsp:spPr>
        <a:xfrm>
          <a:off x="881840" y="1166068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441EA-1044-4BC2-BC6D-1CEB7E27062E}">
      <dsp:nvSpPr>
        <dsp:cNvPr id="0" name=""/>
        <dsp:cNvSpPr/>
      </dsp:nvSpPr>
      <dsp:spPr>
        <a:xfrm>
          <a:off x="947978" y="1184578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3"/>
            </a:rPr>
            <a:t>Mycelium</a:t>
          </a:r>
          <a:endParaRPr lang="tr-TR" sz="1700" kern="1200"/>
        </a:p>
      </dsp:txBody>
      <dsp:txXfrm>
        <a:off x="947978" y="1184578"/>
        <a:ext cx="3461225" cy="370180"/>
      </dsp:txXfrm>
    </dsp:sp>
    <dsp:sp modelId="{9921A30D-1DF7-43C8-9F23-3BB291227185}">
      <dsp:nvSpPr>
        <dsp:cNvPr id="0" name=""/>
        <dsp:cNvSpPr/>
      </dsp:nvSpPr>
      <dsp:spPr>
        <a:xfrm>
          <a:off x="881840" y="1554758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76F67-CE31-4836-A55A-52B99578E9BB}">
      <dsp:nvSpPr>
        <dsp:cNvPr id="0" name=""/>
        <dsp:cNvSpPr/>
      </dsp:nvSpPr>
      <dsp:spPr>
        <a:xfrm>
          <a:off x="0" y="1574517"/>
          <a:ext cx="440920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69249-502F-4AD5-8DE8-4767827201D5}">
      <dsp:nvSpPr>
        <dsp:cNvPr id="0" name=""/>
        <dsp:cNvSpPr/>
      </dsp:nvSpPr>
      <dsp:spPr>
        <a:xfrm>
          <a:off x="0" y="1574517"/>
          <a:ext cx="881840" cy="157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Hardware Wallets</a:t>
          </a:r>
        </a:p>
      </dsp:txBody>
      <dsp:txXfrm>
        <a:off x="0" y="1574517"/>
        <a:ext cx="881840" cy="1574517"/>
      </dsp:txXfrm>
    </dsp:sp>
    <dsp:sp modelId="{C0218801-089D-4C3C-9084-6ACF9E888E14}">
      <dsp:nvSpPr>
        <dsp:cNvPr id="0" name=""/>
        <dsp:cNvSpPr/>
      </dsp:nvSpPr>
      <dsp:spPr>
        <a:xfrm>
          <a:off x="947978" y="1593026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supporting </a:t>
          </a:r>
          <a:r>
            <a:rPr lang="tr-TR" sz="1700" kern="1200"/>
            <a:t>the </a:t>
          </a:r>
          <a:r>
            <a:rPr lang="en-US" sz="1700" kern="1200"/>
            <a:t>standards</a:t>
          </a:r>
          <a:endParaRPr lang="tr-TR" sz="1700" kern="1200"/>
        </a:p>
      </dsp:txBody>
      <dsp:txXfrm>
        <a:off x="947978" y="1593026"/>
        <a:ext cx="3461225" cy="370180"/>
      </dsp:txXfrm>
    </dsp:sp>
    <dsp:sp modelId="{F53C2295-4190-47ED-9DA0-04EE8EE987CA}">
      <dsp:nvSpPr>
        <dsp:cNvPr id="0" name=""/>
        <dsp:cNvSpPr/>
      </dsp:nvSpPr>
      <dsp:spPr>
        <a:xfrm>
          <a:off x="881840" y="1963206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88CD9-42C4-4214-B238-82A30CA843DB}">
      <dsp:nvSpPr>
        <dsp:cNvPr id="0" name=""/>
        <dsp:cNvSpPr/>
      </dsp:nvSpPr>
      <dsp:spPr>
        <a:xfrm>
          <a:off x="947978" y="1981715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4"/>
            </a:rPr>
            <a:t>Keepkey</a:t>
          </a:r>
          <a:endParaRPr lang="tr-TR" sz="1700" kern="1200"/>
        </a:p>
      </dsp:txBody>
      <dsp:txXfrm>
        <a:off x="947978" y="1981715"/>
        <a:ext cx="3461225" cy="370180"/>
      </dsp:txXfrm>
    </dsp:sp>
    <dsp:sp modelId="{07097ACE-6040-4CF6-A6E1-41A9E80E5CA7}">
      <dsp:nvSpPr>
        <dsp:cNvPr id="0" name=""/>
        <dsp:cNvSpPr/>
      </dsp:nvSpPr>
      <dsp:spPr>
        <a:xfrm>
          <a:off x="881840" y="2351896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1DA96-42DE-4147-8058-36384917F016}">
      <dsp:nvSpPr>
        <dsp:cNvPr id="0" name=""/>
        <dsp:cNvSpPr/>
      </dsp:nvSpPr>
      <dsp:spPr>
        <a:xfrm>
          <a:off x="947978" y="2370405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5"/>
            </a:rPr>
            <a:t>Ledger</a:t>
          </a:r>
          <a:endParaRPr lang="tr-TR" sz="1700" kern="1200"/>
        </a:p>
      </dsp:txBody>
      <dsp:txXfrm>
        <a:off x="947978" y="2370405"/>
        <a:ext cx="3461225" cy="370180"/>
      </dsp:txXfrm>
    </dsp:sp>
    <dsp:sp modelId="{75089E61-6D22-4C12-9677-18E6623CA37D}">
      <dsp:nvSpPr>
        <dsp:cNvPr id="0" name=""/>
        <dsp:cNvSpPr/>
      </dsp:nvSpPr>
      <dsp:spPr>
        <a:xfrm>
          <a:off x="881840" y="2740585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552FF-1677-45C6-8972-1950AA2DBD01}">
      <dsp:nvSpPr>
        <dsp:cNvPr id="0" name=""/>
        <dsp:cNvSpPr/>
      </dsp:nvSpPr>
      <dsp:spPr>
        <a:xfrm>
          <a:off x="947978" y="2759095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>
              <a:hlinkClick xmlns:r="http://schemas.openxmlformats.org/officeDocument/2006/relationships" r:id="rId6"/>
            </a:rPr>
            <a:t>Trezor</a:t>
          </a:r>
          <a:endParaRPr lang="tr-TR" sz="1700" kern="1200"/>
        </a:p>
      </dsp:txBody>
      <dsp:txXfrm>
        <a:off x="947978" y="2759095"/>
        <a:ext cx="3461225" cy="370180"/>
      </dsp:txXfrm>
    </dsp:sp>
    <dsp:sp modelId="{659F162E-1EB4-4132-BED7-6BC30C5EAC4E}">
      <dsp:nvSpPr>
        <dsp:cNvPr id="0" name=""/>
        <dsp:cNvSpPr/>
      </dsp:nvSpPr>
      <dsp:spPr>
        <a:xfrm>
          <a:off x="881840" y="3129275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B42EB-0DA5-49EF-A2EC-6826BDDADB2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C93C6-9061-4247-8638-3B1E62E3395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Implementation</a:t>
          </a:r>
          <a:endParaRPr lang="en-US" sz="3600" kern="1200"/>
        </a:p>
      </dsp:txBody>
      <dsp:txXfrm>
        <a:off x="152976" y="1981055"/>
        <a:ext cx="4320000" cy="648000"/>
      </dsp:txXfrm>
    </dsp:sp>
    <dsp:sp modelId="{5EB8A8F9-54ED-47FE-A0CA-F7FC8D973A3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should be built as a HD</a:t>
          </a:r>
          <a:r>
            <a:rPr lang="tr-TR" sz="1700" kern="1200" dirty="0"/>
            <a:t> </a:t>
          </a:r>
          <a:r>
            <a:rPr lang="en-US" sz="1700" kern="1200" dirty="0"/>
            <a:t>wallet</a:t>
          </a:r>
        </a:p>
      </dsp:txBody>
      <dsp:txXfrm>
        <a:off x="152976" y="2688423"/>
        <a:ext cx="4320000" cy="621412"/>
      </dsp:txXfrm>
    </dsp:sp>
    <dsp:sp modelId="{C5C9137E-BFC5-41CB-AA5E-9E4268EE61F0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D827C-5D88-4AF9-8FBE-258CD568BE4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seed</a:t>
          </a:r>
          <a:r>
            <a:rPr lang="tr-TR" sz="3600" kern="1200" dirty="0"/>
            <a:t> for backup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8F73C9A3-7A63-4126-8D1A-5F145313B3F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encoded as mnemonic code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</a:t>
          </a:r>
          <a:r>
            <a:rPr lang="en-US" sz="1700" kern="1200" dirty="0"/>
            <a:t>backup </a:t>
          </a:r>
        </a:p>
      </dsp:txBody>
      <dsp:txXfrm>
        <a:off x="5228976" y="2688423"/>
        <a:ext cx="4320000" cy="62141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48CBA8-5930-4208-90C5-512B40901728}">
      <dsp:nvSpPr>
        <dsp:cNvPr id="0" name=""/>
        <dsp:cNvSpPr/>
      </dsp:nvSpPr>
      <dsp:spPr>
        <a:xfrm>
          <a:off x="4967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Trezor</a:t>
          </a:r>
          <a:endParaRPr lang="en-US" sz="2100" kern="1200" dirty="0"/>
        </a:p>
      </dsp:txBody>
      <dsp:txXfrm>
        <a:off x="4967" y="164536"/>
        <a:ext cx="1904046" cy="604800"/>
      </dsp:txXfrm>
    </dsp:sp>
    <dsp:sp modelId="{B08E9D2E-DDFE-47F1-9CA5-2941E1238977}">
      <dsp:nvSpPr>
        <dsp:cNvPr id="0" name=""/>
        <dsp:cNvSpPr/>
      </dsp:nvSpPr>
      <dsp:spPr>
        <a:xfrm>
          <a:off x="4967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bitcoin hardware wallet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to securely bitcoin</a:t>
          </a:r>
        </a:p>
      </dsp:txBody>
      <dsp:txXfrm>
        <a:off x="4967" y="769336"/>
        <a:ext cx="1904046" cy="2723726"/>
      </dsp:txXfrm>
    </dsp:sp>
    <dsp:sp modelId="{26DE93B6-090D-4EEC-AEAB-C5518302E981}">
      <dsp:nvSpPr>
        <dsp:cNvPr id="0" name=""/>
        <dsp:cNvSpPr/>
      </dsp:nvSpPr>
      <dsp:spPr>
        <a:xfrm>
          <a:off x="2175579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Device</a:t>
          </a:r>
          <a:endParaRPr lang="en-US" sz="2100" kern="1200" dirty="0"/>
        </a:p>
      </dsp:txBody>
      <dsp:txXfrm>
        <a:off x="2175579" y="164536"/>
        <a:ext cx="1904046" cy="604800"/>
      </dsp:txXfrm>
    </dsp:sp>
    <dsp:sp modelId="{F78587F7-4A10-4E91-8F11-17B089FF47D8}">
      <dsp:nvSpPr>
        <dsp:cNvPr id="0" name=""/>
        <dsp:cNvSpPr/>
      </dsp:nvSpPr>
      <dsp:spPr>
        <a:xfrm>
          <a:off x="2175579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simple </a:t>
          </a:r>
          <a:r>
            <a:rPr lang="en-US" sz="2100" kern="1200" dirty="0"/>
            <a:t>USB device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with two buttons</a:t>
          </a:r>
        </a:p>
      </dsp:txBody>
      <dsp:txXfrm>
        <a:off x="2175579" y="769336"/>
        <a:ext cx="1904046" cy="2723726"/>
      </dsp:txXfrm>
    </dsp:sp>
    <dsp:sp modelId="{532D0F13-3996-4D94-80D4-79B4355C1692}">
      <dsp:nvSpPr>
        <dsp:cNvPr id="0" name=""/>
        <dsp:cNvSpPr/>
      </dsp:nvSpPr>
      <dsp:spPr>
        <a:xfrm>
          <a:off x="4346192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Usage</a:t>
          </a:r>
          <a:endParaRPr lang="en-US" sz="2100" kern="1200" dirty="0"/>
        </a:p>
      </dsp:txBody>
      <dsp:txXfrm>
        <a:off x="4346192" y="164536"/>
        <a:ext cx="1904046" cy="604800"/>
      </dsp:txXfrm>
    </dsp:sp>
    <dsp:sp modelId="{BDC133DF-30E9-436A-B14A-C3345FE97531}">
      <dsp:nvSpPr>
        <dsp:cNvPr id="0" name=""/>
        <dsp:cNvSpPr/>
      </dsp:nvSpPr>
      <dsp:spPr>
        <a:xfrm>
          <a:off x="4346192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stores keys in HD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signs transactions</a:t>
          </a:r>
        </a:p>
      </dsp:txBody>
      <dsp:txXfrm>
        <a:off x="4346192" y="769336"/>
        <a:ext cx="1904046" cy="2723726"/>
      </dsp:txXfrm>
    </dsp:sp>
    <dsp:sp modelId="{1B08339C-A722-42BE-BC1E-673467AAAE5A}">
      <dsp:nvSpPr>
        <dsp:cNvPr id="0" name=""/>
        <dsp:cNvSpPr/>
      </dsp:nvSpPr>
      <dsp:spPr>
        <a:xfrm>
          <a:off x="6516805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Compliancy</a:t>
          </a:r>
          <a:endParaRPr lang="en-US" sz="2100" kern="1200" dirty="0"/>
        </a:p>
      </dsp:txBody>
      <dsp:txXfrm>
        <a:off x="6516805" y="164536"/>
        <a:ext cx="1904046" cy="604800"/>
      </dsp:txXfrm>
    </dsp:sp>
    <dsp:sp modelId="{6CEFB2DA-35A9-451C-B800-D639929072FB}">
      <dsp:nvSpPr>
        <dsp:cNvPr id="0" name=""/>
        <dsp:cNvSpPr/>
      </dsp:nvSpPr>
      <dsp:spPr>
        <a:xfrm>
          <a:off x="6516805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 dirty="0"/>
            <a:t>Trezor is compliant to Standards</a:t>
          </a:r>
          <a:endParaRPr lang="en-US" sz="2100" kern="1200" dirty="0"/>
        </a:p>
      </dsp:txBody>
      <dsp:txXfrm>
        <a:off x="6516805" y="769336"/>
        <a:ext cx="1904046" cy="2723726"/>
      </dsp:txXfrm>
    </dsp:sp>
    <dsp:sp modelId="{A32300CD-EEF4-4459-9D94-D377891F66BD}">
      <dsp:nvSpPr>
        <dsp:cNvPr id="0" name=""/>
        <dsp:cNvSpPr/>
      </dsp:nvSpPr>
      <dsp:spPr>
        <a:xfrm>
          <a:off x="8687417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Independence</a:t>
          </a:r>
          <a:endParaRPr lang="en-US" sz="2100" kern="1200" dirty="0"/>
        </a:p>
      </dsp:txBody>
      <dsp:txXfrm>
        <a:off x="8687417" y="164536"/>
        <a:ext cx="1904046" cy="604800"/>
      </dsp:txXfrm>
    </dsp:sp>
    <dsp:sp modelId="{FD9D7A51-8B7D-4404-A800-5F83D31F160E}">
      <dsp:nvSpPr>
        <dsp:cNvPr id="0" name=""/>
        <dsp:cNvSpPr/>
      </dsp:nvSpPr>
      <dsp:spPr>
        <a:xfrm>
          <a:off x="8687417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 dirty="0"/>
            <a:t>user</a:t>
          </a:r>
          <a:r>
            <a:rPr lang="en-US" sz="2100" kern="1200" dirty="0"/>
            <a:t> is not reliant 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any proprietary</a:t>
          </a:r>
          <a:r>
            <a:rPr lang="tr-TR" sz="2100" kern="1200" dirty="0"/>
            <a:t> </a:t>
          </a:r>
          <a:r>
            <a:rPr lang="en-US" sz="2100" kern="1200" dirty="0"/>
            <a:t>technology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or single vendor solution</a:t>
          </a:r>
        </a:p>
      </dsp:txBody>
      <dsp:txXfrm>
        <a:off x="8687417" y="769336"/>
        <a:ext cx="1904046" cy="272372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B3AFE-F126-4D6F-9C27-A350CE27A183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F1634-B008-4A8D-A5A7-0B04CBDD70AE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Start</a:t>
          </a:r>
        </a:p>
      </dsp:txBody>
      <dsp:txXfrm>
        <a:off x="3421" y="1647177"/>
        <a:ext cx="2894062" cy="434109"/>
      </dsp:txXfrm>
    </dsp:sp>
    <dsp:sp modelId="{1AD13D9A-4DB8-4B1F-8EAF-2199C6B63C50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the first time</a:t>
          </a:r>
          <a:r>
            <a:rPr lang="tr-TR" sz="1700" kern="1200" dirty="0"/>
            <a:t> </a:t>
          </a:r>
          <a:r>
            <a:rPr lang="en-US" sz="1700" kern="1200" dirty="0"/>
            <a:t>the device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</a:t>
          </a:r>
          <a:r>
            <a:rPr lang="tr-TR" sz="1700" kern="1200" dirty="0"/>
            <a:t>s</a:t>
          </a:r>
          <a:r>
            <a:rPr lang="en-US" sz="1700" kern="1200" dirty="0"/>
            <a:t> a mnemonic</a:t>
          </a:r>
          <a:r>
            <a:rPr lang="tr-TR" sz="1700" kern="1200" dirty="0"/>
            <a:t> </a:t>
          </a:r>
          <a:r>
            <a:rPr lang="en-US" sz="1700" kern="1200" dirty="0"/>
            <a:t>and seed</a:t>
          </a:r>
          <a:endParaRPr lang="tr-TR" sz="1700" kern="1200" dirty="0"/>
        </a:p>
      </dsp:txBody>
      <dsp:txXfrm>
        <a:off x="3421" y="2133425"/>
        <a:ext cx="2894062" cy="995666"/>
      </dsp:txXfrm>
    </dsp:sp>
    <dsp:sp modelId="{CD1F30DC-3899-4CEB-A833-4073148BCCA2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B711F-3C8E-4985-AE59-A65AF45DC017}">
      <dsp:nvSpPr>
        <dsp:cNvPr id="0" name=""/>
        <dsp:cNvSpPr/>
      </dsp:nvSpPr>
      <dsp:spPr>
        <a:xfrm>
          <a:off x="3403945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From</a:t>
          </a:r>
        </a:p>
      </dsp:txBody>
      <dsp:txXfrm>
        <a:off x="3403945" y="1647177"/>
        <a:ext cx="2894062" cy="434109"/>
      </dsp:txXfrm>
    </dsp:sp>
    <dsp:sp modelId="{38A23E36-3460-4C03-8CC1-5FDB4E59B81A}">
      <dsp:nvSpPr>
        <dsp:cNvPr id="0" name=""/>
        <dsp:cNvSpPr/>
      </dsp:nvSpPr>
      <dsp:spPr>
        <a:xfrm>
          <a:off x="3403945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built-in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hardware random number generator</a:t>
          </a:r>
          <a:endParaRPr lang="tr-TR" sz="1700" kern="1200" dirty="0"/>
        </a:p>
      </dsp:txBody>
      <dsp:txXfrm>
        <a:off x="3403945" y="2133425"/>
        <a:ext cx="2894062" cy="995666"/>
      </dsp:txXfrm>
    </dsp:sp>
    <dsp:sp modelId="{2025DC0B-4FAC-47BB-BAED-41E2998086D2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575E3-57C9-4BA1-ABE7-F61720CB9D1F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Mnemonics</a:t>
          </a:r>
        </a:p>
      </dsp:txBody>
      <dsp:txXfrm>
        <a:off x="6804468" y="1647177"/>
        <a:ext cx="2894062" cy="434109"/>
      </dsp:txXfrm>
    </dsp:sp>
    <dsp:sp modelId="{8F751BD3-5BF8-4A7F-9E65-692E532D5A88}">
      <dsp:nvSpPr>
        <dsp:cNvPr id="0" name=""/>
        <dsp:cNvSpPr/>
      </dsp:nvSpPr>
      <dsp:spPr>
        <a:xfrm>
          <a:off x="6804468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wallet display</a:t>
          </a:r>
          <a:r>
            <a:rPr lang="tr-TR" sz="1700" kern="1200" dirty="0"/>
            <a:t>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</a:t>
          </a:r>
          <a:r>
            <a:rPr lang="en-US" sz="1700" kern="1200" dirty="0"/>
            <a:t>numbered sequence of words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the</a:t>
          </a:r>
          <a:r>
            <a:rPr lang="tr-TR" sz="1700" kern="1200" dirty="0"/>
            <a:t> </a:t>
          </a:r>
          <a:r>
            <a:rPr lang="en-US" sz="1700" kern="1200" dirty="0"/>
            <a:t>screen</a:t>
          </a:r>
          <a:endParaRPr lang="tr-TR" sz="1700" kern="1200" dirty="0"/>
        </a:p>
      </dsp:txBody>
      <dsp:txXfrm>
        <a:off x="6804468" y="2133425"/>
        <a:ext cx="2894062" cy="995666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4A2B8-2B80-4CCA-9280-3FE410D377E8}">
      <dsp:nvSpPr>
        <dsp:cNvPr id="0" name=""/>
        <dsp:cNvSpPr/>
      </dsp:nvSpPr>
      <dsp:spPr>
        <a:xfrm>
          <a:off x="1967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0DF14-FCAA-4C29-AA01-DBD707A06A9D}">
      <dsp:nvSpPr>
        <dsp:cNvPr id="0" name=""/>
        <dsp:cNvSpPr/>
      </dsp:nvSpPr>
      <dsp:spPr>
        <a:xfrm>
          <a:off x="1967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Create a </a:t>
          </a:r>
          <a:r>
            <a:rPr lang="en-US" sz="1900" kern="1200"/>
            <a:t>Backup</a:t>
          </a:r>
          <a:r>
            <a:rPr lang="tr-TR" sz="1900" kern="1200"/>
            <a:t> </a:t>
          </a:r>
          <a:endParaRPr lang="en-US" sz="1900" kern="1200"/>
        </a:p>
      </dsp:txBody>
      <dsp:txXfrm>
        <a:off x="1967" y="2019875"/>
        <a:ext cx="2404687" cy="360703"/>
      </dsp:txXfrm>
    </dsp:sp>
    <dsp:sp modelId="{A3DCC32D-D1D1-4D90-9D57-ABA3C7BDE50F}">
      <dsp:nvSpPr>
        <dsp:cNvPr id="0" name=""/>
        <dsp:cNvSpPr/>
      </dsp:nvSpPr>
      <dsp:spPr>
        <a:xfrm>
          <a:off x="1967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writing down </a:t>
          </a:r>
          <a:r>
            <a:rPr lang="tr-TR" sz="1400" kern="1200"/>
            <a:t>the</a:t>
          </a:r>
          <a:r>
            <a:rPr lang="en-US" sz="1400" kern="1200"/>
            <a:t> mnemonic</a:t>
          </a:r>
        </a:p>
      </dsp:txBody>
      <dsp:txXfrm>
        <a:off x="1967" y="2421996"/>
        <a:ext cx="2404687" cy="738086"/>
      </dsp:txXfrm>
    </dsp:sp>
    <dsp:sp modelId="{B30F6955-8B54-4798-A387-0FED9E100B24}">
      <dsp:nvSpPr>
        <dsp:cNvPr id="0" name=""/>
        <dsp:cNvSpPr/>
      </dsp:nvSpPr>
      <dsp:spPr>
        <a:xfrm>
          <a:off x="2827474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9E96D-32AB-47D0-8B5E-CDCD2770AF32}">
      <dsp:nvSpPr>
        <dsp:cNvPr id="0" name=""/>
        <dsp:cNvSpPr/>
      </dsp:nvSpPr>
      <dsp:spPr>
        <a:xfrm>
          <a:off x="2827474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Mnemonic for recovery</a:t>
          </a:r>
          <a:endParaRPr lang="en-US" sz="1900" kern="1200"/>
        </a:p>
      </dsp:txBody>
      <dsp:txXfrm>
        <a:off x="2827474" y="2019875"/>
        <a:ext cx="2404687" cy="360703"/>
      </dsp:txXfrm>
    </dsp:sp>
    <dsp:sp modelId="{8A5B0534-4A82-4452-8258-04159BF43E84}">
      <dsp:nvSpPr>
        <dsp:cNvPr id="0" name=""/>
        <dsp:cNvSpPr/>
      </dsp:nvSpPr>
      <dsp:spPr>
        <a:xfrm>
          <a:off x="2827474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in the </a:t>
          </a:r>
          <a:r>
            <a:rPr lang="en-US" sz="1400" kern="1200"/>
            <a:t>case of loss or damage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recovery</a:t>
          </a:r>
        </a:p>
      </dsp:txBody>
      <dsp:txXfrm>
        <a:off x="2827474" y="2421996"/>
        <a:ext cx="2404687" cy="738086"/>
      </dsp:txXfrm>
    </dsp:sp>
    <dsp:sp modelId="{7FE105D6-95AC-4CB1-A20C-AFF61ABA1A7C}">
      <dsp:nvSpPr>
        <dsp:cNvPr id="0" name=""/>
        <dsp:cNvSpPr/>
      </dsp:nvSpPr>
      <dsp:spPr>
        <a:xfrm>
          <a:off x="5652982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EF026-4D0B-4E58-BD45-9B7F6BDC0D0E}">
      <dsp:nvSpPr>
        <dsp:cNvPr id="0" name=""/>
        <dsp:cNvSpPr/>
      </dsp:nvSpPr>
      <dsp:spPr>
        <a:xfrm>
          <a:off x="5652982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Recovery</a:t>
          </a:r>
        </a:p>
      </dsp:txBody>
      <dsp:txXfrm>
        <a:off x="5652982" y="2019875"/>
        <a:ext cx="2404687" cy="360703"/>
      </dsp:txXfrm>
    </dsp:sp>
    <dsp:sp modelId="{6D089BA2-640B-4250-A82A-AE769BDD2B33}">
      <dsp:nvSpPr>
        <dsp:cNvPr id="0" name=""/>
        <dsp:cNvSpPr/>
      </dsp:nvSpPr>
      <dsp:spPr>
        <a:xfrm>
          <a:off x="5652982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a new </a:t>
          </a:r>
          <a:r>
            <a:rPr lang="en-US" sz="1400" kern="1200" err="1"/>
            <a:t>Trezor</a:t>
          </a:r>
          <a:r>
            <a:rPr lang="en-US" sz="1400" kern="1200"/>
            <a:t>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or in compatible wallets</a:t>
          </a:r>
        </a:p>
      </dsp:txBody>
      <dsp:txXfrm>
        <a:off x="5652982" y="2421996"/>
        <a:ext cx="2404687" cy="738086"/>
      </dsp:txXfrm>
    </dsp:sp>
    <dsp:sp modelId="{8E30C46D-D053-42F3-AE5E-ABCD04F43285}">
      <dsp:nvSpPr>
        <dsp:cNvPr id="0" name=""/>
        <dsp:cNvSpPr/>
      </dsp:nvSpPr>
      <dsp:spPr>
        <a:xfrm>
          <a:off x="8478490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D5FE8-48D6-4C23-BCD0-C22B029C71B1}">
      <dsp:nvSpPr>
        <dsp:cNvPr id="0" name=""/>
        <dsp:cNvSpPr/>
      </dsp:nvSpPr>
      <dsp:spPr>
        <a:xfrm>
          <a:off x="8478490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 err="1"/>
            <a:t>Sequence</a:t>
          </a:r>
          <a:r>
            <a:rPr lang="tr-TR" sz="1900" kern="1200"/>
            <a:t> is </a:t>
          </a:r>
          <a:r>
            <a:rPr lang="tr-TR" sz="1900" kern="1200" err="1"/>
            <a:t>important</a:t>
          </a:r>
          <a:endParaRPr lang="en-US" sz="1900" kern="1200"/>
        </a:p>
      </dsp:txBody>
      <dsp:txXfrm>
        <a:off x="8478490" y="2019875"/>
        <a:ext cx="2404687" cy="360703"/>
      </dsp:txXfrm>
    </dsp:sp>
    <dsp:sp modelId="{655D4481-8456-49C2-8E0F-3591562BA4BD}">
      <dsp:nvSpPr>
        <dsp:cNvPr id="0" name=""/>
        <dsp:cNvSpPr/>
      </dsp:nvSpPr>
      <dsp:spPr>
        <a:xfrm>
          <a:off x="8478490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Preserve Sequence </a:t>
          </a:r>
          <a:r>
            <a:rPr lang="en-US" sz="1400" kern="1200"/>
            <a:t>of words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each word in the numbered space</a:t>
          </a:r>
        </a:p>
      </dsp:txBody>
      <dsp:txXfrm>
        <a:off x="8478490" y="2421996"/>
        <a:ext cx="2404687" cy="73808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B9299-6212-4C6F-8DB0-68C24AF97A48}">
      <dsp:nvSpPr>
        <dsp:cNvPr id="0" name=""/>
        <dsp:cNvSpPr/>
      </dsp:nvSpPr>
      <dsp:spPr>
        <a:xfrm>
          <a:off x="3014" y="31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600" kern="1200" dirty="0"/>
            <a:t>24 </a:t>
          </a:r>
          <a:r>
            <a:rPr lang="tr-TR" sz="3600" kern="1200" dirty="0" err="1"/>
            <a:t>Words</a:t>
          </a:r>
          <a:endParaRPr lang="tr-TR" sz="3600" kern="1200" dirty="0"/>
        </a:p>
      </dsp:txBody>
      <dsp:txXfrm>
        <a:off x="27715" y="24732"/>
        <a:ext cx="3993283" cy="793954"/>
      </dsp:txXfrm>
    </dsp:sp>
    <dsp:sp modelId="{612D1208-7AB2-4C62-B772-CBAF6FD0BEB9}">
      <dsp:nvSpPr>
        <dsp:cNvPr id="0" name=""/>
        <dsp:cNvSpPr/>
      </dsp:nvSpPr>
      <dsp:spPr>
        <a:xfrm>
          <a:off x="3014" y="1060905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Most</a:t>
          </a:r>
          <a:r>
            <a:rPr lang="tr-TR" sz="2100" kern="1200"/>
            <a:t> </a:t>
          </a:r>
          <a:r>
            <a:rPr lang="en-US" sz="2100" kern="1200" dirty="0"/>
            <a:t>hardware wallets generate more secure 24-word mnemonic.</a:t>
          </a:r>
          <a:endParaRPr lang="tr-TR" sz="2100" kern="1200" dirty="0"/>
        </a:p>
      </dsp:txBody>
      <dsp:txXfrm>
        <a:off x="27715" y="1085606"/>
        <a:ext cx="3993283" cy="793954"/>
      </dsp:txXfrm>
    </dsp:sp>
    <dsp:sp modelId="{F348E8AF-693E-4884-9067-EDA2BF93E0EB}">
      <dsp:nvSpPr>
        <dsp:cNvPr id="0" name=""/>
        <dsp:cNvSpPr/>
      </dsp:nvSpPr>
      <dsp:spPr>
        <a:xfrm>
          <a:off x="4724871" y="31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600" kern="1200" dirty="0" err="1"/>
            <a:t>Usage</a:t>
          </a:r>
          <a:endParaRPr lang="tr-TR" sz="3600" kern="1200" dirty="0"/>
        </a:p>
      </dsp:txBody>
      <dsp:txXfrm>
        <a:off x="4749572" y="24732"/>
        <a:ext cx="3993283" cy="793954"/>
      </dsp:txXfrm>
    </dsp:sp>
    <dsp:sp modelId="{26986DAF-1C9A-4215-9A32-19772DD38E1F}">
      <dsp:nvSpPr>
        <dsp:cNvPr id="0" name=""/>
        <dsp:cNvSpPr/>
      </dsp:nvSpPr>
      <dsp:spPr>
        <a:xfrm>
          <a:off x="4724871" y="1060905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</a:t>
          </a:r>
          <a:r>
            <a:rPr lang="en-US" sz="2100" kern="1200" dirty="0"/>
            <a:t>mnemonic is used</a:t>
          </a:r>
          <a:r>
            <a:rPr lang="tr-TR" sz="2100" kern="1200" dirty="0"/>
            <a:t> </a:t>
          </a:r>
          <a:r>
            <a:rPr lang="en-US" sz="2100" kern="1200" dirty="0"/>
            <a:t>in exactly the same way, regardless of</a:t>
          </a:r>
          <a:r>
            <a:rPr lang="tr-TR" sz="2100" kern="1200" dirty="0"/>
            <a:t> </a:t>
          </a:r>
          <a:r>
            <a:rPr lang="en-US" sz="2100" kern="1200" dirty="0"/>
            <a:t>length.</a:t>
          </a:r>
          <a:endParaRPr lang="tr-TR" sz="2100" kern="1200" dirty="0"/>
        </a:p>
      </dsp:txBody>
      <dsp:txXfrm>
        <a:off x="4749572" y="1085606"/>
        <a:ext cx="3993283" cy="79395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01C0F8-4DD8-4BD5-8C36-ABABCD232574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42093-3D2B-4D19-8DEC-13F663486981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Mnemonic Code Words (BIP-39)</a:t>
          </a:r>
          <a:endParaRPr lang="en-US" sz="2100" kern="1200"/>
        </a:p>
      </dsp:txBody>
      <dsp:txXfrm>
        <a:off x="181505" y="2267121"/>
        <a:ext cx="2787744" cy="720000"/>
      </dsp:txXfrm>
    </dsp:sp>
    <dsp:sp modelId="{FF85A859-2E3B-4E45-ACD9-6F4E12246B34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547BA-C168-4F02-AB1F-FD33F82E0C87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Creating an HD Wallet from the Seed</a:t>
          </a:r>
        </a:p>
      </dsp:txBody>
      <dsp:txXfrm>
        <a:off x="3457104" y="2267121"/>
        <a:ext cx="2787744" cy="720000"/>
      </dsp:txXfrm>
    </dsp:sp>
    <dsp:sp modelId="{052E85B3-91E0-4E9F-8E47-A9E45DCD0161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CD183-0487-40E8-B53D-04E9D155D737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Using an Extended Public Key on a Web Store</a:t>
          </a:r>
        </a:p>
      </dsp:txBody>
      <dsp:txXfrm>
        <a:off x="6732703" y="2267121"/>
        <a:ext cx="2787744" cy="72000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4A6CD-A060-4DB4-8124-2E043CF2F10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1BD3A-2583-4A42-A8CE-4E5A7CADD0F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Mnemonic </a:t>
          </a:r>
          <a:r>
            <a:rPr lang="tr-TR" sz="3500" kern="1200"/>
            <a:t>code words</a:t>
          </a:r>
          <a:endParaRPr lang="en-US" sz="3500" kern="1200"/>
        </a:p>
      </dsp:txBody>
      <dsp:txXfrm>
        <a:off x="152976" y="1981055"/>
        <a:ext cx="4320000" cy="648000"/>
      </dsp:txXfrm>
    </dsp:sp>
    <dsp:sp modelId="{112EC998-45FF-40F5-8982-71A0BCD33DFA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Mnemonic code words are word sequences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</a:t>
          </a:r>
          <a:r>
            <a:rPr lang="en-US" sz="1700" kern="1200"/>
            <a:t>represent (encode) a random number</a:t>
          </a:r>
        </a:p>
      </dsp:txBody>
      <dsp:txXfrm>
        <a:off x="152976" y="2688423"/>
        <a:ext cx="4320000" cy="621412"/>
      </dsp:txXfrm>
    </dsp:sp>
    <dsp:sp modelId="{F09EDE1B-D705-4638-9538-445D9CD13D40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A25A7-9B53-45A0-A9C2-F18DD4103E34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Random seed</a:t>
          </a:r>
          <a:endParaRPr lang="en-US" sz="3500" kern="1200"/>
        </a:p>
      </dsp:txBody>
      <dsp:txXfrm>
        <a:off x="5228976" y="1981055"/>
        <a:ext cx="4320000" cy="648000"/>
      </dsp:txXfrm>
    </dsp:sp>
    <dsp:sp modelId="{66C29255-C7E8-450D-8D54-D6B0C9CEBB7E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as a seed to derive a deterministic wallet. </a:t>
          </a:r>
        </a:p>
      </dsp:txBody>
      <dsp:txXfrm>
        <a:off x="5228976" y="2688423"/>
        <a:ext cx="4320000" cy="62141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E8AEF-B1F7-4E1E-A868-3F189A1756A0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351A4-5A44-49B5-B87A-1C8807E80526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re-create the </a:t>
          </a:r>
          <a:r>
            <a:rPr lang="tr-TR" sz="3600" kern="1200" dirty="0"/>
            <a:t>keys</a:t>
          </a:r>
          <a:endParaRPr lang="en-US" sz="3600" kern="1200" dirty="0"/>
        </a:p>
      </dsp:txBody>
      <dsp:txXfrm>
        <a:off x="152976" y="1981055"/>
        <a:ext cx="4320000" cy="648000"/>
      </dsp:txXfrm>
    </dsp:sp>
    <dsp:sp modelId="{F26F5AB1-DE58-420B-9EF0-25DB6EC0EE9A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all the derived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from the</a:t>
          </a:r>
          <a:r>
            <a:rPr lang="en-US" sz="1700" kern="1200" dirty="0"/>
            <a:t> sequence of words</a:t>
          </a:r>
        </a:p>
      </dsp:txBody>
      <dsp:txXfrm>
        <a:off x="152976" y="2688423"/>
        <a:ext cx="4320000" cy="621412"/>
      </dsp:txXfrm>
    </dsp:sp>
    <dsp:sp modelId="{A66F19CD-A5AF-433B-9F54-F307C166556C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E250B-621C-4291-B442-F7D63274A377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# of Words to show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5CC24FE6-041C-4F71-8B3A-F2EC96DAEE0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12 </a:t>
          </a:r>
          <a:r>
            <a:rPr lang="en-US" sz="1700" kern="1200" dirty="0"/>
            <a:t>to 24 </a:t>
          </a:r>
          <a:r>
            <a:rPr lang="tr-TR" sz="1700" kern="1200" dirty="0"/>
            <a:t>words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at</a:t>
          </a:r>
          <a:r>
            <a:rPr lang="en-US" sz="1700" kern="1200" dirty="0"/>
            <a:t> </a:t>
          </a:r>
          <a:r>
            <a:rPr lang="tr-TR" sz="1700" kern="1200" dirty="0"/>
            <a:t>first creation of</a:t>
          </a:r>
          <a:r>
            <a:rPr lang="en-US" sz="1700" kern="1200" dirty="0"/>
            <a:t> wallet</a:t>
          </a:r>
        </a:p>
      </dsp:txBody>
      <dsp:txXfrm>
        <a:off x="5228976" y="2688423"/>
        <a:ext cx="4320000" cy="621412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F5FF9-F249-4BDE-AFB1-65B9EBEDE197}">
      <dsp:nvSpPr>
        <dsp:cNvPr id="0" name=""/>
        <dsp:cNvSpPr/>
      </dsp:nvSpPr>
      <dsp:spPr>
        <a:xfrm>
          <a:off x="943992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C9B38-5767-430B-95D4-B3293CE654D3}">
      <dsp:nvSpPr>
        <dsp:cNvPr id="0" name=""/>
        <dsp:cNvSpPr/>
      </dsp:nvSpPr>
      <dsp:spPr>
        <a:xfrm>
          <a:off x="3421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Backup</a:t>
          </a:r>
          <a:endParaRPr lang="en-US" sz="2800" kern="1200"/>
        </a:p>
      </dsp:txBody>
      <dsp:txXfrm>
        <a:off x="3421" y="1515608"/>
        <a:ext cx="2894062" cy="434109"/>
      </dsp:txXfrm>
    </dsp:sp>
    <dsp:sp modelId="{7585EE77-097E-40E5-B27E-87029FA3CCE5}">
      <dsp:nvSpPr>
        <dsp:cNvPr id="0" name=""/>
        <dsp:cNvSpPr/>
      </dsp:nvSpPr>
      <dsp:spPr>
        <a:xfrm>
          <a:off x="3421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</a:t>
          </a:r>
          <a:r>
            <a:rPr lang="tr-TR" sz="1700" kern="1200" dirty="0"/>
            <a:t>e </a:t>
          </a:r>
          <a:r>
            <a:rPr lang="en-US" sz="1700" kern="1200" dirty="0"/>
            <a:t>sequence of words</a:t>
          </a:r>
          <a:r>
            <a:rPr lang="tr-TR" sz="1700" kern="1200" dirty="0"/>
            <a:t>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the wallet backup</a:t>
          </a:r>
        </a:p>
      </dsp:txBody>
      <dsp:txXfrm>
        <a:off x="3421" y="2007614"/>
        <a:ext cx="2894062" cy="1265426"/>
      </dsp:txXfrm>
    </dsp:sp>
    <dsp:sp modelId="{66C4C7C2-494A-4885-BFF7-38F0D8C58A5F}">
      <dsp:nvSpPr>
        <dsp:cNvPr id="0" name=""/>
        <dsp:cNvSpPr/>
      </dsp:nvSpPr>
      <dsp:spPr>
        <a:xfrm>
          <a:off x="4344515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877C0-3881-481C-A685-4943B57509D8}">
      <dsp:nvSpPr>
        <dsp:cNvPr id="0" name=""/>
        <dsp:cNvSpPr/>
      </dsp:nvSpPr>
      <dsp:spPr>
        <a:xfrm>
          <a:off x="3403945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Recovery</a:t>
          </a:r>
          <a:endParaRPr lang="en-US" sz="2800" kern="1200"/>
        </a:p>
      </dsp:txBody>
      <dsp:txXfrm>
        <a:off x="3403945" y="1515608"/>
        <a:ext cx="2894062" cy="434109"/>
      </dsp:txXfrm>
    </dsp:sp>
    <dsp:sp modelId="{292A0DA1-7B50-4C85-9154-C720E8811AEA}">
      <dsp:nvSpPr>
        <dsp:cNvPr id="0" name=""/>
        <dsp:cNvSpPr/>
      </dsp:nvSpPr>
      <dsp:spPr>
        <a:xfrm>
          <a:off x="3403945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sequence of words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</a:t>
          </a:r>
          <a:r>
            <a:rPr lang="en-US" sz="1700" kern="1200" dirty="0"/>
            <a:t>be used to recover and re-create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</a:t>
          </a:r>
          <a:r>
            <a:rPr lang="tr-TR" sz="1700" kern="1200" dirty="0"/>
            <a:t> </a:t>
          </a:r>
          <a:r>
            <a:rPr lang="en-US" sz="1700" kern="1200" dirty="0"/>
            <a:t>the keys</a:t>
          </a:r>
        </a:p>
      </dsp:txBody>
      <dsp:txXfrm>
        <a:off x="3403945" y="2007614"/>
        <a:ext cx="2894062" cy="1265426"/>
      </dsp:txXfrm>
    </dsp:sp>
    <dsp:sp modelId="{30E43F37-60AF-40BE-9430-DBA6ECF4DA3F}">
      <dsp:nvSpPr>
        <dsp:cNvPr id="0" name=""/>
        <dsp:cNvSpPr/>
      </dsp:nvSpPr>
      <dsp:spPr>
        <a:xfrm>
          <a:off x="7745039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8B0F7-3C01-483B-B4E4-0E435EC856B1}">
      <dsp:nvSpPr>
        <dsp:cNvPr id="0" name=""/>
        <dsp:cNvSpPr/>
      </dsp:nvSpPr>
      <dsp:spPr>
        <a:xfrm>
          <a:off x="6804468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Options</a:t>
          </a:r>
          <a:endParaRPr lang="en-US" sz="2800" kern="1200" dirty="0"/>
        </a:p>
      </dsp:txBody>
      <dsp:txXfrm>
        <a:off x="6804468" y="1515608"/>
        <a:ext cx="2894062" cy="434109"/>
      </dsp:txXfrm>
    </dsp:sp>
    <dsp:sp modelId="{A94CE69D-9D20-48D5-BD7E-699FDDD087BA}">
      <dsp:nvSpPr>
        <dsp:cNvPr id="0" name=""/>
        <dsp:cNvSpPr/>
      </dsp:nvSpPr>
      <dsp:spPr>
        <a:xfrm>
          <a:off x="6804468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in the same</a:t>
          </a:r>
          <a:r>
            <a:rPr lang="tr-TR" sz="1700" kern="1200" dirty="0"/>
            <a:t> technology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any compatible wallet</a:t>
          </a:r>
        </a:p>
      </dsp:txBody>
      <dsp:txXfrm>
        <a:off x="6804468" y="2007614"/>
        <a:ext cx="2894062" cy="1265426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441BD-7E53-43CA-82BC-91BACF487E68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DE577-3066-4E0B-9A3E-7D1B9C42982F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Mnemonic words </a:t>
          </a:r>
        </a:p>
      </dsp:txBody>
      <dsp:txXfrm>
        <a:off x="152976" y="1981055"/>
        <a:ext cx="4320000" cy="648000"/>
      </dsp:txXfrm>
    </dsp:sp>
    <dsp:sp modelId="{7DD2D782-34D3-42D2-A920-D8415136C848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easier for users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back up wallets </a:t>
          </a:r>
        </a:p>
      </dsp:txBody>
      <dsp:txXfrm>
        <a:off x="152976" y="2688423"/>
        <a:ext cx="4320000" cy="621412"/>
      </dsp:txXfrm>
    </dsp:sp>
    <dsp:sp modelId="{4F41B22C-2782-486F-A7ED-2623133975A9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BE400-6EFF-480D-956A-92C1276539C2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 dirty="0" err="1"/>
            <a:t>random</a:t>
          </a:r>
          <a:r>
            <a:rPr lang="tr-TR" sz="2900" kern="1200" dirty="0"/>
            <a:t> </a:t>
          </a:r>
          <a:r>
            <a:rPr lang="tr-TR" sz="2900" kern="1200" dirty="0" err="1"/>
            <a:t>seeds</a:t>
          </a:r>
          <a:r>
            <a:rPr lang="tr-TR" sz="2900" kern="1200" dirty="0"/>
            <a:t> </a:t>
          </a:r>
          <a:r>
            <a:rPr lang="tr-TR" sz="2900" kern="1200" dirty="0" err="1"/>
            <a:t>vs</a:t>
          </a:r>
          <a:r>
            <a:rPr lang="tr-TR" sz="2900" kern="1200" dirty="0"/>
            <a:t> </a:t>
          </a:r>
          <a:r>
            <a:rPr lang="tr-TR" sz="2900" kern="1200" dirty="0" err="1"/>
            <a:t>mnemonic</a:t>
          </a:r>
          <a:endParaRPr lang="en-US" sz="2900" kern="1200" dirty="0"/>
        </a:p>
      </dsp:txBody>
      <dsp:txXfrm>
        <a:off x="5228976" y="1981055"/>
        <a:ext cx="4320000" cy="648000"/>
      </dsp:txXfrm>
    </dsp:sp>
    <dsp:sp modelId="{8266803F-4EA9-4235-A9C3-0DC4DDAEC4B9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easy to read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and </a:t>
          </a:r>
          <a:r>
            <a:rPr lang="en-US" sz="1700" kern="1200"/>
            <a:t>correctly transcribe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FD60F-4FC1-4422-9F30-21B6BB43607C}">
      <dsp:nvSpPr>
        <dsp:cNvPr id="0" name=""/>
        <dsp:cNvSpPr/>
      </dsp:nvSpPr>
      <dsp:spPr>
        <a:xfrm>
          <a:off x="943992" y="951143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7912E-0E52-4145-B525-ABD5C37019C7}">
      <dsp:nvSpPr>
        <dsp:cNvPr id="0" name=""/>
        <dsp:cNvSpPr/>
      </dsp:nvSpPr>
      <dsp:spPr>
        <a:xfrm>
          <a:off x="3421" y="2039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Brainwallets</a:t>
          </a:r>
          <a:r>
            <a:rPr lang="tr-TR" sz="1600" kern="1200"/>
            <a:t> vs </a:t>
          </a:r>
          <a:r>
            <a:rPr lang="en-US" sz="1600" kern="1200"/>
            <a:t>Mnemonic words </a:t>
          </a:r>
        </a:p>
      </dsp:txBody>
      <dsp:txXfrm>
        <a:off x="3421" y="2039270"/>
        <a:ext cx="2894062" cy="434109"/>
      </dsp:txXfrm>
    </dsp:sp>
    <dsp:sp modelId="{6D2D291C-29E0-4BFB-B207-897A99AFDA17}">
      <dsp:nvSpPr>
        <dsp:cNvPr id="0" name=""/>
        <dsp:cNvSpPr/>
      </dsp:nvSpPr>
      <dsp:spPr>
        <a:xfrm>
          <a:off x="3421" y="2508359"/>
          <a:ext cx="2894062" cy="1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often confused with “brainwallets.” </a:t>
          </a:r>
        </a:p>
      </dsp:txBody>
      <dsp:txXfrm>
        <a:off x="3421" y="2508359"/>
        <a:ext cx="2894062" cy="191747"/>
      </dsp:txXfrm>
    </dsp:sp>
    <dsp:sp modelId="{43AD8A6E-330B-4EAC-AD4A-5B5D8B2C88C6}">
      <dsp:nvSpPr>
        <dsp:cNvPr id="0" name=""/>
        <dsp:cNvSpPr/>
      </dsp:nvSpPr>
      <dsp:spPr>
        <a:xfrm>
          <a:off x="4344515" y="951143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7D381-3652-4E4F-A56B-539108B0258F}">
      <dsp:nvSpPr>
        <dsp:cNvPr id="0" name=""/>
        <dsp:cNvSpPr/>
      </dsp:nvSpPr>
      <dsp:spPr>
        <a:xfrm>
          <a:off x="3403945" y="2039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Brainwallet</a:t>
          </a:r>
        </a:p>
      </dsp:txBody>
      <dsp:txXfrm>
        <a:off x="3403945" y="2039270"/>
        <a:ext cx="2894062" cy="434109"/>
      </dsp:txXfrm>
    </dsp:sp>
    <dsp:sp modelId="{3790454E-B6E0-4FBA-83D1-60F97C240EBC}">
      <dsp:nvSpPr>
        <dsp:cNvPr id="0" name=""/>
        <dsp:cNvSpPr/>
      </dsp:nvSpPr>
      <dsp:spPr>
        <a:xfrm>
          <a:off x="3403945" y="2508359"/>
          <a:ext cx="2894062" cy="1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consists</a:t>
          </a:r>
          <a:r>
            <a:rPr lang="tr-TR" sz="1200" kern="1200" dirty="0"/>
            <a:t> </a:t>
          </a:r>
          <a:r>
            <a:rPr lang="en-US" sz="1200" kern="1200" dirty="0"/>
            <a:t>of words chosen by the user </a:t>
          </a:r>
        </a:p>
      </dsp:txBody>
      <dsp:txXfrm>
        <a:off x="3403945" y="2508359"/>
        <a:ext cx="2894062" cy="191747"/>
      </dsp:txXfrm>
    </dsp:sp>
    <dsp:sp modelId="{754EB224-2032-4BCF-AD7E-63F923777E7C}">
      <dsp:nvSpPr>
        <dsp:cNvPr id="0" name=""/>
        <dsp:cNvSpPr/>
      </dsp:nvSpPr>
      <dsp:spPr>
        <a:xfrm>
          <a:off x="7745039" y="951143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62609-A75F-44A0-987C-A4EFA6892BB4}">
      <dsp:nvSpPr>
        <dsp:cNvPr id="0" name=""/>
        <dsp:cNvSpPr/>
      </dsp:nvSpPr>
      <dsp:spPr>
        <a:xfrm>
          <a:off x="6804468" y="2039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Mnemonic</a:t>
          </a:r>
          <a:r>
            <a:rPr lang="tr-TR" sz="1600" kern="1200"/>
            <a:t> </a:t>
          </a:r>
          <a:r>
            <a:rPr lang="en-US" sz="1600" kern="1200"/>
            <a:t>words</a:t>
          </a:r>
        </a:p>
      </dsp:txBody>
      <dsp:txXfrm>
        <a:off x="6804468" y="2039270"/>
        <a:ext cx="2894062" cy="434109"/>
      </dsp:txXfrm>
    </dsp:sp>
    <dsp:sp modelId="{59F053DA-2237-4CE3-A231-5BBEF0B95F7A}">
      <dsp:nvSpPr>
        <dsp:cNvPr id="0" name=""/>
        <dsp:cNvSpPr/>
      </dsp:nvSpPr>
      <dsp:spPr>
        <a:xfrm>
          <a:off x="6804468" y="2508359"/>
          <a:ext cx="2894062" cy="1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are created</a:t>
          </a:r>
          <a:r>
            <a:rPr lang="tr-TR" sz="1200" kern="1200" dirty="0"/>
            <a:t> </a:t>
          </a:r>
          <a:r>
            <a:rPr lang="en-US" sz="1200" kern="1200" dirty="0"/>
            <a:t>randomly by the wallet</a:t>
          </a:r>
        </a:p>
      </dsp:txBody>
      <dsp:txXfrm>
        <a:off x="6804468" y="2508359"/>
        <a:ext cx="2894062" cy="191747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34E66-99B4-4D1F-9C7E-6A98BCB3634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291BC-A4BB-4321-867B-EC5475B143BB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Security</a:t>
          </a:r>
          <a:endParaRPr lang="en-US" sz="3600" kern="1200"/>
        </a:p>
      </dsp:txBody>
      <dsp:txXfrm>
        <a:off x="152976" y="1981055"/>
        <a:ext cx="4320000" cy="648000"/>
      </dsp:txXfrm>
    </dsp:sp>
    <dsp:sp modelId="{5B69CECE-02EB-4DC7-B962-EA99197F86E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mnemonic words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much more secure</a:t>
          </a:r>
        </a:p>
      </dsp:txBody>
      <dsp:txXfrm>
        <a:off x="152976" y="2688423"/>
        <a:ext cx="4320000" cy="621412"/>
      </dsp:txXfrm>
    </dsp:sp>
    <dsp:sp modelId="{536CB77F-7107-4954-A69E-57CAB1D146D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05888-5EE8-4A2E-BB99-3E8420F50BF2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Reason</a:t>
          </a:r>
          <a:endParaRPr lang="en-US" sz="3600" kern="1200"/>
        </a:p>
      </dsp:txBody>
      <dsp:txXfrm>
        <a:off x="5228976" y="1981055"/>
        <a:ext cx="4320000" cy="648000"/>
      </dsp:txXfrm>
    </dsp:sp>
    <dsp:sp modelId="{D1DA3955-1EA2-4ECF-9ACA-33BA1034900F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humans are very poor sources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of randomness</a:t>
          </a:r>
        </a:p>
      </dsp:txBody>
      <dsp:txXfrm>
        <a:off x="5228976" y="2688423"/>
        <a:ext cx="4320000" cy="621412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A4567-3DE1-4903-A0B4-8ECE731F2732}">
      <dsp:nvSpPr>
        <dsp:cNvPr id="0" name=""/>
        <dsp:cNvSpPr/>
      </dsp:nvSpPr>
      <dsp:spPr>
        <a:xfrm>
          <a:off x="698671" y="707251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236AE-6621-4A32-9DA1-50F8EB12B1AE}">
      <dsp:nvSpPr>
        <dsp:cNvPr id="0" name=""/>
        <dsp:cNvSpPr/>
      </dsp:nvSpPr>
      <dsp:spPr>
        <a:xfrm>
          <a:off x="2156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BIP-39</a:t>
          </a:r>
        </a:p>
      </dsp:txBody>
      <dsp:txXfrm>
        <a:off x="2156" y="1553525"/>
        <a:ext cx="2143124" cy="321468"/>
      </dsp:txXfrm>
    </dsp:sp>
    <dsp:sp modelId="{DBEA8CAF-232E-4A00-A85D-E81F075C5EC9}">
      <dsp:nvSpPr>
        <dsp:cNvPr id="0" name=""/>
        <dsp:cNvSpPr/>
      </dsp:nvSpPr>
      <dsp:spPr>
        <a:xfrm>
          <a:off x="2156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was</a:t>
          </a:r>
          <a:r>
            <a:rPr lang="tr-TR" sz="1500" kern="1200"/>
            <a:t> </a:t>
          </a:r>
          <a:r>
            <a:rPr lang="en-US" sz="1500" kern="1200"/>
            <a:t>proposed by the company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behind the Trezor hardware wallet </a:t>
          </a:r>
        </a:p>
      </dsp:txBody>
      <dsp:txXfrm>
        <a:off x="2156" y="1919728"/>
        <a:ext cx="2143124" cy="1024269"/>
      </dsp:txXfrm>
    </dsp:sp>
    <dsp:sp modelId="{F12057C7-4B15-4C13-90EB-6B6A93AF0919}">
      <dsp:nvSpPr>
        <dsp:cNvPr id="0" name=""/>
        <dsp:cNvSpPr/>
      </dsp:nvSpPr>
      <dsp:spPr>
        <a:xfrm>
          <a:off x="3216843" y="707251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34302-C786-4C81-8456-90CA0992104C}">
      <dsp:nvSpPr>
        <dsp:cNvPr id="0" name=""/>
        <dsp:cNvSpPr/>
      </dsp:nvSpPr>
      <dsp:spPr>
        <a:xfrm>
          <a:off x="2520328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BIP-39</a:t>
          </a:r>
          <a:r>
            <a:rPr lang="tr-TR" sz="2000" kern="1200" dirty="0"/>
            <a:t> vs Electrum</a:t>
          </a:r>
          <a:endParaRPr lang="en-US" sz="2000" kern="1200" dirty="0"/>
        </a:p>
      </dsp:txBody>
      <dsp:txXfrm>
        <a:off x="2520328" y="1553525"/>
        <a:ext cx="2143124" cy="321468"/>
      </dsp:txXfrm>
    </dsp:sp>
    <dsp:sp modelId="{FECDCD70-AB15-4E44-A7B8-4D9DADEC8630}">
      <dsp:nvSpPr>
        <dsp:cNvPr id="0" name=""/>
        <dsp:cNvSpPr/>
      </dsp:nvSpPr>
      <dsp:spPr>
        <a:xfrm>
          <a:off x="2520328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 incompatible</a:t>
          </a:r>
          <a:r>
            <a:rPr lang="tr-TR" sz="1500" kern="1200" dirty="0"/>
            <a:t> </a:t>
          </a:r>
          <a:r>
            <a:rPr lang="en-US" sz="1500" kern="1200" dirty="0"/>
            <a:t>with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Electrum’s </a:t>
          </a:r>
          <a:r>
            <a:rPr lang="en-US" sz="1500" kern="1200" dirty="0"/>
            <a:t>implementation. </a:t>
          </a:r>
        </a:p>
      </dsp:txBody>
      <dsp:txXfrm>
        <a:off x="2520328" y="1919728"/>
        <a:ext cx="2143124" cy="1024269"/>
      </dsp:txXfrm>
    </dsp:sp>
    <dsp:sp modelId="{E873D797-6451-4A55-B9B1-248F66B5031A}">
      <dsp:nvSpPr>
        <dsp:cNvPr id="0" name=""/>
        <dsp:cNvSpPr/>
      </dsp:nvSpPr>
      <dsp:spPr>
        <a:xfrm>
          <a:off x="5735015" y="707251"/>
          <a:ext cx="750093" cy="750093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6000" r="-36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A78FC-2A1E-4914-B10C-7637B95936A9}">
      <dsp:nvSpPr>
        <dsp:cNvPr id="0" name=""/>
        <dsp:cNvSpPr/>
      </dsp:nvSpPr>
      <dsp:spPr>
        <a:xfrm>
          <a:off x="5038499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Electrum</a:t>
          </a:r>
        </a:p>
      </dsp:txBody>
      <dsp:txXfrm>
        <a:off x="5038499" y="1553525"/>
        <a:ext cx="2143124" cy="321468"/>
      </dsp:txXfrm>
    </dsp:sp>
    <dsp:sp modelId="{DB9FEBAF-F33A-4F31-A1A1-6AE1CA9F21F3}">
      <dsp:nvSpPr>
        <dsp:cNvPr id="0" name=""/>
        <dsp:cNvSpPr/>
      </dsp:nvSpPr>
      <dsp:spPr>
        <a:xfrm>
          <a:off x="5038499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different standard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with a</a:t>
          </a:r>
          <a:r>
            <a:rPr lang="tr-TR" sz="1500" kern="1200" dirty="0"/>
            <a:t> </a:t>
          </a:r>
          <a:r>
            <a:rPr lang="en-US" sz="1500" kern="1200" dirty="0"/>
            <a:t>different set of words</a:t>
          </a:r>
        </a:p>
      </dsp:txBody>
      <dsp:txXfrm>
        <a:off x="5038499" y="1919728"/>
        <a:ext cx="2143124" cy="1024269"/>
      </dsp:txXfrm>
    </dsp:sp>
    <dsp:sp modelId="{2FC3C491-E76C-49F0-95D4-B01A3471D26F}">
      <dsp:nvSpPr>
        <dsp:cNvPr id="0" name=""/>
        <dsp:cNvSpPr/>
      </dsp:nvSpPr>
      <dsp:spPr>
        <a:xfrm>
          <a:off x="8253187" y="707251"/>
          <a:ext cx="750093" cy="75009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4773D-104E-4300-9ECB-521B7BD2480D}">
      <dsp:nvSpPr>
        <dsp:cNvPr id="0" name=""/>
        <dsp:cNvSpPr/>
      </dsp:nvSpPr>
      <dsp:spPr>
        <a:xfrm>
          <a:off x="7556671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De facto standard</a:t>
          </a:r>
          <a:endParaRPr lang="en-US" sz="2000" kern="1200" dirty="0"/>
        </a:p>
      </dsp:txBody>
      <dsp:txXfrm>
        <a:off x="7556671" y="1553525"/>
        <a:ext cx="2143124" cy="321468"/>
      </dsp:txXfrm>
    </dsp:sp>
    <dsp:sp modelId="{3B8D2705-6AFD-40EC-B48F-D680A74786F2}">
      <dsp:nvSpPr>
        <dsp:cNvPr id="0" name=""/>
        <dsp:cNvSpPr/>
      </dsp:nvSpPr>
      <dsp:spPr>
        <a:xfrm>
          <a:off x="7556671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BIP-39</a:t>
          </a:r>
          <a:r>
            <a:rPr lang="tr-TR" sz="1500" kern="1200" dirty="0"/>
            <a:t> is </a:t>
          </a:r>
          <a:r>
            <a:rPr lang="en-US" sz="1500" kern="1200" dirty="0"/>
            <a:t>achieved broad industry</a:t>
          </a:r>
          <a:r>
            <a:rPr lang="tr-TR" sz="1500" kern="1200" dirty="0"/>
            <a:t> </a:t>
          </a:r>
          <a:r>
            <a:rPr lang="en-US" sz="1500" kern="1200" dirty="0"/>
            <a:t>support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dozens of interoperable implementations </a:t>
          </a:r>
        </a:p>
      </dsp:txBody>
      <dsp:txXfrm>
        <a:off x="7556671" y="1919728"/>
        <a:ext cx="2143124" cy="102426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0E69B-AF93-4316-AB52-48A81B0203D6}">
      <dsp:nvSpPr>
        <dsp:cNvPr id="0" name=""/>
        <dsp:cNvSpPr/>
      </dsp:nvSpPr>
      <dsp:spPr>
        <a:xfrm>
          <a:off x="1982960" y="24410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C9A58-FF4C-4807-822E-41A94D82A8BD}">
      <dsp:nvSpPr>
        <dsp:cNvPr id="0" name=""/>
        <dsp:cNvSpPr/>
      </dsp:nvSpPr>
      <dsp:spPr>
        <a:xfrm>
          <a:off x="578960" y="190067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Automated</a:t>
          </a:r>
          <a:endParaRPr lang="en-US" sz="3600" kern="1200" dirty="0"/>
        </a:p>
      </dsp:txBody>
      <dsp:txXfrm>
        <a:off x="578960" y="1900670"/>
        <a:ext cx="4320000" cy="648000"/>
      </dsp:txXfrm>
    </dsp:sp>
    <dsp:sp modelId="{0E5D07A7-D302-4BC7-A2B7-0B07D79BEFBC}">
      <dsp:nvSpPr>
        <dsp:cNvPr id="0" name=""/>
        <dsp:cNvSpPr/>
      </dsp:nvSpPr>
      <dsp:spPr>
        <a:xfrm>
          <a:off x="578960" y="2615908"/>
          <a:ext cx="4320000" cy="990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Mnemonic words</a:t>
          </a:r>
          <a:r>
            <a:rPr lang="tr-TR" sz="1700" kern="1200" dirty="0"/>
            <a:t> </a:t>
          </a:r>
          <a:r>
            <a:rPr lang="en-US" sz="1700" kern="1200" dirty="0"/>
            <a:t>automatically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generated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by the wallet</a:t>
          </a:r>
          <a:endParaRPr lang="en-US" sz="1700" kern="1200" dirty="0"/>
        </a:p>
      </dsp:txBody>
      <dsp:txXfrm>
        <a:off x="578960" y="2615908"/>
        <a:ext cx="4320000" cy="990087"/>
      </dsp:txXfrm>
    </dsp:sp>
    <dsp:sp modelId="{654A1E9A-D1B8-4ED2-A1FF-C7E130B6DE6E}">
      <dsp:nvSpPr>
        <dsp:cNvPr id="0" name=""/>
        <dsp:cNvSpPr/>
      </dsp:nvSpPr>
      <dsp:spPr>
        <a:xfrm>
          <a:off x="7058961" y="24410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B726D-D70C-4998-9EEC-EF3682D6511D}">
      <dsp:nvSpPr>
        <dsp:cNvPr id="0" name=""/>
        <dsp:cNvSpPr/>
      </dsp:nvSpPr>
      <dsp:spPr>
        <a:xfrm>
          <a:off x="5654960" y="190067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BIP-39</a:t>
          </a:r>
          <a:r>
            <a:rPr lang="tr-TR" sz="3600" kern="1200" dirty="0"/>
            <a:t> Compliant</a:t>
          </a:r>
          <a:endParaRPr lang="en-US" sz="3600" kern="1200" dirty="0"/>
        </a:p>
      </dsp:txBody>
      <dsp:txXfrm>
        <a:off x="5654960" y="1900670"/>
        <a:ext cx="4320000" cy="648000"/>
      </dsp:txXfrm>
    </dsp:sp>
    <dsp:sp modelId="{253FD39F-F05F-4CDF-A2AF-7267DE62E0A3}">
      <dsp:nvSpPr>
        <dsp:cNvPr id="0" name=""/>
        <dsp:cNvSpPr/>
      </dsp:nvSpPr>
      <dsp:spPr>
        <a:xfrm>
          <a:off x="5654960" y="2615908"/>
          <a:ext cx="4320000" cy="990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Word generation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Compliant to </a:t>
          </a:r>
          <a:r>
            <a:rPr lang="en-US" sz="1700" kern="1200" dirty="0"/>
            <a:t>BIP-39</a:t>
          </a:r>
        </a:p>
      </dsp:txBody>
      <dsp:txXfrm>
        <a:off x="5654960" y="2615908"/>
        <a:ext cx="4320000" cy="990087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766CB-31AB-488B-B1C4-4F3D5B550A54}">
      <dsp:nvSpPr>
        <dsp:cNvPr id="0" name=""/>
        <dsp:cNvSpPr/>
      </dsp:nvSpPr>
      <dsp:spPr>
        <a:xfrm>
          <a:off x="8527" y="1061027"/>
          <a:ext cx="2548657" cy="15291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start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from a source of entropy</a:t>
          </a:r>
        </a:p>
      </dsp:txBody>
      <dsp:txXfrm>
        <a:off x="53316" y="1105816"/>
        <a:ext cx="2459079" cy="1439616"/>
      </dsp:txXfrm>
    </dsp:sp>
    <dsp:sp modelId="{2BB1E340-9E40-493E-9CA7-F2A29B0A8175}">
      <dsp:nvSpPr>
        <dsp:cNvPr id="0" name=""/>
        <dsp:cNvSpPr/>
      </dsp:nvSpPr>
      <dsp:spPr>
        <a:xfrm>
          <a:off x="2812050" y="1509591"/>
          <a:ext cx="540315" cy="632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812050" y="1636004"/>
        <a:ext cx="378221" cy="379241"/>
      </dsp:txXfrm>
    </dsp:sp>
    <dsp:sp modelId="{05F979FE-C7DB-44D1-B381-69C936590E8C}">
      <dsp:nvSpPr>
        <dsp:cNvPr id="0" name=""/>
        <dsp:cNvSpPr/>
      </dsp:nvSpPr>
      <dsp:spPr>
        <a:xfrm>
          <a:off x="3576647" y="1061027"/>
          <a:ext cx="2548657" cy="1529194"/>
        </a:xfrm>
        <a:prstGeom prst="roundRect">
          <a:avLst>
            <a:gd name="adj" fmla="val 10000"/>
          </a:avLst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 checksum</a:t>
          </a:r>
        </a:p>
      </dsp:txBody>
      <dsp:txXfrm>
        <a:off x="3621436" y="1105816"/>
        <a:ext cx="2459079" cy="1439616"/>
      </dsp:txXfrm>
    </dsp:sp>
    <dsp:sp modelId="{8295E797-1AE2-444B-A2EB-0F1FD288B4C3}">
      <dsp:nvSpPr>
        <dsp:cNvPr id="0" name=""/>
        <dsp:cNvSpPr/>
      </dsp:nvSpPr>
      <dsp:spPr>
        <a:xfrm>
          <a:off x="6380171" y="1509591"/>
          <a:ext cx="540315" cy="632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380171" y="1636004"/>
        <a:ext cx="378221" cy="379241"/>
      </dsp:txXfrm>
    </dsp:sp>
    <dsp:sp modelId="{3B22DAD2-C19A-42DF-9355-A1164A064AD6}">
      <dsp:nvSpPr>
        <dsp:cNvPr id="0" name=""/>
        <dsp:cNvSpPr/>
      </dsp:nvSpPr>
      <dsp:spPr>
        <a:xfrm>
          <a:off x="7144768" y="1061027"/>
          <a:ext cx="2548657" cy="1529194"/>
        </a:xfrm>
        <a:prstGeom prst="roundRect">
          <a:avLst>
            <a:gd name="adj" fmla="val 10000"/>
          </a:avLst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map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entropy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to a word list</a:t>
          </a:r>
        </a:p>
      </dsp:txBody>
      <dsp:txXfrm>
        <a:off x="7189557" y="1105816"/>
        <a:ext cx="2459079" cy="1439616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5830B-9F71-4A9E-AF8D-1847C3D785B8}">
      <dsp:nvSpPr>
        <dsp:cNvPr id="0" name=""/>
        <dsp:cNvSpPr/>
      </dsp:nvSpPr>
      <dsp:spPr>
        <a:xfrm>
          <a:off x="2772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BEFFA-67A5-457A-B541-FF7A8F7C2E88}">
      <dsp:nvSpPr>
        <dsp:cNvPr id="0" name=""/>
        <dsp:cNvSpPr/>
      </dsp:nvSpPr>
      <dsp:spPr>
        <a:xfrm>
          <a:off x="2772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Random sequence</a:t>
          </a:r>
          <a:endParaRPr lang="en-US" sz="1800" kern="1200"/>
        </a:p>
      </dsp:txBody>
      <dsp:txXfrm>
        <a:off x="2772" y="1629201"/>
        <a:ext cx="1898437" cy="284765"/>
      </dsp:txXfrm>
    </dsp:sp>
    <dsp:sp modelId="{0BA1AA5F-6744-4A04-ACEE-1E1BB674911B}">
      <dsp:nvSpPr>
        <dsp:cNvPr id="0" name=""/>
        <dsp:cNvSpPr/>
      </dsp:nvSpPr>
      <dsp:spPr>
        <a:xfrm>
          <a:off x="2772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 a random sequence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from</a:t>
          </a:r>
          <a:r>
            <a:rPr lang="en-US" sz="1400" kern="1200" dirty="0"/>
            <a:t> 128 to 256 bits</a:t>
          </a:r>
        </a:p>
      </dsp:txBody>
      <dsp:txXfrm>
        <a:off x="2772" y="1956696"/>
        <a:ext cx="1898437" cy="1052610"/>
      </dsp:txXfrm>
    </dsp:sp>
    <dsp:sp modelId="{4BD4BF9B-E619-49FA-A97C-F23B72818EE5}">
      <dsp:nvSpPr>
        <dsp:cNvPr id="0" name=""/>
        <dsp:cNvSpPr/>
      </dsp:nvSpPr>
      <dsp:spPr>
        <a:xfrm>
          <a:off x="2233436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EFACE-5EDB-4684-A6FD-446AD32AF1E5}">
      <dsp:nvSpPr>
        <dsp:cNvPr id="0" name=""/>
        <dsp:cNvSpPr/>
      </dsp:nvSpPr>
      <dsp:spPr>
        <a:xfrm>
          <a:off x="2233436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Checksum</a:t>
          </a:r>
          <a:endParaRPr lang="en-US" sz="1800" kern="1200"/>
        </a:p>
      </dsp:txBody>
      <dsp:txXfrm>
        <a:off x="2233436" y="1629201"/>
        <a:ext cx="1898437" cy="284765"/>
      </dsp:txXfrm>
    </dsp:sp>
    <dsp:sp modelId="{817CDD00-FD3B-4B40-BF15-59F52A84842D}">
      <dsp:nvSpPr>
        <dsp:cNvPr id="0" name=""/>
        <dsp:cNvSpPr/>
      </dsp:nvSpPr>
      <dsp:spPr>
        <a:xfrm>
          <a:off x="2233436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SHA256 hash</a:t>
          </a:r>
          <a:r>
            <a:rPr lang="tr-TR" sz="1400" kern="1200" dirty="0"/>
            <a:t> of sequence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Take its </a:t>
          </a:r>
          <a:r>
            <a:rPr lang="en-US" sz="1400" kern="1200" dirty="0"/>
            <a:t>first 32 bits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to the end of the sequence</a:t>
          </a:r>
        </a:p>
      </dsp:txBody>
      <dsp:txXfrm>
        <a:off x="2233436" y="1956696"/>
        <a:ext cx="1898437" cy="1052610"/>
      </dsp:txXfrm>
    </dsp:sp>
    <dsp:sp modelId="{01684107-5052-417C-9806-E1772A408A0C}">
      <dsp:nvSpPr>
        <dsp:cNvPr id="0" name=""/>
        <dsp:cNvSpPr/>
      </dsp:nvSpPr>
      <dsp:spPr>
        <a:xfrm>
          <a:off x="4464100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9A47F-ED98-4B67-864E-4DC2619B5B15}">
      <dsp:nvSpPr>
        <dsp:cNvPr id="0" name=""/>
        <dsp:cNvSpPr/>
      </dsp:nvSpPr>
      <dsp:spPr>
        <a:xfrm>
          <a:off x="4464100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11 bits sections</a:t>
          </a:r>
          <a:endParaRPr lang="en-US" sz="1800" kern="1200"/>
        </a:p>
      </dsp:txBody>
      <dsp:txXfrm>
        <a:off x="4464100" y="1629201"/>
        <a:ext cx="1898437" cy="284765"/>
      </dsp:txXfrm>
    </dsp:sp>
    <dsp:sp modelId="{EFAB0A8D-A120-4A0E-B7AB-8D8D9D2BA8EA}">
      <dsp:nvSpPr>
        <dsp:cNvPr id="0" name=""/>
        <dsp:cNvSpPr/>
      </dsp:nvSpPr>
      <dsp:spPr>
        <a:xfrm>
          <a:off x="4464100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Divide the sequence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into sections of 11 bits.</a:t>
          </a:r>
        </a:p>
      </dsp:txBody>
      <dsp:txXfrm>
        <a:off x="4464100" y="1956696"/>
        <a:ext cx="1898437" cy="1052610"/>
      </dsp:txXfrm>
    </dsp:sp>
    <dsp:sp modelId="{FCC73949-E0EB-4559-AEE8-5A540275DB28}">
      <dsp:nvSpPr>
        <dsp:cNvPr id="0" name=""/>
        <dsp:cNvSpPr/>
      </dsp:nvSpPr>
      <dsp:spPr>
        <a:xfrm>
          <a:off x="6694764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20617-3594-4431-A1FD-A5DB7B33F47D}">
      <dsp:nvSpPr>
        <dsp:cNvPr id="0" name=""/>
        <dsp:cNvSpPr/>
      </dsp:nvSpPr>
      <dsp:spPr>
        <a:xfrm>
          <a:off x="6694764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2048 words</a:t>
          </a:r>
          <a:endParaRPr lang="en-US" sz="1800" kern="1200"/>
        </a:p>
      </dsp:txBody>
      <dsp:txXfrm>
        <a:off x="6694764" y="1629201"/>
        <a:ext cx="1898437" cy="284765"/>
      </dsp:txXfrm>
    </dsp:sp>
    <dsp:sp modelId="{B724C2B3-C750-402B-9EDB-12603B23AD27}">
      <dsp:nvSpPr>
        <dsp:cNvPr id="0" name=""/>
        <dsp:cNvSpPr/>
      </dsp:nvSpPr>
      <dsp:spPr>
        <a:xfrm>
          <a:off x="6694764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Map each 11-bit value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a word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</a:t>
          </a:r>
          <a:r>
            <a:rPr lang="tr-TR" sz="1400" kern="1200" dirty="0"/>
            <a:t>a</a:t>
          </a:r>
          <a:r>
            <a:rPr lang="en-US" sz="1400" kern="1200" dirty="0"/>
            <a:t> predefined 2048 words.</a:t>
          </a:r>
        </a:p>
      </dsp:txBody>
      <dsp:txXfrm>
        <a:off x="6694764" y="1956696"/>
        <a:ext cx="1898437" cy="1052610"/>
      </dsp:txXfrm>
    </dsp:sp>
    <dsp:sp modelId="{59D6F63E-2961-4FFA-8337-9FDE0D6B0701}">
      <dsp:nvSpPr>
        <dsp:cNvPr id="0" name=""/>
        <dsp:cNvSpPr/>
      </dsp:nvSpPr>
      <dsp:spPr>
        <a:xfrm>
          <a:off x="8925428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BC0C6-BF97-4B36-9443-DDF9F68DDECA}">
      <dsp:nvSpPr>
        <dsp:cNvPr id="0" name=""/>
        <dsp:cNvSpPr/>
      </dsp:nvSpPr>
      <dsp:spPr>
        <a:xfrm>
          <a:off x="8925428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2</a:t>
          </a:r>
          <a:r>
            <a:rPr lang="tr-TR" sz="1800" kern="1200" baseline="30000" dirty="0"/>
            <a:t>11</a:t>
          </a:r>
          <a:endParaRPr lang="en-US" sz="1800" kern="1200" baseline="30000" dirty="0"/>
        </a:p>
      </dsp:txBody>
      <dsp:txXfrm>
        <a:off x="8925428" y="1629201"/>
        <a:ext cx="1898437" cy="284765"/>
      </dsp:txXfrm>
    </dsp:sp>
    <dsp:sp modelId="{28E7F9EA-250D-4158-A34D-D8367E58E529}">
      <dsp:nvSpPr>
        <dsp:cNvPr id="0" name=""/>
        <dsp:cNvSpPr/>
      </dsp:nvSpPr>
      <dsp:spPr>
        <a:xfrm>
          <a:off x="8925428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=2048</a:t>
          </a:r>
          <a:endParaRPr lang="en-US" sz="1400" kern="1200" dirty="0"/>
        </a:p>
      </dsp:txBody>
      <dsp:txXfrm>
        <a:off x="8925428" y="1956696"/>
        <a:ext cx="1898437" cy="105261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4CDF4-D86E-46A6-856A-1FEC72534313}">
      <dsp:nvSpPr>
        <dsp:cNvPr id="0" name=""/>
        <dsp:cNvSpPr/>
      </dsp:nvSpPr>
      <dsp:spPr>
        <a:xfrm>
          <a:off x="698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9E6B8-F381-4FA0-AEE2-5AF1E845CF70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Mnemonic words</a:t>
          </a:r>
          <a:endParaRPr lang="en-US" sz="2000" kern="1200"/>
        </a:p>
      </dsp:txBody>
      <dsp:txXfrm>
        <a:off x="2156" y="1667917"/>
        <a:ext cx="2143124" cy="321468"/>
      </dsp:txXfrm>
    </dsp:sp>
    <dsp:sp modelId="{80A0F5FD-700A-48CA-98B1-946AA493C23D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words represent entropy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with a length of 128 to 256 bits. </a:t>
          </a:r>
        </a:p>
      </dsp:txBody>
      <dsp:txXfrm>
        <a:off x="2156" y="2029114"/>
        <a:ext cx="2143124" cy="789728"/>
      </dsp:txXfrm>
    </dsp:sp>
    <dsp:sp modelId="{4BE55498-799D-45C3-A6A4-8C9BFC86EA5C}">
      <dsp:nvSpPr>
        <dsp:cNvPr id="0" name=""/>
        <dsp:cNvSpPr/>
      </dsp:nvSpPr>
      <dsp:spPr>
        <a:xfrm>
          <a:off x="3216843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1D478-7F61-46E6-BABD-00EDE5FF582C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Seed</a:t>
          </a:r>
          <a:endParaRPr lang="en-US" sz="2000" kern="1200"/>
        </a:p>
      </dsp:txBody>
      <dsp:txXfrm>
        <a:off x="2520328" y="1667917"/>
        <a:ext cx="2143124" cy="321468"/>
      </dsp:txXfrm>
    </dsp:sp>
    <dsp:sp modelId="{02FC1649-6340-4477-9F58-FAD7FEE08DBB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entropy</a:t>
          </a:r>
          <a:r>
            <a:rPr lang="tr-TR" sz="1500" kern="1200" dirty="0"/>
            <a:t> </a:t>
          </a:r>
          <a:r>
            <a:rPr lang="en-US" sz="1500" kern="1200" dirty="0"/>
            <a:t>is used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derive a 512-bit seed </a:t>
          </a:r>
        </a:p>
      </dsp:txBody>
      <dsp:txXfrm>
        <a:off x="2520328" y="2029114"/>
        <a:ext cx="2143124" cy="789728"/>
      </dsp:txXfrm>
    </dsp:sp>
    <dsp:sp modelId="{D6062C50-D6EB-47AA-9CAD-96046D79B266}">
      <dsp:nvSpPr>
        <dsp:cNvPr id="0" name=""/>
        <dsp:cNvSpPr/>
      </dsp:nvSpPr>
      <dsp:spPr>
        <a:xfrm>
          <a:off x="5735015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2AF9A-B325-4E6A-A340-023162D07899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Keys from Seed</a:t>
          </a:r>
          <a:endParaRPr lang="en-US" sz="2000" kern="1200"/>
        </a:p>
      </dsp:txBody>
      <dsp:txXfrm>
        <a:off x="5038499" y="1667917"/>
        <a:ext cx="2143124" cy="321468"/>
      </dsp:txXfrm>
    </dsp:sp>
    <dsp:sp modelId="{964E9175-88E7-4524-9BBB-D3009374FA9B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derive </a:t>
          </a:r>
          <a:r>
            <a:rPr lang="tr-TR" sz="1500" kern="1200"/>
            <a:t>HD wallet</a:t>
          </a:r>
          <a:r>
            <a:rPr lang="en-US" sz="1500" kern="1200"/>
            <a:t> keys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from the seed</a:t>
          </a:r>
          <a:endParaRPr lang="en-US" sz="1500" kern="1200" dirty="0"/>
        </a:p>
      </dsp:txBody>
      <dsp:txXfrm>
        <a:off x="5038499" y="2029114"/>
        <a:ext cx="2143124" cy="789728"/>
      </dsp:txXfrm>
    </dsp:sp>
    <dsp:sp modelId="{244D2898-F2E3-4CA1-8A17-018CBD49F591}">
      <dsp:nvSpPr>
        <dsp:cNvPr id="0" name=""/>
        <dsp:cNvSpPr/>
      </dsp:nvSpPr>
      <dsp:spPr>
        <a:xfrm>
          <a:off x="8253187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A3C53-0C0B-4291-87D5-1C6E12726001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Key stretching</a:t>
          </a:r>
          <a:endParaRPr lang="en-US" sz="2000" kern="1200"/>
        </a:p>
      </dsp:txBody>
      <dsp:txXfrm>
        <a:off x="7556671" y="1667917"/>
        <a:ext cx="2143124" cy="321468"/>
      </dsp:txXfrm>
    </dsp:sp>
    <dsp:sp modelId="{35F9347C-9CB6-429A-B58E-45391C1BC3C4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PBKDF2</a:t>
          </a:r>
          <a:r>
            <a:rPr lang="tr-TR" sz="1500" kern="1200" dirty="0"/>
            <a:t>: </a:t>
          </a:r>
          <a:r>
            <a:rPr lang="tr-TR" sz="1500" b="1" kern="1200" dirty="0"/>
            <a:t>P</a:t>
          </a:r>
          <a:r>
            <a:rPr lang="tr-TR" sz="1500" kern="1200" dirty="0"/>
            <a:t>assword-</a:t>
          </a:r>
          <a:r>
            <a:rPr lang="tr-TR" sz="1500" b="1" kern="1200" dirty="0"/>
            <a:t>B</a:t>
          </a:r>
          <a:r>
            <a:rPr lang="tr-TR" sz="1500" kern="1200" dirty="0"/>
            <a:t>ased </a:t>
          </a:r>
          <a:r>
            <a:rPr lang="tr-TR" sz="1500" b="1" kern="1200" dirty="0"/>
            <a:t>K</a:t>
          </a:r>
          <a:r>
            <a:rPr lang="tr-TR" sz="1500" kern="1200" dirty="0"/>
            <a:t>ey </a:t>
          </a:r>
          <a:r>
            <a:rPr lang="tr-TR" sz="1500" b="1" kern="1200" dirty="0"/>
            <a:t>D</a:t>
          </a:r>
          <a:r>
            <a:rPr lang="tr-TR" sz="1500" kern="1200" dirty="0"/>
            <a:t>erivation </a:t>
          </a:r>
          <a:r>
            <a:rPr lang="tr-TR" sz="1500" b="1" kern="1200" dirty="0"/>
            <a:t>F</a:t>
          </a:r>
          <a:r>
            <a:rPr lang="tr-TR" sz="1500" kern="1200" dirty="0"/>
            <a:t>unction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key-stretching</a:t>
          </a:r>
          <a:r>
            <a:rPr lang="tr-TR" sz="1500" kern="1200" dirty="0"/>
            <a:t> </a:t>
          </a:r>
          <a:r>
            <a:rPr lang="en-US" sz="1500" kern="1200" dirty="0"/>
            <a:t>function </a:t>
          </a:r>
        </a:p>
      </dsp:txBody>
      <dsp:txXfrm>
        <a:off x="7556671" y="2029114"/>
        <a:ext cx="2143124" cy="789728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2D060-8F75-4A20-A893-ECCB1D609B7C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7BD61-DFED-4102-B339-9E67E0D5A741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key-stretching function</a:t>
          </a:r>
        </a:p>
      </dsp:txBody>
      <dsp:txXfrm>
        <a:off x="3421" y="1828085"/>
        <a:ext cx="2894062" cy="434109"/>
      </dsp:txXfrm>
    </dsp:sp>
    <dsp:sp modelId="{0A04F5E7-0437-4A8E-9172-539C967E5183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takes two parameters: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mnemonic and a salt</a:t>
          </a:r>
        </a:p>
      </dsp:txBody>
      <dsp:txXfrm>
        <a:off x="3421" y="2306416"/>
        <a:ext cx="2894062" cy="624745"/>
      </dsp:txXfrm>
    </dsp:sp>
    <dsp:sp modelId="{A885CE8C-8162-4F9E-AF4A-0ABB1F2B1F2E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C5A78-2E74-445E-B78C-A773DF3EB2D6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Salt</a:t>
          </a:r>
          <a:endParaRPr lang="en-US" sz="2300" kern="1200"/>
        </a:p>
      </dsp:txBody>
      <dsp:txXfrm>
        <a:off x="3403945" y="1828085"/>
        <a:ext cx="2894062" cy="434109"/>
      </dsp:txXfrm>
    </dsp:sp>
    <dsp:sp modelId="{DA26FDBE-7700-4440-B73C-FA543A042F6C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make it difficult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build a </a:t>
          </a:r>
          <a:r>
            <a:rPr lang="en-US" sz="1700" kern="1200"/>
            <a:t>lookup table</a:t>
          </a:r>
          <a:endParaRPr lang="en-US" sz="1700" kern="1200" dirty="0"/>
        </a:p>
      </dsp:txBody>
      <dsp:txXfrm>
        <a:off x="3403945" y="2306416"/>
        <a:ext cx="2894062" cy="624745"/>
      </dsp:txXfrm>
    </dsp:sp>
    <dsp:sp modelId="{8EF19400-2D01-4D14-B881-87E2E225EBCE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06413-1C74-4BF9-9F78-661EC268DE3A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Passphares</a:t>
          </a:r>
          <a:endParaRPr lang="en-US" sz="2300" kern="1200" dirty="0"/>
        </a:p>
      </dsp:txBody>
      <dsp:txXfrm>
        <a:off x="6804468" y="1828085"/>
        <a:ext cx="2894062" cy="434109"/>
      </dsp:txXfrm>
    </dsp:sp>
    <dsp:sp modelId="{6E668B7B-9B7F-41DA-9ACA-5B2D63806DDD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additional security factor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protecting </a:t>
          </a:r>
          <a:r>
            <a:rPr lang="en-US" sz="1700" kern="1200" dirty="0"/>
            <a:t>the seed</a:t>
          </a:r>
        </a:p>
      </dsp:txBody>
      <dsp:txXfrm>
        <a:off x="6804468" y="2306416"/>
        <a:ext cx="2894062" cy="624745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F52CF-98EC-40B6-8413-AC9ADE1F6F5F}">
      <dsp:nvSpPr>
        <dsp:cNvPr id="0" name=""/>
        <dsp:cNvSpPr/>
      </dsp:nvSpPr>
      <dsp:spPr>
        <a:xfrm>
          <a:off x="785862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6F241-4E95-4682-B11E-6A9709A4D7AE}">
      <dsp:nvSpPr>
        <dsp:cNvPr id="0" name=""/>
        <dsp:cNvSpPr/>
      </dsp:nvSpPr>
      <dsp:spPr>
        <a:xfrm>
          <a:off x="226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PBKDF2</a:t>
          </a:r>
          <a:endParaRPr lang="tr-TR" sz="2300" kern="1200" dirty="0"/>
        </a:p>
      </dsp:txBody>
      <dsp:txXfrm>
        <a:off x="226" y="1975122"/>
        <a:ext cx="2417343" cy="362601"/>
      </dsp:txXfrm>
    </dsp:sp>
    <dsp:sp modelId="{5B7A6534-4895-472F-9BF9-1B5F074083DF}">
      <dsp:nvSpPr>
        <dsp:cNvPr id="0" name=""/>
        <dsp:cNvSpPr/>
      </dsp:nvSpPr>
      <dsp:spPr>
        <a:xfrm>
          <a:off x="226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stretches the mnemonic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</a:t>
          </a:r>
          <a:r>
            <a:rPr lang="en-US" sz="1700" kern="1200" dirty="0"/>
            <a:t>salt parameters</a:t>
          </a:r>
          <a:endParaRPr lang="tr-TR" sz="1700" kern="1200" dirty="0"/>
        </a:p>
      </dsp:txBody>
      <dsp:txXfrm>
        <a:off x="226" y="2376771"/>
        <a:ext cx="2417343" cy="620741"/>
      </dsp:txXfrm>
    </dsp:sp>
    <dsp:sp modelId="{79A455F7-8037-43EB-8C0B-3CA690E39DF4}">
      <dsp:nvSpPr>
        <dsp:cNvPr id="0" name=""/>
        <dsp:cNvSpPr/>
      </dsp:nvSpPr>
      <dsp:spPr>
        <a:xfrm>
          <a:off x="3626241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0D383-A4EE-4771-B319-4F8585EEF8DB}">
      <dsp:nvSpPr>
        <dsp:cNvPr id="0" name=""/>
        <dsp:cNvSpPr/>
      </dsp:nvSpPr>
      <dsp:spPr>
        <a:xfrm>
          <a:off x="2840605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HMAC-SHA512 </a:t>
          </a:r>
          <a:endParaRPr lang="tr-TR" sz="2300" kern="1200" dirty="0"/>
        </a:p>
      </dsp:txBody>
      <dsp:txXfrm>
        <a:off x="2840605" y="1975122"/>
        <a:ext cx="2417343" cy="362601"/>
      </dsp:txXfrm>
    </dsp:sp>
    <dsp:sp modelId="{F15A0094-0624-4F46-8259-982F39A285A6}">
      <dsp:nvSpPr>
        <dsp:cNvPr id="0" name=""/>
        <dsp:cNvSpPr/>
      </dsp:nvSpPr>
      <dsp:spPr>
        <a:xfrm>
          <a:off x="2840605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2048 rounds of hashing</a:t>
          </a:r>
          <a:r>
            <a:rPr lang="tr-TR" sz="1700" kern="1200" dirty="0"/>
            <a:t> </a:t>
          </a:r>
        </a:p>
      </dsp:txBody>
      <dsp:txXfrm>
        <a:off x="2840605" y="2376771"/>
        <a:ext cx="2417343" cy="620741"/>
      </dsp:txXfrm>
    </dsp:sp>
    <dsp:sp modelId="{0DD8F860-C28A-472F-9C5F-F04A9F797EE6}">
      <dsp:nvSpPr>
        <dsp:cNvPr id="0" name=""/>
        <dsp:cNvSpPr/>
      </dsp:nvSpPr>
      <dsp:spPr>
        <a:xfrm>
          <a:off x="6466620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BE656-F90F-46C9-824C-D7A135FFFF4E}">
      <dsp:nvSpPr>
        <dsp:cNvPr id="0" name=""/>
        <dsp:cNvSpPr/>
      </dsp:nvSpPr>
      <dsp:spPr>
        <a:xfrm>
          <a:off x="5680984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Produces</a:t>
          </a:r>
        </a:p>
      </dsp:txBody>
      <dsp:txXfrm>
        <a:off x="5680984" y="1975122"/>
        <a:ext cx="2417343" cy="362601"/>
      </dsp:txXfrm>
    </dsp:sp>
    <dsp:sp modelId="{40C807F2-FCCF-472E-B1F1-6F32186DCFD6}">
      <dsp:nvSpPr>
        <dsp:cNvPr id="0" name=""/>
        <dsp:cNvSpPr/>
      </dsp:nvSpPr>
      <dsp:spPr>
        <a:xfrm>
          <a:off x="5680984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</a:t>
          </a:r>
          <a:r>
            <a:rPr lang="en-US" sz="1700" kern="1200" dirty="0"/>
            <a:t> 512-bit value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</a:t>
          </a:r>
          <a:r>
            <a:rPr lang="en-US" sz="1700" kern="1200" dirty="0"/>
            <a:t>its final</a:t>
          </a:r>
          <a:r>
            <a:rPr lang="tr-TR" sz="1700" kern="1200" dirty="0"/>
            <a:t> </a:t>
          </a:r>
          <a:r>
            <a:rPr lang="en-US" sz="1700" kern="1200" dirty="0"/>
            <a:t>output</a:t>
          </a:r>
          <a:endParaRPr lang="tr-TR" sz="1700" kern="1200" dirty="0"/>
        </a:p>
      </dsp:txBody>
      <dsp:txXfrm>
        <a:off x="5680984" y="2376771"/>
        <a:ext cx="2417343" cy="620741"/>
      </dsp:txXfrm>
    </dsp:sp>
    <dsp:sp modelId="{8D37D8F0-B8A9-4B2B-8E7C-B2C03CD532F9}">
      <dsp:nvSpPr>
        <dsp:cNvPr id="0" name=""/>
        <dsp:cNvSpPr/>
      </dsp:nvSpPr>
      <dsp:spPr>
        <a:xfrm>
          <a:off x="9306999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26BD0-9AF3-44F6-873C-BC33E86532E5}">
      <dsp:nvSpPr>
        <dsp:cNvPr id="0" name=""/>
        <dsp:cNvSpPr/>
      </dsp:nvSpPr>
      <dsp:spPr>
        <a:xfrm>
          <a:off x="8521362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The Seed</a:t>
          </a:r>
        </a:p>
      </dsp:txBody>
      <dsp:txXfrm>
        <a:off x="8521362" y="1975122"/>
        <a:ext cx="2417343" cy="362601"/>
      </dsp:txXfrm>
    </dsp:sp>
    <dsp:sp modelId="{36B8869B-E16F-4C81-B1EC-A491083F1C55}">
      <dsp:nvSpPr>
        <dsp:cNvPr id="0" name=""/>
        <dsp:cNvSpPr/>
      </dsp:nvSpPr>
      <dsp:spPr>
        <a:xfrm>
          <a:off x="8521362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That 512-bit value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</a:t>
          </a:r>
          <a:r>
            <a:rPr lang="en-US" sz="1700" kern="1200" dirty="0"/>
            <a:t>the seed.</a:t>
          </a:r>
          <a:endParaRPr lang="tr-TR" sz="1700" kern="1200" dirty="0"/>
        </a:p>
      </dsp:txBody>
      <dsp:txXfrm>
        <a:off x="8521362" y="2376771"/>
        <a:ext cx="2417343" cy="620741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A051A-E3C6-4EB0-AF41-4CDEB512AE84}">
      <dsp:nvSpPr>
        <dsp:cNvPr id="0" name=""/>
        <dsp:cNvSpPr/>
      </dsp:nvSpPr>
      <dsp:spPr>
        <a:xfrm>
          <a:off x="698671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E2FFB-6D2B-4A68-A3CC-81B74D7C0726}">
      <dsp:nvSpPr>
        <dsp:cNvPr id="0" name=""/>
        <dsp:cNvSpPr/>
      </dsp:nvSpPr>
      <dsp:spPr>
        <a:xfrm>
          <a:off x="2156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key-stretching function</a:t>
          </a:r>
        </a:p>
      </dsp:txBody>
      <dsp:txXfrm>
        <a:off x="2156" y="1717780"/>
        <a:ext cx="2143124" cy="321468"/>
      </dsp:txXfrm>
    </dsp:sp>
    <dsp:sp modelId="{C72EDCD3-EF0A-4C59-8171-C9D2FA5D57C0}">
      <dsp:nvSpPr>
        <dsp:cNvPr id="0" name=""/>
        <dsp:cNvSpPr/>
      </dsp:nvSpPr>
      <dsp:spPr>
        <a:xfrm>
          <a:off x="2156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to protect against brute-force attacks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2048 rounds </a:t>
          </a:r>
          <a:r>
            <a:rPr lang="en-US" sz="1300" kern="1200"/>
            <a:t>of hashing</a:t>
          </a:r>
          <a:endParaRPr lang="en-US" sz="1300" kern="1200" dirty="0"/>
        </a:p>
      </dsp:txBody>
      <dsp:txXfrm>
        <a:off x="2156" y="2076795"/>
        <a:ext cx="2143124" cy="687493"/>
      </dsp:txXfrm>
    </dsp:sp>
    <dsp:sp modelId="{EADCA2F8-E0D0-4B1E-B148-26389662F10B}">
      <dsp:nvSpPr>
        <dsp:cNvPr id="0" name=""/>
        <dsp:cNvSpPr/>
      </dsp:nvSpPr>
      <dsp:spPr>
        <a:xfrm>
          <a:off x="3216843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5A97C-C0D9-4F29-91D7-104C188BCDB8}">
      <dsp:nvSpPr>
        <dsp:cNvPr id="0" name=""/>
        <dsp:cNvSpPr/>
      </dsp:nvSpPr>
      <dsp:spPr>
        <a:xfrm>
          <a:off x="2520328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 dirty="0"/>
            <a:t>Against breach</a:t>
          </a:r>
          <a:endParaRPr lang="en-US" sz="1700" kern="1200" dirty="0"/>
        </a:p>
      </dsp:txBody>
      <dsp:txXfrm>
        <a:off x="2520328" y="1717780"/>
        <a:ext cx="2143124" cy="321468"/>
      </dsp:txXfrm>
    </dsp:sp>
    <dsp:sp modelId="{9A4F3972-F741-4830-B8E1-E22559820C17}">
      <dsp:nvSpPr>
        <dsp:cNvPr id="0" name=""/>
        <dsp:cNvSpPr/>
      </dsp:nvSpPr>
      <dsp:spPr>
        <a:xfrm>
          <a:off x="2520328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</a:t>
          </a:r>
          <a:r>
            <a:rPr lang="tr-TR" sz="1300" kern="1200"/>
            <a:t> </a:t>
          </a:r>
          <a:r>
            <a:rPr lang="en-US" sz="1300" kern="1200"/>
            <a:t>mnemonic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or the passphrase</a:t>
          </a:r>
        </a:p>
      </dsp:txBody>
      <dsp:txXfrm>
        <a:off x="2520328" y="2076795"/>
        <a:ext cx="2143124" cy="687493"/>
      </dsp:txXfrm>
    </dsp:sp>
    <dsp:sp modelId="{C6404337-3CB1-4B7D-848F-8E96DC7CFBA4}">
      <dsp:nvSpPr>
        <dsp:cNvPr id="0" name=""/>
        <dsp:cNvSpPr/>
      </dsp:nvSpPr>
      <dsp:spPr>
        <a:xfrm>
          <a:off x="5735015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CAD19-BF2C-4659-A9C5-5FBBF6C43113}">
      <dsp:nvSpPr>
        <dsp:cNvPr id="0" name=""/>
        <dsp:cNvSpPr/>
      </dsp:nvSpPr>
      <dsp:spPr>
        <a:xfrm>
          <a:off x="5038499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Cost of Attack</a:t>
          </a:r>
          <a:endParaRPr lang="en-US" sz="1700" kern="1200"/>
        </a:p>
      </dsp:txBody>
      <dsp:txXfrm>
        <a:off x="5038499" y="1717780"/>
        <a:ext cx="2143124" cy="321468"/>
      </dsp:txXfrm>
    </dsp:sp>
    <dsp:sp modelId="{45145D13-87A0-43EB-90AD-DCC4667095F6}">
      <dsp:nvSpPr>
        <dsp:cNvPr id="0" name=""/>
        <dsp:cNvSpPr/>
      </dsp:nvSpPr>
      <dsp:spPr>
        <a:xfrm>
          <a:off x="5038499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makes it </a:t>
          </a:r>
          <a:r>
            <a:rPr lang="tr-TR" sz="1300" kern="1200"/>
            <a:t>computationally</a:t>
          </a:r>
          <a:r>
            <a:rPr lang="en-US" sz="1300" kern="1200"/>
            <a:t> costly</a:t>
          </a:r>
        </a:p>
      </dsp:txBody>
      <dsp:txXfrm>
        <a:off x="5038499" y="2076795"/>
        <a:ext cx="2143124" cy="687493"/>
      </dsp:txXfrm>
    </dsp:sp>
    <dsp:sp modelId="{49174E94-2264-43CF-A13E-E692B2143557}">
      <dsp:nvSpPr>
        <dsp:cNvPr id="0" name=""/>
        <dsp:cNvSpPr/>
      </dsp:nvSpPr>
      <dsp:spPr>
        <a:xfrm>
          <a:off x="8253187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75500-40BA-4058-87AC-F4A729AEDE2F}">
      <dsp:nvSpPr>
        <dsp:cNvPr id="0" name=""/>
        <dsp:cNvSpPr/>
      </dsp:nvSpPr>
      <dsp:spPr>
        <a:xfrm>
          <a:off x="7556671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# of Possible Seeds</a:t>
          </a:r>
          <a:endParaRPr lang="en-US" sz="1700" kern="1200"/>
        </a:p>
      </dsp:txBody>
      <dsp:txXfrm>
        <a:off x="7556671" y="1717780"/>
        <a:ext cx="2143124" cy="321468"/>
      </dsp:txXfrm>
    </dsp:sp>
    <dsp:sp modelId="{15E56007-A85B-40C0-8394-1EBB6C43B3B4}">
      <dsp:nvSpPr>
        <dsp:cNvPr id="0" name=""/>
        <dsp:cNvSpPr/>
      </dsp:nvSpPr>
      <dsp:spPr>
        <a:xfrm>
          <a:off x="7556671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i</a:t>
          </a:r>
          <a:r>
            <a:rPr lang="en-US" sz="1300" kern="1200" dirty="0"/>
            <a:t>s</a:t>
          </a:r>
          <a:r>
            <a:rPr lang="tr-TR" sz="1300" kern="1200" dirty="0"/>
            <a:t> </a:t>
          </a:r>
          <a:r>
            <a:rPr lang="en-US" sz="1300" b="1" kern="1200" dirty="0"/>
            <a:t>2</a:t>
          </a:r>
          <a:r>
            <a:rPr lang="en-US" sz="1300" b="1" kern="1200" baseline="30000" dirty="0"/>
            <a:t>512</a:t>
          </a:r>
          <a:endParaRPr lang="en-US" sz="1300" b="1" kern="1200" dirty="0"/>
        </a:p>
      </dsp:txBody>
      <dsp:txXfrm>
        <a:off x="7556671" y="2076795"/>
        <a:ext cx="2143124" cy="687493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BD163-7C51-4EB0-AE33-D181B60DEA62}">
      <dsp:nvSpPr>
        <dsp:cNvPr id="0" name=""/>
        <dsp:cNvSpPr/>
      </dsp:nvSpPr>
      <dsp:spPr>
        <a:xfrm>
          <a:off x="1007088" y="739163"/>
          <a:ext cx="1077890" cy="10778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24BAB-C79E-4FAD-A2F9-07224E0B0B24}">
      <dsp:nvSpPr>
        <dsp:cNvPr id="0" name=""/>
        <dsp:cNvSpPr/>
      </dsp:nvSpPr>
      <dsp:spPr>
        <a:xfrm>
          <a:off x="6189" y="1916281"/>
          <a:ext cx="3079687" cy="46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The BIP-39</a:t>
          </a:r>
        </a:p>
      </dsp:txBody>
      <dsp:txXfrm>
        <a:off x="6189" y="1916281"/>
        <a:ext cx="3079687" cy="461953"/>
      </dsp:txXfrm>
    </dsp:sp>
    <dsp:sp modelId="{636D7E22-1AC5-4919-BB3D-B160375D0BA9}">
      <dsp:nvSpPr>
        <dsp:cNvPr id="0" name=""/>
        <dsp:cNvSpPr/>
      </dsp:nvSpPr>
      <dsp:spPr>
        <a:xfrm>
          <a:off x="6189" y="2424386"/>
          <a:ext cx="3079687" cy="6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Standard</a:t>
          </a:r>
          <a:r>
            <a:rPr lang="tr-TR" sz="1700" kern="1200" dirty="0"/>
            <a:t> </a:t>
          </a:r>
          <a:r>
            <a:rPr lang="en-US" sz="1700" kern="1200" dirty="0"/>
            <a:t>allows </a:t>
          </a:r>
          <a:r>
            <a:rPr lang="tr-TR" sz="1700" kern="1200" dirty="0"/>
            <a:t>use of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optional </a:t>
          </a:r>
          <a:r>
            <a:rPr lang="en-US" sz="1700" kern="1200" dirty="0"/>
            <a:t>passphrase </a:t>
          </a:r>
        </a:p>
      </dsp:txBody>
      <dsp:txXfrm>
        <a:off x="6189" y="2424386"/>
        <a:ext cx="3079687" cy="622386"/>
      </dsp:txXfrm>
    </dsp:sp>
    <dsp:sp modelId="{27A159C1-3805-4598-9F84-16CBFEDCFE1E}">
      <dsp:nvSpPr>
        <dsp:cNvPr id="0" name=""/>
        <dsp:cNvSpPr/>
      </dsp:nvSpPr>
      <dsp:spPr>
        <a:xfrm>
          <a:off x="4625721" y="739163"/>
          <a:ext cx="1077890" cy="10778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FC2D2-3EBD-4CE1-A5D3-4FC1CDEBA828}">
      <dsp:nvSpPr>
        <dsp:cNvPr id="0" name=""/>
        <dsp:cNvSpPr/>
      </dsp:nvSpPr>
      <dsp:spPr>
        <a:xfrm>
          <a:off x="3624822" y="1916281"/>
          <a:ext cx="3079687" cy="46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 dirty="0"/>
            <a:t>If no phrase</a:t>
          </a:r>
          <a:endParaRPr lang="en-US" sz="2900" kern="1200" dirty="0"/>
        </a:p>
      </dsp:txBody>
      <dsp:txXfrm>
        <a:off x="3624822" y="1916281"/>
        <a:ext cx="3079687" cy="461953"/>
      </dsp:txXfrm>
    </dsp:sp>
    <dsp:sp modelId="{B3EAF796-5BBB-42D2-A59B-5BC8A1DAF7A8}">
      <dsp:nvSpPr>
        <dsp:cNvPr id="0" name=""/>
        <dsp:cNvSpPr/>
      </dsp:nvSpPr>
      <dsp:spPr>
        <a:xfrm>
          <a:off x="3624822" y="2424386"/>
          <a:ext cx="3079687" cy="6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mnemonic is stretched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 a salt "mnemonic"</a:t>
          </a:r>
        </a:p>
      </dsp:txBody>
      <dsp:txXfrm>
        <a:off x="3624822" y="2424386"/>
        <a:ext cx="3079687" cy="622386"/>
      </dsp:txXfrm>
    </dsp:sp>
    <dsp:sp modelId="{E35B1320-A5C2-4CE7-A2D6-A61B3727418C}">
      <dsp:nvSpPr>
        <dsp:cNvPr id="0" name=""/>
        <dsp:cNvSpPr/>
      </dsp:nvSpPr>
      <dsp:spPr>
        <a:xfrm>
          <a:off x="8244354" y="739163"/>
          <a:ext cx="1077890" cy="10778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09D0E-340A-433B-9DDD-B8D630CB8D7D}">
      <dsp:nvSpPr>
        <dsp:cNvPr id="0" name=""/>
        <dsp:cNvSpPr/>
      </dsp:nvSpPr>
      <dsp:spPr>
        <a:xfrm>
          <a:off x="7243455" y="1916281"/>
          <a:ext cx="3079687" cy="46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Product</a:t>
          </a:r>
          <a:endParaRPr lang="en-US" sz="2900" kern="1200"/>
        </a:p>
      </dsp:txBody>
      <dsp:txXfrm>
        <a:off x="7243455" y="1916281"/>
        <a:ext cx="3079687" cy="461953"/>
      </dsp:txXfrm>
    </dsp:sp>
    <dsp:sp modelId="{6D8D4A23-0950-4A04-875C-FAB017F710D4}">
      <dsp:nvSpPr>
        <dsp:cNvPr id="0" name=""/>
        <dsp:cNvSpPr/>
      </dsp:nvSpPr>
      <dsp:spPr>
        <a:xfrm>
          <a:off x="7243455" y="2424386"/>
          <a:ext cx="3079687" cy="6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producing a specific 512-bit seed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any given</a:t>
          </a:r>
          <a:r>
            <a:rPr lang="tr-TR" sz="1700" kern="1200"/>
            <a:t> </a:t>
          </a:r>
          <a:r>
            <a:rPr lang="en-US" sz="1700" kern="1200"/>
            <a:t>mnemonic </a:t>
          </a:r>
        </a:p>
      </dsp:txBody>
      <dsp:txXfrm>
        <a:off x="7243455" y="2424386"/>
        <a:ext cx="3079687" cy="622386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8FE40-BFB7-4435-B562-91AAE05C8B4E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41AA1-0781-4482-B026-FB0E1C547EEE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Passphrase affect</a:t>
          </a:r>
          <a:endParaRPr lang="en-US" sz="3600" kern="1200" dirty="0"/>
        </a:p>
      </dsp:txBody>
      <dsp:txXfrm>
        <a:off x="152976" y="1981055"/>
        <a:ext cx="4320000" cy="648000"/>
      </dsp:txXfrm>
    </dsp:sp>
    <dsp:sp modelId="{97BAB9E2-ABF8-4AB9-B266-522F38C9763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passphrase</a:t>
          </a:r>
          <a:r>
            <a:rPr lang="tr-TR" sz="1700" kern="1200" dirty="0"/>
            <a:t> leads to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 different </a:t>
          </a:r>
          <a:r>
            <a:rPr lang="tr-TR" sz="1700" b="1" kern="1200" dirty="0"/>
            <a:t>seed</a:t>
          </a:r>
          <a:endParaRPr lang="en-US" sz="1700" b="1" kern="1200" dirty="0"/>
        </a:p>
      </dsp:txBody>
      <dsp:txXfrm>
        <a:off x="152976" y="2688423"/>
        <a:ext cx="4320000" cy="621412"/>
      </dsp:txXfrm>
    </dsp:sp>
    <dsp:sp modelId="{4C10696C-6AD9-4678-989F-18DD23697651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1A713-C882-44AA-A1D8-7286D06AB27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Seed entropy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C8D14F2C-E780-486F-9107-F5665F407B46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every possible passphrase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leads to a different seed</a:t>
          </a:r>
        </a:p>
      </dsp:txBody>
      <dsp:txXfrm>
        <a:off x="5228976" y="2688423"/>
        <a:ext cx="4320000" cy="62141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449CE-86C9-4BA7-AF6E-67A7B21D5DA9}">
      <dsp:nvSpPr>
        <dsp:cNvPr id="0" name=""/>
        <dsp:cNvSpPr/>
      </dsp:nvSpPr>
      <dsp:spPr>
        <a:xfrm>
          <a:off x="749882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6BA4B-916A-4383-9C85-111A610D3FE5}">
      <dsp:nvSpPr>
        <dsp:cNvPr id="0" name=""/>
        <dsp:cNvSpPr/>
      </dsp:nvSpPr>
      <dsp:spPr>
        <a:xfrm>
          <a:off x="1265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passphrase</a:t>
          </a:r>
        </a:p>
      </dsp:txBody>
      <dsp:txXfrm>
        <a:off x="1265" y="1594012"/>
        <a:ext cx="2303437" cy="345515"/>
      </dsp:txXfrm>
    </dsp:sp>
    <dsp:sp modelId="{2392D765-3E8F-48B4-B021-C459FEC8AEB6}">
      <dsp:nvSpPr>
        <dsp:cNvPr id="0" name=""/>
        <dsp:cNvSpPr/>
      </dsp:nvSpPr>
      <dsp:spPr>
        <a:xfrm>
          <a:off x="1265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important features</a:t>
          </a:r>
        </a:p>
      </dsp:txBody>
      <dsp:txXfrm>
        <a:off x="1265" y="1988947"/>
        <a:ext cx="2303437" cy="1163556"/>
      </dsp:txXfrm>
    </dsp:sp>
    <dsp:sp modelId="{52CAD622-4597-4E51-B507-06A7C92F9BD1}">
      <dsp:nvSpPr>
        <dsp:cNvPr id="0" name=""/>
        <dsp:cNvSpPr/>
      </dsp:nvSpPr>
      <dsp:spPr>
        <a:xfrm>
          <a:off x="3456421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3A1C9-FAB3-49C7-B93D-A5C35C429F05}">
      <dsp:nvSpPr>
        <dsp:cNvPr id="0" name=""/>
        <dsp:cNvSpPr/>
      </dsp:nvSpPr>
      <dsp:spPr>
        <a:xfrm>
          <a:off x="2707804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 dirty="0"/>
            <a:t>Protect backup</a:t>
          </a:r>
          <a:endParaRPr lang="en-US" sz="2200" kern="1200" dirty="0"/>
        </a:p>
      </dsp:txBody>
      <dsp:txXfrm>
        <a:off x="2707804" y="1594012"/>
        <a:ext cx="2303437" cy="345515"/>
      </dsp:txXfrm>
    </dsp:sp>
    <dsp:sp modelId="{B257F675-374E-4224-908C-008690A74B5D}">
      <dsp:nvSpPr>
        <dsp:cNvPr id="0" name=""/>
        <dsp:cNvSpPr/>
      </dsp:nvSpPr>
      <dsp:spPr>
        <a:xfrm>
          <a:off x="2707804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 mnemonic backups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compromise by a thief</a:t>
          </a:r>
        </a:p>
      </dsp:txBody>
      <dsp:txXfrm>
        <a:off x="2707804" y="1988947"/>
        <a:ext cx="2303437" cy="1163556"/>
      </dsp:txXfrm>
    </dsp:sp>
    <dsp:sp modelId="{4DD13D4F-CCB3-49F1-B6FE-F7EDDD516063}">
      <dsp:nvSpPr>
        <dsp:cNvPr id="0" name=""/>
        <dsp:cNvSpPr/>
      </dsp:nvSpPr>
      <dsp:spPr>
        <a:xfrm>
          <a:off x="6162960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3316F-995F-4065-9046-83C6A045ED7A}">
      <dsp:nvSpPr>
        <dsp:cNvPr id="0" name=""/>
        <dsp:cNvSpPr/>
      </dsp:nvSpPr>
      <dsp:spPr>
        <a:xfrm>
          <a:off x="5414343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 dirty="0"/>
            <a:t>Distract attacker</a:t>
          </a:r>
          <a:endParaRPr lang="en-US" sz="2200" kern="1200" dirty="0"/>
        </a:p>
      </dsp:txBody>
      <dsp:txXfrm>
        <a:off x="5414343" y="1594012"/>
        <a:ext cx="2303437" cy="345515"/>
      </dsp:txXfrm>
    </dsp:sp>
    <dsp:sp modelId="{EC1C9128-5FAC-4E8F-8BF1-FAF0166D8252}">
      <dsp:nvSpPr>
        <dsp:cNvPr id="0" name=""/>
        <dsp:cNvSpPr/>
      </dsp:nvSpPr>
      <dsp:spPr>
        <a:xfrm>
          <a:off x="5414343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</a:t>
          </a:r>
          <a:r>
            <a:rPr lang="tr-TR" sz="1700" kern="1200" dirty="0"/>
            <a:t> </a:t>
          </a:r>
          <a:r>
            <a:rPr lang="en-US" sz="1700" kern="1200" dirty="0"/>
            <a:t>the “real”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</a:t>
          </a:r>
          <a:r>
            <a:rPr lang="tr-TR" sz="1700" kern="1200"/>
            <a:t>ing</a:t>
          </a:r>
          <a:r>
            <a:rPr lang="en-US" sz="1700" kern="1200"/>
            <a:t> the majority of funds</a:t>
          </a:r>
        </a:p>
      </dsp:txBody>
      <dsp:txXfrm>
        <a:off x="5414343" y="1988947"/>
        <a:ext cx="2303437" cy="1163556"/>
      </dsp:txXfrm>
    </dsp:sp>
    <dsp:sp modelId="{9501F92A-ACDE-4CE1-BA2A-BEECF17160B1}">
      <dsp:nvSpPr>
        <dsp:cNvPr id="0" name=""/>
        <dsp:cNvSpPr/>
      </dsp:nvSpPr>
      <dsp:spPr>
        <a:xfrm>
          <a:off x="8869500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703AC-B0AB-4BB3-8824-F8C56C5F79D2}">
      <dsp:nvSpPr>
        <dsp:cNvPr id="0" name=""/>
        <dsp:cNvSpPr/>
      </dsp:nvSpPr>
      <dsp:spPr>
        <a:xfrm>
          <a:off x="8120882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 dirty="0"/>
            <a:t>“duress wallet”</a:t>
          </a:r>
        </a:p>
      </dsp:txBody>
      <dsp:txXfrm>
        <a:off x="8120882" y="1594012"/>
        <a:ext cx="2303437" cy="345515"/>
      </dsp:txXfrm>
    </dsp:sp>
    <dsp:sp modelId="{009DA352-1FAF-4D3B-B705-2526E478E2C7}">
      <dsp:nvSpPr>
        <dsp:cNvPr id="0" name=""/>
        <dsp:cNvSpPr/>
      </dsp:nvSpPr>
      <dsp:spPr>
        <a:xfrm>
          <a:off x="8120882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wallet </a:t>
          </a:r>
          <a:r>
            <a:rPr lang="en-US" sz="1700" kern="1200"/>
            <a:t>with small amount of funds</a:t>
          </a:r>
        </a:p>
      </dsp:txBody>
      <dsp:txXfrm>
        <a:off x="8120882" y="1988947"/>
        <a:ext cx="2303437" cy="1163556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BE58A-5B46-402D-A506-B554A29527E5}">
      <dsp:nvSpPr>
        <dsp:cNvPr id="0" name=""/>
        <dsp:cNvSpPr/>
      </dsp:nvSpPr>
      <dsp:spPr>
        <a:xfrm>
          <a:off x="1021280" y="722526"/>
          <a:ext cx="1097085" cy="10970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D91CC-D8C3-4EE4-B7B5-AEEE84718938}">
      <dsp:nvSpPr>
        <dsp:cNvPr id="0" name=""/>
        <dsp:cNvSpPr/>
      </dsp:nvSpPr>
      <dsp:spPr>
        <a:xfrm>
          <a:off x="2558" y="1920270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Risks</a:t>
          </a:r>
          <a:endParaRPr lang="en-US" sz="3000" kern="1200"/>
        </a:p>
      </dsp:txBody>
      <dsp:txXfrm>
        <a:off x="2558" y="1920270"/>
        <a:ext cx="3134531" cy="470179"/>
      </dsp:txXfrm>
    </dsp:sp>
    <dsp:sp modelId="{96A29F4D-E145-46A6-9456-EA1AD34C86FF}">
      <dsp:nvSpPr>
        <dsp:cNvPr id="0" name=""/>
        <dsp:cNvSpPr/>
      </dsp:nvSpPr>
      <dsp:spPr>
        <a:xfrm>
          <a:off x="2558" y="2437267"/>
          <a:ext cx="3134531" cy="62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of passphrase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introduces risk</a:t>
          </a:r>
          <a:r>
            <a:rPr lang="tr-TR" sz="1700" kern="1200" dirty="0"/>
            <a:t>s of loss</a:t>
          </a:r>
          <a:endParaRPr lang="en-US" sz="1700" kern="1200" dirty="0"/>
        </a:p>
      </dsp:txBody>
      <dsp:txXfrm>
        <a:off x="2558" y="2437267"/>
        <a:ext cx="3134531" cy="626143"/>
      </dsp:txXfrm>
    </dsp:sp>
    <dsp:sp modelId="{7B403AC6-0898-4F6E-B07B-46D6B1A9EE1D}">
      <dsp:nvSpPr>
        <dsp:cNvPr id="0" name=""/>
        <dsp:cNvSpPr/>
      </dsp:nvSpPr>
      <dsp:spPr>
        <a:xfrm>
          <a:off x="4704355" y="722526"/>
          <a:ext cx="1097085" cy="10970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5F9F5-33A6-4D19-A556-71B8DFC95D53}">
      <dsp:nvSpPr>
        <dsp:cNvPr id="0" name=""/>
        <dsp:cNvSpPr/>
      </dsp:nvSpPr>
      <dsp:spPr>
        <a:xfrm>
          <a:off x="3685632" y="1920270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Impact of loss</a:t>
          </a:r>
          <a:endParaRPr lang="en-US" sz="3000" kern="1200"/>
        </a:p>
      </dsp:txBody>
      <dsp:txXfrm>
        <a:off x="3685632" y="1920270"/>
        <a:ext cx="3134531" cy="470179"/>
      </dsp:txXfrm>
    </dsp:sp>
    <dsp:sp modelId="{9F578CC7-C1A5-4229-9FF0-104FCB3A6714}">
      <dsp:nvSpPr>
        <dsp:cNvPr id="0" name=""/>
        <dsp:cNvSpPr/>
      </dsp:nvSpPr>
      <dsp:spPr>
        <a:xfrm>
          <a:off x="3685632" y="2437267"/>
          <a:ext cx="3134531" cy="62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seed is useless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funds in the wallet are lost forever</a:t>
          </a:r>
          <a:endParaRPr lang="tr-TR" sz="1700" kern="1200"/>
        </a:p>
      </dsp:txBody>
      <dsp:txXfrm>
        <a:off x="3685632" y="2437267"/>
        <a:ext cx="3134531" cy="626143"/>
      </dsp:txXfrm>
    </dsp:sp>
    <dsp:sp modelId="{8BE553F9-7812-46D8-A055-A61DF6A6A9A5}">
      <dsp:nvSpPr>
        <dsp:cNvPr id="0" name=""/>
        <dsp:cNvSpPr/>
      </dsp:nvSpPr>
      <dsp:spPr>
        <a:xfrm>
          <a:off x="8387429" y="722526"/>
          <a:ext cx="1097085" cy="1097085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72FA0-10C0-4BB4-A5D7-B67DFCF89B7C}">
      <dsp:nvSpPr>
        <dsp:cNvPr id="0" name=""/>
        <dsp:cNvSpPr/>
      </dsp:nvSpPr>
      <dsp:spPr>
        <a:xfrm>
          <a:off x="7368706" y="1920270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Owner’s safety</a:t>
          </a:r>
          <a:endParaRPr lang="en-US" sz="3000" kern="1200" dirty="0"/>
        </a:p>
      </dsp:txBody>
      <dsp:txXfrm>
        <a:off x="7368706" y="1920270"/>
        <a:ext cx="3134531" cy="470179"/>
      </dsp:txXfrm>
    </dsp:sp>
    <dsp:sp modelId="{54137A95-CF9A-4545-818F-FCD887E3A0E3}">
      <dsp:nvSpPr>
        <dsp:cNvPr id="0" name=""/>
        <dsp:cNvSpPr/>
      </dsp:nvSpPr>
      <dsp:spPr>
        <a:xfrm>
          <a:off x="7368706" y="2437267"/>
          <a:ext cx="3134531" cy="62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wallet owner is incapacitated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or dead</a:t>
          </a:r>
        </a:p>
      </dsp:txBody>
      <dsp:txXfrm>
        <a:off x="7368706" y="2437267"/>
        <a:ext cx="3134531" cy="626143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553F9-7812-46D8-A055-A61DF6A6A9A5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72FA0-10C0-4BB4-A5D7-B67DFCF89B7C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Backup together</a:t>
          </a:r>
          <a:endParaRPr lang="en-US" sz="3600" kern="1200"/>
        </a:p>
      </dsp:txBody>
      <dsp:txXfrm>
        <a:off x="152976" y="1981055"/>
        <a:ext cx="4320000" cy="648000"/>
      </dsp:txXfrm>
    </dsp:sp>
    <dsp:sp modelId="{54137A95-CF9A-4545-818F-FCD887E3A0E3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passphrase </a:t>
          </a:r>
          <a:r>
            <a:rPr lang="tr-TR" sz="1700" kern="1200"/>
            <a:t>might</a:t>
          </a:r>
          <a:r>
            <a:rPr lang="en-US" sz="1700" kern="1200"/>
            <a:t> </a:t>
          </a:r>
          <a:r>
            <a:rPr lang="tr-TR" sz="1700" kern="1200"/>
            <a:t>be </a:t>
          </a:r>
          <a:r>
            <a:rPr lang="en-US" sz="1700" kern="1200"/>
            <a:t>back</a:t>
          </a:r>
          <a:r>
            <a:rPr lang="tr-TR" sz="1700" kern="1200"/>
            <a:t>ed</a:t>
          </a:r>
          <a:r>
            <a:rPr lang="en-US" sz="1700" kern="1200"/>
            <a:t> up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the same place as the seed</a:t>
          </a:r>
        </a:p>
      </dsp:txBody>
      <dsp:txXfrm>
        <a:off x="152976" y="2688423"/>
        <a:ext cx="4320000" cy="621412"/>
      </dsp:txXfrm>
    </dsp:sp>
    <dsp:sp modelId="{3BB33A41-BFBC-4DF2-9B43-E151AEE1584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5CB39-436C-49A3-ADE5-9FFC0A733E0D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No gain</a:t>
          </a:r>
          <a:endParaRPr lang="en-US" sz="3600" kern="1200"/>
        </a:p>
      </dsp:txBody>
      <dsp:txXfrm>
        <a:off x="5228976" y="1981055"/>
        <a:ext cx="4320000" cy="648000"/>
      </dsp:txXfrm>
    </dsp:sp>
    <dsp:sp modelId="{F3FD1A13-70F1-4792-998D-66CC4DB10AA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</a:t>
          </a:r>
          <a:r>
            <a:rPr lang="tr-TR" sz="1700" kern="1200"/>
            <a:t> </a:t>
          </a:r>
          <a:r>
            <a:rPr lang="en-US" sz="1700" kern="1200"/>
            <a:t>defeats the purpose of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second factor</a:t>
          </a:r>
          <a:r>
            <a:rPr lang="tr-TR" sz="1700" kern="1200"/>
            <a:t> protection</a:t>
          </a:r>
          <a:endParaRPr lang="en-US" sz="1700" kern="1200"/>
        </a:p>
      </dsp:txBody>
      <dsp:txXfrm>
        <a:off x="5228976" y="2688423"/>
        <a:ext cx="4320000" cy="621412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53B2B-7274-440E-95BC-4736D4E4EF09}">
      <dsp:nvSpPr>
        <dsp:cNvPr id="0" name=""/>
        <dsp:cNvSpPr/>
      </dsp:nvSpPr>
      <dsp:spPr>
        <a:xfrm>
          <a:off x="4033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92124-EF66-47B5-836F-CCAAC1353BF1}">
      <dsp:nvSpPr>
        <dsp:cNvPr id="0" name=""/>
        <dsp:cNvSpPr/>
      </dsp:nvSpPr>
      <dsp:spPr>
        <a:xfrm>
          <a:off x="4033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Survival</a:t>
          </a:r>
          <a:endParaRPr lang="en-US" sz="3600" kern="1200" dirty="0"/>
        </a:p>
      </dsp:txBody>
      <dsp:txXfrm>
        <a:off x="4033" y="1948834"/>
        <a:ext cx="4028906" cy="604335"/>
      </dsp:txXfrm>
    </dsp:sp>
    <dsp:sp modelId="{97405ABB-02E4-47AA-A58D-2CED5B78E4D1}">
      <dsp:nvSpPr>
        <dsp:cNvPr id="0" name=""/>
        <dsp:cNvSpPr/>
      </dsp:nvSpPr>
      <dsp:spPr>
        <a:xfrm>
          <a:off x="4033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recover the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cryptocurrency estate</a:t>
          </a:r>
        </a:p>
      </dsp:txBody>
      <dsp:txXfrm>
        <a:off x="4033" y="2609490"/>
        <a:ext cx="4028906" cy="624130"/>
      </dsp:txXfrm>
    </dsp:sp>
    <dsp:sp modelId="{3D23A962-873B-424C-8408-D2B871ED87FE}">
      <dsp:nvSpPr>
        <dsp:cNvPr id="0" name=""/>
        <dsp:cNvSpPr/>
      </dsp:nvSpPr>
      <dsp:spPr>
        <a:xfrm>
          <a:off x="4737998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4B2AB-4A2D-4C2B-A023-1BCFBA79E838}">
      <dsp:nvSpPr>
        <dsp:cNvPr id="0" name=""/>
        <dsp:cNvSpPr/>
      </dsp:nvSpPr>
      <dsp:spPr>
        <a:xfrm>
          <a:off x="4737998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inheritors</a:t>
          </a:r>
          <a:endParaRPr lang="en-US" sz="3600" kern="1200"/>
        </a:p>
      </dsp:txBody>
      <dsp:txXfrm>
        <a:off x="4737998" y="1948834"/>
        <a:ext cx="4028906" cy="604335"/>
      </dsp:txXfrm>
    </dsp:sp>
    <dsp:sp modelId="{FED92E79-8F87-4329-B004-95EC586E9A65}">
      <dsp:nvSpPr>
        <dsp:cNvPr id="0" name=""/>
        <dsp:cNvSpPr/>
      </dsp:nvSpPr>
      <dsp:spPr>
        <a:xfrm>
          <a:off x="4737998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family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other parties</a:t>
          </a:r>
          <a:endParaRPr lang="en-US" sz="1700" kern="1200"/>
        </a:p>
      </dsp:txBody>
      <dsp:txXfrm>
        <a:off x="4737998" y="2609490"/>
        <a:ext cx="4028906" cy="624130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B835A-AD27-4864-86B8-4C4DFC1925DD}">
      <dsp:nvSpPr>
        <dsp:cNvPr id="0" name=""/>
        <dsp:cNvSpPr/>
      </dsp:nvSpPr>
      <dsp:spPr>
        <a:xfrm>
          <a:off x="786168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22C95-BABB-42AF-B281-AD6C19734322}">
      <dsp:nvSpPr>
        <dsp:cNvPr id="0" name=""/>
        <dsp:cNvSpPr/>
      </dsp:nvSpPr>
      <dsp:spPr>
        <a:xfrm>
          <a:off x="3274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Libraries</a:t>
          </a:r>
          <a:endParaRPr lang="en-US" sz="2200" kern="1200"/>
        </a:p>
      </dsp:txBody>
      <dsp:txXfrm>
        <a:off x="3274" y="1576502"/>
        <a:ext cx="2408906" cy="361335"/>
      </dsp:txXfrm>
    </dsp:sp>
    <dsp:sp modelId="{247F72C2-4CF6-4A04-9A1D-644C9C01184E}">
      <dsp:nvSpPr>
        <dsp:cNvPr id="0" name=""/>
        <dsp:cNvSpPr/>
      </dsp:nvSpPr>
      <dsp:spPr>
        <a:xfrm>
          <a:off x="3274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BIP-39 is implemented as a library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many different programming languages:</a:t>
          </a:r>
        </a:p>
      </dsp:txBody>
      <dsp:txXfrm>
        <a:off x="3274" y="1988235"/>
        <a:ext cx="2408906" cy="1156626"/>
      </dsp:txXfrm>
    </dsp:sp>
    <dsp:sp modelId="{15DBFFE1-DFAB-4FEC-ABD7-F9DE28500D28}">
      <dsp:nvSpPr>
        <dsp:cNvPr id="0" name=""/>
        <dsp:cNvSpPr/>
      </dsp:nvSpPr>
      <dsp:spPr>
        <a:xfrm>
          <a:off x="3616633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3F25F-A55B-4485-83F5-EAE5DA24B38F}">
      <dsp:nvSpPr>
        <dsp:cNvPr id="0" name=""/>
        <dsp:cNvSpPr/>
      </dsp:nvSpPr>
      <dsp:spPr>
        <a:xfrm>
          <a:off x="2833738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i="1" kern="1200" dirty="0">
              <a:hlinkClick xmlns:r="http://schemas.openxmlformats.org/officeDocument/2006/relationships" r:id="rId5"/>
            </a:rPr>
            <a:t>python-mnemonic</a:t>
          </a:r>
          <a:endParaRPr lang="en-US" sz="2200" kern="1200" dirty="0"/>
        </a:p>
      </dsp:txBody>
      <dsp:txXfrm>
        <a:off x="2833738" y="1576502"/>
        <a:ext cx="2408906" cy="361335"/>
      </dsp:txXfrm>
    </dsp:sp>
    <dsp:sp modelId="{128905AA-DAD1-4E4C-9F6A-DA182D1F759E}">
      <dsp:nvSpPr>
        <dsp:cNvPr id="0" name=""/>
        <dsp:cNvSpPr/>
      </dsp:nvSpPr>
      <dsp:spPr>
        <a:xfrm>
          <a:off x="2833738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reference implementation</a:t>
          </a:r>
          <a:r>
            <a:rPr lang="tr-TR" sz="1700" kern="1200" dirty="0"/>
            <a:t> </a:t>
          </a:r>
          <a:r>
            <a:rPr lang="en-US" sz="1700" kern="1200" dirty="0" err="1"/>
            <a:t>SatoshiLabs</a:t>
          </a:r>
          <a:r>
            <a:rPr lang="en-US" sz="1700" kern="1200" dirty="0"/>
            <a:t> team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of the</a:t>
          </a:r>
          <a:r>
            <a:rPr lang="tr-TR" sz="1700" kern="1200" dirty="0"/>
            <a:t> BIP-39 </a:t>
          </a:r>
          <a:r>
            <a:rPr lang="en-US" sz="1700" kern="1200" dirty="0"/>
            <a:t>standard</a:t>
          </a:r>
        </a:p>
      </dsp:txBody>
      <dsp:txXfrm>
        <a:off x="2833738" y="1988235"/>
        <a:ext cx="2408906" cy="1156626"/>
      </dsp:txXfrm>
    </dsp:sp>
    <dsp:sp modelId="{6424B590-0AD9-4230-96AC-7E01D21AF3E5}">
      <dsp:nvSpPr>
        <dsp:cNvPr id="0" name=""/>
        <dsp:cNvSpPr/>
      </dsp:nvSpPr>
      <dsp:spPr>
        <a:xfrm>
          <a:off x="6447098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15184-1BF7-407E-9981-01DD049AD0F3}">
      <dsp:nvSpPr>
        <dsp:cNvPr id="0" name=""/>
        <dsp:cNvSpPr/>
      </dsp:nvSpPr>
      <dsp:spPr>
        <a:xfrm>
          <a:off x="5664203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i="1" kern="1200" dirty="0">
              <a:hlinkClick xmlns:r="http://schemas.openxmlformats.org/officeDocument/2006/relationships" r:id="rId8"/>
            </a:rPr>
            <a:t>bitcoinjs/bip39</a:t>
          </a:r>
          <a:endParaRPr lang="en-US" sz="2200" kern="1200" dirty="0"/>
        </a:p>
      </dsp:txBody>
      <dsp:txXfrm>
        <a:off x="5664203" y="1576502"/>
        <a:ext cx="2408906" cy="361335"/>
      </dsp:txXfrm>
    </dsp:sp>
    <dsp:sp modelId="{BB592B37-5538-44B2-8209-557EF309BAD0}">
      <dsp:nvSpPr>
        <dsp:cNvPr id="0" name=""/>
        <dsp:cNvSpPr/>
      </dsp:nvSpPr>
      <dsp:spPr>
        <a:xfrm>
          <a:off x="5664203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JavaScript </a:t>
          </a:r>
          <a:r>
            <a:rPr lang="en-US" sz="1700" kern="1200" dirty="0"/>
            <a:t>BIP-39</a:t>
          </a:r>
          <a:r>
            <a:rPr lang="tr-TR" sz="1700" kern="1200" dirty="0"/>
            <a:t> </a:t>
          </a:r>
          <a:r>
            <a:rPr lang="en-US" sz="1700" kern="1200" dirty="0"/>
            <a:t>implementation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part of the </a:t>
          </a:r>
          <a:r>
            <a:rPr lang="en-US" sz="1700" kern="1200" dirty="0" err="1"/>
            <a:t>bitcoinJS</a:t>
          </a:r>
          <a:r>
            <a:rPr lang="en-US" sz="1700" kern="1200" dirty="0"/>
            <a:t> framework</a:t>
          </a:r>
        </a:p>
      </dsp:txBody>
      <dsp:txXfrm>
        <a:off x="5664203" y="1988235"/>
        <a:ext cx="2408906" cy="1156626"/>
      </dsp:txXfrm>
    </dsp:sp>
    <dsp:sp modelId="{5DD4F5C5-05E9-4C31-A8F2-00F24B3AB478}">
      <dsp:nvSpPr>
        <dsp:cNvPr id="0" name=""/>
        <dsp:cNvSpPr/>
      </dsp:nvSpPr>
      <dsp:spPr>
        <a:xfrm>
          <a:off x="9277563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CEC47-3A0C-48D7-857D-9CE4E0334123}">
      <dsp:nvSpPr>
        <dsp:cNvPr id="0" name=""/>
        <dsp:cNvSpPr/>
      </dsp:nvSpPr>
      <dsp:spPr>
        <a:xfrm>
          <a:off x="8494668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i="1" kern="1200">
              <a:hlinkClick xmlns:r="http://schemas.openxmlformats.org/officeDocument/2006/relationships" r:id="rId11"/>
            </a:rPr>
            <a:t>libbitcoin/mnemonic</a:t>
          </a:r>
          <a:endParaRPr lang="en-US" sz="2200" kern="1200"/>
        </a:p>
      </dsp:txBody>
      <dsp:txXfrm>
        <a:off x="8494668" y="1576502"/>
        <a:ext cx="2408906" cy="361335"/>
      </dsp:txXfrm>
    </dsp:sp>
    <dsp:sp modelId="{96321E29-D0E6-4E25-8FF1-D58C4CF7960E}">
      <dsp:nvSpPr>
        <dsp:cNvPr id="0" name=""/>
        <dsp:cNvSpPr/>
      </dsp:nvSpPr>
      <dsp:spPr>
        <a:xfrm>
          <a:off x="8494668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BIP-39</a:t>
          </a:r>
          <a:r>
            <a:rPr lang="tr-TR" sz="1700" kern="1200" dirty="0"/>
            <a:t> implementation in C++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as part of </a:t>
          </a:r>
          <a:r>
            <a:rPr lang="en-US" sz="1700" kern="1200" dirty="0" err="1"/>
            <a:t>Libbitcoin</a:t>
          </a:r>
          <a:r>
            <a:rPr lang="en-US" sz="1700" kern="1200" dirty="0"/>
            <a:t> framework </a:t>
          </a:r>
        </a:p>
      </dsp:txBody>
      <dsp:txXfrm>
        <a:off x="8494668" y="1988235"/>
        <a:ext cx="2408906" cy="1156626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1251E-C9D5-446B-8021-FC93A11047A5}">
      <dsp:nvSpPr>
        <dsp:cNvPr id="0" name=""/>
        <dsp:cNvSpPr/>
      </dsp:nvSpPr>
      <dsp:spPr>
        <a:xfrm>
          <a:off x="1083508" y="863821"/>
          <a:ext cx="1162054" cy="1162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06B82-2D8C-4D88-AFF0-0D82E1DB756B}">
      <dsp:nvSpPr>
        <dsp:cNvPr id="0" name=""/>
        <dsp:cNvSpPr/>
      </dsp:nvSpPr>
      <dsp:spPr>
        <a:xfrm>
          <a:off x="4457" y="2130938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BIP-39 generator</a:t>
          </a:r>
        </a:p>
      </dsp:txBody>
      <dsp:txXfrm>
        <a:off x="4457" y="2130938"/>
        <a:ext cx="3320156" cy="498023"/>
      </dsp:txXfrm>
    </dsp:sp>
    <dsp:sp modelId="{D24F7429-C5E8-48CB-A3E2-D54482857AE1}">
      <dsp:nvSpPr>
        <dsp:cNvPr id="0" name=""/>
        <dsp:cNvSpPr/>
      </dsp:nvSpPr>
      <dsp:spPr>
        <a:xfrm>
          <a:off x="4457" y="2677828"/>
          <a:ext cx="3320156" cy="62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testing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experimentation </a:t>
          </a:r>
        </a:p>
      </dsp:txBody>
      <dsp:txXfrm>
        <a:off x="4457" y="2677828"/>
        <a:ext cx="3320156" cy="629297"/>
      </dsp:txXfrm>
    </dsp:sp>
    <dsp:sp modelId="{F850FBDB-AB9F-4BBF-8F4C-799675BAA05C}">
      <dsp:nvSpPr>
        <dsp:cNvPr id="0" name=""/>
        <dsp:cNvSpPr/>
      </dsp:nvSpPr>
      <dsp:spPr>
        <a:xfrm>
          <a:off x="4984691" y="863821"/>
          <a:ext cx="1162054" cy="1162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83DCC-9F3F-4047-882A-B6C5BCB5F01C}">
      <dsp:nvSpPr>
        <dsp:cNvPr id="0" name=""/>
        <dsp:cNvSpPr/>
      </dsp:nvSpPr>
      <dsp:spPr>
        <a:xfrm>
          <a:off x="3905640" y="2130938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 dirty="0"/>
            <a:t>Web page</a:t>
          </a:r>
          <a:endParaRPr lang="en-US" sz="3200" kern="1200" dirty="0"/>
        </a:p>
      </dsp:txBody>
      <dsp:txXfrm>
        <a:off x="3905640" y="2130938"/>
        <a:ext cx="3320156" cy="498023"/>
      </dsp:txXfrm>
    </dsp:sp>
    <dsp:sp modelId="{47BA89CD-BDC5-43BE-A18A-6921FBE2CA2B}">
      <dsp:nvSpPr>
        <dsp:cNvPr id="0" name=""/>
        <dsp:cNvSpPr/>
      </dsp:nvSpPr>
      <dsp:spPr>
        <a:xfrm>
          <a:off x="3905640" y="2677828"/>
          <a:ext cx="3320156" cy="62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standalone web</a:t>
          </a:r>
          <a:r>
            <a:rPr lang="tr-TR" sz="1700" kern="1200" dirty="0"/>
            <a:t> </a:t>
          </a:r>
          <a:r>
            <a:rPr lang="en-US" sz="1700" kern="1200" dirty="0"/>
            <a:t>page</a:t>
          </a:r>
          <a:endParaRPr lang="tr-TR" sz="1700" kern="1200"/>
        </a:p>
      </dsp:txBody>
      <dsp:txXfrm>
        <a:off x="3905640" y="2677828"/>
        <a:ext cx="3320156" cy="629297"/>
      </dsp:txXfrm>
    </dsp:sp>
    <dsp:sp modelId="{05C76DE9-8D5C-49FD-990B-8953F3B19AFB}">
      <dsp:nvSpPr>
        <dsp:cNvPr id="0" name=""/>
        <dsp:cNvSpPr/>
      </dsp:nvSpPr>
      <dsp:spPr>
        <a:xfrm>
          <a:off x="8885875" y="863821"/>
          <a:ext cx="1162054" cy="1162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DF8B1-E0FC-4833-B507-D7F150944031}">
      <dsp:nvSpPr>
        <dsp:cNvPr id="0" name=""/>
        <dsp:cNvSpPr/>
      </dsp:nvSpPr>
      <dsp:spPr>
        <a:xfrm>
          <a:off x="7806824" y="2130938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 dirty="0"/>
            <a:t>Access</a:t>
          </a:r>
          <a:endParaRPr lang="en-US" sz="3200" kern="1200" dirty="0"/>
        </a:p>
      </dsp:txBody>
      <dsp:txXfrm>
        <a:off x="7806824" y="2130938"/>
        <a:ext cx="3320156" cy="498023"/>
      </dsp:txXfrm>
    </dsp:sp>
    <dsp:sp modelId="{CDB28FA4-67DD-4BAF-834C-86C965FC73C4}">
      <dsp:nvSpPr>
        <dsp:cNvPr id="0" name=""/>
        <dsp:cNvSpPr/>
      </dsp:nvSpPr>
      <dsp:spPr>
        <a:xfrm>
          <a:off x="7806824" y="2677828"/>
          <a:ext cx="3320156" cy="62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>
              <a:hlinkClick xmlns:r="http://schemas.openxmlformats.org/officeDocument/2006/relationships" r:id="rId7"/>
            </a:rPr>
            <a:t>https://iancoleman.io/bip39/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7806824" y="2677828"/>
        <a:ext cx="3320156" cy="629297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5B5E6-FE34-4F1F-8B37-6F65B7DDF557}">
      <dsp:nvSpPr>
        <dsp:cNvPr id="0" name=""/>
        <dsp:cNvSpPr/>
      </dsp:nvSpPr>
      <dsp:spPr>
        <a:xfrm>
          <a:off x="4297" y="591447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25998-B8DF-4649-BCEE-1616A9743348}">
      <dsp:nvSpPr>
        <dsp:cNvPr id="0" name=""/>
        <dsp:cNvSpPr/>
      </dsp:nvSpPr>
      <dsp:spPr>
        <a:xfrm>
          <a:off x="4297" y="1613055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HD wallets</a:t>
          </a:r>
        </a:p>
      </dsp:txBody>
      <dsp:txXfrm>
        <a:off x="4297" y="1613055"/>
        <a:ext cx="2615625" cy="392343"/>
      </dsp:txXfrm>
    </dsp:sp>
    <dsp:sp modelId="{B1D806A5-4DC7-417F-B8B4-F55A18B8CF74}">
      <dsp:nvSpPr>
        <dsp:cNvPr id="0" name=""/>
        <dsp:cNvSpPr/>
      </dsp:nvSpPr>
      <dsp:spPr>
        <a:xfrm>
          <a:off x="4297" y="2054765"/>
          <a:ext cx="2615625" cy="1005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created from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</a:t>
          </a:r>
          <a:r>
            <a:rPr lang="en-US" sz="1700" kern="1200" dirty="0"/>
            <a:t>single </a:t>
          </a:r>
          <a:r>
            <a:rPr lang="en-US" sz="1700" i="1" kern="1200" dirty="0"/>
            <a:t>root seed</a:t>
          </a:r>
          <a:r>
            <a:rPr lang="en-US" sz="1700" kern="1200" dirty="0"/>
            <a:t> </a:t>
          </a:r>
        </a:p>
      </dsp:txBody>
      <dsp:txXfrm>
        <a:off x="4297" y="2054765"/>
        <a:ext cx="2615625" cy="1005037"/>
      </dsp:txXfrm>
    </dsp:sp>
    <dsp:sp modelId="{A29A83B4-404D-4C69-9DC7-0DFCC15D5302}">
      <dsp:nvSpPr>
        <dsp:cNvPr id="0" name=""/>
        <dsp:cNvSpPr/>
      </dsp:nvSpPr>
      <dsp:spPr>
        <a:xfrm>
          <a:off x="3077656" y="591447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745AB-DC4B-4C14-A0B8-FEAE891C31A0}">
      <dsp:nvSpPr>
        <dsp:cNvPr id="0" name=""/>
        <dsp:cNvSpPr/>
      </dsp:nvSpPr>
      <dsp:spPr>
        <a:xfrm>
          <a:off x="3077656" y="1613055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Root seed</a:t>
          </a:r>
          <a:endParaRPr lang="en-US" sz="2500" kern="1200"/>
        </a:p>
      </dsp:txBody>
      <dsp:txXfrm>
        <a:off x="3077656" y="1613055"/>
        <a:ext cx="2615625" cy="392343"/>
      </dsp:txXfrm>
    </dsp:sp>
    <dsp:sp modelId="{236B0C96-39F6-4026-B0EC-3D41078C8864}">
      <dsp:nvSpPr>
        <dsp:cNvPr id="0" name=""/>
        <dsp:cNvSpPr/>
      </dsp:nvSpPr>
      <dsp:spPr>
        <a:xfrm>
          <a:off x="3077656" y="2054765"/>
          <a:ext cx="2615625" cy="1005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random number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generated</a:t>
          </a:r>
          <a:r>
            <a:rPr lang="tr-TR" sz="1700" kern="1200" dirty="0"/>
            <a:t> </a:t>
          </a:r>
          <a:r>
            <a:rPr lang="en-US" sz="1700" kern="1200" dirty="0"/>
            <a:t>from a </a:t>
          </a:r>
          <a:r>
            <a:rPr lang="en-US" sz="1700" i="1" kern="1200" dirty="0"/>
            <a:t>mnemonic</a:t>
          </a:r>
          <a:endParaRPr lang="en-US" sz="1700" kern="1200" dirty="0"/>
        </a:p>
      </dsp:txBody>
      <dsp:txXfrm>
        <a:off x="3077656" y="2054765"/>
        <a:ext cx="2615625" cy="1005037"/>
      </dsp:txXfrm>
    </dsp:sp>
    <dsp:sp modelId="{E77904B5-B092-4F42-9951-75D7DD5AE226}">
      <dsp:nvSpPr>
        <dsp:cNvPr id="0" name=""/>
        <dsp:cNvSpPr/>
      </dsp:nvSpPr>
      <dsp:spPr>
        <a:xfrm>
          <a:off x="6151015" y="591447"/>
          <a:ext cx="915468" cy="915468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2F6C5-1B2C-48CE-805E-7D886DB4141C}">
      <dsp:nvSpPr>
        <dsp:cNvPr id="0" name=""/>
        <dsp:cNvSpPr/>
      </dsp:nvSpPr>
      <dsp:spPr>
        <a:xfrm>
          <a:off x="6151015" y="1613055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Root seed size</a:t>
          </a:r>
          <a:endParaRPr lang="en-US" sz="2500" kern="1200" dirty="0"/>
        </a:p>
      </dsp:txBody>
      <dsp:txXfrm>
        <a:off x="6151015" y="1613055"/>
        <a:ext cx="2615625" cy="392343"/>
      </dsp:txXfrm>
    </dsp:sp>
    <dsp:sp modelId="{CA4CE439-BC5D-430B-BFC8-59070E6996C6}">
      <dsp:nvSpPr>
        <dsp:cNvPr id="0" name=""/>
        <dsp:cNvSpPr/>
      </dsp:nvSpPr>
      <dsp:spPr>
        <a:xfrm>
          <a:off x="6151015" y="2054765"/>
          <a:ext cx="2615625" cy="1005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128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256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512-bit</a:t>
          </a:r>
          <a:endParaRPr lang="tr-TR" sz="1700" kern="1200"/>
        </a:p>
      </dsp:txBody>
      <dsp:txXfrm>
        <a:off x="6151015" y="2054765"/>
        <a:ext cx="2615625" cy="100503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02819-B0AA-46E7-9EA2-8F7A2E727F30}">
      <dsp:nvSpPr>
        <dsp:cNvPr id="0" name=""/>
        <dsp:cNvSpPr/>
      </dsp:nvSpPr>
      <dsp:spPr>
        <a:xfrm>
          <a:off x="7170" y="432558"/>
          <a:ext cx="1037009" cy="103700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9D1A0-1798-4790-85A4-E47EE58E5CCC}">
      <dsp:nvSpPr>
        <dsp:cNvPr id="0" name=""/>
        <dsp:cNvSpPr/>
      </dsp:nvSpPr>
      <dsp:spPr>
        <a:xfrm>
          <a:off x="7170" y="1566191"/>
          <a:ext cx="2962884" cy="444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Mnemonic to Root seed</a:t>
          </a:r>
          <a:endParaRPr lang="en-US" sz="2300" kern="1200" dirty="0"/>
        </a:p>
      </dsp:txBody>
      <dsp:txXfrm>
        <a:off x="7170" y="1566191"/>
        <a:ext cx="2962884" cy="444432"/>
      </dsp:txXfrm>
    </dsp:sp>
    <dsp:sp modelId="{31E4DDC8-4A51-4B53-AB2F-7D6B2B47E44A}">
      <dsp:nvSpPr>
        <dsp:cNvPr id="0" name=""/>
        <dsp:cNvSpPr/>
      </dsp:nvSpPr>
      <dsp:spPr>
        <a:xfrm>
          <a:off x="7170" y="2055564"/>
          <a:ext cx="2962884" cy="624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root seed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is </a:t>
          </a:r>
          <a:r>
            <a:rPr lang="tr-TR" sz="1700" kern="1200" dirty="0"/>
            <a:t>derived from </a:t>
          </a:r>
          <a:r>
            <a:rPr lang="en-US" sz="1700" kern="1200" dirty="0"/>
            <a:t>mnemonic</a:t>
          </a:r>
          <a:endParaRPr lang="tr-TR" sz="1700" kern="1200" dirty="0"/>
        </a:p>
      </dsp:txBody>
      <dsp:txXfrm>
        <a:off x="7170" y="2055564"/>
        <a:ext cx="2962884" cy="624046"/>
      </dsp:txXfrm>
    </dsp:sp>
    <dsp:sp modelId="{64E4BCCB-7549-401B-970C-6A5EA74832C9}">
      <dsp:nvSpPr>
        <dsp:cNvPr id="0" name=""/>
        <dsp:cNvSpPr/>
      </dsp:nvSpPr>
      <dsp:spPr>
        <a:xfrm>
          <a:off x="3488560" y="432558"/>
          <a:ext cx="1037009" cy="1037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84A88-CDE9-4ACE-A659-F1CD989945A9}">
      <dsp:nvSpPr>
        <dsp:cNvPr id="0" name=""/>
        <dsp:cNvSpPr/>
      </dsp:nvSpPr>
      <dsp:spPr>
        <a:xfrm>
          <a:off x="3488560" y="1566191"/>
          <a:ext cx="2962884" cy="444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Root Seed to Keys</a:t>
          </a:r>
          <a:endParaRPr lang="en-US" sz="2300" kern="1200" dirty="0"/>
        </a:p>
      </dsp:txBody>
      <dsp:txXfrm>
        <a:off x="3488560" y="1566191"/>
        <a:ext cx="2962884" cy="444432"/>
      </dsp:txXfrm>
    </dsp:sp>
    <dsp:sp modelId="{D3D0D83E-68C4-42A0-B23B-A1DE0D8D1C89}">
      <dsp:nvSpPr>
        <dsp:cNvPr id="0" name=""/>
        <dsp:cNvSpPr/>
      </dsp:nvSpPr>
      <dsp:spPr>
        <a:xfrm>
          <a:off x="3488560" y="2055564"/>
          <a:ext cx="2962884" cy="624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Every </a:t>
          </a:r>
          <a:r>
            <a:rPr lang="en-US" sz="1700" kern="1200" dirty="0"/>
            <a:t>key in the HD wallet is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derived</a:t>
          </a:r>
          <a:r>
            <a:rPr lang="tr-TR" sz="1700" kern="1200" dirty="0"/>
            <a:t> </a:t>
          </a:r>
          <a:r>
            <a:rPr lang="en-US" sz="1700" kern="1200" dirty="0"/>
            <a:t>from </a:t>
          </a:r>
          <a:r>
            <a:rPr lang="tr-TR" sz="1700" kern="1200" dirty="0"/>
            <a:t>the</a:t>
          </a:r>
          <a:r>
            <a:rPr lang="en-US" sz="1700" kern="1200" dirty="0"/>
            <a:t> root seed </a:t>
          </a:r>
        </a:p>
      </dsp:txBody>
      <dsp:txXfrm>
        <a:off x="3488560" y="2055564"/>
        <a:ext cx="2962884" cy="624046"/>
      </dsp:txXfrm>
    </dsp:sp>
    <dsp:sp modelId="{1BFC2888-0B1F-4CED-A2C9-D4A79968E088}">
      <dsp:nvSpPr>
        <dsp:cNvPr id="0" name=""/>
        <dsp:cNvSpPr/>
      </dsp:nvSpPr>
      <dsp:spPr>
        <a:xfrm>
          <a:off x="6969950" y="432558"/>
          <a:ext cx="1037009" cy="10370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57A38-2705-458B-B2C1-D1F033F67DC0}">
      <dsp:nvSpPr>
        <dsp:cNvPr id="0" name=""/>
        <dsp:cNvSpPr/>
      </dsp:nvSpPr>
      <dsp:spPr>
        <a:xfrm>
          <a:off x="6969950" y="1566191"/>
          <a:ext cx="2962884" cy="444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Recreation</a:t>
          </a:r>
          <a:endParaRPr lang="en-US" sz="2300" kern="1200" dirty="0"/>
        </a:p>
      </dsp:txBody>
      <dsp:txXfrm>
        <a:off x="6969950" y="1566191"/>
        <a:ext cx="2962884" cy="444432"/>
      </dsp:txXfrm>
    </dsp:sp>
    <dsp:sp modelId="{3E9247A7-E838-489C-B150-934212D293AC}">
      <dsp:nvSpPr>
        <dsp:cNvPr id="0" name=""/>
        <dsp:cNvSpPr/>
      </dsp:nvSpPr>
      <dsp:spPr>
        <a:xfrm>
          <a:off x="6969950" y="2055564"/>
          <a:ext cx="2962884" cy="624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any compatible</a:t>
          </a:r>
          <a:r>
            <a:rPr lang="tr-TR" sz="1700" kern="1200" dirty="0"/>
            <a:t> </a:t>
          </a:r>
          <a:r>
            <a:rPr lang="en-US" sz="1700" kern="1200" dirty="0"/>
            <a:t>HD wallet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can </a:t>
          </a:r>
          <a:r>
            <a:rPr lang="tr-TR" sz="1700" b="1" kern="1200" dirty="0"/>
            <a:t>recreate </a:t>
          </a:r>
          <a:r>
            <a:rPr lang="en-US" sz="1700" kern="1200" dirty="0"/>
            <a:t>the entire </a:t>
          </a:r>
          <a:r>
            <a:rPr lang="tr-TR" sz="1700" kern="1200" dirty="0"/>
            <a:t>wallet</a:t>
          </a:r>
          <a:endParaRPr lang="en-US" sz="1700" b="1" kern="1200" dirty="0"/>
        </a:p>
      </dsp:txBody>
      <dsp:txXfrm>
        <a:off x="6969950" y="2055564"/>
        <a:ext cx="2962884" cy="624046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E65C6-E65D-4C8C-8816-9A6A547710B6}">
      <dsp:nvSpPr>
        <dsp:cNvPr id="0" name=""/>
        <dsp:cNvSpPr/>
      </dsp:nvSpPr>
      <dsp:spPr>
        <a:xfrm>
          <a:off x="7223" y="0"/>
          <a:ext cx="2159067" cy="465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Mnemonic</a:t>
          </a:r>
        </a:p>
      </dsp:txBody>
      <dsp:txXfrm>
        <a:off x="20849" y="13626"/>
        <a:ext cx="2131815" cy="437969"/>
      </dsp:txXfrm>
    </dsp:sp>
    <dsp:sp modelId="{729833FB-8A27-41AF-941E-F176057802FA}">
      <dsp:nvSpPr>
        <dsp:cNvPr id="0" name=""/>
        <dsp:cNvSpPr/>
      </dsp:nvSpPr>
      <dsp:spPr>
        <a:xfrm>
          <a:off x="2382198" y="0"/>
          <a:ext cx="457722" cy="4652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600" kern="1200"/>
        </a:p>
      </dsp:txBody>
      <dsp:txXfrm>
        <a:off x="2382198" y="93044"/>
        <a:ext cx="320405" cy="279133"/>
      </dsp:txXfrm>
    </dsp:sp>
    <dsp:sp modelId="{63C43116-DB18-4021-85ED-7CDC297E9EC7}">
      <dsp:nvSpPr>
        <dsp:cNvPr id="0" name=""/>
        <dsp:cNvSpPr/>
      </dsp:nvSpPr>
      <dsp:spPr>
        <a:xfrm>
          <a:off x="3029918" y="0"/>
          <a:ext cx="2159067" cy="465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Root Seed</a:t>
          </a:r>
        </a:p>
      </dsp:txBody>
      <dsp:txXfrm>
        <a:off x="3043544" y="13626"/>
        <a:ext cx="2131815" cy="437969"/>
      </dsp:txXfrm>
    </dsp:sp>
    <dsp:sp modelId="{92E83B3D-70CA-4198-A687-A9F3D0E89FEA}">
      <dsp:nvSpPr>
        <dsp:cNvPr id="0" name=""/>
        <dsp:cNvSpPr/>
      </dsp:nvSpPr>
      <dsp:spPr>
        <a:xfrm>
          <a:off x="5404893" y="0"/>
          <a:ext cx="457722" cy="4652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600" kern="1200"/>
        </a:p>
      </dsp:txBody>
      <dsp:txXfrm>
        <a:off x="5404893" y="93044"/>
        <a:ext cx="320405" cy="279133"/>
      </dsp:txXfrm>
    </dsp:sp>
    <dsp:sp modelId="{7398F9D2-09CB-416F-8095-E7EE157723F5}">
      <dsp:nvSpPr>
        <dsp:cNvPr id="0" name=""/>
        <dsp:cNvSpPr/>
      </dsp:nvSpPr>
      <dsp:spPr>
        <a:xfrm>
          <a:off x="6052613" y="0"/>
          <a:ext cx="2159067" cy="465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Keys</a:t>
          </a:r>
        </a:p>
      </dsp:txBody>
      <dsp:txXfrm>
        <a:off x="6066239" y="13626"/>
        <a:ext cx="2131815" cy="437969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E65C6-E65D-4C8C-8816-9A6A547710B6}">
      <dsp:nvSpPr>
        <dsp:cNvPr id="0" name=""/>
        <dsp:cNvSpPr/>
      </dsp:nvSpPr>
      <dsp:spPr>
        <a:xfrm>
          <a:off x="5105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 err="1"/>
            <a:t>Random</a:t>
          </a:r>
          <a:r>
            <a:rPr lang="tr-TR" sz="1800" kern="1200" dirty="0"/>
            <a:t> </a:t>
          </a:r>
          <a:r>
            <a:rPr lang="tr-TR" sz="1800" kern="1200" dirty="0" err="1"/>
            <a:t>Number</a:t>
          </a:r>
          <a:endParaRPr lang="tr-TR" sz="1800" kern="1200" dirty="0"/>
        </a:p>
      </dsp:txBody>
      <dsp:txXfrm>
        <a:off x="46173" y="87812"/>
        <a:ext cx="2150180" cy="1320038"/>
      </dsp:txXfrm>
    </dsp:sp>
    <dsp:sp modelId="{729833FB-8A27-41AF-941E-F176057802FA}">
      <dsp:nvSpPr>
        <dsp:cNvPr id="0" name=""/>
        <dsp:cNvSpPr/>
      </dsp:nvSpPr>
      <dsp:spPr>
        <a:xfrm>
          <a:off x="2460654" y="471024"/>
          <a:ext cx="473251" cy="55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400" kern="1200"/>
        </a:p>
      </dsp:txBody>
      <dsp:txXfrm>
        <a:off x="2460654" y="581747"/>
        <a:ext cx="331276" cy="332168"/>
      </dsp:txXfrm>
    </dsp:sp>
    <dsp:sp modelId="{BE7593F8-F25C-40AF-9C84-29B209F4C777}">
      <dsp:nvSpPr>
        <dsp:cNvPr id="0" name=""/>
        <dsp:cNvSpPr/>
      </dsp:nvSpPr>
      <dsp:spPr>
        <a:xfrm>
          <a:off x="3130349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Mnemonic</a:t>
          </a:r>
          <a:endParaRPr lang="tr-TR" sz="1800" kern="1200" dirty="0"/>
        </a:p>
      </dsp:txBody>
      <dsp:txXfrm>
        <a:off x="3171417" y="87812"/>
        <a:ext cx="2150180" cy="1320038"/>
      </dsp:txXfrm>
    </dsp:sp>
    <dsp:sp modelId="{87A070A9-4AD9-45AE-847D-7584145E9A93}">
      <dsp:nvSpPr>
        <dsp:cNvPr id="0" name=""/>
        <dsp:cNvSpPr/>
      </dsp:nvSpPr>
      <dsp:spPr>
        <a:xfrm>
          <a:off x="5585897" y="471024"/>
          <a:ext cx="473251" cy="55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400" kern="1200"/>
        </a:p>
      </dsp:txBody>
      <dsp:txXfrm>
        <a:off x="5585897" y="581747"/>
        <a:ext cx="331276" cy="332168"/>
      </dsp:txXfrm>
    </dsp:sp>
    <dsp:sp modelId="{63C43116-DB18-4021-85ED-7CDC297E9EC7}">
      <dsp:nvSpPr>
        <dsp:cNvPr id="0" name=""/>
        <dsp:cNvSpPr/>
      </dsp:nvSpPr>
      <dsp:spPr>
        <a:xfrm>
          <a:off x="6255592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Root Seed</a:t>
          </a:r>
        </a:p>
      </dsp:txBody>
      <dsp:txXfrm>
        <a:off x="6296660" y="87812"/>
        <a:ext cx="2150180" cy="1320038"/>
      </dsp:txXfrm>
    </dsp:sp>
    <dsp:sp modelId="{92E83B3D-70CA-4198-A687-A9F3D0E89FEA}">
      <dsp:nvSpPr>
        <dsp:cNvPr id="0" name=""/>
        <dsp:cNvSpPr/>
      </dsp:nvSpPr>
      <dsp:spPr>
        <a:xfrm>
          <a:off x="8711141" y="471024"/>
          <a:ext cx="473251" cy="55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400" kern="1200"/>
        </a:p>
      </dsp:txBody>
      <dsp:txXfrm>
        <a:off x="8711141" y="581747"/>
        <a:ext cx="331276" cy="332168"/>
      </dsp:txXfrm>
    </dsp:sp>
    <dsp:sp modelId="{7398F9D2-09CB-416F-8095-E7EE157723F5}">
      <dsp:nvSpPr>
        <dsp:cNvPr id="0" name=""/>
        <dsp:cNvSpPr/>
      </dsp:nvSpPr>
      <dsp:spPr>
        <a:xfrm>
          <a:off x="9380836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SHA 512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Master </a:t>
          </a:r>
          <a:r>
            <a:rPr lang="tr-TR" sz="1400" kern="1200" dirty="0" err="1"/>
            <a:t>Private</a:t>
          </a:r>
          <a:r>
            <a:rPr lang="tr-TR" sz="1400" kern="1200" dirty="0"/>
            <a:t> </a:t>
          </a:r>
          <a:r>
            <a:rPr lang="tr-TR" sz="1400" kern="1200" dirty="0" err="1"/>
            <a:t>Key</a:t>
          </a:r>
          <a:r>
            <a:rPr lang="tr-TR" sz="1400" kern="1200" dirty="0"/>
            <a:t>: </a:t>
          </a:r>
          <a:r>
            <a:rPr lang="tr-TR" sz="1400" kern="1200" dirty="0" err="1"/>
            <a:t>Left</a:t>
          </a:r>
          <a:r>
            <a:rPr lang="tr-TR" sz="1400" kern="1200" dirty="0"/>
            <a:t> 256 </a:t>
          </a:r>
          <a:r>
            <a:rPr lang="tr-TR" sz="1400" kern="1200" dirty="0" err="1"/>
            <a:t>Bits</a:t>
          </a:r>
          <a:endParaRPr lang="tr-T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Master </a:t>
          </a:r>
          <a:r>
            <a:rPr lang="tr-TR" sz="1400" kern="1200" dirty="0" err="1"/>
            <a:t>Chain</a:t>
          </a:r>
          <a:r>
            <a:rPr lang="tr-TR" sz="1400" kern="1200" dirty="0"/>
            <a:t> </a:t>
          </a:r>
          <a:r>
            <a:rPr lang="tr-TR" sz="1400" kern="1200" dirty="0" err="1"/>
            <a:t>Code</a:t>
          </a:r>
          <a:r>
            <a:rPr lang="tr-TR" sz="1400" kern="1200" dirty="0"/>
            <a:t>: Right 256 </a:t>
          </a:r>
          <a:r>
            <a:rPr lang="tr-TR" sz="1400" kern="1200" dirty="0" err="1"/>
            <a:t>Bits</a:t>
          </a:r>
          <a:endParaRPr lang="tr-TR" sz="1400" kern="1200" dirty="0"/>
        </a:p>
      </dsp:txBody>
      <dsp:txXfrm>
        <a:off x="9421904" y="87812"/>
        <a:ext cx="2150180" cy="1320038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A7AD5-FA39-49F1-AAED-15F6818E8649}">
      <dsp:nvSpPr>
        <dsp:cNvPr id="0" name=""/>
        <dsp:cNvSpPr/>
      </dsp:nvSpPr>
      <dsp:spPr>
        <a:xfrm>
          <a:off x="641121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D9BFF-3489-4640-9239-F2E5B84E2D28}">
      <dsp:nvSpPr>
        <dsp:cNvPr id="0" name=""/>
        <dsp:cNvSpPr/>
      </dsp:nvSpPr>
      <dsp:spPr>
        <a:xfrm>
          <a:off x="8294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The root seed </a:t>
          </a:r>
        </a:p>
      </dsp:txBody>
      <dsp:txXfrm>
        <a:off x="8294" y="1111949"/>
        <a:ext cx="1947159" cy="292073"/>
      </dsp:txXfrm>
    </dsp:sp>
    <dsp:sp modelId="{8E90D1A4-12EB-4C41-BD6F-727C62FA716C}">
      <dsp:nvSpPr>
        <dsp:cNvPr id="0" name=""/>
        <dsp:cNvSpPr/>
      </dsp:nvSpPr>
      <dsp:spPr>
        <a:xfrm>
          <a:off x="8294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input into the HMAC-SHA512 algorithm</a:t>
          </a:r>
        </a:p>
      </dsp:txBody>
      <dsp:txXfrm>
        <a:off x="8294" y="1449980"/>
        <a:ext cx="1947159" cy="1179501"/>
      </dsp:txXfrm>
    </dsp:sp>
    <dsp:sp modelId="{CD8C5217-C4AE-4298-9696-05BCB6541D05}">
      <dsp:nvSpPr>
        <dsp:cNvPr id="0" name=""/>
        <dsp:cNvSpPr/>
      </dsp:nvSpPr>
      <dsp:spPr>
        <a:xfrm>
          <a:off x="2929033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0BD18-F6EE-44FE-89CE-6283F0CA226F}">
      <dsp:nvSpPr>
        <dsp:cNvPr id="0" name=""/>
        <dsp:cNvSpPr/>
      </dsp:nvSpPr>
      <dsp:spPr>
        <a:xfrm>
          <a:off x="2296206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Result</a:t>
          </a:r>
          <a:endParaRPr lang="en-US" sz="1800" kern="1200" dirty="0"/>
        </a:p>
      </dsp:txBody>
      <dsp:txXfrm>
        <a:off x="2296206" y="1111949"/>
        <a:ext cx="1947159" cy="292073"/>
      </dsp:txXfrm>
    </dsp:sp>
    <dsp:sp modelId="{66F88079-A0A3-4FC7-8D21-29AF8262750C}">
      <dsp:nvSpPr>
        <dsp:cNvPr id="0" name=""/>
        <dsp:cNvSpPr/>
      </dsp:nvSpPr>
      <dsp:spPr>
        <a:xfrm>
          <a:off x="2296206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 </a:t>
          </a:r>
          <a:r>
            <a:rPr lang="en-US" sz="1300" i="1" kern="1200" dirty="0"/>
            <a:t>master private key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</a:t>
          </a:r>
          <a:r>
            <a:rPr lang="en-US" sz="1300" i="1" kern="1200"/>
            <a:t>master chain code</a:t>
          </a:r>
          <a:r>
            <a:rPr lang="en-US" sz="1300" kern="1200"/>
            <a:t>.</a:t>
          </a:r>
        </a:p>
      </dsp:txBody>
      <dsp:txXfrm>
        <a:off x="2296206" y="1449980"/>
        <a:ext cx="1947159" cy="1179501"/>
      </dsp:txXfrm>
    </dsp:sp>
    <dsp:sp modelId="{1E4A5278-3946-4F34-BB1E-6BD664CC951F}">
      <dsp:nvSpPr>
        <dsp:cNvPr id="0" name=""/>
        <dsp:cNvSpPr/>
      </dsp:nvSpPr>
      <dsp:spPr>
        <a:xfrm>
          <a:off x="5216945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EAC55-E5B3-4337-8371-A11ECAF1F590}">
      <dsp:nvSpPr>
        <dsp:cNvPr id="0" name=""/>
        <dsp:cNvSpPr/>
      </dsp:nvSpPr>
      <dsp:spPr>
        <a:xfrm>
          <a:off x="4584118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master private key</a:t>
          </a:r>
        </a:p>
      </dsp:txBody>
      <dsp:txXfrm>
        <a:off x="4584118" y="1111949"/>
        <a:ext cx="1947159" cy="292073"/>
      </dsp:txXfrm>
    </dsp:sp>
    <dsp:sp modelId="{40F21333-B9D8-4FBE-B4DD-057853B9B93F}">
      <dsp:nvSpPr>
        <dsp:cNvPr id="0" name=""/>
        <dsp:cNvSpPr/>
      </dsp:nvSpPr>
      <dsp:spPr>
        <a:xfrm>
          <a:off x="4584118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m</a:t>
          </a:r>
          <a:r>
            <a:rPr lang="en-US" sz="1300" kern="1200" dirty="0"/>
            <a:t>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to generate </a:t>
          </a:r>
          <a:r>
            <a:rPr lang="en-US" sz="1300" kern="1200" dirty="0"/>
            <a:t>master public key</a:t>
          </a:r>
        </a:p>
      </dsp:txBody>
      <dsp:txXfrm>
        <a:off x="4584118" y="1449980"/>
        <a:ext cx="1947159" cy="1179501"/>
      </dsp:txXfrm>
    </dsp:sp>
    <dsp:sp modelId="{61C4B5BC-86C7-49F2-9425-3FBDCFEA5CB7}">
      <dsp:nvSpPr>
        <dsp:cNvPr id="0" name=""/>
        <dsp:cNvSpPr/>
      </dsp:nvSpPr>
      <dsp:spPr>
        <a:xfrm>
          <a:off x="7504857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D2F92-0D76-4D80-9B2B-BD4FC85D768E}">
      <dsp:nvSpPr>
        <dsp:cNvPr id="0" name=""/>
        <dsp:cNvSpPr/>
      </dsp:nvSpPr>
      <dsp:spPr>
        <a:xfrm>
          <a:off x="6872030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master public key</a:t>
          </a:r>
        </a:p>
      </dsp:txBody>
      <dsp:txXfrm>
        <a:off x="6872030" y="1111949"/>
        <a:ext cx="1947159" cy="292073"/>
      </dsp:txXfrm>
    </dsp:sp>
    <dsp:sp modelId="{7874FF4F-7EEC-4D9C-9119-19EEDF7B3437}">
      <dsp:nvSpPr>
        <dsp:cNvPr id="0" name=""/>
        <dsp:cNvSpPr/>
      </dsp:nvSpPr>
      <dsp:spPr>
        <a:xfrm>
          <a:off x="6872030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</a:t>
          </a:r>
          <a:r>
            <a:rPr lang="tr-TR" sz="1300" b="1" kern="1200"/>
            <a:t> = </a:t>
          </a:r>
          <a:r>
            <a:rPr lang="en-US" sz="1300" b="1" kern="1200"/>
            <a:t>m * G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elliptic curve multiplication process</a:t>
          </a:r>
        </a:p>
      </dsp:txBody>
      <dsp:txXfrm>
        <a:off x="6872030" y="1449980"/>
        <a:ext cx="1947159" cy="1179501"/>
      </dsp:txXfrm>
    </dsp:sp>
    <dsp:sp modelId="{DCD4EFB5-5262-48B1-833D-3C678A823EE4}">
      <dsp:nvSpPr>
        <dsp:cNvPr id="0" name=""/>
        <dsp:cNvSpPr/>
      </dsp:nvSpPr>
      <dsp:spPr>
        <a:xfrm>
          <a:off x="9792769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26244-FD56-4337-A59F-7175B3130C0A}">
      <dsp:nvSpPr>
        <dsp:cNvPr id="0" name=""/>
        <dsp:cNvSpPr/>
      </dsp:nvSpPr>
      <dsp:spPr>
        <a:xfrm>
          <a:off x="9159942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The chain code</a:t>
          </a:r>
        </a:p>
      </dsp:txBody>
      <dsp:txXfrm>
        <a:off x="9159942" y="1111949"/>
        <a:ext cx="1947159" cy="292073"/>
      </dsp:txXfrm>
    </dsp:sp>
    <dsp:sp modelId="{6FE3FACE-BD70-4CB6-9AEE-453D17549671}">
      <dsp:nvSpPr>
        <dsp:cNvPr id="0" name=""/>
        <dsp:cNvSpPr/>
      </dsp:nvSpPr>
      <dsp:spPr>
        <a:xfrm>
          <a:off x="9159942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to introduce entropy</a:t>
          </a:r>
          <a:r>
            <a:rPr lang="tr-TR" sz="1300" kern="1200" dirty="0"/>
            <a:t> </a:t>
          </a:r>
          <a:r>
            <a:rPr lang="en-US" sz="1300" kern="1200" dirty="0"/>
            <a:t>in the function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to </a:t>
          </a:r>
          <a:r>
            <a:rPr lang="en-US" sz="1300" kern="1200" dirty="0"/>
            <a:t>create</a:t>
          </a:r>
          <a:r>
            <a:rPr lang="tr-TR" sz="1300" kern="1200" dirty="0"/>
            <a:t> </a:t>
          </a:r>
          <a:r>
            <a:rPr lang="en-US" sz="1300" kern="1200" dirty="0"/>
            <a:t>child keys</a:t>
          </a:r>
          <a:r>
            <a:rPr lang="tr-TR" sz="1300" kern="1200" dirty="0"/>
            <a:t> </a:t>
          </a:r>
          <a:r>
            <a:rPr lang="en-US" sz="1300" kern="1200" dirty="0"/>
            <a:t>from parent keys</a:t>
          </a:r>
        </a:p>
      </dsp:txBody>
      <dsp:txXfrm>
        <a:off x="9159942" y="1449980"/>
        <a:ext cx="1947159" cy="1179501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E65C6-E65D-4C8C-8816-9A6A547710B6}">
      <dsp:nvSpPr>
        <dsp:cNvPr id="0" name=""/>
        <dsp:cNvSpPr/>
      </dsp:nvSpPr>
      <dsp:spPr>
        <a:xfrm>
          <a:off x="6262" y="0"/>
          <a:ext cx="1871743" cy="8394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 err="1"/>
            <a:t>Random</a:t>
          </a:r>
          <a:r>
            <a:rPr lang="tr-TR" sz="2200" kern="1200" dirty="0"/>
            <a:t> </a:t>
          </a:r>
          <a:r>
            <a:rPr lang="tr-TR" sz="2200" kern="1200" dirty="0" err="1"/>
            <a:t>Number</a:t>
          </a:r>
          <a:endParaRPr lang="tr-TR" sz="2200" kern="1200" dirty="0"/>
        </a:p>
      </dsp:txBody>
      <dsp:txXfrm>
        <a:off x="30849" y="24587"/>
        <a:ext cx="1822569" cy="790273"/>
      </dsp:txXfrm>
    </dsp:sp>
    <dsp:sp modelId="{729833FB-8A27-41AF-941E-F176057802FA}">
      <dsp:nvSpPr>
        <dsp:cNvPr id="0" name=""/>
        <dsp:cNvSpPr/>
      </dsp:nvSpPr>
      <dsp:spPr>
        <a:xfrm>
          <a:off x="2065179" y="187627"/>
          <a:ext cx="396809" cy="4641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800" kern="1200"/>
        </a:p>
      </dsp:txBody>
      <dsp:txXfrm>
        <a:off x="2065179" y="280465"/>
        <a:ext cx="277766" cy="278516"/>
      </dsp:txXfrm>
    </dsp:sp>
    <dsp:sp modelId="{BE7593F8-F25C-40AF-9C84-29B209F4C777}">
      <dsp:nvSpPr>
        <dsp:cNvPr id="0" name=""/>
        <dsp:cNvSpPr/>
      </dsp:nvSpPr>
      <dsp:spPr>
        <a:xfrm>
          <a:off x="2626702" y="0"/>
          <a:ext cx="1871743" cy="8394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Mnemonic</a:t>
          </a:r>
          <a:endParaRPr lang="tr-TR" sz="2200" kern="1200" dirty="0"/>
        </a:p>
      </dsp:txBody>
      <dsp:txXfrm>
        <a:off x="2651289" y="24587"/>
        <a:ext cx="1822569" cy="790273"/>
      </dsp:txXfrm>
    </dsp:sp>
    <dsp:sp modelId="{87A070A9-4AD9-45AE-847D-7584145E9A93}">
      <dsp:nvSpPr>
        <dsp:cNvPr id="0" name=""/>
        <dsp:cNvSpPr/>
      </dsp:nvSpPr>
      <dsp:spPr>
        <a:xfrm>
          <a:off x="4685620" y="187627"/>
          <a:ext cx="396809" cy="4641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800" kern="1200"/>
        </a:p>
      </dsp:txBody>
      <dsp:txXfrm>
        <a:off x="4685620" y="280465"/>
        <a:ext cx="277766" cy="278516"/>
      </dsp:txXfrm>
    </dsp:sp>
    <dsp:sp modelId="{63C43116-DB18-4021-85ED-7CDC297E9EC7}">
      <dsp:nvSpPr>
        <dsp:cNvPr id="0" name=""/>
        <dsp:cNvSpPr/>
      </dsp:nvSpPr>
      <dsp:spPr>
        <a:xfrm>
          <a:off x="5247143" y="0"/>
          <a:ext cx="1871743" cy="8394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Root Seed</a:t>
          </a:r>
        </a:p>
      </dsp:txBody>
      <dsp:txXfrm>
        <a:off x="5271730" y="24587"/>
        <a:ext cx="1822569" cy="790273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2F845-F670-4EE7-990C-7D486BA65476}">
      <dsp:nvSpPr>
        <dsp:cNvPr id="0" name=""/>
        <dsp:cNvSpPr/>
      </dsp:nvSpPr>
      <dsp:spPr>
        <a:xfrm>
          <a:off x="453" y="0"/>
          <a:ext cx="1660219" cy="7572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Master </a:t>
          </a:r>
          <a:r>
            <a:rPr lang="tr-TR" sz="2000" kern="1200" dirty="0" err="1"/>
            <a:t>Private</a:t>
          </a:r>
          <a:r>
            <a:rPr lang="tr-TR" sz="2000" kern="1200" dirty="0"/>
            <a:t> </a:t>
          </a:r>
          <a:r>
            <a:rPr lang="tr-TR" sz="2000" kern="1200" dirty="0" err="1"/>
            <a:t>Key</a:t>
          </a:r>
          <a:endParaRPr lang="tr-TR" sz="2000" kern="1200" dirty="0"/>
        </a:p>
      </dsp:txBody>
      <dsp:txXfrm>
        <a:off x="22632" y="22179"/>
        <a:ext cx="1615861" cy="712883"/>
      </dsp:txXfrm>
    </dsp:sp>
    <dsp:sp modelId="{774D2751-3935-438D-BE56-6C472D653EFF}">
      <dsp:nvSpPr>
        <dsp:cNvPr id="0" name=""/>
        <dsp:cNvSpPr/>
      </dsp:nvSpPr>
      <dsp:spPr>
        <a:xfrm>
          <a:off x="1826776" y="172753"/>
          <a:ext cx="352139" cy="41173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600" kern="1200"/>
        </a:p>
      </dsp:txBody>
      <dsp:txXfrm>
        <a:off x="1826776" y="255100"/>
        <a:ext cx="246497" cy="247040"/>
      </dsp:txXfrm>
    </dsp:sp>
    <dsp:sp modelId="{25A46A61-1084-43D1-88E5-646C07BEA854}">
      <dsp:nvSpPr>
        <dsp:cNvPr id="0" name=""/>
        <dsp:cNvSpPr/>
      </dsp:nvSpPr>
      <dsp:spPr>
        <a:xfrm>
          <a:off x="2325086" y="0"/>
          <a:ext cx="1660219" cy="7572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Master </a:t>
          </a:r>
          <a:r>
            <a:rPr lang="tr-TR" sz="2000" kern="1200" dirty="0" err="1"/>
            <a:t>Public</a:t>
          </a:r>
          <a:r>
            <a:rPr lang="tr-TR" sz="2000" kern="1200" dirty="0"/>
            <a:t> </a:t>
          </a:r>
          <a:r>
            <a:rPr lang="tr-TR" sz="2000" kern="1200" dirty="0" err="1"/>
            <a:t>Key</a:t>
          </a:r>
          <a:endParaRPr lang="tr-TR" sz="2000" kern="1200" dirty="0"/>
        </a:p>
      </dsp:txBody>
      <dsp:txXfrm>
        <a:off x="2347265" y="22179"/>
        <a:ext cx="1615861" cy="712883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62A87-4872-4D62-95DC-C8A1B71A1B6F}">
      <dsp:nvSpPr>
        <dsp:cNvPr id="0" name=""/>
        <dsp:cNvSpPr/>
      </dsp:nvSpPr>
      <dsp:spPr>
        <a:xfrm>
          <a:off x="1576" y="0"/>
          <a:ext cx="1613243" cy="7572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Master </a:t>
          </a:r>
          <a:r>
            <a:rPr lang="tr-TR" sz="2000" kern="1200" dirty="0" err="1"/>
            <a:t>Chain</a:t>
          </a:r>
          <a:r>
            <a:rPr lang="tr-TR" sz="2000" kern="1200" dirty="0"/>
            <a:t> </a:t>
          </a:r>
          <a:r>
            <a:rPr lang="tr-TR" sz="2000" kern="1200" dirty="0" err="1"/>
            <a:t>Code</a:t>
          </a:r>
          <a:endParaRPr lang="tr-TR" sz="2000" kern="1200" dirty="0"/>
        </a:p>
      </dsp:txBody>
      <dsp:txXfrm>
        <a:off x="23755" y="22179"/>
        <a:ext cx="1568885" cy="712883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ABE11-1E89-48E7-8880-2B0C0662FA4A}">
      <dsp:nvSpPr>
        <dsp:cNvPr id="0" name=""/>
        <dsp:cNvSpPr/>
      </dsp:nvSpPr>
      <dsp:spPr>
        <a:xfrm>
          <a:off x="549075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C06A9-9B1C-4ED8-8FD8-F67AEAF6CE85}">
      <dsp:nvSpPr>
        <dsp:cNvPr id="0" name=""/>
        <dsp:cNvSpPr/>
      </dsp:nvSpPr>
      <dsp:spPr>
        <a:xfrm>
          <a:off x="3380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Child keys</a:t>
          </a:r>
          <a:endParaRPr lang="en-US" sz="1400" kern="1200" dirty="0"/>
        </a:p>
      </dsp:txBody>
      <dsp:txXfrm>
        <a:off x="3380" y="1886219"/>
        <a:ext cx="1679062" cy="440753"/>
      </dsp:txXfrm>
    </dsp:sp>
    <dsp:sp modelId="{3F0F6C20-9E33-4635-AF74-7605699ABF01}">
      <dsp:nvSpPr>
        <dsp:cNvPr id="0" name=""/>
        <dsp:cNvSpPr/>
      </dsp:nvSpPr>
      <dsp:spPr>
        <a:xfrm>
          <a:off x="3380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derived </a:t>
          </a:r>
          <a:r>
            <a:rPr lang="en-US" sz="1100" kern="1200" dirty="0"/>
            <a:t>from parent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using </a:t>
          </a:r>
          <a:r>
            <a:rPr lang="en-US" sz="1100" kern="1200" dirty="0"/>
            <a:t>a </a:t>
          </a:r>
          <a:r>
            <a:rPr lang="en-US" sz="1100" i="1" kern="1200" dirty="0"/>
            <a:t>child key derivation </a:t>
          </a:r>
          <a:r>
            <a:rPr lang="en-US" sz="1100" kern="1200" dirty="0"/>
            <a:t>function</a:t>
          </a:r>
        </a:p>
      </dsp:txBody>
      <dsp:txXfrm>
        <a:off x="3380" y="2366677"/>
        <a:ext cx="1679062" cy="831715"/>
      </dsp:txXfrm>
    </dsp:sp>
    <dsp:sp modelId="{79967F9F-756B-4DEA-8E1F-DBDDF196A4D5}">
      <dsp:nvSpPr>
        <dsp:cNvPr id="0" name=""/>
        <dsp:cNvSpPr/>
      </dsp:nvSpPr>
      <dsp:spPr>
        <a:xfrm>
          <a:off x="2521974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AE55C-98FB-45EA-A996-C0DCD1442E96}">
      <dsp:nvSpPr>
        <dsp:cNvPr id="0" name=""/>
        <dsp:cNvSpPr/>
      </dsp:nvSpPr>
      <dsp:spPr>
        <a:xfrm>
          <a:off x="1976279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Child Key Derivation function</a:t>
          </a:r>
          <a:endParaRPr lang="en-US" sz="1400" kern="1200" dirty="0"/>
        </a:p>
      </dsp:txBody>
      <dsp:txXfrm>
        <a:off x="1976279" y="1886219"/>
        <a:ext cx="1679062" cy="440753"/>
      </dsp:txXfrm>
    </dsp:sp>
    <dsp:sp modelId="{4A153571-2ED8-45D4-A032-333994218DF0}">
      <dsp:nvSpPr>
        <dsp:cNvPr id="0" name=""/>
        <dsp:cNvSpPr/>
      </dsp:nvSpPr>
      <dsp:spPr>
        <a:xfrm>
          <a:off x="1976279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based on </a:t>
          </a:r>
          <a:r>
            <a:rPr lang="en-US" sz="1100" b="1" kern="1200" dirty="0"/>
            <a:t>one-way hash </a:t>
          </a:r>
          <a:r>
            <a:rPr lang="en-US" sz="1100" kern="1200" dirty="0"/>
            <a:t>function</a:t>
          </a:r>
        </a:p>
      </dsp:txBody>
      <dsp:txXfrm>
        <a:off x="1976279" y="2366677"/>
        <a:ext cx="1679062" cy="831715"/>
      </dsp:txXfrm>
    </dsp:sp>
    <dsp:sp modelId="{A238FC91-8496-488A-B523-CFD757A9A6FD}">
      <dsp:nvSpPr>
        <dsp:cNvPr id="0" name=""/>
        <dsp:cNvSpPr/>
      </dsp:nvSpPr>
      <dsp:spPr>
        <a:xfrm>
          <a:off x="4494872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BFB8A-B92E-463D-940E-93FB6506C394}">
      <dsp:nvSpPr>
        <dsp:cNvPr id="0" name=""/>
        <dsp:cNvSpPr/>
      </dsp:nvSpPr>
      <dsp:spPr>
        <a:xfrm>
          <a:off x="3949177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CKD </a:t>
          </a:r>
          <a:r>
            <a:rPr lang="en-US" sz="1400" kern="1200" dirty="0"/>
            <a:t>Combines</a:t>
          </a:r>
        </a:p>
      </dsp:txBody>
      <dsp:txXfrm>
        <a:off x="3949177" y="1886219"/>
        <a:ext cx="1679062" cy="440753"/>
      </dsp:txXfrm>
    </dsp:sp>
    <dsp:sp modelId="{81C52DFB-7F0B-4795-B991-952CFD628FE9}">
      <dsp:nvSpPr>
        <dsp:cNvPr id="0" name=""/>
        <dsp:cNvSpPr/>
      </dsp:nvSpPr>
      <dsp:spPr>
        <a:xfrm>
          <a:off x="3949177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Parent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Seed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Index</a:t>
          </a:r>
          <a:endParaRPr lang="en-US" sz="1100" kern="1200" dirty="0"/>
        </a:p>
      </dsp:txBody>
      <dsp:txXfrm>
        <a:off x="3949177" y="2366677"/>
        <a:ext cx="1679062" cy="831715"/>
      </dsp:txXfrm>
    </dsp:sp>
    <dsp:sp modelId="{A2D46069-3D92-4821-ABB6-AAFEF2764C8A}">
      <dsp:nvSpPr>
        <dsp:cNvPr id="0" name=""/>
        <dsp:cNvSpPr/>
      </dsp:nvSpPr>
      <dsp:spPr>
        <a:xfrm>
          <a:off x="6467771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10FA9-B1A2-461C-9C6C-AB6CFCABFBB2}">
      <dsp:nvSpPr>
        <dsp:cNvPr id="0" name=""/>
        <dsp:cNvSpPr/>
      </dsp:nvSpPr>
      <dsp:spPr>
        <a:xfrm>
          <a:off x="5922075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A Parent</a:t>
          </a:r>
          <a:endParaRPr lang="en-US" sz="1400" kern="1200" dirty="0"/>
        </a:p>
      </dsp:txBody>
      <dsp:txXfrm>
        <a:off x="5922075" y="1886219"/>
        <a:ext cx="1679062" cy="440753"/>
      </dsp:txXfrm>
    </dsp:sp>
    <dsp:sp modelId="{B4D2C563-7C8F-4D68-9988-ED9F9ED2F34E}">
      <dsp:nvSpPr>
        <dsp:cNvPr id="0" name=""/>
        <dsp:cNvSpPr/>
      </dsp:nvSpPr>
      <dsp:spPr>
        <a:xfrm>
          <a:off x="5922075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private</a:t>
          </a:r>
          <a:r>
            <a:rPr lang="tr-TR" sz="1100" kern="1200" dirty="0"/>
            <a:t> key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or </a:t>
          </a:r>
          <a:r>
            <a:rPr lang="en-US" sz="1100" kern="1200" dirty="0"/>
            <a:t>public key</a:t>
          </a:r>
        </a:p>
      </dsp:txBody>
      <dsp:txXfrm>
        <a:off x="5922075" y="2366677"/>
        <a:ext cx="1679062" cy="831715"/>
      </dsp:txXfrm>
    </dsp:sp>
    <dsp:sp modelId="{74F2EF64-A841-4AD9-BDAC-A8106C4DAF77}">
      <dsp:nvSpPr>
        <dsp:cNvPr id="0" name=""/>
        <dsp:cNvSpPr/>
      </dsp:nvSpPr>
      <dsp:spPr>
        <a:xfrm>
          <a:off x="8440669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86B04-35E3-40B3-804B-381E8341EDF6}">
      <dsp:nvSpPr>
        <dsp:cNvPr id="0" name=""/>
        <dsp:cNvSpPr/>
      </dsp:nvSpPr>
      <dsp:spPr>
        <a:xfrm>
          <a:off x="7894974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Seed</a:t>
          </a:r>
          <a:endParaRPr lang="en-US" sz="1400" kern="1200" dirty="0"/>
        </a:p>
      </dsp:txBody>
      <dsp:txXfrm>
        <a:off x="7894974" y="1886219"/>
        <a:ext cx="1679062" cy="440753"/>
      </dsp:txXfrm>
    </dsp:sp>
    <dsp:sp modelId="{87ED874C-8F07-4661-B81E-7DCEE03DCDDE}">
      <dsp:nvSpPr>
        <dsp:cNvPr id="0" name=""/>
        <dsp:cNvSpPr/>
      </dsp:nvSpPr>
      <dsp:spPr>
        <a:xfrm>
          <a:off x="7894974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 chain code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256 bits</a:t>
          </a:r>
        </a:p>
      </dsp:txBody>
      <dsp:txXfrm>
        <a:off x="7894974" y="2366677"/>
        <a:ext cx="1679062" cy="831715"/>
      </dsp:txXfrm>
    </dsp:sp>
    <dsp:sp modelId="{2ED3FDAB-F732-46F3-9297-31A09572EFD0}">
      <dsp:nvSpPr>
        <dsp:cNvPr id="0" name=""/>
        <dsp:cNvSpPr/>
      </dsp:nvSpPr>
      <dsp:spPr>
        <a:xfrm>
          <a:off x="10413568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1621F-C298-4B1C-9C85-A308EDDF4CAE}">
      <dsp:nvSpPr>
        <dsp:cNvPr id="0" name=""/>
        <dsp:cNvSpPr/>
      </dsp:nvSpPr>
      <dsp:spPr>
        <a:xfrm>
          <a:off x="9867872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Index</a:t>
          </a:r>
          <a:endParaRPr lang="en-US" sz="1400" kern="1200"/>
        </a:p>
      </dsp:txBody>
      <dsp:txXfrm>
        <a:off x="9867872" y="1886219"/>
        <a:ext cx="1679062" cy="440753"/>
      </dsp:txXfrm>
    </dsp:sp>
    <dsp:sp modelId="{175EB957-0059-4579-9DDF-B28BF027A970}">
      <dsp:nvSpPr>
        <dsp:cNvPr id="0" name=""/>
        <dsp:cNvSpPr/>
      </dsp:nvSpPr>
      <dsp:spPr>
        <a:xfrm>
          <a:off x="9867872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index number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32 bits</a:t>
          </a:r>
        </a:p>
      </dsp:txBody>
      <dsp:txXfrm>
        <a:off x="9867872" y="2366677"/>
        <a:ext cx="1679062" cy="831715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307B9-31A9-4A5D-B899-40646AD59E82}">
      <dsp:nvSpPr>
        <dsp:cNvPr id="0" name=""/>
        <dsp:cNvSpPr/>
      </dsp:nvSpPr>
      <dsp:spPr>
        <a:xfrm>
          <a:off x="1090332" y="706992"/>
          <a:ext cx="1170914" cy="11709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37667-B199-41F3-A184-42E88D7A68CC}">
      <dsp:nvSpPr>
        <dsp:cNvPr id="0" name=""/>
        <dsp:cNvSpPr/>
      </dsp:nvSpPr>
      <dsp:spPr>
        <a:xfrm>
          <a:off x="3055" y="1999905"/>
          <a:ext cx="3345468" cy="501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chain code</a:t>
          </a:r>
        </a:p>
      </dsp:txBody>
      <dsp:txXfrm>
        <a:off x="3055" y="1999905"/>
        <a:ext cx="3345468" cy="501820"/>
      </dsp:txXfrm>
    </dsp:sp>
    <dsp:sp modelId="{1D30B7A8-F91A-4E95-89B4-6052688609F7}">
      <dsp:nvSpPr>
        <dsp:cNvPr id="0" name=""/>
        <dsp:cNvSpPr/>
      </dsp:nvSpPr>
      <dsp:spPr>
        <a:xfrm>
          <a:off x="3055" y="2558469"/>
          <a:ext cx="3345468" cy="98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introduce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deterministic random data</a:t>
          </a:r>
          <a:r>
            <a:rPr lang="en-US" sz="1700" kern="1200" dirty="0"/>
            <a:t> </a:t>
          </a:r>
        </a:p>
      </dsp:txBody>
      <dsp:txXfrm>
        <a:off x="3055" y="2558469"/>
        <a:ext cx="3345468" cy="985695"/>
      </dsp:txXfrm>
    </dsp:sp>
    <dsp:sp modelId="{EDDD21C8-F622-40C1-91F1-223A9E58F34B}">
      <dsp:nvSpPr>
        <dsp:cNvPr id="0" name=""/>
        <dsp:cNvSpPr/>
      </dsp:nvSpPr>
      <dsp:spPr>
        <a:xfrm>
          <a:off x="5021258" y="706992"/>
          <a:ext cx="1170914" cy="11709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4A011-11A9-463A-97FB-0E13699D39D4}">
      <dsp:nvSpPr>
        <dsp:cNvPr id="0" name=""/>
        <dsp:cNvSpPr/>
      </dsp:nvSpPr>
      <dsp:spPr>
        <a:xfrm>
          <a:off x="3933981" y="1999905"/>
          <a:ext cx="3345468" cy="501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 dirty="0"/>
            <a:t>Secure the children</a:t>
          </a:r>
          <a:endParaRPr lang="en-US" sz="3200" kern="1200" dirty="0"/>
        </a:p>
      </dsp:txBody>
      <dsp:txXfrm>
        <a:off x="3933981" y="1999905"/>
        <a:ext cx="3345468" cy="501820"/>
      </dsp:txXfrm>
    </dsp:sp>
    <dsp:sp modelId="{C1A08A95-000C-4741-A29C-C7FD0399BF1B}">
      <dsp:nvSpPr>
        <dsp:cNvPr id="0" name=""/>
        <dsp:cNvSpPr/>
      </dsp:nvSpPr>
      <dsp:spPr>
        <a:xfrm>
          <a:off x="3933981" y="2558469"/>
          <a:ext cx="3345468" cy="98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index and child key is not sufficient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derive other child keys</a:t>
          </a:r>
        </a:p>
      </dsp:txBody>
      <dsp:txXfrm>
        <a:off x="3933981" y="2558469"/>
        <a:ext cx="3345468" cy="985695"/>
      </dsp:txXfrm>
    </dsp:sp>
    <dsp:sp modelId="{D71324DE-293C-4D2E-953D-C647DB5953D4}">
      <dsp:nvSpPr>
        <dsp:cNvPr id="0" name=""/>
        <dsp:cNvSpPr/>
      </dsp:nvSpPr>
      <dsp:spPr>
        <a:xfrm>
          <a:off x="8952184" y="706992"/>
          <a:ext cx="1170914" cy="11709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BDFC4-10D2-4F2E-BE9B-27FC5D71C172}">
      <dsp:nvSpPr>
        <dsp:cNvPr id="0" name=""/>
        <dsp:cNvSpPr/>
      </dsp:nvSpPr>
      <dsp:spPr>
        <a:xfrm>
          <a:off x="7864906" y="1999905"/>
          <a:ext cx="3345468" cy="501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i="0" kern="1200" dirty="0"/>
            <a:t>Secure the siblings</a:t>
          </a:r>
          <a:endParaRPr lang="en-US" sz="3200" kern="1200" dirty="0"/>
        </a:p>
      </dsp:txBody>
      <dsp:txXfrm>
        <a:off x="7864906" y="1999905"/>
        <a:ext cx="3345468" cy="501820"/>
      </dsp:txXfrm>
    </dsp:sp>
    <dsp:sp modelId="{34CB0BB0-C352-4A67-9785-8FFFCA172F7D}">
      <dsp:nvSpPr>
        <dsp:cNvPr id="0" name=""/>
        <dsp:cNvSpPr/>
      </dsp:nvSpPr>
      <dsp:spPr>
        <a:xfrm>
          <a:off x="7864906" y="2558469"/>
          <a:ext cx="3345468" cy="98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0" kern="1200" dirty="0"/>
            <a:t>chain code</a:t>
          </a:r>
          <a:r>
            <a:rPr lang="tr-TR" sz="1700" i="0" kern="1200" dirty="0"/>
            <a:t> </a:t>
          </a:r>
          <a:r>
            <a:rPr lang="tr-TR" sz="1700" i="1" kern="1200" dirty="0"/>
            <a:t>prevents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find </a:t>
          </a:r>
          <a:r>
            <a:rPr lang="tr-TR" sz="1700" kern="1200" dirty="0"/>
            <a:t>child’s </a:t>
          </a:r>
          <a:r>
            <a:rPr lang="en-US" sz="1700" kern="1200" dirty="0"/>
            <a:t>sibling</a:t>
          </a:r>
          <a:r>
            <a:rPr lang="tr-TR" sz="1700" kern="1200" dirty="0"/>
            <a:t> keys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using the </a:t>
          </a:r>
          <a:r>
            <a:rPr lang="en-US" sz="1700" kern="1200" dirty="0"/>
            <a:t>child key</a:t>
          </a:r>
        </a:p>
      </dsp:txBody>
      <dsp:txXfrm>
        <a:off x="7864906" y="2558469"/>
        <a:ext cx="3345468" cy="985695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DD9EA8-8404-4E67-922D-3E7010D51D1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2AB65-11DA-437A-82EA-3F4E7CBE864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 dirty="0"/>
            <a:t>The initial chain code</a:t>
          </a:r>
        </a:p>
      </dsp:txBody>
      <dsp:txXfrm>
        <a:off x="152976" y="1981055"/>
        <a:ext cx="4320000" cy="648000"/>
      </dsp:txXfrm>
    </dsp:sp>
    <dsp:sp modelId="{9F365542-E6A4-4722-B0B7-905FFC867141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at the root of the tree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</a:t>
          </a:r>
          <a:r>
            <a:rPr lang="tr-TR" sz="1700" kern="1200" dirty="0"/>
            <a:t>generated</a:t>
          </a:r>
          <a:r>
            <a:rPr lang="en-US" sz="1700" kern="1200" dirty="0"/>
            <a:t> from the seed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E9597586-1DC1-433D-B977-F69B15744FB2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E0DA8-C4B6-47F4-99EB-B4DC8FA77268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Subsequent Chain Codes</a:t>
          </a:r>
          <a:endParaRPr lang="en-US" sz="3300" kern="1200"/>
        </a:p>
      </dsp:txBody>
      <dsp:txXfrm>
        <a:off x="5228976" y="1981055"/>
        <a:ext cx="4320000" cy="648000"/>
      </dsp:txXfrm>
    </dsp:sp>
    <dsp:sp modelId="{6E590D45-E064-4634-84FD-C2BF6DA58B6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derived from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parent chain code</a:t>
          </a:r>
          <a:r>
            <a:rPr lang="tr-TR" sz="1700" kern="1200" dirty="0"/>
            <a:t>s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93733-D865-4152-B467-1122F38F721B}">
      <dsp:nvSpPr>
        <dsp:cNvPr id="0" name=""/>
        <dsp:cNvSpPr/>
      </dsp:nvSpPr>
      <dsp:spPr>
        <a:xfrm>
          <a:off x="1560193" y="0"/>
          <a:ext cx="1510523" cy="13851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15E89-2336-4758-9108-D295FF22390C}">
      <dsp:nvSpPr>
        <dsp:cNvPr id="0" name=""/>
        <dsp:cNvSpPr/>
      </dsp:nvSpPr>
      <dsp:spPr>
        <a:xfrm>
          <a:off x="157564" y="1547770"/>
          <a:ext cx="4315781" cy="593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Children keys</a:t>
          </a:r>
          <a:endParaRPr lang="en-US" sz="3600" kern="1200"/>
        </a:p>
      </dsp:txBody>
      <dsp:txXfrm>
        <a:off x="157564" y="1547770"/>
        <a:ext cx="4315781" cy="593656"/>
      </dsp:txXfrm>
    </dsp:sp>
    <dsp:sp modelId="{E13418A5-61D3-490C-9EE0-1F05E22B26C5}">
      <dsp:nvSpPr>
        <dsp:cNvPr id="0" name=""/>
        <dsp:cNvSpPr/>
      </dsp:nvSpPr>
      <dsp:spPr>
        <a:xfrm>
          <a:off x="157564" y="2217042"/>
          <a:ext cx="4315781" cy="190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 dirty="0"/>
            <a:t>combine</a:t>
          </a:r>
          <a:endParaRPr 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 dirty="0"/>
            <a:t>parent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 dirty="0"/>
            <a:t>chain code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 dirty="0"/>
            <a:t>index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hash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to</a:t>
          </a:r>
          <a:r>
            <a:rPr lang="tr-TR" sz="1700" kern="1200" dirty="0"/>
            <a:t> </a:t>
          </a:r>
          <a:r>
            <a:rPr lang="en-US" sz="1700" kern="1200" dirty="0"/>
            <a:t>generate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/>
            <a:t>children </a:t>
          </a:r>
          <a:r>
            <a:rPr lang="en-US" sz="1700" b="1" kern="1200" dirty="0"/>
            <a:t>keys</a:t>
          </a:r>
          <a:endParaRPr lang="en-US" sz="1700" kern="1200" dirty="0"/>
        </a:p>
      </dsp:txBody>
      <dsp:txXfrm>
        <a:off x="157564" y="2217042"/>
        <a:ext cx="4315781" cy="1905778"/>
      </dsp:txXfrm>
    </dsp:sp>
    <dsp:sp modelId="{E9E64F11-A92A-4CBF-AF4A-92980EBEC875}">
      <dsp:nvSpPr>
        <dsp:cNvPr id="0" name=""/>
        <dsp:cNvSpPr/>
      </dsp:nvSpPr>
      <dsp:spPr>
        <a:xfrm>
          <a:off x="6631236" y="0"/>
          <a:ext cx="1510523" cy="13851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B6722-FB66-4C51-909E-1304E49B60C7}">
      <dsp:nvSpPr>
        <dsp:cNvPr id="0" name=""/>
        <dsp:cNvSpPr/>
      </dsp:nvSpPr>
      <dsp:spPr>
        <a:xfrm>
          <a:off x="5228607" y="1547770"/>
          <a:ext cx="4315781" cy="593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512-bit hash</a:t>
          </a:r>
        </a:p>
      </dsp:txBody>
      <dsp:txXfrm>
        <a:off x="5228607" y="1547770"/>
        <a:ext cx="4315781" cy="593656"/>
      </dsp:txXfrm>
    </dsp:sp>
    <dsp:sp modelId="{02481B45-D1F8-4D9D-911A-79BE547F15A9}">
      <dsp:nvSpPr>
        <dsp:cNvPr id="0" name=""/>
        <dsp:cNvSpPr/>
      </dsp:nvSpPr>
      <dsp:spPr>
        <a:xfrm>
          <a:off x="5228607" y="2217042"/>
          <a:ext cx="4315781" cy="190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combine</a:t>
          </a:r>
          <a:endParaRPr 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parent public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chain code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index number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hash</a:t>
          </a:r>
          <a:r>
            <a:rPr lang="tr-TR" sz="1700" kern="1200" dirty="0"/>
            <a:t> </a:t>
          </a:r>
          <a:r>
            <a:rPr lang="en-US" sz="1700" kern="1200" dirty="0"/>
            <a:t>with the </a:t>
          </a:r>
          <a:r>
            <a:rPr lang="en-US" sz="1700" b="1" kern="1200" dirty="0"/>
            <a:t>HMAC-SHA512</a:t>
          </a:r>
          <a:r>
            <a:rPr lang="en-US" sz="1700" kern="1200" dirty="0"/>
            <a:t> algorithm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to produce a </a:t>
          </a:r>
          <a:r>
            <a:rPr lang="en-US" sz="1700" i="1" kern="1200"/>
            <a:t>512-bit hash</a:t>
          </a:r>
          <a:endParaRPr lang="en-US" sz="1700" kern="1200" dirty="0"/>
        </a:p>
      </dsp:txBody>
      <dsp:txXfrm>
        <a:off x="5228607" y="2217042"/>
        <a:ext cx="4315781" cy="1905778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2548D-7BD6-4E1A-9D0E-875AC5BD9D3A}">
      <dsp:nvSpPr>
        <dsp:cNvPr id="0" name=""/>
        <dsp:cNvSpPr/>
      </dsp:nvSpPr>
      <dsp:spPr>
        <a:xfrm>
          <a:off x="4349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00030-4682-4CE4-B9C2-D42FEC22EC27}">
      <dsp:nvSpPr>
        <dsp:cNvPr id="0" name=""/>
        <dsp:cNvSpPr/>
      </dsp:nvSpPr>
      <dsp:spPr>
        <a:xfrm>
          <a:off x="4349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Split </a:t>
          </a:r>
          <a:r>
            <a:rPr lang="en-US" sz="1800" kern="1200"/>
            <a:t>512-bit hash </a:t>
          </a:r>
        </a:p>
      </dsp:txBody>
      <dsp:txXfrm>
        <a:off x="4349" y="1752487"/>
        <a:ext cx="1936406" cy="290460"/>
      </dsp:txXfrm>
    </dsp:sp>
    <dsp:sp modelId="{C515745A-CE56-4D36-88F5-C61A02A00191}">
      <dsp:nvSpPr>
        <dsp:cNvPr id="0" name=""/>
        <dsp:cNvSpPr/>
      </dsp:nvSpPr>
      <dsp:spPr>
        <a:xfrm>
          <a:off x="4349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into two 256-bit halves </a:t>
          </a:r>
        </a:p>
      </dsp:txBody>
      <dsp:txXfrm>
        <a:off x="4349" y="2075809"/>
        <a:ext cx="1936406" cy="571346"/>
      </dsp:txXfrm>
    </dsp:sp>
    <dsp:sp modelId="{075FF069-1DA4-4BB9-9669-6EC2D4F4E6E8}">
      <dsp:nvSpPr>
        <dsp:cNvPr id="0" name=""/>
        <dsp:cNvSpPr/>
      </dsp:nvSpPr>
      <dsp:spPr>
        <a:xfrm>
          <a:off x="2279627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69A18-9803-4052-96E2-B676957D2E9C}">
      <dsp:nvSpPr>
        <dsp:cNvPr id="0" name=""/>
        <dsp:cNvSpPr/>
      </dsp:nvSpPr>
      <dsp:spPr>
        <a:xfrm>
          <a:off x="2279627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The right-half </a:t>
          </a:r>
        </a:p>
      </dsp:txBody>
      <dsp:txXfrm>
        <a:off x="2279627" y="1752487"/>
        <a:ext cx="1936406" cy="290460"/>
      </dsp:txXfrm>
    </dsp:sp>
    <dsp:sp modelId="{9D56E1A4-0121-4AE6-A454-19F768DCF0E8}">
      <dsp:nvSpPr>
        <dsp:cNvPr id="0" name=""/>
        <dsp:cNvSpPr/>
      </dsp:nvSpPr>
      <dsp:spPr>
        <a:xfrm>
          <a:off x="2279627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become the</a:t>
          </a:r>
          <a:r>
            <a:rPr lang="tr-TR" sz="1400" kern="1200"/>
            <a:t> </a:t>
          </a:r>
          <a:r>
            <a:rPr lang="en-US" sz="1400" b="1" kern="1200"/>
            <a:t>chain code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the child</a:t>
          </a:r>
          <a:r>
            <a:rPr lang="tr-TR" sz="1400" kern="1200"/>
            <a:t>: </a:t>
          </a:r>
          <a:r>
            <a:rPr lang="en-US" sz="1400" kern="1200"/>
            <a:t>256 bits</a:t>
          </a:r>
        </a:p>
      </dsp:txBody>
      <dsp:txXfrm>
        <a:off x="2279627" y="2075809"/>
        <a:ext cx="1936406" cy="571346"/>
      </dsp:txXfrm>
    </dsp:sp>
    <dsp:sp modelId="{F46D4ACE-36A2-4479-9B25-9228796BD7CE}">
      <dsp:nvSpPr>
        <dsp:cNvPr id="0" name=""/>
        <dsp:cNvSpPr/>
      </dsp:nvSpPr>
      <dsp:spPr>
        <a:xfrm>
          <a:off x="4554904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3A382-6388-4947-B155-09CFCF708E34}">
      <dsp:nvSpPr>
        <dsp:cNvPr id="0" name=""/>
        <dsp:cNvSpPr/>
      </dsp:nvSpPr>
      <dsp:spPr>
        <a:xfrm>
          <a:off x="4554904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The left-half</a:t>
          </a:r>
          <a:endParaRPr lang="en-US" sz="1800" kern="1200"/>
        </a:p>
      </dsp:txBody>
      <dsp:txXfrm>
        <a:off x="4554904" y="1752487"/>
        <a:ext cx="1936406" cy="290460"/>
      </dsp:txXfrm>
    </dsp:sp>
    <dsp:sp modelId="{234AD153-D8F2-450F-A366-0403FA198F97}">
      <dsp:nvSpPr>
        <dsp:cNvPr id="0" name=""/>
        <dsp:cNvSpPr/>
      </dsp:nvSpPr>
      <dsp:spPr>
        <a:xfrm>
          <a:off x="4554904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used in prodcution of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child private key</a:t>
          </a:r>
        </a:p>
      </dsp:txBody>
      <dsp:txXfrm>
        <a:off x="4554904" y="2075809"/>
        <a:ext cx="1936406" cy="571346"/>
      </dsp:txXfrm>
    </dsp:sp>
    <dsp:sp modelId="{F0DEE260-E692-4C5E-ACC8-C388D791060E}">
      <dsp:nvSpPr>
        <dsp:cNvPr id="0" name=""/>
        <dsp:cNvSpPr/>
      </dsp:nvSpPr>
      <dsp:spPr>
        <a:xfrm>
          <a:off x="6830181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50E1F-6133-40CA-BE07-59FC937B54FA}">
      <dsp:nvSpPr>
        <dsp:cNvPr id="0" name=""/>
        <dsp:cNvSpPr/>
      </dsp:nvSpPr>
      <dsp:spPr>
        <a:xfrm>
          <a:off x="6830181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production steps</a:t>
          </a:r>
        </a:p>
      </dsp:txBody>
      <dsp:txXfrm>
        <a:off x="6830181" y="1752487"/>
        <a:ext cx="1936406" cy="290460"/>
      </dsp:txXfrm>
    </dsp:sp>
    <dsp:sp modelId="{287D4FB8-2CD4-4F05-AAC0-BA1890AE94C8}">
      <dsp:nvSpPr>
        <dsp:cNvPr id="0" name=""/>
        <dsp:cNvSpPr/>
      </dsp:nvSpPr>
      <dsp:spPr>
        <a:xfrm>
          <a:off x="6830181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add </a:t>
          </a:r>
          <a:r>
            <a:rPr lang="en-US" sz="1400" kern="1200"/>
            <a:t>256 bits of the hash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the parent</a:t>
          </a:r>
          <a:r>
            <a:rPr lang="tr-TR" sz="1400" kern="1200"/>
            <a:t> </a:t>
          </a:r>
          <a:r>
            <a:rPr lang="en-US" sz="1400" kern="1200"/>
            <a:t>private key</a:t>
          </a:r>
        </a:p>
      </dsp:txBody>
      <dsp:txXfrm>
        <a:off x="6830181" y="2075809"/>
        <a:ext cx="1936406" cy="571346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6E013-D8A3-43E6-BE36-B6C9702D24CC}">
      <dsp:nvSpPr>
        <dsp:cNvPr id="0" name=""/>
        <dsp:cNvSpPr/>
      </dsp:nvSpPr>
      <dsp:spPr>
        <a:xfrm>
          <a:off x="947807" y="338293"/>
          <a:ext cx="1011932" cy="1011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590E5-0B7F-49FA-A273-3791ED0813E3}">
      <dsp:nvSpPr>
        <dsp:cNvPr id="0" name=""/>
        <dsp:cNvSpPr/>
      </dsp:nvSpPr>
      <dsp:spPr>
        <a:xfrm>
          <a:off x="8155" y="1478136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Other Children</a:t>
          </a:r>
          <a:endParaRPr lang="en-US" sz="2700" kern="1200"/>
        </a:p>
      </dsp:txBody>
      <dsp:txXfrm>
        <a:off x="8155" y="1478136"/>
        <a:ext cx="2891236" cy="433685"/>
      </dsp:txXfrm>
    </dsp:sp>
    <dsp:sp modelId="{BD37DC67-9D64-4B4E-A430-705858045806}">
      <dsp:nvSpPr>
        <dsp:cNvPr id="0" name=""/>
        <dsp:cNvSpPr/>
      </dsp:nvSpPr>
      <dsp:spPr>
        <a:xfrm>
          <a:off x="8155" y="1971315"/>
          <a:ext cx="2891236" cy="134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the other children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</a:t>
          </a:r>
          <a:r>
            <a:rPr lang="tr-TR" sz="1700" kern="1200" dirty="0"/>
            <a:t> </a:t>
          </a:r>
          <a:r>
            <a:rPr lang="en-US" sz="1700" kern="1200" dirty="0"/>
            <a:t>the sequence </a:t>
          </a:r>
          <a:endParaRPr lang="tr-TR" sz="1700" kern="1200" dirty="0"/>
        </a:p>
      </dsp:txBody>
      <dsp:txXfrm>
        <a:off x="8155" y="1971315"/>
        <a:ext cx="2891236" cy="1341641"/>
      </dsp:txXfrm>
    </dsp:sp>
    <dsp:sp modelId="{7F3D2FFF-D3A3-45AB-AA1B-7293605EE0C8}">
      <dsp:nvSpPr>
        <dsp:cNvPr id="0" name=""/>
        <dsp:cNvSpPr/>
      </dsp:nvSpPr>
      <dsp:spPr>
        <a:xfrm>
          <a:off x="4345010" y="338293"/>
          <a:ext cx="1011932" cy="1011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28CE8-8C9B-4C58-9143-A86BD11B64F6}">
      <dsp:nvSpPr>
        <dsp:cNvPr id="0" name=""/>
        <dsp:cNvSpPr/>
      </dsp:nvSpPr>
      <dsp:spPr>
        <a:xfrm>
          <a:off x="3405358" y="1478136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Steps</a:t>
          </a:r>
          <a:endParaRPr lang="en-US" sz="2700" kern="1200"/>
        </a:p>
      </dsp:txBody>
      <dsp:txXfrm>
        <a:off x="3405358" y="1478136"/>
        <a:ext cx="2891236" cy="433685"/>
      </dsp:txXfrm>
    </dsp:sp>
    <dsp:sp modelId="{E4A0CAAF-C290-488B-88AB-82930464B31D}">
      <dsp:nvSpPr>
        <dsp:cNvPr id="0" name=""/>
        <dsp:cNvSpPr/>
      </dsp:nvSpPr>
      <dsp:spPr>
        <a:xfrm>
          <a:off x="3405358" y="1971315"/>
          <a:ext cx="2891236" cy="134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index </a:t>
          </a:r>
          <a:r>
            <a:rPr lang="tr-TR" sz="1700" kern="1200"/>
            <a:t>is changed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extend the parent</a:t>
          </a:r>
        </a:p>
      </dsp:txBody>
      <dsp:txXfrm>
        <a:off x="3405358" y="1971315"/>
        <a:ext cx="2891236" cy="1341641"/>
      </dsp:txXfrm>
    </dsp:sp>
    <dsp:sp modelId="{4BEE8CDB-3862-4A8F-8DF9-5051158AAC48}">
      <dsp:nvSpPr>
        <dsp:cNvPr id="0" name=""/>
        <dsp:cNvSpPr/>
      </dsp:nvSpPr>
      <dsp:spPr>
        <a:xfrm>
          <a:off x="7742212" y="338293"/>
          <a:ext cx="1011932" cy="1011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2422E-3AD2-4F77-91ED-4695C79620CC}">
      <dsp:nvSpPr>
        <dsp:cNvPr id="0" name=""/>
        <dsp:cNvSpPr/>
      </dsp:nvSpPr>
      <dsp:spPr>
        <a:xfrm>
          <a:off x="6802560" y="1478136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Such as</a:t>
          </a:r>
          <a:endParaRPr lang="en-US" sz="2700" kern="1200"/>
        </a:p>
      </dsp:txBody>
      <dsp:txXfrm>
        <a:off x="6802560" y="1478136"/>
        <a:ext cx="2891236" cy="433685"/>
      </dsp:txXfrm>
    </dsp:sp>
    <dsp:sp modelId="{4288B57E-0D87-49CD-93BB-4DD5740ED38B}">
      <dsp:nvSpPr>
        <dsp:cNvPr id="0" name=""/>
        <dsp:cNvSpPr/>
      </dsp:nvSpPr>
      <dsp:spPr>
        <a:xfrm>
          <a:off x="6802560" y="1971315"/>
          <a:ext cx="2891236" cy="134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Child 0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Child 1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Child 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…</a:t>
          </a:r>
          <a:r>
            <a:rPr lang="en-US" sz="1700" kern="1200" dirty="0"/>
            <a:t> </a:t>
          </a:r>
        </a:p>
      </dsp:txBody>
      <dsp:txXfrm>
        <a:off x="6802560" y="1971315"/>
        <a:ext cx="2891236" cy="1341641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787BD-EE98-442C-90CB-75E8954985E4}">
      <dsp:nvSpPr>
        <dsp:cNvPr id="0" name=""/>
        <dsp:cNvSpPr/>
      </dsp:nvSpPr>
      <dsp:spPr>
        <a:xfrm>
          <a:off x="698671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D42F4-AE58-4DDC-96C5-FAF3B7E1E151}">
      <dsp:nvSpPr>
        <dsp:cNvPr id="0" name=""/>
        <dsp:cNvSpPr/>
      </dsp:nvSpPr>
      <dsp:spPr>
        <a:xfrm>
          <a:off x="2156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err="1"/>
            <a:t>Parent</a:t>
          </a:r>
          <a:r>
            <a:rPr lang="tr-TR" sz="2000" kern="1200"/>
            <a:t> </a:t>
          </a:r>
          <a:r>
            <a:rPr lang="tr-TR" sz="2000" kern="1200" err="1"/>
            <a:t>capacity</a:t>
          </a:r>
          <a:endParaRPr lang="en-US" sz="2000" kern="1200"/>
        </a:p>
      </dsp:txBody>
      <dsp:txXfrm>
        <a:off x="2156" y="1631986"/>
        <a:ext cx="2143124" cy="321468"/>
      </dsp:txXfrm>
    </dsp:sp>
    <dsp:sp modelId="{1BC47309-A461-47AF-B64F-1A982434F723}">
      <dsp:nvSpPr>
        <dsp:cNvPr id="0" name=""/>
        <dsp:cNvSpPr/>
      </dsp:nvSpPr>
      <dsp:spPr>
        <a:xfrm>
          <a:off x="2156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</a:t>
          </a:r>
          <a:r>
            <a:rPr lang="en-US" sz="1500" kern="1200" baseline="30000"/>
            <a:t>31</a:t>
          </a:r>
          <a:r>
            <a:rPr lang="en-US" sz="1500" kern="1200"/>
            <a:t> children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2,147,483,647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err="1"/>
            <a:t>around</a:t>
          </a:r>
          <a:r>
            <a:rPr lang="tr-TR" sz="1500" kern="1200"/>
            <a:t> 2 </a:t>
          </a:r>
          <a:r>
            <a:rPr lang="tr-TR" sz="1500" kern="1200" err="1"/>
            <a:t>Billions</a:t>
          </a:r>
          <a:endParaRPr lang="en-US" sz="1500" kern="1200"/>
        </a:p>
      </dsp:txBody>
      <dsp:txXfrm>
        <a:off x="2156" y="1994756"/>
        <a:ext cx="2143124" cy="863398"/>
      </dsp:txXfrm>
    </dsp:sp>
    <dsp:sp modelId="{14CAF33C-00B7-4BCB-8229-D86E85F4AD11}">
      <dsp:nvSpPr>
        <dsp:cNvPr id="0" name=""/>
        <dsp:cNvSpPr/>
      </dsp:nvSpPr>
      <dsp:spPr>
        <a:xfrm>
          <a:off x="3216843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F5256-F6D2-420D-9568-4AA6D2F6D483}">
      <dsp:nvSpPr>
        <dsp:cNvPr id="0" name=""/>
        <dsp:cNvSpPr/>
      </dsp:nvSpPr>
      <dsp:spPr>
        <a:xfrm>
          <a:off x="2520328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Leveling</a:t>
          </a:r>
          <a:endParaRPr lang="en-US" sz="2000" kern="1200"/>
        </a:p>
      </dsp:txBody>
      <dsp:txXfrm>
        <a:off x="2520328" y="1631986"/>
        <a:ext cx="2143124" cy="321468"/>
      </dsp:txXfrm>
    </dsp:sp>
    <dsp:sp modelId="{5618DB9F-D178-4459-886E-4E8E0C074416}">
      <dsp:nvSpPr>
        <dsp:cNvPr id="0" name=""/>
        <dsp:cNvSpPr/>
      </dsp:nvSpPr>
      <dsp:spPr>
        <a:xfrm>
          <a:off x="2520328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Repeating the process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one level down the tree </a:t>
          </a:r>
        </a:p>
      </dsp:txBody>
      <dsp:txXfrm>
        <a:off x="2520328" y="1994756"/>
        <a:ext cx="2143124" cy="863398"/>
      </dsp:txXfrm>
    </dsp:sp>
    <dsp:sp modelId="{FB8F01E4-BF74-4FC2-9D0B-8401F8EE9892}">
      <dsp:nvSpPr>
        <dsp:cNvPr id="0" name=""/>
        <dsp:cNvSpPr/>
      </dsp:nvSpPr>
      <dsp:spPr>
        <a:xfrm>
          <a:off x="5735015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F0A9C-509E-4A7C-9550-727B05A0CE2D}">
      <dsp:nvSpPr>
        <dsp:cNvPr id="0" name=""/>
        <dsp:cNvSpPr/>
      </dsp:nvSpPr>
      <dsp:spPr>
        <a:xfrm>
          <a:off x="5038499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err="1"/>
            <a:t>Intermediate</a:t>
          </a:r>
          <a:r>
            <a:rPr lang="tr-TR" sz="2000" kern="1200"/>
            <a:t> </a:t>
          </a:r>
          <a:r>
            <a:rPr lang="tr-TR" sz="2000" kern="1200" err="1"/>
            <a:t>Node</a:t>
          </a:r>
          <a:endParaRPr lang="en-US" sz="2000" kern="1200"/>
        </a:p>
      </dsp:txBody>
      <dsp:txXfrm>
        <a:off x="5038499" y="1631986"/>
        <a:ext cx="2143124" cy="321468"/>
      </dsp:txXfrm>
    </dsp:sp>
    <dsp:sp modelId="{F3435065-B352-4D0B-9FDB-BAC192F9B086}">
      <dsp:nvSpPr>
        <dsp:cNvPr id="0" name=""/>
        <dsp:cNvSpPr/>
      </dsp:nvSpPr>
      <dsp:spPr>
        <a:xfrm>
          <a:off x="5038499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each child can</a:t>
          </a:r>
          <a:r>
            <a:rPr lang="tr-TR" sz="1500" kern="1200"/>
            <a:t> </a:t>
          </a:r>
          <a:r>
            <a:rPr lang="en-US" sz="1500" kern="1200"/>
            <a:t>become a parent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err="1"/>
            <a:t>to</a:t>
          </a:r>
          <a:r>
            <a:rPr lang="en-US" sz="1500" kern="1200"/>
            <a:t> create its own children</a:t>
          </a:r>
        </a:p>
      </dsp:txBody>
      <dsp:txXfrm>
        <a:off x="5038499" y="1994756"/>
        <a:ext cx="2143124" cy="863398"/>
      </dsp:txXfrm>
    </dsp:sp>
    <dsp:sp modelId="{C8C79EC3-AAEB-48D9-88A5-D2FDCAE508C1}">
      <dsp:nvSpPr>
        <dsp:cNvPr id="0" name=""/>
        <dsp:cNvSpPr/>
      </dsp:nvSpPr>
      <dsp:spPr>
        <a:xfrm>
          <a:off x="8253187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9DB24-A3CB-4E7B-B70B-2131051F06D6}">
      <dsp:nvSpPr>
        <dsp:cNvPr id="0" name=""/>
        <dsp:cNvSpPr/>
      </dsp:nvSpPr>
      <dsp:spPr>
        <a:xfrm>
          <a:off x="7556671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# of generations</a:t>
          </a:r>
          <a:endParaRPr lang="en-US" sz="2000" kern="1200"/>
        </a:p>
      </dsp:txBody>
      <dsp:txXfrm>
        <a:off x="7556671" y="1631986"/>
        <a:ext cx="2143124" cy="321468"/>
      </dsp:txXfrm>
    </dsp:sp>
    <dsp:sp modelId="{4B432157-722C-436E-BAD2-C15920FFBA1D}">
      <dsp:nvSpPr>
        <dsp:cNvPr id="0" name=""/>
        <dsp:cNvSpPr/>
      </dsp:nvSpPr>
      <dsp:spPr>
        <a:xfrm>
          <a:off x="7556671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an infinite number of generations.</a:t>
          </a:r>
        </a:p>
      </dsp:txBody>
      <dsp:txXfrm>
        <a:off x="7556671" y="1994756"/>
        <a:ext cx="2143124" cy="863398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4A4CB-1788-40F3-B881-E08252C488E7}">
      <dsp:nvSpPr>
        <dsp:cNvPr id="0" name=""/>
        <dsp:cNvSpPr/>
      </dsp:nvSpPr>
      <dsp:spPr>
        <a:xfrm>
          <a:off x="8853" y="776437"/>
          <a:ext cx="2736538" cy="820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Randomness</a:t>
          </a:r>
          <a:endParaRPr lang="en-US" sz="2100" kern="1200"/>
        </a:p>
      </dsp:txBody>
      <dsp:txXfrm>
        <a:off x="8853" y="776437"/>
        <a:ext cx="2736538" cy="820961"/>
      </dsp:txXfrm>
    </dsp:sp>
    <dsp:sp modelId="{01F4E55B-B53C-4D8D-BA14-B70AB8275A5C}">
      <dsp:nvSpPr>
        <dsp:cNvPr id="0" name=""/>
        <dsp:cNvSpPr/>
      </dsp:nvSpPr>
      <dsp:spPr>
        <a:xfrm>
          <a:off x="8853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Child private keys</a:t>
          </a:r>
          <a:r>
            <a:rPr lang="tr-TR" sz="1600" kern="1200"/>
            <a:t> are random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as if a random key</a:t>
          </a:r>
          <a:endParaRPr lang="en-US" sz="1600" kern="1200"/>
        </a:p>
      </dsp:txBody>
      <dsp:txXfrm>
        <a:off x="8853" y="1597399"/>
        <a:ext cx="2736538" cy="1508351"/>
      </dsp:txXfrm>
    </dsp:sp>
    <dsp:sp modelId="{054D33A4-F51B-4BEB-BD5B-084791C90915}">
      <dsp:nvSpPr>
        <dsp:cNvPr id="0" name=""/>
        <dsp:cNvSpPr/>
      </dsp:nvSpPr>
      <dsp:spPr>
        <a:xfrm>
          <a:off x="2853285" y="776437"/>
          <a:ext cx="2736538" cy="820961"/>
        </a:xfrm>
        <a:prstGeom prst="rect">
          <a:avLst/>
        </a:prstGeom>
        <a:solidFill>
          <a:schemeClr val="accent5">
            <a:hueOff val="1067242"/>
            <a:satOff val="-14147"/>
            <a:lumOff val="-4444"/>
            <a:alphaOff val="0"/>
          </a:schemeClr>
        </a:solidFill>
        <a:ln w="12700" cap="flat" cmpd="sng" algn="ctr">
          <a:solidFill>
            <a:schemeClr val="accent5">
              <a:hueOff val="1067242"/>
              <a:satOff val="-14147"/>
              <a:lumOff val="-44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One way function</a:t>
          </a:r>
          <a:endParaRPr lang="en-US" sz="2100" kern="1200"/>
        </a:p>
      </dsp:txBody>
      <dsp:txXfrm>
        <a:off x="2853285" y="776437"/>
        <a:ext cx="2736538" cy="820961"/>
      </dsp:txXfrm>
    </dsp:sp>
    <dsp:sp modelId="{AC118A34-B2ED-483D-BA11-4E293D0173ED}">
      <dsp:nvSpPr>
        <dsp:cNvPr id="0" name=""/>
        <dsp:cNvSpPr/>
      </dsp:nvSpPr>
      <dsp:spPr>
        <a:xfrm>
          <a:off x="2853285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1158673"/>
            <a:satOff val="-13145"/>
            <a:lumOff val="-133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158673"/>
              <a:satOff val="-13145"/>
              <a:lumOff val="-13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derivation function is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one-way function</a:t>
          </a:r>
        </a:p>
      </dsp:txBody>
      <dsp:txXfrm>
        <a:off x="2853285" y="1597399"/>
        <a:ext cx="2736538" cy="1508351"/>
      </dsp:txXfrm>
    </dsp:sp>
    <dsp:sp modelId="{42A40DFE-ECE2-4071-A4E1-F3F1C3815946}">
      <dsp:nvSpPr>
        <dsp:cNvPr id="0" name=""/>
        <dsp:cNvSpPr/>
      </dsp:nvSpPr>
      <dsp:spPr>
        <a:xfrm>
          <a:off x="5697718" y="776437"/>
          <a:ext cx="2736538" cy="820961"/>
        </a:xfrm>
        <a:prstGeom prst="rect">
          <a:avLst/>
        </a:prstGeom>
        <a:solidFill>
          <a:schemeClr val="accent5">
            <a:hueOff val="2134483"/>
            <a:satOff val="-28295"/>
            <a:lumOff val="-8889"/>
            <a:alphaOff val="0"/>
          </a:schemeClr>
        </a:solidFill>
        <a:ln w="12700" cap="flat" cmpd="sng" algn="ctr">
          <a:solidFill>
            <a:schemeClr val="accent5">
              <a:hueOff val="2134483"/>
              <a:satOff val="-28295"/>
              <a:lumOff val="-88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 err="1"/>
            <a:t>Unreachable</a:t>
          </a:r>
          <a:r>
            <a:rPr lang="tr-TR" sz="2100" kern="1200" dirty="0"/>
            <a:t> </a:t>
          </a:r>
          <a:r>
            <a:rPr lang="tr-TR" sz="2100" kern="1200" dirty="0" err="1"/>
            <a:t>Parent</a:t>
          </a:r>
          <a:endParaRPr lang="en-US" sz="2100" kern="1200" dirty="0"/>
        </a:p>
      </dsp:txBody>
      <dsp:txXfrm>
        <a:off x="5697718" y="776437"/>
        <a:ext cx="2736538" cy="820961"/>
      </dsp:txXfrm>
    </dsp:sp>
    <dsp:sp modelId="{25A89A92-B762-4151-ADD6-AD160C3287D1}">
      <dsp:nvSpPr>
        <dsp:cNvPr id="0" name=""/>
        <dsp:cNvSpPr/>
      </dsp:nvSpPr>
      <dsp:spPr>
        <a:xfrm>
          <a:off x="5697718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2317347"/>
            <a:satOff val="-26290"/>
            <a:lumOff val="-266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317347"/>
              <a:satOff val="-26290"/>
              <a:lumOff val="-26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child key cannot be used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find the parent key</a:t>
          </a:r>
        </a:p>
      </dsp:txBody>
      <dsp:txXfrm>
        <a:off x="5697718" y="1597399"/>
        <a:ext cx="2736538" cy="1508351"/>
      </dsp:txXfrm>
    </dsp:sp>
    <dsp:sp modelId="{4E22F642-0EBB-41AE-AA2B-298464ADB5A6}">
      <dsp:nvSpPr>
        <dsp:cNvPr id="0" name=""/>
        <dsp:cNvSpPr/>
      </dsp:nvSpPr>
      <dsp:spPr>
        <a:xfrm>
          <a:off x="8542151" y="776437"/>
          <a:ext cx="2736538" cy="820961"/>
        </a:xfrm>
        <a:prstGeom prst="rect">
          <a:avLst/>
        </a:prstGeom>
        <a:solidFill>
          <a:schemeClr val="accent5">
            <a:hueOff val="3201725"/>
            <a:satOff val="-42442"/>
            <a:lumOff val="-13333"/>
            <a:alphaOff val="0"/>
          </a:schemeClr>
        </a:solidFill>
        <a:ln w="12700" cap="flat" cmpd="sng" algn="ctr">
          <a:solidFill>
            <a:schemeClr val="accent5">
              <a:hueOff val="3201725"/>
              <a:satOff val="-42442"/>
              <a:lumOff val="-133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 err="1"/>
            <a:t>Inaccessible</a:t>
          </a:r>
          <a:r>
            <a:rPr lang="tr-TR" sz="2100" kern="1200" dirty="0"/>
            <a:t> </a:t>
          </a:r>
          <a:r>
            <a:rPr lang="tr-TR" sz="2100" kern="1200" dirty="0" err="1"/>
            <a:t>Siblings</a:t>
          </a:r>
          <a:endParaRPr lang="en-US" sz="2100" kern="1200" dirty="0"/>
        </a:p>
      </dsp:txBody>
      <dsp:txXfrm>
        <a:off x="8542151" y="776437"/>
        <a:ext cx="2736538" cy="820961"/>
      </dsp:txXfrm>
    </dsp:sp>
    <dsp:sp modelId="{F68B82ED-F5C3-4C34-AD98-98F784EFF49E}">
      <dsp:nvSpPr>
        <dsp:cNvPr id="0" name=""/>
        <dsp:cNvSpPr/>
      </dsp:nvSpPr>
      <dsp:spPr>
        <a:xfrm>
          <a:off x="8542151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3476020"/>
            <a:satOff val="-39435"/>
            <a:lumOff val="-400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3476020"/>
              <a:satOff val="-39435"/>
              <a:lumOff val="-40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siblings cannot be found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from the child keys</a:t>
          </a:r>
          <a:endParaRPr lang="en-US" sz="1600" kern="1200"/>
        </a:p>
      </dsp:txBody>
      <dsp:txXfrm>
        <a:off x="8542151" y="1597399"/>
        <a:ext cx="2736538" cy="1508351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15BD9-3925-440A-9B63-327E8853D798}">
      <dsp:nvSpPr>
        <dsp:cNvPr id="0" name=""/>
        <dsp:cNvSpPr/>
      </dsp:nvSpPr>
      <dsp:spPr>
        <a:xfrm>
          <a:off x="3031" y="26545"/>
          <a:ext cx="2956063" cy="9385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 dirty="0"/>
            <a:t>Children are protected</a:t>
          </a:r>
          <a:endParaRPr lang="en-US" sz="2600" kern="1200" dirty="0"/>
        </a:p>
      </dsp:txBody>
      <dsp:txXfrm>
        <a:off x="3031" y="26545"/>
        <a:ext cx="2956063" cy="938511"/>
      </dsp:txXfrm>
    </dsp:sp>
    <dsp:sp modelId="{528EB90E-7A8C-45FB-BAD5-7D510A6F0613}">
      <dsp:nvSpPr>
        <dsp:cNvPr id="0" name=""/>
        <dsp:cNvSpPr/>
      </dsp:nvSpPr>
      <dsp:spPr>
        <a:xfrm>
          <a:off x="3031" y="965056"/>
          <a:ext cx="2956063" cy="265964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parent key and chain</a:t>
          </a:r>
          <a:r>
            <a:rPr lang="tr-TR" sz="2600" kern="1200" dirty="0"/>
            <a:t> </a:t>
          </a:r>
          <a:r>
            <a:rPr lang="en-US" sz="2600" kern="1200" dirty="0"/>
            <a:t>code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can derive all the children </a:t>
          </a:r>
        </a:p>
      </dsp:txBody>
      <dsp:txXfrm>
        <a:off x="3031" y="965056"/>
        <a:ext cx="2956063" cy="2659647"/>
      </dsp:txXfrm>
    </dsp:sp>
    <dsp:sp modelId="{6A7DB819-FC5E-496A-9167-7C59C1729715}">
      <dsp:nvSpPr>
        <dsp:cNvPr id="0" name=""/>
        <dsp:cNvSpPr/>
      </dsp:nvSpPr>
      <dsp:spPr>
        <a:xfrm>
          <a:off x="3372944" y="26545"/>
          <a:ext cx="2956063" cy="938511"/>
        </a:xfrm>
        <a:prstGeom prst="rect">
          <a:avLst/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 w="12700" cap="flat" cmpd="sng" algn="ctr">
          <a:solidFill>
            <a:schemeClr val="accent2">
              <a:hueOff val="-3703935"/>
              <a:satOff val="-1375"/>
              <a:lumOff val="31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Grandchil</a:t>
          </a:r>
          <a:r>
            <a:rPr lang="tr-TR" sz="2600" kern="1200" dirty="0"/>
            <a:t>d </a:t>
          </a:r>
          <a:r>
            <a:rPr lang="en-US" sz="2600" kern="1200" dirty="0" err="1"/>
            <a:t>deriv</a:t>
          </a:r>
          <a:r>
            <a:rPr lang="tr-TR" sz="2600" kern="1200" dirty="0" err="1"/>
            <a:t>ation</a:t>
          </a:r>
          <a:endParaRPr lang="en-US" sz="2600" kern="1200" dirty="0"/>
        </a:p>
      </dsp:txBody>
      <dsp:txXfrm>
        <a:off x="3372944" y="26545"/>
        <a:ext cx="2956063" cy="938511"/>
      </dsp:txXfrm>
    </dsp:sp>
    <dsp:sp modelId="{607730C4-8F46-4BF8-893E-5A96FA07BB05}">
      <dsp:nvSpPr>
        <dsp:cNvPr id="0" name=""/>
        <dsp:cNvSpPr/>
      </dsp:nvSpPr>
      <dsp:spPr>
        <a:xfrm>
          <a:off x="3372944" y="965056"/>
          <a:ext cx="2956063" cy="2659647"/>
        </a:xfrm>
        <a:prstGeom prst="rect">
          <a:avLst/>
        </a:prstGeom>
        <a:solidFill>
          <a:schemeClr val="accent2">
            <a:tint val="40000"/>
            <a:alpha val="90000"/>
            <a:hueOff val="-3704447"/>
            <a:satOff val="-534"/>
            <a:lumOff val="72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704447"/>
              <a:satOff val="-534"/>
              <a:lumOff val="7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the child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child chain code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600" kern="1200" dirty="0" err="1"/>
            <a:t>are</a:t>
          </a:r>
          <a:r>
            <a:rPr lang="tr-TR" sz="2600" kern="1200" dirty="0"/>
            <a:t> </a:t>
          </a:r>
          <a:r>
            <a:rPr lang="tr-TR" sz="2600" kern="1200" dirty="0" err="1"/>
            <a:t>needed</a:t>
          </a:r>
          <a:endParaRPr lang="en-US" sz="2600" kern="1200" dirty="0"/>
        </a:p>
      </dsp:txBody>
      <dsp:txXfrm>
        <a:off x="3372944" y="965056"/>
        <a:ext cx="2956063" cy="2659647"/>
      </dsp:txXfrm>
    </dsp:sp>
    <dsp:sp modelId="{449384B8-59ED-46AD-8586-577F1F048FD2}">
      <dsp:nvSpPr>
        <dsp:cNvPr id="0" name=""/>
        <dsp:cNvSpPr/>
      </dsp:nvSpPr>
      <dsp:spPr>
        <a:xfrm>
          <a:off x="6742857" y="26545"/>
          <a:ext cx="2956063" cy="938511"/>
        </a:xfrm>
        <a:prstGeom prst="rect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2700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New</a:t>
          </a:r>
          <a:r>
            <a:rPr lang="tr-TR" sz="2600" kern="1200" dirty="0"/>
            <a:t> </a:t>
          </a:r>
          <a:r>
            <a:rPr lang="en-US" sz="2600" kern="1200" dirty="0"/>
            <a:t>branch</a:t>
          </a:r>
        </a:p>
      </dsp:txBody>
      <dsp:txXfrm>
        <a:off x="6742857" y="26545"/>
        <a:ext cx="2956063" cy="938511"/>
      </dsp:txXfrm>
    </dsp:sp>
    <dsp:sp modelId="{D71D6091-9626-4ADD-9FC6-421BA8E71043}">
      <dsp:nvSpPr>
        <dsp:cNvPr id="0" name=""/>
        <dsp:cNvSpPr/>
      </dsp:nvSpPr>
      <dsp:spPr>
        <a:xfrm>
          <a:off x="6742857" y="965056"/>
          <a:ext cx="2956063" cy="2659647"/>
        </a:xfrm>
        <a:prstGeom prst="rect">
          <a:avLst/>
        </a:prstGeom>
        <a:solidFill>
          <a:schemeClr val="accent2">
            <a:tint val="40000"/>
            <a:alpha val="90000"/>
            <a:hueOff val="-7408895"/>
            <a:satOff val="-1068"/>
            <a:lumOff val="145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408895"/>
              <a:satOff val="-1068"/>
              <a:lumOff val="14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600" kern="1200" dirty="0"/>
            <a:t>can be started with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the child private key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and</a:t>
          </a:r>
          <a:r>
            <a:rPr lang="tr-TR" sz="2600" kern="1200"/>
            <a:t> </a:t>
          </a:r>
          <a:r>
            <a:rPr lang="en-US" sz="2600" kern="1200"/>
            <a:t>the child chain code</a:t>
          </a:r>
        </a:p>
      </dsp:txBody>
      <dsp:txXfrm>
        <a:off x="6742857" y="965056"/>
        <a:ext cx="2956063" cy="265964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242ECA-C159-4062-8AA5-64BC712E0F01}">
      <dsp:nvSpPr>
        <dsp:cNvPr id="0" name=""/>
        <dsp:cNvSpPr/>
      </dsp:nvSpPr>
      <dsp:spPr>
        <a:xfrm>
          <a:off x="960755" y="7530"/>
          <a:ext cx="1023733" cy="1023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0826F-7EE7-4141-8C1B-9B9973DD270C}">
      <dsp:nvSpPr>
        <dsp:cNvPr id="0" name=""/>
        <dsp:cNvSpPr/>
      </dsp:nvSpPr>
      <dsp:spPr>
        <a:xfrm>
          <a:off x="10145" y="1139338"/>
          <a:ext cx="2924953" cy="438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child private key </a:t>
          </a:r>
        </a:p>
      </dsp:txBody>
      <dsp:txXfrm>
        <a:off x="10145" y="1139338"/>
        <a:ext cx="2924953" cy="438742"/>
      </dsp:txXfrm>
    </dsp:sp>
    <dsp:sp modelId="{A1A996F7-A645-490A-A635-5EE4ABE70F7C}">
      <dsp:nvSpPr>
        <dsp:cNvPr id="0" name=""/>
        <dsp:cNvSpPr/>
      </dsp:nvSpPr>
      <dsp:spPr>
        <a:xfrm>
          <a:off x="10145" y="1628348"/>
          <a:ext cx="2924953" cy="892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tr-TR" sz="1700" kern="1200"/>
            <a:t>generate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</a:t>
          </a:r>
          <a:r>
            <a:rPr lang="tr-TR" sz="1700" kern="1200"/>
            <a:t> </a:t>
          </a:r>
          <a:r>
            <a:rPr lang="en-US" sz="1700" kern="1200"/>
            <a:t>public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bitcoin address </a:t>
          </a:r>
        </a:p>
      </dsp:txBody>
      <dsp:txXfrm>
        <a:off x="10145" y="1628348"/>
        <a:ext cx="2924953" cy="892529"/>
      </dsp:txXfrm>
    </dsp:sp>
    <dsp:sp modelId="{33822D5F-0B2C-4E4E-A6A9-523CEECB998E}">
      <dsp:nvSpPr>
        <dsp:cNvPr id="0" name=""/>
        <dsp:cNvSpPr/>
      </dsp:nvSpPr>
      <dsp:spPr>
        <a:xfrm>
          <a:off x="4397575" y="7530"/>
          <a:ext cx="1023733" cy="1023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A0827-53C9-4F6A-8809-121B66794C30}">
      <dsp:nvSpPr>
        <dsp:cNvPr id="0" name=""/>
        <dsp:cNvSpPr/>
      </dsp:nvSpPr>
      <dsp:spPr>
        <a:xfrm>
          <a:off x="3446965" y="1139338"/>
          <a:ext cx="2924953" cy="438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Signature</a:t>
          </a:r>
          <a:endParaRPr lang="en-US" sz="2800" kern="1200"/>
        </a:p>
      </dsp:txBody>
      <dsp:txXfrm>
        <a:off x="3446965" y="1139338"/>
        <a:ext cx="2924953" cy="438742"/>
      </dsp:txXfrm>
    </dsp:sp>
    <dsp:sp modelId="{D1CC5E2C-2A1F-4DA3-95AD-7D20B56B7308}">
      <dsp:nvSpPr>
        <dsp:cNvPr id="0" name=""/>
        <dsp:cNvSpPr/>
      </dsp:nvSpPr>
      <dsp:spPr>
        <a:xfrm>
          <a:off x="3446965" y="1628348"/>
          <a:ext cx="2924953" cy="892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sign transactions </a:t>
          </a:r>
        </a:p>
      </dsp:txBody>
      <dsp:txXfrm>
        <a:off x="3446965" y="1628348"/>
        <a:ext cx="2924953" cy="892529"/>
      </dsp:txXfrm>
    </dsp:sp>
    <dsp:sp modelId="{90C849E3-39F6-48D5-9986-086FEFF83D9C}">
      <dsp:nvSpPr>
        <dsp:cNvPr id="0" name=""/>
        <dsp:cNvSpPr/>
      </dsp:nvSpPr>
      <dsp:spPr>
        <a:xfrm>
          <a:off x="7834395" y="7530"/>
          <a:ext cx="1023733" cy="1023733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E084A-B677-4D54-A291-7A1B0E257D6B}">
      <dsp:nvSpPr>
        <dsp:cNvPr id="0" name=""/>
        <dsp:cNvSpPr/>
      </dsp:nvSpPr>
      <dsp:spPr>
        <a:xfrm>
          <a:off x="6883785" y="1139338"/>
          <a:ext cx="2924953" cy="438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err="1"/>
            <a:t>Signing</a:t>
          </a:r>
          <a:endParaRPr lang="en-US" sz="2800" kern="1200"/>
        </a:p>
      </dsp:txBody>
      <dsp:txXfrm>
        <a:off x="6883785" y="1139338"/>
        <a:ext cx="2924953" cy="438742"/>
      </dsp:txXfrm>
    </dsp:sp>
    <dsp:sp modelId="{E1974064-9DC2-4531-B787-0018E40AA0FC}">
      <dsp:nvSpPr>
        <dsp:cNvPr id="0" name=""/>
        <dsp:cNvSpPr/>
      </dsp:nvSpPr>
      <dsp:spPr>
        <a:xfrm>
          <a:off x="6883785" y="1628348"/>
          <a:ext cx="2924953" cy="892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spend</a:t>
          </a:r>
          <a:r>
            <a:rPr lang="tr-TR" sz="1700" kern="1200"/>
            <a:t> </a:t>
          </a:r>
          <a:r>
            <a:rPr lang="en-US" sz="1700" kern="1200"/>
            <a:t>anything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paid to that address</a:t>
          </a:r>
        </a:p>
      </dsp:txBody>
      <dsp:txXfrm>
        <a:off x="6883785" y="1628348"/>
        <a:ext cx="2924953" cy="892529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9CD28-E10F-441B-8E1A-F300C3C0DD1D}">
      <dsp:nvSpPr>
        <dsp:cNvPr id="0" name=""/>
        <dsp:cNvSpPr/>
      </dsp:nvSpPr>
      <dsp:spPr>
        <a:xfrm>
          <a:off x="698671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A77E8-E620-4943-B9A1-0D25EC575CEC}">
      <dsp:nvSpPr>
        <dsp:cNvPr id="0" name=""/>
        <dsp:cNvSpPr/>
      </dsp:nvSpPr>
      <dsp:spPr>
        <a:xfrm>
          <a:off x="2156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Keys</a:t>
          </a:r>
          <a:endParaRPr lang="en-US" sz="2000" kern="1200" dirty="0"/>
        </a:p>
      </dsp:txBody>
      <dsp:txXfrm>
        <a:off x="2156" y="1619132"/>
        <a:ext cx="2143124" cy="321468"/>
      </dsp:txXfrm>
    </dsp:sp>
    <dsp:sp modelId="{7ACAF400-F621-4094-B089-5EBD9C705968}">
      <dsp:nvSpPr>
        <dsp:cNvPr id="0" name=""/>
        <dsp:cNvSpPr/>
      </dsp:nvSpPr>
      <dsp:spPr>
        <a:xfrm>
          <a:off x="2156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Once</a:t>
          </a:r>
          <a:r>
            <a:rPr lang="tr-TR" sz="1500" kern="1200" dirty="0"/>
            <a:t> </a:t>
          </a:r>
          <a:r>
            <a:rPr lang="tr-TR" sz="1500" kern="1200" dirty="0" err="1"/>
            <a:t>created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Can be </a:t>
          </a:r>
          <a:r>
            <a:rPr lang="tr-TR" sz="1500" kern="1200" dirty="0" err="1"/>
            <a:t>used</a:t>
          </a:r>
          <a:r>
            <a:rPr lang="tr-TR" sz="1500" kern="1200" dirty="0"/>
            <a:t> as normal </a:t>
          </a:r>
          <a:r>
            <a:rPr lang="tr-TR" sz="1500" kern="1200" dirty="0" err="1"/>
            <a:t>keys</a:t>
          </a:r>
          <a:endParaRPr lang="en-US" sz="1500" kern="1200" dirty="0"/>
        </a:p>
      </dsp:txBody>
      <dsp:txXfrm>
        <a:off x="2156" y="1982465"/>
        <a:ext cx="2143124" cy="889752"/>
      </dsp:txXfrm>
    </dsp:sp>
    <dsp:sp modelId="{01528F0D-579A-435C-913A-31A8AA3932A4}">
      <dsp:nvSpPr>
        <dsp:cNvPr id="0" name=""/>
        <dsp:cNvSpPr/>
      </dsp:nvSpPr>
      <dsp:spPr>
        <a:xfrm>
          <a:off x="3216843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F15A0-7D1F-4386-9CFA-9BF86E01572D}">
      <dsp:nvSpPr>
        <dsp:cNvPr id="0" name=""/>
        <dsp:cNvSpPr/>
      </dsp:nvSpPr>
      <dsp:spPr>
        <a:xfrm>
          <a:off x="2520328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Provide</a:t>
          </a:r>
          <a:r>
            <a:rPr lang="tr-TR" sz="2000" kern="1200" dirty="0"/>
            <a:t> a </a:t>
          </a:r>
          <a:r>
            <a:rPr lang="tr-TR" sz="2000" kern="1200" dirty="0" err="1"/>
            <a:t>Sequence</a:t>
          </a:r>
          <a:endParaRPr lang="en-US" sz="2000" kern="1200" dirty="0"/>
        </a:p>
      </dsp:txBody>
      <dsp:txXfrm>
        <a:off x="2520328" y="1619132"/>
        <a:ext cx="2143124" cy="321468"/>
      </dsp:txXfrm>
    </dsp:sp>
    <dsp:sp modelId="{74C3DF9E-173F-47D8-8028-1AC2F360BEFD}">
      <dsp:nvSpPr>
        <dsp:cNvPr id="0" name=""/>
        <dsp:cNvSpPr/>
      </dsp:nvSpPr>
      <dsp:spPr>
        <a:xfrm>
          <a:off x="2520328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child private key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public key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bitcoin</a:t>
          </a:r>
          <a:r>
            <a:rPr lang="tr-TR" sz="1500" kern="1200"/>
            <a:t> </a:t>
          </a:r>
          <a:r>
            <a:rPr lang="en-US" sz="1500" kern="1200"/>
            <a:t>address </a:t>
          </a:r>
        </a:p>
      </dsp:txBody>
      <dsp:txXfrm>
        <a:off x="2520328" y="1982465"/>
        <a:ext cx="2143124" cy="889752"/>
      </dsp:txXfrm>
    </dsp:sp>
    <dsp:sp modelId="{83F1D383-B017-42A0-87D6-87E36FBC3E26}">
      <dsp:nvSpPr>
        <dsp:cNvPr id="0" name=""/>
        <dsp:cNvSpPr/>
      </dsp:nvSpPr>
      <dsp:spPr>
        <a:xfrm>
          <a:off x="5735015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6BAE7-36B8-41EE-A687-30584E1BCA38}">
      <dsp:nvSpPr>
        <dsp:cNvPr id="0" name=""/>
        <dsp:cNvSpPr/>
      </dsp:nvSpPr>
      <dsp:spPr>
        <a:xfrm>
          <a:off x="5038499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Randomness</a:t>
          </a:r>
          <a:endParaRPr lang="en-US" sz="2000" kern="1200" dirty="0"/>
        </a:p>
      </dsp:txBody>
      <dsp:txXfrm>
        <a:off x="5038499" y="1619132"/>
        <a:ext cx="2143124" cy="321468"/>
      </dsp:txXfrm>
    </dsp:sp>
    <dsp:sp modelId="{7A3ECCB9-DBAA-4806-BD68-8B629EA1B027}">
      <dsp:nvSpPr>
        <dsp:cNvPr id="0" name=""/>
        <dsp:cNvSpPr/>
      </dsp:nvSpPr>
      <dsp:spPr>
        <a:xfrm>
          <a:off x="5038499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</a:t>
          </a:r>
          <a:r>
            <a:rPr lang="tr-TR" sz="1500" kern="1200"/>
            <a:t> are</a:t>
          </a:r>
          <a:r>
            <a:rPr lang="en-US" sz="1500" kern="1200"/>
            <a:t> indistinguishable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from </a:t>
          </a:r>
          <a:r>
            <a:rPr lang="tr-TR" sz="1500" kern="1200"/>
            <a:t>random </a:t>
          </a:r>
          <a:r>
            <a:rPr lang="en-US" sz="1500" kern="1200"/>
            <a:t>keys and addresses</a:t>
          </a:r>
        </a:p>
      </dsp:txBody>
      <dsp:txXfrm>
        <a:off x="5038499" y="1982465"/>
        <a:ext cx="2143124" cy="889752"/>
      </dsp:txXfrm>
    </dsp:sp>
    <dsp:sp modelId="{448FB762-3322-4037-BE7C-A738B52AF0A3}">
      <dsp:nvSpPr>
        <dsp:cNvPr id="0" name=""/>
        <dsp:cNvSpPr/>
      </dsp:nvSpPr>
      <dsp:spPr>
        <a:xfrm>
          <a:off x="8253187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6E616-86A8-494F-8EF3-C2E54D2075A9}">
      <dsp:nvSpPr>
        <dsp:cNvPr id="0" name=""/>
        <dsp:cNvSpPr/>
      </dsp:nvSpPr>
      <dsp:spPr>
        <a:xfrm>
          <a:off x="7556671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Visibility</a:t>
          </a:r>
          <a:endParaRPr lang="en-US" sz="2000" kern="1200"/>
        </a:p>
      </dsp:txBody>
      <dsp:txXfrm>
        <a:off x="7556671" y="1619132"/>
        <a:ext cx="2143124" cy="321468"/>
      </dsp:txXfrm>
    </dsp:sp>
    <dsp:sp modelId="{206E3353-4CA8-4C7F-B226-236B2EC90CD4}">
      <dsp:nvSpPr>
        <dsp:cNvPr id="0" name=""/>
        <dsp:cNvSpPr/>
      </dsp:nvSpPr>
      <dsp:spPr>
        <a:xfrm>
          <a:off x="7556671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nobody can see them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outside of the HD wallet</a:t>
          </a:r>
        </a:p>
      </dsp:txBody>
      <dsp:txXfrm>
        <a:off x="7556671" y="1982465"/>
        <a:ext cx="2143124" cy="889752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38920-93EE-4DBD-B35D-FB1B9AD4ECDD}">
      <dsp:nvSpPr>
        <dsp:cNvPr id="0" name=""/>
        <dsp:cNvSpPr/>
      </dsp:nvSpPr>
      <dsp:spPr>
        <a:xfrm>
          <a:off x="943992" y="95165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6BA8B-CAC6-42CE-A74C-64E86026DA54}">
      <dsp:nvSpPr>
        <dsp:cNvPr id="0" name=""/>
        <dsp:cNvSpPr/>
      </dsp:nvSpPr>
      <dsp:spPr>
        <a:xfrm>
          <a:off x="3421" y="207664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Extended Key</a:t>
          </a:r>
          <a:endParaRPr lang="en-US" sz="2800" kern="1200" dirty="0"/>
        </a:p>
      </dsp:txBody>
      <dsp:txXfrm>
        <a:off x="3421" y="2076643"/>
        <a:ext cx="2894062" cy="434109"/>
      </dsp:txXfrm>
    </dsp:sp>
    <dsp:sp modelId="{A1CE86B1-425A-46D8-BC18-C7F6E38305D8}">
      <dsp:nvSpPr>
        <dsp:cNvPr id="0" name=""/>
        <dsp:cNvSpPr/>
      </dsp:nvSpPr>
      <dsp:spPr>
        <a:xfrm>
          <a:off x="3421" y="2562877"/>
          <a:ext cx="2894062" cy="9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Combination of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Key and Child code</a:t>
          </a:r>
          <a:endParaRPr lang="en-US" sz="1700" kern="1200"/>
        </a:p>
      </dsp:txBody>
      <dsp:txXfrm>
        <a:off x="3421" y="2562877"/>
        <a:ext cx="2894062" cy="995000"/>
      </dsp:txXfrm>
    </dsp:sp>
    <dsp:sp modelId="{DDFD2047-DBDB-43E4-9132-DC727938BAAC}">
      <dsp:nvSpPr>
        <dsp:cNvPr id="0" name=""/>
        <dsp:cNvSpPr/>
      </dsp:nvSpPr>
      <dsp:spPr>
        <a:xfrm>
          <a:off x="4344515" y="95165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BE06D-EAB9-48F7-89D7-CDB4C7B4E199}">
      <dsp:nvSpPr>
        <dsp:cNvPr id="0" name=""/>
        <dsp:cNvSpPr/>
      </dsp:nvSpPr>
      <dsp:spPr>
        <a:xfrm>
          <a:off x="3403945" y="207664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Extensible keys</a:t>
          </a:r>
          <a:endParaRPr lang="en-US" sz="2800" kern="1200" dirty="0"/>
        </a:p>
      </dsp:txBody>
      <dsp:txXfrm>
        <a:off x="3403945" y="2076643"/>
        <a:ext cx="2894062" cy="434109"/>
      </dsp:txXfrm>
    </dsp:sp>
    <dsp:sp modelId="{D52A9997-B25B-4601-AB72-C9970C5AB3AF}">
      <dsp:nvSpPr>
        <dsp:cNvPr id="0" name=""/>
        <dsp:cNvSpPr/>
      </dsp:nvSpPr>
      <dsp:spPr>
        <a:xfrm>
          <a:off x="3403945" y="2562877"/>
          <a:ext cx="2894062" cy="9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 be used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derive new children keys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at any level of tree</a:t>
          </a:r>
          <a:endParaRPr lang="en-US" sz="1700" kern="1200" dirty="0"/>
        </a:p>
      </dsp:txBody>
      <dsp:txXfrm>
        <a:off x="3403945" y="2562877"/>
        <a:ext cx="2894062" cy="995000"/>
      </dsp:txXfrm>
    </dsp:sp>
    <dsp:sp modelId="{D4C6B264-A605-4E34-9200-B99C22AC3514}">
      <dsp:nvSpPr>
        <dsp:cNvPr id="0" name=""/>
        <dsp:cNvSpPr/>
      </dsp:nvSpPr>
      <dsp:spPr>
        <a:xfrm>
          <a:off x="7745039" y="95165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B6D79-5AC0-43A5-8C53-58CA96FB7645}">
      <dsp:nvSpPr>
        <dsp:cNvPr id="0" name=""/>
        <dsp:cNvSpPr/>
      </dsp:nvSpPr>
      <dsp:spPr>
        <a:xfrm>
          <a:off x="6804468" y="207664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Inputs</a:t>
          </a:r>
          <a:endParaRPr lang="en-US" sz="2800" kern="1200"/>
        </a:p>
      </dsp:txBody>
      <dsp:txXfrm>
        <a:off x="6804468" y="2076643"/>
        <a:ext cx="2894062" cy="434109"/>
      </dsp:txXfrm>
    </dsp:sp>
    <dsp:sp modelId="{E1AD3662-F380-48B5-A984-A0AD825AC9FD}">
      <dsp:nvSpPr>
        <dsp:cNvPr id="0" name=""/>
        <dsp:cNvSpPr/>
      </dsp:nvSpPr>
      <dsp:spPr>
        <a:xfrm>
          <a:off x="6804468" y="2562877"/>
          <a:ext cx="2894062" cy="9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</a:t>
          </a:r>
          <a:r>
            <a:rPr lang="en-US" sz="1700" b="1" kern="1200" dirty="0"/>
            <a:t>key</a:t>
          </a:r>
          <a:endParaRPr lang="en-US" sz="1700" b="0" u="sng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</a:t>
          </a:r>
          <a:r>
            <a:rPr lang="en-US" sz="1700" b="1" kern="1200"/>
            <a:t>chain</a:t>
          </a:r>
          <a:r>
            <a:rPr lang="en-US" sz="1700" kern="1200"/>
            <a:t> </a:t>
          </a:r>
          <a:r>
            <a:rPr lang="en-US" sz="1700" b="1" kern="1200"/>
            <a:t>code</a:t>
          </a:r>
          <a:endParaRPr lang="en-US" sz="1700" b="0" u="sng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index of the</a:t>
          </a:r>
          <a:r>
            <a:rPr lang="tr-TR" sz="1700" kern="1200"/>
            <a:t> </a:t>
          </a:r>
          <a:r>
            <a:rPr lang="en-US" sz="1700" kern="1200"/>
            <a:t>desired child</a:t>
          </a:r>
        </a:p>
      </dsp:txBody>
      <dsp:txXfrm>
        <a:off x="6804468" y="2562877"/>
        <a:ext cx="2894062" cy="995000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AFD56-1F7D-4B0E-B9C2-B14BF75D0DA9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7F463-20CC-4D8E-80DD-BD8621FBE168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Extended keys</a:t>
          </a:r>
        </a:p>
      </dsp:txBody>
      <dsp:txXfrm>
        <a:off x="3421" y="1823640"/>
        <a:ext cx="2894062" cy="434109"/>
      </dsp:txXfrm>
    </dsp:sp>
    <dsp:sp modelId="{46A87767-A802-466B-8866-35FCFEA20548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512 Bits</a:t>
          </a:r>
          <a:endParaRPr lang="en-US" sz="1700" kern="1200"/>
        </a:p>
      </dsp:txBody>
      <dsp:txXfrm>
        <a:off x="3421" y="2302165"/>
        <a:ext cx="2894062" cy="633860"/>
      </dsp:txXfrm>
    </dsp:sp>
    <dsp:sp modelId="{0AB2D0E5-A95F-4910-90F9-AA44B7564DE1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04F1E-61B7-4090-BA2F-D576D87F8C05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concatenation</a:t>
          </a:r>
        </a:p>
      </dsp:txBody>
      <dsp:txXfrm>
        <a:off x="3403945" y="1823640"/>
        <a:ext cx="2894062" cy="434109"/>
      </dsp:txXfrm>
    </dsp:sp>
    <dsp:sp modelId="{C18679CC-ADF7-4F21-972B-53D0A8302537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Key: </a:t>
          </a:r>
          <a:r>
            <a:rPr lang="en-US" sz="1700" kern="1200"/>
            <a:t>256-bit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Chain Code: </a:t>
          </a:r>
          <a:r>
            <a:rPr lang="en-US" sz="1700" kern="1200"/>
            <a:t>256-bit</a:t>
          </a:r>
        </a:p>
      </dsp:txBody>
      <dsp:txXfrm>
        <a:off x="3403945" y="2302165"/>
        <a:ext cx="2894062" cy="633860"/>
      </dsp:txXfrm>
    </dsp:sp>
    <dsp:sp modelId="{2BC21F53-8F64-4E84-8BA8-B312637EEB22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4107E-F858-49B9-90DC-5687D8972C26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 Types</a:t>
          </a:r>
          <a:endParaRPr lang="en-US" sz="2800" kern="1200"/>
        </a:p>
      </dsp:txBody>
      <dsp:txXfrm>
        <a:off x="6804468" y="1823640"/>
        <a:ext cx="2894062" cy="434109"/>
      </dsp:txXfrm>
    </dsp:sp>
    <dsp:sp modelId="{E3E78672-A834-4AE3-8E51-A9F9F431C14E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extended </a:t>
          </a:r>
          <a:r>
            <a:rPr lang="en-US" sz="1700" b="1" kern="1200"/>
            <a:t>private</a:t>
          </a:r>
          <a:r>
            <a:rPr lang="en-US" sz="1700" kern="1200"/>
            <a:t>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extended</a:t>
          </a:r>
          <a:r>
            <a:rPr lang="tr-TR" sz="1700" kern="1200"/>
            <a:t> </a:t>
          </a:r>
          <a:r>
            <a:rPr lang="en-US" sz="1700" b="1" kern="1200"/>
            <a:t>public</a:t>
          </a:r>
          <a:r>
            <a:rPr lang="en-US" sz="1700" kern="1200"/>
            <a:t> key</a:t>
          </a:r>
        </a:p>
      </dsp:txBody>
      <dsp:txXfrm>
        <a:off x="6804468" y="2302165"/>
        <a:ext cx="2894062" cy="633860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A51D2-53CF-47EB-91DE-3AB98F8D24C1}">
      <dsp:nvSpPr>
        <dsp:cNvPr id="0" name=""/>
        <dsp:cNvSpPr/>
      </dsp:nvSpPr>
      <dsp:spPr>
        <a:xfrm>
          <a:off x="698671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CC1D6-EC1D-48A0-8F86-D365CB1B222D}">
      <dsp:nvSpPr>
        <dsp:cNvPr id="0" name=""/>
        <dsp:cNvSpPr/>
      </dsp:nvSpPr>
      <dsp:spPr>
        <a:xfrm>
          <a:off x="2156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Extended Private Key</a:t>
          </a:r>
          <a:endParaRPr lang="en-US" sz="1900" kern="1200"/>
        </a:p>
      </dsp:txBody>
      <dsp:txXfrm>
        <a:off x="2156" y="1660584"/>
        <a:ext cx="2143124" cy="321468"/>
      </dsp:txXfrm>
    </dsp:sp>
    <dsp:sp modelId="{E73FAE33-CA47-4E38-AA41-980BD0A2B253}">
      <dsp:nvSpPr>
        <dsp:cNvPr id="0" name=""/>
        <dsp:cNvSpPr/>
      </dsp:nvSpPr>
      <dsp:spPr>
        <a:xfrm>
          <a:off x="2156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combination of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private key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chain code </a:t>
          </a:r>
        </a:p>
      </dsp:txBody>
      <dsp:txXfrm>
        <a:off x="2156" y="2022102"/>
        <a:ext cx="2143124" cy="804763"/>
      </dsp:txXfrm>
    </dsp:sp>
    <dsp:sp modelId="{4F1AFEC1-9B23-410C-AA57-F98F497D1163}">
      <dsp:nvSpPr>
        <dsp:cNvPr id="0" name=""/>
        <dsp:cNvSpPr/>
      </dsp:nvSpPr>
      <dsp:spPr>
        <a:xfrm>
          <a:off x="3216843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B6DCB-C92E-41CD-8977-C4098EAC148F}">
      <dsp:nvSpPr>
        <dsp:cNvPr id="0" name=""/>
        <dsp:cNvSpPr/>
      </dsp:nvSpPr>
      <dsp:spPr>
        <a:xfrm>
          <a:off x="2520328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used to</a:t>
          </a:r>
        </a:p>
      </dsp:txBody>
      <dsp:txXfrm>
        <a:off x="2520328" y="1660584"/>
        <a:ext cx="2143124" cy="321468"/>
      </dsp:txXfrm>
    </dsp:sp>
    <dsp:sp modelId="{50A805F1-5F18-43A9-8C31-80C2B91B5E24}">
      <dsp:nvSpPr>
        <dsp:cNvPr id="0" name=""/>
        <dsp:cNvSpPr/>
      </dsp:nvSpPr>
      <dsp:spPr>
        <a:xfrm>
          <a:off x="2520328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derive child private keys</a:t>
          </a:r>
        </a:p>
      </dsp:txBody>
      <dsp:txXfrm>
        <a:off x="2520328" y="2022102"/>
        <a:ext cx="2143124" cy="804763"/>
      </dsp:txXfrm>
    </dsp:sp>
    <dsp:sp modelId="{87EA0BA4-EAAC-442E-B20F-AF3157C0BB38}">
      <dsp:nvSpPr>
        <dsp:cNvPr id="0" name=""/>
        <dsp:cNvSpPr/>
      </dsp:nvSpPr>
      <dsp:spPr>
        <a:xfrm>
          <a:off x="5735015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F7FF-6D30-4066-993E-9C6903E3F64C}">
      <dsp:nvSpPr>
        <dsp:cNvPr id="0" name=""/>
        <dsp:cNvSpPr/>
      </dsp:nvSpPr>
      <dsp:spPr>
        <a:xfrm>
          <a:off x="5038499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Extended Public Key</a:t>
          </a:r>
          <a:endParaRPr lang="en-US" sz="1900" kern="1200"/>
        </a:p>
      </dsp:txBody>
      <dsp:txXfrm>
        <a:off x="5038499" y="1660584"/>
        <a:ext cx="2143124" cy="321468"/>
      </dsp:txXfrm>
    </dsp:sp>
    <dsp:sp modelId="{F66AEB26-869F-4766-8866-1659BBF5E717}">
      <dsp:nvSpPr>
        <dsp:cNvPr id="0" name=""/>
        <dsp:cNvSpPr/>
      </dsp:nvSpPr>
      <dsp:spPr>
        <a:xfrm>
          <a:off x="5038499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is a public key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and chain code</a:t>
          </a:r>
        </a:p>
      </dsp:txBody>
      <dsp:txXfrm>
        <a:off x="5038499" y="2022102"/>
        <a:ext cx="2143124" cy="804763"/>
      </dsp:txXfrm>
    </dsp:sp>
    <dsp:sp modelId="{827EED93-600D-486E-AB34-25379AD22D3D}">
      <dsp:nvSpPr>
        <dsp:cNvPr id="0" name=""/>
        <dsp:cNvSpPr/>
      </dsp:nvSpPr>
      <dsp:spPr>
        <a:xfrm>
          <a:off x="8253187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B38FD-9B3B-4811-AF9D-854C7F95F5B0}">
      <dsp:nvSpPr>
        <dsp:cNvPr id="0" name=""/>
        <dsp:cNvSpPr/>
      </dsp:nvSpPr>
      <dsp:spPr>
        <a:xfrm>
          <a:off x="7556671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used to</a:t>
          </a:r>
        </a:p>
      </dsp:txBody>
      <dsp:txXfrm>
        <a:off x="7556671" y="1660584"/>
        <a:ext cx="2143124" cy="321468"/>
      </dsp:txXfrm>
    </dsp:sp>
    <dsp:sp modelId="{50532EFE-8BDC-403F-A7E0-C97DD204A45E}">
      <dsp:nvSpPr>
        <dsp:cNvPr id="0" name=""/>
        <dsp:cNvSpPr/>
      </dsp:nvSpPr>
      <dsp:spPr>
        <a:xfrm>
          <a:off x="7556671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create child public</a:t>
          </a:r>
          <a:r>
            <a:rPr lang="tr-TR" sz="1400" kern="1200"/>
            <a:t> keys</a:t>
          </a:r>
          <a:endParaRPr lang="en-US" sz="1400" kern="1200"/>
        </a:p>
      </dsp:txBody>
      <dsp:txXfrm>
        <a:off x="7556671" y="2022102"/>
        <a:ext cx="2143124" cy="804763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FDBC6-3DF2-4A40-BAE0-88711CE03A6D}">
      <dsp:nvSpPr>
        <dsp:cNvPr id="0" name=""/>
        <dsp:cNvSpPr/>
      </dsp:nvSpPr>
      <dsp:spPr>
        <a:xfrm>
          <a:off x="3718" y="797487"/>
          <a:ext cx="518504" cy="5185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4156D-447E-4152-9F5F-46DBCFB5FA2A}">
      <dsp:nvSpPr>
        <dsp:cNvPr id="0" name=""/>
        <dsp:cNvSpPr/>
      </dsp:nvSpPr>
      <dsp:spPr>
        <a:xfrm>
          <a:off x="3718" y="1372106"/>
          <a:ext cx="1481442" cy="222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Root of Branch</a:t>
          </a:r>
          <a:endParaRPr lang="en-US" sz="1400" kern="1200"/>
        </a:p>
      </dsp:txBody>
      <dsp:txXfrm>
        <a:off x="3718" y="1372106"/>
        <a:ext cx="1481442" cy="222216"/>
      </dsp:txXfrm>
    </dsp:sp>
    <dsp:sp modelId="{BEF2AEB9-0CA2-42C9-9498-701A41CCFEAC}">
      <dsp:nvSpPr>
        <dsp:cNvPr id="0" name=""/>
        <dsp:cNvSpPr/>
      </dsp:nvSpPr>
      <dsp:spPr>
        <a:xfrm>
          <a:off x="3718" y="1620422"/>
          <a:ext cx="1481442" cy="482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 the HD wallet</a:t>
          </a:r>
          <a:r>
            <a:rPr lang="tr-TR" sz="1100" kern="1200"/>
            <a:t> </a:t>
          </a:r>
          <a:r>
            <a:rPr lang="en-US" sz="1100" kern="1200"/>
            <a:t>tree structure</a:t>
          </a:r>
        </a:p>
      </dsp:txBody>
      <dsp:txXfrm>
        <a:off x="3718" y="1620422"/>
        <a:ext cx="1481442" cy="482044"/>
      </dsp:txXfrm>
    </dsp:sp>
    <dsp:sp modelId="{C810DD61-72AE-4A7D-BF7A-0828FE466170}">
      <dsp:nvSpPr>
        <dsp:cNvPr id="0" name=""/>
        <dsp:cNvSpPr/>
      </dsp:nvSpPr>
      <dsp:spPr>
        <a:xfrm>
          <a:off x="1744413" y="797487"/>
          <a:ext cx="518504" cy="5185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BB0CE-A382-4003-9A38-23301FFCA4D2}">
      <dsp:nvSpPr>
        <dsp:cNvPr id="0" name=""/>
        <dsp:cNvSpPr/>
      </dsp:nvSpPr>
      <dsp:spPr>
        <a:xfrm>
          <a:off x="1744413" y="1372106"/>
          <a:ext cx="1481442" cy="222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Access to Rest</a:t>
          </a:r>
          <a:endParaRPr lang="en-US" sz="1400" kern="1200"/>
        </a:p>
      </dsp:txBody>
      <dsp:txXfrm>
        <a:off x="1744413" y="1372106"/>
        <a:ext cx="1481442" cy="222216"/>
      </dsp:txXfrm>
    </dsp:sp>
    <dsp:sp modelId="{51314118-ED17-4CD7-AE2E-188271BDEC92}">
      <dsp:nvSpPr>
        <dsp:cNvPr id="0" name=""/>
        <dsp:cNvSpPr/>
      </dsp:nvSpPr>
      <dsp:spPr>
        <a:xfrm>
          <a:off x="1744413" y="1620422"/>
          <a:ext cx="1481442" cy="482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Access or </a:t>
          </a:r>
          <a:r>
            <a:rPr lang="en-US" sz="1100" kern="1200"/>
            <a:t>derive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rest of the branch</a:t>
          </a:r>
        </a:p>
      </dsp:txBody>
      <dsp:txXfrm>
        <a:off x="1744413" y="1620422"/>
        <a:ext cx="1481442" cy="482044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A7944-2130-4B7E-8C2F-60817163E460}">
      <dsp:nvSpPr>
        <dsp:cNvPr id="0" name=""/>
        <dsp:cNvSpPr/>
      </dsp:nvSpPr>
      <dsp:spPr>
        <a:xfrm>
          <a:off x="1040125" y="688359"/>
          <a:ext cx="1119234" cy="11192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CCA4B-CD3D-4681-B064-AF8557B45682}">
      <dsp:nvSpPr>
        <dsp:cNvPr id="0" name=""/>
        <dsp:cNvSpPr/>
      </dsp:nvSpPr>
      <dsp:spPr>
        <a:xfrm>
          <a:off x="836" y="1909810"/>
          <a:ext cx="3197812" cy="47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To share</a:t>
          </a:r>
          <a:endParaRPr lang="en-US" sz="3000" kern="1200" dirty="0"/>
        </a:p>
      </dsp:txBody>
      <dsp:txXfrm>
        <a:off x="836" y="1909810"/>
        <a:ext cx="3197812" cy="479671"/>
      </dsp:txXfrm>
    </dsp:sp>
    <dsp:sp modelId="{D53CC553-94F7-4A60-B787-A36932D22493}">
      <dsp:nvSpPr>
        <dsp:cNvPr id="0" name=""/>
        <dsp:cNvSpPr/>
      </dsp:nvSpPr>
      <dsp:spPr>
        <a:xfrm>
          <a:off x="836" y="2437024"/>
          <a:ext cx="3197812" cy="628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give access to the branch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share extended key</a:t>
          </a:r>
          <a:endParaRPr lang="en-US" sz="1700" kern="1200" dirty="0"/>
        </a:p>
      </dsp:txBody>
      <dsp:txXfrm>
        <a:off x="836" y="2437024"/>
        <a:ext cx="3197812" cy="628469"/>
      </dsp:txXfrm>
    </dsp:sp>
    <dsp:sp modelId="{1D194E1E-386F-4995-A138-6098ABADA48D}">
      <dsp:nvSpPr>
        <dsp:cNvPr id="0" name=""/>
        <dsp:cNvSpPr/>
      </dsp:nvSpPr>
      <dsp:spPr>
        <a:xfrm>
          <a:off x="4797554" y="688359"/>
          <a:ext cx="1119234" cy="11192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426D3-F25A-4569-87B5-ED622515EA4F}">
      <dsp:nvSpPr>
        <dsp:cNvPr id="0" name=""/>
        <dsp:cNvSpPr/>
      </dsp:nvSpPr>
      <dsp:spPr>
        <a:xfrm>
          <a:off x="3758265" y="1909810"/>
          <a:ext cx="3197812" cy="47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Extended key</a:t>
          </a:r>
          <a:endParaRPr lang="en-US" sz="3000" kern="1200" dirty="0"/>
        </a:p>
      </dsp:txBody>
      <dsp:txXfrm>
        <a:off x="3758265" y="1909810"/>
        <a:ext cx="3197812" cy="479671"/>
      </dsp:txXfrm>
    </dsp:sp>
    <dsp:sp modelId="{7C8A41C5-BAFD-4094-AF82-7E093EC77F56}">
      <dsp:nvSpPr>
        <dsp:cNvPr id="0" name=""/>
        <dsp:cNvSpPr/>
      </dsp:nvSpPr>
      <dsp:spPr>
        <a:xfrm>
          <a:off x="3758265" y="2437024"/>
          <a:ext cx="3197812" cy="628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 + Chain Code</a:t>
          </a:r>
          <a:endParaRPr lang="en-US" sz="1700" kern="1200" dirty="0"/>
        </a:p>
      </dsp:txBody>
      <dsp:txXfrm>
        <a:off x="3758265" y="2437024"/>
        <a:ext cx="3197812" cy="628469"/>
      </dsp:txXfrm>
    </dsp:sp>
    <dsp:sp modelId="{1A7687F0-10EE-4127-8553-BA2E15EDC5BE}">
      <dsp:nvSpPr>
        <dsp:cNvPr id="0" name=""/>
        <dsp:cNvSpPr/>
      </dsp:nvSpPr>
      <dsp:spPr>
        <a:xfrm>
          <a:off x="8554984" y="688359"/>
          <a:ext cx="1119234" cy="11192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7819D-4E3F-4940-8D34-28D7A7467225}">
      <dsp:nvSpPr>
        <dsp:cNvPr id="0" name=""/>
        <dsp:cNvSpPr/>
      </dsp:nvSpPr>
      <dsp:spPr>
        <a:xfrm>
          <a:off x="7515695" y="1909810"/>
          <a:ext cx="3197812" cy="47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Generation</a:t>
          </a:r>
          <a:endParaRPr lang="en-US" sz="3000" kern="1200" dirty="0"/>
        </a:p>
      </dsp:txBody>
      <dsp:txXfrm>
        <a:off x="7515695" y="1909810"/>
        <a:ext cx="3197812" cy="479671"/>
      </dsp:txXfrm>
    </dsp:sp>
    <dsp:sp modelId="{194505C4-548F-47CE-BCE3-8CFD47592E7E}">
      <dsp:nvSpPr>
        <dsp:cNvPr id="0" name=""/>
        <dsp:cNvSpPr/>
      </dsp:nvSpPr>
      <dsp:spPr>
        <a:xfrm>
          <a:off x="7515695" y="2437024"/>
          <a:ext cx="3197812" cy="628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Extended key is enough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derive the rest</a:t>
          </a:r>
        </a:p>
      </dsp:txBody>
      <dsp:txXfrm>
        <a:off x="7515695" y="2437024"/>
        <a:ext cx="3197812" cy="628469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03723-1C25-4D90-9D74-2814D992D974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3C6C6-34F9-438F-9772-3677EA286DAA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Base58Check</a:t>
          </a:r>
        </a:p>
      </dsp:txBody>
      <dsp:txXfrm>
        <a:off x="3421" y="1828085"/>
        <a:ext cx="2894062" cy="434109"/>
      </dsp:txXfrm>
    </dsp:sp>
    <dsp:sp modelId="{8184F3E8-F42D-4C07-AC3E-397666D99320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Extended keys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encoded </a:t>
          </a:r>
        </a:p>
      </dsp:txBody>
      <dsp:txXfrm>
        <a:off x="3421" y="2306416"/>
        <a:ext cx="2894062" cy="624745"/>
      </dsp:txXfrm>
    </dsp:sp>
    <dsp:sp modelId="{DD20CCE3-9517-4EE3-8A20-EA9E4A88E910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18702-F779-4EE8-BBB3-2588D1CE1F13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Simplify transfer</a:t>
          </a:r>
          <a:endParaRPr lang="en-US" sz="2800" kern="1200"/>
        </a:p>
      </dsp:txBody>
      <dsp:txXfrm>
        <a:off x="3403945" y="1828085"/>
        <a:ext cx="2894062" cy="434109"/>
      </dsp:txXfrm>
    </dsp:sp>
    <dsp:sp modelId="{C5E8A227-0F35-46FD-AB4F-51883C370CD1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Simplification of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export and import</a:t>
          </a:r>
        </a:p>
      </dsp:txBody>
      <dsp:txXfrm>
        <a:off x="3403945" y="2306416"/>
        <a:ext cx="2894062" cy="624745"/>
      </dsp:txXfrm>
    </dsp:sp>
    <dsp:sp modelId="{F7D83266-2147-4971-8FE5-5FB19632C5C8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45AB7-977C-406A-88E0-CD907048308D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Between Wallets</a:t>
          </a:r>
          <a:endParaRPr lang="en-US" sz="2800" kern="1200"/>
        </a:p>
      </dsp:txBody>
      <dsp:txXfrm>
        <a:off x="6804468" y="1828085"/>
        <a:ext cx="2894062" cy="434109"/>
      </dsp:txXfrm>
    </dsp:sp>
    <dsp:sp modelId="{52E79D1F-0887-44FD-8412-C057893ADEF7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different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BIP-32–compatible wallets</a:t>
          </a:r>
        </a:p>
      </dsp:txBody>
      <dsp:txXfrm>
        <a:off x="6804468" y="2306416"/>
        <a:ext cx="2894062" cy="624745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75754-394F-4C6E-92FD-73E61EC3E6DD}">
      <dsp:nvSpPr>
        <dsp:cNvPr id="0" name=""/>
        <dsp:cNvSpPr/>
      </dsp:nvSpPr>
      <dsp:spPr>
        <a:xfrm>
          <a:off x="2156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9F07A-145E-448D-A8DD-B66865F66E0E}">
      <dsp:nvSpPr>
        <dsp:cNvPr id="0" name=""/>
        <dsp:cNvSpPr/>
      </dsp:nvSpPr>
      <dsp:spPr>
        <a:xfrm>
          <a:off x="2156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Version Number</a:t>
          </a:r>
          <a:endParaRPr lang="en-US" sz="2000" kern="1200"/>
        </a:p>
      </dsp:txBody>
      <dsp:txXfrm>
        <a:off x="2156" y="1824839"/>
        <a:ext cx="2143124" cy="321468"/>
      </dsp:txXfrm>
    </dsp:sp>
    <dsp:sp modelId="{59AB2B21-2378-4F7D-9D29-DD5AAA859362}">
      <dsp:nvSpPr>
        <dsp:cNvPr id="0" name=""/>
        <dsp:cNvSpPr/>
      </dsp:nvSpPr>
      <dsp:spPr>
        <a:xfrm>
          <a:off x="2156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Uses Special Version Number</a:t>
          </a:r>
          <a:endParaRPr lang="en-US" sz="1500" kern="1200"/>
        </a:p>
      </dsp:txBody>
      <dsp:txXfrm>
        <a:off x="2156" y="2179169"/>
        <a:ext cx="2143124" cy="467987"/>
      </dsp:txXfrm>
    </dsp:sp>
    <dsp:sp modelId="{D85F5BFB-3B0D-4EDD-A9D9-4E4249DAE0E1}">
      <dsp:nvSpPr>
        <dsp:cNvPr id="0" name=""/>
        <dsp:cNvSpPr/>
      </dsp:nvSpPr>
      <dsp:spPr>
        <a:xfrm>
          <a:off x="2520328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02E4C-2BB8-46F8-9B1C-5A33FCA61265}">
      <dsp:nvSpPr>
        <dsp:cNvPr id="0" name=""/>
        <dsp:cNvSpPr/>
      </dsp:nvSpPr>
      <dsp:spPr>
        <a:xfrm>
          <a:off x="2520328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Base58Check coding</a:t>
          </a:r>
        </a:p>
      </dsp:txBody>
      <dsp:txXfrm>
        <a:off x="2520328" y="1824839"/>
        <a:ext cx="2143124" cy="321468"/>
      </dsp:txXfrm>
    </dsp:sp>
    <dsp:sp modelId="{36CD4C81-C3A2-4FA6-AF60-771D00DB60D5}">
      <dsp:nvSpPr>
        <dsp:cNvPr id="0" name=""/>
        <dsp:cNvSpPr/>
      </dsp:nvSpPr>
      <dsp:spPr>
        <a:xfrm>
          <a:off x="2520328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For Extended Key</a:t>
          </a:r>
          <a:endParaRPr lang="en-US" sz="1500" kern="1200"/>
        </a:p>
      </dsp:txBody>
      <dsp:txXfrm>
        <a:off x="2520328" y="2179169"/>
        <a:ext cx="2143124" cy="467987"/>
      </dsp:txXfrm>
    </dsp:sp>
    <dsp:sp modelId="{F38B19C5-4820-4736-96AE-F25197E113B9}">
      <dsp:nvSpPr>
        <dsp:cNvPr id="0" name=""/>
        <dsp:cNvSpPr/>
      </dsp:nvSpPr>
      <dsp:spPr>
        <a:xfrm>
          <a:off x="5038499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B3D2B-5AF5-4AF7-BC04-FACC587D0F59}">
      <dsp:nvSpPr>
        <dsp:cNvPr id="0" name=""/>
        <dsp:cNvSpPr/>
      </dsp:nvSpPr>
      <dsp:spPr>
        <a:xfrm>
          <a:off x="5038499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prefix “xprv”</a:t>
          </a:r>
        </a:p>
      </dsp:txBody>
      <dsp:txXfrm>
        <a:off x="5038499" y="1824839"/>
        <a:ext cx="2143124" cy="321468"/>
      </dsp:txXfrm>
    </dsp:sp>
    <dsp:sp modelId="{27E4F4EB-12BE-46B3-9021-F1E3EB70C04C}">
      <dsp:nvSpPr>
        <dsp:cNvPr id="0" name=""/>
        <dsp:cNvSpPr/>
      </dsp:nvSpPr>
      <dsp:spPr>
        <a:xfrm>
          <a:off x="5038499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Extended private key</a:t>
          </a:r>
          <a:endParaRPr lang="en-US" sz="1500" kern="1200"/>
        </a:p>
      </dsp:txBody>
      <dsp:txXfrm>
        <a:off x="5038499" y="2179169"/>
        <a:ext cx="2143124" cy="467987"/>
      </dsp:txXfrm>
    </dsp:sp>
    <dsp:sp modelId="{E457B9E5-5936-46BC-BB74-0B9A6514C6B6}">
      <dsp:nvSpPr>
        <dsp:cNvPr id="0" name=""/>
        <dsp:cNvSpPr/>
      </dsp:nvSpPr>
      <dsp:spPr>
        <a:xfrm>
          <a:off x="7556671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C11EF-E967-4C9F-9359-34E2B8596546}">
      <dsp:nvSpPr>
        <dsp:cNvPr id="0" name=""/>
        <dsp:cNvSpPr/>
      </dsp:nvSpPr>
      <dsp:spPr>
        <a:xfrm>
          <a:off x="7556671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“xpub”</a:t>
          </a:r>
        </a:p>
      </dsp:txBody>
      <dsp:txXfrm>
        <a:off x="7556671" y="1824839"/>
        <a:ext cx="2143124" cy="321468"/>
      </dsp:txXfrm>
    </dsp:sp>
    <dsp:sp modelId="{F627662B-3483-4127-81D4-5817600C61FD}">
      <dsp:nvSpPr>
        <dsp:cNvPr id="0" name=""/>
        <dsp:cNvSpPr/>
      </dsp:nvSpPr>
      <dsp:spPr>
        <a:xfrm>
          <a:off x="7556671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Encoded public key</a:t>
          </a:r>
          <a:endParaRPr lang="en-US" sz="1500" kern="1200"/>
        </a:p>
      </dsp:txBody>
      <dsp:txXfrm>
        <a:off x="7556671" y="2179169"/>
        <a:ext cx="2143124" cy="467987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FB390-A325-4F64-841E-A3F5EBF6AF43}">
      <dsp:nvSpPr>
        <dsp:cNvPr id="0" name=""/>
        <dsp:cNvSpPr/>
      </dsp:nvSpPr>
      <dsp:spPr>
        <a:xfrm>
          <a:off x="2401949" y="24812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DEE5D-23AB-4846-B654-4CACEA178A7F}">
      <dsp:nvSpPr>
        <dsp:cNvPr id="0" name=""/>
        <dsp:cNvSpPr/>
      </dsp:nvSpPr>
      <dsp:spPr>
        <a:xfrm>
          <a:off x="997949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Base58Check</a:t>
          </a:r>
        </a:p>
      </dsp:txBody>
      <dsp:txXfrm>
        <a:off x="997949" y="1895786"/>
        <a:ext cx="4320000" cy="648000"/>
      </dsp:txXfrm>
    </dsp:sp>
    <dsp:sp modelId="{9F079FF3-B87B-41CA-8BF5-32C23CF6683E}">
      <dsp:nvSpPr>
        <dsp:cNvPr id="0" name=""/>
        <dsp:cNvSpPr/>
      </dsp:nvSpPr>
      <dsp:spPr>
        <a:xfrm>
          <a:off x="997949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</a:t>
          </a:r>
          <a:r>
            <a:rPr lang="en-US" sz="1700" i="1" kern="1200" dirty="0"/>
            <a:t>private </a:t>
          </a:r>
          <a:r>
            <a:rPr lang="en-US" sz="1700" kern="1200" dirty="0"/>
            <a:t>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starts with </a:t>
          </a:r>
          <a:r>
            <a:rPr lang="tr-TR" sz="1700" b="1" kern="1200" dirty="0"/>
            <a:t>xprv</a:t>
          </a:r>
          <a:endParaRPr lang="en-US" sz="1700" b="1" kern="1200" dirty="0"/>
        </a:p>
      </dsp:txBody>
      <dsp:txXfrm>
        <a:off x="997949" y="2606886"/>
        <a:ext cx="4320000" cy="796243"/>
      </dsp:txXfrm>
    </dsp:sp>
    <dsp:sp modelId="{D4749DA0-3B00-4750-8B4E-60F2D1055022}">
      <dsp:nvSpPr>
        <dsp:cNvPr id="0" name=""/>
        <dsp:cNvSpPr/>
      </dsp:nvSpPr>
      <dsp:spPr>
        <a:xfrm>
          <a:off x="7477949" y="248120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CCD33-03AE-4399-98CA-EBCC96AD64F6}">
      <dsp:nvSpPr>
        <dsp:cNvPr id="0" name=""/>
        <dsp:cNvSpPr/>
      </dsp:nvSpPr>
      <dsp:spPr>
        <a:xfrm>
          <a:off x="6073949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Example</a:t>
          </a:r>
          <a:endParaRPr lang="en-US" sz="3600" kern="1200" dirty="0"/>
        </a:p>
      </dsp:txBody>
      <dsp:txXfrm>
        <a:off x="6073949" y="1895786"/>
        <a:ext cx="4320000" cy="648000"/>
      </dsp:txXfrm>
    </dsp:sp>
    <dsp:sp modelId="{4872F876-3EA9-4322-8E35-2C1E57A1FE00}">
      <dsp:nvSpPr>
        <dsp:cNvPr id="0" name=""/>
        <dsp:cNvSpPr/>
      </dsp:nvSpPr>
      <dsp:spPr>
        <a:xfrm>
          <a:off x="6073949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xprv</a:t>
          </a:r>
          <a:r>
            <a:rPr lang="tr-TR" sz="1700" kern="1200"/>
            <a:t>9tyUQV64JT5qs3RSTJkXCWKMyUgoQp7F3hA1xzG6ZGu6u6Q9VMNjGr67Lctvy5P8oyaYAL9CAWrUE9i6GoNMKUga5biW6Hx4tws2six3b9c</a:t>
          </a:r>
          <a:endParaRPr lang="en-US" sz="1700" kern="1200"/>
        </a:p>
      </dsp:txBody>
      <dsp:txXfrm>
        <a:off x="6073949" y="2606886"/>
        <a:ext cx="4320000" cy="796243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051BB-8171-47FA-AA2A-8162986FE553}">
      <dsp:nvSpPr>
        <dsp:cNvPr id="0" name=""/>
        <dsp:cNvSpPr/>
      </dsp:nvSpPr>
      <dsp:spPr>
        <a:xfrm>
          <a:off x="963994" y="24812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162FE-2030-4DCB-BE46-5C0EF162057F}">
      <dsp:nvSpPr>
        <dsp:cNvPr id="0" name=""/>
        <dsp:cNvSpPr/>
      </dsp:nvSpPr>
      <dsp:spPr>
        <a:xfrm>
          <a:off x="963994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Base58Check</a:t>
          </a:r>
        </a:p>
      </dsp:txBody>
      <dsp:txXfrm>
        <a:off x="963994" y="1895786"/>
        <a:ext cx="4320000" cy="648000"/>
      </dsp:txXfrm>
    </dsp:sp>
    <dsp:sp modelId="{B72FFF64-04D0-4DDB-94C0-51DAAD21B056}">
      <dsp:nvSpPr>
        <dsp:cNvPr id="0" name=""/>
        <dsp:cNvSpPr/>
      </dsp:nvSpPr>
      <dsp:spPr>
        <a:xfrm>
          <a:off x="963994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</a:t>
          </a:r>
          <a:r>
            <a:rPr lang="tr-TR" sz="1700" i="1" kern="1200" dirty="0"/>
            <a:t>public</a:t>
          </a:r>
          <a:r>
            <a:rPr lang="en-US" sz="1700" i="1" kern="1200" dirty="0"/>
            <a:t> </a:t>
          </a:r>
          <a:r>
            <a:rPr lang="en-US" sz="1700" kern="1200" dirty="0"/>
            <a:t>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starts with </a:t>
          </a:r>
          <a:r>
            <a:rPr lang="tr-TR" sz="1700" b="1" kern="1200" dirty="0"/>
            <a:t>xpub</a:t>
          </a:r>
          <a:endParaRPr lang="tr-TR" sz="1700" kern="1200" dirty="0"/>
        </a:p>
      </dsp:txBody>
      <dsp:txXfrm>
        <a:off x="963994" y="2606886"/>
        <a:ext cx="4320000" cy="796243"/>
      </dsp:txXfrm>
    </dsp:sp>
    <dsp:sp modelId="{745D3156-863D-4DFC-AD9E-6CC24400815A}">
      <dsp:nvSpPr>
        <dsp:cNvPr id="0" name=""/>
        <dsp:cNvSpPr/>
      </dsp:nvSpPr>
      <dsp:spPr>
        <a:xfrm>
          <a:off x="6039994" y="24812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81EB6-5F5E-44DD-8FF7-E179DA7BA0DC}">
      <dsp:nvSpPr>
        <dsp:cNvPr id="0" name=""/>
        <dsp:cNvSpPr/>
      </dsp:nvSpPr>
      <dsp:spPr>
        <a:xfrm>
          <a:off x="6039994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Example</a:t>
          </a:r>
          <a:endParaRPr lang="en-US" sz="3600" kern="1200" dirty="0"/>
        </a:p>
      </dsp:txBody>
      <dsp:txXfrm>
        <a:off x="6039994" y="1895786"/>
        <a:ext cx="4320000" cy="648000"/>
      </dsp:txXfrm>
    </dsp:sp>
    <dsp:sp modelId="{E95413D6-0F76-44BD-B228-46A1FDBA1D35}">
      <dsp:nvSpPr>
        <dsp:cNvPr id="0" name=""/>
        <dsp:cNvSpPr/>
      </dsp:nvSpPr>
      <dsp:spPr>
        <a:xfrm>
          <a:off x="6039994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 dirty="0"/>
            <a:t>xpub</a:t>
          </a:r>
          <a:r>
            <a:rPr lang="tr-TR" sz="1700" kern="1200" dirty="0"/>
            <a:t>67xpozcx8pe95XVuZLHXZeG6XWXHpGq6Qv5cmNfi7cS5mtjJ2tgypeQbBs2UAR6KECeeMVKZBPLrtJunSDMstweyLXhRgPxdp14sk9tJPW9</a:t>
          </a:r>
          <a:endParaRPr lang="en-US" sz="1700" kern="1200" dirty="0"/>
        </a:p>
      </dsp:txBody>
      <dsp:txXfrm>
        <a:off x="6039994" y="2606886"/>
        <a:ext cx="4320000" cy="796243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D79A6-8BCE-479B-8D7C-BEEF80FFFA13}">
      <dsp:nvSpPr>
        <dsp:cNvPr id="0" name=""/>
        <dsp:cNvSpPr/>
      </dsp:nvSpPr>
      <dsp:spPr>
        <a:xfrm>
          <a:off x="951619" y="0"/>
          <a:ext cx="1010944" cy="987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B6040-147D-4D7E-9B97-B7B0A615BF4A}">
      <dsp:nvSpPr>
        <dsp:cNvPr id="0" name=""/>
        <dsp:cNvSpPr/>
      </dsp:nvSpPr>
      <dsp:spPr>
        <a:xfrm>
          <a:off x="12885" y="1077705"/>
          <a:ext cx="2888412" cy="4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Child </a:t>
          </a:r>
          <a:r>
            <a:rPr lang="tr-TR" sz="2700" kern="1200" dirty="0" err="1"/>
            <a:t>Public</a:t>
          </a:r>
          <a:r>
            <a:rPr lang="tr-TR" sz="2700" kern="1200" dirty="0"/>
            <a:t> </a:t>
          </a:r>
          <a:r>
            <a:rPr lang="tr-TR" sz="2700" kern="1200" dirty="0" err="1"/>
            <a:t>Key</a:t>
          </a:r>
          <a:endParaRPr lang="en-US" sz="2700" kern="1200" dirty="0"/>
        </a:p>
      </dsp:txBody>
      <dsp:txXfrm>
        <a:off x="12885" y="1077705"/>
        <a:ext cx="2888412" cy="423125"/>
      </dsp:txXfrm>
    </dsp:sp>
    <dsp:sp modelId="{2ABFD2F4-7DDE-459F-B92A-9DE3AF6E8240}">
      <dsp:nvSpPr>
        <dsp:cNvPr id="0" name=""/>
        <dsp:cNvSpPr/>
      </dsp:nvSpPr>
      <dsp:spPr>
        <a:xfrm>
          <a:off x="12885" y="1542883"/>
          <a:ext cx="2888412" cy="61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1.From </a:t>
          </a:r>
          <a:r>
            <a:rPr lang="tr-TR" sz="1700" kern="1200" dirty="0" err="1"/>
            <a:t>child</a:t>
          </a:r>
          <a:r>
            <a:rPr lang="tr-TR" sz="1700" kern="1200" dirty="0"/>
            <a:t> </a:t>
          </a:r>
          <a:r>
            <a:rPr lang="tr-TR" sz="1700" kern="1200" dirty="0" err="1"/>
            <a:t>Private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2. </a:t>
          </a:r>
          <a:r>
            <a:rPr lang="tr-TR" sz="1700" kern="1200" dirty="0" err="1"/>
            <a:t>From</a:t>
          </a:r>
          <a:r>
            <a:rPr lang="tr-TR" sz="1700" kern="1200" dirty="0"/>
            <a:t> </a:t>
          </a:r>
          <a:r>
            <a:rPr lang="tr-TR" sz="1700" kern="1200" dirty="0" err="1"/>
            <a:t>parent</a:t>
          </a:r>
          <a:r>
            <a:rPr lang="tr-TR" sz="1700" kern="1200" dirty="0"/>
            <a:t> </a:t>
          </a:r>
          <a:r>
            <a:rPr lang="tr-TR" sz="1700" kern="1200" dirty="0" err="1"/>
            <a:t>Public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endParaRPr lang="en-US" sz="1700" kern="1200" dirty="0"/>
        </a:p>
      </dsp:txBody>
      <dsp:txXfrm>
        <a:off x="12885" y="1542883"/>
        <a:ext cx="2888412" cy="612225"/>
      </dsp:txXfrm>
    </dsp:sp>
    <dsp:sp modelId="{8FDE5516-D97E-4A12-A603-5BAA36D4CAB9}">
      <dsp:nvSpPr>
        <dsp:cNvPr id="0" name=""/>
        <dsp:cNvSpPr/>
      </dsp:nvSpPr>
      <dsp:spPr>
        <a:xfrm>
          <a:off x="4345504" y="0"/>
          <a:ext cx="1010944" cy="987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352ED-98F6-4F22-B257-4A7C78224E4B}">
      <dsp:nvSpPr>
        <dsp:cNvPr id="0" name=""/>
        <dsp:cNvSpPr/>
      </dsp:nvSpPr>
      <dsp:spPr>
        <a:xfrm>
          <a:off x="3406770" y="1077705"/>
          <a:ext cx="2888412" cy="4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1.</a:t>
          </a:r>
          <a:endParaRPr lang="en-US" sz="2700" kern="1200" dirty="0"/>
        </a:p>
      </dsp:txBody>
      <dsp:txXfrm>
        <a:off x="3406770" y="1077705"/>
        <a:ext cx="2888412" cy="423125"/>
      </dsp:txXfrm>
    </dsp:sp>
    <dsp:sp modelId="{1425E8C3-3E65-4033-998F-155301319ABE}">
      <dsp:nvSpPr>
        <dsp:cNvPr id="0" name=""/>
        <dsp:cNvSpPr/>
      </dsp:nvSpPr>
      <dsp:spPr>
        <a:xfrm>
          <a:off x="3406770" y="1542883"/>
          <a:ext cx="2888412" cy="61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Child </a:t>
          </a:r>
          <a:r>
            <a:rPr lang="tr-TR" sz="1700" kern="1200" dirty="0" err="1"/>
            <a:t>public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 the</a:t>
          </a:r>
          <a:r>
            <a:rPr lang="tr-TR" sz="1700" kern="1200" dirty="0"/>
            <a:t> </a:t>
          </a:r>
          <a:r>
            <a:rPr lang="en-US" sz="1700" b="1" kern="1200" dirty="0"/>
            <a:t>child private </a:t>
          </a:r>
          <a:r>
            <a:rPr lang="en-US" sz="1700" kern="1200" dirty="0"/>
            <a:t>key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3406770" y="1542883"/>
        <a:ext cx="2888412" cy="612225"/>
      </dsp:txXfrm>
    </dsp:sp>
    <dsp:sp modelId="{9660FE4A-5AD7-4368-B72D-C08399E71994}">
      <dsp:nvSpPr>
        <dsp:cNvPr id="0" name=""/>
        <dsp:cNvSpPr/>
      </dsp:nvSpPr>
      <dsp:spPr>
        <a:xfrm>
          <a:off x="7739389" y="0"/>
          <a:ext cx="1010944" cy="987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A0DEA-0270-4826-A863-8B7A691A236F}">
      <dsp:nvSpPr>
        <dsp:cNvPr id="0" name=""/>
        <dsp:cNvSpPr/>
      </dsp:nvSpPr>
      <dsp:spPr>
        <a:xfrm>
          <a:off x="6800655" y="1077705"/>
          <a:ext cx="2888412" cy="4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2. </a:t>
          </a:r>
          <a:endParaRPr lang="en-US" sz="2700" kern="1200" dirty="0"/>
        </a:p>
      </dsp:txBody>
      <dsp:txXfrm>
        <a:off x="6800655" y="1077705"/>
        <a:ext cx="2888412" cy="423125"/>
      </dsp:txXfrm>
    </dsp:sp>
    <dsp:sp modelId="{246FDE85-F0A6-4777-9E83-E81AE450E2A3}">
      <dsp:nvSpPr>
        <dsp:cNvPr id="0" name=""/>
        <dsp:cNvSpPr/>
      </dsp:nvSpPr>
      <dsp:spPr>
        <a:xfrm>
          <a:off x="6800655" y="1542883"/>
          <a:ext cx="2888412" cy="61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the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parent public </a:t>
          </a:r>
          <a:r>
            <a:rPr lang="en-US" sz="1700" kern="1200" dirty="0"/>
            <a:t>key</a:t>
          </a:r>
        </a:p>
      </dsp:txBody>
      <dsp:txXfrm>
        <a:off x="6800655" y="1542883"/>
        <a:ext cx="2888412" cy="612225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086E3-21B8-47D5-BB63-23F242E79ACA}">
      <dsp:nvSpPr>
        <dsp:cNvPr id="0" name=""/>
        <dsp:cNvSpPr/>
      </dsp:nvSpPr>
      <dsp:spPr>
        <a:xfrm>
          <a:off x="944" y="0"/>
          <a:ext cx="1932347" cy="792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Child </a:t>
          </a:r>
          <a:r>
            <a:rPr lang="tr-TR" sz="2100" kern="1200" dirty="0" err="1"/>
            <a:t>Private</a:t>
          </a:r>
          <a:r>
            <a:rPr lang="tr-TR" sz="2100" kern="1200" dirty="0"/>
            <a:t> </a:t>
          </a:r>
          <a:r>
            <a:rPr lang="tr-TR" sz="2100" kern="1200" dirty="0" err="1"/>
            <a:t>Key</a:t>
          </a:r>
          <a:endParaRPr lang="tr-TR" sz="2100" kern="1200" dirty="0"/>
        </a:p>
      </dsp:txBody>
      <dsp:txXfrm>
        <a:off x="24169" y="23225"/>
        <a:ext cx="1885897" cy="746521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086E3-21B8-47D5-BB63-23F242E79ACA}">
      <dsp:nvSpPr>
        <dsp:cNvPr id="0" name=""/>
        <dsp:cNvSpPr/>
      </dsp:nvSpPr>
      <dsp:spPr>
        <a:xfrm>
          <a:off x="945" y="0"/>
          <a:ext cx="1935501" cy="792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 err="1"/>
            <a:t>Parent</a:t>
          </a:r>
          <a:r>
            <a:rPr lang="tr-TR" sz="2100" kern="1200" dirty="0"/>
            <a:t> </a:t>
          </a:r>
          <a:r>
            <a:rPr lang="tr-TR" sz="2100" kern="1200" dirty="0" err="1"/>
            <a:t>Public</a:t>
          </a:r>
          <a:r>
            <a:rPr lang="tr-TR" sz="2100" kern="1200" dirty="0"/>
            <a:t> </a:t>
          </a:r>
          <a:r>
            <a:rPr lang="tr-TR" sz="2100" kern="1200" dirty="0" err="1"/>
            <a:t>Key</a:t>
          </a:r>
          <a:endParaRPr lang="tr-TR" sz="2100" kern="1200" dirty="0"/>
        </a:p>
      </dsp:txBody>
      <dsp:txXfrm>
        <a:off x="24170" y="23225"/>
        <a:ext cx="1889051" cy="746521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05A806-31F2-47D7-83B4-01191732094F}">
      <dsp:nvSpPr>
        <dsp:cNvPr id="0" name=""/>
        <dsp:cNvSpPr/>
      </dsp:nvSpPr>
      <dsp:spPr>
        <a:xfrm>
          <a:off x="947807" y="0"/>
          <a:ext cx="1011932" cy="9948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17217-B7EF-4BE9-9BBE-E629FBD6D8EA}">
      <dsp:nvSpPr>
        <dsp:cNvPr id="0" name=""/>
        <dsp:cNvSpPr/>
      </dsp:nvSpPr>
      <dsp:spPr>
        <a:xfrm>
          <a:off x="8155" y="1087103"/>
          <a:ext cx="2891236" cy="426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Secure deployment</a:t>
          </a:r>
          <a:r>
            <a:rPr lang="en-US" sz="2700" kern="1200" dirty="0"/>
            <a:t> </a:t>
          </a:r>
        </a:p>
      </dsp:txBody>
      <dsp:txXfrm>
        <a:off x="8155" y="1087103"/>
        <a:ext cx="2891236" cy="426373"/>
      </dsp:txXfrm>
    </dsp:sp>
    <dsp:sp modelId="{3148450C-86DE-4AD9-9429-DE7ACD1C4B7D}">
      <dsp:nvSpPr>
        <dsp:cNvPr id="0" name=""/>
        <dsp:cNvSpPr/>
      </dsp:nvSpPr>
      <dsp:spPr>
        <a:xfrm>
          <a:off x="8155" y="1556375"/>
          <a:ext cx="2891236" cy="625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</a:t>
          </a:r>
          <a:r>
            <a:rPr lang="tr-TR" sz="1700" kern="1200" dirty="0"/>
            <a:t>s</a:t>
          </a:r>
          <a:r>
            <a:rPr lang="en-US" sz="1700" kern="1200" dirty="0"/>
            <a:t> very secure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</a:t>
          </a:r>
          <a:r>
            <a:rPr lang="en-US" sz="1700" kern="1200" dirty="0"/>
            <a:t>key–only deployments </a:t>
          </a:r>
        </a:p>
      </dsp:txBody>
      <dsp:txXfrm>
        <a:off x="8155" y="1556375"/>
        <a:ext cx="2891236" cy="625350"/>
      </dsp:txXfrm>
    </dsp:sp>
    <dsp:sp modelId="{84070184-86F1-40D8-AA07-D0F75972DEAD}">
      <dsp:nvSpPr>
        <dsp:cNvPr id="0" name=""/>
        <dsp:cNvSpPr/>
      </dsp:nvSpPr>
      <dsp:spPr>
        <a:xfrm>
          <a:off x="4345010" y="0"/>
          <a:ext cx="1011932" cy="9948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367D2-C35A-497D-B5F3-A456B24E6D00}">
      <dsp:nvSpPr>
        <dsp:cNvPr id="0" name=""/>
        <dsp:cNvSpPr/>
      </dsp:nvSpPr>
      <dsp:spPr>
        <a:xfrm>
          <a:off x="3405358" y="1087103"/>
          <a:ext cx="2891236" cy="426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No private keys</a:t>
          </a:r>
          <a:endParaRPr lang="en-US" sz="2700" kern="1200" dirty="0"/>
        </a:p>
      </dsp:txBody>
      <dsp:txXfrm>
        <a:off x="3405358" y="1087103"/>
        <a:ext cx="2891236" cy="426373"/>
      </dsp:txXfrm>
    </dsp:sp>
    <dsp:sp modelId="{EC23FB32-4103-4C18-9484-3DF21456E208}">
      <dsp:nvSpPr>
        <dsp:cNvPr id="0" name=""/>
        <dsp:cNvSpPr/>
      </dsp:nvSpPr>
      <dsp:spPr>
        <a:xfrm>
          <a:off x="3405358" y="1556375"/>
          <a:ext cx="2891236" cy="625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</a:t>
          </a:r>
          <a:r>
            <a:rPr lang="tr-TR" sz="1700" kern="1200" dirty="0"/>
            <a:t> </a:t>
          </a:r>
          <a:r>
            <a:rPr lang="en-US" sz="1700" kern="1200" dirty="0"/>
            <a:t>server or application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private keys</a:t>
          </a:r>
        </a:p>
      </dsp:txBody>
      <dsp:txXfrm>
        <a:off x="3405358" y="1556375"/>
        <a:ext cx="2891236" cy="625350"/>
      </dsp:txXfrm>
    </dsp:sp>
    <dsp:sp modelId="{01D2161B-DBA6-4874-9550-25B52118BC1E}">
      <dsp:nvSpPr>
        <dsp:cNvPr id="0" name=""/>
        <dsp:cNvSpPr/>
      </dsp:nvSpPr>
      <dsp:spPr>
        <a:xfrm>
          <a:off x="7742212" y="0"/>
          <a:ext cx="1011932" cy="9948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1A656-167F-4D40-B1AE-A9752D160D9D}">
      <dsp:nvSpPr>
        <dsp:cNvPr id="0" name=""/>
        <dsp:cNvSpPr/>
      </dsp:nvSpPr>
      <dsp:spPr>
        <a:xfrm>
          <a:off x="6802560" y="1087103"/>
          <a:ext cx="2891236" cy="426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Only public keys</a:t>
          </a:r>
          <a:endParaRPr lang="en-US" sz="2700" kern="1200" dirty="0"/>
        </a:p>
      </dsp:txBody>
      <dsp:txXfrm>
        <a:off x="6802560" y="1087103"/>
        <a:ext cx="2891236" cy="426373"/>
      </dsp:txXfrm>
    </dsp:sp>
    <dsp:sp modelId="{CB236D6B-872F-48B2-AECF-6AFF8099558B}">
      <dsp:nvSpPr>
        <dsp:cNvPr id="0" name=""/>
        <dsp:cNvSpPr/>
      </dsp:nvSpPr>
      <dsp:spPr>
        <a:xfrm>
          <a:off x="6802560" y="1556375"/>
          <a:ext cx="2891236" cy="625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public key</a:t>
          </a:r>
          <a:r>
            <a:rPr lang="tr-TR" sz="1700" kern="1200" dirty="0"/>
            <a:t> available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on server or application</a:t>
          </a:r>
          <a:endParaRPr lang="en-US" sz="1700" kern="1200" dirty="0"/>
        </a:p>
      </dsp:txBody>
      <dsp:txXfrm>
        <a:off x="6802560" y="1556375"/>
        <a:ext cx="2891236" cy="625350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C9BB2-FAEA-433A-97F4-FAD58303AF59}">
      <dsp:nvSpPr>
        <dsp:cNvPr id="0" name=""/>
        <dsp:cNvSpPr/>
      </dsp:nvSpPr>
      <dsp:spPr>
        <a:xfrm>
          <a:off x="1116" y="632663"/>
          <a:ext cx="843117" cy="843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90CFC-3D51-4492-BFBD-46FB2FCBD96D}">
      <dsp:nvSpPr>
        <dsp:cNvPr id="0" name=""/>
        <dsp:cNvSpPr/>
      </dsp:nvSpPr>
      <dsp:spPr>
        <a:xfrm>
          <a:off x="1116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E-Commerce Solution</a:t>
          </a:r>
          <a:r>
            <a:rPr lang="en-US" sz="2100" kern="1200" dirty="0"/>
            <a:t> </a:t>
          </a:r>
        </a:p>
      </dsp:txBody>
      <dsp:txXfrm>
        <a:off x="1116" y="1580718"/>
        <a:ext cx="2408906" cy="361335"/>
      </dsp:txXfrm>
    </dsp:sp>
    <dsp:sp modelId="{6127F94C-BD26-4A78-8BCE-5FEE7172400F}">
      <dsp:nvSpPr>
        <dsp:cNvPr id="0" name=""/>
        <dsp:cNvSpPr/>
      </dsp:nvSpPr>
      <dsp:spPr>
        <a:xfrm>
          <a:off x="1116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install an extended public key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 </a:t>
          </a:r>
          <a:r>
            <a:rPr lang="en-US" sz="1600" kern="1200" dirty="0"/>
            <a:t>a</a:t>
          </a:r>
          <a:r>
            <a:rPr lang="tr-TR" sz="1600" kern="1200" dirty="0"/>
            <a:t> </a:t>
          </a:r>
          <a:r>
            <a:rPr lang="en-US" sz="1600" kern="1200" dirty="0"/>
            <a:t>web server </a:t>
          </a:r>
        </a:p>
      </dsp:txBody>
      <dsp:txXfrm>
        <a:off x="1116" y="1990862"/>
        <a:ext cx="2408906" cy="1082200"/>
      </dsp:txXfrm>
    </dsp:sp>
    <dsp:sp modelId="{B48C0B74-C1C8-4AF3-8538-585C8AADBD12}">
      <dsp:nvSpPr>
        <dsp:cNvPr id="0" name=""/>
        <dsp:cNvSpPr/>
      </dsp:nvSpPr>
      <dsp:spPr>
        <a:xfrm>
          <a:off x="2831580" y="632663"/>
          <a:ext cx="843117" cy="843117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3CA57-EFCE-49CC-9833-B79B5CC23565}">
      <dsp:nvSpPr>
        <dsp:cNvPr id="0" name=""/>
        <dsp:cNvSpPr/>
      </dsp:nvSpPr>
      <dsp:spPr>
        <a:xfrm>
          <a:off x="2831580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Key Reproduction</a:t>
          </a:r>
          <a:endParaRPr lang="en-US" sz="2100" kern="1200" dirty="0"/>
        </a:p>
      </dsp:txBody>
      <dsp:txXfrm>
        <a:off x="2831580" y="1580718"/>
        <a:ext cx="2408906" cy="361335"/>
      </dsp:txXfrm>
    </dsp:sp>
    <dsp:sp modelId="{80251E12-433D-4E12-BE96-86FA48A2B1C9}">
      <dsp:nvSpPr>
        <dsp:cNvPr id="0" name=""/>
        <dsp:cNvSpPr/>
      </dsp:nvSpPr>
      <dsp:spPr>
        <a:xfrm>
          <a:off x="2831580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 the public</a:t>
          </a:r>
          <a:r>
            <a:rPr lang="tr-TR" sz="1600" kern="1200" dirty="0"/>
            <a:t> </a:t>
          </a:r>
          <a:r>
            <a:rPr lang="en-US" sz="1600" kern="1200" dirty="0"/>
            <a:t>key derivation function</a:t>
          </a:r>
          <a:endParaRPr lang="tr-TR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can derive infinite number of public keys</a:t>
          </a:r>
          <a:endParaRPr lang="en-US" sz="1600" kern="1200" dirty="0"/>
        </a:p>
      </dsp:txBody>
      <dsp:txXfrm>
        <a:off x="2831580" y="1990862"/>
        <a:ext cx="2408906" cy="1082200"/>
      </dsp:txXfrm>
    </dsp:sp>
    <dsp:sp modelId="{519B06D2-ABFD-48CA-8596-B1A533352F63}">
      <dsp:nvSpPr>
        <dsp:cNvPr id="0" name=""/>
        <dsp:cNvSpPr/>
      </dsp:nvSpPr>
      <dsp:spPr>
        <a:xfrm>
          <a:off x="5662045" y="632663"/>
          <a:ext cx="843117" cy="843117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96C67-9CFA-455C-96D0-7A38A1E9BFBA}">
      <dsp:nvSpPr>
        <dsp:cNvPr id="0" name=""/>
        <dsp:cNvSpPr/>
      </dsp:nvSpPr>
      <dsp:spPr>
        <a:xfrm>
          <a:off x="5662045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Job</a:t>
          </a:r>
          <a:endParaRPr lang="en-US" sz="2100" kern="1200" dirty="0"/>
        </a:p>
      </dsp:txBody>
      <dsp:txXfrm>
        <a:off x="5662045" y="1580718"/>
        <a:ext cx="2408906" cy="361335"/>
      </dsp:txXfrm>
    </dsp:sp>
    <dsp:sp modelId="{7B6368D7-C539-439F-8D8A-7FA246A1A55C}">
      <dsp:nvSpPr>
        <dsp:cNvPr id="0" name=""/>
        <dsp:cNvSpPr/>
      </dsp:nvSpPr>
      <dsp:spPr>
        <a:xfrm>
          <a:off x="5662045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create </a:t>
          </a:r>
          <a:r>
            <a:rPr lang="en-US" sz="1600" kern="1200" dirty="0"/>
            <a:t>new bitcoin address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for every transaction</a:t>
          </a:r>
          <a:r>
            <a:rPr lang="tr-TR" sz="1600" kern="1200" dirty="0"/>
            <a:t> of </a:t>
          </a:r>
          <a:r>
            <a:rPr lang="en-US" sz="1600" kern="1200" dirty="0"/>
            <a:t>shopping cart</a:t>
          </a:r>
        </a:p>
      </dsp:txBody>
      <dsp:txXfrm>
        <a:off x="5662045" y="1990862"/>
        <a:ext cx="2408906" cy="1082200"/>
      </dsp:txXfrm>
    </dsp:sp>
    <dsp:sp modelId="{39A53F22-E705-4B36-8120-2970E0069DE7}">
      <dsp:nvSpPr>
        <dsp:cNvPr id="0" name=""/>
        <dsp:cNvSpPr/>
      </dsp:nvSpPr>
      <dsp:spPr>
        <a:xfrm>
          <a:off x="8492510" y="632663"/>
          <a:ext cx="843117" cy="843117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59236-E109-4254-B228-826BAC346D33}">
      <dsp:nvSpPr>
        <dsp:cNvPr id="0" name=""/>
        <dsp:cNvSpPr/>
      </dsp:nvSpPr>
      <dsp:spPr>
        <a:xfrm>
          <a:off x="8492510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Protection</a:t>
          </a:r>
          <a:r>
            <a:rPr lang="en-US" sz="2100" kern="1200" dirty="0"/>
            <a:t> </a:t>
          </a:r>
        </a:p>
      </dsp:txBody>
      <dsp:txXfrm>
        <a:off x="8492510" y="1580718"/>
        <a:ext cx="2408906" cy="361335"/>
      </dsp:txXfrm>
    </dsp:sp>
    <dsp:sp modelId="{549B74A4-7A28-43C6-AE5A-D70D4882B81A}">
      <dsp:nvSpPr>
        <dsp:cNvPr id="0" name=""/>
        <dsp:cNvSpPr/>
      </dsp:nvSpPr>
      <dsp:spPr>
        <a:xfrm>
          <a:off x="8492510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no</a:t>
          </a:r>
          <a:r>
            <a:rPr lang="en-US" sz="1600" kern="1200" dirty="0"/>
            <a:t> private keys</a:t>
          </a:r>
          <a:r>
            <a:rPr lang="tr-TR" sz="1600" kern="1200" dirty="0"/>
            <a:t> on servers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vulnerable to theft.</a:t>
          </a:r>
          <a:endParaRPr lang="en-US" sz="1600" kern="1200" dirty="0"/>
        </a:p>
      </dsp:txBody>
      <dsp:txXfrm>
        <a:off x="8492510" y="1990862"/>
        <a:ext cx="2408906" cy="1082200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289F0-7249-420F-99E5-38C5FFD5AD44}">
      <dsp:nvSpPr>
        <dsp:cNvPr id="0" name=""/>
        <dsp:cNvSpPr/>
      </dsp:nvSpPr>
      <dsp:spPr>
        <a:xfrm>
          <a:off x="1065946" y="722542"/>
          <a:ext cx="1145812" cy="1145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30C15-25FB-446A-AF81-6B8B61B337E1}">
      <dsp:nvSpPr>
        <dsp:cNvPr id="0" name=""/>
        <dsp:cNvSpPr/>
      </dsp:nvSpPr>
      <dsp:spPr>
        <a:xfrm>
          <a:off x="1977" y="1972460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Cold-storage</a:t>
          </a:r>
        </a:p>
      </dsp:txBody>
      <dsp:txXfrm>
        <a:off x="1977" y="1972460"/>
        <a:ext cx="3273749" cy="491062"/>
      </dsp:txXfrm>
    </dsp:sp>
    <dsp:sp modelId="{EBB85489-CFD4-44C4-9CAA-7D2F394D383B}">
      <dsp:nvSpPr>
        <dsp:cNvPr id="0" name=""/>
        <dsp:cNvSpPr/>
      </dsp:nvSpPr>
      <dsp:spPr>
        <a:xfrm>
          <a:off x="1977" y="2511944"/>
          <a:ext cx="3273749" cy="63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physical storage like paper wallet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hardware wallets</a:t>
          </a:r>
          <a:r>
            <a:rPr lang="tr-TR" sz="1700" kern="1200" dirty="0"/>
            <a:t> like Trezor</a:t>
          </a:r>
          <a:endParaRPr lang="en-US" sz="1700" kern="1200" dirty="0"/>
        </a:p>
      </dsp:txBody>
      <dsp:txXfrm>
        <a:off x="1977" y="2511944"/>
        <a:ext cx="3273749" cy="631659"/>
      </dsp:txXfrm>
    </dsp:sp>
    <dsp:sp modelId="{9AF237D8-8154-4DDD-8BF1-1D8AF5F1C802}">
      <dsp:nvSpPr>
        <dsp:cNvPr id="0" name=""/>
        <dsp:cNvSpPr/>
      </dsp:nvSpPr>
      <dsp:spPr>
        <a:xfrm>
          <a:off x="4912602" y="722542"/>
          <a:ext cx="1145812" cy="1145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16B45-6F68-45F6-A150-578C93617775}">
      <dsp:nvSpPr>
        <dsp:cNvPr id="0" name=""/>
        <dsp:cNvSpPr/>
      </dsp:nvSpPr>
      <dsp:spPr>
        <a:xfrm>
          <a:off x="3848633" y="1972460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Physical storage</a:t>
          </a:r>
          <a:endParaRPr lang="en-US" sz="3100" kern="1200" dirty="0"/>
        </a:p>
      </dsp:txBody>
      <dsp:txXfrm>
        <a:off x="3848633" y="1972460"/>
        <a:ext cx="3273749" cy="491062"/>
      </dsp:txXfrm>
    </dsp:sp>
    <dsp:sp modelId="{6EB8AF82-0948-4711-8C92-8A6DC6A91E9C}">
      <dsp:nvSpPr>
        <dsp:cNvPr id="0" name=""/>
        <dsp:cNvSpPr/>
      </dsp:nvSpPr>
      <dsp:spPr>
        <a:xfrm>
          <a:off x="3848633" y="2511944"/>
          <a:ext cx="3273749" cy="63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</a:t>
          </a:r>
          <a:r>
            <a:rPr lang="en-US" sz="1700" i="1" kern="1200" dirty="0"/>
            <a:t>private</a:t>
          </a:r>
          <a:r>
            <a:rPr lang="en-US" sz="1700" kern="1200" dirty="0"/>
            <a:t>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</a:t>
          </a:r>
          <a:r>
            <a:rPr lang="tr-TR" sz="1700" kern="1200" dirty="0"/>
            <a:t>physically </a:t>
          </a:r>
          <a:r>
            <a:rPr lang="en-US" sz="1700" kern="1200" dirty="0"/>
            <a:t>stored</a:t>
          </a:r>
        </a:p>
      </dsp:txBody>
      <dsp:txXfrm>
        <a:off x="3848633" y="2511944"/>
        <a:ext cx="3273749" cy="631659"/>
      </dsp:txXfrm>
    </dsp:sp>
    <dsp:sp modelId="{EEFDE70B-B1DE-436B-8667-6C0E722E0468}">
      <dsp:nvSpPr>
        <dsp:cNvPr id="0" name=""/>
        <dsp:cNvSpPr/>
      </dsp:nvSpPr>
      <dsp:spPr>
        <a:xfrm>
          <a:off x="8759258" y="722542"/>
          <a:ext cx="1145812" cy="1145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30D85-B75F-4233-AC46-409EE079C8FC}">
      <dsp:nvSpPr>
        <dsp:cNvPr id="0" name=""/>
        <dsp:cNvSpPr/>
      </dsp:nvSpPr>
      <dsp:spPr>
        <a:xfrm>
          <a:off x="7695289" y="1972460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Online</a:t>
          </a:r>
          <a:endParaRPr lang="en-US" sz="3100" kern="1200" dirty="0"/>
        </a:p>
      </dsp:txBody>
      <dsp:txXfrm>
        <a:off x="7695289" y="1972460"/>
        <a:ext cx="3273749" cy="491062"/>
      </dsp:txXfrm>
    </dsp:sp>
    <dsp:sp modelId="{0A68FA6A-8394-4F8B-8BDA-1902CB0CE62D}">
      <dsp:nvSpPr>
        <dsp:cNvPr id="0" name=""/>
        <dsp:cNvSpPr/>
      </dsp:nvSpPr>
      <dsp:spPr>
        <a:xfrm>
          <a:off x="7695289" y="2511944"/>
          <a:ext cx="3273749" cy="63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Extended </a:t>
          </a:r>
          <a:r>
            <a:rPr lang="tr-TR" sz="1700" i="1" kern="1200" dirty="0"/>
            <a:t>Public</a:t>
          </a:r>
          <a:r>
            <a:rPr lang="tr-TR" sz="1700" kern="1200" dirty="0"/>
            <a:t> key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kept</a:t>
          </a:r>
          <a:r>
            <a:rPr lang="tr-TR" sz="1700" kern="1200" dirty="0"/>
            <a:t> </a:t>
          </a:r>
          <a:r>
            <a:rPr lang="en-US" sz="1700" kern="1200" dirty="0"/>
            <a:t>online</a:t>
          </a:r>
        </a:p>
      </dsp:txBody>
      <dsp:txXfrm>
        <a:off x="7695289" y="2511944"/>
        <a:ext cx="3273749" cy="631659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30746-AC93-4F20-8DC8-646E0EC0DAF9}">
      <dsp:nvSpPr>
        <dsp:cNvPr id="0" name=""/>
        <dsp:cNvSpPr/>
      </dsp:nvSpPr>
      <dsp:spPr>
        <a:xfrm>
          <a:off x="157564" y="161900"/>
          <a:ext cx="1510523" cy="13765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CECAD-0F14-4932-9169-89933EF40C36}">
      <dsp:nvSpPr>
        <dsp:cNvPr id="0" name=""/>
        <dsp:cNvSpPr/>
      </dsp:nvSpPr>
      <dsp:spPr>
        <a:xfrm>
          <a:off x="157564" y="1681547"/>
          <a:ext cx="4315781" cy="5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Fund Receiving</a:t>
          </a:r>
          <a:endParaRPr lang="en-US" sz="3600" kern="1200"/>
        </a:p>
      </dsp:txBody>
      <dsp:txXfrm>
        <a:off x="157564" y="1681547"/>
        <a:ext cx="4315781" cy="589957"/>
      </dsp:txXfrm>
    </dsp:sp>
    <dsp:sp modelId="{1C5F08C1-1371-4114-8B58-F2016A4D048E}">
      <dsp:nvSpPr>
        <dsp:cNvPr id="0" name=""/>
        <dsp:cNvSpPr/>
      </dsp:nvSpPr>
      <dsp:spPr>
        <a:xfrm>
          <a:off x="157564" y="2338053"/>
          <a:ext cx="4315781" cy="115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user can create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“receive” addresses at will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while the private keys are safely</a:t>
          </a:r>
          <a:r>
            <a:rPr lang="tr-TR" sz="1700" kern="1200"/>
            <a:t> </a:t>
          </a:r>
          <a:r>
            <a:rPr lang="en-US" sz="1700" kern="1200"/>
            <a:t>stored offline. </a:t>
          </a:r>
        </a:p>
      </dsp:txBody>
      <dsp:txXfrm>
        <a:off x="157564" y="2338053"/>
        <a:ext cx="4315781" cy="1151295"/>
      </dsp:txXfrm>
    </dsp:sp>
    <dsp:sp modelId="{A2BBAAA8-BF52-4805-B9DB-DAC0BC47DF2B}">
      <dsp:nvSpPr>
        <dsp:cNvPr id="0" name=""/>
        <dsp:cNvSpPr/>
      </dsp:nvSpPr>
      <dsp:spPr>
        <a:xfrm>
          <a:off x="5228607" y="161900"/>
          <a:ext cx="1510523" cy="13765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6C472-F620-4BF4-A7A1-8A3A5FF6B5F5}">
      <dsp:nvSpPr>
        <dsp:cNvPr id="0" name=""/>
        <dsp:cNvSpPr/>
      </dsp:nvSpPr>
      <dsp:spPr>
        <a:xfrm>
          <a:off x="5228607" y="1681547"/>
          <a:ext cx="4315781" cy="5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Fund Spending</a:t>
          </a:r>
          <a:endParaRPr lang="en-US" sz="3600" kern="1200"/>
        </a:p>
      </dsp:txBody>
      <dsp:txXfrm>
        <a:off x="5228607" y="1681547"/>
        <a:ext cx="4315781" cy="589957"/>
      </dsp:txXfrm>
    </dsp:sp>
    <dsp:sp modelId="{B9152198-6ADA-45A0-B7BA-AB9FBF95C449}">
      <dsp:nvSpPr>
        <dsp:cNvPr id="0" name=""/>
        <dsp:cNvSpPr/>
      </dsp:nvSpPr>
      <dsp:spPr>
        <a:xfrm>
          <a:off x="5228607" y="2338053"/>
          <a:ext cx="4315781" cy="115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spend the funds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user can use the extended private 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an</a:t>
          </a:r>
          <a:r>
            <a:rPr lang="tr-TR" sz="1700" kern="1200" dirty="0"/>
            <a:t> </a:t>
          </a:r>
          <a:r>
            <a:rPr lang="en-US" sz="1700" kern="1200" dirty="0"/>
            <a:t>offline signing bitcoin client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sign transactions on the hardware wallet device</a:t>
          </a:r>
        </a:p>
      </dsp:txBody>
      <dsp:txXfrm>
        <a:off x="5228607" y="2338053"/>
        <a:ext cx="4315781" cy="1151295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5FBCC-CB48-4275-97D0-1B2E3D13545B}">
      <dsp:nvSpPr>
        <dsp:cNvPr id="0" name=""/>
        <dsp:cNvSpPr/>
      </dsp:nvSpPr>
      <dsp:spPr>
        <a:xfrm>
          <a:off x="943992" y="39048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C58AC-B0ED-4B8A-96AC-4EA6C2FBD625}">
      <dsp:nvSpPr>
        <dsp:cNvPr id="0" name=""/>
        <dsp:cNvSpPr/>
      </dsp:nvSpPr>
      <dsp:spPr>
        <a:xfrm>
          <a:off x="3421" y="152683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HD Wallet on Web Store</a:t>
          </a:r>
          <a:endParaRPr lang="en-US" sz="2200" kern="1200"/>
        </a:p>
      </dsp:txBody>
      <dsp:txXfrm>
        <a:off x="3421" y="1526833"/>
        <a:ext cx="2894062" cy="434109"/>
      </dsp:txXfrm>
    </dsp:sp>
    <dsp:sp modelId="{BB2456DE-BB5A-498C-B074-0189AC8FBE1F}">
      <dsp:nvSpPr>
        <dsp:cNvPr id="0" name=""/>
        <dsp:cNvSpPr/>
      </dsp:nvSpPr>
      <dsp:spPr>
        <a:xfrm>
          <a:off x="3421" y="2018347"/>
          <a:ext cx="2894062" cy="1242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Let’s see how HD wallets are used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continuing our story with Gabriel’s web store.</a:t>
          </a:r>
        </a:p>
      </dsp:txBody>
      <dsp:txXfrm>
        <a:off x="3421" y="2018347"/>
        <a:ext cx="2894062" cy="1242412"/>
      </dsp:txXfrm>
    </dsp:sp>
    <dsp:sp modelId="{27BBD595-68C5-4BAF-A010-18D457C358A1}">
      <dsp:nvSpPr>
        <dsp:cNvPr id="0" name=""/>
        <dsp:cNvSpPr/>
      </dsp:nvSpPr>
      <dsp:spPr>
        <a:xfrm>
          <a:off x="4344515" y="39048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37BED-A0EF-4FC7-9A7E-0394D39C517B}">
      <dsp:nvSpPr>
        <dsp:cNvPr id="0" name=""/>
        <dsp:cNvSpPr/>
      </dsp:nvSpPr>
      <dsp:spPr>
        <a:xfrm>
          <a:off x="3403945" y="152683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Simple Word Press Page</a:t>
          </a:r>
          <a:endParaRPr lang="en-US" sz="2200" kern="1200"/>
        </a:p>
      </dsp:txBody>
      <dsp:txXfrm>
        <a:off x="3403945" y="1526833"/>
        <a:ext cx="2894062" cy="434109"/>
      </dsp:txXfrm>
    </dsp:sp>
    <dsp:sp modelId="{41182BA3-0C36-4880-9A82-A2BFDE4C2298}">
      <dsp:nvSpPr>
        <dsp:cNvPr id="0" name=""/>
        <dsp:cNvSpPr/>
      </dsp:nvSpPr>
      <dsp:spPr>
        <a:xfrm>
          <a:off x="3403945" y="2018347"/>
          <a:ext cx="2894062" cy="1242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Gabriel first set up his web store as a hobby,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based on a simple hosted Wordpress</a:t>
          </a:r>
          <a:r>
            <a:rPr lang="tr-TR" sz="1700" kern="1200"/>
            <a:t> </a:t>
          </a:r>
          <a:r>
            <a:rPr lang="en-US" sz="1700" kern="1200"/>
            <a:t>page. </a:t>
          </a:r>
        </a:p>
      </dsp:txBody>
      <dsp:txXfrm>
        <a:off x="3403945" y="2018347"/>
        <a:ext cx="2894062" cy="1242412"/>
      </dsp:txXfrm>
    </dsp:sp>
    <dsp:sp modelId="{137CA8BA-E99A-44FA-B194-8CB64BC8DAD1}">
      <dsp:nvSpPr>
        <dsp:cNvPr id="0" name=""/>
        <dsp:cNvSpPr/>
      </dsp:nvSpPr>
      <dsp:spPr>
        <a:xfrm>
          <a:off x="7745039" y="39048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EF8EE-D31C-4010-A4C6-3BFFD6199799}">
      <dsp:nvSpPr>
        <dsp:cNvPr id="0" name=""/>
        <dsp:cNvSpPr/>
      </dsp:nvSpPr>
      <dsp:spPr>
        <a:xfrm>
          <a:off x="6804468" y="152683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Basic Store</a:t>
          </a:r>
          <a:endParaRPr lang="en-US" sz="2200" kern="1200"/>
        </a:p>
      </dsp:txBody>
      <dsp:txXfrm>
        <a:off x="6804468" y="1526833"/>
        <a:ext cx="2894062" cy="434109"/>
      </dsp:txXfrm>
    </dsp:sp>
    <dsp:sp modelId="{9FFAAFE0-16B5-4D26-B474-D0464748D8BC}">
      <dsp:nvSpPr>
        <dsp:cNvPr id="0" name=""/>
        <dsp:cNvSpPr/>
      </dsp:nvSpPr>
      <dsp:spPr>
        <a:xfrm>
          <a:off x="6804468" y="2018347"/>
          <a:ext cx="2894062" cy="1242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His store was quite basic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only a few pages and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order form with a single</a:t>
          </a:r>
          <a:r>
            <a:rPr lang="tr-TR" sz="1700" kern="1200"/>
            <a:t> </a:t>
          </a:r>
          <a:r>
            <a:rPr lang="en-US" sz="1700" kern="1200"/>
            <a:t>bitcoin address.</a:t>
          </a:r>
        </a:p>
      </dsp:txBody>
      <dsp:txXfrm>
        <a:off x="6804468" y="2018347"/>
        <a:ext cx="2894062" cy="1242412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BFB2B-A7F2-4247-9C07-D3F05E4B4CA5}">
      <dsp:nvSpPr>
        <dsp:cNvPr id="0" name=""/>
        <dsp:cNvSpPr/>
      </dsp:nvSpPr>
      <dsp:spPr>
        <a:xfrm>
          <a:off x="5531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F8DCA-8226-4E4B-9998-1C9E773B672B}">
      <dsp:nvSpPr>
        <dsp:cNvPr id="0" name=""/>
        <dsp:cNvSpPr/>
      </dsp:nvSpPr>
      <dsp:spPr>
        <a:xfrm>
          <a:off x="5531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Address from Trezor</a:t>
          </a:r>
          <a:endParaRPr lang="en-US" sz="1400" kern="1200"/>
        </a:p>
      </dsp:txBody>
      <dsp:txXfrm>
        <a:off x="5531" y="1456782"/>
        <a:ext cx="1700156" cy="438321"/>
      </dsp:txXfrm>
    </dsp:sp>
    <dsp:sp modelId="{61B7D4CA-FBCC-4C09-ACD0-A388EADA8863}">
      <dsp:nvSpPr>
        <dsp:cNvPr id="0" name=""/>
        <dsp:cNvSpPr/>
      </dsp:nvSpPr>
      <dsp:spPr>
        <a:xfrm>
          <a:off x="5531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Gabriel used the first bitcoin address</a:t>
          </a:r>
          <a:r>
            <a:rPr lang="tr-TR" sz="1100" kern="1200" dirty="0"/>
            <a:t> </a:t>
          </a:r>
          <a:r>
            <a:rPr lang="en-US" sz="1100" kern="1200" dirty="0"/>
            <a:t>generated by his </a:t>
          </a:r>
          <a:r>
            <a:rPr lang="en-US" sz="1100" kern="1200" dirty="0" err="1"/>
            <a:t>Trezor</a:t>
          </a:r>
          <a:r>
            <a:rPr lang="en-US" sz="1100" kern="1200" dirty="0"/>
            <a:t> device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 the main bitcoin</a:t>
          </a:r>
          <a:r>
            <a:rPr lang="tr-TR" sz="1100" kern="1200"/>
            <a:t> </a:t>
          </a:r>
          <a:r>
            <a:rPr lang="en-US" sz="1100" kern="1200"/>
            <a:t>address for his store. </a:t>
          </a:r>
        </a:p>
      </dsp:txBody>
      <dsp:txXfrm>
        <a:off x="5531" y="1937287"/>
        <a:ext cx="1700156" cy="942930"/>
      </dsp:txXfrm>
    </dsp:sp>
    <dsp:sp modelId="{65B279DA-5A6E-40C6-90E0-2A40952E22CF}">
      <dsp:nvSpPr>
        <dsp:cNvPr id="0" name=""/>
        <dsp:cNvSpPr/>
      </dsp:nvSpPr>
      <dsp:spPr>
        <a:xfrm>
          <a:off x="2003214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EA1F3-8CAE-441A-BB1B-7D1A3DEC2968}">
      <dsp:nvSpPr>
        <dsp:cNvPr id="0" name=""/>
        <dsp:cNvSpPr/>
      </dsp:nvSpPr>
      <dsp:spPr>
        <a:xfrm>
          <a:off x="2003214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Wallet controlled by Trezor</a:t>
          </a:r>
          <a:endParaRPr lang="en-US" sz="1400" kern="1200"/>
        </a:p>
      </dsp:txBody>
      <dsp:txXfrm>
        <a:off x="2003214" y="1456782"/>
        <a:ext cx="1700156" cy="438321"/>
      </dsp:txXfrm>
    </dsp:sp>
    <dsp:sp modelId="{075F784E-FF49-418C-B8BB-15A91D88A817}">
      <dsp:nvSpPr>
        <dsp:cNvPr id="0" name=""/>
        <dsp:cNvSpPr/>
      </dsp:nvSpPr>
      <dsp:spPr>
        <a:xfrm>
          <a:off x="2003214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way, </a:t>
          </a:r>
          <a:r>
            <a:rPr lang="tr-TR" sz="1100" kern="1200" dirty="0"/>
            <a:t> </a:t>
          </a:r>
          <a:r>
            <a:rPr lang="en-US" sz="1100" kern="1200" dirty="0"/>
            <a:t>all incoming payments would be paid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to an</a:t>
          </a:r>
          <a:r>
            <a:rPr lang="tr-TR" sz="1100" kern="1200" dirty="0"/>
            <a:t> </a:t>
          </a:r>
          <a:r>
            <a:rPr lang="en-US" sz="1100" kern="1200" dirty="0"/>
            <a:t>address controlled by his </a:t>
          </a:r>
          <a:r>
            <a:rPr lang="en-US" sz="1100" kern="1200" dirty="0" err="1"/>
            <a:t>Trezor</a:t>
          </a:r>
          <a:r>
            <a:rPr lang="en-US" sz="1100" kern="1200" dirty="0"/>
            <a:t> hardware wallet.</a:t>
          </a:r>
        </a:p>
      </dsp:txBody>
      <dsp:txXfrm>
        <a:off x="2003214" y="1937287"/>
        <a:ext cx="1700156" cy="942930"/>
      </dsp:txXfrm>
    </dsp:sp>
    <dsp:sp modelId="{77F23D25-7062-4AAC-AD72-4F4EB1226A0B}">
      <dsp:nvSpPr>
        <dsp:cNvPr id="0" name=""/>
        <dsp:cNvSpPr/>
      </dsp:nvSpPr>
      <dsp:spPr>
        <a:xfrm>
          <a:off x="4000898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C6F9F-55A7-46CE-B105-F4F077ED5CAB}">
      <dsp:nvSpPr>
        <dsp:cNvPr id="0" name=""/>
        <dsp:cNvSpPr/>
      </dsp:nvSpPr>
      <dsp:spPr>
        <a:xfrm>
          <a:off x="4000898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Order Form</a:t>
          </a:r>
          <a:endParaRPr lang="en-US" sz="1400" kern="1200"/>
        </a:p>
      </dsp:txBody>
      <dsp:txXfrm>
        <a:off x="4000898" y="1456782"/>
        <a:ext cx="1700156" cy="438321"/>
      </dsp:txXfrm>
    </dsp:sp>
    <dsp:sp modelId="{F100B93F-7764-43D8-A25C-7DD480FD83A5}">
      <dsp:nvSpPr>
        <dsp:cNvPr id="0" name=""/>
        <dsp:cNvSpPr/>
      </dsp:nvSpPr>
      <dsp:spPr>
        <a:xfrm>
          <a:off x="4000898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Customers would submit an order using the form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and send payment to Gabriel’s</a:t>
          </a:r>
          <a:r>
            <a:rPr lang="tr-TR" sz="1100" kern="1200" dirty="0"/>
            <a:t> </a:t>
          </a:r>
          <a:r>
            <a:rPr lang="en-US" sz="1100" kern="1200" dirty="0"/>
            <a:t>published bitcoin address</a:t>
          </a:r>
        </a:p>
      </dsp:txBody>
      <dsp:txXfrm>
        <a:off x="4000898" y="1937287"/>
        <a:ext cx="1700156" cy="942930"/>
      </dsp:txXfrm>
    </dsp:sp>
    <dsp:sp modelId="{179C3B78-119C-4779-87CD-0D04C35CC70A}">
      <dsp:nvSpPr>
        <dsp:cNvPr id="0" name=""/>
        <dsp:cNvSpPr/>
      </dsp:nvSpPr>
      <dsp:spPr>
        <a:xfrm>
          <a:off x="5998581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372D5-E203-4BC3-8DED-13B67D265488}">
      <dsp:nvSpPr>
        <dsp:cNvPr id="0" name=""/>
        <dsp:cNvSpPr/>
      </dsp:nvSpPr>
      <dsp:spPr>
        <a:xfrm>
          <a:off x="5998581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Trigger Email</a:t>
          </a:r>
          <a:endParaRPr lang="en-US" sz="1400" kern="1200"/>
        </a:p>
      </dsp:txBody>
      <dsp:txXfrm>
        <a:off x="5998581" y="1456782"/>
        <a:ext cx="1700156" cy="438321"/>
      </dsp:txXfrm>
    </dsp:sp>
    <dsp:sp modelId="{88D4543A-DAA3-4C21-9FBA-27E079EAEDEA}">
      <dsp:nvSpPr>
        <dsp:cNvPr id="0" name=""/>
        <dsp:cNvSpPr/>
      </dsp:nvSpPr>
      <dsp:spPr>
        <a:xfrm>
          <a:off x="5998581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triggering an email with the order details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for Gabriel to</a:t>
          </a:r>
          <a:r>
            <a:rPr lang="tr-TR" sz="1100" kern="1200" dirty="0"/>
            <a:t> </a:t>
          </a:r>
          <a:r>
            <a:rPr lang="en-US" sz="1100" kern="1200" dirty="0"/>
            <a:t>process. </a:t>
          </a:r>
        </a:p>
      </dsp:txBody>
      <dsp:txXfrm>
        <a:off x="5998581" y="1937287"/>
        <a:ext cx="1700156" cy="942930"/>
      </dsp:txXfrm>
    </dsp:sp>
    <dsp:sp modelId="{C19CA19C-FE77-4ED6-8C61-16587241D0A7}">
      <dsp:nvSpPr>
        <dsp:cNvPr id="0" name=""/>
        <dsp:cNvSpPr/>
      </dsp:nvSpPr>
      <dsp:spPr>
        <a:xfrm>
          <a:off x="7996265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DCDB5-74F4-45C8-93B1-210D05D3B16A}">
      <dsp:nvSpPr>
        <dsp:cNvPr id="0" name=""/>
        <dsp:cNvSpPr/>
      </dsp:nvSpPr>
      <dsp:spPr>
        <a:xfrm>
          <a:off x="7996265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Well for Few Orders</a:t>
          </a:r>
          <a:endParaRPr lang="en-US" sz="1400" kern="1200"/>
        </a:p>
      </dsp:txBody>
      <dsp:txXfrm>
        <a:off x="7996265" y="1456782"/>
        <a:ext cx="1700156" cy="438321"/>
      </dsp:txXfrm>
    </dsp:sp>
    <dsp:sp modelId="{2D352AC2-D2A0-4EE9-9537-39C51AF6479E}">
      <dsp:nvSpPr>
        <dsp:cNvPr id="0" name=""/>
        <dsp:cNvSpPr/>
      </dsp:nvSpPr>
      <dsp:spPr>
        <a:xfrm>
          <a:off x="7996265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system worked well enough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just a few orders each week</a:t>
          </a:r>
        </a:p>
      </dsp:txBody>
      <dsp:txXfrm>
        <a:off x="7996265" y="1937287"/>
        <a:ext cx="1700156" cy="942930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9B8F9-643D-4AEF-B2B0-F22060A94140}">
      <dsp:nvSpPr>
        <dsp:cNvPr id="0" name=""/>
        <dsp:cNvSpPr/>
      </dsp:nvSpPr>
      <dsp:spPr>
        <a:xfrm>
          <a:off x="2156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41363-1057-489F-8EF9-3266C9E0B04E}">
      <dsp:nvSpPr>
        <dsp:cNvPr id="0" name=""/>
        <dsp:cNvSpPr/>
      </dsp:nvSpPr>
      <dsp:spPr>
        <a:xfrm>
          <a:off x="2156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New Orders</a:t>
          </a:r>
          <a:endParaRPr lang="en-US" sz="2000" kern="1200"/>
        </a:p>
      </dsp:txBody>
      <dsp:txXfrm>
        <a:off x="2156" y="1439133"/>
        <a:ext cx="2143124" cy="321468"/>
      </dsp:txXfrm>
    </dsp:sp>
    <dsp:sp modelId="{E4A2B2B4-8CA3-418D-94E0-4C842FDCE978}">
      <dsp:nvSpPr>
        <dsp:cNvPr id="0" name=""/>
        <dsp:cNvSpPr/>
      </dsp:nvSpPr>
      <dsp:spPr>
        <a:xfrm>
          <a:off x="2156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However, the little web store became quite successful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and attracted many orders from</a:t>
          </a:r>
          <a:r>
            <a:rPr lang="tr-TR" sz="1500" kern="1200"/>
            <a:t> </a:t>
          </a:r>
          <a:r>
            <a:rPr lang="en-US" sz="1500" kern="1200"/>
            <a:t>the local community.</a:t>
          </a:r>
        </a:p>
      </dsp:txBody>
      <dsp:txXfrm>
        <a:off x="2156" y="1810343"/>
        <a:ext cx="2143124" cy="1258810"/>
      </dsp:txXfrm>
    </dsp:sp>
    <dsp:sp modelId="{69C25BC4-2F82-44E4-8173-93CD59492BE1}">
      <dsp:nvSpPr>
        <dsp:cNvPr id="0" name=""/>
        <dsp:cNvSpPr/>
      </dsp:nvSpPr>
      <dsp:spPr>
        <a:xfrm>
          <a:off x="2520328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FE654-9B6E-4C7D-9FE2-A7720A666216}">
      <dsp:nvSpPr>
        <dsp:cNvPr id="0" name=""/>
        <dsp:cNvSpPr/>
      </dsp:nvSpPr>
      <dsp:spPr>
        <a:xfrm>
          <a:off x="2520328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Too Processes</a:t>
          </a:r>
          <a:endParaRPr lang="en-US" sz="2000" kern="1200"/>
        </a:p>
      </dsp:txBody>
      <dsp:txXfrm>
        <a:off x="2520328" y="1439133"/>
        <a:ext cx="2143124" cy="321468"/>
      </dsp:txXfrm>
    </dsp:sp>
    <dsp:sp modelId="{4DAAB7F4-C850-411B-8C62-3E43A67A47A2}">
      <dsp:nvSpPr>
        <dsp:cNvPr id="0" name=""/>
        <dsp:cNvSpPr/>
      </dsp:nvSpPr>
      <dsp:spPr>
        <a:xfrm>
          <a:off x="2520328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Soon, Gabriel was overwhelmed. </a:t>
          </a:r>
        </a:p>
      </dsp:txBody>
      <dsp:txXfrm>
        <a:off x="2520328" y="1810343"/>
        <a:ext cx="2143124" cy="1258810"/>
      </dsp:txXfrm>
    </dsp:sp>
    <dsp:sp modelId="{5C95845E-A124-4049-B4E7-B58DA5189838}">
      <dsp:nvSpPr>
        <dsp:cNvPr id="0" name=""/>
        <dsp:cNvSpPr/>
      </dsp:nvSpPr>
      <dsp:spPr>
        <a:xfrm>
          <a:off x="5038499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89490-4681-428F-B094-20E9CFC85DC2}">
      <dsp:nvSpPr>
        <dsp:cNvPr id="0" name=""/>
        <dsp:cNvSpPr/>
      </dsp:nvSpPr>
      <dsp:spPr>
        <a:xfrm>
          <a:off x="5038499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Match Orders</a:t>
          </a:r>
          <a:endParaRPr lang="en-US" sz="2000" kern="1200"/>
        </a:p>
      </dsp:txBody>
      <dsp:txXfrm>
        <a:off x="5038499" y="1439133"/>
        <a:ext cx="2143124" cy="321468"/>
      </dsp:txXfrm>
    </dsp:sp>
    <dsp:sp modelId="{61346074-2E2B-4A5A-97AE-CB96FE123006}">
      <dsp:nvSpPr>
        <dsp:cNvPr id="0" name=""/>
        <dsp:cNvSpPr/>
      </dsp:nvSpPr>
      <dsp:spPr>
        <a:xfrm>
          <a:off x="5038499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With all the orders paying the</a:t>
          </a:r>
          <a:r>
            <a:rPr lang="tr-TR" sz="1500" kern="1200"/>
            <a:t> </a:t>
          </a:r>
          <a:r>
            <a:rPr lang="en-US" sz="1500" kern="1200"/>
            <a:t>same address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it became difficult to correctly match orders and transactions</a:t>
          </a:r>
        </a:p>
      </dsp:txBody>
      <dsp:txXfrm>
        <a:off x="5038499" y="1810343"/>
        <a:ext cx="2143124" cy="1258810"/>
      </dsp:txXfrm>
    </dsp:sp>
    <dsp:sp modelId="{6761B1D5-D196-4587-8519-9C60744F8CD9}">
      <dsp:nvSpPr>
        <dsp:cNvPr id="0" name=""/>
        <dsp:cNvSpPr/>
      </dsp:nvSpPr>
      <dsp:spPr>
        <a:xfrm>
          <a:off x="7556671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7DFA5-DAA1-4507-87AB-B13AD1D1790D}">
      <dsp:nvSpPr>
        <dsp:cNvPr id="0" name=""/>
        <dsp:cNvSpPr/>
      </dsp:nvSpPr>
      <dsp:spPr>
        <a:xfrm>
          <a:off x="7556671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The same Amount</a:t>
          </a:r>
          <a:endParaRPr lang="en-US" sz="2000" kern="1200"/>
        </a:p>
      </dsp:txBody>
      <dsp:txXfrm>
        <a:off x="7556671" y="1439133"/>
        <a:ext cx="2143124" cy="321468"/>
      </dsp:txXfrm>
    </dsp:sp>
    <dsp:sp modelId="{A6DA6C60-0F6F-4B89-9905-E52520D36AB9}">
      <dsp:nvSpPr>
        <dsp:cNvPr id="0" name=""/>
        <dsp:cNvSpPr/>
      </dsp:nvSpPr>
      <dsp:spPr>
        <a:xfrm>
          <a:off x="7556671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especially</a:t>
          </a:r>
          <a:r>
            <a:rPr lang="tr-TR" sz="1500" kern="1200"/>
            <a:t> </a:t>
          </a:r>
          <a:r>
            <a:rPr lang="en-US" sz="1500" kern="1200"/>
            <a:t>when multiple orders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the same amount came in close together.</a:t>
          </a:r>
        </a:p>
      </dsp:txBody>
      <dsp:txXfrm>
        <a:off x="7556671" y="1810343"/>
        <a:ext cx="2143124" cy="1258810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1C7FB-9A5A-4AD2-B6EF-3732CE19BA60}">
      <dsp:nvSpPr>
        <dsp:cNvPr id="0" name=""/>
        <dsp:cNvSpPr/>
      </dsp:nvSpPr>
      <dsp:spPr>
        <a:xfrm>
          <a:off x="562274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5FF54-B1B5-4A7E-BFA4-2547C78ECA1B}">
      <dsp:nvSpPr>
        <dsp:cNvPr id="0" name=""/>
        <dsp:cNvSpPr/>
      </dsp:nvSpPr>
      <dsp:spPr>
        <a:xfrm>
          <a:off x="10263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Better solution</a:t>
          </a:r>
          <a:endParaRPr lang="en-US" sz="1600" kern="1200"/>
        </a:p>
      </dsp:txBody>
      <dsp:txXfrm>
        <a:off x="10263" y="1288529"/>
        <a:ext cx="1698495" cy="254774"/>
      </dsp:txXfrm>
    </dsp:sp>
    <dsp:sp modelId="{29D6A904-24D5-4AA9-BEB9-BA3C23DF2659}">
      <dsp:nvSpPr>
        <dsp:cNvPr id="0" name=""/>
        <dsp:cNvSpPr/>
      </dsp:nvSpPr>
      <dsp:spPr>
        <a:xfrm>
          <a:off x="10263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Gabriel’s HD wallet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offers a much better solution </a:t>
          </a:r>
        </a:p>
      </dsp:txBody>
      <dsp:txXfrm>
        <a:off x="10263" y="1592825"/>
        <a:ext cx="1698495" cy="1470840"/>
      </dsp:txXfrm>
    </dsp:sp>
    <dsp:sp modelId="{6C5726F3-EADD-44E9-96D8-46362AF63D8F}">
      <dsp:nvSpPr>
        <dsp:cNvPr id="0" name=""/>
        <dsp:cNvSpPr/>
      </dsp:nvSpPr>
      <dsp:spPr>
        <a:xfrm>
          <a:off x="2558006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C5AE8-9565-4902-A372-296DBF14837F}">
      <dsp:nvSpPr>
        <dsp:cNvPr id="0" name=""/>
        <dsp:cNvSpPr/>
      </dsp:nvSpPr>
      <dsp:spPr>
        <a:xfrm>
          <a:off x="2005995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Child public key</a:t>
          </a:r>
          <a:endParaRPr lang="en-US" sz="1600" kern="1200"/>
        </a:p>
      </dsp:txBody>
      <dsp:txXfrm>
        <a:off x="2005995" y="1288529"/>
        <a:ext cx="1698495" cy="254774"/>
      </dsp:txXfrm>
    </dsp:sp>
    <dsp:sp modelId="{3583A3EB-9AFA-4273-B260-4AEA7C9085E8}">
      <dsp:nvSpPr>
        <dsp:cNvPr id="0" name=""/>
        <dsp:cNvSpPr/>
      </dsp:nvSpPr>
      <dsp:spPr>
        <a:xfrm>
          <a:off x="2005995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through the ability to derive public</a:t>
          </a:r>
          <a:r>
            <a:rPr lang="tr-TR" sz="1200" kern="1200"/>
            <a:t> </a:t>
          </a:r>
          <a:r>
            <a:rPr lang="en-US" sz="1200" kern="1200"/>
            <a:t>child keys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without knowing the private keys. </a:t>
          </a:r>
        </a:p>
      </dsp:txBody>
      <dsp:txXfrm>
        <a:off x="2005995" y="1592825"/>
        <a:ext cx="1698495" cy="1470840"/>
      </dsp:txXfrm>
    </dsp:sp>
    <dsp:sp modelId="{B6DB17A5-F7FB-4976-9788-EECC34B2DEEA}">
      <dsp:nvSpPr>
        <dsp:cNvPr id="0" name=""/>
        <dsp:cNvSpPr/>
      </dsp:nvSpPr>
      <dsp:spPr>
        <a:xfrm>
          <a:off x="4553739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F6C18-4D47-41AF-BBFD-86CD1DBEBBEF}">
      <dsp:nvSpPr>
        <dsp:cNvPr id="0" name=""/>
        <dsp:cNvSpPr/>
      </dsp:nvSpPr>
      <dsp:spPr>
        <a:xfrm>
          <a:off x="4001728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xpub</a:t>
          </a:r>
          <a:endParaRPr lang="en-US" sz="1600" kern="1200"/>
        </a:p>
      </dsp:txBody>
      <dsp:txXfrm>
        <a:off x="4001728" y="1288529"/>
        <a:ext cx="1698495" cy="254774"/>
      </dsp:txXfrm>
    </dsp:sp>
    <dsp:sp modelId="{1A5F286C-D6E6-4750-BF3F-D0FBB48936BA}">
      <dsp:nvSpPr>
        <dsp:cNvPr id="0" name=""/>
        <dsp:cNvSpPr/>
      </dsp:nvSpPr>
      <dsp:spPr>
        <a:xfrm>
          <a:off x="4001728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 can load an extended public key</a:t>
          </a:r>
          <a:r>
            <a:rPr lang="tr-TR" sz="1200" kern="1200"/>
            <a:t> </a:t>
          </a:r>
          <a:r>
            <a:rPr lang="en-US" sz="1200" kern="1200"/>
            <a:t>(xpub) on his website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derive a unique address for every customer</a:t>
          </a:r>
          <a:r>
            <a:rPr lang="tr-TR" sz="1200" kern="1200"/>
            <a:t> </a:t>
          </a:r>
          <a:r>
            <a:rPr lang="en-US" sz="1200" kern="1200"/>
            <a:t>order. </a:t>
          </a:r>
        </a:p>
      </dsp:txBody>
      <dsp:txXfrm>
        <a:off x="4001728" y="1592825"/>
        <a:ext cx="1698495" cy="1470840"/>
      </dsp:txXfrm>
    </dsp:sp>
    <dsp:sp modelId="{97D10C7D-ACAD-42D0-95C2-B7CC8C831705}">
      <dsp:nvSpPr>
        <dsp:cNvPr id="0" name=""/>
        <dsp:cNvSpPr/>
      </dsp:nvSpPr>
      <dsp:spPr>
        <a:xfrm>
          <a:off x="6549472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1AC41-C044-4366-9EBD-FC36F6AF45D9}">
      <dsp:nvSpPr>
        <dsp:cNvPr id="0" name=""/>
        <dsp:cNvSpPr/>
      </dsp:nvSpPr>
      <dsp:spPr>
        <a:xfrm>
          <a:off x="5997461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Spend from Trezor</a:t>
          </a:r>
          <a:endParaRPr lang="en-US" sz="1600" kern="1200"/>
        </a:p>
      </dsp:txBody>
      <dsp:txXfrm>
        <a:off x="5997461" y="1288529"/>
        <a:ext cx="1698495" cy="254774"/>
      </dsp:txXfrm>
    </dsp:sp>
    <dsp:sp modelId="{E0F2BDE4-512D-4163-9CB3-91E3FB3C2D05}">
      <dsp:nvSpPr>
        <dsp:cNvPr id="0" name=""/>
        <dsp:cNvSpPr/>
      </dsp:nvSpPr>
      <dsp:spPr>
        <a:xfrm>
          <a:off x="5997461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 can spend the funds from his Trezor,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but the xpub loaded on the</a:t>
          </a:r>
          <a:r>
            <a:rPr lang="tr-TR" sz="1200" kern="1200"/>
            <a:t> </a:t>
          </a:r>
          <a:r>
            <a:rPr lang="en-US" sz="1200" kern="1200"/>
            <a:t>website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 only generate addresses and receive funds. </a:t>
          </a:r>
        </a:p>
      </dsp:txBody>
      <dsp:txXfrm>
        <a:off x="5997461" y="1592825"/>
        <a:ext cx="1698495" cy="1470840"/>
      </dsp:txXfrm>
    </dsp:sp>
    <dsp:sp modelId="{77AD420F-C20D-4387-9CCE-8AC78EF5177D}">
      <dsp:nvSpPr>
        <dsp:cNvPr id="0" name=""/>
        <dsp:cNvSpPr/>
      </dsp:nvSpPr>
      <dsp:spPr>
        <a:xfrm>
          <a:off x="8545205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77474-9D09-4D9E-BF37-27124C9234F3}">
      <dsp:nvSpPr>
        <dsp:cNvPr id="0" name=""/>
        <dsp:cNvSpPr/>
      </dsp:nvSpPr>
      <dsp:spPr>
        <a:xfrm>
          <a:off x="7993193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Security</a:t>
          </a:r>
          <a:endParaRPr lang="en-US" sz="1600" kern="1200"/>
        </a:p>
      </dsp:txBody>
      <dsp:txXfrm>
        <a:off x="7993193" y="1288529"/>
        <a:ext cx="1698495" cy="254774"/>
      </dsp:txXfrm>
    </dsp:sp>
    <dsp:sp modelId="{0B8B30F7-B165-4F26-94E3-D8770300793C}">
      <dsp:nvSpPr>
        <dsp:cNvPr id="0" name=""/>
        <dsp:cNvSpPr/>
      </dsp:nvSpPr>
      <dsp:spPr>
        <a:xfrm>
          <a:off x="7993193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feature of HD wallets is a</a:t>
          </a:r>
          <a:r>
            <a:rPr lang="tr-TR" sz="1200" kern="1200"/>
            <a:t> </a:t>
          </a:r>
          <a:r>
            <a:rPr lang="en-US" sz="1200" kern="1200"/>
            <a:t>great security feature.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Gabriel’s website does not contain any private keys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and therefore</a:t>
          </a:r>
          <a:r>
            <a:rPr lang="tr-TR" sz="1200" kern="1200"/>
            <a:t> </a:t>
          </a:r>
          <a:r>
            <a:rPr lang="en-US" sz="1200" kern="1200"/>
            <a:t>does not need high levels of security.</a:t>
          </a:r>
        </a:p>
      </dsp:txBody>
      <dsp:txXfrm>
        <a:off x="7993193" y="1592825"/>
        <a:ext cx="1698495" cy="1470840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BADD2-B0BA-4F0A-9C7D-96A91EFCF762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841C5-01EB-4DD8-9985-091425DC2F29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Export</a:t>
          </a:r>
          <a:endParaRPr lang="en-US" sz="2800" kern="1200"/>
        </a:p>
      </dsp:txBody>
      <dsp:txXfrm>
        <a:off x="3421" y="1568504"/>
        <a:ext cx="2894062" cy="434109"/>
      </dsp:txXfrm>
    </dsp:sp>
    <dsp:sp modelId="{6C525D69-336D-4621-8188-07A999DE3D5D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export the </a:t>
          </a:r>
          <a:r>
            <a:rPr lang="en-US" sz="1700" kern="1200" dirty="0" err="1"/>
            <a:t>xpub</a:t>
          </a:r>
          <a:r>
            <a:rPr lang="tr-TR" sz="1700" kern="1200" dirty="0"/>
            <a:t> </a:t>
          </a:r>
          <a:r>
            <a:rPr lang="en-US" sz="1700" kern="1200" dirty="0"/>
            <a:t>Gabriel uses the web-based software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conjunction with the </a:t>
          </a:r>
          <a:r>
            <a:rPr lang="en-US" sz="1700" kern="1200" dirty="0" err="1"/>
            <a:t>Trezor</a:t>
          </a:r>
          <a:r>
            <a:rPr lang="tr-TR" sz="1700" kern="1200" dirty="0"/>
            <a:t> </a:t>
          </a:r>
          <a:r>
            <a:rPr lang="en-US" sz="1700" kern="1200" dirty="0"/>
            <a:t>hardware wallet. </a:t>
          </a:r>
        </a:p>
      </dsp:txBody>
      <dsp:txXfrm>
        <a:off x="3421" y="2058195"/>
        <a:ext cx="2894062" cy="1156972"/>
      </dsp:txXfrm>
    </dsp:sp>
    <dsp:sp modelId="{DA798801-D516-4621-BD4D-42D91B6B6527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6898D-322C-454E-BDB4-FB4C13972852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Plug in</a:t>
          </a:r>
          <a:endParaRPr lang="en-US" sz="2800" kern="1200"/>
        </a:p>
      </dsp:txBody>
      <dsp:txXfrm>
        <a:off x="3403945" y="1568504"/>
        <a:ext cx="2894062" cy="434109"/>
      </dsp:txXfrm>
    </dsp:sp>
    <dsp:sp modelId="{B4D08DDD-C168-48D5-8FF7-75FE76CD6FEC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</a:t>
          </a:r>
          <a:r>
            <a:rPr lang="en-US" sz="1700" kern="1200" dirty="0" err="1"/>
            <a:t>Trezor</a:t>
          </a:r>
          <a:r>
            <a:rPr lang="en-US" sz="1700" kern="1200" dirty="0"/>
            <a:t> device must be plugged 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the public keys to be</a:t>
          </a:r>
          <a:r>
            <a:rPr lang="tr-TR" sz="1700" kern="1200"/>
            <a:t> </a:t>
          </a:r>
          <a:r>
            <a:rPr lang="en-US" sz="1700" kern="1200"/>
            <a:t>exported. </a:t>
          </a:r>
        </a:p>
      </dsp:txBody>
      <dsp:txXfrm>
        <a:off x="3403945" y="2058195"/>
        <a:ext cx="2894062" cy="1156972"/>
      </dsp:txXfrm>
    </dsp:sp>
    <dsp:sp modelId="{7B850170-1D0D-4617-A2D0-DDB4A0391EE5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549C2-71AB-4FD7-BD1E-4671BD43CA43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Note</a:t>
          </a:r>
        </a:p>
      </dsp:txBody>
      <dsp:txXfrm>
        <a:off x="6804468" y="1568504"/>
        <a:ext cx="2894062" cy="434109"/>
      </dsp:txXfrm>
    </dsp:sp>
    <dsp:sp modelId="{CCE974A5-1EF8-4C84-A88C-B50070B599B0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hardware wallets will never export private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those always</a:t>
          </a:r>
          <a:r>
            <a:rPr lang="tr-TR" sz="1700" kern="1200"/>
            <a:t> remain on the device</a:t>
          </a:r>
          <a:endParaRPr lang="en-US" sz="1700" kern="1200"/>
        </a:p>
      </dsp:txBody>
      <dsp:txXfrm>
        <a:off x="6804468" y="2058195"/>
        <a:ext cx="2894062" cy="1156972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25D5E-435A-4CD8-B1F1-6607F50B3897}">
      <dsp:nvSpPr>
        <dsp:cNvPr id="0" name=""/>
        <dsp:cNvSpPr/>
      </dsp:nvSpPr>
      <dsp:spPr>
        <a:xfrm>
          <a:off x="943992" y="52847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6D7E8-0FAE-4190-B723-A27594751941}">
      <dsp:nvSpPr>
        <dsp:cNvPr id="0" name=""/>
        <dsp:cNvSpPr/>
      </dsp:nvSpPr>
      <dsp:spPr>
        <a:xfrm>
          <a:off x="3421" y="165294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Copy xpub</a:t>
          </a:r>
          <a:endParaRPr lang="en-US" sz="1700" kern="1200"/>
        </a:p>
      </dsp:txBody>
      <dsp:txXfrm>
        <a:off x="3421" y="1652948"/>
        <a:ext cx="2894062" cy="434109"/>
      </dsp:txXfrm>
    </dsp:sp>
    <dsp:sp modelId="{63E20194-96B6-442D-BE15-E9AB47D0DAFD}">
      <dsp:nvSpPr>
        <dsp:cNvPr id="0" name=""/>
        <dsp:cNvSpPr/>
      </dsp:nvSpPr>
      <dsp:spPr>
        <a:xfrm>
          <a:off x="3421" y="2138943"/>
          <a:ext cx="2894062" cy="98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Gabriel copies the </a:t>
          </a:r>
          <a:r>
            <a:rPr lang="en-US" sz="1300" kern="1200" dirty="0" err="1"/>
            <a:t>xpub</a:t>
          </a:r>
          <a:r>
            <a:rPr lang="en-US" sz="1300" kern="1200" dirty="0"/>
            <a:t>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his web store’s bitcoin shop software. </a:t>
          </a:r>
        </a:p>
      </dsp:txBody>
      <dsp:txXfrm>
        <a:off x="3421" y="2138943"/>
        <a:ext cx="2894062" cy="983835"/>
      </dsp:txXfrm>
    </dsp:sp>
    <dsp:sp modelId="{2B347A2D-40CB-45E5-92DE-A7E57BC66A4B}">
      <dsp:nvSpPr>
        <dsp:cNvPr id="0" name=""/>
        <dsp:cNvSpPr/>
      </dsp:nvSpPr>
      <dsp:spPr>
        <a:xfrm>
          <a:off x="4344515" y="52847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234CE-81D4-467D-8E1C-E5ADD77F87A6}">
      <dsp:nvSpPr>
        <dsp:cNvPr id="0" name=""/>
        <dsp:cNvSpPr/>
      </dsp:nvSpPr>
      <dsp:spPr>
        <a:xfrm>
          <a:off x="3403945" y="165294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Web-Store Plugin</a:t>
          </a:r>
          <a:endParaRPr lang="en-US" sz="1700" kern="1200"/>
        </a:p>
      </dsp:txBody>
      <dsp:txXfrm>
        <a:off x="3403945" y="1652948"/>
        <a:ext cx="2894062" cy="434109"/>
      </dsp:txXfrm>
    </dsp:sp>
    <dsp:sp modelId="{8ED6F1BB-CFFE-4F32-AB5F-454C7F001150}">
      <dsp:nvSpPr>
        <dsp:cNvPr id="0" name=""/>
        <dsp:cNvSpPr/>
      </dsp:nvSpPr>
      <dsp:spPr>
        <a:xfrm>
          <a:off x="3403945" y="2138943"/>
          <a:ext cx="2894062" cy="98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He uses </a:t>
          </a:r>
          <a:r>
            <a:rPr lang="en-US" sz="1300" i="1" kern="1200" dirty="0"/>
            <a:t>Mycelium</a:t>
          </a:r>
          <a:r>
            <a:rPr lang="tr-TR" sz="1300" i="1" kern="1200" dirty="0"/>
            <a:t> </a:t>
          </a:r>
          <a:r>
            <a:rPr lang="en-US" sz="1300" i="1" kern="1200" dirty="0"/>
            <a:t>Gear</a:t>
          </a:r>
          <a:r>
            <a:rPr lang="en-US" sz="1300" kern="1200" dirty="0"/>
            <a:t>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which is an open source web-store plugin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for a variety of web hosting and con tent platforms. </a:t>
          </a:r>
        </a:p>
      </dsp:txBody>
      <dsp:txXfrm>
        <a:off x="3403945" y="2138943"/>
        <a:ext cx="2894062" cy="983835"/>
      </dsp:txXfrm>
    </dsp:sp>
    <dsp:sp modelId="{2E8F77D9-DD60-41E3-814A-39815823BE90}">
      <dsp:nvSpPr>
        <dsp:cNvPr id="0" name=""/>
        <dsp:cNvSpPr/>
      </dsp:nvSpPr>
      <dsp:spPr>
        <a:xfrm>
          <a:off x="7745039" y="52847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AF314-C265-44DB-A9AE-C54E37C63C23}">
      <dsp:nvSpPr>
        <dsp:cNvPr id="0" name=""/>
        <dsp:cNvSpPr/>
      </dsp:nvSpPr>
      <dsp:spPr>
        <a:xfrm>
          <a:off x="6804468" y="165294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Unique Addresses for Purchases</a:t>
          </a:r>
          <a:endParaRPr lang="en-US" sz="1700" kern="1200"/>
        </a:p>
      </dsp:txBody>
      <dsp:txXfrm>
        <a:off x="6804468" y="1652948"/>
        <a:ext cx="2894062" cy="434109"/>
      </dsp:txXfrm>
    </dsp:sp>
    <dsp:sp modelId="{7209E49F-2E56-40DA-B6BC-0451314E6824}">
      <dsp:nvSpPr>
        <dsp:cNvPr id="0" name=""/>
        <dsp:cNvSpPr/>
      </dsp:nvSpPr>
      <dsp:spPr>
        <a:xfrm>
          <a:off x="6804468" y="2138943"/>
          <a:ext cx="2894062" cy="98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Mycelium Gear uses the </a:t>
          </a:r>
          <a:r>
            <a:rPr lang="en-US" sz="1300" kern="1200" dirty="0" err="1"/>
            <a:t>xpub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generate a unique address for every</a:t>
          </a:r>
          <a:r>
            <a:rPr lang="tr-TR" sz="1300" kern="1200"/>
            <a:t> purchase.</a:t>
          </a:r>
          <a:endParaRPr lang="en-US" sz="1300" kern="1200"/>
        </a:p>
      </dsp:txBody>
      <dsp:txXfrm>
        <a:off x="6804468" y="2138943"/>
        <a:ext cx="2894062" cy="983835"/>
      </dsp:txXfrm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330C6-DD31-4390-9395-559D33C0CF94}">
      <dsp:nvSpPr>
        <dsp:cNvPr id="0" name=""/>
        <dsp:cNvSpPr/>
      </dsp:nvSpPr>
      <dsp:spPr>
        <a:xfrm>
          <a:off x="36" y="971687"/>
          <a:ext cx="662238" cy="6622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8F61D-7E83-4681-A5D2-2378D43F2152}">
      <dsp:nvSpPr>
        <dsp:cNvPr id="0" name=""/>
        <dsp:cNvSpPr/>
      </dsp:nvSpPr>
      <dsp:spPr>
        <a:xfrm>
          <a:off x="36" y="1721433"/>
          <a:ext cx="1892109" cy="2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Useful feature</a:t>
          </a:r>
          <a:endParaRPr lang="en-US" sz="1800" kern="1200"/>
        </a:p>
      </dsp:txBody>
      <dsp:txXfrm>
        <a:off x="36" y="1721433"/>
        <a:ext cx="1892109" cy="283816"/>
      </dsp:txXfrm>
    </dsp:sp>
    <dsp:sp modelId="{874E8C51-0FA8-429F-9445-91674839A9FE}">
      <dsp:nvSpPr>
        <dsp:cNvPr id="0" name=""/>
        <dsp:cNvSpPr/>
      </dsp:nvSpPr>
      <dsp:spPr>
        <a:xfrm>
          <a:off x="36" y="2045951"/>
          <a:ext cx="1892109" cy="960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derive a branch of public keys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from an xpub</a:t>
          </a:r>
        </a:p>
      </dsp:txBody>
      <dsp:txXfrm>
        <a:off x="36" y="2045951"/>
        <a:ext cx="1892109" cy="960802"/>
      </dsp:txXfrm>
    </dsp:sp>
    <dsp:sp modelId="{2C670E6F-6315-4645-BA0A-DF2A91E5F6B1}">
      <dsp:nvSpPr>
        <dsp:cNvPr id="0" name=""/>
        <dsp:cNvSpPr/>
      </dsp:nvSpPr>
      <dsp:spPr>
        <a:xfrm>
          <a:off x="2223264" y="971687"/>
          <a:ext cx="662238" cy="6622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AB3D0-6D82-4E57-A1DB-6FC16146BF3B}">
      <dsp:nvSpPr>
        <dsp:cNvPr id="0" name=""/>
        <dsp:cNvSpPr/>
      </dsp:nvSpPr>
      <dsp:spPr>
        <a:xfrm>
          <a:off x="2223264" y="1721433"/>
          <a:ext cx="1892109" cy="2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Potential risk</a:t>
          </a:r>
          <a:endParaRPr lang="en-US" sz="1800" kern="1200"/>
        </a:p>
      </dsp:txBody>
      <dsp:txXfrm>
        <a:off x="2223264" y="1721433"/>
        <a:ext cx="1892109" cy="283816"/>
      </dsp:txXfrm>
    </dsp:sp>
    <dsp:sp modelId="{C5758148-B931-4F30-8A3C-5E4D773A5A68}">
      <dsp:nvSpPr>
        <dsp:cNvPr id="0" name=""/>
        <dsp:cNvSpPr/>
      </dsp:nvSpPr>
      <dsp:spPr>
        <a:xfrm>
          <a:off x="2223264" y="2045951"/>
          <a:ext cx="1892109" cy="960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Leakage of private child key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xpub contains the chain code</a:t>
          </a:r>
          <a:endParaRPr lang="en-US" sz="1400" kern="1200"/>
        </a:p>
      </dsp:txBody>
      <dsp:txXfrm>
        <a:off x="2223264" y="2045951"/>
        <a:ext cx="1892109" cy="960802"/>
      </dsp:txXfrm>
    </dsp:sp>
    <dsp:sp modelId="{9EFCA64E-18CF-4BA5-A2D4-6E179641F772}">
      <dsp:nvSpPr>
        <dsp:cNvPr id="0" name=""/>
        <dsp:cNvSpPr/>
      </dsp:nvSpPr>
      <dsp:spPr>
        <a:xfrm>
          <a:off x="4446493" y="971687"/>
          <a:ext cx="662238" cy="6622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44911-4568-422F-BD59-2D6AC142DCE7}">
      <dsp:nvSpPr>
        <dsp:cNvPr id="0" name=""/>
        <dsp:cNvSpPr/>
      </dsp:nvSpPr>
      <dsp:spPr>
        <a:xfrm>
          <a:off x="4446493" y="1721433"/>
          <a:ext cx="1892109" cy="2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 err="1"/>
            <a:t>Potantial</a:t>
          </a:r>
          <a:r>
            <a:rPr lang="tr-TR" sz="1800" kern="1200" dirty="0"/>
            <a:t> </a:t>
          </a:r>
          <a:r>
            <a:rPr lang="tr-TR" sz="1800" kern="1200" dirty="0" err="1"/>
            <a:t>harm</a:t>
          </a:r>
          <a:endParaRPr lang="en-US" sz="1800" kern="1200" dirty="0"/>
        </a:p>
      </dsp:txBody>
      <dsp:txXfrm>
        <a:off x="4446493" y="1721433"/>
        <a:ext cx="1892109" cy="283816"/>
      </dsp:txXfrm>
    </dsp:sp>
    <dsp:sp modelId="{0DE1E46F-5DA9-4DB7-839C-EFB9F0EE54CA}">
      <dsp:nvSpPr>
        <dsp:cNvPr id="0" name=""/>
        <dsp:cNvSpPr/>
      </dsp:nvSpPr>
      <dsp:spPr>
        <a:xfrm>
          <a:off x="4446493" y="2045951"/>
          <a:ext cx="1892109" cy="960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chain code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derive all the other child private</a:t>
          </a:r>
          <a:r>
            <a:rPr lang="tr-TR" sz="1400" kern="1200"/>
            <a:t> </a:t>
          </a:r>
          <a:r>
            <a:rPr lang="en-US" sz="1400" kern="1200"/>
            <a:t>keys</a:t>
          </a:r>
        </a:p>
      </dsp:txBody>
      <dsp:txXfrm>
        <a:off x="4446493" y="2045951"/>
        <a:ext cx="1892109" cy="960802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470A7-FE30-41F9-AD54-B8C33C9D0EC0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0249F-82B2-433A-ADD6-894E32A08635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Accident</a:t>
          </a:r>
          <a:endParaRPr lang="en-US" sz="2800" kern="1200" dirty="0"/>
        </a:p>
      </dsp:txBody>
      <dsp:txXfrm>
        <a:off x="3421" y="1828085"/>
        <a:ext cx="2894062" cy="434109"/>
      </dsp:txXfrm>
    </dsp:sp>
    <dsp:sp modelId="{2B03EF74-84E3-40EA-8D8F-5CA26FD09233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Leakage of</a:t>
          </a:r>
          <a:r>
            <a:rPr lang="en-US" sz="1700" kern="1200"/>
            <a:t> child private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with </a:t>
          </a:r>
          <a:r>
            <a:rPr lang="en-US" sz="1700" kern="1200"/>
            <a:t>parent chain code</a:t>
          </a:r>
        </a:p>
      </dsp:txBody>
      <dsp:txXfrm>
        <a:off x="3421" y="2306416"/>
        <a:ext cx="2894062" cy="624745"/>
      </dsp:txXfrm>
    </dsp:sp>
    <dsp:sp modelId="{7F8C0FF5-F397-46FE-A017-D79D5D3E22DD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BDED4-C76F-4C6B-88CC-CE572F438083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Risk-1</a:t>
          </a:r>
          <a:endParaRPr lang="en-US" sz="2800" kern="1200"/>
        </a:p>
      </dsp:txBody>
      <dsp:txXfrm>
        <a:off x="3403945" y="1828085"/>
        <a:ext cx="2894062" cy="434109"/>
      </dsp:txXfrm>
    </dsp:sp>
    <dsp:sp modelId="{3310AF8A-1DF6-4CE5-8544-437771E5670F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All child private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 be deduced</a:t>
          </a:r>
        </a:p>
      </dsp:txBody>
      <dsp:txXfrm>
        <a:off x="3403945" y="2306416"/>
        <a:ext cx="2894062" cy="624745"/>
      </dsp:txXfrm>
    </dsp:sp>
    <dsp:sp modelId="{6BE1A367-63C4-470D-8B26-DCDD54F67839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FB95A-9264-455F-97C5-262A0D9DB0CE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Risk-2</a:t>
          </a:r>
          <a:endParaRPr lang="en-US" sz="2800" kern="1200"/>
        </a:p>
      </dsp:txBody>
      <dsp:txXfrm>
        <a:off x="6804468" y="1828085"/>
        <a:ext cx="2894062" cy="434109"/>
      </dsp:txXfrm>
    </dsp:sp>
    <dsp:sp modelId="{BF1FF061-52A5-49C7-AC37-E3581F21EFE0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Parent private key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 be deduced</a:t>
          </a:r>
          <a:endParaRPr lang="en-US" sz="1700" kern="1200"/>
        </a:p>
      </dsp:txBody>
      <dsp:txXfrm>
        <a:off x="6804468" y="2306416"/>
        <a:ext cx="2894062" cy="624745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FE8EE-5E1C-4B9F-900F-8DEE1B196C47}">
      <dsp:nvSpPr>
        <dsp:cNvPr id="0" name=""/>
        <dsp:cNvSpPr/>
      </dsp:nvSpPr>
      <dsp:spPr>
        <a:xfrm>
          <a:off x="3421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FE7B4-82BB-43E5-9946-AD6B5116FD85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600" kern="1200" dirty="0"/>
            <a:t>Hardened Derivation</a:t>
          </a:r>
          <a:endParaRPr lang="en-US" sz="2600" kern="1200" dirty="0"/>
        </a:p>
      </dsp:txBody>
      <dsp:txXfrm>
        <a:off x="3421" y="1692428"/>
        <a:ext cx="2894062" cy="434109"/>
      </dsp:txXfrm>
    </dsp:sp>
    <dsp:sp modelId="{CAA7AF01-DE89-4940-A760-E9AE8AFCA63D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HD wallets use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 alternative derivation</a:t>
          </a:r>
          <a:r>
            <a:rPr lang="tr-TR" sz="1700" kern="1200" dirty="0"/>
            <a:t> function</a:t>
          </a:r>
          <a:r>
            <a:rPr lang="en-US" sz="1700" kern="1200" dirty="0"/>
            <a:t> </a:t>
          </a:r>
        </a:p>
      </dsp:txBody>
      <dsp:txXfrm>
        <a:off x="3421" y="2176696"/>
        <a:ext cx="2894062" cy="902886"/>
      </dsp:txXfrm>
    </dsp:sp>
    <dsp:sp modelId="{0BBDF635-E3EF-47C6-91ED-996686EF2D7B}">
      <dsp:nvSpPr>
        <dsp:cNvPr id="0" name=""/>
        <dsp:cNvSpPr/>
      </dsp:nvSpPr>
      <dsp:spPr>
        <a:xfrm>
          <a:off x="340394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44BCF-EC1A-465D-9003-77F534076BCA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600" kern="1200" dirty="0"/>
            <a:t>Counter risk</a:t>
          </a:r>
          <a:endParaRPr lang="en-US" sz="2600" kern="1200" dirty="0"/>
        </a:p>
      </dsp:txBody>
      <dsp:txXfrm>
        <a:off x="3403945" y="1692428"/>
        <a:ext cx="2894062" cy="434109"/>
      </dsp:txXfrm>
    </dsp:sp>
    <dsp:sp modelId="{04697565-4903-46D6-A440-09CF4BBFB08F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Break Relationship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Parent-Child Chain</a:t>
          </a:r>
          <a:endParaRPr lang="en-US" sz="1700" kern="1200" dirty="0"/>
        </a:p>
      </dsp:txBody>
      <dsp:txXfrm>
        <a:off x="3403945" y="2176696"/>
        <a:ext cx="2894062" cy="902886"/>
      </dsp:txXfrm>
    </dsp:sp>
    <dsp:sp modelId="{F2F0F0F1-1827-4506-BED8-DC46D4019C3F}">
      <dsp:nvSpPr>
        <dsp:cNvPr id="0" name=""/>
        <dsp:cNvSpPr/>
      </dsp:nvSpPr>
      <dsp:spPr>
        <a:xfrm>
          <a:off x="6804468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BBEA5-1CE9-440E-8A3C-A44BB0A91747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 dirty="0"/>
            <a:t>between</a:t>
          </a:r>
        </a:p>
      </dsp:txBody>
      <dsp:txXfrm>
        <a:off x="6804468" y="1692428"/>
        <a:ext cx="2894062" cy="434109"/>
      </dsp:txXfrm>
    </dsp:sp>
    <dsp:sp modelId="{0791F052-3C2C-4C07-969B-E39D84D00B3E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parent </a:t>
          </a:r>
          <a:r>
            <a:rPr lang="en-US" sz="1700" kern="1200" dirty="0"/>
            <a:t>public key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child</a:t>
          </a:r>
          <a:r>
            <a:rPr lang="tr-TR" sz="1700" kern="1200" dirty="0"/>
            <a:t> chain code</a:t>
          </a:r>
          <a:endParaRPr lang="en-US" sz="1700" kern="1200" dirty="0"/>
        </a:p>
      </dsp:txBody>
      <dsp:txXfrm>
        <a:off x="6804468" y="2176696"/>
        <a:ext cx="2894062" cy="902886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251F6-B590-4276-A234-9E18C6B66DF1}">
      <dsp:nvSpPr>
        <dsp:cNvPr id="0" name=""/>
        <dsp:cNvSpPr/>
      </dsp:nvSpPr>
      <dsp:spPr>
        <a:xfrm>
          <a:off x="943992" y="73854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4EA1A-CBEC-421A-9012-89E049E7A83A}">
      <dsp:nvSpPr>
        <dsp:cNvPr id="0" name=""/>
        <dsp:cNvSpPr/>
      </dsp:nvSpPr>
      <dsp:spPr>
        <a:xfrm>
          <a:off x="3421" y="18449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use</a:t>
          </a:r>
          <a:r>
            <a:rPr lang="en-US" sz="2100" kern="1200"/>
            <a:t> the </a:t>
          </a:r>
          <a:r>
            <a:rPr lang="en-US" sz="2100" i="1" kern="1200"/>
            <a:t>parent private key </a:t>
          </a:r>
          <a:endParaRPr lang="en-US" sz="2100" kern="1200"/>
        </a:p>
      </dsp:txBody>
      <dsp:txXfrm>
        <a:off x="3421" y="1844951"/>
        <a:ext cx="2894062" cy="434109"/>
      </dsp:txXfrm>
    </dsp:sp>
    <dsp:sp modelId="{E4654411-1B6C-4F08-B4E0-963FD47B26CF}">
      <dsp:nvSpPr>
        <dsp:cNvPr id="0" name=""/>
        <dsp:cNvSpPr/>
      </dsp:nvSpPr>
      <dsp:spPr>
        <a:xfrm>
          <a:off x="3421" y="2322544"/>
          <a:ext cx="2894062" cy="59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derive</a:t>
          </a:r>
          <a:r>
            <a:rPr lang="tr-TR" sz="1600" kern="1200"/>
            <a:t> </a:t>
          </a:r>
          <a:r>
            <a:rPr lang="en-US" sz="1600" kern="1200"/>
            <a:t>the </a:t>
          </a:r>
          <a:r>
            <a:rPr lang="en-US" sz="1600" i="1" kern="1200"/>
            <a:t>child chain code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not </a:t>
          </a:r>
          <a:r>
            <a:rPr lang="en-US" sz="1600" kern="1200"/>
            <a:t>the </a:t>
          </a:r>
          <a:r>
            <a:rPr lang="en-US" sz="1600" i="1" kern="1200"/>
            <a:t>parent public key </a:t>
          </a:r>
        </a:p>
      </dsp:txBody>
      <dsp:txXfrm>
        <a:off x="3421" y="2322544"/>
        <a:ext cx="2894062" cy="590165"/>
      </dsp:txXfrm>
    </dsp:sp>
    <dsp:sp modelId="{97826CFD-8B93-4E13-BDB4-A5300F110FA5}">
      <dsp:nvSpPr>
        <dsp:cNvPr id="0" name=""/>
        <dsp:cNvSpPr/>
      </dsp:nvSpPr>
      <dsp:spPr>
        <a:xfrm>
          <a:off x="4344515" y="73854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076E8-AAAE-4B7D-9D4C-A7997E2B68ED}">
      <dsp:nvSpPr>
        <dsp:cNvPr id="0" name=""/>
        <dsp:cNvSpPr/>
      </dsp:nvSpPr>
      <dsp:spPr>
        <a:xfrm>
          <a:off x="3403945" y="18449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Creates a Firewall</a:t>
          </a:r>
          <a:endParaRPr lang="en-US" sz="2100" kern="1200"/>
        </a:p>
      </dsp:txBody>
      <dsp:txXfrm>
        <a:off x="3403945" y="1844951"/>
        <a:ext cx="2894062" cy="434109"/>
      </dsp:txXfrm>
    </dsp:sp>
    <dsp:sp modelId="{5F420AB4-FA61-4695-8F15-F5B8D41FCD5A}">
      <dsp:nvSpPr>
        <dsp:cNvPr id="0" name=""/>
        <dsp:cNvSpPr/>
      </dsp:nvSpPr>
      <dsp:spPr>
        <a:xfrm>
          <a:off x="3403945" y="2322544"/>
          <a:ext cx="2894062" cy="59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the</a:t>
          </a:r>
          <a:r>
            <a:rPr lang="tr-TR" sz="1600" kern="1200"/>
            <a:t> </a:t>
          </a:r>
          <a:r>
            <a:rPr lang="en-US" sz="1600" kern="1200"/>
            <a:t>parent/child sequence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using</a:t>
          </a:r>
          <a:r>
            <a:rPr lang="en-US" sz="1600" kern="1200"/>
            <a:t> </a:t>
          </a:r>
          <a:r>
            <a:rPr lang="tr-TR" sz="1600" kern="1200"/>
            <a:t>the</a:t>
          </a:r>
          <a:r>
            <a:rPr lang="en-US" sz="1600" kern="1200"/>
            <a:t> chain code</a:t>
          </a:r>
        </a:p>
      </dsp:txBody>
      <dsp:txXfrm>
        <a:off x="3403945" y="2322544"/>
        <a:ext cx="2894062" cy="590165"/>
      </dsp:txXfrm>
    </dsp:sp>
    <dsp:sp modelId="{4D57F122-8196-41C4-BE20-23D06B735972}">
      <dsp:nvSpPr>
        <dsp:cNvPr id="0" name=""/>
        <dsp:cNvSpPr/>
      </dsp:nvSpPr>
      <dsp:spPr>
        <a:xfrm>
          <a:off x="7745039" y="73854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911CE-ECCA-40A2-BECA-2A457F3BFEB4}">
      <dsp:nvSpPr>
        <dsp:cNvPr id="0" name=""/>
        <dsp:cNvSpPr/>
      </dsp:nvSpPr>
      <dsp:spPr>
        <a:xfrm>
          <a:off x="6804468" y="18449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No Key Compromisation</a:t>
          </a:r>
          <a:endParaRPr lang="en-US" sz="2100" kern="1200"/>
        </a:p>
      </dsp:txBody>
      <dsp:txXfrm>
        <a:off x="6804468" y="1844951"/>
        <a:ext cx="2894062" cy="434109"/>
      </dsp:txXfrm>
    </dsp:sp>
    <dsp:sp modelId="{C52EB6A6-4646-4916-852E-7B516A56F32D}">
      <dsp:nvSpPr>
        <dsp:cNvPr id="0" name=""/>
        <dsp:cNvSpPr/>
      </dsp:nvSpPr>
      <dsp:spPr>
        <a:xfrm>
          <a:off x="6804468" y="2322544"/>
          <a:ext cx="2894062" cy="59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parent</a:t>
          </a:r>
          <a:r>
            <a:rPr lang="tr-TR" sz="1600" kern="1200"/>
            <a:t> </a:t>
          </a:r>
          <a:r>
            <a:rPr lang="en-US" sz="1600" kern="1200"/>
            <a:t>or sibling private key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cannot be compromised</a:t>
          </a:r>
          <a:endParaRPr lang="en-US" sz="1600" kern="1200"/>
        </a:p>
      </dsp:txBody>
      <dsp:txXfrm>
        <a:off x="6804468" y="2322544"/>
        <a:ext cx="2894062" cy="590165"/>
      </dsp:txXfrm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EE21F-E315-4C62-BAEE-5C91ED3E8539}">
      <dsp:nvSpPr>
        <dsp:cNvPr id="0" name=""/>
        <dsp:cNvSpPr/>
      </dsp:nvSpPr>
      <dsp:spPr>
        <a:xfrm>
          <a:off x="943992" y="38468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2BD5A-874B-4BEF-823D-22D613BDD738}">
      <dsp:nvSpPr>
        <dsp:cNvPr id="0" name=""/>
        <dsp:cNvSpPr/>
      </dsp:nvSpPr>
      <dsp:spPr>
        <a:xfrm>
          <a:off x="3421" y="152153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Identical function</a:t>
          </a:r>
          <a:endParaRPr lang="en-US" sz="2800" kern="1200"/>
        </a:p>
      </dsp:txBody>
      <dsp:txXfrm>
        <a:off x="3421" y="1521532"/>
        <a:ext cx="2894062" cy="434109"/>
      </dsp:txXfrm>
    </dsp:sp>
    <dsp:sp modelId="{5147AE53-C038-45E2-BBE6-C1B0BEB9AAD5}">
      <dsp:nvSpPr>
        <dsp:cNvPr id="0" name=""/>
        <dsp:cNvSpPr/>
      </dsp:nvSpPr>
      <dsp:spPr>
        <a:xfrm>
          <a:off x="3421" y="2013279"/>
          <a:ext cx="2894062" cy="125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hardened derivation function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looks almost identical</a:t>
          </a:r>
        </a:p>
      </dsp:txBody>
      <dsp:txXfrm>
        <a:off x="3421" y="2013279"/>
        <a:ext cx="2894062" cy="1253280"/>
      </dsp:txXfrm>
    </dsp:sp>
    <dsp:sp modelId="{AEA4C744-196F-4159-A0CF-FC747F937C0B}">
      <dsp:nvSpPr>
        <dsp:cNvPr id="0" name=""/>
        <dsp:cNvSpPr/>
      </dsp:nvSpPr>
      <dsp:spPr>
        <a:xfrm>
          <a:off x="4344515" y="38468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CDC4D-F013-44E6-89EA-60BE290D046E}">
      <dsp:nvSpPr>
        <dsp:cNvPr id="0" name=""/>
        <dsp:cNvSpPr/>
      </dsp:nvSpPr>
      <dsp:spPr>
        <a:xfrm>
          <a:off x="3403945" y="152153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to the</a:t>
          </a:r>
        </a:p>
      </dsp:txBody>
      <dsp:txXfrm>
        <a:off x="3403945" y="1521532"/>
        <a:ext cx="2894062" cy="434109"/>
      </dsp:txXfrm>
    </dsp:sp>
    <dsp:sp modelId="{00B479CA-7A6A-4FDC-A0CC-6F2FDBF2723B}">
      <dsp:nvSpPr>
        <dsp:cNvPr id="0" name=""/>
        <dsp:cNvSpPr/>
      </dsp:nvSpPr>
      <dsp:spPr>
        <a:xfrm>
          <a:off x="3403945" y="2013279"/>
          <a:ext cx="2894062" cy="125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normal child</a:t>
          </a:r>
          <a:r>
            <a:rPr lang="tr-TR" sz="1700" kern="1200"/>
            <a:t> </a:t>
          </a:r>
          <a:r>
            <a:rPr lang="en-US" sz="1700" kern="1200"/>
            <a:t>private key derivation</a:t>
          </a:r>
        </a:p>
      </dsp:txBody>
      <dsp:txXfrm>
        <a:off x="3403945" y="2013279"/>
        <a:ext cx="2894062" cy="1253280"/>
      </dsp:txXfrm>
    </dsp:sp>
    <dsp:sp modelId="{BBDE01D3-9C8F-43A1-B0BF-04E5D2A0D659}">
      <dsp:nvSpPr>
        <dsp:cNvPr id="0" name=""/>
        <dsp:cNvSpPr/>
      </dsp:nvSpPr>
      <dsp:spPr>
        <a:xfrm>
          <a:off x="7745039" y="38468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D7E3C-B688-4AE0-BFE6-E72B4869768C}">
      <dsp:nvSpPr>
        <dsp:cNvPr id="0" name=""/>
        <dsp:cNvSpPr/>
      </dsp:nvSpPr>
      <dsp:spPr>
        <a:xfrm>
          <a:off x="6804468" y="152153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Difference</a:t>
          </a:r>
          <a:endParaRPr lang="en-US" sz="2800" kern="1200"/>
        </a:p>
      </dsp:txBody>
      <dsp:txXfrm>
        <a:off x="6804468" y="1521532"/>
        <a:ext cx="2894062" cy="434109"/>
      </dsp:txXfrm>
    </dsp:sp>
    <dsp:sp modelId="{5AD4E694-F8B1-44BA-8AA1-66A42FAD03BD}">
      <dsp:nvSpPr>
        <dsp:cNvPr id="0" name=""/>
        <dsp:cNvSpPr/>
      </dsp:nvSpPr>
      <dsp:spPr>
        <a:xfrm>
          <a:off x="6804468" y="2013279"/>
          <a:ext cx="2894062" cy="125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i="1" kern="1200"/>
            <a:t>parent private key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used as input</a:t>
          </a:r>
          <a:r>
            <a:rPr lang="tr-TR" sz="1700" kern="1200"/>
            <a:t> </a:t>
          </a:r>
          <a:r>
            <a:rPr lang="en-US" sz="1700" kern="1200"/>
            <a:t>to the hash function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not </a:t>
          </a:r>
          <a:r>
            <a:rPr lang="en-US" sz="1700" kern="1200"/>
            <a:t>the </a:t>
          </a:r>
          <a:r>
            <a:rPr lang="en-US" sz="1700" i="1" kern="1200"/>
            <a:t>parent public key</a:t>
          </a:r>
        </a:p>
      </dsp:txBody>
      <dsp:txXfrm>
        <a:off x="6804468" y="2013279"/>
        <a:ext cx="2894062" cy="1253280"/>
      </dsp:txXfrm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C4D76-422B-4A22-85C9-BABCB93D712D}">
      <dsp:nvSpPr>
        <dsp:cNvPr id="0" name=""/>
        <dsp:cNvSpPr/>
      </dsp:nvSpPr>
      <dsp:spPr>
        <a:xfrm>
          <a:off x="943992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7F9F1-2B82-4372-9CE7-9C9527BA015E}">
      <dsp:nvSpPr>
        <dsp:cNvPr id="0" name=""/>
        <dsp:cNvSpPr/>
      </dsp:nvSpPr>
      <dsp:spPr>
        <a:xfrm>
          <a:off x="3421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derivation is different</a:t>
          </a:r>
          <a:endParaRPr lang="en-US" sz="1800" kern="1200" dirty="0"/>
        </a:p>
      </dsp:txBody>
      <dsp:txXfrm>
        <a:off x="3421" y="1872518"/>
        <a:ext cx="2894062" cy="434109"/>
      </dsp:txXfrm>
    </dsp:sp>
    <dsp:sp modelId="{B2C8DE8C-D5B7-4DDB-8355-F7899FF4E7B9}">
      <dsp:nvSpPr>
        <dsp:cNvPr id="0" name=""/>
        <dsp:cNvSpPr/>
      </dsp:nvSpPr>
      <dsp:spPr>
        <a:xfrm>
          <a:off x="3421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normal derivation</a:t>
          </a:r>
          <a:r>
            <a:rPr lang="tr-TR" sz="1400" kern="1200" dirty="0"/>
            <a:t> </a:t>
          </a:r>
          <a:r>
            <a:rPr lang="en-US" sz="1400" kern="1200" dirty="0"/>
            <a:t>function. </a:t>
          </a:r>
        </a:p>
      </dsp:txBody>
      <dsp:txXfrm>
        <a:off x="3421" y="2348904"/>
        <a:ext cx="2894062" cy="533644"/>
      </dsp:txXfrm>
    </dsp:sp>
    <dsp:sp modelId="{C86266A7-4F2C-40C9-AE46-751E05CC341C}">
      <dsp:nvSpPr>
        <dsp:cNvPr id="0" name=""/>
        <dsp:cNvSpPr/>
      </dsp:nvSpPr>
      <dsp:spPr>
        <a:xfrm>
          <a:off x="4344515" y="768700"/>
          <a:ext cx="1012921" cy="101292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51F33-1819-4301-8A05-59BA692761CE}">
      <dsp:nvSpPr>
        <dsp:cNvPr id="0" name=""/>
        <dsp:cNvSpPr/>
      </dsp:nvSpPr>
      <dsp:spPr>
        <a:xfrm>
          <a:off x="3403945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Derivation</a:t>
          </a:r>
          <a:endParaRPr lang="en-US" sz="1800" kern="1200" dirty="0"/>
        </a:p>
      </dsp:txBody>
      <dsp:txXfrm>
        <a:off x="3403945" y="1872518"/>
        <a:ext cx="2894062" cy="434109"/>
      </dsp:txXfrm>
    </dsp:sp>
    <dsp:sp modelId="{0C1AD66A-28C3-466F-A5DC-71AA333ED44E}">
      <dsp:nvSpPr>
        <dsp:cNvPr id="0" name=""/>
        <dsp:cNvSpPr/>
      </dsp:nvSpPr>
      <dsp:spPr>
        <a:xfrm>
          <a:off x="3403945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child private key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and chain code</a:t>
          </a:r>
        </a:p>
      </dsp:txBody>
      <dsp:txXfrm>
        <a:off x="3403945" y="2348904"/>
        <a:ext cx="2894062" cy="533644"/>
      </dsp:txXfrm>
    </dsp:sp>
    <dsp:sp modelId="{C2DB872E-A922-475B-AEEA-30E490F62BFE}">
      <dsp:nvSpPr>
        <dsp:cNvPr id="0" name=""/>
        <dsp:cNvSpPr/>
      </dsp:nvSpPr>
      <dsp:spPr>
        <a:xfrm>
          <a:off x="7745039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0611F-0630-4CBA-922C-1AB7D33ECAF5}">
      <dsp:nvSpPr>
        <dsp:cNvPr id="0" name=""/>
        <dsp:cNvSpPr/>
      </dsp:nvSpPr>
      <dsp:spPr>
        <a:xfrm>
          <a:off x="6804468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The resulting “branch” of keys</a:t>
          </a:r>
        </a:p>
      </dsp:txBody>
      <dsp:txXfrm>
        <a:off x="6804468" y="1872518"/>
        <a:ext cx="2894062" cy="434109"/>
      </dsp:txXfrm>
    </dsp:sp>
    <dsp:sp modelId="{843C00C0-353F-4176-B66F-8AC1C1A91B2F}">
      <dsp:nvSpPr>
        <dsp:cNvPr id="0" name=""/>
        <dsp:cNvSpPr/>
      </dsp:nvSpPr>
      <dsp:spPr>
        <a:xfrm>
          <a:off x="6804468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can be used to produce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extended</a:t>
          </a:r>
          <a:r>
            <a:rPr lang="tr-TR" sz="1400" i="1" kern="1200" dirty="0"/>
            <a:t> </a:t>
          </a:r>
          <a:r>
            <a:rPr lang="en-US" sz="1400" i="1" kern="1200" dirty="0"/>
            <a:t>public keys</a:t>
          </a:r>
          <a:r>
            <a:rPr lang="en-US" sz="1400" kern="1200" dirty="0"/>
            <a:t> </a:t>
          </a:r>
        </a:p>
      </dsp:txBody>
      <dsp:txXfrm>
        <a:off x="6804468" y="2348904"/>
        <a:ext cx="2894062" cy="533644"/>
      </dsp:txXfrm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C4D76-422B-4A22-85C9-BABCB93D712D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7F9F1-2B82-4372-9CE7-9C9527BA015E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Protection</a:t>
          </a:r>
          <a:endParaRPr lang="en-US" sz="3600" kern="1200" dirty="0"/>
        </a:p>
      </dsp:txBody>
      <dsp:txXfrm>
        <a:off x="152976" y="1800668"/>
        <a:ext cx="4320000" cy="648000"/>
      </dsp:txXfrm>
    </dsp:sp>
    <dsp:sp modelId="{B2C8DE8C-D5B7-4DDB-8355-F7899FF4E7B9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chain code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cannot </a:t>
          </a:r>
          <a:r>
            <a:rPr lang="en-US" sz="1700" kern="1200" dirty="0"/>
            <a:t>be</a:t>
          </a:r>
          <a:r>
            <a:rPr lang="tr-TR" sz="1700" kern="1200" dirty="0"/>
            <a:t> </a:t>
          </a:r>
          <a:r>
            <a:rPr lang="en-US" sz="1700" kern="1200" dirty="0"/>
            <a:t>exploited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reveal any </a:t>
          </a:r>
          <a:r>
            <a:rPr lang="en-US" sz="1700" i="1" kern="1200" dirty="0"/>
            <a:t>private keys</a:t>
          </a:r>
          <a:endParaRPr lang="tr-TR" sz="1700" i="1" kern="1200" dirty="0"/>
        </a:p>
      </dsp:txBody>
      <dsp:txXfrm>
        <a:off x="152976" y="2515931"/>
        <a:ext cx="4320000" cy="991265"/>
      </dsp:txXfrm>
    </dsp:sp>
    <dsp:sp modelId="{4CB44CD1-CEDF-482E-9CBD-5A9983D1FAFF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83835-8FD7-4E21-996A-518593E94B64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Reason</a:t>
          </a:r>
          <a:endParaRPr lang="en-US" sz="3600" kern="1200" dirty="0"/>
        </a:p>
      </dsp:txBody>
      <dsp:txXfrm>
        <a:off x="5228976" y="1800668"/>
        <a:ext cx="4320000" cy="648000"/>
      </dsp:txXfrm>
    </dsp:sp>
    <dsp:sp modelId="{D769682B-ECBD-439F-AD71-A4268ADF66C0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Hardened </a:t>
          </a:r>
          <a:r>
            <a:rPr lang="tr-TR" sz="1700" kern="1200" dirty="0"/>
            <a:t>derivation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a</a:t>
          </a:r>
          <a:r>
            <a:rPr lang="tr-TR" sz="1700" kern="1200" dirty="0"/>
            <a:t> </a:t>
          </a:r>
          <a:r>
            <a:rPr lang="en-US" sz="1700" kern="1200" dirty="0"/>
            <a:t>“gap” in the tree</a:t>
          </a:r>
        </a:p>
      </dsp:txBody>
      <dsp:txXfrm>
        <a:off x="5228976" y="2515931"/>
        <a:ext cx="4320000" cy="991265"/>
      </dsp:txXfrm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565A6-B289-413D-8880-74A76B4A0948}">
      <dsp:nvSpPr>
        <dsp:cNvPr id="0" name=""/>
        <dsp:cNvSpPr/>
      </dsp:nvSpPr>
      <dsp:spPr>
        <a:xfrm>
          <a:off x="943992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2509C-AC64-419B-9ED2-2929771246FA}">
      <dsp:nvSpPr>
        <dsp:cNvPr id="0" name=""/>
        <dsp:cNvSpPr/>
      </dsp:nvSpPr>
      <dsp:spPr>
        <a:xfrm>
          <a:off x="3421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Derive from Hardened Parent</a:t>
          </a:r>
          <a:endParaRPr lang="en-US" sz="1800" kern="1200"/>
        </a:p>
      </dsp:txBody>
      <dsp:txXfrm>
        <a:off x="3421" y="1872518"/>
        <a:ext cx="2894062" cy="434109"/>
      </dsp:txXfrm>
    </dsp:sp>
    <dsp:sp modelId="{C84587DA-381F-4427-9422-C06918FBD511}">
      <dsp:nvSpPr>
        <dsp:cNvPr id="0" name=""/>
        <dsp:cNvSpPr/>
      </dsp:nvSpPr>
      <dsp:spPr>
        <a:xfrm>
          <a:off x="3421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rather than a normal parent </a:t>
          </a:r>
        </a:p>
      </dsp:txBody>
      <dsp:txXfrm>
        <a:off x="3421" y="2348904"/>
        <a:ext cx="2894062" cy="533644"/>
      </dsp:txXfrm>
    </dsp:sp>
    <dsp:sp modelId="{7D763428-3900-45CD-8164-826F68ACE58B}">
      <dsp:nvSpPr>
        <dsp:cNvPr id="0" name=""/>
        <dsp:cNvSpPr/>
      </dsp:nvSpPr>
      <dsp:spPr>
        <a:xfrm>
          <a:off x="4344515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2843A-FC42-492E-B8D4-C7BFDBC2ED4C}">
      <dsp:nvSpPr>
        <dsp:cNvPr id="0" name=""/>
        <dsp:cNvSpPr/>
      </dsp:nvSpPr>
      <dsp:spPr>
        <a:xfrm>
          <a:off x="3403945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master keys</a:t>
          </a:r>
          <a:r>
            <a:rPr lang="tr-TR" sz="1800" kern="1200" dirty="0"/>
            <a:t> </a:t>
          </a:r>
          <a:r>
            <a:rPr lang="en-US" sz="1800" kern="1200" dirty="0"/>
            <a:t>level-1 children </a:t>
          </a:r>
        </a:p>
      </dsp:txBody>
      <dsp:txXfrm>
        <a:off x="3403945" y="1872518"/>
        <a:ext cx="2894062" cy="434109"/>
      </dsp:txXfrm>
    </dsp:sp>
    <dsp:sp modelId="{CFFAC252-7316-4820-8F7D-D46A9D946754}">
      <dsp:nvSpPr>
        <dsp:cNvPr id="0" name=""/>
        <dsp:cNvSpPr/>
      </dsp:nvSpPr>
      <dsp:spPr>
        <a:xfrm>
          <a:off x="3403945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are always derived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through the hardened derivation</a:t>
          </a:r>
        </a:p>
      </dsp:txBody>
      <dsp:txXfrm>
        <a:off x="3403945" y="2348904"/>
        <a:ext cx="2894062" cy="533644"/>
      </dsp:txXfrm>
    </dsp:sp>
    <dsp:sp modelId="{0BC5E9C0-3FB2-4DA4-B3BA-A62747CE4149}">
      <dsp:nvSpPr>
        <dsp:cNvPr id="0" name=""/>
        <dsp:cNvSpPr/>
      </dsp:nvSpPr>
      <dsp:spPr>
        <a:xfrm>
          <a:off x="7745039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57537-34CF-425B-9FC4-57C8BD9D6D3C}">
      <dsp:nvSpPr>
        <dsp:cNvPr id="0" name=""/>
        <dsp:cNvSpPr/>
      </dsp:nvSpPr>
      <dsp:spPr>
        <a:xfrm>
          <a:off x="6804468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Reason</a:t>
          </a:r>
          <a:endParaRPr lang="en-US" sz="1800" kern="1200" dirty="0"/>
        </a:p>
      </dsp:txBody>
      <dsp:txXfrm>
        <a:off x="6804468" y="1872518"/>
        <a:ext cx="2894062" cy="434109"/>
      </dsp:txXfrm>
    </dsp:sp>
    <dsp:sp modelId="{C9F1B732-CFD7-4F25-8414-E23D73D6EDF1}">
      <dsp:nvSpPr>
        <dsp:cNvPr id="0" name=""/>
        <dsp:cNvSpPr/>
      </dsp:nvSpPr>
      <dsp:spPr>
        <a:xfrm>
          <a:off x="6804468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prevent compromise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of the </a:t>
          </a:r>
          <a:r>
            <a:rPr lang="en-US" sz="1400" i="1" kern="1200" dirty="0"/>
            <a:t>master keys</a:t>
          </a:r>
        </a:p>
      </dsp:txBody>
      <dsp:txXfrm>
        <a:off x="6804468" y="2348904"/>
        <a:ext cx="2894062" cy="533644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A748A-1875-4E48-9D79-CD692A2F993E}">
      <dsp:nvSpPr>
        <dsp:cNvPr id="0" name=""/>
        <dsp:cNvSpPr/>
      </dsp:nvSpPr>
      <dsp:spPr>
        <a:xfrm>
          <a:off x="943992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364BE-5F98-433F-B3F9-2173835FF7E7}">
      <dsp:nvSpPr>
        <dsp:cNvPr id="0" name=""/>
        <dsp:cNvSpPr/>
      </dsp:nvSpPr>
      <dsp:spPr>
        <a:xfrm>
          <a:off x="3421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indexes: 32-Bit Integer</a:t>
          </a:r>
          <a:endParaRPr lang="en-US" sz="2400" kern="1200" dirty="0"/>
        </a:p>
      </dsp:txBody>
      <dsp:txXfrm>
        <a:off x="3421" y="1647698"/>
        <a:ext cx="2894062" cy="434109"/>
      </dsp:txXfrm>
    </dsp:sp>
    <dsp:sp modelId="{C89643FE-58A7-4F6C-A19E-A89180EA391C}">
      <dsp:nvSpPr>
        <dsp:cNvPr id="0" name=""/>
        <dsp:cNvSpPr/>
      </dsp:nvSpPr>
      <dsp:spPr>
        <a:xfrm>
          <a:off x="3421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index number</a:t>
          </a:r>
          <a:r>
            <a:rPr lang="tr-TR" sz="1700" kern="1200" dirty="0"/>
            <a:t>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</a:t>
          </a:r>
          <a:r>
            <a:rPr lang="en-US" sz="1700" kern="1200" dirty="0"/>
            <a:t>the derivation function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 32-bit integer</a:t>
          </a:r>
        </a:p>
      </dsp:txBody>
      <dsp:txXfrm>
        <a:off x="3421" y="2133924"/>
        <a:ext cx="2894062" cy="994598"/>
      </dsp:txXfrm>
    </dsp:sp>
    <dsp:sp modelId="{E76AD8D9-135E-4702-9D87-B5447042A3CD}">
      <dsp:nvSpPr>
        <dsp:cNvPr id="0" name=""/>
        <dsp:cNvSpPr/>
      </dsp:nvSpPr>
      <dsp:spPr>
        <a:xfrm>
          <a:off x="4344515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56281-3047-4CFC-A566-11E637694462}">
      <dsp:nvSpPr>
        <dsp:cNvPr id="0" name=""/>
        <dsp:cNvSpPr/>
      </dsp:nvSpPr>
      <dsp:spPr>
        <a:xfrm>
          <a:off x="3403945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Distinguish</a:t>
          </a:r>
          <a:endParaRPr lang="en-US" sz="2400" kern="1200" dirty="0"/>
        </a:p>
      </dsp:txBody>
      <dsp:txXfrm>
        <a:off x="3403945" y="1647698"/>
        <a:ext cx="2894062" cy="434109"/>
      </dsp:txXfrm>
    </dsp:sp>
    <dsp:sp modelId="{76782A87-B1F1-470F-B8A5-6EFCA80A2764}">
      <dsp:nvSpPr>
        <dsp:cNvPr id="0" name=""/>
        <dsp:cNvSpPr/>
      </dsp:nvSpPr>
      <dsp:spPr>
        <a:xfrm>
          <a:off x="3403945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normal derivation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hardened derivation </a:t>
          </a:r>
        </a:p>
      </dsp:txBody>
      <dsp:txXfrm>
        <a:off x="3403945" y="2133924"/>
        <a:ext cx="2894062" cy="994598"/>
      </dsp:txXfrm>
    </dsp:sp>
    <dsp:sp modelId="{A2F1081F-80F0-42EB-949D-EC2D01D4520A}">
      <dsp:nvSpPr>
        <dsp:cNvPr id="0" name=""/>
        <dsp:cNvSpPr/>
      </dsp:nvSpPr>
      <dsp:spPr>
        <a:xfrm>
          <a:off x="7745039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34EB1-60E4-4673-80C1-EE4612748F84}">
      <dsp:nvSpPr>
        <dsp:cNvPr id="0" name=""/>
        <dsp:cNvSpPr/>
      </dsp:nvSpPr>
      <dsp:spPr>
        <a:xfrm>
          <a:off x="6804468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Split</a:t>
          </a:r>
          <a:endParaRPr lang="en-US" sz="2400" kern="1200"/>
        </a:p>
      </dsp:txBody>
      <dsp:txXfrm>
        <a:off x="6804468" y="1647698"/>
        <a:ext cx="2894062" cy="434109"/>
      </dsp:txXfrm>
    </dsp:sp>
    <dsp:sp modelId="{41A099FC-673C-4BE2-A277-AB1322385986}">
      <dsp:nvSpPr>
        <dsp:cNvPr id="0" name=""/>
        <dsp:cNvSpPr/>
      </dsp:nvSpPr>
      <dsp:spPr>
        <a:xfrm>
          <a:off x="6804468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two range</a:t>
          </a:r>
          <a:r>
            <a:rPr lang="tr-TR" sz="1700" kern="1200" dirty="0"/>
            <a:t> indexes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normal derivation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hardened derivation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6804468" y="2133924"/>
        <a:ext cx="2894062" cy="994598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64AE8-E655-4FE1-A132-38BDD02A9B51}">
      <dsp:nvSpPr>
        <dsp:cNvPr id="0" name=""/>
        <dsp:cNvSpPr/>
      </dsp:nvSpPr>
      <dsp:spPr>
        <a:xfrm>
          <a:off x="771806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5162C-DF38-48FC-B1C9-555F494A9CE9}">
      <dsp:nvSpPr>
        <dsp:cNvPr id="0" name=""/>
        <dsp:cNvSpPr/>
      </dsp:nvSpPr>
      <dsp:spPr>
        <a:xfrm>
          <a:off x="3994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Normal Derivation</a:t>
          </a:r>
          <a:endParaRPr lang="en-US" sz="2100" kern="1200"/>
        </a:p>
      </dsp:txBody>
      <dsp:txXfrm>
        <a:off x="3994" y="1882281"/>
        <a:ext cx="2362500" cy="354375"/>
      </dsp:txXfrm>
    </dsp:sp>
    <dsp:sp modelId="{C5CE8E7E-A60A-4609-9301-EF21D6CA29B4}">
      <dsp:nvSpPr>
        <dsp:cNvPr id="0" name=""/>
        <dsp:cNvSpPr/>
      </dsp:nvSpPr>
      <dsp:spPr>
        <a:xfrm>
          <a:off x="3994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Index numbers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Index &lt;</a:t>
          </a: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endParaRPr lang="en-US" sz="1600" kern="1200" dirty="0"/>
        </a:p>
      </dsp:txBody>
      <dsp:txXfrm>
        <a:off x="3994" y="2274364"/>
        <a:ext cx="2362500" cy="585363"/>
      </dsp:txXfrm>
    </dsp:sp>
    <dsp:sp modelId="{1E77C2B9-28AF-4517-9768-4EBD55F4DDDF}">
      <dsp:nvSpPr>
        <dsp:cNvPr id="0" name=""/>
        <dsp:cNvSpPr/>
      </dsp:nvSpPr>
      <dsp:spPr>
        <a:xfrm>
          <a:off x="3547744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03B9C-51B0-4744-B0EF-D8BF127AC1BA}">
      <dsp:nvSpPr>
        <dsp:cNvPr id="0" name=""/>
        <dsp:cNvSpPr/>
      </dsp:nvSpPr>
      <dsp:spPr>
        <a:xfrm>
          <a:off x="2779931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 dirty="0"/>
            <a:t>between</a:t>
          </a:r>
        </a:p>
      </dsp:txBody>
      <dsp:txXfrm>
        <a:off x="2779931" y="1882281"/>
        <a:ext cx="2362500" cy="354375"/>
      </dsp:txXfrm>
    </dsp:sp>
    <dsp:sp modelId="{5882D050-B2BF-40D8-8DB1-A8360BA0C300}">
      <dsp:nvSpPr>
        <dsp:cNvPr id="0" name=""/>
        <dsp:cNvSpPr/>
      </dsp:nvSpPr>
      <dsp:spPr>
        <a:xfrm>
          <a:off x="2779931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0</a:t>
          </a:r>
          <a:r>
            <a:rPr lang="tr-TR" sz="1600" kern="1200" dirty="0"/>
            <a:t>: </a:t>
          </a:r>
          <a:r>
            <a:rPr lang="en-US" sz="1600" kern="1200" dirty="0"/>
            <a:t>0x0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r>
            <a:rPr lang="en-US" sz="1600" kern="1200" dirty="0"/>
            <a:t>–1</a:t>
          </a:r>
          <a:r>
            <a:rPr lang="tr-TR" sz="1600" kern="1200" dirty="0"/>
            <a:t>: </a:t>
          </a:r>
          <a:r>
            <a:rPr lang="en-US" sz="1600" kern="1200" dirty="0"/>
            <a:t>0x7FFFFFFF </a:t>
          </a:r>
        </a:p>
      </dsp:txBody>
      <dsp:txXfrm>
        <a:off x="2779931" y="2274364"/>
        <a:ext cx="2362500" cy="585363"/>
      </dsp:txXfrm>
    </dsp:sp>
    <dsp:sp modelId="{E201D363-6575-4613-BD48-CD77B82C27F1}">
      <dsp:nvSpPr>
        <dsp:cNvPr id="0" name=""/>
        <dsp:cNvSpPr/>
      </dsp:nvSpPr>
      <dsp:spPr>
        <a:xfrm>
          <a:off x="6323681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ABB9E-FAB9-46F8-84BB-2CBC8D1F61F3}">
      <dsp:nvSpPr>
        <dsp:cNvPr id="0" name=""/>
        <dsp:cNvSpPr/>
      </dsp:nvSpPr>
      <dsp:spPr>
        <a:xfrm>
          <a:off x="5555869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Hardened Derivation</a:t>
          </a:r>
          <a:endParaRPr lang="en-US" sz="2100" kern="1200"/>
        </a:p>
      </dsp:txBody>
      <dsp:txXfrm>
        <a:off x="5555869" y="1882281"/>
        <a:ext cx="2362500" cy="354375"/>
      </dsp:txXfrm>
    </dsp:sp>
    <dsp:sp modelId="{BAC39702-B397-45D8-BC75-1DC9405DDB84}">
      <dsp:nvSpPr>
        <dsp:cNvPr id="0" name=""/>
        <dsp:cNvSpPr/>
      </dsp:nvSpPr>
      <dsp:spPr>
        <a:xfrm>
          <a:off x="5555869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Index numbers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Index &gt;=</a:t>
          </a: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endParaRPr lang="en-US" sz="1600" kern="1200" dirty="0"/>
        </a:p>
      </dsp:txBody>
      <dsp:txXfrm>
        <a:off x="5555869" y="2274364"/>
        <a:ext cx="2362500" cy="585363"/>
      </dsp:txXfrm>
    </dsp:sp>
    <dsp:sp modelId="{C5A2F3F9-6B39-4403-9F5A-E54CA157575C}">
      <dsp:nvSpPr>
        <dsp:cNvPr id="0" name=""/>
        <dsp:cNvSpPr/>
      </dsp:nvSpPr>
      <dsp:spPr>
        <a:xfrm>
          <a:off x="9099619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837EF-553B-4EEA-8C33-B4F2051495DB}">
      <dsp:nvSpPr>
        <dsp:cNvPr id="0" name=""/>
        <dsp:cNvSpPr/>
      </dsp:nvSpPr>
      <dsp:spPr>
        <a:xfrm>
          <a:off x="8331806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 dirty="0"/>
            <a:t>between</a:t>
          </a:r>
        </a:p>
      </dsp:txBody>
      <dsp:txXfrm>
        <a:off x="8331806" y="1882281"/>
        <a:ext cx="2362500" cy="354375"/>
      </dsp:txXfrm>
    </dsp:sp>
    <dsp:sp modelId="{B3E1C9D8-69C8-4B4A-BE4C-324BD81463BC}">
      <dsp:nvSpPr>
        <dsp:cNvPr id="0" name=""/>
        <dsp:cNvSpPr/>
      </dsp:nvSpPr>
      <dsp:spPr>
        <a:xfrm>
          <a:off x="8331806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r>
            <a:rPr lang="tr-TR" sz="1600" kern="1200" baseline="30000" dirty="0"/>
            <a:t>: </a:t>
          </a:r>
          <a:r>
            <a:rPr lang="en-US" sz="1600" kern="1200" dirty="0"/>
            <a:t>0x80000000  and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  <a:r>
            <a:rPr lang="en-US" sz="1600" kern="1200" baseline="30000" dirty="0"/>
            <a:t>32</a:t>
          </a:r>
          <a:r>
            <a:rPr lang="en-US" sz="1600" kern="1200" dirty="0"/>
            <a:t>–1</a:t>
          </a:r>
          <a:r>
            <a:rPr lang="tr-TR" sz="1600" kern="1200" dirty="0"/>
            <a:t>:</a:t>
          </a:r>
          <a:r>
            <a:rPr lang="en-US" sz="1600" kern="1200" dirty="0"/>
            <a:t> 0xFFFFFFFF</a:t>
          </a:r>
        </a:p>
      </dsp:txBody>
      <dsp:txXfrm>
        <a:off x="8331806" y="2274364"/>
        <a:ext cx="2362500" cy="585363"/>
      </dsp:txXfrm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BB6F7-6389-4779-936C-B9B8A8AFA2E0}">
      <dsp:nvSpPr>
        <dsp:cNvPr id="0" name=""/>
        <dsp:cNvSpPr/>
      </dsp:nvSpPr>
      <dsp:spPr>
        <a:xfrm>
          <a:off x="641768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FECE9-3617-49E6-9C21-7DEB41F65205}">
      <dsp:nvSpPr>
        <dsp:cNvPr id="0" name=""/>
        <dsp:cNvSpPr/>
      </dsp:nvSpPr>
      <dsp:spPr>
        <a:xfrm>
          <a:off x="4895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First Normal Child</a:t>
          </a:r>
          <a:endParaRPr lang="en-US" sz="1700" kern="1200"/>
        </a:p>
      </dsp:txBody>
      <dsp:txXfrm>
        <a:off x="4895" y="1913581"/>
        <a:ext cx="1959609" cy="293941"/>
      </dsp:txXfrm>
    </dsp:sp>
    <dsp:sp modelId="{815C4606-FC19-49BF-867A-DC4DD1CA8D7F}">
      <dsp:nvSpPr>
        <dsp:cNvPr id="0" name=""/>
        <dsp:cNvSpPr/>
      </dsp:nvSpPr>
      <dsp:spPr>
        <a:xfrm>
          <a:off x="4895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displayed as </a:t>
          </a:r>
          <a:r>
            <a:rPr lang="en-US" sz="1300" b="1" kern="1200"/>
            <a:t>0</a:t>
          </a:r>
          <a:r>
            <a:rPr lang="en-US" sz="1300" kern="1200"/>
            <a:t> </a:t>
          </a:r>
        </a:p>
      </dsp:txBody>
      <dsp:txXfrm>
        <a:off x="4895" y="2245061"/>
        <a:ext cx="1959609" cy="778875"/>
      </dsp:txXfrm>
    </dsp:sp>
    <dsp:sp modelId="{0E7E48B7-629D-4AE8-9691-C55E73E40D6B}">
      <dsp:nvSpPr>
        <dsp:cNvPr id="0" name=""/>
        <dsp:cNvSpPr/>
      </dsp:nvSpPr>
      <dsp:spPr>
        <a:xfrm>
          <a:off x="2944309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C4EF5-4C49-4B64-A264-E9CD7C4E6C85}">
      <dsp:nvSpPr>
        <dsp:cNvPr id="0" name=""/>
        <dsp:cNvSpPr/>
      </dsp:nvSpPr>
      <dsp:spPr>
        <a:xfrm>
          <a:off x="2307436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First Hardened Child</a:t>
          </a:r>
          <a:endParaRPr lang="en-US" sz="1700" kern="1200"/>
        </a:p>
      </dsp:txBody>
      <dsp:txXfrm>
        <a:off x="2307436" y="1913581"/>
        <a:ext cx="1959609" cy="293941"/>
      </dsp:txXfrm>
    </dsp:sp>
    <dsp:sp modelId="{2BCCFC2B-1E2E-4E2E-AB6A-712D83D8A860}">
      <dsp:nvSpPr>
        <dsp:cNvPr id="0" name=""/>
        <dsp:cNvSpPr/>
      </dsp:nvSpPr>
      <dsp:spPr>
        <a:xfrm>
          <a:off x="2307436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displayed as </a:t>
          </a:r>
          <a:r>
            <a:rPr lang="en-US" sz="1300" b="1" kern="1200"/>
            <a:t>0</a:t>
          </a:r>
          <a:r>
            <a:rPr lang="en-US" sz="1300" kern="1200"/>
            <a:t>’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index</a:t>
          </a:r>
          <a:r>
            <a:rPr lang="tr-TR" sz="1300" kern="1200"/>
            <a:t> </a:t>
          </a:r>
          <a:r>
            <a:rPr lang="en-US" sz="1300" kern="1200"/>
            <a:t>0x80000000 </a:t>
          </a:r>
        </a:p>
      </dsp:txBody>
      <dsp:txXfrm>
        <a:off x="2307436" y="2245061"/>
        <a:ext cx="1959609" cy="778875"/>
      </dsp:txXfrm>
    </dsp:sp>
    <dsp:sp modelId="{E905EC24-15D7-462C-9E97-F69B0DDE8672}">
      <dsp:nvSpPr>
        <dsp:cNvPr id="0" name=""/>
        <dsp:cNvSpPr/>
      </dsp:nvSpPr>
      <dsp:spPr>
        <a:xfrm>
          <a:off x="5246850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966D6-1790-4AA7-A2E9-89A3EFAFC258}">
      <dsp:nvSpPr>
        <dsp:cNvPr id="0" name=""/>
        <dsp:cNvSpPr/>
      </dsp:nvSpPr>
      <dsp:spPr>
        <a:xfrm>
          <a:off x="4609977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Second</a:t>
          </a:r>
          <a:r>
            <a:rPr lang="tr-TR" sz="1700" kern="1200"/>
            <a:t> </a:t>
          </a:r>
          <a:r>
            <a:rPr lang="en-US" sz="1700" kern="1200"/>
            <a:t>hardened key</a:t>
          </a:r>
        </a:p>
      </dsp:txBody>
      <dsp:txXfrm>
        <a:off x="4609977" y="1913581"/>
        <a:ext cx="1959609" cy="293941"/>
      </dsp:txXfrm>
    </dsp:sp>
    <dsp:sp modelId="{C4E7D42D-1772-4687-905C-CC9368A16EBC}">
      <dsp:nvSpPr>
        <dsp:cNvPr id="0" name=""/>
        <dsp:cNvSpPr/>
      </dsp:nvSpPr>
      <dsp:spPr>
        <a:xfrm>
          <a:off x="4609977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 displayed as </a:t>
          </a:r>
          <a:r>
            <a:rPr lang="en-US" sz="1300" b="1" kern="1200"/>
            <a:t>1</a:t>
          </a:r>
          <a:r>
            <a:rPr lang="tr-TR" sz="1300" b="1" kern="1200"/>
            <a:t>’</a:t>
          </a:r>
          <a:endParaRPr lang="en-US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would</a:t>
          </a:r>
          <a:r>
            <a:rPr lang="tr-TR" sz="1300" kern="1200"/>
            <a:t> </a:t>
          </a:r>
          <a:r>
            <a:rPr lang="en-US" sz="1300" kern="1200"/>
            <a:t>have index 0x80000001 </a:t>
          </a:r>
        </a:p>
      </dsp:txBody>
      <dsp:txXfrm>
        <a:off x="4609977" y="2245061"/>
        <a:ext cx="1959609" cy="778875"/>
      </dsp:txXfrm>
    </dsp:sp>
    <dsp:sp modelId="{62D3415D-DF51-4A64-9BB5-38A9325178F9}">
      <dsp:nvSpPr>
        <dsp:cNvPr id="0" name=""/>
        <dsp:cNvSpPr/>
      </dsp:nvSpPr>
      <dsp:spPr>
        <a:xfrm>
          <a:off x="7549391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A7638-BA91-4091-A2DC-545197A68F1D}">
      <dsp:nvSpPr>
        <dsp:cNvPr id="0" name=""/>
        <dsp:cNvSpPr/>
      </dsp:nvSpPr>
      <dsp:spPr>
        <a:xfrm>
          <a:off x="6912518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and so on</a:t>
          </a:r>
        </a:p>
      </dsp:txBody>
      <dsp:txXfrm>
        <a:off x="6912518" y="1913581"/>
        <a:ext cx="1959609" cy="293941"/>
      </dsp:txXfrm>
    </dsp:sp>
    <dsp:sp modelId="{88F09DCE-64AF-4645-9937-F4BE4803E82B}">
      <dsp:nvSpPr>
        <dsp:cNvPr id="0" name=""/>
        <dsp:cNvSpPr/>
      </dsp:nvSpPr>
      <dsp:spPr>
        <a:xfrm>
          <a:off x="6912518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2’</a:t>
          </a:r>
          <a:endParaRPr lang="en-US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3’</a:t>
          </a:r>
          <a:endParaRPr lang="en-US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…</a:t>
          </a:r>
          <a:endParaRPr lang="en-US" sz="1300" kern="1200"/>
        </a:p>
      </dsp:txBody>
      <dsp:txXfrm>
        <a:off x="6912518" y="2245061"/>
        <a:ext cx="1959609" cy="778875"/>
      </dsp:txXfrm>
    </dsp:sp>
    <dsp:sp modelId="{05E40F9B-16D6-4423-926C-E1A4D57B60E5}">
      <dsp:nvSpPr>
        <dsp:cNvPr id="0" name=""/>
        <dsp:cNvSpPr/>
      </dsp:nvSpPr>
      <dsp:spPr>
        <a:xfrm>
          <a:off x="9851932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3878E-2765-4CD9-AEFA-ABC86E602C77}">
      <dsp:nvSpPr>
        <dsp:cNvPr id="0" name=""/>
        <dsp:cNvSpPr/>
      </dsp:nvSpPr>
      <dsp:spPr>
        <a:xfrm>
          <a:off x="9215059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HD wallet index </a:t>
          </a:r>
          <a:r>
            <a:rPr lang="en-US" sz="1700" b="1" kern="1200"/>
            <a:t>i</a:t>
          </a:r>
        </a:p>
      </dsp:txBody>
      <dsp:txXfrm>
        <a:off x="9215059" y="1913581"/>
        <a:ext cx="1959609" cy="293941"/>
      </dsp:txXfrm>
    </dsp:sp>
    <dsp:sp modelId="{7AA3098D-A627-434C-A5CB-966834B25929}">
      <dsp:nvSpPr>
        <dsp:cNvPr id="0" name=""/>
        <dsp:cNvSpPr/>
      </dsp:nvSpPr>
      <dsp:spPr>
        <a:xfrm>
          <a:off x="9215059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When you see an</a:t>
          </a:r>
          <a:r>
            <a:rPr lang="tr-TR" sz="1300" kern="1200"/>
            <a:t> </a:t>
          </a:r>
          <a:r>
            <a:rPr lang="en-US" sz="1300" kern="1200"/>
            <a:t>HD wallet index </a:t>
          </a:r>
          <a:r>
            <a:rPr lang="tr-TR" sz="1300" b="1" kern="1200"/>
            <a:t>i</a:t>
          </a:r>
          <a:endParaRPr lang="en-US" sz="1300" b="1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that means 2</a:t>
          </a:r>
          <a:r>
            <a:rPr lang="en-US" sz="1300" kern="1200" baseline="30000"/>
            <a:t>31</a:t>
          </a:r>
          <a:r>
            <a:rPr lang="en-US" sz="1300" kern="1200"/>
            <a:t>+i.</a:t>
          </a:r>
        </a:p>
      </dsp:txBody>
      <dsp:txXfrm>
        <a:off x="9215059" y="2245061"/>
        <a:ext cx="1959609" cy="778875"/>
      </dsp:txXfrm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042DB-A656-4215-9B9E-E14534A1D53E}">
      <dsp:nvSpPr>
        <dsp:cNvPr id="0" name=""/>
        <dsp:cNvSpPr/>
      </dsp:nvSpPr>
      <dsp:spPr>
        <a:xfrm>
          <a:off x="152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D762A-D7C5-4142-B28B-49A98A6AEAFE}">
      <dsp:nvSpPr>
        <dsp:cNvPr id="0" name=""/>
        <dsp:cNvSpPr/>
      </dsp:nvSpPr>
      <dsp:spPr>
        <a:xfrm>
          <a:off x="152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Path Convention</a:t>
          </a:r>
          <a:endParaRPr lang="en-US" sz="3600" kern="1200"/>
        </a:p>
      </dsp:txBody>
      <dsp:txXfrm>
        <a:off x="152976" y="1715607"/>
        <a:ext cx="4320000" cy="648000"/>
      </dsp:txXfrm>
    </dsp:sp>
    <dsp:sp modelId="{9F0F3932-69E0-4401-AC80-080A2CBB1C07}">
      <dsp:nvSpPr>
        <dsp:cNvPr id="0" name=""/>
        <dsp:cNvSpPr/>
      </dsp:nvSpPr>
      <dsp:spPr>
        <a:xfrm>
          <a:off x="152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Keys in an HD wallet are identified using a “path” naming convention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each level</a:t>
          </a:r>
          <a:r>
            <a:rPr lang="tr-TR" sz="1700" kern="1200"/>
            <a:t> </a:t>
          </a:r>
          <a:r>
            <a:rPr lang="en-US" sz="1700" kern="1200"/>
            <a:t>of the tree separated by a slash (/) character</a:t>
          </a:r>
          <a:r>
            <a:rPr lang="tr-TR" sz="1700" kern="1200"/>
            <a:t>.</a:t>
          </a:r>
          <a:endParaRPr lang="en-US" sz="1700" kern="1200"/>
        </a:p>
      </dsp:txBody>
      <dsp:txXfrm>
        <a:off x="152976" y="2434593"/>
        <a:ext cx="4320000" cy="1165667"/>
      </dsp:txXfrm>
    </dsp:sp>
    <dsp:sp modelId="{E2B9B449-9B65-44BF-87FA-3A06F70266E3}">
      <dsp:nvSpPr>
        <dsp:cNvPr id="0" name=""/>
        <dsp:cNvSpPr/>
      </dsp:nvSpPr>
      <dsp:spPr>
        <a:xfrm>
          <a:off x="5228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66761-8873-49ED-AC54-3164874113D4}">
      <dsp:nvSpPr>
        <dsp:cNvPr id="0" name=""/>
        <dsp:cNvSpPr/>
      </dsp:nvSpPr>
      <dsp:spPr>
        <a:xfrm>
          <a:off x="5228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Master Private Key</a:t>
          </a:r>
          <a:endParaRPr lang="en-US" sz="3600" kern="1200"/>
        </a:p>
      </dsp:txBody>
      <dsp:txXfrm>
        <a:off x="5228976" y="1715607"/>
        <a:ext cx="4320000" cy="648000"/>
      </dsp:txXfrm>
    </dsp:sp>
    <dsp:sp modelId="{E1318D12-A185-4D42-8F02-9E771ADB4073}">
      <dsp:nvSpPr>
        <dsp:cNvPr id="0" name=""/>
        <dsp:cNvSpPr/>
      </dsp:nvSpPr>
      <dsp:spPr>
        <a:xfrm>
          <a:off x="5228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Private keys derived from </a:t>
          </a:r>
          <a:r>
            <a:rPr lang="en-US" sz="1700" kern="1200"/>
            <a:t>the master private 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start with “m.”</a:t>
          </a:r>
        </a:p>
      </dsp:txBody>
      <dsp:txXfrm>
        <a:off x="5228976" y="2434593"/>
        <a:ext cx="4320000" cy="1165667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4DA16-3AC4-4889-94DC-FBF949F15AB1}">
      <dsp:nvSpPr>
        <dsp:cNvPr id="0" name=""/>
        <dsp:cNvSpPr/>
      </dsp:nvSpPr>
      <dsp:spPr>
        <a:xfrm>
          <a:off x="3421" y="61853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37A5C-3DC7-4F22-845B-5B88A7A3EF87}">
      <dsp:nvSpPr>
        <dsp:cNvPr id="0" name=""/>
        <dsp:cNvSpPr/>
      </dsp:nvSpPr>
      <dsp:spPr>
        <a:xfrm>
          <a:off x="3421" y="173526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Public Keys Derived from «m»</a:t>
          </a:r>
          <a:endParaRPr lang="en-US" sz="1800" kern="1200"/>
        </a:p>
      </dsp:txBody>
      <dsp:txXfrm>
        <a:off x="3421" y="1735264"/>
        <a:ext cx="2894062" cy="434109"/>
      </dsp:txXfrm>
    </dsp:sp>
    <dsp:sp modelId="{E9CE11AF-DB82-4A86-9501-3A137FB7D0C9}">
      <dsp:nvSpPr>
        <dsp:cNvPr id="0" name=""/>
        <dsp:cNvSpPr/>
      </dsp:nvSpPr>
      <dsp:spPr>
        <a:xfrm>
          <a:off x="3421" y="2217657"/>
          <a:ext cx="2894062" cy="815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Public keys derived from the master public key</a:t>
          </a:r>
          <a:r>
            <a:rPr lang="tr-TR" sz="1400" kern="1200"/>
            <a:t> </a:t>
          </a:r>
          <a:r>
            <a:rPr lang="en-US" sz="1400" kern="1200"/>
            <a:t>start with “M.”</a:t>
          </a:r>
        </a:p>
      </dsp:txBody>
      <dsp:txXfrm>
        <a:off x="3421" y="2217657"/>
        <a:ext cx="2894062" cy="815059"/>
      </dsp:txXfrm>
    </dsp:sp>
    <dsp:sp modelId="{4DA5E0CB-DCBA-41AD-B864-FA0C4A69CAC5}">
      <dsp:nvSpPr>
        <dsp:cNvPr id="0" name=""/>
        <dsp:cNvSpPr/>
      </dsp:nvSpPr>
      <dsp:spPr>
        <a:xfrm>
          <a:off x="3403945" y="61853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774B2-014F-49EC-87F7-1F3375DE14E3}">
      <dsp:nvSpPr>
        <dsp:cNvPr id="0" name=""/>
        <dsp:cNvSpPr/>
      </dsp:nvSpPr>
      <dsp:spPr>
        <a:xfrm>
          <a:off x="3403945" y="173526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First Child</a:t>
          </a:r>
          <a:endParaRPr lang="en-US" sz="1800" kern="1200" dirty="0"/>
        </a:p>
      </dsp:txBody>
      <dsp:txXfrm>
        <a:off x="3403945" y="1735264"/>
        <a:ext cx="2894062" cy="434109"/>
      </dsp:txXfrm>
    </dsp:sp>
    <dsp:sp modelId="{2164C013-D44D-4604-A71B-AADBB64C15B6}">
      <dsp:nvSpPr>
        <dsp:cNvPr id="0" name=""/>
        <dsp:cNvSpPr/>
      </dsp:nvSpPr>
      <dsp:spPr>
        <a:xfrm>
          <a:off x="3403945" y="2217657"/>
          <a:ext cx="2894062" cy="815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private key is m/0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Public </a:t>
          </a:r>
          <a:r>
            <a:rPr lang="tr-TR" sz="1400" kern="1200" dirty="0"/>
            <a:t>Key </a:t>
          </a:r>
          <a:r>
            <a:rPr lang="en-US" sz="1400" kern="1200" dirty="0"/>
            <a:t>is</a:t>
          </a:r>
          <a:r>
            <a:rPr lang="tr-TR" sz="1400" kern="1200" dirty="0"/>
            <a:t> </a:t>
          </a:r>
          <a:r>
            <a:rPr lang="en-US" sz="1400" kern="1200" dirty="0"/>
            <a:t>M/0. </a:t>
          </a:r>
        </a:p>
      </dsp:txBody>
      <dsp:txXfrm>
        <a:off x="3403945" y="2217657"/>
        <a:ext cx="2894062" cy="815059"/>
      </dsp:txXfrm>
    </dsp:sp>
    <dsp:sp modelId="{1C9BFF02-DD34-401F-A053-DFE01B5A806F}">
      <dsp:nvSpPr>
        <dsp:cNvPr id="0" name=""/>
        <dsp:cNvSpPr/>
      </dsp:nvSpPr>
      <dsp:spPr>
        <a:xfrm>
          <a:off x="6804468" y="618532"/>
          <a:ext cx="1012921" cy="101292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6AD29-CE77-4D17-B14A-AD12FB9C3ED4}">
      <dsp:nvSpPr>
        <dsp:cNvPr id="0" name=""/>
        <dsp:cNvSpPr/>
      </dsp:nvSpPr>
      <dsp:spPr>
        <a:xfrm>
          <a:off x="6804468" y="173526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Second Grandchild</a:t>
          </a:r>
          <a:endParaRPr lang="en-US" sz="1800" kern="1200"/>
        </a:p>
      </dsp:txBody>
      <dsp:txXfrm>
        <a:off x="6804468" y="1735264"/>
        <a:ext cx="2894062" cy="434109"/>
      </dsp:txXfrm>
    </dsp:sp>
    <dsp:sp modelId="{24B73773-77FE-448D-AFDB-A76A1211FAA8}">
      <dsp:nvSpPr>
        <dsp:cNvPr id="0" name=""/>
        <dsp:cNvSpPr/>
      </dsp:nvSpPr>
      <dsp:spPr>
        <a:xfrm>
          <a:off x="6804468" y="2217657"/>
          <a:ext cx="2894062" cy="815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second grandchild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of </a:t>
          </a:r>
          <a:r>
            <a:rPr lang="en-US" sz="1400" kern="1200" dirty="0"/>
            <a:t>the first child is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m/0/1,</a:t>
          </a:r>
          <a:r>
            <a:rPr lang="tr-TR" sz="1400" kern="1200"/>
            <a:t> and so on.</a:t>
          </a:r>
          <a:endParaRPr lang="en-US" sz="1400" kern="1200"/>
        </a:p>
      </dsp:txBody>
      <dsp:txXfrm>
        <a:off x="6804468" y="2217657"/>
        <a:ext cx="2894062" cy="815059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ED729-6768-475E-9DAA-23120683523E}">
      <dsp:nvSpPr>
        <dsp:cNvPr id="0" name=""/>
        <dsp:cNvSpPr/>
      </dsp:nvSpPr>
      <dsp:spPr>
        <a:xfrm>
          <a:off x="1556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A7411-DC27-4F0E-874B-E3986FFDE665}">
      <dsp:nvSpPr>
        <dsp:cNvPr id="0" name=""/>
        <dsp:cNvSpPr/>
      </dsp:nvSpPr>
      <dsp:spPr>
        <a:xfrm>
          <a:off x="152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Finding Master Key</a:t>
          </a:r>
          <a:endParaRPr lang="en-US" sz="3600" kern="1200"/>
        </a:p>
      </dsp:txBody>
      <dsp:txXfrm>
        <a:off x="152976" y="1808225"/>
        <a:ext cx="4320000" cy="648000"/>
      </dsp:txXfrm>
    </dsp:sp>
    <dsp:sp modelId="{10C178EB-373E-4844-ABC5-6072080EE8B9}">
      <dsp:nvSpPr>
        <dsp:cNvPr id="0" name=""/>
        <dsp:cNvSpPr/>
      </dsp:nvSpPr>
      <dsp:spPr>
        <a:xfrm>
          <a:off x="152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“ancestry” of a key is read from right to left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until you reach the master key from</a:t>
          </a:r>
          <a:r>
            <a:rPr lang="tr-TR" sz="1700" kern="1200"/>
            <a:t> </a:t>
          </a:r>
          <a:r>
            <a:rPr lang="en-US" sz="1700" kern="1200"/>
            <a:t>which it was derived. </a:t>
          </a:r>
        </a:p>
      </dsp:txBody>
      <dsp:txXfrm>
        <a:off x="152976" y="2523157"/>
        <a:ext cx="4320000" cy="975770"/>
      </dsp:txXfrm>
    </dsp:sp>
    <dsp:sp modelId="{8F8BEF36-13C3-4321-AF25-379F705A4870}">
      <dsp:nvSpPr>
        <dsp:cNvPr id="0" name=""/>
        <dsp:cNvSpPr/>
      </dsp:nvSpPr>
      <dsp:spPr>
        <a:xfrm>
          <a:off x="6632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9A5C6-B7F2-4550-B3A7-4DF2F70B4834}">
      <dsp:nvSpPr>
        <dsp:cNvPr id="0" name=""/>
        <dsp:cNvSpPr/>
      </dsp:nvSpPr>
      <dsp:spPr>
        <a:xfrm>
          <a:off x="5228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Identifier </a:t>
          </a:r>
          <a:r>
            <a:rPr lang="en-US" sz="3600" kern="1200"/>
            <a:t>m/x/y/z </a:t>
          </a:r>
        </a:p>
      </dsp:txBody>
      <dsp:txXfrm>
        <a:off x="5228976" y="1808225"/>
        <a:ext cx="4320000" cy="648000"/>
      </dsp:txXfrm>
    </dsp:sp>
    <dsp:sp modelId="{2D03071B-F895-48AA-83ED-62392682DDC5}">
      <dsp:nvSpPr>
        <dsp:cNvPr id="0" name=""/>
        <dsp:cNvSpPr/>
      </dsp:nvSpPr>
      <dsp:spPr>
        <a:xfrm>
          <a:off x="5228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z</a:t>
          </a:r>
          <a:r>
            <a:rPr lang="en-US" sz="1700" kern="1200" baseline="30000"/>
            <a:t>th</a:t>
          </a:r>
          <a:r>
            <a:rPr lang="tr-TR" sz="1700" kern="1200"/>
            <a:t> </a:t>
          </a:r>
          <a:r>
            <a:rPr lang="en-US" sz="1700" kern="1200"/>
            <a:t>child of key m/x/y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is the y</a:t>
          </a:r>
          <a:r>
            <a:rPr lang="en-US" sz="1700" kern="1200" baseline="30000"/>
            <a:t>th</a:t>
          </a:r>
          <a:r>
            <a:rPr lang="en-US" sz="1700" kern="1200"/>
            <a:t> child of key m/x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is the x</a:t>
          </a:r>
          <a:r>
            <a:rPr lang="en-US" sz="1700" kern="1200" baseline="30000"/>
            <a:t>th</a:t>
          </a:r>
          <a:r>
            <a:rPr lang="en-US" sz="1700" kern="1200"/>
            <a:t> child of m</a:t>
          </a:r>
        </a:p>
      </dsp:txBody>
      <dsp:txXfrm>
        <a:off x="5228976" y="2523157"/>
        <a:ext cx="4320000" cy="975770"/>
      </dsp:txXfrm>
    </dsp:sp>
  </dsp:spTree>
</dsp:drawing>
</file>

<file path=ppt/diagrams/drawing1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DD79-D9E9-4061-8E03-4F47DA912964}">
      <dsp:nvSpPr>
        <dsp:cNvPr id="0" name=""/>
        <dsp:cNvSpPr/>
      </dsp:nvSpPr>
      <dsp:spPr>
        <a:xfrm>
          <a:off x="3421" y="4648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29C72-39DF-46B0-9A95-586BAE8A4D7C}">
      <dsp:nvSpPr>
        <dsp:cNvPr id="0" name=""/>
        <dsp:cNvSpPr/>
      </dsp:nvSpPr>
      <dsp:spPr>
        <a:xfrm>
          <a:off x="3421" y="15948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Flexibility of HD Structure</a:t>
          </a:r>
          <a:endParaRPr lang="en-US" sz="2100" kern="1200"/>
        </a:p>
      </dsp:txBody>
      <dsp:txXfrm>
        <a:off x="3421" y="1594813"/>
        <a:ext cx="2894062" cy="434109"/>
      </dsp:txXfrm>
    </dsp:sp>
    <dsp:sp modelId="{6C176EF2-AE53-465B-AEA7-BCF29ADCC140}">
      <dsp:nvSpPr>
        <dsp:cNvPr id="0" name=""/>
        <dsp:cNvSpPr/>
      </dsp:nvSpPr>
      <dsp:spPr>
        <a:xfrm>
          <a:off x="3421" y="2083353"/>
          <a:ext cx="2894062" cy="1103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HD wallet tree structure offers tremendous flexibility.</a:t>
          </a:r>
        </a:p>
      </dsp:txBody>
      <dsp:txXfrm>
        <a:off x="3421" y="2083353"/>
        <a:ext cx="2894062" cy="1103030"/>
      </dsp:txXfrm>
    </dsp:sp>
    <dsp:sp modelId="{246341C7-0F0B-4A89-B288-6C883ACFD3E2}">
      <dsp:nvSpPr>
        <dsp:cNvPr id="0" name=""/>
        <dsp:cNvSpPr/>
      </dsp:nvSpPr>
      <dsp:spPr>
        <a:xfrm>
          <a:off x="3403945" y="4648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08D28-652A-4122-B694-8E01BCB8ED73}">
      <dsp:nvSpPr>
        <dsp:cNvPr id="0" name=""/>
        <dsp:cNvSpPr/>
      </dsp:nvSpPr>
      <dsp:spPr>
        <a:xfrm>
          <a:off x="3403945" y="15948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4 Billion Children</a:t>
          </a:r>
          <a:endParaRPr lang="en-US" sz="2100" kern="1200"/>
        </a:p>
      </dsp:txBody>
      <dsp:txXfrm>
        <a:off x="3403945" y="1594813"/>
        <a:ext cx="2894062" cy="434109"/>
      </dsp:txXfrm>
    </dsp:sp>
    <dsp:sp modelId="{7108335E-D1FD-4857-A0B4-65B2B3EEC040}">
      <dsp:nvSpPr>
        <dsp:cNvPr id="0" name=""/>
        <dsp:cNvSpPr/>
      </dsp:nvSpPr>
      <dsp:spPr>
        <a:xfrm>
          <a:off x="3403945" y="2083353"/>
          <a:ext cx="2894062" cy="1103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parent extended key</a:t>
          </a:r>
          <a:r>
            <a:rPr lang="tr-TR" sz="1600" kern="1200"/>
            <a:t> </a:t>
          </a:r>
          <a:r>
            <a:rPr lang="en-US" sz="1600" kern="1200"/>
            <a:t>can have 4 billion children: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 billion normal children and 2 billion hardened children.</a:t>
          </a:r>
        </a:p>
      </dsp:txBody>
      <dsp:txXfrm>
        <a:off x="3403945" y="2083353"/>
        <a:ext cx="2894062" cy="1103030"/>
      </dsp:txXfrm>
    </dsp:sp>
    <dsp:sp modelId="{918DD859-3540-4E1D-A693-2A691E2FE44D}">
      <dsp:nvSpPr>
        <dsp:cNvPr id="0" name=""/>
        <dsp:cNvSpPr/>
      </dsp:nvSpPr>
      <dsp:spPr>
        <a:xfrm>
          <a:off x="6804468" y="4648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8E51F-9F3A-49AE-B3F2-D9FB2C4DE4CF}">
      <dsp:nvSpPr>
        <dsp:cNvPr id="0" name=""/>
        <dsp:cNvSpPr/>
      </dsp:nvSpPr>
      <dsp:spPr>
        <a:xfrm>
          <a:off x="6804468" y="15948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Next Level</a:t>
          </a:r>
          <a:endParaRPr lang="en-US" sz="2100" kern="1200"/>
        </a:p>
      </dsp:txBody>
      <dsp:txXfrm>
        <a:off x="6804468" y="1594813"/>
        <a:ext cx="2894062" cy="434109"/>
      </dsp:txXfrm>
    </dsp:sp>
    <dsp:sp modelId="{79636A95-93A1-4B2A-A775-0500ED45DF48}">
      <dsp:nvSpPr>
        <dsp:cNvPr id="0" name=""/>
        <dsp:cNvSpPr/>
      </dsp:nvSpPr>
      <dsp:spPr>
        <a:xfrm>
          <a:off x="6804468" y="2083353"/>
          <a:ext cx="2894062" cy="1103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of those children can have another 4 billion children, and so on.</a:t>
          </a:r>
        </a:p>
      </dsp:txBody>
      <dsp:txXfrm>
        <a:off x="6804468" y="2083353"/>
        <a:ext cx="2894062" cy="1103030"/>
      </dsp:txXfrm>
    </dsp:sp>
  </dsp:spTree>
</dsp:drawing>
</file>

<file path=ppt/diagrams/drawing1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8E487-A29E-4F53-889C-562381926EFA}">
      <dsp:nvSpPr>
        <dsp:cNvPr id="0" name=""/>
        <dsp:cNvSpPr/>
      </dsp:nvSpPr>
      <dsp:spPr>
        <a:xfrm>
          <a:off x="943992" y="1713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918BA-8F2A-465C-B686-C821B44CABA2}">
      <dsp:nvSpPr>
        <dsp:cNvPr id="0" name=""/>
        <dsp:cNvSpPr/>
      </dsp:nvSpPr>
      <dsp:spPr>
        <a:xfrm>
          <a:off x="3421" y="118558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Tree Height</a:t>
          </a:r>
          <a:endParaRPr lang="en-US" sz="2800" kern="1200"/>
        </a:p>
      </dsp:txBody>
      <dsp:txXfrm>
        <a:off x="3421" y="1185586"/>
        <a:ext cx="2894062" cy="434109"/>
      </dsp:txXfrm>
    </dsp:sp>
    <dsp:sp modelId="{43916BDC-DD70-4F98-9E96-5402F4E0B47E}">
      <dsp:nvSpPr>
        <dsp:cNvPr id="0" name=""/>
        <dsp:cNvSpPr/>
      </dsp:nvSpPr>
      <dsp:spPr>
        <a:xfrm>
          <a:off x="3421" y="1692035"/>
          <a:ext cx="2894062" cy="194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tree can be</a:t>
          </a:r>
          <a:r>
            <a:rPr lang="tr-TR" sz="1700" kern="1200"/>
            <a:t> </a:t>
          </a:r>
          <a:r>
            <a:rPr lang="en-US" sz="1700" kern="1200"/>
            <a:t>as deep as you want, with an infinite number of generations. </a:t>
          </a:r>
        </a:p>
      </dsp:txBody>
      <dsp:txXfrm>
        <a:off x="3421" y="1692035"/>
        <a:ext cx="2894062" cy="1942080"/>
      </dsp:txXfrm>
    </dsp:sp>
    <dsp:sp modelId="{2709C675-A660-422F-B6F2-56E2C10F7672}">
      <dsp:nvSpPr>
        <dsp:cNvPr id="0" name=""/>
        <dsp:cNvSpPr/>
      </dsp:nvSpPr>
      <dsp:spPr>
        <a:xfrm>
          <a:off x="4344515" y="1713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E12BA-BFC1-4C55-B2FC-83B9FC31BB42}">
      <dsp:nvSpPr>
        <dsp:cNvPr id="0" name=""/>
        <dsp:cNvSpPr/>
      </dsp:nvSpPr>
      <dsp:spPr>
        <a:xfrm>
          <a:off x="3403945" y="118558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Navigation</a:t>
          </a:r>
          <a:endParaRPr lang="en-US" sz="2800" kern="1200"/>
        </a:p>
      </dsp:txBody>
      <dsp:txXfrm>
        <a:off x="3403945" y="1185586"/>
        <a:ext cx="2894062" cy="434109"/>
      </dsp:txXfrm>
    </dsp:sp>
    <dsp:sp modelId="{61561D4A-3209-4362-8239-4D95E9EF5742}">
      <dsp:nvSpPr>
        <dsp:cNvPr id="0" name=""/>
        <dsp:cNvSpPr/>
      </dsp:nvSpPr>
      <dsp:spPr>
        <a:xfrm>
          <a:off x="3403945" y="1692035"/>
          <a:ext cx="2894062" cy="194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all that flexibility,</a:t>
          </a:r>
          <a:r>
            <a:rPr lang="tr-TR" sz="1700" kern="1200"/>
            <a:t> </a:t>
          </a:r>
          <a:r>
            <a:rPr lang="en-US" sz="1700" kern="1200"/>
            <a:t>however, it becomes quite difficult to navigate this infinite tree. </a:t>
          </a:r>
        </a:p>
      </dsp:txBody>
      <dsp:txXfrm>
        <a:off x="3403945" y="1692035"/>
        <a:ext cx="2894062" cy="1942080"/>
      </dsp:txXfrm>
    </dsp:sp>
    <dsp:sp modelId="{298486BB-BD34-48E9-BCEB-9E7D06211622}">
      <dsp:nvSpPr>
        <dsp:cNvPr id="0" name=""/>
        <dsp:cNvSpPr/>
      </dsp:nvSpPr>
      <dsp:spPr>
        <a:xfrm>
          <a:off x="7745039" y="1713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3B7FB-FF61-4F5D-9B8E-DAECE5B4BDC0}">
      <dsp:nvSpPr>
        <dsp:cNvPr id="0" name=""/>
        <dsp:cNvSpPr/>
      </dsp:nvSpPr>
      <dsp:spPr>
        <a:xfrm>
          <a:off x="6804468" y="118558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Transfer of Wallets</a:t>
          </a:r>
          <a:endParaRPr lang="en-US" sz="2800" kern="1200"/>
        </a:p>
      </dsp:txBody>
      <dsp:txXfrm>
        <a:off x="6804468" y="1185586"/>
        <a:ext cx="2894062" cy="434109"/>
      </dsp:txXfrm>
    </dsp:sp>
    <dsp:sp modelId="{6689F6E5-1362-4105-A70C-CAEBBCDB9325}">
      <dsp:nvSpPr>
        <dsp:cNvPr id="0" name=""/>
        <dsp:cNvSpPr/>
      </dsp:nvSpPr>
      <dsp:spPr>
        <a:xfrm>
          <a:off x="6804468" y="1692035"/>
          <a:ext cx="2894062" cy="194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especially difficult</a:t>
          </a:r>
          <a:r>
            <a:rPr lang="tr-TR" sz="1700" kern="1200"/>
            <a:t> </a:t>
          </a:r>
          <a:r>
            <a:rPr lang="en-US" sz="1700" kern="1200"/>
            <a:t>to transfer HD wallets between implementations,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because the possibilities for</a:t>
          </a:r>
          <a:r>
            <a:rPr lang="tr-TR" sz="1700" kern="1200"/>
            <a:t> </a:t>
          </a:r>
          <a:r>
            <a:rPr lang="en-US" sz="1700" kern="1200"/>
            <a:t>internal organization into branches and subbranches are endless.</a:t>
          </a:r>
        </a:p>
      </dsp:txBody>
      <dsp:txXfrm>
        <a:off x="6804468" y="1692035"/>
        <a:ext cx="2894062" cy="1942080"/>
      </dsp:txXfrm>
    </dsp:sp>
  </dsp:spTree>
</dsp:drawing>
</file>

<file path=ppt/diagrams/drawing1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9BFF2-4555-416C-80AD-23CC95C4EDF5}">
      <dsp:nvSpPr>
        <dsp:cNvPr id="0" name=""/>
        <dsp:cNvSpPr/>
      </dsp:nvSpPr>
      <dsp:spPr>
        <a:xfrm>
          <a:off x="702726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6A2C-1C0A-4BC4-9884-AE7FC2C5FE42}">
      <dsp:nvSpPr>
        <dsp:cNvPr id="0" name=""/>
        <dsp:cNvSpPr/>
      </dsp:nvSpPr>
      <dsp:spPr>
        <a:xfrm>
          <a:off x="6891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Solutions</a:t>
          </a:r>
          <a:endParaRPr lang="en-US" sz="2000" kern="1200"/>
        </a:p>
      </dsp:txBody>
      <dsp:txXfrm>
        <a:off x="6891" y="1093151"/>
        <a:ext cx="2141032" cy="321154"/>
      </dsp:txXfrm>
    </dsp:sp>
    <dsp:sp modelId="{C9D8C28C-C175-4A12-9855-AC69572F237B}">
      <dsp:nvSpPr>
        <dsp:cNvPr id="0" name=""/>
        <dsp:cNvSpPr/>
      </dsp:nvSpPr>
      <dsp:spPr>
        <a:xfrm>
          <a:off x="6891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Two BIPs offer a solution to this complexity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by </a:t>
          </a:r>
          <a:r>
            <a:rPr lang="en-US" sz="1500" kern="1200" dirty="0"/>
            <a:t>creating some proposed standards for</a:t>
          </a:r>
          <a:r>
            <a:rPr lang="tr-TR" sz="1500" kern="1200" dirty="0"/>
            <a:t> </a:t>
          </a:r>
          <a:r>
            <a:rPr lang="en-US" sz="1500" kern="1200" dirty="0"/>
            <a:t>the structure of HD wallet trees. </a:t>
          </a:r>
        </a:p>
      </dsp:txBody>
      <dsp:txXfrm>
        <a:off x="6891" y="1479156"/>
        <a:ext cx="2141032" cy="1967732"/>
      </dsp:txXfrm>
    </dsp:sp>
    <dsp:sp modelId="{FBC9C7B3-A8C0-4DDB-8BA7-10C5192DA942}">
      <dsp:nvSpPr>
        <dsp:cNvPr id="0" name=""/>
        <dsp:cNvSpPr/>
      </dsp:nvSpPr>
      <dsp:spPr>
        <a:xfrm>
          <a:off x="3218439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87F1B-AED9-4EE1-834B-C73D23784F80}">
      <dsp:nvSpPr>
        <dsp:cNvPr id="0" name=""/>
        <dsp:cNvSpPr/>
      </dsp:nvSpPr>
      <dsp:spPr>
        <a:xfrm>
          <a:off x="2522604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BIP-43</a:t>
          </a:r>
        </a:p>
      </dsp:txBody>
      <dsp:txXfrm>
        <a:off x="2522604" y="1093151"/>
        <a:ext cx="2141032" cy="321154"/>
      </dsp:txXfrm>
    </dsp:sp>
    <dsp:sp modelId="{EFABD6C1-FE51-4874-A10D-E59F8EB6E895}">
      <dsp:nvSpPr>
        <dsp:cNvPr id="0" name=""/>
        <dsp:cNvSpPr/>
      </dsp:nvSpPr>
      <dsp:spPr>
        <a:xfrm>
          <a:off x="2522604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proposes the use of the first hardened child</a:t>
          </a:r>
          <a:r>
            <a:rPr lang="tr-TR" sz="1500" kern="1200" dirty="0"/>
            <a:t> </a:t>
          </a:r>
          <a:r>
            <a:rPr lang="en-US" sz="1500" kern="1200" dirty="0"/>
            <a:t>index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as a special identifier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that </a:t>
          </a:r>
          <a:r>
            <a:rPr lang="en-US" sz="1500" kern="1200" dirty="0"/>
            <a:t>signifies the “purpose” of the tree structure.</a:t>
          </a:r>
        </a:p>
      </dsp:txBody>
      <dsp:txXfrm>
        <a:off x="2522604" y="1479156"/>
        <a:ext cx="2141032" cy="1967732"/>
      </dsp:txXfrm>
    </dsp:sp>
    <dsp:sp modelId="{047654DF-B851-4455-92AE-1037A85BA3AF}">
      <dsp:nvSpPr>
        <dsp:cNvPr id="0" name=""/>
        <dsp:cNvSpPr/>
      </dsp:nvSpPr>
      <dsp:spPr>
        <a:xfrm>
          <a:off x="5734152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D0E48-F5DD-4F51-B7B7-5D345E0446E5}">
      <dsp:nvSpPr>
        <dsp:cNvPr id="0" name=""/>
        <dsp:cNvSpPr/>
      </dsp:nvSpPr>
      <dsp:spPr>
        <a:xfrm>
          <a:off x="5038316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1 Level Per Branch</a:t>
          </a:r>
          <a:endParaRPr lang="en-US" sz="2000" kern="1200"/>
        </a:p>
      </dsp:txBody>
      <dsp:txXfrm>
        <a:off x="5038316" y="1093151"/>
        <a:ext cx="2141032" cy="321154"/>
      </dsp:txXfrm>
    </dsp:sp>
    <dsp:sp modelId="{DB918E78-940A-4CDD-B1C3-3988AE918BC4}">
      <dsp:nvSpPr>
        <dsp:cNvPr id="0" name=""/>
        <dsp:cNvSpPr/>
      </dsp:nvSpPr>
      <dsp:spPr>
        <a:xfrm>
          <a:off x="5038316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Based on</a:t>
          </a:r>
          <a:r>
            <a:rPr lang="tr-TR" sz="1500" kern="1200" dirty="0"/>
            <a:t> </a:t>
          </a:r>
          <a:r>
            <a:rPr lang="en-US" sz="1500" kern="1200" dirty="0"/>
            <a:t>BIP-43, an HD wallet should use only one level-1 branch of the tree,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with </a:t>
          </a:r>
          <a:r>
            <a:rPr lang="en-US" sz="1500" kern="1200" dirty="0"/>
            <a:t>the index</a:t>
          </a:r>
          <a:r>
            <a:rPr lang="tr-TR" sz="1500" kern="1200" dirty="0"/>
            <a:t> </a:t>
          </a:r>
          <a:r>
            <a:rPr lang="en-US" sz="1500" kern="1200" dirty="0"/>
            <a:t>number identifying the structure and namespace of the rest of the tree by defining its</a:t>
          </a:r>
          <a:r>
            <a:rPr lang="tr-TR" sz="1500" kern="1200" dirty="0"/>
            <a:t> </a:t>
          </a:r>
          <a:r>
            <a:rPr lang="en-US" sz="1500" kern="1200" dirty="0"/>
            <a:t>purpose.</a:t>
          </a:r>
        </a:p>
      </dsp:txBody>
      <dsp:txXfrm>
        <a:off x="5038316" y="1479156"/>
        <a:ext cx="2141032" cy="1967732"/>
      </dsp:txXfrm>
    </dsp:sp>
    <dsp:sp modelId="{0F76DC03-E199-4F50-9EED-26845093C005}">
      <dsp:nvSpPr>
        <dsp:cNvPr id="0" name=""/>
        <dsp:cNvSpPr/>
      </dsp:nvSpPr>
      <dsp:spPr>
        <a:xfrm>
          <a:off x="8249864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D82D5-3724-44DA-8418-2AF7A77CEE5B}">
      <dsp:nvSpPr>
        <dsp:cNvPr id="0" name=""/>
        <dsp:cNvSpPr/>
      </dsp:nvSpPr>
      <dsp:spPr>
        <a:xfrm>
          <a:off x="7554029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m/i/ </a:t>
          </a:r>
        </a:p>
      </dsp:txBody>
      <dsp:txXfrm>
        <a:off x="7554029" y="1093151"/>
        <a:ext cx="2141032" cy="321154"/>
      </dsp:txXfrm>
    </dsp:sp>
    <dsp:sp modelId="{B5F3E3D5-D316-4C89-B522-4E86715AA6C4}">
      <dsp:nvSpPr>
        <dsp:cNvPr id="0" name=""/>
        <dsp:cNvSpPr/>
      </dsp:nvSpPr>
      <dsp:spPr>
        <a:xfrm>
          <a:off x="7554029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 example, an HD wallet using only branch m/</a:t>
          </a:r>
          <a:r>
            <a:rPr lang="en-US" sz="1500" kern="1200" dirty="0" err="1"/>
            <a:t>i</a:t>
          </a:r>
          <a:r>
            <a:rPr lang="en-US" sz="1500" kern="1200" dirty="0"/>
            <a:t>/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 intended to signify a</a:t>
          </a:r>
          <a:r>
            <a:rPr lang="tr-TR" sz="1500" kern="1200" dirty="0"/>
            <a:t> </a:t>
          </a:r>
          <a:r>
            <a:rPr lang="en-US" sz="1500" kern="1200" dirty="0"/>
            <a:t>specific purpose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and that purpose is identified by index number “</a:t>
          </a:r>
          <a:r>
            <a:rPr lang="en-US" sz="1500" kern="1200" dirty="0" err="1"/>
            <a:t>i</a:t>
          </a:r>
          <a:r>
            <a:rPr lang="en-US" sz="1500" kern="1200" dirty="0"/>
            <a:t>”</a:t>
          </a:r>
        </a:p>
      </dsp:txBody>
      <dsp:txXfrm>
        <a:off x="7554029" y="1479156"/>
        <a:ext cx="2141032" cy="1967732"/>
      </dsp:txXfrm>
    </dsp:sp>
  </dsp:spTree>
</dsp:drawing>
</file>

<file path=ppt/diagrams/drawing1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9F41C-EFCB-4700-91CB-F5AEA5BCF458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7838F-C3CB-4784-BBAA-F5611323D240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Multiaccount Structure</a:t>
          </a:r>
          <a:endParaRPr lang="en-US" sz="3500" kern="1200"/>
        </a:p>
      </dsp:txBody>
      <dsp:txXfrm>
        <a:off x="152976" y="1800668"/>
        <a:ext cx="4320000" cy="648000"/>
      </dsp:txXfrm>
    </dsp:sp>
    <dsp:sp modelId="{53C5D6AC-62C1-4AFA-8C01-39D9D764E382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Extending that specification,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BIP-44 proposes a </a:t>
          </a:r>
          <a:r>
            <a:rPr lang="en-US" sz="1700" kern="1200" dirty="0" err="1"/>
            <a:t>multiaccount</a:t>
          </a:r>
          <a:r>
            <a:rPr lang="en-US" sz="1700" kern="1200" dirty="0"/>
            <a:t> structure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“purpose”</a:t>
          </a:r>
          <a:r>
            <a:rPr lang="tr-TR" sz="1700" kern="1200" dirty="0"/>
            <a:t> </a:t>
          </a:r>
          <a:r>
            <a:rPr lang="en-US" sz="1700" kern="1200" dirty="0"/>
            <a:t>number 44 under BIP-43. </a:t>
          </a:r>
        </a:p>
      </dsp:txBody>
      <dsp:txXfrm>
        <a:off x="152976" y="2515931"/>
        <a:ext cx="4320000" cy="991265"/>
      </dsp:txXfrm>
    </dsp:sp>
    <dsp:sp modelId="{16369523-7E3D-449B-81C5-E5D9CCC6A45F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094C3-5B36-4CA8-AF53-0D22F21A6D9C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BIP-44 structure </a:t>
          </a:r>
        </a:p>
      </dsp:txBody>
      <dsp:txXfrm>
        <a:off x="5228976" y="1800668"/>
        <a:ext cx="4320000" cy="648000"/>
      </dsp:txXfrm>
    </dsp:sp>
    <dsp:sp modelId="{8C15CF51-7B25-4D6C-B84E-D92BB47D30CA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 HD wallets following the BIP-44 structure are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identified</a:t>
          </a:r>
          <a:r>
            <a:rPr lang="tr-TR" sz="1700" kern="1200" dirty="0"/>
            <a:t> </a:t>
          </a:r>
          <a:r>
            <a:rPr lang="en-US" sz="1700" kern="1200" dirty="0"/>
            <a:t>by the fact that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they </a:t>
          </a:r>
          <a:r>
            <a:rPr lang="en-US" sz="1700" kern="1200" dirty="0"/>
            <a:t>only used one branch of the tree: m/44/.</a:t>
          </a:r>
        </a:p>
      </dsp:txBody>
      <dsp:txXfrm>
        <a:off x="5228976" y="2515931"/>
        <a:ext cx="4320000" cy="991265"/>
      </dsp:txXfrm>
    </dsp:sp>
  </dsp:spTree>
</dsp:drawing>
</file>

<file path=ppt/diagrams/drawing1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BEA9C-CAF3-4832-88CF-D1BB8F3E6F23}">
      <dsp:nvSpPr>
        <dsp:cNvPr id="0" name=""/>
        <dsp:cNvSpPr/>
      </dsp:nvSpPr>
      <dsp:spPr>
        <a:xfrm>
          <a:off x="1184" y="0"/>
          <a:ext cx="4618849" cy="36512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103" tIns="330200" rIns="36010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5 Predefined Tree Levels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BIP-44 specifies the structure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as consisting of five predefined tree level</a:t>
          </a:r>
          <a:r>
            <a:rPr lang="tr-TR" sz="1400" kern="1200" dirty="0"/>
            <a:t>s</a:t>
          </a:r>
          <a:endParaRPr lang="en-US" sz="1400" kern="1200" dirty="0"/>
        </a:p>
      </dsp:txBody>
      <dsp:txXfrm>
        <a:off x="1184" y="1387475"/>
        <a:ext cx="4618849" cy="2190750"/>
      </dsp:txXfrm>
    </dsp:sp>
    <dsp:sp modelId="{E09D683D-C82B-4E8F-AB49-5EC6FE7EA2A6}">
      <dsp:nvSpPr>
        <dsp:cNvPr id="0" name=""/>
        <dsp:cNvSpPr/>
      </dsp:nvSpPr>
      <dsp:spPr>
        <a:xfrm>
          <a:off x="1762921" y="365124"/>
          <a:ext cx="1095375" cy="1095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400" tIns="12700" rIns="8540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800" kern="1200"/>
            <a:t>1</a:t>
          </a:r>
        </a:p>
      </dsp:txBody>
      <dsp:txXfrm>
        <a:off x="1923335" y="525538"/>
        <a:ext cx="774547" cy="774547"/>
      </dsp:txXfrm>
    </dsp:sp>
    <dsp:sp modelId="{EB8F8295-2919-4CD1-A38B-DB98379BFF6D}">
      <dsp:nvSpPr>
        <dsp:cNvPr id="0" name=""/>
        <dsp:cNvSpPr/>
      </dsp:nvSpPr>
      <dsp:spPr>
        <a:xfrm>
          <a:off x="1184" y="3651178"/>
          <a:ext cx="4618849" cy="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F0AC1-1B42-4BC9-A5E8-85D406085EB6}">
      <dsp:nvSpPr>
        <dsp:cNvPr id="0" name=""/>
        <dsp:cNvSpPr/>
      </dsp:nvSpPr>
      <dsp:spPr>
        <a:xfrm>
          <a:off x="5081918" y="0"/>
          <a:ext cx="4618849" cy="36512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103" tIns="330200" rIns="36010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Levels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 /</a:t>
          </a:r>
          <a:r>
            <a:rPr lang="tr-TR" sz="1400" kern="1200" dirty="0"/>
            <a:t> </a:t>
          </a:r>
          <a:r>
            <a:rPr lang="en-US" sz="1400" kern="1200" dirty="0"/>
            <a:t>purpose</a:t>
          </a:r>
          <a:r>
            <a:rPr lang="tr-TR" sz="1400" kern="1200" dirty="0"/>
            <a:t>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 err="1"/>
            <a:t>coin_type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/>
            <a:t>account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/>
            <a:t>change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 err="1"/>
            <a:t>address_index</a:t>
          </a:r>
          <a:endParaRPr lang="en-US" sz="1400" kern="1200" dirty="0"/>
        </a:p>
      </dsp:txBody>
      <dsp:txXfrm>
        <a:off x="5081918" y="1387475"/>
        <a:ext cx="4618849" cy="2190750"/>
      </dsp:txXfrm>
    </dsp:sp>
    <dsp:sp modelId="{1EDCD2DB-1B6E-417D-9BE3-8CAF58C54D35}">
      <dsp:nvSpPr>
        <dsp:cNvPr id="0" name=""/>
        <dsp:cNvSpPr/>
      </dsp:nvSpPr>
      <dsp:spPr>
        <a:xfrm>
          <a:off x="6843656" y="365124"/>
          <a:ext cx="1095375" cy="1095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400" tIns="12700" rIns="8540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800" kern="1200"/>
            <a:t>2</a:t>
          </a:r>
        </a:p>
      </dsp:txBody>
      <dsp:txXfrm>
        <a:off x="7004070" y="525538"/>
        <a:ext cx="774547" cy="774547"/>
      </dsp:txXfrm>
    </dsp:sp>
    <dsp:sp modelId="{AB555B17-21E3-4989-9AC4-10DDF32F8D14}">
      <dsp:nvSpPr>
        <dsp:cNvPr id="0" name=""/>
        <dsp:cNvSpPr/>
      </dsp:nvSpPr>
      <dsp:spPr>
        <a:xfrm>
          <a:off x="5081918" y="3651178"/>
          <a:ext cx="4618849" cy="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3B5B7-5851-4EDC-9CB5-94D5891EAE55}">
      <dsp:nvSpPr>
        <dsp:cNvPr id="0" name=""/>
        <dsp:cNvSpPr/>
      </dsp:nvSpPr>
      <dsp:spPr>
        <a:xfrm>
          <a:off x="5318" y="20839"/>
          <a:ext cx="2038743" cy="621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first-level</a:t>
          </a:r>
        </a:p>
      </dsp:txBody>
      <dsp:txXfrm>
        <a:off x="5318" y="20839"/>
        <a:ext cx="2038743" cy="621995"/>
      </dsp:txXfrm>
    </dsp:sp>
    <dsp:sp modelId="{2BA96AE8-EDD9-4D5A-BBDC-60CB384D6345}">
      <dsp:nvSpPr>
        <dsp:cNvPr id="0" name=""/>
        <dsp:cNvSpPr/>
      </dsp:nvSpPr>
      <dsp:spPr>
        <a:xfrm>
          <a:off x="5318" y="642834"/>
          <a:ext cx="2038743" cy="31732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“purpose” is always set to 44’. </a:t>
          </a:r>
        </a:p>
      </dsp:txBody>
      <dsp:txXfrm>
        <a:off x="5318" y="642834"/>
        <a:ext cx="2038743" cy="3173220"/>
      </dsp:txXfrm>
    </dsp:sp>
    <dsp:sp modelId="{6817A816-52CA-48A5-AF7F-34095CAFA443}">
      <dsp:nvSpPr>
        <dsp:cNvPr id="0" name=""/>
        <dsp:cNvSpPr/>
      </dsp:nvSpPr>
      <dsp:spPr>
        <a:xfrm>
          <a:off x="2329485" y="20839"/>
          <a:ext cx="2038743" cy="6219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second-level</a:t>
          </a:r>
        </a:p>
      </dsp:txBody>
      <dsp:txXfrm>
        <a:off x="2329485" y="20839"/>
        <a:ext cx="2038743" cy="621995"/>
      </dsp:txXfrm>
    </dsp:sp>
    <dsp:sp modelId="{78CCD34F-22FF-4759-B57E-E2BEFE7C5F3C}">
      <dsp:nvSpPr>
        <dsp:cNvPr id="0" name=""/>
        <dsp:cNvSpPr/>
      </dsp:nvSpPr>
      <dsp:spPr>
        <a:xfrm>
          <a:off x="2329485" y="642834"/>
          <a:ext cx="2038743" cy="31732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“coin_type” specifies</a:t>
          </a:r>
          <a:r>
            <a:rPr lang="tr-TR" sz="1700" kern="1200"/>
            <a:t> </a:t>
          </a:r>
          <a:r>
            <a:rPr lang="en-US" sz="1700" kern="1200"/>
            <a:t>the type of cryptocurrency coin,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allowing for multicurrency HD wallets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where each</a:t>
          </a:r>
          <a:r>
            <a:rPr lang="tr-TR" sz="1700" kern="1200"/>
            <a:t> </a:t>
          </a:r>
          <a:r>
            <a:rPr lang="en-US" sz="1700" kern="1200"/>
            <a:t>currency has its own subtree under the second level. </a:t>
          </a:r>
        </a:p>
      </dsp:txBody>
      <dsp:txXfrm>
        <a:off x="2329485" y="642834"/>
        <a:ext cx="2038743" cy="3173220"/>
      </dsp:txXfrm>
    </dsp:sp>
    <dsp:sp modelId="{6DD4AA32-0DA9-4C0B-9D56-43AE57895FC2}">
      <dsp:nvSpPr>
        <dsp:cNvPr id="0" name=""/>
        <dsp:cNvSpPr/>
      </dsp:nvSpPr>
      <dsp:spPr>
        <a:xfrm>
          <a:off x="4653653" y="20839"/>
          <a:ext cx="2038743" cy="62199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3 Currencies</a:t>
          </a:r>
          <a:endParaRPr lang="en-US" sz="1700" kern="1200"/>
        </a:p>
      </dsp:txBody>
      <dsp:txXfrm>
        <a:off x="4653653" y="20839"/>
        <a:ext cx="2038743" cy="621995"/>
      </dsp:txXfrm>
    </dsp:sp>
    <dsp:sp modelId="{61462A11-C880-4880-88A8-C50B66B2C2D3}">
      <dsp:nvSpPr>
        <dsp:cNvPr id="0" name=""/>
        <dsp:cNvSpPr/>
      </dsp:nvSpPr>
      <dsp:spPr>
        <a:xfrm>
          <a:off x="4653653" y="642834"/>
          <a:ext cx="2038743" cy="317322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Bitcoin is m/44'/0',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Bitcoin </a:t>
          </a:r>
          <a:r>
            <a:rPr lang="en-US" sz="1700" kern="1200" dirty="0" err="1"/>
            <a:t>Testnet</a:t>
          </a:r>
          <a:r>
            <a:rPr lang="en-US" sz="1700" kern="1200" dirty="0"/>
            <a:t> is m/44'/1',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Litecoin is</a:t>
          </a:r>
          <a:r>
            <a:rPr lang="tr-TR" sz="1700" kern="1200" dirty="0"/>
            <a:t> m/44'/2'.</a:t>
          </a:r>
          <a:endParaRPr lang="en-US" sz="1700" kern="1200" dirty="0"/>
        </a:p>
      </dsp:txBody>
      <dsp:txXfrm>
        <a:off x="4653653" y="642834"/>
        <a:ext cx="2038743" cy="3173220"/>
      </dsp:txXfrm>
    </dsp:sp>
    <dsp:sp modelId="{427C2AE6-E493-47C9-A81A-06266C97C10C}">
      <dsp:nvSpPr>
        <dsp:cNvPr id="0" name=""/>
        <dsp:cNvSpPr/>
      </dsp:nvSpPr>
      <dsp:spPr>
        <a:xfrm>
          <a:off x="6977820" y="20839"/>
          <a:ext cx="2038743" cy="6219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third level</a:t>
          </a:r>
        </a:p>
      </dsp:txBody>
      <dsp:txXfrm>
        <a:off x="6977820" y="20839"/>
        <a:ext cx="2038743" cy="621995"/>
      </dsp:txXfrm>
    </dsp:sp>
    <dsp:sp modelId="{519206B0-2057-428D-ABA5-8B81D980AA5A}">
      <dsp:nvSpPr>
        <dsp:cNvPr id="0" name=""/>
        <dsp:cNvSpPr/>
      </dsp:nvSpPr>
      <dsp:spPr>
        <a:xfrm>
          <a:off x="6977820" y="642834"/>
          <a:ext cx="2038743" cy="317322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is “account,”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which allows users to subdivide their wallets</a:t>
          </a:r>
          <a:r>
            <a:rPr lang="tr-TR" sz="1700" kern="1200"/>
            <a:t> </a:t>
          </a:r>
          <a:r>
            <a:rPr lang="en-US" sz="1700" kern="1200"/>
            <a:t>into separate logical subaccounts,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for accounting or organizational purposes. </a:t>
          </a:r>
        </a:p>
      </dsp:txBody>
      <dsp:txXfrm>
        <a:off x="6977820" y="642834"/>
        <a:ext cx="2038743" cy="3173220"/>
      </dsp:txXfrm>
    </dsp:sp>
    <dsp:sp modelId="{46689D16-4C38-4CB8-A3EF-EFF489C4D94A}">
      <dsp:nvSpPr>
        <dsp:cNvPr id="0" name=""/>
        <dsp:cNvSpPr/>
      </dsp:nvSpPr>
      <dsp:spPr>
        <a:xfrm>
          <a:off x="9301988" y="20839"/>
          <a:ext cx="2038743" cy="6219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bitcoin “accounts”</a:t>
          </a:r>
        </a:p>
      </dsp:txBody>
      <dsp:txXfrm>
        <a:off x="9301988" y="20839"/>
        <a:ext cx="2038743" cy="621995"/>
      </dsp:txXfrm>
    </dsp:sp>
    <dsp:sp modelId="{FD4FE3AE-12DA-40F3-B66D-7697CC1B52F9}">
      <dsp:nvSpPr>
        <dsp:cNvPr id="0" name=""/>
        <dsp:cNvSpPr/>
      </dsp:nvSpPr>
      <dsp:spPr>
        <a:xfrm>
          <a:off x="9301988" y="642834"/>
          <a:ext cx="2038743" cy="317322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For</a:t>
          </a:r>
          <a:r>
            <a:rPr lang="tr-TR" sz="1700" kern="1200"/>
            <a:t> </a:t>
          </a:r>
          <a:r>
            <a:rPr lang="en-US" sz="1700" kern="1200"/>
            <a:t>example, an HD wallet might contain two bitcoin “accounts”: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m/44'/0'/0'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and</a:t>
          </a:r>
          <a:r>
            <a:rPr lang="tr-TR" sz="1700" kern="1200"/>
            <a:t> </a:t>
          </a:r>
          <a:r>
            <a:rPr lang="en-US" sz="1700" kern="1200"/>
            <a:t>m/44'/0'/1'.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Each account is the root of its own subtree.</a:t>
          </a:r>
        </a:p>
      </dsp:txBody>
      <dsp:txXfrm>
        <a:off x="9301988" y="642834"/>
        <a:ext cx="2038743" cy="3173220"/>
      </dsp:txXfrm>
    </dsp:sp>
  </dsp:spTree>
</dsp:drawing>
</file>

<file path=ppt/diagrams/drawing1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2E31A-A12A-4BFB-AF1D-DDDC5FA796E1}">
      <dsp:nvSpPr>
        <dsp:cNvPr id="0" name=""/>
        <dsp:cNvSpPr/>
      </dsp:nvSpPr>
      <dsp:spPr>
        <a:xfrm>
          <a:off x="558081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707A2-FA8B-4BBC-8970-FE44DC246743}">
      <dsp:nvSpPr>
        <dsp:cNvPr id="0" name=""/>
        <dsp:cNvSpPr/>
      </dsp:nvSpPr>
      <dsp:spPr>
        <a:xfrm>
          <a:off x="5531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The</a:t>
          </a:r>
          <a:r>
            <a:rPr lang="tr-TR" sz="1600" kern="1200"/>
            <a:t> </a:t>
          </a:r>
          <a:r>
            <a:rPr lang="en-US" sz="1600" kern="1200"/>
            <a:t>fourth level </a:t>
          </a:r>
        </a:p>
      </dsp:txBody>
      <dsp:txXfrm>
        <a:off x="5531" y="1297202"/>
        <a:ext cx="1700156" cy="255023"/>
      </dsp:txXfrm>
    </dsp:sp>
    <dsp:sp modelId="{601A940E-A82E-4889-B7F5-28D99252C1B2}">
      <dsp:nvSpPr>
        <dsp:cNvPr id="0" name=""/>
        <dsp:cNvSpPr/>
      </dsp:nvSpPr>
      <dsp:spPr>
        <a:xfrm>
          <a:off x="5531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“change,” an HD wallet has two subtrees,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one for creating receiving</a:t>
          </a:r>
          <a:r>
            <a:rPr lang="tr-TR" sz="1200" kern="1200" dirty="0"/>
            <a:t> </a:t>
          </a:r>
          <a:r>
            <a:rPr lang="en-US" sz="1200" kern="1200" dirty="0"/>
            <a:t>addresses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and </a:t>
          </a:r>
          <a:r>
            <a:rPr lang="en-US" sz="1200" kern="1200" dirty="0"/>
            <a:t>one for creating change addresses. </a:t>
          </a:r>
        </a:p>
      </dsp:txBody>
      <dsp:txXfrm>
        <a:off x="5531" y="1601393"/>
        <a:ext cx="1700156" cy="1453419"/>
      </dsp:txXfrm>
    </dsp:sp>
    <dsp:sp modelId="{D3C6BFA7-092D-46B7-B8B7-6A472B5D87F7}">
      <dsp:nvSpPr>
        <dsp:cNvPr id="0" name=""/>
        <dsp:cNvSpPr/>
      </dsp:nvSpPr>
      <dsp:spPr>
        <a:xfrm>
          <a:off x="2555765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478BD-D0B5-461D-82E4-B3232CD0FE68}">
      <dsp:nvSpPr>
        <dsp:cNvPr id="0" name=""/>
        <dsp:cNvSpPr/>
      </dsp:nvSpPr>
      <dsp:spPr>
        <a:xfrm>
          <a:off x="2003214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Normal derivation</a:t>
          </a:r>
          <a:endParaRPr lang="en-US" sz="1600" kern="1200"/>
        </a:p>
      </dsp:txBody>
      <dsp:txXfrm>
        <a:off x="2003214" y="1297202"/>
        <a:ext cx="1700156" cy="255023"/>
      </dsp:txXfrm>
    </dsp:sp>
    <dsp:sp modelId="{EB2F5648-850A-4E63-A6C3-7B4B5A56CC94}">
      <dsp:nvSpPr>
        <dsp:cNvPr id="0" name=""/>
        <dsp:cNvSpPr/>
      </dsp:nvSpPr>
      <dsp:spPr>
        <a:xfrm>
          <a:off x="2003214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Note that whereas the previous</a:t>
          </a:r>
          <a:r>
            <a:rPr lang="tr-TR" sz="1200" kern="1200" dirty="0"/>
            <a:t> </a:t>
          </a:r>
          <a:r>
            <a:rPr lang="en-US" sz="1200" kern="1200" dirty="0"/>
            <a:t>levels used hardened derivation,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</a:t>
          </a:r>
          <a:r>
            <a:rPr lang="en-US" sz="1200" kern="1200" dirty="0"/>
            <a:t>level uses normal derivation. </a:t>
          </a:r>
        </a:p>
      </dsp:txBody>
      <dsp:txXfrm>
        <a:off x="2003214" y="1601393"/>
        <a:ext cx="1700156" cy="1453419"/>
      </dsp:txXfrm>
    </dsp:sp>
    <dsp:sp modelId="{B1421407-A50A-460F-957C-4234AF6EBCB3}">
      <dsp:nvSpPr>
        <dsp:cNvPr id="0" name=""/>
        <dsp:cNvSpPr/>
      </dsp:nvSpPr>
      <dsp:spPr>
        <a:xfrm>
          <a:off x="4553449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4398C-4338-4F7C-BBFE-F311A1859230}">
      <dsp:nvSpPr>
        <dsp:cNvPr id="0" name=""/>
        <dsp:cNvSpPr/>
      </dsp:nvSpPr>
      <dsp:spPr>
        <a:xfrm>
          <a:off x="4000898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Usage</a:t>
          </a:r>
          <a:endParaRPr lang="en-US" sz="1600" kern="1200"/>
        </a:p>
      </dsp:txBody>
      <dsp:txXfrm>
        <a:off x="4000898" y="1297202"/>
        <a:ext cx="1700156" cy="255023"/>
      </dsp:txXfrm>
    </dsp:sp>
    <dsp:sp modelId="{61CF13A7-73F6-4AAB-B702-8A2DE2EF7A0B}">
      <dsp:nvSpPr>
        <dsp:cNvPr id="0" name=""/>
        <dsp:cNvSpPr/>
      </dsp:nvSpPr>
      <dsp:spPr>
        <a:xfrm>
          <a:off x="4000898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This is to allow this</a:t>
          </a:r>
          <a:r>
            <a:rPr lang="tr-TR" sz="1200" kern="1200" dirty="0"/>
            <a:t> </a:t>
          </a:r>
          <a:r>
            <a:rPr lang="en-US" sz="1200" kern="1200" dirty="0"/>
            <a:t>level of the tree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export extended public keys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for use in a non</a:t>
          </a:r>
          <a:r>
            <a:rPr lang="tr-TR" sz="1200" kern="1200" dirty="0"/>
            <a:t>-</a:t>
          </a:r>
          <a:r>
            <a:rPr lang="en-US" sz="1200" kern="1200" dirty="0"/>
            <a:t>secured environment.</a:t>
          </a:r>
        </a:p>
      </dsp:txBody>
      <dsp:txXfrm>
        <a:off x="4000898" y="1601393"/>
        <a:ext cx="1700156" cy="1453419"/>
      </dsp:txXfrm>
    </dsp:sp>
    <dsp:sp modelId="{3E721980-6A1F-4F45-9EB9-12A457778782}">
      <dsp:nvSpPr>
        <dsp:cNvPr id="0" name=""/>
        <dsp:cNvSpPr/>
      </dsp:nvSpPr>
      <dsp:spPr>
        <a:xfrm>
          <a:off x="6551132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11E4A-3A84-46D4-953F-66A16CFBF41D}">
      <dsp:nvSpPr>
        <dsp:cNvPr id="0" name=""/>
        <dsp:cNvSpPr/>
      </dsp:nvSpPr>
      <dsp:spPr>
        <a:xfrm>
          <a:off x="5998581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Fifth level</a:t>
          </a:r>
          <a:endParaRPr lang="en-US" sz="1600" kern="1200"/>
        </a:p>
      </dsp:txBody>
      <dsp:txXfrm>
        <a:off x="5998581" y="1297202"/>
        <a:ext cx="1700156" cy="255023"/>
      </dsp:txXfrm>
    </dsp:sp>
    <dsp:sp modelId="{EF1D50D5-57E6-44C1-B4B8-405F9C21999A}">
      <dsp:nvSpPr>
        <dsp:cNvPr id="0" name=""/>
        <dsp:cNvSpPr/>
      </dsp:nvSpPr>
      <dsp:spPr>
        <a:xfrm>
          <a:off x="5998581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Usable addresses are derived by the HD wallet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as children of the fourth level,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making</a:t>
          </a:r>
          <a:r>
            <a:rPr lang="tr-TR" sz="1200" kern="1200"/>
            <a:t> </a:t>
          </a:r>
          <a:r>
            <a:rPr lang="en-US" sz="1200" kern="1200" dirty="0"/>
            <a:t>the fifth level of the tree the “</a:t>
          </a:r>
          <a:r>
            <a:rPr lang="en-US" sz="1200" kern="1200" dirty="0" err="1"/>
            <a:t>address_index</a:t>
          </a:r>
          <a:r>
            <a:rPr lang="en-US" sz="1200" kern="1200" dirty="0"/>
            <a:t>.” </a:t>
          </a:r>
        </a:p>
      </dsp:txBody>
      <dsp:txXfrm>
        <a:off x="5998581" y="1601393"/>
        <a:ext cx="1700156" cy="1453419"/>
      </dsp:txXfrm>
    </dsp:sp>
    <dsp:sp modelId="{C949B6BA-FDF5-4EC0-8111-855DA9234F5B}">
      <dsp:nvSpPr>
        <dsp:cNvPr id="0" name=""/>
        <dsp:cNvSpPr/>
      </dsp:nvSpPr>
      <dsp:spPr>
        <a:xfrm>
          <a:off x="8548816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3A83C-7CE4-4EAB-BAFA-8A0EF449AF17}">
      <dsp:nvSpPr>
        <dsp:cNvPr id="0" name=""/>
        <dsp:cNvSpPr/>
      </dsp:nvSpPr>
      <dsp:spPr>
        <a:xfrm>
          <a:off x="7996265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For example,</a:t>
          </a:r>
        </a:p>
      </dsp:txBody>
      <dsp:txXfrm>
        <a:off x="7996265" y="1297202"/>
        <a:ext cx="1700156" cy="255023"/>
      </dsp:txXfrm>
    </dsp:sp>
    <dsp:sp modelId="{D79176DA-FE79-4EA3-A477-61FBE9387BE9}">
      <dsp:nvSpPr>
        <dsp:cNvPr id="0" name=""/>
        <dsp:cNvSpPr/>
      </dsp:nvSpPr>
      <dsp:spPr>
        <a:xfrm>
          <a:off x="7996265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third receiving address</a:t>
          </a:r>
          <a:r>
            <a:rPr lang="tr-TR" sz="1200" kern="1200" dirty="0"/>
            <a:t> </a:t>
          </a:r>
          <a:r>
            <a:rPr lang="en-US" sz="1200" kern="1200" dirty="0"/>
            <a:t>for bitcoin payments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 </a:t>
          </a:r>
          <a:r>
            <a:rPr lang="en-US" sz="1200" kern="1200" dirty="0"/>
            <a:t>the primary account would be M/44'/0'/0'/0/2. </a:t>
          </a:r>
        </a:p>
      </dsp:txBody>
      <dsp:txXfrm>
        <a:off x="7996265" y="1601393"/>
        <a:ext cx="1700156" cy="1453419"/>
      </dsp:txXfrm>
    </dsp:sp>
  </dsp:spTree>
</dsp:drawing>
</file>

<file path=ppt/diagrams/drawing1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42365-8139-44CC-9018-0EC0A6E492F0}">
      <dsp:nvSpPr>
        <dsp:cNvPr id="0" name=""/>
        <dsp:cNvSpPr/>
      </dsp:nvSpPr>
      <dsp:spPr>
        <a:xfrm>
          <a:off x="84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564-C127-45C9-84FD-FB0D6745C519}">
      <dsp:nvSpPr>
        <dsp:cNvPr id="0" name=""/>
        <dsp:cNvSpPr/>
      </dsp:nvSpPr>
      <dsp:spPr>
        <a:xfrm>
          <a:off x="84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Your opinion</a:t>
          </a:r>
        </a:p>
      </dsp:txBody>
      <dsp:txXfrm>
        <a:off x="84" y="1422889"/>
        <a:ext cx="1377421" cy="219526"/>
      </dsp:txXfrm>
    </dsp:sp>
    <dsp:sp modelId="{7EDEF049-F1A9-4E28-B579-BFFC13E86FAC}">
      <dsp:nvSpPr>
        <dsp:cNvPr id="0" name=""/>
        <dsp:cNvSpPr/>
      </dsp:nvSpPr>
      <dsp:spPr>
        <a:xfrm>
          <a:off x="84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do you think on this chapter?</a:t>
          </a:r>
          <a:endParaRPr lang="tr-TR" sz="1100" kern="1200"/>
        </a:p>
      </dsp:txBody>
      <dsp:txXfrm>
        <a:off x="84" y="1671181"/>
        <a:ext cx="1377421" cy="646039"/>
      </dsp:txXfrm>
    </dsp:sp>
    <dsp:sp modelId="{5E8F8A7A-9490-44FC-A7E8-40D0F10C7CCC}">
      <dsp:nvSpPr>
        <dsp:cNvPr id="0" name=""/>
        <dsp:cNvSpPr/>
      </dsp:nvSpPr>
      <dsp:spPr>
        <a:xfrm>
          <a:off x="161855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86365-AB58-491B-A0A1-62063495E1FB}">
      <dsp:nvSpPr>
        <dsp:cNvPr id="0" name=""/>
        <dsp:cNvSpPr/>
      </dsp:nvSpPr>
      <dsp:spPr>
        <a:xfrm>
          <a:off x="161855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Challenging</a:t>
          </a:r>
        </a:p>
      </dsp:txBody>
      <dsp:txXfrm>
        <a:off x="1618555" y="1422889"/>
        <a:ext cx="1377421" cy="219526"/>
      </dsp:txXfrm>
    </dsp:sp>
    <dsp:sp modelId="{503F28B4-419F-4189-8EF1-3AAA5AC2C057}">
      <dsp:nvSpPr>
        <dsp:cNvPr id="0" name=""/>
        <dsp:cNvSpPr/>
      </dsp:nvSpPr>
      <dsp:spPr>
        <a:xfrm>
          <a:off x="161855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the most interesting point?</a:t>
          </a:r>
          <a:endParaRPr lang="tr-TR" sz="1100" kern="1200"/>
        </a:p>
      </dsp:txBody>
      <dsp:txXfrm>
        <a:off x="1618555" y="1671181"/>
        <a:ext cx="1377421" cy="646039"/>
      </dsp:txXfrm>
    </dsp:sp>
    <dsp:sp modelId="{0D1F16E1-001C-4F4B-B5B5-C8F578729E73}">
      <dsp:nvSpPr>
        <dsp:cNvPr id="0" name=""/>
        <dsp:cNvSpPr/>
      </dsp:nvSpPr>
      <dsp:spPr>
        <a:xfrm>
          <a:off x="323702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5F64B-08E0-451E-8E23-DCA274503F61}">
      <dsp:nvSpPr>
        <dsp:cNvPr id="0" name=""/>
        <dsp:cNvSpPr/>
      </dsp:nvSpPr>
      <dsp:spPr>
        <a:xfrm>
          <a:off x="323702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Clarification</a:t>
          </a:r>
        </a:p>
      </dsp:txBody>
      <dsp:txXfrm>
        <a:off x="3237025" y="1422889"/>
        <a:ext cx="1377421" cy="219526"/>
      </dsp:txXfrm>
    </dsp:sp>
    <dsp:sp modelId="{6D129A52-35D1-46AF-B09A-DCBC4FE80DBE}">
      <dsp:nvSpPr>
        <dsp:cNvPr id="0" name=""/>
        <dsp:cNvSpPr/>
      </dsp:nvSpPr>
      <dsp:spPr>
        <a:xfrm>
          <a:off x="323702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are the unclarified points?</a:t>
          </a:r>
          <a:endParaRPr lang="tr-TR" sz="1100" kern="1200"/>
        </a:p>
      </dsp:txBody>
      <dsp:txXfrm>
        <a:off x="3237025" y="1671181"/>
        <a:ext cx="1377421" cy="646039"/>
      </dsp:txXfrm>
    </dsp:sp>
    <dsp:sp modelId="{5C86ECA9-317D-4F01-A593-EB77CE907331}">
      <dsp:nvSpPr>
        <dsp:cNvPr id="0" name=""/>
        <dsp:cNvSpPr/>
      </dsp:nvSpPr>
      <dsp:spPr>
        <a:xfrm>
          <a:off x="4855496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97F6A-D049-4802-804D-F4BD9FCB5565}">
      <dsp:nvSpPr>
        <dsp:cNvPr id="0" name=""/>
        <dsp:cNvSpPr/>
      </dsp:nvSpPr>
      <dsp:spPr>
        <a:xfrm>
          <a:off x="4855496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Critical issue</a:t>
          </a:r>
        </a:p>
      </dsp:txBody>
      <dsp:txXfrm>
        <a:off x="4855496" y="1422889"/>
        <a:ext cx="1377421" cy="219526"/>
      </dsp:txXfrm>
    </dsp:sp>
    <dsp:sp modelId="{2295EE30-76A9-431A-BE94-B9A9D43B841E}">
      <dsp:nvSpPr>
        <dsp:cNvPr id="0" name=""/>
        <dsp:cNvSpPr/>
      </dsp:nvSpPr>
      <dsp:spPr>
        <a:xfrm>
          <a:off x="4855496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and explain a critical issu in this chapter</a:t>
          </a:r>
          <a:endParaRPr lang="tr-TR" sz="1100" kern="1200"/>
        </a:p>
      </dsp:txBody>
      <dsp:txXfrm>
        <a:off x="4855496" y="1671181"/>
        <a:ext cx="1377421" cy="646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3.04.2021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These standards may change or </a:t>
            </a:r>
            <a:endParaRPr lang="tr-TR" dirty="0"/>
          </a:p>
          <a:p>
            <a:pPr lvl="1"/>
            <a:r>
              <a:rPr lang="en-US" dirty="0"/>
              <a:t>may become obsolete by future developments, </a:t>
            </a:r>
            <a:endParaRPr lang="tr-TR" dirty="0"/>
          </a:p>
          <a:p>
            <a:pPr lvl="0"/>
            <a:r>
              <a:rPr lang="en-US" dirty="0"/>
              <a:t>but for</a:t>
            </a:r>
            <a:r>
              <a:rPr lang="tr-TR" dirty="0"/>
              <a:t> </a:t>
            </a:r>
            <a:r>
              <a:rPr lang="en-US" dirty="0"/>
              <a:t>now they form a set of interlocking technologies </a:t>
            </a:r>
            <a:endParaRPr lang="tr-TR" dirty="0"/>
          </a:p>
          <a:p>
            <a:pPr lvl="1"/>
            <a:r>
              <a:rPr lang="en-US" dirty="0"/>
              <a:t>have become the de facto wallet</a:t>
            </a:r>
            <a:r>
              <a:rPr lang="tr-TR" dirty="0"/>
              <a:t> </a:t>
            </a:r>
            <a:r>
              <a:rPr lang="en-US" dirty="0"/>
              <a:t>standard for bitcoin.</a:t>
            </a:r>
          </a:p>
          <a:p>
            <a:pPr lvl="0"/>
            <a:r>
              <a:rPr lang="en-US" dirty="0"/>
              <a:t>The standards have been adopted </a:t>
            </a:r>
            <a:endParaRPr lang="tr-TR" dirty="0"/>
          </a:p>
          <a:p>
            <a:pPr lvl="1"/>
            <a:r>
              <a:rPr lang="en-US" dirty="0"/>
              <a:t>by a broad range of software and hardware bitcoin</a:t>
            </a:r>
            <a:r>
              <a:rPr lang="tr-TR" dirty="0"/>
              <a:t> </a:t>
            </a:r>
            <a:r>
              <a:rPr lang="en-US" dirty="0"/>
              <a:t>wallets,</a:t>
            </a:r>
            <a:endParaRPr lang="tr-TR" dirty="0"/>
          </a:p>
          <a:p>
            <a:pPr lvl="1"/>
            <a:r>
              <a:rPr lang="en-US" dirty="0"/>
              <a:t> making all these wallets interoperable. </a:t>
            </a:r>
            <a:endParaRPr lang="tr-TR" dirty="0"/>
          </a:p>
          <a:p>
            <a:pPr lvl="0"/>
            <a:r>
              <a:rPr lang="en-US" dirty="0"/>
              <a:t>A user can</a:t>
            </a:r>
            <a:endParaRPr lang="tr-TR" dirty="0"/>
          </a:p>
          <a:p>
            <a:pPr lvl="1"/>
            <a:r>
              <a:rPr lang="en-US" dirty="0"/>
              <a:t>export a mnemonic generated</a:t>
            </a:r>
            <a:r>
              <a:rPr lang="tr-TR" dirty="0"/>
              <a:t> </a:t>
            </a:r>
            <a:r>
              <a:rPr lang="en-US" dirty="0"/>
              <a:t>on one of these wallets </a:t>
            </a:r>
            <a:endParaRPr lang="tr-TR" dirty="0"/>
          </a:p>
          <a:p>
            <a:pPr lvl="1"/>
            <a:r>
              <a:rPr lang="en-US" dirty="0"/>
              <a:t>and import it in another wallet, recovering all transactions,</a:t>
            </a:r>
            <a:r>
              <a:rPr lang="tr-TR" dirty="0"/>
              <a:t> </a:t>
            </a:r>
            <a:r>
              <a:rPr lang="en-US" dirty="0"/>
              <a:t>keys, and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769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Multibit HD</a:t>
            </a:r>
            <a:r>
              <a:rPr lang="tr-TR" dirty="0"/>
              <a:t>: No more supported!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94206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11.04.2020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62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2601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68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0106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81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8201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91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572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A90C43A5-8136-454C-B930-27A70265B05C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DDB1-ECF2-40DC-AC67-137B67FB9004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7C3454E-3BDB-4982-A378-BD3726AEFAE5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3F9F-7F2C-4706-9A65-273394985974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B785-6837-48F5-A4E2-3F23232EEF42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BC8D8-4570-4D2B-A622-1D3B88683F1F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505D-A99B-4EE7-96C2-ACB6996F3204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F00107C2-BE0E-4F94-A60F-F607E6642E7A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D70BF1E4-1513-4F62-8076-425246E4DF3F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CDF7E-EB86-4EDE-812F-3E2DB5FEDD0C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FE69CA3-720B-4D6A-8A32-F66A47BED569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6693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85385C2A-15C8-4EE0-93EB-D415BDD94390}" type="datetime1">
              <a:rPr lang="en-US" smtClean="0"/>
              <a:t>4/3/2021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hdr="0" ftr="0" dt="0"/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emf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186.png"/><Relationship Id="rId7" Type="http://schemas.openxmlformats.org/officeDocument/2006/relationships/diagramColors" Target="../diagrams/colors23.xml"/><Relationship Id="rId2" Type="http://schemas.openxmlformats.org/officeDocument/2006/relationships/image" Target="../media/image185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7.xml"/><Relationship Id="rId3" Type="http://schemas.openxmlformats.org/officeDocument/2006/relationships/image" Target="../media/image206.png"/><Relationship Id="rId7" Type="http://schemas.openxmlformats.org/officeDocument/2006/relationships/diagramLayout" Target="../diagrams/layout2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7.xml"/><Relationship Id="rId5" Type="http://schemas.openxmlformats.org/officeDocument/2006/relationships/image" Target="../media/image208.png"/><Relationship Id="rId10" Type="http://schemas.microsoft.com/office/2007/relationships/diagramDrawing" Target="../diagrams/drawing27.xml"/><Relationship Id="rId4" Type="http://schemas.openxmlformats.org/officeDocument/2006/relationships/image" Target="../media/image207.png"/><Relationship Id="rId9" Type="http://schemas.openxmlformats.org/officeDocument/2006/relationships/diagramColors" Target="../diagrams/colors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212.emf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219.emf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230.emf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8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9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4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5.xml"/><Relationship Id="rId7" Type="http://schemas.microsoft.com/office/2007/relationships/diagramDrawing" Target="../diagrams/drawing5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5.xml"/><Relationship Id="rId5" Type="http://schemas.openxmlformats.org/officeDocument/2006/relationships/diagramQuickStyle" Target="../diagrams/quickStyle55.xml"/><Relationship Id="rId4" Type="http://schemas.openxmlformats.org/officeDocument/2006/relationships/diagramLayout" Target="../diagrams/layout5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4.e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8.xml"/><Relationship Id="rId3" Type="http://schemas.openxmlformats.org/officeDocument/2006/relationships/diagramLayout" Target="../diagrams/layout57.xml"/><Relationship Id="rId7" Type="http://schemas.openxmlformats.org/officeDocument/2006/relationships/diagramData" Target="../diagrams/data58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7.xml"/><Relationship Id="rId11" Type="http://schemas.microsoft.com/office/2007/relationships/diagramDrawing" Target="../diagrams/drawing58.xml"/><Relationship Id="rId5" Type="http://schemas.openxmlformats.org/officeDocument/2006/relationships/diagramColors" Target="../diagrams/colors57.xml"/><Relationship Id="rId10" Type="http://schemas.openxmlformats.org/officeDocument/2006/relationships/diagramColors" Target="../diagrams/colors58.xml"/><Relationship Id="rId4" Type="http://schemas.openxmlformats.org/officeDocument/2006/relationships/diagramQuickStyle" Target="../diagrams/quickStyle57.xml"/><Relationship Id="rId9" Type="http://schemas.openxmlformats.org/officeDocument/2006/relationships/diagramQuickStyle" Target="../diagrams/quickStyle5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9.xml"/><Relationship Id="rId7" Type="http://schemas.microsoft.com/office/2007/relationships/diagramDrawing" Target="../diagrams/drawing59.xml"/><Relationship Id="rId2" Type="http://schemas.openxmlformats.org/officeDocument/2006/relationships/image" Target="../media/image405.emf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9.xml"/><Relationship Id="rId5" Type="http://schemas.openxmlformats.org/officeDocument/2006/relationships/diagramQuickStyle" Target="../diagrams/quickStyle59.xml"/><Relationship Id="rId4" Type="http://schemas.openxmlformats.org/officeDocument/2006/relationships/diagramLayout" Target="../diagrams/layout59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1.xml"/><Relationship Id="rId13" Type="http://schemas.openxmlformats.org/officeDocument/2006/relationships/diagramLayout" Target="../diagrams/layout62.xml"/><Relationship Id="rId18" Type="http://schemas.openxmlformats.org/officeDocument/2006/relationships/diagramLayout" Target="../diagrams/layout63.xml"/><Relationship Id="rId3" Type="http://schemas.openxmlformats.org/officeDocument/2006/relationships/diagramLayout" Target="../diagrams/layout60.xml"/><Relationship Id="rId21" Type="http://schemas.microsoft.com/office/2007/relationships/diagramDrawing" Target="../diagrams/drawing63.xml"/><Relationship Id="rId7" Type="http://schemas.openxmlformats.org/officeDocument/2006/relationships/diagramData" Target="../diagrams/data61.xml"/><Relationship Id="rId12" Type="http://schemas.openxmlformats.org/officeDocument/2006/relationships/diagramData" Target="../diagrams/data62.xml"/><Relationship Id="rId17" Type="http://schemas.openxmlformats.org/officeDocument/2006/relationships/diagramData" Target="../diagrams/data63.xml"/><Relationship Id="rId2" Type="http://schemas.openxmlformats.org/officeDocument/2006/relationships/diagramData" Target="../diagrams/data60.xml"/><Relationship Id="rId16" Type="http://schemas.microsoft.com/office/2007/relationships/diagramDrawing" Target="../diagrams/drawing62.xml"/><Relationship Id="rId20" Type="http://schemas.openxmlformats.org/officeDocument/2006/relationships/diagramColors" Target="../diagrams/colors6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0.xml"/><Relationship Id="rId11" Type="http://schemas.microsoft.com/office/2007/relationships/diagramDrawing" Target="../diagrams/drawing61.xml"/><Relationship Id="rId5" Type="http://schemas.openxmlformats.org/officeDocument/2006/relationships/diagramColors" Target="../diagrams/colors60.xml"/><Relationship Id="rId15" Type="http://schemas.openxmlformats.org/officeDocument/2006/relationships/diagramColors" Target="../diagrams/colors62.xml"/><Relationship Id="rId10" Type="http://schemas.openxmlformats.org/officeDocument/2006/relationships/diagramColors" Target="../diagrams/colors61.xml"/><Relationship Id="rId19" Type="http://schemas.openxmlformats.org/officeDocument/2006/relationships/diagramQuickStyle" Target="../diagrams/quickStyle63.xml"/><Relationship Id="rId4" Type="http://schemas.openxmlformats.org/officeDocument/2006/relationships/diagramQuickStyle" Target="../diagrams/quickStyle60.xml"/><Relationship Id="rId9" Type="http://schemas.openxmlformats.org/officeDocument/2006/relationships/diagramQuickStyle" Target="../diagrams/quickStyle61.xml"/><Relationship Id="rId14" Type="http://schemas.openxmlformats.org/officeDocument/2006/relationships/diagramQuickStyle" Target="../diagrams/quickStyle6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4.xml"/><Relationship Id="rId7" Type="http://schemas.microsoft.com/office/2007/relationships/diagramDrawing" Target="../diagrams/drawing6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4.xml"/><Relationship Id="rId5" Type="http://schemas.openxmlformats.org/officeDocument/2006/relationships/diagramQuickStyle" Target="../diagrams/quickStyle64.xml"/><Relationship Id="rId4" Type="http://schemas.openxmlformats.org/officeDocument/2006/relationships/diagramLayout" Target="../diagrams/layout6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6.emf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7" Type="http://schemas.openxmlformats.org/officeDocument/2006/relationships/image" Target="../media/image480.png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4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1.emf"/><Relationship Id="rId3" Type="http://schemas.openxmlformats.org/officeDocument/2006/relationships/diagramLayout" Target="../diagrams/layout76.xml"/><Relationship Id="rId7" Type="http://schemas.openxmlformats.org/officeDocument/2006/relationships/image" Target="../media/image490.png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Relationship Id="rId9" Type="http://schemas.openxmlformats.org/officeDocument/2006/relationships/hyperlink" Target="https://learnmeabitcoin.com/technical/extended-keys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8.xml"/><Relationship Id="rId7" Type="http://schemas.microsoft.com/office/2007/relationships/diagramDrawing" Target="../diagrams/drawing78.xml"/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8.xml"/><Relationship Id="rId5" Type="http://schemas.openxmlformats.org/officeDocument/2006/relationships/diagramQuickStyle" Target="../diagrams/quickStyle78.xml"/><Relationship Id="rId4" Type="http://schemas.openxmlformats.org/officeDocument/2006/relationships/diagramLayout" Target="../diagrams/layout7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0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5.xml"/><Relationship Id="rId13" Type="http://schemas.openxmlformats.org/officeDocument/2006/relationships/diagramLayout" Target="../diagrams/layout86.xml"/><Relationship Id="rId3" Type="http://schemas.openxmlformats.org/officeDocument/2006/relationships/diagramLayout" Target="../diagrams/layout84.xml"/><Relationship Id="rId7" Type="http://schemas.openxmlformats.org/officeDocument/2006/relationships/diagramData" Target="../diagrams/data85.xml"/><Relationship Id="rId12" Type="http://schemas.openxmlformats.org/officeDocument/2006/relationships/diagramData" Target="../diagrams/data86.xml"/><Relationship Id="rId2" Type="http://schemas.openxmlformats.org/officeDocument/2006/relationships/diagramData" Target="../diagrams/data84.xml"/><Relationship Id="rId16" Type="http://schemas.microsoft.com/office/2007/relationships/diagramDrawing" Target="../diagrams/drawing8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4.xml"/><Relationship Id="rId11" Type="http://schemas.microsoft.com/office/2007/relationships/diagramDrawing" Target="../diagrams/drawing85.xml"/><Relationship Id="rId5" Type="http://schemas.openxmlformats.org/officeDocument/2006/relationships/diagramColors" Target="../diagrams/colors84.xml"/><Relationship Id="rId15" Type="http://schemas.openxmlformats.org/officeDocument/2006/relationships/diagramColors" Target="../diagrams/colors86.xml"/><Relationship Id="rId10" Type="http://schemas.openxmlformats.org/officeDocument/2006/relationships/diagramColors" Target="../diagrams/colors85.xml"/><Relationship Id="rId4" Type="http://schemas.openxmlformats.org/officeDocument/2006/relationships/diagramQuickStyle" Target="../diagrams/quickStyle84.xml"/><Relationship Id="rId9" Type="http://schemas.openxmlformats.org/officeDocument/2006/relationships/diagramQuickStyle" Target="../diagrams/quickStyle85.xml"/><Relationship Id="rId14" Type="http://schemas.openxmlformats.org/officeDocument/2006/relationships/diagramQuickStyle" Target="../diagrams/quickStyle8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6.emf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2.emf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7.xml"/><Relationship Id="rId7" Type="http://schemas.microsoft.com/office/2007/relationships/diagramDrawing" Target="../diagrams/drawing97.xml"/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7.xml"/><Relationship Id="rId5" Type="http://schemas.openxmlformats.org/officeDocument/2006/relationships/diagramQuickStyle" Target="../diagrams/quickStyle97.xml"/><Relationship Id="rId4" Type="http://schemas.openxmlformats.org/officeDocument/2006/relationships/diagramLayout" Target="../diagrams/layout9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9.xml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9.xml"/><Relationship Id="rId5" Type="http://schemas.openxmlformats.org/officeDocument/2006/relationships/diagramColors" Target="../diagrams/colors99.xml"/><Relationship Id="rId4" Type="http://schemas.openxmlformats.org/officeDocument/2006/relationships/diagramQuickStyle" Target="../diagrams/quickStyle9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0.xml"/><Relationship Id="rId2" Type="http://schemas.openxmlformats.org/officeDocument/2006/relationships/diagramData" Target="../diagrams/data10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0.xml"/><Relationship Id="rId5" Type="http://schemas.openxmlformats.org/officeDocument/2006/relationships/diagramColors" Target="../diagrams/colors100.xml"/><Relationship Id="rId4" Type="http://schemas.openxmlformats.org/officeDocument/2006/relationships/diagramQuickStyle" Target="../diagrams/quickStyle10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1.xml"/><Relationship Id="rId2" Type="http://schemas.openxmlformats.org/officeDocument/2006/relationships/diagramData" Target="../diagrams/data10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1.xml"/><Relationship Id="rId5" Type="http://schemas.openxmlformats.org/officeDocument/2006/relationships/diagramColors" Target="../diagrams/colors101.xml"/><Relationship Id="rId4" Type="http://schemas.openxmlformats.org/officeDocument/2006/relationships/diagramQuickStyle" Target="../diagrams/quickStyle10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4.emf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2.xml"/><Relationship Id="rId2" Type="http://schemas.openxmlformats.org/officeDocument/2006/relationships/diagramData" Target="../diagrams/data10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2.xml"/><Relationship Id="rId5" Type="http://schemas.openxmlformats.org/officeDocument/2006/relationships/diagramColors" Target="../diagrams/colors102.xml"/><Relationship Id="rId4" Type="http://schemas.openxmlformats.org/officeDocument/2006/relationships/diagramQuickStyle" Target="../diagrams/quickStyle10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3.xml"/><Relationship Id="rId2" Type="http://schemas.openxmlformats.org/officeDocument/2006/relationships/diagramData" Target="../diagrams/data10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3.xml"/><Relationship Id="rId5" Type="http://schemas.openxmlformats.org/officeDocument/2006/relationships/diagramColors" Target="../diagrams/colors103.xml"/><Relationship Id="rId4" Type="http://schemas.openxmlformats.org/officeDocument/2006/relationships/diagramQuickStyle" Target="../diagrams/quickStyle10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4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4.xml"/><Relationship Id="rId5" Type="http://schemas.openxmlformats.org/officeDocument/2006/relationships/diagramColors" Target="../diagrams/colors104.xml"/><Relationship Id="rId4" Type="http://schemas.openxmlformats.org/officeDocument/2006/relationships/diagramQuickStyle" Target="../diagrams/quickStyle10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5.xml"/><Relationship Id="rId2" Type="http://schemas.openxmlformats.org/officeDocument/2006/relationships/diagramData" Target="../diagrams/data10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5.xml"/><Relationship Id="rId5" Type="http://schemas.openxmlformats.org/officeDocument/2006/relationships/diagramColors" Target="../diagrams/colors105.xml"/><Relationship Id="rId4" Type="http://schemas.openxmlformats.org/officeDocument/2006/relationships/diagramQuickStyle" Target="../diagrams/quickStyle10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6.xml"/><Relationship Id="rId2" Type="http://schemas.openxmlformats.org/officeDocument/2006/relationships/diagramData" Target="../diagrams/data10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6.xml"/><Relationship Id="rId5" Type="http://schemas.openxmlformats.org/officeDocument/2006/relationships/diagramColors" Target="../diagrams/colors106.xml"/><Relationship Id="rId4" Type="http://schemas.openxmlformats.org/officeDocument/2006/relationships/diagramQuickStyle" Target="../diagrams/quickStyle106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7.xml"/><Relationship Id="rId2" Type="http://schemas.openxmlformats.org/officeDocument/2006/relationships/diagramData" Target="../diagrams/data10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7.xml"/><Relationship Id="rId5" Type="http://schemas.openxmlformats.org/officeDocument/2006/relationships/diagramColors" Target="../diagrams/colors107.xml"/><Relationship Id="rId4" Type="http://schemas.openxmlformats.org/officeDocument/2006/relationships/diagramQuickStyle" Target="../diagrams/quickStyle10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meabitcoin.com/technical/extended-keys" TargetMode="External"/><Relationship Id="rId2" Type="http://schemas.openxmlformats.org/officeDocument/2006/relationships/image" Target="../media/image622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8.xml"/><Relationship Id="rId2" Type="http://schemas.openxmlformats.org/officeDocument/2006/relationships/diagramData" Target="../diagrams/data10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8.xml"/><Relationship Id="rId5" Type="http://schemas.openxmlformats.org/officeDocument/2006/relationships/diagramColors" Target="../diagrams/colors108.xml"/><Relationship Id="rId4" Type="http://schemas.openxmlformats.org/officeDocument/2006/relationships/diagramQuickStyle" Target="../diagrams/quickStyle108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9.xml"/><Relationship Id="rId2" Type="http://schemas.openxmlformats.org/officeDocument/2006/relationships/diagramData" Target="../diagrams/data10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9.xml"/><Relationship Id="rId5" Type="http://schemas.openxmlformats.org/officeDocument/2006/relationships/diagramColors" Target="../diagrams/colors109.xml"/><Relationship Id="rId4" Type="http://schemas.openxmlformats.org/officeDocument/2006/relationships/diagramQuickStyle" Target="../diagrams/quickStyle109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0.xml"/><Relationship Id="rId2" Type="http://schemas.openxmlformats.org/officeDocument/2006/relationships/diagramData" Target="../diagrams/data1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0.xml"/><Relationship Id="rId5" Type="http://schemas.openxmlformats.org/officeDocument/2006/relationships/diagramColors" Target="../diagrams/colors110.xml"/><Relationship Id="rId4" Type="http://schemas.openxmlformats.org/officeDocument/2006/relationships/diagramQuickStyle" Target="../diagrams/quickStyle11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9.emf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1.xml"/><Relationship Id="rId2" Type="http://schemas.openxmlformats.org/officeDocument/2006/relationships/diagramData" Target="../diagrams/data1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1.xml"/><Relationship Id="rId5" Type="http://schemas.openxmlformats.org/officeDocument/2006/relationships/diagramColors" Target="../diagrams/colors111.xml"/><Relationship Id="rId4" Type="http://schemas.openxmlformats.org/officeDocument/2006/relationships/diagramQuickStyle" Target="../diagrams/quickStyle11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2.xml"/><Relationship Id="rId2" Type="http://schemas.openxmlformats.org/officeDocument/2006/relationships/diagramData" Target="../diagrams/data1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2.xml"/><Relationship Id="rId5" Type="http://schemas.openxmlformats.org/officeDocument/2006/relationships/diagramColors" Target="../diagrams/colors112.xml"/><Relationship Id="rId4" Type="http://schemas.openxmlformats.org/officeDocument/2006/relationships/diagramQuickStyle" Target="../diagrams/quickStyle11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3.xml"/><Relationship Id="rId2" Type="http://schemas.openxmlformats.org/officeDocument/2006/relationships/diagramData" Target="../diagrams/data1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3.xml"/><Relationship Id="rId5" Type="http://schemas.openxmlformats.org/officeDocument/2006/relationships/diagramColors" Target="../diagrams/colors113.xml"/><Relationship Id="rId4" Type="http://schemas.openxmlformats.org/officeDocument/2006/relationships/diagramQuickStyle" Target="../diagrams/quickStyle11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4.xml"/><Relationship Id="rId2" Type="http://schemas.openxmlformats.org/officeDocument/2006/relationships/diagramData" Target="../diagrams/data1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4.xml"/><Relationship Id="rId5" Type="http://schemas.openxmlformats.org/officeDocument/2006/relationships/diagramColors" Target="../diagrams/colors114.xml"/><Relationship Id="rId4" Type="http://schemas.openxmlformats.org/officeDocument/2006/relationships/diagramQuickStyle" Target="../diagrams/quickStyle11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5.xml"/><Relationship Id="rId2" Type="http://schemas.openxmlformats.org/officeDocument/2006/relationships/diagramData" Target="../diagrams/data1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5.xml"/><Relationship Id="rId5" Type="http://schemas.openxmlformats.org/officeDocument/2006/relationships/diagramColors" Target="../diagrams/colors115.xml"/><Relationship Id="rId4" Type="http://schemas.openxmlformats.org/officeDocument/2006/relationships/diagramQuickStyle" Target="../diagrams/quickStyle115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6.xml"/><Relationship Id="rId2" Type="http://schemas.openxmlformats.org/officeDocument/2006/relationships/diagramData" Target="../diagrams/data1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6.xml"/><Relationship Id="rId5" Type="http://schemas.openxmlformats.org/officeDocument/2006/relationships/diagramColors" Target="../diagrams/colors116.xml"/><Relationship Id="rId4" Type="http://schemas.openxmlformats.org/officeDocument/2006/relationships/diagramQuickStyle" Target="../diagrams/quickStyle11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7.xml"/><Relationship Id="rId2" Type="http://schemas.openxmlformats.org/officeDocument/2006/relationships/diagramData" Target="../diagrams/data1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7.xml"/><Relationship Id="rId5" Type="http://schemas.openxmlformats.org/officeDocument/2006/relationships/diagramColors" Target="../diagrams/colors117.xml"/><Relationship Id="rId4" Type="http://schemas.openxmlformats.org/officeDocument/2006/relationships/diagramQuickStyle" Target="../diagrams/quickStyle11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5.emf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8.xml"/><Relationship Id="rId7" Type="http://schemas.microsoft.com/office/2007/relationships/diagramDrawing" Target="../diagrams/drawing118.xml"/><Relationship Id="rId2" Type="http://schemas.openxmlformats.org/officeDocument/2006/relationships/image" Target="../media/image656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18.xml"/><Relationship Id="rId5" Type="http://schemas.openxmlformats.org/officeDocument/2006/relationships/diagramQuickStyle" Target="../diagrams/quickStyle118.xml"/><Relationship Id="rId4" Type="http://schemas.openxmlformats.org/officeDocument/2006/relationships/diagramLayout" Target="../diagrams/layout118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7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662.png"/><Relationship Id="rId7" Type="http://schemas.openxmlformats.org/officeDocument/2006/relationships/image" Target="../media/image666.svg"/><Relationship Id="rId12" Type="http://schemas.openxmlformats.org/officeDocument/2006/relationships/image" Target="../media/image67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5.png"/><Relationship Id="rId11" Type="http://schemas.openxmlformats.org/officeDocument/2006/relationships/image" Target="../media/image669.png"/><Relationship Id="rId5" Type="http://schemas.openxmlformats.org/officeDocument/2006/relationships/image" Target="../media/image664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663.png"/><Relationship Id="rId9" Type="http://schemas.openxmlformats.org/officeDocument/2006/relationships/image" Target="../media/image668.svg"/><Relationship Id="rId14" Type="http://schemas.openxmlformats.org/officeDocument/2006/relationships/image" Target="../media/image6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78633-7222-4BD8-9B43-C5A3FE3FB16A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AD746CED-0567-4DF8-AB5A-955539059A3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6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638301"/>
            <a:ext cx="5860821" cy="2021294"/>
          </a:xfrm>
        </p:spPr>
        <p:txBody>
          <a:bodyPr anchor="ctr"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Chapter 5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Wallets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3921293"/>
            <a:ext cx="5860821" cy="1484141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0AB2CCA-7104-4072-AC9E-C40136CB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58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B51295-54B0-43CF-97A2-5686E5349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30" r="22074" b="1961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1D0E8F6-A348-49AE-B051-80CFE823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2209" y="6441889"/>
            <a:ext cx="718925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z="1200">
                <a:solidFill>
                  <a:prstClr val="white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257578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Wallets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871A6B9-47A0-4746-8A8E-F34369C45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37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75C5536-AF07-407C-B14A-80720D0FC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40291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85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51A67-F9BF-4E0E-91F4-E3B54B58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DE0FC7D-F0A6-44B8-9543-C8044129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05102D-C6A7-4AD6-BD57-DD300E5D0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1369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768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1A67-F9BF-4E0E-91F4-E3B54B58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Wallet Usecases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CB3A81C-6F92-4A66-98CC-3DD30115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4357CC-E1E9-4828-8D59-7CDF89E17D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292784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8100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9F21D33-7C72-4D9D-AB31-56CD5D229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230" y="2274276"/>
            <a:ext cx="3229574" cy="3821723"/>
          </a:xfrm>
        </p:spPr>
        <p:txBody>
          <a:bodyPr anchor="t">
            <a:normAutofit/>
          </a:bodyPr>
          <a:lstStyle/>
          <a:p>
            <a:r>
              <a:rPr lang="tr-TR" sz="3400"/>
              <a:t>Wallet Technology Overview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DBA8C3-CC43-417A-99FF-897B611D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6488" y="1138727"/>
            <a:ext cx="2377440" cy="81381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6D22F896-40B5-4ADD-8801-0D06FADFA095}" type="slidenum">
              <a:rPr lang="en-US" smtClean="0"/>
              <a:pPr algn="l">
                <a:spcAft>
                  <a:spcPts val="600"/>
                </a:spcAft>
              </a:pPr>
              <a:t>6</a:t>
            </a:fld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F133EB-00E6-4683-85DC-CDF96516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66230" y="2050626"/>
            <a:ext cx="322783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55A4BFA1-5C07-4305-9014-FCC83BDA7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832129"/>
              </p:ext>
            </p:extLst>
          </p:nvPr>
        </p:nvGraphicFramePr>
        <p:xfrm>
          <a:off x="642938" y="642938"/>
          <a:ext cx="718820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224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5C8C244-9BC3-4C0F-B609-109A9196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CA0B5ED-EA0C-4E85-A89E-7D04DCD9F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59697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123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5C8C244-9BC3-4C0F-B609-109A9196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CA0B5ED-EA0C-4E85-A89E-7D04DCD9F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03025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015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E22C062-8E9F-4C9E-B304-FA392A0C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1BA70A47-9584-4A14-AA3E-F21FA5A49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95336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90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E22C062-8E9F-4C9E-B304-FA392A0C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1BA70A47-9584-4A14-AA3E-F21FA5A49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66741"/>
              </p:ext>
            </p:extLst>
          </p:nvPr>
        </p:nvGraphicFramePr>
        <p:xfrm>
          <a:off x="537882" y="2438400"/>
          <a:ext cx="11010651" cy="4016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149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22AC-706D-4FA9-B84D-D9E0BFCD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Types of Wallet vs Key Relations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5CEFA8F-F41C-48BC-9E21-89375E8F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D2AEAB-77DE-41FF-8A11-56D9B2183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231262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19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322AC-706D-4FA9-B84D-D9E0BFCD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i="1" dirty="0"/>
              <a:t>Nondeterministic</a:t>
            </a:r>
            <a:r>
              <a:rPr lang="tr-TR" i="1" dirty="0"/>
              <a:t> or </a:t>
            </a:r>
            <a:r>
              <a:rPr lang="en-US" dirty="0"/>
              <a:t>JBOK wallet 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BD29F53-834A-491A-A5C0-490C031E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A4608C-441E-440D-9508-A465631F9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61120"/>
              </p:ext>
            </p:extLst>
          </p:nvPr>
        </p:nvGraphicFramePr>
        <p:xfrm>
          <a:off x="448236" y="2438399"/>
          <a:ext cx="11100298" cy="3872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0642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9F448-2485-41B2-AAE2-2A983914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Wallet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7976EC6-B98D-4AB7-999E-0E9BB417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B27A2B-C42C-43CD-848A-5EEB290E1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08401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8682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9F448-2485-41B2-AAE2-2A983914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Wallet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CC6862AB-9A59-4745-8916-AEAFA7E6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2331400-DFEC-43D0-9CDE-2A7CC36AD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03393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356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 err="1"/>
              <a:t>Nondeterministic</a:t>
            </a:r>
            <a:r>
              <a:rPr lang="tr-TR" dirty="0"/>
              <a:t> (</a:t>
            </a:r>
            <a:r>
              <a:rPr lang="tr-TR" dirty="0" err="1"/>
              <a:t>Random</a:t>
            </a:r>
            <a:r>
              <a:rPr lang="tr-TR" dirty="0"/>
              <a:t>) </a:t>
            </a:r>
            <a:r>
              <a:rPr lang="tr-TR" dirty="0" err="1"/>
              <a:t>Wallets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48313E8-E7FB-463F-8503-C4221441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3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087FA29-BFF0-494A-9771-185052AD4B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76537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3476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Nondeterministic (Random)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F3A64BA-E9BC-44D6-B4C1-A824F017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183A59-B6FA-4A8A-9F11-596AAD3A5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922795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253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Nondeterministic (Random) Wallets: Disadvantages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4483984-6448-4775-B7C0-F25866BA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EDF348-F18C-4A84-8122-8DDAA4FA4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978659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5759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453D6E-5200-40B3-A916-3A27E5012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64" y="1246643"/>
            <a:ext cx="6246745" cy="42817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6D7B2D-9204-44B3-BDF9-F70487CB2465}"/>
              </a:ext>
            </a:extLst>
          </p:cNvPr>
          <p:cNvSpPr/>
          <p:nvPr/>
        </p:nvSpPr>
        <p:spPr>
          <a:xfrm>
            <a:off x="1299411" y="5669488"/>
            <a:ext cx="9031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5-1. Type-0 nondeterministic (random) wallet: a collection of randomly generated</a:t>
            </a:r>
            <a:r>
              <a:rPr lang="tr-TR" i="1" dirty="0">
                <a:latin typeface="MinionPro-It"/>
              </a:rPr>
              <a:t> keys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E966397-34BB-4DB0-A8E8-8690C4C3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560" y="807677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34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(Seeded)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5042DD9-1CEE-4F93-8BD2-4C525198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 sz="37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0D3ED3D-EAAB-4645-8545-5F7713616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08353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3283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(Seeded)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5042DD9-1CEE-4F93-8BD2-4C525198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sz="37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0D3ED3D-EAAB-4645-8545-5F7713616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24609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8311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(Seeded)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FD357AD-A76C-4937-A00B-2532FBDF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6448DF-6062-4766-9356-E457149AB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300861"/>
              </p:ext>
            </p:extLst>
          </p:nvPr>
        </p:nvGraphicFramePr>
        <p:xfrm>
          <a:off x="394447" y="2294965"/>
          <a:ext cx="11528611" cy="4105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2446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D99941-F9C5-4F5F-A13E-E3DA7A33D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135" y="1288145"/>
            <a:ext cx="6137729" cy="42817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D86726-D420-4958-B59B-A1D3431E0660}"/>
              </a:ext>
            </a:extLst>
          </p:cNvPr>
          <p:cNvSpPr/>
          <p:nvPr/>
        </p:nvSpPr>
        <p:spPr>
          <a:xfrm>
            <a:off x="1633054" y="5653310"/>
            <a:ext cx="99573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5-2. Type-1 deterministic (seeded) wallet: a deterministic sequence of keys derived</a:t>
            </a:r>
            <a:r>
              <a:rPr lang="tr-TR" i="1" dirty="0">
                <a:latin typeface="MinionPro-It"/>
              </a:rPr>
              <a:t> from a seed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42993FA-2E7A-414E-B881-526EE51FF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560" y="835358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83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HD Wallets (BIP-32/BIP-44)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68AE073-C07E-42C3-961D-7CAC6A2C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2884C-F339-459C-9CAC-930DF31B4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933358"/>
              </p:ext>
            </p:extLst>
          </p:nvPr>
        </p:nvGraphicFramePr>
        <p:xfrm>
          <a:off x="788894" y="2312894"/>
          <a:ext cx="11134164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3303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6C4AE0-4422-4BC0-8720-C930438E1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156" y="1288145"/>
            <a:ext cx="6377688" cy="42817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0CB93B-C93B-4999-9354-35C4DEE63A2D}"/>
              </a:ext>
            </a:extLst>
          </p:cNvPr>
          <p:cNvSpPr/>
          <p:nvPr/>
        </p:nvSpPr>
        <p:spPr>
          <a:xfrm>
            <a:off x="2518610" y="5580297"/>
            <a:ext cx="7571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5-3. Type-2 HD wallet: a tree of keys generated from a single seed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26CFC10-57F3-4AD5-BF10-2865448F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21005" y="847401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952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34CC3-2333-4D16-9530-D93E64E7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Advantages of HD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A2C166B-7592-4CDF-9268-27348F92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ACB6742-D336-4222-AAE8-047E1C1B54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9055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8775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20AB-8A2C-4883-94F6-684D3C0C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Advantages of HD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6514B87-7457-47B8-949D-307D3EF9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26</a:t>
            </a:fld>
            <a:endParaRPr lang="en-US" sz="37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B8524F2-705A-4527-BADB-7835939932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278208"/>
              </p:ext>
            </p:extLst>
          </p:nvPr>
        </p:nvGraphicFramePr>
        <p:xfrm>
          <a:off x="1380565" y="2438399"/>
          <a:ext cx="10542493" cy="3603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2490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F21F32C5-F252-44BF-9C6A-63FBD64AE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072" y="568345"/>
            <a:ext cx="6755199" cy="1560716"/>
          </a:xfrm>
        </p:spPr>
        <p:txBody>
          <a:bodyPr>
            <a:normAutofit/>
          </a:bodyPr>
          <a:lstStyle/>
          <a:p>
            <a:r>
              <a:rPr lang="en-US" dirty="0"/>
              <a:t>BIP-39</a:t>
            </a:r>
            <a:r>
              <a:rPr lang="tr-TR" dirty="0"/>
              <a:t>-</a:t>
            </a:r>
            <a:r>
              <a:rPr lang="en-US" dirty="0"/>
              <a:t>Seeds and Mnemonic Codes</a:t>
            </a:r>
          </a:p>
        </p:txBody>
      </p:sp>
      <p:pic>
        <p:nvPicPr>
          <p:cNvPr id="1028" name="Picture 4" descr="What is the Bitcoin Improvement Proposal Process and how does that ...">
            <a:extLst>
              <a:ext uri="{FF2B5EF4-FFF2-40B4-BE49-F238E27FC236}">
                <a16:creationId xmlns:a16="http://schemas.microsoft.com/office/drawing/2014/main" id="{98AF4CD4-7B9E-4C80-A447-603F817BC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98" b="2"/>
          <a:stretch/>
        </p:blipFill>
        <p:spPr bwMode="auto">
          <a:xfrm>
            <a:off x="633999" y="640078"/>
            <a:ext cx="4001315" cy="258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18C418A-14F6-4C30-BB8F-DE7AA76F9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IP39 Tool: A Bitcoin Mnemonic Generator Explained">
            <a:extLst>
              <a:ext uri="{FF2B5EF4-FFF2-40B4-BE49-F238E27FC236}">
                <a16:creationId xmlns:a16="http://schemas.microsoft.com/office/drawing/2014/main" id="{B29FE2D8-231A-4327-B8C8-B44BE30D6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6" b="3"/>
          <a:stretch/>
        </p:blipFill>
        <p:spPr bwMode="auto">
          <a:xfrm>
            <a:off x="633999" y="3390868"/>
            <a:ext cx="4001315" cy="258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5B7A772-B119-4F91-987C-063318D7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6177042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B96B8E-49D7-48AB-BD49-F2C6F8A4F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251571"/>
              </p:ext>
            </p:extLst>
          </p:nvPr>
        </p:nvGraphicFramePr>
        <p:xfrm>
          <a:off x="4949072" y="2438399"/>
          <a:ext cx="6755199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16348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5C04F-2D1E-4B87-B756-2E0220ED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Seed Mnemonics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39D6A65-315A-4852-8C1D-A6C63077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28</a:t>
            </a:fld>
            <a:endParaRPr lang="en-US" sz="37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CB45033-36E3-4BD8-AE15-C4ED1A163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096739"/>
              </p:ext>
            </p:extLst>
          </p:nvPr>
        </p:nvGraphicFramePr>
        <p:xfrm>
          <a:off x="286871" y="2438399"/>
          <a:ext cx="11261663" cy="4069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9739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Wallet Best Practices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FA70B44-2889-4C6B-BB0F-A4AA4885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29</a:t>
            </a:fld>
            <a:endParaRPr lang="en-US" sz="37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00C373-59EF-492C-9D32-07DDA2011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9322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6789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11" title="Rule Line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613" y="568345"/>
            <a:ext cx="9434920" cy="1560716"/>
          </a:xfrm>
        </p:spPr>
        <p:txBody>
          <a:bodyPr>
            <a:normAutofit/>
          </a:bodyPr>
          <a:lstStyle/>
          <a:p>
            <a:r>
              <a:rPr lang="en-US" dirty="0"/>
              <a:t>Wallet </a:t>
            </a:r>
            <a:r>
              <a:rPr lang="tr-TR" dirty="0"/>
              <a:t>Implementation Standards</a:t>
            </a:r>
            <a:endParaRPr lang="en-US" dirty="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A8A6DC3-C95C-49FF-B5BB-C1C3443593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266541"/>
              </p:ext>
            </p:extLst>
          </p:nvPr>
        </p:nvGraphicFramePr>
        <p:xfrm>
          <a:off x="1846580" y="2438399"/>
          <a:ext cx="9701953" cy="4032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4B0DE2A-6618-4340-863F-8BE3E6EB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3" y="718255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98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C19D78E-2AB1-48A4-85F0-2E41CDB2AA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/>
          </a:blip>
          <a:srcRect r="1" b="14742"/>
          <a:stretch/>
        </p:blipFill>
        <p:spPr>
          <a:xfrm>
            <a:off x="4541" y="-2"/>
            <a:ext cx="12187456" cy="6858000"/>
          </a:xfrm>
          <a:prstGeom prst="rect">
            <a:avLst/>
          </a:prstGeom>
        </p:spPr>
      </p:pic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F1AB1B20-FADE-4FA9-BEC8-91BE0B6D4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69590" y="460903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Ledger otg kit nano s large">
            <a:extLst>
              <a:ext uri="{FF2B5EF4-FFF2-40B4-BE49-F238E27FC236}">
                <a16:creationId xmlns:a16="http://schemas.microsoft.com/office/drawing/2014/main" id="{7E739801-4562-4BB0-BC6D-60CBD143B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9" b="8933"/>
          <a:stretch/>
        </p:blipFill>
        <p:spPr bwMode="auto">
          <a:xfrm>
            <a:off x="6102353" y="670436"/>
            <a:ext cx="5424817" cy="276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2515800-6B42-46A8-8FF9-2B5C51315A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99" r="-1" b="-1"/>
          <a:stretch/>
        </p:blipFill>
        <p:spPr>
          <a:xfrm>
            <a:off x="6091923" y="3435351"/>
            <a:ext cx="5424817" cy="2751684"/>
          </a:xfrm>
          <a:prstGeom prst="rect">
            <a:avLst/>
          </a:prstGeom>
        </p:spPr>
      </p:pic>
      <p:sp>
        <p:nvSpPr>
          <p:cNvPr id="31" name="Freeform 18">
            <a:extLst>
              <a:ext uri="{FF2B5EF4-FFF2-40B4-BE49-F238E27FC236}">
                <a16:creationId xmlns:a16="http://schemas.microsoft.com/office/drawing/2014/main" id="{43815A4C-A9A0-4642-BC80-F4BBC8DDB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4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4C330909-2845-41D8-9994-8D3930146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144A4E-851E-479D-9600-FC6D91833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8236" y="2546875"/>
            <a:ext cx="3836522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5B94D1-50F8-4F49-88AB-DD9E9FB03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5785"/>
            <a:ext cx="4409205" cy="1560716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AF16802-3622-4300-BD3A-88254D66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4008" y="6410085"/>
            <a:ext cx="836440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z="120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 sz="12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72F147-78B4-4652-85BA-CFCF5C5EE7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887780"/>
              </p:ext>
            </p:extLst>
          </p:nvPr>
        </p:nvGraphicFramePr>
        <p:xfrm>
          <a:off x="1069849" y="2855840"/>
          <a:ext cx="4409204" cy="314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13157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4E545-B681-46EB-AA34-B08460DC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Standards for Implementation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1AA6326-4DFA-4054-897F-62C35945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32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972E65-0BA1-44FB-986D-832D7AF18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82612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2242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7">
            <a:extLst>
              <a:ext uri="{FF2B5EF4-FFF2-40B4-BE49-F238E27FC236}">
                <a16:creationId xmlns:a16="http://schemas.microsoft.com/office/drawing/2014/main" id="{8307893A-9361-4AD3-A98C-AB26519D54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19" title="Rule Line">
            <a:extLst>
              <a:ext uri="{FF2B5EF4-FFF2-40B4-BE49-F238E27FC236}">
                <a16:creationId xmlns:a16="http://schemas.microsoft.com/office/drawing/2014/main" id="{F1534FA6-97DA-4524-BBD3-450AE51EF93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347" y="568345"/>
            <a:ext cx="9151186" cy="1560716"/>
          </a:xfrm>
        </p:spPr>
        <p:txBody>
          <a:bodyPr>
            <a:normAutofit/>
          </a:bodyPr>
          <a:lstStyle/>
          <a:p>
            <a:r>
              <a:rPr lang="tr-TR" dirty="0"/>
              <a:t>Hardware </a:t>
            </a:r>
            <a:r>
              <a:rPr lang="en-US" dirty="0"/>
              <a:t>Wallet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475DF351-0869-4C53-A352-025291419E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46204"/>
              </p:ext>
            </p:extLst>
          </p:nvPr>
        </p:nvGraphicFramePr>
        <p:xfrm>
          <a:off x="985969" y="2223247"/>
          <a:ext cx="10596431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7AFC29D-A010-41E4-9EC8-1E45E375D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186" y="5050352"/>
            <a:ext cx="2296157" cy="1466989"/>
          </a:xfrm>
          <a:prstGeom prst="rect">
            <a:avLst/>
          </a:prstGeom>
        </p:spPr>
      </p:pic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57B8C17-AA9C-4B42-8CF1-8B786889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744434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644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60D0-DFBC-4263-8B28-A1E7F756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 err="1"/>
              <a:t>Trezor</a:t>
            </a:r>
            <a:r>
              <a:rPr lang="en-US" dirty="0"/>
              <a:t> </a:t>
            </a:r>
            <a:r>
              <a:rPr lang="tr-TR" dirty="0"/>
              <a:t>Usage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7E32DC3-E8DF-43E4-ACED-BC8BE772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34</a:t>
            </a:fld>
            <a:endParaRPr lang="en-US" sz="37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2FEEEFB-82BD-4660-A34D-26B597FC6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255224"/>
              </p:ext>
            </p:extLst>
          </p:nvPr>
        </p:nvGraphicFramePr>
        <p:xfrm>
          <a:off x="1326627" y="1775012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A4CE975-145D-4046-AD39-14221F11CA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6774" y="5158805"/>
            <a:ext cx="2476379" cy="12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06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5EC2C-6F86-4889-B4A5-BB13533C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55464A2-9EF0-4F3F-B254-04845AAC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F3EBAA-5DB6-4D5E-8BAB-FB92928E4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943755"/>
              </p:ext>
            </p:extLst>
          </p:nvPr>
        </p:nvGraphicFramePr>
        <p:xfrm>
          <a:off x="663388" y="2294965"/>
          <a:ext cx="10885145" cy="4249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0891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2D1884-BB55-4A25-ACFF-6F0192C7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886" y="1889134"/>
            <a:ext cx="5612228" cy="21855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ED25DB-96CC-46E5-9C2E-8088F4C5EEF7}"/>
              </a:ext>
            </a:extLst>
          </p:cNvPr>
          <p:cNvSpPr/>
          <p:nvPr/>
        </p:nvSpPr>
        <p:spPr>
          <a:xfrm>
            <a:off x="2838726" y="1252500"/>
            <a:ext cx="70271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MinionPro-It"/>
              </a:rPr>
              <a:t>Table 5-1. </a:t>
            </a:r>
            <a:r>
              <a:rPr lang="tr-TR" sz="2400" i="1" dirty="0">
                <a:latin typeface="MinionPro-It"/>
              </a:rPr>
              <a:t>Example </a:t>
            </a:r>
            <a:r>
              <a:rPr lang="en-US" sz="2400" i="1" dirty="0">
                <a:latin typeface="MinionPro-It"/>
              </a:rPr>
              <a:t>paper backup of the mnemonic</a:t>
            </a:r>
            <a:endParaRPr lang="tr-TR" sz="4800" dirty="0"/>
          </a:p>
        </p:txBody>
      </p:sp>
      <p:graphicFrame>
        <p:nvGraphicFramePr>
          <p:cNvPr id="6" name="Diyagram 5">
            <a:extLst>
              <a:ext uri="{FF2B5EF4-FFF2-40B4-BE49-F238E27FC236}">
                <a16:creationId xmlns:a16="http://schemas.microsoft.com/office/drawing/2014/main" id="{15422248-5E6A-4341-A462-AB033E17F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801914"/>
              </p:ext>
            </p:extLst>
          </p:nvPr>
        </p:nvGraphicFramePr>
        <p:xfrm>
          <a:off x="1377427" y="4653353"/>
          <a:ext cx="8770571" cy="1904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E1C0F1F-E30C-4556-9E60-D99B17CE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54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Details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9E66248-18DE-4DA8-A4E7-7B2388AC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37</a:t>
            </a:fld>
            <a:endParaRPr lang="en-US" sz="37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2698AC4-C463-4E88-9456-213DCCDE2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5478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5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174C9DB-E645-4C6C-8FD5-54687D96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38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5B2A85-139E-436C-B785-93D65639F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68378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39878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174C9DB-E645-4C6C-8FD5-54687D96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39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5B2A85-139E-436C-B785-93D65639F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5447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0442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422C254-45D2-4155-9E01-9FAC9364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40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F64E60-2421-4C17-8B8E-7B64DDB2C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67267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135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422C254-45D2-4155-9E01-9FAC9364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41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F64E60-2421-4C17-8B8E-7B64DDB2C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79414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83917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E90D-56B7-49EE-A49E-80E10379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«</a:t>
            </a:r>
            <a:r>
              <a:rPr lang="tr-TR" dirty="0" err="1"/>
              <a:t>Brainwallets</a:t>
            </a:r>
            <a:r>
              <a:rPr lang="tr-TR" dirty="0"/>
              <a:t>» </a:t>
            </a:r>
            <a:r>
              <a:rPr lang="tr-TR" dirty="0" err="1"/>
              <a:t>vs</a:t>
            </a:r>
            <a:r>
              <a:rPr lang="tr-TR" dirty="0"/>
              <a:t> «</a:t>
            </a:r>
            <a:r>
              <a:rPr lang="tr-TR" dirty="0" err="1"/>
              <a:t>Mnemonics</a:t>
            </a:r>
            <a:r>
              <a:rPr lang="tr-TR" dirty="0"/>
              <a:t>»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EA26939-5066-4795-BF92-AD928979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42</a:t>
            </a:fld>
            <a:endParaRPr lang="en-US" sz="37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B561892-C656-4410-BF6B-6E3F0D9C6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99757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7008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E90D-56B7-49EE-A49E-80E10379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«</a:t>
            </a:r>
            <a:r>
              <a:rPr lang="tr-TR" dirty="0" err="1"/>
              <a:t>Brainwallets</a:t>
            </a:r>
            <a:r>
              <a:rPr lang="tr-TR" dirty="0"/>
              <a:t>» </a:t>
            </a:r>
            <a:r>
              <a:rPr lang="tr-TR" dirty="0" err="1"/>
              <a:t>vs</a:t>
            </a:r>
            <a:r>
              <a:rPr lang="tr-TR" dirty="0"/>
              <a:t> «</a:t>
            </a:r>
            <a:r>
              <a:rPr lang="tr-TR" dirty="0" err="1"/>
              <a:t>Mnemonics</a:t>
            </a:r>
            <a:r>
              <a:rPr lang="tr-TR" dirty="0"/>
              <a:t>»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EA26939-5066-4795-BF92-AD928979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43</a:t>
            </a:fld>
            <a:endParaRPr lang="en-US" sz="37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B561892-C656-4410-BF6B-6E3F0D9C6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3832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72638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42377-6144-4E1F-A83C-11697DDC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BIP-39</a:t>
            </a:r>
            <a:r>
              <a:rPr lang="tr-TR" dirty="0"/>
              <a:t> vs </a:t>
            </a:r>
            <a:r>
              <a:rPr lang="en-US" dirty="0"/>
              <a:t>Electrum Wallet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97518BB-FACE-4BA5-A84D-6FDDAF13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44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B2BF2B-5168-461B-A695-148ABA54F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3791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84995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F097-A4B5-48CE-8D56-25D00EF2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Generating mnemonic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21A1258-5869-490C-881C-73415E3D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7623A-6FCD-458C-A5FD-E7C40F26E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580390"/>
              </p:ext>
            </p:extLst>
          </p:nvPr>
        </p:nvGraphicFramePr>
        <p:xfrm>
          <a:off x="994612" y="2438399"/>
          <a:ext cx="10553922" cy="3850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4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F097-A4B5-48CE-8D56-25D00EF2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Steps of mnemonic word generation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21A1258-5869-490C-881C-73415E3D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46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7623A-6FCD-458C-A5FD-E7C40F26E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68016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355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F097-A4B5-48CE-8D56-25D00EF2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Generating mnemonic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E88A46A-F2D6-44DD-81D8-05B15FC3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47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CD3006-C5F0-418C-A8B0-277F1BCE8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685187"/>
              </p:ext>
            </p:extLst>
          </p:nvPr>
        </p:nvGraphicFramePr>
        <p:xfrm>
          <a:off x="802106" y="2390273"/>
          <a:ext cx="10826638" cy="3882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58466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ADEDB9-E261-44B4-B133-E03427FED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856" y="0"/>
            <a:ext cx="6376038" cy="64886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FB4AFA-EEFD-4033-8ABB-FF96DCB5C335}"/>
              </a:ext>
            </a:extLst>
          </p:cNvPr>
          <p:cNvSpPr/>
          <p:nvPr/>
        </p:nvSpPr>
        <p:spPr>
          <a:xfrm>
            <a:off x="3250856" y="6488668"/>
            <a:ext cx="6620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5-6. Generating entropy and encoding as mnemonic words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A700D1D-A24C-495D-901B-51A513B4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05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553E76-24E3-460A-ACC2-D9E1E7603033}"/>
              </a:ext>
            </a:extLst>
          </p:cNvPr>
          <p:cNvSpPr/>
          <p:nvPr/>
        </p:nvSpPr>
        <p:spPr>
          <a:xfrm>
            <a:off x="2605453" y="1109626"/>
            <a:ext cx="7910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MinionPro-It"/>
              </a:rPr>
              <a:t>Table 5-2. Mnemonic codes: entropy and word length</a:t>
            </a:r>
            <a:endParaRPr lang="tr-TR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B56C7-6668-4AE5-910D-F4E1BE7D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52" y="2133964"/>
            <a:ext cx="9899285" cy="3208421"/>
          </a:xfrm>
          <a:prstGeom prst="rect">
            <a:avLst/>
          </a:prstGeom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05ED19D-14C9-4EB2-B9EC-D1379CD1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78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3A89C-66C5-4CB6-9C25-D537BA74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From mnemonic to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830BC5D-1E32-4604-8A83-DE1FEE3A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50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A0C1AB-FC13-43B9-8FEC-ECFC551E8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7967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5990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3A89C-66C5-4CB6-9C25-D537BA74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From mnemonic to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AE8BF2E-7B79-426F-A198-F53AA7B4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51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D74E28-FB5F-4936-B53A-1F12C8FFDC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6577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4468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BC644-735F-4A09-8B3A-22811D8B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Next Steps in “Generating mnemonic words”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04995E1-14E3-4F78-B624-A983182B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52</a:t>
            </a:fld>
            <a:endParaRPr lang="en-US" sz="37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D9510B-E7AD-4C13-AAC9-1018F4A33A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61949"/>
              </p:ext>
            </p:extLst>
          </p:nvPr>
        </p:nvGraphicFramePr>
        <p:xfrm>
          <a:off x="721895" y="2438399"/>
          <a:ext cx="10938933" cy="4042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178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E3C30A-8BA6-4C0B-89FB-66CBA3DA3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98" y="56340"/>
            <a:ext cx="9247204" cy="64565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DC4866-3AB5-4823-A102-15F6042EEB88}"/>
              </a:ext>
            </a:extLst>
          </p:cNvPr>
          <p:cNvSpPr/>
          <p:nvPr/>
        </p:nvSpPr>
        <p:spPr>
          <a:xfrm>
            <a:off x="2385783" y="6457226"/>
            <a:ext cx="6625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9A0000"/>
                </a:solidFill>
                <a:latin typeface="MinionPro-Regular"/>
              </a:rPr>
              <a:t>Figure 5-7 </a:t>
            </a:r>
            <a:r>
              <a:rPr lang="en-US" sz="2000" dirty="0">
                <a:solidFill>
                  <a:srgbClr val="000000"/>
                </a:solidFill>
                <a:latin typeface="MinionPro-Regular"/>
              </a:rPr>
              <a:t>shows how a mnemonic is used to generate a seed.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51E4993-CE01-4C04-9375-0F07CD3F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56802" y="228652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2329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939C8-34D7-4394-B09F-35571462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Protection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BC2A3F2-8657-46AE-832C-FFEC8C5D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54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FB36AF-740F-467F-9B6A-6AC193A27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1484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00213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11D-4349-4265-A313-0E3A60F4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Optional passphrase in BIP-39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17C547F-7DFD-46BA-8D67-46405910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ED38AB-7461-4180-A3EB-27E9F56F6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239723"/>
              </p:ext>
            </p:extLst>
          </p:nvPr>
        </p:nvGraphicFramePr>
        <p:xfrm>
          <a:off x="1219200" y="2438399"/>
          <a:ext cx="10329333" cy="3785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52242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11D-4349-4265-A313-0E3A60F4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Optional passphrase in BIP-39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35D944D-1608-4349-A825-391D16F7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56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B0DBA9-F600-4121-8EB1-37C167440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79267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2115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C66B1-17A9-4724-81FA-8677D241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Passphares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CC0CB8E-605E-4F2C-860C-906B8621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57</a:t>
            </a:fld>
            <a:endParaRPr lang="en-US" sz="37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D82A3F0-ACAA-46D7-9BAD-5DEAD135CF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276574"/>
              </p:ext>
            </p:extLst>
          </p:nvPr>
        </p:nvGraphicFramePr>
        <p:xfrm>
          <a:off x="1122948" y="2438399"/>
          <a:ext cx="10425586" cy="383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515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5917F-65C9-4F90-AD70-91095038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Risks of Passphrase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E10E795-619E-4156-B37B-E341C74C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58</a:t>
            </a:fld>
            <a:endParaRPr lang="en-US" sz="37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4C1835-2970-4322-8559-03DAECD63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472892"/>
              </p:ext>
            </p:extLst>
          </p:nvPr>
        </p:nvGraphicFramePr>
        <p:xfrm>
          <a:off x="1042738" y="2438399"/>
          <a:ext cx="10505796" cy="3785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8674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5917F-65C9-4F90-AD70-91095038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Risks about Passphrase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E10E795-619E-4156-B37B-E341C74C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59</a:t>
            </a:fld>
            <a:endParaRPr lang="en-US" sz="370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4C1835-2970-4322-8559-03DAECD63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92229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7274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FE8B-317A-4E66-8E16-83015083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Backup &amp; Recovery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518A736-7610-47B3-B6B8-5197B902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60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234A5D-8F07-4CE7-B722-750A97A2C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133810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1620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299B5-6A06-48BC-87B4-F57CE3F4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Working with mnemonic codes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4B50E9A-B1DD-4B14-80D7-E9BAC377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61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19F05-4113-4E47-808B-142076A08B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151776"/>
              </p:ext>
            </p:extLst>
          </p:nvPr>
        </p:nvGraphicFramePr>
        <p:xfrm>
          <a:off x="641684" y="2438399"/>
          <a:ext cx="10906849" cy="3769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2406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299B5-6A06-48BC-87B4-F57CE3F4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Working with mnemonic codes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5DAA501-6D5B-44C3-97EC-6369B0DC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62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3262BA-2E50-48F0-BA60-26D61DB84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527678"/>
              </p:ext>
            </p:extLst>
          </p:nvPr>
        </p:nvGraphicFramePr>
        <p:xfrm>
          <a:off x="417096" y="2438399"/>
          <a:ext cx="11131438" cy="417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8684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23DA6F-F589-4772-AFCB-31C46BEDE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9" y="216377"/>
            <a:ext cx="8823158" cy="60929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489C2A-196D-407B-A083-0545645B845F}"/>
              </a:ext>
            </a:extLst>
          </p:cNvPr>
          <p:cNvSpPr/>
          <p:nvPr/>
        </p:nvSpPr>
        <p:spPr>
          <a:xfrm>
            <a:off x="2814002" y="6209511"/>
            <a:ext cx="60741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i="1" dirty="0">
                <a:latin typeface="MinionPro-It"/>
              </a:rPr>
              <a:t>Figure 5-8. A BIP-39 generator as a standalone web page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256E53D-28F8-4CF8-BDD9-52126A85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13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3873" y="1250452"/>
            <a:ext cx="10070765" cy="103016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Creating an HD Wallet from the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DAF5763-0DE7-4BE4-9148-602FE6BB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64</a:t>
            </a:fld>
            <a:endParaRPr lang="en-US" sz="370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6824842-A8A5-4FED-B819-21E28C14F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701609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2392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442" y="568345"/>
            <a:ext cx="9272337" cy="1196287"/>
          </a:xfrm>
        </p:spPr>
        <p:txBody>
          <a:bodyPr>
            <a:normAutofit/>
          </a:bodyPr>
          <a:lstStyle/>
          <a:p>
            <a:pPr lvl="0"/>
            <a:r>
              <a:rPr lang="en-US" sz="4000" dirty="0"/>
              <a:t>Creating an HD Wallet from the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D9077BB-29F1-46C7-AA5A-38532EFB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65</a:t>
            </a:fld>
            <a:endParaRPr lang="en-US" sz="370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83B0887-6031-4DCA-9AB4-88621087C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986061"/>
              </p:ext>
            </p:extLst>
          </p:nvPr>
        </p:nvGraphicFramePr>
        <p:xfrm>
          <a:off x="1780674" y="2261936"/>
          <a:ext cx="9940006" cy="3112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D8CAB15-50A5-48D2-9046-2634488E8B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292516"/>
              </p:ext>
            </p:extLst>
          </p:nvPr>
        </p:nvGraphicFramePr>
        <p:xfrm>
          <a:off x="2272630" y="5614737"/>
          <a:ext cx="8218905" cy="46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531300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25BB98-7A1B-4BDE-9AED-05A62C78E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7" y="0"/>
            <a:ext cx="11085282" cy="48718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BEB3DF-8F60-4EDB-8B25-0F91C5215C6A}"/>
              </a:ext>
            </a:extLst>
          </p:cNvPr>
          <p:cNvSpPr/>
          <p:nvPr/>
        </p:nvSpPr>
        <p:spPr>
          <a:xfrm>
            <a:off x="1150837" y="4533599"/>
            <a:ext cx="69170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MinionPro-It"/>
              </a:rPr>
              <a:t>Figure 5-9. Creating master keys and chain code from a root seed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D3F0947-D34B-4A74-94AD-93A6FB16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6783" y="166393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66</a:t>
            </a:fld>
            <a:endParaRPr lang="en-US" dirty="0"/>
          </a:p>
        </p:txBody>
      </p:sp>
      <p:graphicFrame>
        <p:nvGraphicFramePr>
          <p:cNvPr id="6" name="Diagram 3">
            <a:extLst>
              <a:ext uri="{FF2B5EF4-FFF2-40B4-BE49-F238E27FC236}">
                <a16:creationId xmlns:a16="http://schemas.microsoft.com/office/drawing/2014/main" id="{3B60C200-212D-4A9E-88E1-AC8C869E67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485967"/>
              </p:ext>
            </p:extLst>
          </p:nvPr>
        </p:nvGraphicFramePr>
        <p:xfrm>
          <a:off x="333487" y="5195944"/>
          <a:ext cx="11618259" cy="1495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6741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3EC75-06C5-4EE8-893F-13AF8A44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043" y="636992"/>
            <a:ext cx="9931224" cy="1044536"/>
          </a:xfrm>
        </p:spPr>
        <p:txBody>
          <a:bodyPr>
            <a:normAutofit/>
          </a:bodyPr>
          <a:lstStyle/>
          <a:p>
            <a:r>
              <a:rPr lang="tr-TR" sz="4000" dirty="0" err="1"/>
              <a:t>Root</a:t>
            </a:r>
            <a:r>
              <a:rPr lang="tr-TR" sz="4000" dirty="0"/>
              <a:t> Seed, Master Key, Chain Code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E0CF046-16BE-4AA0-A06C-74508A0F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67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6A3E34-349C-4E71-9767-B2A988E31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202976"/>
              </p:ext>
            </p:extLst>
          </p:nvPr>
        </p:nvGraphicFramePr>
        <p:xfrm>
          <a:off x="538302" y="2037940"/>
          <a:ext cx="11115396" cy="2961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up 3">
            <a:extLst>
              <a:ext uri="{FF2B5EF4-FFF2-40B4-BE49-F238E27FC236}">
                <a16:creationId xmlns:a16="http://schemas.microsoft.com/office/drawing/2014/main" id="{C5F8E839-4D2F-426D-AF2F-49D5898A6066}"/>
              </a:ext>
            </a:extLst>
          </p:cNvPr>
          <p:cNvGrpSpPr/>
          <p:nvPr/>
        </p:nvGrpSpPr>
        <p:grpSpPr>
          <a:xfrm>
            <a:off x="341494" y="4924993"/>
            <a:ext cx="11548534" cy="1846845"/>
            <a:chOff x="321733" y="4631706"/>
            <a:chExt cx="11548534" cy="1846845"/>
          </a:xfrm>
        </p:grpSpPr>
        <p:graphicFrame>
          <p:nvGraphicFramePr>
            <p:cNvPr id="8" name="Diagram 3">
              <a:extLst>
                <a:ext uri="{FF2B5EF4-FFF2-40B4-BE49-F238E27FC236}">
                  <a16:creationId xmlns:a16="http://schemas.microsoft.com/office/drawing/2014/main" id="{7BD5039E-DB59-4020-989C-E716191DBCF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80481303"/>
                </p:ext>
              </p:extLst>
            </p:nvPr>
          </p:nvGraphicFramePr>
          <p:xfrm>
            <a:off x="321733" y="5137127"/>
            <a:ext cx="7125149" cy="83944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9" name="Diagram 3">
              <a:extLst>
                <a:ext uri="{FF2B5EF4-FFF2-40B4-BE49-F238E27FC236}">
                  <a16:creationId xmlns:a16="http://schemas.microsoft.com/office/drawing/2014/main" id="{C8985B7D-6DD0-4E27-891B-1DF2FE7A89C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46508118"/>
                </p:ext>
              </p:extLst>
            </p:nvPr>
          </p:nvGraphicFramePr>
          <p:xfrm>
            <a:off x="7884182" y="4631706"/>
            <a:ext cx="3986085" cy="7572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11" name="Diagram 3">
              <a:extLst>
                <a:ext uri="{FF2B5EF4-FFF2-40B4-BE49-F238E27FC236}">
                  <a16:creationId xmlns:a16="http://schemas.microsoft.com/office/drawing/2014/main" id="{54C9CC76-5680-485B-AA4A-06D39F2D03B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41862396"/>
                </p:ext>
              </p:extLst>
            </p:nvPr>
          </p:nvGraphicFramePr>
          <p:xfrm>
            <a:off x="7884183" y="5721310"/>
            <a:ext cx="1614820" cy="7572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grpSp>
          <p:nvGrpSpPr>
            <p:cNvPr id="13" name="Grup 12">
              <a:extLst>
                <a:ext uri="{FF2B5EF4-FFF2-40B4-BE49-F238E27FC236}">
                  <a16:creationId xmlns:a16="http://schemas.microsoft.com/office/drawing/2014/main" id="{F92ECFAE-9268-43A1-937F-B11B381E1782}"/>
                </a:ext>
              </a:extLst>
            </p:cNvPr>
            <p:cNvGrpSpPr/>
            <p:nvPr/>
          </p:nvGrpSpPr>
          <p:grpSpPr>
            <a:xfrm>
              <a:off x="7446882" y="4780883"/>
              <a:ext cx="352139" cy="411734"/>
              <a:chOff x="1826776" y="172753"/>
              <a:chExt cx="352139" cy="411734"/>
            </a:xfrm>
          </p:grpSpPr>
          <p:sp>
            <p:nvSpPr>
              <p:cNvPr id="14" name="Ok: Sağ 13">
                <a:extLst>
                  <a:ext uri="{FF2B5EF4-FFF2-40B4-BE49-F238E27FC236}">
                    <a16:creationId xmlns:a16="http://schemas.microsoft.com/office/drawing/2014/main" id="{1A1AE643-B01A-4552-AB29-AC347CD9D599}"/>
                  </a:ext>
                </a:extLst>
              </p:cNvPr>
              <p:cNvSpPr/>
              <p:nvPr/>
            </p:nvSpPr>
            <p:spPr>
              <a:xfrm>
                <a:off x="1826776" y="172753"/>
                <a:ext cx="352139" cy="411734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5" name="Ok: Sağ 4">
                <a:extLst>
                  <a:ext uri="{FF2B5EF4-FFF2-40B4-BE49-F238E27FC236}">
                    <a16:creationId xmlns:a16="http://schemas.microsoft.com/office/drawing/2014/main" id="{177DA430-22FD-4762-B115-082500DE3363}"/>
                  </a:ext>
                </a:extLst>
              </p:cNvPr>
              <p:cNvSpPr txBox="1"/>
              <p:nvPr/>
            </p:nvSpPr>
            <p:spPr>
              <a:xfrm>
                <a:off x="1826776" y="255100"/>
                <a:ext cx="246497" cy="2470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1600" kern="1200"/>
              </a:p>
            </p:txBody>
          </p:sp>
        </p:grpSp>
        <p:grpSp>
          <p:nvGrpSpPr>
            <p:cNvPr id="16" name="Grup 15">
              <a:extLst>
                <a:ext uri="{FF2B5EF4-FFF2-40B4-BE49-F238E27FC236}">
                  <a16:creationId xmlns:a16="http://schemas.microsoft.com/office/drawing/2014/main" id="{C556A004-A7F1-45BF-9CDC-48AC3DD9834C}"/>
                </a:ext>
              </a:extLst>
            </p:cNvPr>
            <p:cNvGrpSpPr/>
            <p:nvPr/>
          </p:nvGrpSpPr>
          <p:grpSpPr>
            <a:xfrm>
              <a:off x="7489462" y="5935400"/>
              <a:ext cx="352139" cy="411734"/>
              <a:chOff x="1826776" y="172753"/>
              <a:chExt cx="352139" cy="411734"/>
            </a:xfrm>
          </p:grpSpPr>
          <p:sp>
            <p:nvSpPr>
              <p:cNvPr id="17" name="Ok: Sağ 16">
                <a:extLst>
                  <a:ext uri="{FF2B5EF4-FFF2-40B4-BE49-F238E27FC236}">
                    <a16:creationId xmlns:a16="http://schemas.microsoft.com/office/drawing/2014/main" id="{3E79620A-1248-47AB-85D0-55EFCA903BD2}"/>
                  </a:ext>
                </a:extLst>
              </p:cNvPr>
              <p:cNvSpPr/>
              <p:nvPr/>
            </p:nvSpPr>
            <p:spPr>
              <a:xfrm>
                <a:off x="1826776" y="172753"/>
                <a:ext cx="352139" cy="411734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8" name="Ok: Sağ 4">
                <a:extLst>
                  <a:ext uri="{FF2B5EF4-FFF2-40B4-BE49-F238E27FC236}">
                    <a16:creationId xmlns:a16="http://schemas.microsoft.com/office/drawing/2014/main" id="{AD1F0811-A670-43C2-BD09-FD4CBC27C31F}"/>
                  </a:ext>
                </a:extLst>
              </p:cNvPr>
              <p:cNvSpPr txBox="1"/>
              <p:nvPr/>
            </p:nvSpPr>
            <p:spPr>
              <a:xfrm>
                <a:off x="1826776" y="255100"/>
                <a:ext cx="246497" cy="2470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1600" kern="1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6698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1A3C2-2F50-448D-AD4F-CB08AEC8A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5D23DCB-6699-4CFD-A13D-8D8E0F4B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68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123D87-D5AB-4093-908C-E4C44703E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22509"/>
              </p:ext>
            </p:extLst>
          </p:nvPr>
        </p:nvGraphicFramePr>
        <p:xfrm>
          <a:off x="321733" y="1638936"/>
          <a:ext cx="11550316" cy="4411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89924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923AD-EF9D-4A7F-BCBB-238A5471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Chain Code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7FDA8F3-2A73-425B-B711-52C22A6F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69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CCC67F-E729-4DF6-B9AE-795F6FB70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1115"/>
              </p:ext>
            </p:extLst>
          </p:nvPr>
        </p:nvGraphicFramePr>
        <p:xfrm>
          <a:off x="593558" y="2245895"/>
          <a:ext cx="11213431" cy="4251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7025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923AD-EF9D-4A7F-BCBB-238A5471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Chain Code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AB79B83-0B1F-4478-9F14-5ADCBF4D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70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0AC7FB-E536-406B-BAEB-FB6EA48BA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20963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7260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89BEB-C763-4797-BA12-96B8C9BD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Children Key Production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49A3176-D4D7-41A8-B464-0A9F60DD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71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7F309D-8C65-4825-BAA1-6E6A72A61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839092"/>
              </p:ext>
            </p:extLst>
          </p:nvPr>
        </p:nvGraphicFramePr>
        <p:xfrm>
          <a:off x="1846580" y="2438399"/>
          <a:ext cx="9701953" cy="4122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7964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9BEB-C763-4797-BA12-96B8C9BD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Children Key Production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53F81BD-654F-4E11-A934-98114C75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72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4110C7-9DD8-4E58-A984-A82393056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316016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0337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6A133E-9F9F-4A96-BD8E-BAFE6F965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60" y="710626"/>
            <a:ext cx="9296265" cy="54094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C98659-1CBA-44C9-A628-11BAD50C9952}"/>
              </a:ext>
            </a:extLst>
          </p:cNvPr>
          <p:cNvSpPr/>
          <p:nvPr/>
        </p:nvSpPr>
        <p:spPr>
          <a:xfrm>
            <a:off x="2682737" y="6281428"/>
            <a:ext cx="75447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MinionPro-It"/>
              </a:rPr>
              <a:t>Figure 5-10. Extending a parent private key to create a child private key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4345668-DC1E-40AB-811E-0E2B1238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966" y="109777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00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AB8DD-5A10-4D2F-9DB4-B6EA0889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Indexes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D7B3AE0-EEB9-4118-8861-69A989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74</a:t>
            </a:fld>
            <a:endParaRPr lang="en-US" sz="3700"/>
          </a:p>
        </p:txBody>
      </p:sp>
      <p:cxnSp>
        <p:nvCxnSpPr>
          <p:cNvPr id="29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A05229-D342-4D6D-8CED-A5FA88A31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70572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8335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AB8DD-5A10-4D2F-9DB4-B6EA0889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Indexes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D7B3AE0-EEB9-4118-8861-69A989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75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A05229-D342-4D6D-8CED-A5FA88A31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69828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54818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EC18-AC27-4555-8446-EA961270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 err="1"/>
              <a:t>Usage</a:t>
            </a:r>
            <a:r>
              <a:rPr lang="tr-TR" dirty="0"/>
              <a:t> of derived child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802B856-8F5F-4EB4-B243-B73D4D00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76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2DB96-A9BE-49E5-9AD9-16485135B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889029"/>
              </p:ext>
            </p:extLst>
          </p:nvPr>
        </p:nvGraphicFramePr>
        <p:xfrm>
          <a:off x="417095" y="2438399"/>
          <a:ext cx="11287543" cy="3882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21529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2EC18-AC27-4555-8446-EA961270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Using derived child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4EDEA21-D649-45E6-92A3-7729C9F1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77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B72A16-7546-48E2-836B-0A2D81C2C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23355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38529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2B431-5071-4FDC-AE14-FA1DFBBD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Usage of Child Private Key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0603722-8F00-4A92-852A-EFA7EBB5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78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6DC32F-8F8F-4E22-B102-CABB0F5C9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999685"/>
              </p:ext>
            </p:extLst>
          </p:nvPr>
        </p:nvGraphicFramePr>
        <p:xfrm>
          <a:off x="1541190" y="2161062"/>
          <a:ext cx="9818885" cy="2528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CFD8FB2-25E6-41A9-BA2A-F068A1D42A75}"/>
              </a:ext>
            </a:extLst>
          </p:cNvPr>
          <p:cNvGrpSpPr/>
          <p:nvPr/>
        </p:nvGrpSpPr>
        <p:grpSpPr>
          <a:xfrm>
            <a:off x="2662985" y="5267527"/>
            <a:ext cx="8871287" cy="1349842"/>
            <a:chOff x="2149638" y="5342022"/>
            <a:chExt cx="8871287" cy="136357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9ED88C-0A25-4B6F-9C3C-4DC210E3F3A3}"/>
                </a:ext>
              </a:extLst>
            </p:cNvPr>
            <p:cNvSpPr/>
            <p:nvPr/>
          </p:nvSpPr>
          <p:spPr>
            <a:xfrm>
              <a:off x="9946104" y="5558589"/>
              <a:ext cx="1074821" cy="914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bg2">
                      <a:lumMod val="25000"/>
                    </a:schemeClr>
                  </a:solidFill>
                </a:rPr>
                <a:t>Bitcoin Adress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57E2254-EAD3-4771-AA41-F9AC3488C0C1}"/>
                </a:ext>
              </a:extLst>
            </p:cNvPr>
            <p:cNvSpPr/>
            <p:nvPr/>
          </p:nvSpPr>
          <p:spPr>
            <a:xfrm>
              <a:off x="5831302" y="5542546"/>
              <a:ext cx="1074821" cy="914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bg2">
                      <a:lumMod val="25000"/>
                    </a:schemeClr>
                  </a:solidFill>
                </a:rPr>
                <a:t>Public Key</a:t>
              </a:r>
            </a:p>
          </p:txBody>
        </p:sp>
        <p:sp>
          <p:nvSpPr>
            <p:cNvPr id="11" name="Callout: Right Arrow 10">
              <a:extLst>
                <a:ext uri="{FF2B5EF4-FFF2-40B4-BE49-F238E27FC236}">
                  <a16:creationId xmlns:a16="http://schemas.microsoft.com/office/drawing/2014/main" id="{9C0C5831-8B8E-48A8-AC07-0C2F32F37910}"/>
                </a:ext>
              </a:extLst>
            </p:cNvPr>
            <p:cNvSpPr/>
            <p:nvPr/>
          </p:nvSpPr>
          <p:spPr>
            <a:xfrm>
              <a:off x="7331242" y="5422230"/>
              <a:ext cx="2294021" cy="1147011"/>
            </a:xfrm>
            <a:prstGeom prst="right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ripemd160</a:t>
              </a:r>
              <a:endParaRPr lang="tr-TR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9D71ADE-2460-42AF-9748-E2F7DAC19FEA}"/>
                </a:ext>
              </a:extLst>
            </p:cNvPr>
            <p:cNvSpPr/>
            <p:nvPr/>
          </p:nvSpPr>
          <p:spPr>
            <a:xfrm>
              <a:off x="2149638" y="5614735"/>
              <a:ext cx="1074821" cy="914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bg2">
                      <a:lumMod val="25000"/>
                    </a:schemeClr>
                  </a:solidFill>
                </a:rPr>
                <a:t>Private Key</a:t>
              </a:r>
            </a:p>
          </p:txBody>
        </p:sp>
        <p:sp>
          <p:nvSpPr>
            <p:cNvPr id="14" name="Callout: Right Arrow 13">
              <a:extLst>
                <a:ext uri="{FF2B5EF4-FFF2-40B4-BE49-F238E27FC236}">
                  <a16:creationId xmlns:a16="http://schemas.microsoft.com/office/drawing/2014/main" id="{A084AFB5-9A03-47C4-B3CA-E392138F0B68}"/>
                </a:ext>
              </a:extLst>
            </p:cNvPr>
            <p:cNvSpPr/>
            <p:nvPr/>
          </p:nvSpPr>
          <p:spPr>
            <a:xfrm>
              <a:off x="3481137" y="5342022"/>
              <a:ext cx="2285999" cy="1363578"/>
            </a:xfrm>
            <a:prstGeom prst="right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Elliptic Curve Multiplication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5DE8432-70E3-4D98-AC82-74BB4C62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79" y="5181601"/>
            <a:ext cx="1548063" cy="15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756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4C2F7-CAF5-4A07-89D4-6DD373C8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Derived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7BE0C21-2E86-4D1C-ADA9-09120871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79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F5915B-6D18-4E92-88CF-E1946DB67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7634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420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0E962-9740-48EC-B3C5-20C65A22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Derived Keys: Extended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5416746-50C2-4A81-96D2-81F143E6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80</a:t>
            </a:fld>
            <a:endParaRPr lang="en-US" sz="37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F680B8-EEC6-4723-8D04-70B990BAE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379754"/>
              </p:ext>
            </p:extLst>
          </p:nvPr>
        </p:nvGraphicFramePr>
        <p:xfrm>
          <a:off x="1245023" y="2152411"/>
          <a:ext cx="9701953" cy="4509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96143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9ADAE9-DC89-44AE-8F02-13BE1597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262" y="6113475"/>
            <a:ext cx="905431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81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3D836A-E109-4851-8398-4F1DDDBC588D}"/>
              </a:ext>
            </a:extLst>
          </p:cNvPr>
          <p:cNvSpPr/>
          <p:nvPr/>
        </p:nvSpPr>
        <p:spPr>
          <a:xfrm>
            <a:off x="2807365" y="1106905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5" name="Callout: Right Arrow 4">
            <a:extLst>
              <a:ext uri="{FF2B5EF4-FFF2-40B4-BE49-F238E27FC236}">
                <a16:creationId xmlns:a16="http://schemas.microsoft.com/office/drawing/2014/main" id="{5CE5E1B8-1EFD-401F-ADF7-DB86BAA4050E}"/>
              </a:ext>
            </a:extLst>
          </p:cNvPr>
          <p:cNvSpPr/>
          <p:nvPr/>
        </p:nvSpPr>
        <p:spPr>
          <a:xfrm>
            <a:off x="5213682" y="1058781"/>
            <a:ext cx="1796717" cy="1860884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37FE87-2736-44E9-9AE7-F37966161DE0}"/>
              </a:ext>
            </a:extLst>
          </p:cNvPr>
          <p:cNvSpPr/>
          <p:nvPr/>
        </p:nvSpPr>
        <p:spPr>
          <a:xfrm>
            <a:off x="2799344" y="2157663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3AF48F-DB41-469A-94A0-BD355D84E7E3}"/>
              </a:ext>
            </a:extLst>
          </p:cNvPr>
          <p:cNvSpPr/>
          <p:nvPr/>
        </p:nvSpPr>
        <p:spPr>
          <a:xfrm>
            <a:off x="7804480" y="1122947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BC59EE-091D-42DA-9C3B-9046B1EC2B12}"/>
              </a:ext>
            </a:extLst>
          </p:cNvPr>
          <p:cNvSpPr/>
          <p:nvPr/>
        </p:nvSpPr>
        <p:spPr>
          <a:xfrm>
            <a:off x="7796459" y="2173705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28E5F30E-1610-4459-8587-EE0862D0C784}"/>
              </a:ext>
            </a:extLst>
          </p:cNvPr>
          <p:cNvSpPr/>
          <p:nvPr/>
        </p:nvSpPr>
        <p:spPr>
          <a:xfrm>
            <a:off x="5213684" y="4267200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126CDA-76EF-4287-A2DD-1AF5D4C1CA10}"/>
              </a:ext>
            </a:extLst>
          </p:cNvPr>
          <p:cNvSpPr/>
          <p:nvPr/>
        </p:nvSpPr>
        <p:spPr>
          <a:xfrm>
            <a:off x="7908754" y="4259180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158972-B9C7-40B2-B092-6D49F0F37B31}"/>
              </a:ext>
            </a:extLst>
          </p:cNvPr>
          <p:cNvSpPr/>
          <p:nvPr/>
        </p:nvSpPr>
        <p:spPr>
          <a:xfrm>
            <a:off x="7900733" y="5309938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7D8C0B-0F74-4371-ABFE-0ED8BCCEB5A0}"/>
              </a:ext>
            </a:extLst>
          </p:cNvPr>
          <p:cNvSpPr/>
          <p:nvPr/>
        </p:nvSpPr>
        <p:spPr>
          <a:xfrm>
            <a:off x="2815386" y="4138863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681D61-A281-4AD3-9A10-A0D72CA544BE}"/>
              </a:ext>
            </a:extLst>
          </p:cNvPr>
          <p:cNvSpPr/>
          <p:nvPr/>
        </p:nvSpPr>
        <p:spPr>
          <a:xfrm>
            <a:off x="2807365" y="5189621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4F8E4A4B-5734-4CF2-8D99-34302E14FE1A}"/>
              </a:ext>
            </a:extLst>
          </p:cNvPr>
          <p:cNvSpPr/>
          <p:nvPr/>
        </p:nvSpPr>
        <p:spPr>
          <a:xfrm>
            <a:off x="4812630" y="352927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5F99EB0A-2CDE-4984-AC89-DCC229B2682E}"/>
              </a:ext>
            </a:extLst>
          </p:cNvPr>
          <p:cNvSpPr/>
          <p:nvPr/>
        </p:nvSpPr>
        <p:spPr>
          <a:xfrm>
            <a:off x="5911514" y="344906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F15E07CB-2B13-4E82-83C7-272A04095AF6}"/>
              </a:ext>
            </a:extLst>
          </p:cNvPr>
          <p:cNvSpPr/>
          <p:nvPr/>
        </p:nvSpPr>
        <p:spPr>
          <a:xfrm>
            <a:off x="4788567" y="3617494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D203538E-5FC6-46E4-93DE-DFDC180BC236}"/>
              </a:ext>
            </a:extLst>
          </p:cNvPr>
          <p:cNvSpPr/>
          <p:nvPr/>
        </p:nvSpPr>
        <p:spPr>
          <a:xfrm>
            <a:off x="5887451" y="3609473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63FD92A-5946-4680-BB8A-E64E3C76F1D7}"/>
              </a:ext>
            </a:extLst>
          </p:cNvPr>
          <p:cNvSpPr/>
          <p:nvPr/>
        </p:nvSpPr>
        <p:spPr>
          <a:xfrm>
            <a:off x="1812760" y="0"/>
            <a:ext cx="8309811" cy="368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38173113-F226-45D9-A09E-D97A8834120C}"/>
              </a:ext>
            </a:extLst>
          </p:cNvPr>
          <p:cNvSpPr/>
          <p:nvPr/>
        </p:nvSpPr>
        <p:spPr>
          <a:xfrm>
            <a:off x="1812759" y="6240379"/>
            <a:ext cx="8117305" cy="42511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579FDBBA-D6F3-4D75-95AE-307E1B203FFC}"/>
              </a:ext>
            </a:extLst>
          </p:cNvPr>
          <p:cNvSpPr/>
          <p:nvPr/>
        </p:nvSpPr>
        <p:spPr>
          <a:xfrm>
            <a:off x="5646822" y="5983705"/>
            <a:ext cx="978568" cy="87429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67367AC-5649-41AD-AF34-895CD26D0123}"/>
              </a:ext>
            </a:extLst>
          </p:cNvPr>
          <p:cNvSpPr/>
          <p:nvPr/>
        </p:nvSpPr>
        <p:spPr>
          <a:xfrm>
            <a:off x="2518612" y="3208422"/>
            <a:ext cx="1668379" cy="83419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Ecliptic Curve Multiplication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7CE5AFB-253A-41DA-B84D-5A6F3D3C5A3C}"/>
              </a:ext>
            </a:extLst>
          </p:cNvPr>
          <p:cNvSpPr/>
          <p:nvPr/>
        </p:nvSpPr>
        <p:spPr>
          <a:xfrm>
            <a:off x="1" y="497305"/>
            <a:ext cx="545432" cy="60157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D003B578-B7E2-4755-8123-893D1514D931}"/>
              </a:ext>
            </a:extLst>
          </p:cNvPr>
          <p:cNvSpPr/>
          <p:nvPr/>
        </p:nvSpPr>
        <p:spPr>
          <a:xfrm>
            <a:off x="11518231" y="673769"/>
            <a:ext cx="673769" cy="537410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07E12A15-2FCB-439A-ADB5-C625902C3EF3}"/>
              </a:ext>
            </a:extLst>
          </p:cNvPr>
          <p:cNvSpPr/>
          <p:nvPr/>
        </p:nvSpPr>
        <p:spPr>
          <a:xfrm>
            <a:off x="11397914" y="3023937"/>
            <a:ext cx="978568" cy="87429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Callout: Down Arrow 30">
            <a:extLst>
              <a:ext uri="{FF2B5EF4-FFF2-40B4-BE49-F238E27FC236}">
                <a16:creationId xmlns:a16="http://schemas.microsoft.com/office/drawing/2014/main" id="{1A61410A-9C68-43FA-8F40-7F21DFF7B027}"/>
              </a:ext>
            </a:extLst>
          </p:cNvPr>
          <p:cNvSpPr/>
          <p:nvPr/>
        </p:nvSpPr>
        <p:spPr>
          <a:xfrm>
            <a:off x="7563854" y="3200400"/>
            <a:ext cx="1668379" cy="874295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Ecliptic Curve Multiplication</a:t>
            </a:r>
          </a:p>
        </p:txBody>
      </p:sp>
      <p:sp>
        <p:nvSpPr>
          <p:cNvPr id="32" name="Callout: Right Arrow 31">
            <a:extLst>
              <a:ext uri="{FF2B5EF4-FFF2-40B4-BE49-F238E27FC236}">
                <a16:creationId xmlns:a16="http://schemas.microsoft.com/office/drawing/2014/main" id="{F01761F5-27AD-426C-93DA-43F097F175FC}"/>
              </a:ext>
            </a:extLst>
          </p:cNvPr>
          <p:cNvSpPr/>
          <p:nvPr/>
        </p:nvSpPr>
        <p:spPr>
          <a:xfrm>
            <a:off x="986587" y="1098886"/>
            <a:ext cx="1796717" cy="1860884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33" name="Callout: Right Arrow 32">
            <a:extLst>
              <a:ext uri="{FF2B5EF4-FFF2-40B4-BE49-F238E27FC236}">
                <a16:creationId xmlns:a16="http://schemas.microsoft.com/office/drawing/2014/main" id="{CFC4E63B-E10A-4981-B5A5-ED1E0962E4E4}"/>
              </a:ext>
            </a:extLst>
          </p:cNvPr>
          <p:cNvSpPr/>
          <p:nvPr/>
        </p:nvSpPr>
        <p:spPr>
          <a:xfrm>
            <a:off x="1018674" y="4130842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34" name="Callout: Right Arrow 33">
            <a:extLst>
              <a:ext uri="{FF2B5EF4-FFF2-40B4-BE49-F238E27FC236}">
                <a16:creationId xmlns:a16="http://schemas.microsoft.com/office/drawing/2014/main" id="{CFFCA220-110C-448C-A4F3-AEB725C5B7F6}"/>
              </a:ext>
            </a:extLst>
          </p:cNvPr>
          <p:cNvSpPr/>
          <p:nvPr/>
        </p:nvSpPr>
        <p:spPr>
          <a:xfrm>
            <a:off x="9649327" y="4082716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35" name="Callout: Right Arrow 34">
            <a:extLst>
              <a:ext uri="{FF2B5EF4-FFF2-40B4-BE49-F238E27FC236}">
                <a16:creationId xmlns:a16="http://schemas.microsoft.com/office/drawing/2014/main" id="{EA321365-151F-43CB-88B6-21877ACF656E}"/>
              </a:ext>
            </a:extLst>
          </p:cNvPr>
          <p:cNvSpPr/>
          <p:nvPr/>
        </p:nvSpPr>
        <p:spPr>
          <a:xfrm>
            <a:off x="9673390" y="1235242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</p:spTree>
    <p:extLst>
      <p:ext uri="{BB962C8B-B14F-4D97-AF65-F5344CB8AC3E}">
        <p14:creationId xmlns:p14="http://schemas.microsoft.com/office/powerpoint/2010/main" val="42511274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3E33E-8C29-4864-AE4D-1F6A3211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Key Extending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4FE47AE-63FA-4B6D-8C41-9AA79CF7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82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F1C240-4284-4491-9950-5A8669138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056639"/>
              </p:ext>
            </p:extLst>
          </p:nvPr>
        </p:nvGraphicFramePr>
        <p:xfrm>
          <a:off x="1846580" y="1846729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Resim 6">
            <a:extLst>
              <a:ext uri="{FF2B5EF4-FFF2-40B4-BE49-F238E27FC236}">
                <a16:creationId xmlns:a16="http://schemas.microsoft.com/office/drawing/2014/main" id="{80723C28-1B63-4E50-ADAB-E8B901FD21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233" y="5099030"/>
            <a:ext cx="4210050" cy="119062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C4FCFA4E-28B4-4039-8D1D-34F6E93947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792" y="5205459"/>
            <a:ext cx="4766551" cy="1151067"/>
          </a:xfrm>
          <a:prstGeom prst="rect">
            <a:avLst/>
          </a:prstGeom>
        </p:spPr>
      </p:pic>
      <p:sp>
        <p:nvSpPr>
          <p:cNvPr id="9" name="Dikdörtgen 8">
            <a:hlinkClick r:id="rId9"/>
            <a:extLst>
              <a:ext uri="{FF2B5EF4-FFF2-40B4-BE49-F238E27FC236}">
                <a16:creationId xmlns:a16="http://schemas.microsoft.com/office/drawing/2014/main" id="{070EE1A3-B526-45E1-BA88-4C6AF18ADC07}"/>
              </a:ext>
            </a:extLst>
          </p:cNvPr>
          <p:cNvSpPr/>
          <p:nvPr/>
        </p:nvSpPr>
        <p:spPr>
          <a:xfrm>
            <a:off x="3713525" y="6351970"/>
            <a:ext cx="41465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https://learnmeabitcoin.com/technical/extended-keys</a:t>
            </a:r>
          </a:p>
        </p:txBody>
      </p:sp>
    </p:spTree>
    <p:extLst>
      <p:ext uri="{BB962C8B-B14F-4D97-AF65-F5344CB8AC3E}">
        <p14:creationId xmlns:p14="http://schemas.microsoft.com/office/powerpoint/2010/main" val="36809578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3E33E-8C29-4864-AE4D-1F6A3211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Extended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FF590B6-7AB9-4773-8D76-20F1D1EB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83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2D532B-01F5-41D4-9606-2EABF90FF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3209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84223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6">
            <a:extLst>
              <a:ext uri="{FF2B5EF4-FFF2-40B4-BE49-F238E27FC236}">
                <a16:creationId xmlns:a16="http://schemas.microsoft.com/office/drawing/2014/main" id="{7D7C26DF-010F-4A6C-982F-93ABB4C0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08015-DD41-45F1-89BC-B5FC0465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4697" y="1508760"/>
            <a:ext cx="3229574" cy="1691640"/>
          </a:xfrm>
        </p:spPr>
        <p:txBody>
          <a:bodyPr anchor="b">
            <a:normAutofit/>
          </a:bodyPr>
          <a:lstStyle/>
          <a:p>
            <a:r>
              <a:rPr lang="tr-TR" sz="3400"/>
              <a:t>Extended Key: Root of Branch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BFBF4-BED4-4F13-82BA-122D52FC7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76" y="1097897"/>
            <a:ext cx="7352692" cy="4540286"/>
          </a:xfrm>
          <a:prstGeom prst="rect">
            <a:avLst/>
          </a:prstGeom>
        </p:spPr>
      </p:pic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F8536D6-0BF0-40E2-92ED-C10107BC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6488" y="374904"/>
            <a:ext cx="2377440" cy="81381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6D22F896-40B5-4ADD-8801-0D06FADFA095}" type="slidenum">
              <a:rPr lang="en-US" smtClean="0"/>
              <a:pPr algn="l">
                <a:spcAft>
                  <a:spcPts val="600"/>
                </a:spcAft>
              </a:pPr>
              <a:t>84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C9801A-15FD-4714-AAAA-8EE472CC8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992006"/>
              </p:ext>
            </p:extLst>
          </p:nvPr>
        </p:nvGraphicFramePr>
        <p:xfrm>
          <a:off x="8474697" y="3200400"/>
          <a:ext cx="3229574" cy="2899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353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800E5-33CF-41EE-9B19-94B6F709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Extended Key Sharing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5B3F9A8-5490-4CE6-B291-97F6AF80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BABA0C-4762-4CEE-B09B-F4249AD2E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392392"/>
              </p:ext>
            </p:extLst>
          </p:nvPr>
        </p:nvGraphicFramePr>
        <p:xfrm>
          <a:off x="834190" y="2438399"/>
          <a:ext cx="10714344" cy="375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7974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F0124-568F-421D-932C-BD20115D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Encoding Extended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FFD0B5D-2E13-4ACF-ABFE-AF83E034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86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E1339D-D44D-4B24-919D-29ECF385F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17183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43189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F0124-568F-421D-932C-BD20115D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Encoding Extended Keys: Version Number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FFD0B5D-2E13-4ACF-ABFE-AF83E034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87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E1339D-D44D-4B24-919D-29ECF385F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91763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73774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91A2-1061-42BB-B6C3-3B4666A8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Example: Extended Private Key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7D88D6E-3784-4AA9-949C-6AB4C2D0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88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EE56E4-0E9C-47C3-9F92-94D4EE1AD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530685"/>
              </p:ext>
            </p:extLst>
          </p:nvPr>
        </p:nvGraphicFramePr>
        <p:xfrm>
          <a:off x="399047" y="2213811"/>
          <a:ext cx="11391899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85101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B91A2-1061-42BB-B6C3-3B4666A8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Example Extended Public Key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7D88D6E-3784-4AA9-949C-6AB4C2D0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89</a:t>
            </a:fld>
            <a:endParaRPr lang="en-US" sz="37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EE56E4-0E9C-47C3-9F92-94D4EE1AD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750531"/>
              </p:ext>
            </p:extLst>
          </p:nvPr>
        </p:nvGraphicFramePr>
        <p:xfrm>
          <a:off x="643422" y="2326106"/>
          <a:ext cx="11323989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1551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453" y="568345"/>
            <a:ext cx="10667999" cy="1560716"/>
          </a:xfrm>
        </p:spPr>
        <p:txBody>
          <a:bodyPr>
            <a:normAutofit/>
          </a:bodyPr>
          <a:lstStyle/>
          <a:p>
            <a:r>
              <a:rPr lang="tr-TR" dirty="0"/>
              <a:t>Public child key derivation: Alternatives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181A998-B421-4CFB-839F-6C7F9726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90</a:t>
            </a:fld>
            <a:endParaRPr lang="en-US" sz="37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C1DD08B-081B-4B2E-B208-2D4720F37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387326"/>
              </p:ext>
            </p:extLst>
          </p:nvPr>
        </p:nvGraphicFramePr>
        <p:xfrm>
          <a:off x="1798475" y="2352340"/>
          <a:ext cx="9701953" cy="215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up 4">
            <a:extLst>
              <a:ext uri="{FF2B5EF4-FFF2-40B4-BE49-F238E27FC236}">
                <a16:creationId xmlns:a16="http://schemas.microsoft.com/office/drawing/2014/main" id="{FDFB36D6-597F-4742-922E-30682FB92212}"/>
              </a:ext>
            </a:extLst>
          </p:cNvPr>
          <p:cNvGrpSpPr/>
          <p:nvPr/>
        </p:nvGrpSpPr>
        <p:grpSpPr>
          <a:xfrm>
            <a:off x="3867973" y="4927003"/>
            <a:ext cx="4942540" cy="1667842"/>
            <a:chOff x="3846458" y="4730728"/>
            <a:chExt cx="5613695" cy="2100785"/>
          </a:xfrm>
        </p:grpSpPr>
        <p:graphicFrame>
          <p:nvGraphicFramePr>
            <p:cNvPr id="4" name="Diyagram 3">
              <a:extLst>
                <a:ext uri="{FF2B5EF4-FFF2-40B4-BE49-F238E27FC236}">
                  <a16:creationId xmlns:a16="http://schemas.microsoft.com/office/drawing/2014/main" id="{E21C689B-A547-4F8F-851E-BF2DF44193B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26621846"/>
                </p:ext>
              </p:extLst>
            </p:nvPr>
          </p:nvGraphicFramePr>
          <p:xfrm>
            <a:off x="3850043" y="4730728"/>
            <a:ext cx="2196889" cy="99881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8" name="Diyagram 7">
              <a:extLst>
                <a:ext uri="{FF2B5EF4-FFF2-40B4-BE49-F238E27FC236}">
                  <a16:creationId xmlns:a16="http://schemas.microsoft.com/office/drawing/2014/main" id="{FF3F6BBD-7835-4F13-8A2A-2F446591F77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70922981"/>
                </p:ext>
              </p:extLst>
            </p:nvPr>
          </p:nvGraphicFramePr>
          <p:xfrm>
            <a:off x="3846458" y="5832701"/>
            <a:ext cx="2200474" cy="99881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pSp>
          <p:nvGrpSpPr>
            <p:cNvPr id="9" name="Grup 8">
              <a:extLst>
                <a:ext uri="{FF2B5EF4-FFF2-40B4-BE49-F238E27FC236}">
                  <a16:creationId xmlns:a16="http://schemas.microsoft.com/office/drawing/2014/main" id="{6C1716FA-5E1F-4637-A489-B2A37CB5D53E}"/>
                </a:ext>
              </a:extLst>
            </p:cNvPr>
            <p:cNvGrpSpPr/>
            <p:nvPr/>
          </p:nvGrpSpPr>
          <p:grpSpPr>
            <a:xfrm>
              <a:off x="7259680" y="5247994"/>
              <a:ext cx="2200473" cy="998812"/>
              <a:chOff x="3081694" y="0"/>
              <a:chExt cx="2200473" cy="998812"/>
            </a:xfrm>
          </p:grpSpPr>
          <p:sp>
            <p:nvSpPr>
              <p:cNvPr id="10" name="Dikdörtgen: Köşeleri Yuvarlatılmış 9">
                <a:extLst>
                  <a:ext uri="{FF2B5EF4-FFF2-40B4-BE49-F238E27FC236}">
                    <a16:creationId xmlns:a16="http://schemas.microsoft.com/office/drawing/2014/main" id="{F4D10C8A-277D-4F29-ACBE-CB154BCD7E9B}"/>
                  </a:ext>
                </a:extLst>
              </p:cNvPr>
              <p:cNvSpPr/>
              <p:nvPr/>
            </p:nvSpPr>
            <p:spPr>
              <a:xfrm>
                <a:off x="3081694" y="0"/>
                <a:ext cx="2200473" cy="998812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" name="Dikdörtgen: Köşeleri Yuvarlatılmış 4">
                <a:extLst>
                  <a:ext uri="{FF2B5EF4-FFF2-40B4-BE49-F238E27FC236}">
                    <a16:creationId xmlns:a16="http://schemas.microsoft.com/office/drawing/2014/main" id="{DBC908AC-5346-46CE-A33D-C4D9CF06FFE0}"/>
                  </a:ext>
                </a:extLst>
              </p:cNvPr>
              <p:cNvSpPr txBox="1"/>
              <p:nvPr/>
            </p:nvSpPr>
            <p:spPr>
              <a:xfrm>
                <a:off x="3110948" y="29254"/>
                <a:ext cx="2141965" cy="94030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tr-TR" sz="2600" kern="1200" dirty="0"/>
                  <a:t>Child </a:t>
                </a:r>
                <a:r>
                  <a:rPr lang="tr-TR" sz="2600" kern="1200" dirty="0" err="1"/>
                  <a:t>Public</a:t>
                </a:r>
                <a:r>
                  <a:rPr lang="tr-TR" sz="2600" kern="1200" dirty="0"/>
                  <a:t> </a:t>
                </a:r>
                <a:r>
                  <a:rPr lang="tr-TR" sz="2600" kern="1200" dirty="0" err="1"/>
                  <a:t>Key</a:t>
                </a:r>
                <a:endParaRPr lang="tr-TR" sz="2600" kern="1200" dirty="0"/>
              </a:p>
            </p:txBody>
          </p:sp>
        </p:grpSp>
        <p:grpSp>
          <p:nvGrpSpPr>
            <p:cNvPr id="12" name="Grup 11">
              <a:extLst>
                <a:ext uri="{FF2B5EF4-FFF2-40B4-BE49-F238E27FC236}">
                  <a16:creationId xmlns:a16="http://schemas.microsoft.com/office/drawing/2014/main" id="{EB33F6B0-12D4-49E2-99FF-B1BAA6647F85}"/>
                </a:ext>
              </a:extLst>
            </p:cNvPr>
            <p:cNvGrpSpPr/>
            <p:nvPr/>
          </p:nvGrpSpPr>
          <p:grpSpPr>
            <a:xfrm>
              <a:off x="6233873" y="4951299"/>
              <a:ext cx="461750" cy="540161"/>
              <a:chOff x="2396898" y="229325"/>
              <a:chExt cx="461750" cy="540161"/>
            </a:xfrm>
          </p:grpSpPr>
          <p:sp>
            <p:nvSpPr>
              <p:cNvPr id="13" name="Ok: Sağ 12">
                <a:extLst>
                  <a:ext uri="{FF2B5EF4-FFF2-40B4-BE49-F238E27FC236}">
                    <a16:creationId xmlns:a16="http://schemas.microsoft.com/office/drawing/2014/main" id="{8A356174-0A27-47E7-8E08-87C78C091ABE}"/>
                  </a:ext>
                </a:extLst>
              </p:cNvPr>
              <p:cNvSpPr/>
              <p:nvPr/>
            </p:nvSpPr>
            <p:spPr>
              <a:xfrm>
                <a:off x="2396898" y="229325"/>
                <a:ext cx="461750" cy="540161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4" name="Ok: Sağ 4">
                <a:extLst>
                  <a:ext uri="{FF2B5EF4-FFF2-40B4-BE49-F238E27FC236}">
                    <a16:creationId xmlns:a16="http://schemas.microsoft.com/office/drawing/2014/main" id="{5A538996-2231-48BD-AF05-0CFEF48955A6}"/>
                  </a:ext>
                </a:extLst>
              </p:cNvPr>
              <p:cNvSpPr txBox="1"/>
              <p:nvPr/>
            </p:nvSpPr>
            <p:spPr>
              <a:xfrm>
                <a:off x="2396898" y="337357"/>
                <a:ext cx="323225" cy="3240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2100" kern="1200"/>
              </a:p>
            </p:txBody>
          </p:sp>
        </p:grpSp>
        <p:grpSp>
          <p:nvGrpSpPr>
            <p:cNvPr id="15" name="Grup 14">
              <a:extLst>
                <a:ext uri="{FF2B5EF4-FFF2-40B4-BE49-F238E27FC236}">
                  <a16:creationId xmlns:a16="http://schemas.microsoft.com/office/drawing/2014/main" id="{EFFDA893-EC67-49A1-87D1-5812CD048B95}"/>
                </a:ext>
              </a:extLst>
            </p:cNvPr>
            <p:cNvGrpSpPr/>
            <p:nvPr/>
          </p:nvGrpSpPr>
          <p:grpSpPr>
            <a:xfrm>
              <a:off x="6233873" y="5976726"/>
              <a:ext cx="461750" cy="540161"/>
              <a:chOff x="2396898" y="229325"/>
              <a:chExt cx="461750" cy="540161"/>
            </a:xfrm>
          </p:grpSpPr>
          <p:sp>
            <p:nvSpPr>
              <p:cNvPr id="17" name="Ok: Sağ 16">
                <a:extLst>
                  <a:ext uri="{FF2B5EF4-FFF2-40B4-BE49-F238E27FC236}">
                    <a16:creationId xmlns:a16="http://schemas.microsoft.com/office/drawing/2014/main" id="{81042C06-F730-4FEF-8C93-2C0DACBB9671}"/>
                  </a:ext>
                </a:extLst>
              </p:cNvPr>
              <p:cNvSpPr/>
              <p:nvPr/>
            </p:nvSpPr>
            <p:spPr>
              <a:xfrm>
                <a:off x="2396898" y="229325"/>
                <a:ext cx="461750" cy="540161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8" name="Ok: Sağ 4">
                <a:extLst>
                  <a:ext uri="{FF2B5EF4-FFF2-40B4-BE49-F238E27FC236}">
                    <a16:creationId xmlns:a16="http://schemas.microsoft.com/office/drawing/2014/main" id="{F5F9D63E-FAC6-4D69-866D-AE7AFF9A1EE8}"/>
                  </a:ext>
                </a:extLst>
              </p:cNvPr>
              <p:cNvSpPr txBox="1"/>
              <p:nvPr/>
            </p:nvSpPr>
            <p:spPr>
              <a:xfrm>
                <a:off x="2396898" y="337357"/>
                <a:ext cx="323225" cy="3240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2100" kern="1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99075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9ADAE9-DC89-44AE-8F02-13BE1597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1746" y="274149"/>
            <a:ext cx="905431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91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3D836A-E109-4851-8398-4F1DDDBC588D}"/>
              </a:ext>
            </a:extLst>
          </p:cNvPr>
          <p:cNvSpPr/>
          <p:nvPr/>
        </p:nvSpPr>
        <p:spPr>
          <a:xfrm>
            <a:off x="529387" y="2614863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5" name="Callout: Right Arrow 4">
            <a:extLst>
              <a:ext uri="{FF2B5EF4-FFF2-40B4-BE49-F238E27FC236}">
                <a16:creationId xmlns:a16="http://schemas.microsoft.com/office/drawing/2014/main" id="{5CE5E1B8-1EFD-401F-ADF7-DB86BAA4050E}"/>
              </a:ext>
            </a:extLst>
          </p:cNvPr>
          <p:cNvSpPr/>
          <p:nvPr/>
        </p:nvSpPr>
        <p:spPr>
          <a:xfrm>
            <a:off x="2454441" y="1379622"/>
            <a:ext cx="1796717" cy="1860884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37FE87-2736-44E9-9AE7-F37966161DE0}"/>
              </a:ext>
            </a:extLst>
          </p:cNvPr>
          <p:cNvSpPr/>
          <p:nvPr/>
        </p:nvSpPr>
        <p:spPr>
          <a:xfrm>
            <a:off x="521366" y="3665621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3AF48F-DB41-469A-94A0-BD355D84E7E3}"/>
              </a:ext>
            </a:extLst>
          </p:cNvPr>
          <p:cNvSpPr/>
          <p:nvPr/>
        </p:nvSpPr>
        <p:spPr>
          <a:xfrm>
            <a:off x="5414207" y="1331495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BC59EE-091D-42DA-9C3B-9046B1EC2B12}"/>
              </a:ext>
            </a:extLst>
          </p:cNvPr>
          <p:cNvSpPr/>
          <p:nvPr/>
        </p:nvSpPr>
        <p:spPr>
          <a:xfrm>
            <a:off x="5406186" y="2382253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28E5F30E-1610-4459-8587-EE0862D0C784}"/>
              </a:ext>
            </a:extLst>
          </p:cNvPr>
          <p:cNvSpPr/>
          <p:nvPr/>
        </p:nvSpPr>
        <p:spPr>
          <a:xfrm>
            <a:off x="7972926" y="4523874"/>
            <a:ext cx="159618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126CDA-76EF-4287-A2DD-1AF5D4C1CA10}"/>
              </a:ext>
            </a:extLst>
          </p:cNvPr>
          <p:cNvSpPr/>
          <p:nvPr/>
        </p:nvSpPr>
        <p:spPr>
          <a:xfrm>
            <a:off x="10523617" y="2478506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158972-B9C7-40B2-B092-6D49F0F37B31}"/>
              </a:ext>
            </a:extLst>
          </p:cNvPr>
          <p:cNvSpPr/>
          <p:nvPr/>
        </p:nvSpPr>
        <p:spPr>
          <a:xfrm>
            <a:off x="10515596" y="3529264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7D8C0B-0F74-4371-ABFE-0ED8BCCEB5A0}"/>
              </a:ext>
            </a:extLst>
          </p:cNvPr>
          <p:cNvSpPr/>
          <p:nvPr/>
        </p:nvSpPr>
        <p:spPr>
          <a:xfrm>
            <a:off x="5446291" y="3914274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681D61-A281-4AD3-9A10-A0D72CA544BE}"/>
              </a:ext>
            </a:extLst>
          </p:cNvPr>
          <p:cNvSpPr/>
          <p:nvPr/>
        </p:nvSpPr>
        <p:spPr>
          <a:xfrm>
            <a:off x="5438270" y="4965032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21" name="Callout: Right Arrow 20">
            <a:extLst>
              <a:ext uri="{FF2B5EF4-FFF2-40B4-BE49-F238E27FC236}">
                <a16:creationId xmlns:a16="http://schemas.microsoft.com/office/drawing/2014/main" id="{D54E0775-2F9D-4BDA-A69F-EC61C971B72C}"/>
              </a:ext>
            </a:extLst>
          </p:cNvPr>
          <p:cNvSpPr/>
          <p:nvPr/>
        </p:nvSpPr>
        <p:spPr>
          <a:xfrm>
            <a:off x="2486526" y="4010527"/>
            <a:ext cx="1684421" cy="179671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Elliptic Curve Multp.</a:t>
            </a:r>
          </a:p>
        </p:txBody>
      </p:sp>
      <p:sp>
        <p:nvSpPr>
          <p:cNvPr id="22" name="Callout: Right Arrow 21">
            <a:extLst>
              <a:ext uri="{FF2B5EF4-FFF2-40B4-BE49-F238E27FC236}">
                <a16:creationId xmlns:a16="http://schemas.microsoft.com/office/drawing/2014/main" id="{FA1EE905-B27D-493B-A977-6D846E62F14D}"/>
              </a:ext>
            </a:extLst>
          </p:cNvPr>
          <p:cNvSpPr/>
          <p:nvPr/>
        </p:nvSpPr>
        <p:spPr>
          <a:xfrm>
            <a:off x="8029073" y="1307432"/>
            <a:ext cx="1684421" cy="179671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Elliptic Curve Multp.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4F8E4A4B-5734-4CF2-8D99-34302E14FE1A}"/>
              </a:ext>
            </a:extLst>
          </p:cNvPr>
          <p:cNvSpPr/>
          <p:nvPr/>
        </p:nvSpPr>
        <p:spPr>
          <a:xfrm>
            <a:off x="2053389" y="673768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5F99EB0A-2CDE-4984-AC89-DCC229B2682E}"/>
              </a:ext>
            </a:extLst>
          </p:cNvPr>
          <p:cNvSpPr/>
          <p:nvPr/>
        </p:nvSpPr>
        <p:spPr>
          <a:xfrm>
            <a:off x="3152273" y="665747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F15E07CB-2B13-4E82-83C7-272A04095AF6}"/>
              </a:ext>
            </a:extLst>
          </p:cNvPr>
          <p:cNvSpPr/>
          <p:nvPr/>
        </p:nvSpPr>
        <p:spPr>
          <a:xfrm>
            <a:off x="7467599" y="3874168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D203538E-5FC6-46E4-93DE-DFDC180BC236}"/>
              </a:ext>
            </a:extLst>
          </p:cNvPr>
          <p:cNvSpPr/>
          <p:nvPr/>
        </p:nvSpPr>
        <p:spPr>
          <a:xfrm>
            <a:off x="8566483" y="3866147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63FD92A-5946-4680-BB8A-E64E3C76F1D7}"/>
              </a:ext>
            </a:extLst>
          </p:cNvPr>
          <p:cNvSpPr/>
          <p:nvPr/>
        </p:nvSpPr>
        <p:spPr>
          <a:xfrm>
            <a:off x="1796717" y="112295"/>
            <a:ext cx="8309811" cy="561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38173113-F226-45D9-A09E-D97A8834120C}"/>
              </a:ext>
            </a:extLst>
          </p:cNvPr>
          <p:cNvSpPr/>
          <p:nvPr/>
        </p:nvSpPr>
        <p:spPr>
          <a:xfrm>
            <a:off x="1925053" y="6200273"/>
            <a:ext cx="8117305" cy="5293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579FDBBA-D6F3-4D75-95AE-307E1B203FFC}"/>
              </a:ext>
            </a:extLst>
          </p:cNvPr>
          <p:cNvSpPr/>
          <p:nvPr/>
        </p:nvSpPr>
        <p:spPr>
          <a:xfrm>
            <a:off x="5518485" y="5983705"/>
            <a:ext cx="978568" cy="87429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44090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A6D3E9-68C4-4D86-A35F-804AFD3D2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46" y="1504880"/>
            <a:ext cx="9093627" cy="44415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65F4F5-5ECE-4C07-8C0B-46EAF5AED018}"/>
              </a:ext>
            </a:extLst>
          </p:cNvPr>
          <p:cNvSpPr/>
          <p:nvPr/>
        </p:nvSpPr>
        <p:spPr>
          <a:xfrm>
            <a:off x="2419604" y="6138937"/>
            <a:ext cx="8762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MinionPro-It"/>
              </a:rPr>
              <a:t>Figure 5-11. Extending a parent public key to create a child public key</a:t>
            </a:r>
            <a:endParaRPr lang="tr-TR" sz="48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C2B7491-D9B4-4EFD-BC06-C4232C62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3489" y="62526"/>
            <a:ext cx="1915875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92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873567-D4A2-410A-8FFF-D54C0DF324C9}"/>
              </a:ext>
            </a:extLst>
          </p:cNvPr>
          <p:cNvSpPr txBox="1">
            <a:spLocks/>
          </p:cNvSpPr>
          <p:nvPr/>
        </p:nvSpPr>
        <p:spPr>
          <a:xfrm>
            <a:off x="1782412" y="327714"/>
            <a:ext cx="9701953" cy="11321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9000"/>
              </a:lnSpc>
              <a:spcBef>
                <a:spcPct val="0"/>
              </a:spcBef>
              <a:buNone/>
              <a:defRPr sz="4400" kern="12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/>
              <a:t>1.From Parent Public Key: Method</a:t>
            </a:r>
          </a:p>
        </p:txBody>
      </p:sp>
    </p:spTree>
    <p:extLst>
      <p:ext uri="{BB962C8B-B14F-4D97-AF65-F5344CB8AC3E}">
        <p14:creationId xmlns:p14="http://schemas.microsoft.com/office/powerpoint/2010/main" val="41129651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10152915" cy="1560716"/>
          </a:xfrm>
        </p:spPr>
        <p:txBody>
          <a:bodyPr>
            <a:normAutofit/>
          </a:bodyPr>
          <a:lstStyle/>
          <a:p>
            <a:r>
              <a:rPr lang="tr-TR" dirty="0"/>
              <a:t>1. From Parent Public Key: Protection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3D0C91E-C43D-48F2-87B9-CECF4615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93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A84720-9BD6-4277-8192-18FF7A4B06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96956"/>
              </p:ext>
            </p:extLst>
          </p:nvPr>
        </p:nvGraphicFramePr>
        <p:xfrm>
          <a:off x="2263675" y="2759242"/>
          <a:ext cx="9701953" cy="2181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2073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716" y="568345"/>
            <a:ext cx="10186737" cy="1560716"/>
          </a:xfrm>
        </p:spPr>
        <p:txBody>
          <a:bodyPr>
            <a:normAutofit/>
          </a:bodyPr>
          <a:lstStyle/>
          <a:p>
            <a:r>
              <a:rPr lang="tr-TR" sz="4000" dirty="0"/>
              <a:t>1. From Parent Public Key: E-Commerce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6B55A14-407D-4BC6-B0C6-D0CC1A49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155380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94</a:t>
            </a:fld>
            <a:endParaRPr lang="en-US" sz="37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1B136-ECAB-4E4D-8AE7-2D2447B52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499011"/>
              </p:ext>
            </p:extLst>
          </p:nvPr>
        </p:nvGraphicFramePr>
        <p:xfrm>
          <a:off x="978568" y="2422358"/>
          <a:ext cx="10902533" cy="3705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77191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496" y="568345"/>
            <a:ext cx="10603830" cy="1560716"/>
          </a:xfrm>
        </p:spPr>
        <p:txBody>
          <a:bodyPr>
            <a:normAutofit/>
          </a:bodyPr>
          <a:lstStyle/>
          <a:p>
            <a:r>
              <a:rPr lang="tr-TR" dirty="0"/>
              <a:t>1.From Parent Public Key: Cold Storage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5F44CD8-9DDD-4132-87E8-1892B3A9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95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7455FC-EEB5-4698-ADDC-B4A56907FA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3070645"/>
              </p:ext>
            </p:extLst>
          </p:nvPr>
        </p:nvGraphicFramePr>
        <p:xfrm>
          <a:off x="577516" y="2438399"/>
          <a:ext cx="10971017" cy="3866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56185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527" y="375839"/>
            <a:ext cx="10634178" cy="1560716"/>
          </a:xfrm>
        </p:spPr>
        <p:txBody>
          <a:bodyPr>
            <a:normAutofit/>
          </a:bodyPr>
          <a:lstStyle/>
          <a:p>
            <a:r>
              <a:rPr lang="tr-TR" sz="4000" dirty="0"/>
              <a:t>1.From Parent Public Key: Receving Funds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18BBB79-0D58-45AE-8AD2-134FD885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96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7A48F-B886-454C-A690-8630174C0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18787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64943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10191228" cy="1560716"/>
          </a:xfrm>
        </p:spPr>
        <p:txBody>
          <a:bodyPr>
            <a:normAutofit/>
          </a:bodyPr>
          <a:lstStyle/>
          <a:p>
            <a:pPr lvl="0"/>
            <a:r>
              <a:rPr lang="tr-TR" sz="4000" dirty="0"/>
              <a:t>1.From Parent Public Key: Gabriel’s Case</a:t>
            </a:r>
            <a:endParaRPr lang="en-US" sz="40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9C6C82C-152C-458F-B71E-938A06F6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97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6800F6-E7FA-4955-B6D1-D1B889CF3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19756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8290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4570C48-D6A4-46E4-8632-5854126C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98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DD9FAC-2D11-4FF4-B2D9-38CE54442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90592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402677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5B49104-C1FC-40BC-9182-99D86DC0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99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9AE746-3DA4-42B5-82A2-4B5141347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7234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59857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A9A492B-5A93-468D-883D-8E270BBC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100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64DF56-8BD7-4AD5-B39B-8E8D5267E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4366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575878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74B0E31-B0B0-46FA-92C1-A6CD5DEA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101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DBEC436-B245-4A4A-8A27-C5441D89F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39249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75568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BC98C9-A9BA-4FF8-9919-D032E7B86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937" y="586628"/>
            <a:ext cx="6833800" cy="53168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1A1A0A-5E6F-490E-888A-D9E5CAB344C4}"/>
              </a:ext>
            </a:extLst>
          </p:cNvPr>
          <p:cNvSpPr/>
          <p:nvPr/>
        </p:nvSpPr>
        <p:spPr>
          <a:xfrm>
            <a:off x="2818105" y="6097217"/>
            <a:ext cx="7859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MinionPro-It"/>
              </a:rPr>
              <a:t>Figure 5-12. Exporting an </a:t>
            </a:r>
            <a:r>
              <a:rPr lang="en-US" sz="2400" i="1" dirty="0" err="1">
                <a:latin typeface="MinionPro-It"/>
              </a:rPr>
              <a:t>xpub</a:t>
            </a:r>
            <a:r>
              <a:rPr lang="en-US" sz="2400" i="1" dirty="0">
                <a:latin typeface="MinionPro-It"/>
              </a:rPr>
              <a:t> from a </a:t>
            </a:r>
            <a:r>
              <a:rPr lang="en-US" sz="2400" i="1" dirty="0" err="1">
                <a:latin typeface="MinionPro-It"/>
              </a:rPr>
              <a:t>Trezor</a:t>
            </a:r>
            <a:r>
              <a:rPr lang="en-US" sz="2400" i="1" dirty="0">
                <a:latin typeface="MinionPro-It"/>
              </a:rPr>
              <a:t> hardware wallet</a:t>
            </a:r>
            <a:endParaRPr lang="tr-TR" sz="48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F8A47A7-B2D5-4974-9878-08CC04E9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1714" y="284493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5566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777D84-B0EB-4F70-8B3F-DCC06E77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6B6770C-0579-4C93-922D-C803E909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103</a:t>
            </a:fld>
            <a:endParaRPr lang="en-US" sz="37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874DD5D-FC36-4F9D-A84B-2E2AB2E4B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6161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56986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00846AC-939F-4981-8D9C-54BC0412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104</a:t>
            </a:fld>
            <a:endParaRPr lang="en-US" sz="3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FE600-7A73-4593-8F7A-B59F4671D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286" y="2662989"/>
            <a:ext cx="5091911" cy="3144253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AFAB8E-F017-48ED-9D81-A849C3A49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702903"/>
              </p:ext>
            </p:extLst>
          </p:nvPr>
        </p:nvGraphicFramePr>
        <p:xfrm>
          <a:off x="928435" y="2229853"/>
          <a:ext cx="6338639" cy="3978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99EBF5-F75E-4C1B-B0FE-224F7FFD376F}"/>
              </a:ext>
            </a:extLst>
          </p:cNvPr>
          <p:cNvSpPr/>
          <p:nvPr/>
        </p:nvSpPr>
        <p:spPr>
          <a:xfrm>
            <a:off x="9769642" y="3144253"/>
            <a:ext cx="417095" cy="2887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A50D9AC1-8563-440F-8EC1-75612AA133AB}"/>
              </a:ext>
            </a:extLst>
          </p:cNvPr>
          <p:cNvSpPr/>
          <p:nvPr/>
        </p:nvSpPr>
        <p:spPr>
          <a:xfrm>
            <a:off x="10218821" y="2358189"/>
            <a:ext cx="834190" cy="368968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/>
              <a:t>xPRV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88B1CD-FB6F-4634-8AB0-91F2979D7943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9978190" y="2727157"/>
            <a:ext cx="657726" cy="4170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9312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D9CD09E-3B2D-4F07-AF5C-1B9DC076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105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465A05-2EDF-47FA-914C-32FB04ACA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7057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1297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D9CD09E-3B2D-4F07-AF5C-1B9DC076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106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465A05-2EDF-47FA-914C-32FB04ACA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9041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2480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07A0FC3-08EE-407D-8BFE-E500EBE5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107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A68CD4-7EB4-423C-B74E-6065FA0DA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302774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219818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07A0FC3-08EE-407D-8BFE-E500EBE5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108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A68CD4-7EB4-423C-B74E-6065FA0DA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7267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3574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0C2191-732B-41B8-BA69-8818CB66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894" y="1347536"/>
            <a:ext cx="8283143" cy="48199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8ED65C-B7FE-4E05-BE92-B3742290F702}"/>
              </a:ext>
            </a:extLst>
          </p:cNvPr>
          <p:cNvSpPr/>
          <p:nvPr/>
        </p:nvSpPr>
        <p:spPr>
          <a:xfrm>
            <a:off x="3112276" y="6375991"/>
            <a:ext cx="7182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MinionPro-It"/>
              </a:rPr>
              <a:t>Figure 5-13. Hardened derivation of a child key; omits the parent public key</a:t>
            </a:r>
            <a:endParaRPr lang="tr-TR" sz="40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0C957AB-ACD8-4FB6-823D-470C78FA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4032" y="179874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109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7610C1-7C6B-4A0F-8761-E890719419A4}"/>
              </a:ext>
            </a:extLst>
          </p:cNvPr>
          <p:cNvSpPr txBox="1">
            <a:spLocks/>
          </p:cNvSpPr>
          <p:nvPr/>
        </p:nvSpPr>
        <p:spPr>
          <a:xfrm>
            <a:off x="1525738" y="327713"/>
            <a:ext cx="9701953" cy="15607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9000"/>
              </a:lnSpc>
              <a:spcBef>
                <a:spcPct val="0"/>
              </a:spcBef>
              <a:buNone/>
              <a:defRPr sz="4400" kern="12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Hardened child key derivation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934698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2EF17-1173-4461-88CA-344C147C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Hardening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795378F-6F41-40A6-AC41-47E26DAE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110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3D966D8-E4E7-403E-8117-D7D48DDE0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5537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52181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2EF17-1173-4461-88CA-344C147C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Hardening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795378F-6F41-40A6-AC41-47E26DAE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111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3D966D8-E4E7-403E-8117-D7D48DDE0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62212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5047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95C4C-E61B-4965-B46A-EFD10A4B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Best Practice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C03F2841-EB15-4E2E-B245-F8D56EE8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112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A2B9B6-EA8E-46E6-B373-F0E4EB4B1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1224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9524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1C0ED-2C96-4714-BC18-3B3681DC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Index numbers for normal and hardened derivation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3C24246-2190-4977-8D19-3C252AD7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113</a:t>
            </a:fld>
            <a:endParaRPr lang="en-US" sz="37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084B334-DF7F-4975-8C53-3C514E241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85379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88673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1C0ED-2C96-4714-BC18-3B3681DC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Index numbers for normal and hardened derivation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3C24246-2190-4977-8D19-3C252AD7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114</a:t>
            </a:fld>
            <a:endParaRPr lang="en-US" sz="37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084B334-DF7F-4975-8C53-3C514E241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717932"/>
              </p:ext>
            </p:extLst>
          </p:nvPr>
        </p:nvGraphicFramePr>
        <p:xfrm>
          <a:off x="978568" y="2438399"/>
          <a:ext cx="10698301" cy="383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456656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1C0ED-2C96-4714-BC18-3B3681DC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Index numbers for normal and hardened derivation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B4F9124-F147-4D26-B2A2-802663F6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115</a:t>
            </a:fld>
            <a:endParaRPr lang="en-US" sz="3700"/>
          </a:p>
        </p:txBody>
      </p:sp>
      <p:cxnSp>
        <p:nvCxnSpPr>
          <p:cNvPr id="32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536E33-BA88-46F6-A587-7603148D5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87964"/>
              </p:ext>
            </p:extLst>
          </p:nvPr>
        </p:nvGraphicFramePr>
        <p:xfrm>
          <a:off x="368968" y="2438399"/>
          <a:ext cx="11179565" cy="417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21690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93CEC29F-1DDE-49D7-9176-C0D8E762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116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E5C0D1E-F9C8-495E-80E2-21C95828D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327597"/>
            <a:ext cx="8572500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ikdörtgen 2">
            <a:hlinkClick r:id="rId3"/>
            <a:extLst>
              <a:ext uri="{FF2B5EF4-FFF2-40B4-BE49-F238E27FC236}">
                <a16:creationId xmlns:a16="http://schemas.microsoft.com/office/drawing/2014/main" id="{1EB36D3F-8BDA-4454-9A1A-383A7DD87C83}"/>
              </a:ext>
            </a:extLst>
          </p:cNvPr>
          <p:cNvSpPr/>
          <p:nvPr/>
        </p:nvSpPr>
        <p:spPr>
          <a:xfrm>
            <a:off x="3867498" y="6292827"/>
            <a:ext cx="41465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https://learnmeabitcoin.com/technical/extended-keys</a:t>
            </a:r>
          </a:p>
        </p:txBody>
      </p:sp>
    </p:spTree>
    <p:extLst>
      <p:ext uri="{BB962C8B-B14F-4D97-AF65-F5344CB8AC3E}">
        <p14:creationId xmlns:p14="http://schemas.microsoft.com/office/powerpoint/2010/main" val="200209317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HD Wallet Key Identifier (Path)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F3CA382-A961-4E0E-8705-043972B6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117</a:t>
            </a:fld>
            <a:endParaRPr lang="en-US" sz="3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A4275-CD16-45C6-BBC9-864C275C6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78418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937890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HD Wallet Key Identifier (Path)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F3CA382-A961-4E0E-8705-043972B6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118</a:t>
            </a:fld>
            <a:endParaRPr lang="en-US" sz="3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A4275-CD16-45C6-BBC9-864C275C6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09765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984833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HD Wallet Key Identifier (Path)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F9303AB-E171-41C7-865E-2FA82EDD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119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E38028D-1C1B-4926-B27C-FB588ABD2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0694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24497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/>
          <a:lstStyle/>
          <a:p>
            <a:r>
              <a:rPr lang="en-US"/>
              <a:t>HD Wallet Key Identifier (Path)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BFA1B-C85E-4412-BFAF-6F31AD7B6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943" y="3331363"/>
            <a:ext cx="9179866" cy="24979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60E4CB-1E0D-4C18-B1C0-6167EEF034A2}"/>
              </a:ext>
            </a:extLst>
          </p:cNvPr>
          <p:cNvSpPr/>
          <p:nvPr/>
        </p:nvSpPr>
        <p:spPr>
          <a:xfrm>
            <a:off x="3070358" y="2983505"/>
            <a:ext cx="3829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MinionPro-It"/>
              </a:rPr>
              <a:t>Table 5-6. HD wallet path examples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8D7BC2B-25E7-4F2E-B9B4-480E2485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60877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CC663-7077-4D27-B507-E3612532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00C495C-C5EC-48DA-A1E9-A68B604D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121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EEC401-9E51-413E-95C9-D31B98F63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27087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016788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CC663-7077-4D27-B507-E3612532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00C495C-C5EC-48DA-A1E9-A68B604D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122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EEC401-9E51-413E-95C9-D31B98F63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3672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5000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DA05F61-B408-4983-AFCC-DDB51D19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123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B606C8-5656-4D3D-9C38-BDDB5F029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84288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8277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8ED1DEF-27E3-44A2-BAE4-1E3EB609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124</a:t>
            </a:fld>
            <a:endParaRPr lang="en-US" sz="37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C13BCF7F-DD5A-4D5C-928F-2A84BE2A3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75295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97278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 title="Rule Line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347" y="568345"/>
            <a:ext cx="9151186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4C53C2D-6DE0-45F8-8679-63971E420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462251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904127D-FE12-4C45-BAFE-62D6092A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35541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C5B3155-9584-4EC6-9E47-52D0D9BC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126</a:t>
            </a:fld>
            <a:endParaRPr lang="en-US" sz="370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4C53C2D-6DE0-45F8-8679-63971E420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101104"/>
              </p:ext>
            </p:extLst>
          </p:nvPr>
        </p:nvGraphicFramePr>
        <p:xfrm>
          <a:off x="358588" y="2438400"/>
          <a:ext cx="11346050" cy="3836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549667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59FC605-FA15-4793-A1E8-4E42044A1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127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20D582-2442-435D-8D6B-39F6E8B44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84693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59521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FED749-938E-4B16-8D90-C04F8702B73A}"/>
              </a:ext>
            </a:extLst>
          </p:cNvPr>
          <p:cNvSpPr/>
          <p:nvPr/>
        </p:nvSpPr>
        <p:spPr>
          <a:xfrm>
            <a:off x="3825089" y="1287198"/>
            <a:ext cx="4541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i="1" dirty="0">
                <a:latin typeface="MinionPro-It"/>
              </a:rPr>
              <a:t>Table 5-7. BIP-44 HD wallet structure examples</a:t>
            </a:r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B3AAE-2CC8-484C-B7F4-70D6545D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209" y="2511995"/>
            <a:ext cx="8283001" cy="1737223"/>
          </a:xfrm>
          <a:prstGeom prst="rect">
            <a:avLst/>
          </a:prstGeo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534A0A8-1231-4ACD-8D0C-E7C3547D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72716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9">
            <a:extLst>
              <a:ext uri="{FF2B5EF4-FFF2-40B4-BE49-F238E27FC236}">
                <a16:creationId xmlns:a16="http://schemas.microsoft.com/office/drawing/2014/main" id="{39BCE03C-B7E6-4AC4-97BD-6C046CA21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C0200D4-F036-449F-93FC-DF7D9EEF2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3CBAE784-2730-4857-9CB0-338381F53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cxnSp>
        <p:nvCxnSpPr>
          <p:cNvPr id="23" name="Straight Connector 13">
            <a:extLst>
              <a:ext uri="{FF2B5EF4-FFF2-40B4-BE49-F238E27FC236}">
                <a16:creationId xmlns:a16="http://schemas.microsoft.com/office/drawing/2014/main" id="{C8328FE1-BD1A-401B-8AA8-71857B2CC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necklace&#10;&#10;Description generated with high confidence">
            <a:extLst>
              <a:ext uri="{FF2B5EF4-FFF2-40B4-BE49-F238E27FC236}">
                <a16:creationId xmlns:a16="http://schemas.microsoft.com/office/drawing/2014/main" id="{44705BF3-91A6-4CB6-9A5A-14F3DAB2A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86" b="16801"/>
          <a:stretch/>
        </p:blipFill>
        <p:spPr>
          <a:xfrm>
            <a:off x="-91671" y="-132070"/>
            <a:ext cx="12192000" cy="6862703"/>
          </a:xfrm>
          <a:prstGeom prst="rect">
            <a:avLst/>
          </a:prstGeom>
        </p:spPr>
      </p:pic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6FBE0-F071-449F-82EC-4CC1A7FD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9000"/>
              </a:lnSpc>
            </a:pPr>
            <a:r>
              <a:rPr lang="en-US" sz="4400"/>
              <a:t>Discussions</a:t>
            </a:r>
          </a:p>
        </p:txBody>
      </p:sp>
      <p:cxnSp>
        <p:nvCxnSpPr>
          <p:cNvPr id="25" name="Straight Connector 17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7" name="Diagram 2">
            <a:extLst>
              <a:ext uri="{FF2B5EF4-FFF2-40B4-BE49-F238E27FC236}">
                <a16:creationId xmlns:a16="http://schemas.microsoft.com/office/drawing/2014/main" id="{DE3708F2-A1D4-4388-9BB8-B0E9298F59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8273127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34297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Yer Tutucusu 8">
            <a:extLst>
              <a:ext uri="{FF2B5EF4-FFF2-40B4-BE49-F238E27FC236}">
                <a16:creationId xmlns:a16="http://schemas.microsoft.com/office/drawing/2014/main" id="{09E4C52F-22C1-46BF-B5D9-B21F0859878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5509" b="550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5194</Words>
  <Application>Microsoft Office PowerPoint</Application>
  <PresentationFormat>Geniş ekran</PresentationFormat>
  <Paragraphs>1409</Paragraphs>
  <Slides>130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130</vt:i4>
      </vt:variant>
    </vt:vector>
  </HeadingPairs>
  <TitlesOfParts>
    <vt:vector size="139" baseType="lpstr">
      <vt:lpstr>Arial</vt:lpstr>
      <vt:lpstr>Calibri</vt:lpstr>
      <vt:lpstr>Century Schoolbook</vt:lpstr>
      <vt:lpstr>Corbel</vt:lpstr>
      <vt:lpstr>MinionPro-It</vt:lpstr>
      <vt:lpstr>MinionPro-Regular</vt:lpstr>
      <vt:lpstr>Times New Roman</vt:lpstr>
      <vt:lpstr>UbuntuMono-Regular</vt:lpstr>
      <vt:lpstr>Feathered</vt:lpstr>
      <vt:lpstr>Chapter 5 Wallets</vt:lpstr>
      <vt:lpstr>Content</vt:lpstr>
      <vt:lpstr>Wallets</vt:lpstr>
      <vt:lpstr>Wallets</vt:lpstr>
      <vt:lpstr>Wallet Usecases</vt:lpstr>
      <vt:lpstr>Wallet Technology Overview</vt:lpstr>
      <vt:lpstr>Wallet Technology Overview</vt:lpstr>
      <vt:lpstr>Wallet Technology Overview</vt:lpstr>
      <vt:lpstr>Wallet Technology Overview</vt:lpstr>
      <vt:lpstr>Wallet Technology Overview</vt:lpstr>
      <vt:lpstr>Types of Wallet vs Key Relations</vt:lpstr>
      <vt:lpstr>Nondeterministic or JBOK wallet </vt:lpstr>
      <vt:lpstr>Deterministic Wallet</vt:lpstr>
      <vt:lpstr>Deterministic Wallet</vt:lpstr>
      <vt:lpstr>Nondeterministic (Random) Wallets</vt:lpstr>
      <vt:lpstr>Nondeterministic (Random) Wallets</vt:lpstr>
      <vt:lpstr>Nondeterministic (Random) Wallets: Disadvantages</vt:lpstr>
      <vt:lpstr>PowerPoint Sunusu</vt:lpstr>
      <vt:lpstr>Deterministic (Seeded) Wallets</vt:lpstr>
      <vt:lpstr>Deterministic (Seeded) Wallets</vt:lpstr>
      <vt:lpstr>Deterministic (Seeded) Wallets</vt:lpstr>
      <vt:lpstr>PowerPoint Sunusu</vt:lpstr>
      <vt:lpstr>HD Wallets (BIP-32/BIP-44)</vt:lpstr>
      <vt:lpstr>PowerPoint Sunusu</vt:lpstr>
      <vt:lpstr>Advantages of HD Wallets</vt:lpstr>
      <vt:lpstr>Advantages of HD Wallets</vt:lpstr>
      <vt:lpstr>BIP-39-Seeds and Mnemonic Codes</vt:lpstr>
      <vt:lpstr>Seed Mnemonics</vt:lpstr>
      <vt:lpstr>Wallet Best Practices</vt:lpstr>
      <vt:lpstr>Wallet Implementation Standards</vt:lpstr>
      <vt:lpstr>Examples</vt:lpstr>
      <vt:lpstr>Standards for Implementation</vt:lpstr>
      <vt:lpstr>Hardware Wallet</vt:lpstr>
      <vt:lpstr>Trezor Usage</vt:lpstr>
      <vt:lpstr>Gabriel Case</vt:lpstr>
      <vt:lpstr>PowerPoint Sunusu</vt:lpstr>
      <vt:lpstr>Wallet Technology Details</vt:lpstr>
      <vt:lpstr>BIP-39: Mnemonic Code Words</vt:lpstr>
      <vt:lpstr>BIP-39: Mnemonic Code Words</vt:lpstr>
      <vt:lpstr>BIP-39: Mnemonic Code Words</vt:lpstr>
      <vt:lpstr>BIP-39: Mnemonic Code Words</vt:lpstr>
      <vt:lpstr>«Brainwallets» vs «Mnemonics»</vt:lpstr>
      <vt:lpstr>«Brainwallets» vs «Mnemonics»</vt:lpstr>
      <vt:lpstr>BIP-39 vs Electrum Wallet</vt:lpstr>
      <vt:lpstr>Generating mnemonic words</vt:lpstr>
      <vt:lpstr>Steps of mnemonic word generation</vt:lpstr>
      <vt:lpstr>Generating mnemonic words</vt:lpstr>
      <vt:lpstr>PowerPoint Sunusu</vt:lpstr>
      <vt:lpstr>PowerPoint Sunusu</vt:lpstr>
      <vt:lpstr>From mnemonic to seed</vt:lpstr>
      <vt:lpstr>From mnemonic to seed</vt:lpstr>
      <vt:lpstr>Next Steps in “Generating mnemonic words”</vt:lpstr>
      <vt:lpstr>PowerPoint Sunusu</vt:lpstr>
      <vt:lpstr>Protection</vt:lpstr>
      <vt:lpstr>Optional passphrase in BIP-39</vt:lpstr>
      <vt:lpstr>Optional passphrase in BIP-39</vt:lpstr>
      <vt:lpstr>Passphares</vt:lpstr>
      <vt:lpstr>Risks of Passphrase</vt:lpstr>
      <vt:lpstr>Risks about Passphrase</vt:lpstr>
      <vt:lpstr>Backup &amp; Recovery</vt:lpstr>
      <vt:lpstr>Working with mnemonic codes</vt:lpstr>
      <vt:lpstr>Working with mnemonic codes</vt:lpstr>
      <vt:lpstr>PowerPoint Sunusu</vt:lpstr>
      <vt:lpstr>Creating an HD Wallet from the Seed</vt:lpstr>
      <vt:lpstr>Creating an HD Wallet from the Seed</vt:lpstr>
      <vt:lpstr>PowerPoint Sunusu</vt:lpstr>
      <vt:lpstr>Root Seed, Master Key, Chain Code</vt:lpstr>
      <vt:lpstr>Private child key derivation</vt:lpstr>
      <vt:lpstr>Chain Code</vt:lpstr>
      <vt:lpstr>Chain Code</vt:lpstr>
      <vt:lpstr>Children Key Production</vt:lpstr>
      <vt:lpstr>Children Key Production</vt:lpstr>
      <vt:lpstr>PowerPoint Sunusu</vt:lpstr>
      <vt:lpstr>Indexes</vt:lpstr>
      <vt:lpstr>Indexes</vt:lpstr>
      <vt:lpstr>Usage of derived child keys</vt:lpstr>
      <vt:lpstr>Using derived child keys</vt:lpstr>
      <vt:lpstr>Usage of Child Private Key</vt:lpstr>
      <vt:lpstr>Derived Keys</vt:lpstr>
      <vt:lpstr>Derived Keys: Extended keys</vt:lpstr>
      <vt:lpstr>PowerPoint Sunusu</vt:lpstr>
      <vt:lpstr>Key Extending</vt:lpstr>
      <vt:lpstr>Extended Keys</vt:lpstr>
      <vt:lpstr>Extended Key: Root of Branch</vt:lpstr>
      <vt:lpstr>Extended Key Sharing</vt:lpstr>
      <vt:lpstr>Encoding Extended Keys</vt:lpstr>
      <vt:lpstr>Encoding Extended Keys: Version Number</vt:lpstr>
      <vt:lpstr>Example: Extended Private Key</vt:lpstr>
      <vt:lpstr>Example Extended Public Key</vt:lpstr>
      <vt:lpstr>Public child key derivation: Alternatives</vt:lpstr>
      <vt:lpstr>PowerPoint Sunusu</vt:lpstr>
      <vt:lpstr>PowerPoint Sunusu</vt:lpstr>
      <vt:lpstr>1. From Parent Public Key: Protection</vt:lpstr>
      <vt:lpstr>1. From Parent Public Key: E-Commerce</vt:lpstr>
      <vt:lpstr>1.From Parent Public Key: Cold Storage</vt:lpstr>
      <vt:lpstr>1.From Parent Public Key: Receving Funds</vt:lpstr>
      <vt:lpstr>1.From Parent Public Key: Gabriel’s Case</vt:lpstr>
      <vt:lpstr>Gabriel’s Case</vt:lpstr>
      <vt:lpstr>Gabriel’s Case</vt:lpstr>
      <vt:lpstr>Gabriel’s Case</vt:lpstr>
      <vt:lpstr>Gabriel’s Case</vt:lpstr>
      <vt:lpstr>PowerPoint Sunusu</vt:lpstr>
      <vt:lpstr>Gabriel’s Case</vt:lpstr>
      <vt:lpstr>Hardened child key derivation</vt:lpstr>
      <vt:lpstr>Hardened child key derivation</vt:lpstr>
      <vt:lpstr>Hardened child key derivation</vt:lpstr>
      <vt:lpstr>Hardened child key derivation</vt:lpstr>
      <vt:lpstr>Hardened child key derivation</vt:lpstr>
      <vt:lpstr>PowerPoint Sunusu</vt:lpstr>
      <vt:lpstr>Hardening Derivation</vt:lpstr>
      <vt:lpstr>Hardening Derivation</vt:lpstr>
      <vt:lpstr>Best Practice</vt:lpstr>
      <vt:lpstr>Index numbers for normal and hardened derivation</vt:lpstr>
      <vt:lpstr>Index numbers for normal and hardened derivation</vt:lpstr>
      <vt:lpstr>Index numbers for normal and hardened derivation</vt:lpstr>
      <vt:lpstr>PowerPoint Sunusu</vt:lpstr>
      <vt:lpstr>HD Wallet Key Identifier (Path)</vt:lpstr>
      <vt:lpstr>HD Wallet Key Identifier (Path)</vt:lpstr>
      <vt:lpstr>HD Wallet Key Identifier (Path)</vt:lpstr>
      <vt:lpstr>HD Wallet Key Identifier (Path)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PowerPoint Sunusu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Wallets</dc:title>
  <dc:creator>YUSUF ALTUNEL</dc:creator>
  <cp:lastModifiedBy>YUSUF ALTUNEL</cp:lastModifiedBy>
  <cp:revision>14</cp:revision>
  <dcterms:created xsi:type="dcterms:W3CDTF">2021-04-03T07:52:52Z</dcterms:created>
  <dcterms:modified xsi:type="dcterms:W3CDTF">2021-04-03T10:58:31Z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2021-04-03T07:53:40Z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c5bc586a-2a9b-4f59-8ead-cfa39bf4dc66</vt:lpwstr>
  </property>
  <property fmtid="{D5CDD505-2E9C-101B-9397-08002B2CF9AE}" pid="8" name="MSIP_Label_c66f6488-6f7b-4340-b880-828136ff7811_ContentBits">
    <vt:lpwstr>0</vt:lpwstr>
  </property>
</Properties>
</file>